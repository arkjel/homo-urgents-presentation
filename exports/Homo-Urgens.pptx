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Default Extension="png" ContentType="image/png"/>
  <Default Extension="jpeg" ContentType="image/jpeg"/>
  <Default Extension="fntdata" ContentType="application/x-fontdata"/>
  <Override PartName="/docProps/core.xml" ContentType="application/vnd.openxmlformats-package.core-propertie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ppt/notesMasters/notesMaster1.xml" ContentType="application/vnd.openxmlformats-officedocument.presentationml.notesMaster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notesSlides/notesSlide4.xml" ContentType="application/vnd.openxmlformats-officedocument.presentationml.notesSlide+xml"/>
  <Override PartName="/ppt/slides/slide5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6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7.xml" ContentType="application/vnd.openxmlformats-officedocument.presentationml.slide+xml"/>
  <Override PartName="/ppt/notesSlides/notesSlide7.xml" ContentType="application/vnd.openxmlformats-officedocument.presentationml.notesSlide+xml"/>
  <Override PartName="/ppt/slides/slide8.xml" ContentType="application/vnd.openxmlformats-officedocument.presentationml.slide+xml"/>
  <Override PartName="/ppt/notesSlides/notesSlide8.xml" ContentType="application/vnd.openxmlformats-officedocument.presentationml.notesSlide+xml"/>
  <Override PartName="/ppt/slides/slide9.xml" ContentType="application/vnd.openxmlformats-officedocument.presentationml.slide+xml"/>
  <Override PartName="/ppt/notesSlides/notesSlide9.xml" ContentType="application/vnd.openxmlformats-officedocument.presentationml.notesSlide+xml"/>
  <Override PartName="/ppt/slides/slide10.xml" ContentType="application/vnd.openxmlformats-officedocument.presentationml.slide+xml"/>
  <Override PartName="/ppt/notesSlides/notesSlide10.xml" ContentType="application/vnd.openxmlformats-officedocument.presentationml.notesSlide+xml"/>
  <Override PartName="/ppt/slides/slide11.xml" ContentType="application/vnd.openxmlformats-officedocument.presentationml.slide+xml"/>
  <Override PartName="/ppt/notesSlides/notesSlide11.xml" ContentType="application/vnd.openxmlformats-officedocument.presentationml.notesSlide+xml"/>
  <Override PartName="/ppt/slides/slide12.xml" ContentType="application/vnd.openxmlformats-officedocument.presentationml.slide+xml"/>
  <Override PartName="/ppt/notesSlides/notesSlide12.xml" ContentType="application/vnd.openxmlformats-officedocument.presentationml.notesSlide+xml"/>
  <Override PartName="/ppt/slides/slide13.xml" ContentType="application/vnd.openxmlformats-officedocument.presentationml.slide+xml"/>
  <Override PartName="/ppt/notesSlides/notesSlide13.xml" ContentType="application/vnd.openxmlformats-officedocument.presentationml.notesSlide+xml"/>
  <Override PartName="/ppt/slides/slide14.xml" ContentType="application/vnd.openxmlformats-officedocument.presentationml.slide+xml"/>
  <Override PartName="/ppt/notesSlides/notesSlide14.xml" ContentType="application/vnd.openxmlformats-officedocument.presentationml.notesSlide+xml"/>
  <Override PartName="/ppt/slides/slide15.xml" ContentType="application/vnd.openxmlformats-officedocument.presentationml.slide+xml"/>
  <Override PartName="/ppt/notesSlides/notesSlide15.xml" ContentType="application/vnd.openxmlformats-officedocument.presentationml.notesSlide+xml"/>
  <Override PartName="/ppt/slides/slide16.xml" ContentType="application/vnd.openxmlformats-officedocument.presentationml.slide+xml"/>
  <Override PartName="/ppt/notesSlides/notesSlide16.xml" ContentType="application/vnd.openxmlformats-officedocument.presentationml.notesSlide+xml"/>
  <Override PartName="/ppt/slides/slide17.xml" ContentType="application/vnd.openxmlformats-officedocument.presentationml.slide+xml"/>
  <Override PartName="/ppt/notesSlides/notesSlide17.xml" ContentType="application/vnd.openxmlformats-officedocument.presentationml.notesSlide+xml"/>
  <Override PartName="/ppt/slides/slide18.xml" ContentType="application/vnd.openxmlformats-officedocument.presentationml.slide+xml"/>
  <Override PartName="/ppt/notesSlides/notesSlide18.xml" ContentType="application/vnd.openxmlformats-officedocument.presentationml.notesSlide+xml"/>
  <Override PartName="/ppt/slides/slide19.xml" ContentType="application/vnd.openxmlformats-officedocument.presentationml.slide+xml"/>
  <Override PartName="/ppt/notesSlides/notesSlide19.xml" ContentType="application/vnd.openxmlformats-officedocument.presentationml.notesSlide+xml"/>
  <Override PartName="/ppt/slides/slide20.xml" ContentType="application/vnd.openxmlformats-officedocument.presentationml.slide+xml"/>
  <Override PartName="/ppt/notesSlides/notesSlide20.xml" ContentType="application/vnd.openxmlformats-officedocument.presentationml.notesSlide+xml"/>
  <Override PartName="/ppt/slides/slide21.xml" ContentType="application/vnd.openxmlformats-officedocument.presentationml.slide+xml"/>
  <Override PartName="/ppt/notesSlides/notesSlide21.xml" ContentType="application/vnd.openxmlformats-officedocument.presentationml.notesSlide+xml"/>
  <Override PartName="/ppt/slides/slide22.xml" ContentType="application/vnd.openxmlformats-officedocument.presentationml.slide+xml"/>
  <Override PartName="/ppt/notesSlides/notesSlide22.xml" ContentType="application/vnd.openxmlformats-officedocument.presentationml.notesSlide+xml"/>
  <Override PartName="/ppt/slides/slide23.xml" ContentType="application/vnd.openxmlformats-officedocument.presentationml.slide+xml"/>
  <Override PartName="/ppt/notesSlides/notesSlide23.xml" ContentType="application/vnd.openxmlformats-officedocument.presentationml.notesSlide+xml"/>
  <Override PartName="/ppt/slides/slide24.xml" ContentType="application/vnd.openxmlformats-officedocument.presentationml.slide+xml"/>
  <Override PartName="/ppt/notesSlides/notesSlide24.xml" ContentType="application/vnd.openxmlformats-officedocument.presentationml.notesSlide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notesMasterIdLst>
    <p:notesMasterId r:id="rId26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</p:sldIdLst>
  <p:sldSz cx="12192000" cy="6858000"/>
  <p:notesSz cx="6858000" cy="9144000"/>
  <p:embeddedFontLst>
    <p:embeddedFont>
      <p:font typeface="Lato" pitchFamily="34" charset="0"/>
      <p:regular r:id="rId31"/>
      <p:bold r:id="rId32"/>
    </p:embeddedFont>
    <p:embeddedFont>
      <p:font typeface="Lato Black" pitchFamily="34" charset="0"/>
      <p:regular r:id="rId33"/>
    </p:embeddedFont>
  </p:embeddedFontLst>
  <p:defaultTextStyle>
    <a:defPPr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lt"/>
      </a:defRPr>
    </a:lvl1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gridSpacing cx="76200" cy="762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notesMaster" Target="notesMasters/notesMaster1.xml"/><Relationship Id="rId27" Type="http://schemas.openxmlformats.org/officeDocument/2006/relationships/theme" Target="theme/theme1.xml"/><Relationship Id="rId28" Type="http://schemas.openxmlformats.org/officeDocument/2006/relationships/presProps" Target="presProps.xml"/><Relationship Id="rId29" Type="http://schemas.openxmlformats.org/officeDocument/2006/relationships/viewProps" Target="viewProps.xml"/><Relationship Id="rId30" Type="http://schemas.openxmlformats.org/officeDocument/2006/relationships/tableStyles" Target="tableStyles.xml"/><Relationship Id="rId31" Type="http://schemas.openxmlformats.org/officeDocument/2006/relationships/font" Target="fonts/font1.fntdata"/><Relationship Id="rId32" Type="http://schemas.openxmlformats.org/officeDocument/2006/relationships/font" Target="fonts/font2.fntdata"/><Relationship Id="rId33" Type="http://schemas.openxmlformats.org/officeDocument/2006/relationships/font" Target="fonts/font3.fntdata"/></Relationships>
</file>

<file path=ppt/notesMasters/_rels/notesMaster1.xml.rels><?xml version="1.0" encoding="UTF-8" standalone="yes"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srgbClr val="000000"/>
            </a:solidFill>
          </a:ln>
        </p:spPr>
      </p:sp>
      <p:sp>
        <p:nvSpPr>
          <p:cNvPr id="3" name="Notatki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l-PL"/>
              <a:t>Notatki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lt"/>
      </a:defRPr>
    </a:lvl1pPr>
  </p:notesStyle>
</p:notesMaster>
</file>

<file path=ppt/notesSlides/_rels/notesSlide1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.xml"/></Relationships>
</file>

<file path=ppt/notesSlides/_rels/notesSlide3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4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5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6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.xml"/></Relationships>
</file>

<file path=ppt/notesSlides/_rels/notesSlide7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8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9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10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11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12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13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14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15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16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17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18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19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0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21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2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3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4.xml.rels><?xml version="1.0" encoding="UTF-8" standalone="yes"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Mam do Was pytanie: kto w ostatnich 24 godzinach pomyślał „Nie chce mi się czekać”? Na kawę, kuriera, odpowiedź na Slacku?</a:t>
            </a:r>
          </a:p>
          <a:p>
            <a:r>
              <a:rPr lang="pl-PL" dirty="0"/>
              <a:t>Albo inne pytanie: kto z Was zamówił coś, czego potrzebował właściwie już pięć minut temu?</a:t>
            </a:r>
          </a:p>
          <a:p>
            <a:r>
              <a:rPr lang="pl-PL" dirty="0"/>
              <a:t>Albo czego nie potrzebował, dopóki nie zobaczył, że może mieć to teraz.</a:t>
            </a:r>
          </a:p>
          <a:p>
            <a:r>
              <a:rPr lang="pl-PL" dirty="0"/>
              <a:t>Poznajcie Homo Urgens. Człowieka, który nie pyta już tylko: „Czego potrzebuję?”.</a:t>
            </a:r>
          </a:p>
          <a:p>
            <a:r>
              <a:rPr lang="pl-PL" dirty="0"/>
              <a:t>Pyta: „Dlaczego jeszcze tego nie mam?”.</a:t>
            </a:r>
          </a:p>
          <a:p>
            <a:r>
              <a:rPr lang="pl-PL" dirty="0"/>
              <a:t>Nie jesteście niecierpliwi. To skutek uboczny współczesnego świata.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W decyzjach zakupowych pojawiają się trzy prośby: pokaż mi coś przydatnego, pomóż zdecydować i upewnij mnie, że dobrze wybieram.</a:t>
            </a:r>
          </a:p>
          <a:p>
            <a:r>
              <a:rPr lang="pl-PL" dirty="0"/>
              <a:t>Brzmi prosto. Ale jest jeden haczyk.</a:t>
            </a:r>
          </a:p>
          <a:p>
            <a:r>
              <a:rPr lang="pl-PL" dirty="0"/>
              <a:t>Konsument nie ma obowiązku realizować Waszej strategii marketingowej.</a:t>
            </a:r>
          </a:p>
          <a:p>
            <a:r>
              <a:rPr lang="pl-PL" dirty="0"/>
              <a:t>Ma swoje życie, swoje potrzeby i swój moment decyzji.</a:t>
            </a:r>
          </a:p>
          <a:p>
            <a:r>
              <a:rPr lang="pl-PL" dirty="0"/>
              <a:t>A czasami konsumenci mają gości w drodze i zero czasu na historię marki od 1987 roku.</a:t>
            </a: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Osiemdziesiąt siedem procent.</a:t>
            </a:r>
          </a:p>
          <a:p>
            <a:r>
              <a:rPr lang="pl-PL" dirty="0"/>
              <a:t>Jesteśmy prawie na miejscu.</a:t>
            </a:r>
          </a:p>
          <a:p>
            <a:r>
              <a:rPr lang="pl-PL" dirty="0"/>
              <a:t>To zdanie mówi sobie każdy, kto odświeża aplikację z dostawą.</a:t>
            </a:r>
          </a:p>
          <a:p>
            <a:r>
              <a:rPr lang="pl-PL" dirty="0"/>
              <a:t>I każdy, kto widzi, że prezentacja zaraz się zacznie.</a:t>
            </a:r>
          </a:p>
          <a:p>
            <a:r>
              <a:rPr lang="pl-PL" dirty="0"/>
              <a:t>[Pauza.]</a:t>
            </a:r>
          </a:p>
          <a:p>
            <a:r>
              <a:rPr lang="pl-PL" dirty="0"/>
              <a:t>Zaraz, czyli kiedy?</a:t>
            </a: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Dziewięćdziesiąt dziewięć procent.</a:t>
            </a:r>
          </a:p>
          <a:p>
            <a:r>
              <a:rPr lang="pl-PL" dirty="0"/>
              <a:t>[Dajcie ekranowi chwilę. Nie zagadujcie ciszy.]</a:t>
            </a:r>
          </a:p>
          <a:p>
            <a:r>
              <a:rPr lang="pl-PL" dirty="0"/>
              <a:t>Czyli najbardziej frustrujący moment na świecie.</a:t>
            </a:r>
          </a:p>
          <a:p>
            <a:r>
              <a:rPr lang="pl-PL" dirty="0"/>
              <a:t>Bo już prawie…</a:t>
            </a:r>
          </a:p>
          <a:p>
            <a:r>
              <a:rPr lang="pl-PL" dirty="0"/>
              <a:t>…ale jeszcze nie.</a:t>
            </a:r>
          </a:p>
          <a:p>
            <a:r>
              <a:rPr lang="pl-PL" dirty="0"/>
              <a:t>[Krótka pauza, potem dynamiczne przejście.]</a:t>
            </a: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Witajcie w trybie TERAZ.</a:t>
            </a:r>
          </a:p>
          <a:p>
            <a:r>
              <a:rPr lang="pl-PL" dirty="0"/>
              <a:t>Tutaj cierpliwość ma krótszy czas życia niż banan w biurze w poniedziałek.</a:t>
            </a:r>
          </a:p>
          <a:p>
            <a:r>
              <a:rPr lang="pl-PL" dirty="0"/>
              <a:t>Potrzeba pojawia się szybciej niż plan marketingowy przechodzi trzy rundy akceptacji.</a:t>
            </a:r>
          </a:p>
          <a:p>
            <a:r>
              <a:rPr lang="pl-PL" dirty="0"/>
              <a:t>Nie będziemy Was przekonywać, że chcemy mieć wszystko na już. Chcemy pokazać, co to oznacza dla marek.</a:t>
            </a:r>
          </a:p>
          <a:p>
            <a:r>
              <a:rPr lang="pl-PL" dirty="0"/>
              <a:t>Bo najciekawsze nie jest to, jak szybko konsument chce coś dostać. Tylko co może zrobić marka, kiedy trafia na jego drodze dokładnie wtedy, kiedy jest mu potrzebna. I dlaczego w takim momencie liczy się nie tylko to, co komunikujesz.</a:t>
            </a: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AKT II. JAK POWSTAJE HOMO URGENS?</a:t>
            </a:r>
          </a:p>
          <a:p>
            <a:r>
              <a:rPr lang="pl-PL" dirty="0"/>
              <a:t>Kiedyś był sklep w okolicy, z określonymi godzinami i asortymentem. Jeśli czegoś nie było — to nie było.</a:t>
            </a:r>
          </a:p>
          <a:p>
            <a:r>
              <a:rPr lang="pl-PL" dirty="0"/>
              <a:t>A jeśli czegoś nie było?</a:t>
            </a:r>
          </a:p>
          <a:p>
            <a:r>
              <a:rPr lang="pl-PL" dirty="0"/>
              <a:t>Brutalne. Ale przynajmniej nikt nie pokazywał mi czterdziestu siedmiu alternatyw.</a:t>
            </a:r>
          </a:p>
          <a:p>
            <a:r>
              <a:rPr lang="pl-PL" dirty="0"/>
              <a:t>Dziś w telefonie mamy wiele sklepów i możliwości. Zmienił się moment, w którym marka może wejść do gry.</a:t>
            </a:r>
          </a:p>
          <a:p>
            <a:r>
              <a:rPr lang="pl-PL" dirty="0"/>
              <a:t>Potrzeba pojawia się o 21:25 i nikt nie mówi: „Przepraszamy, proszę wrócić jutro w godzinach otwarcia”.</a:t>
            </a:r>
          </a:p>
          <a:p>
            <a:r>
              <a:rPr lang="pl-PL" dirty="0"/>
              <a:t>Kiedyś szłam do sklepu i szukałam produktu.</a:t>
            </a:r>
          </a:p>
          <a:p>
            <a:r>
              <a:rPr lang="pl-PL" dirty="0"/>
              <a:t>Dzisiaj otwieram aplikację…</a:t>
            </a:r>
          </a:p>
          <a:p>
            <a:r>
              <a:rPr lang="pl-PL" dirty="0"/>
              <a:t>…i produkt może znaleźć mnie.</a:t>
            </a: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Według badania Inquiry i Glovo 78% badanych chce produktu lub usługi wtedy, kiedy ich potrzebuje.</a:t>
            </a:r>
          </a:p>
          <a:p>
            <a:r>
              <a:rPr lang="pl-PL" dirty="0"/>
              <a:t>Czyli niekoniecznie wtedy, kiedy marka ma zaplanowaną kampanię.</a:t>
            </a:r>
          </a:p>
          <a:p>
            <a:r>
              <a:rPr lang="pl-PL" dirty="0"/>
              <a:t>I zdecydowanie nie wtedy, kiedy wreszcie skończyliście prezentację strategii.</a:t>
            </a:r>
          </a:p>
          <a:p>
            <a:r>
              <a:rPr lang="pl-PL" dirty="0"/>
              <a:t>Dla marki pytanie brzmi więc nie tylko „jak dotrzeć?”, ale „kiedy naprawdę mogę się przydać?”.</a:t>
            </a:r>
          </a:p>
          <a:p>
            <a:r>
              <a:rPr lang="pl-PL" dirty="0"/>
              <a:t>A komunikat w złym momencie jest jak reklama parasoli, kiedy siedzisz na Malediwach. Ładna. Ale co ja mam z nią zrobić?</a:t>
            </a: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Homo Urgens to nie nowy gatunek. Każdy z nas ma momenty, gdy potrzeba pojawia się nagle…</a:t>
            </a:r>
          </a:p>
          <a:p>
            <a:r>
              <a:rPr lang="pl-PL" dirty="0"/>
              <a:t>…i jednocześnie brakuje czasu albo możliwości, żeby załatwić ją tradycyjnie.</a:t>
            </a:r>
          </a:p>
          <a:p>
            <a:r>
              <a:rPr lang="pl-PL" dirty="0"/>
              <a:t>To połączenie uruchamia tryb TERAZ.</a:t>
            </a:r>
          </a:p>
          <a:p>
            <a:r>
              <a:rPr lang="pl-PL" dirty="0"/>
              <a:t>U mnie na przykład uruchamia go zdanie: „Kochanie, znajomi będą za dwadzieścia minut”.</a:t>
            </a:r>
          </a:p>
          <a:p>
            <a:r>
              <a:rPr lang="pl-PL" dirty="0"/>
              <a:t>I właśnie tu zaczyna się nasz zakupowy thriller.</a:t>
            </a: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AKT III. ZAKUPOWY THRILLER</a:t>
            </a:r>
          </a:p>
          <a:p>
            <a:r>
              <a:rPr lang="pl-PL" dirty="0"/>
              <a:t>Sobota. Godzina wieczorna. Telefon.</a:t>
            </a:r>
          </a:p>
          <a:p>
            <a:r>
              <a:rPr lang="pl-PL" dirty="0"/>
              <a:t>Ten uśmiech na końcu wiadomości jest niesamowity.</a:t>
            </a:r>
          </a:p>
          <a:p>
            <a:r>
              <a:rPr lang="pl-PL" dirty="0"/>
              <a:t>[Możecie odegrać krótki dialog, jakby Joanna czytała wiadomość.]</a:t>
            </a:r>
          </a:p>
          <a:p>
            <a:r>
              <a:rPr lang="pl-PL" dirty="0"/>
              <a:t>„Będziemy za dwadzieścia minut 😊”.</a:t>
            </a:r>
          </a:p>
          <a:p>
            <a:r>
              <a:rPr lang="pl-PL" dirty="0"/>
              <a:t>Tak. Bo jedna osoba wysyła emotkę, a druga właśnie przeżywa kryzys logistyczny.</a:t>
            </a:r>
          </a:p>
          <a:p>
            <a:r>
              <a:rPr lang="pl-PL" dirty="0"/>
              <a:t>Goście w drodze, plan zakupowy nie istnieje. A w lodówce?</a:t>
            </a:r>
          </a:p>
          <a:p>
            <a:r>
              <a:rPr lang="pl-PL" dirty="0"/>
              <a:t>Światło.</a:t>
            </a: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I pół cytryny, która widziała więcej niż niejeden świadek koronny.</a:t>
            </a: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To nie jest moment na długą historię marki.</a:t>
            </a:r>
          </a:p>
          <a:p>
            <a:r>
              <a:rPr lang="pl-PL" dirty="0"/>
              <a:t>Nie chcę wiedzieć, że czekolada jest owocem pasji, tradycji i starannie wyselekcjonowanych ziaren.</a:t>
            </a:r>
          </a:p>
          <a:p>
            <a:r>
              <a:rPr lang="pl-PL" dirty="0"/>
              <a:t>Chcę przekąsek.</a:t>
            </a:r>
          </a:p>
          <a:p>
            <a:r>
              <a:rPr lang="pl-PL" dirty="0"/>
              <a:t>Chcę napojów.</a:t>
            </a:r>
          </a:p>
          <a:p>
            <a:r>
              <a:rPr lang="pl-PL" dirty="0"/>
              <a:t>Chcę czegoś słodkiego, zanim ktoś zapyta, czy może pomóc.</a:t>
            </a:r>
          </a:p>
          <a:p>
            <a:r>
              <a:rPr lang="pl-PL" dirty="0"/>
              <a:t>Krótko mówiąc: nie mam czasu się w Tobie zakochać. Mam czas wybrać Cię z półki.</a:t>
            </a:r>
          </a:p>
          <a:p>
            <a:r>
              <a:rPr lang="pl-PL" dirty="0"/>
              <a:t>W trybie TERAZ potrzeba jest konkretna, czasu mało — komunikacja musi do tego pasować.</a:t>
            </a: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Wyobraźcie sobie markę: „Mam świetny launch, awareness i brand purpose!”.</a:t>
            </a:r>
          </a:p>
          <a:p>
            <a:r>
              <a:rPr lang="pl-PL" dirty="0"/>
              <a:t>A ja mam gości za dwadzieścia minut. Potrzebuję czegoś słodkiego.</a:t>
            </a:r>
          </a:p>
          <a:p>
            <a:r>
              <a:rPr lang="pl-PL" dirty="0"/>
              <a:t>Mój purpose to nie podać gościom samych oliwek.</a:t>
            </a:r>
          </a:p>
          <a:p>
            <a:r>
              <a:rPr lang="pl-PL" dirty="0"/>
              <a:t>Marka ma swój plan. Konsument ma swój plan. Problem zaczyna się wtedy, kiedy marka chce opowiadać o sobie, a konsument próbuje rozwiązać swój problem.</a:t>
            </a:r>
          </a:p>
          <a:p>
            <a:r>
              <a:rPr lang="pl-PL" dirty="0"/>
              <a:t>Retail media może połączyć plan marki z realnym momentem zakupowym konsumenta.</a:t>
            </a:r>
          </a:p>
          <a:p>
            <a:r>
              <a:rPr lang="pl-PL" dirty="0"/>
              <a:t>Nie musisz przerywać mojego życia, żeby zwrócić moją uwagę.</a:t>
            </a:r>
          </a:p>
          <a:p>
            <a:r>
              <a:rPr lang="pl-PL" dirty="0"/>
              <a:t>Możesz pomóc mi zrobić to, co i tak chcę zrobić.</a:t>
            </a: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Okej. Potrzebuję czekolady. To wiem.</a:t>
            </a:r>
          </a:p>
          <a:p>
            <a:r>
              <a:rPr lang="pl-PL" dirty="0"/>
              <a:t>Potrzeba jest zdefiniowana, ale marka jeszcze nie.</a:t>
            </a:r>
          </a:p>
          <a:p>
            <a:r>
              <a:rPr lang="pl-PL" dirty="0"/>
              <a:t>Ale czy chcę mleczną, gorzką, z orzechami, z karmelem?</a:t>
            </a:r>
          </a:p>
          <a:p>
            <a:r>
              <a:rPr lang="pl-PL" dirty="0"/>
              <a:t>I czy w ogóle mam ulubioną markę?</a:t>
            </a:r>
          </a:p>
          <a:p>
            <a:r>
              <a:rPr lang="pl-PL" dirty="0"/>
              <a:t>Bo wbrew temu, co czasem zakładają marketerzy, znajomość kategorii nie oznacza automatycznie znajomości konkretnej marki.</a:t>
            </a:r>
          </a:p>
          <a:p>
            <a:r>
              <a:rPr lang="pl-PL" dirty="0"/>
              <a:t>To dla marki ważny moment — wybór dopiero się kształtuje.</a:t>
            </a:r>
          </a:p>
          <a:p>
            <a:r>
              <a:rPr lang="pl-PL" dirty="0"/>
              <a:t>Produkt mam już w głowie.</a:t>
            </a:r>
          </a:p>
          <a:p>
            <a:r>
              <a:rPr lang="pl-PL" dirty="0"/>
              <a:t>Ale marka nadal ma szansę wejść do rozważania.</a:t>
            </a: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W badaniu 55% użytkowników q-commerce deklaruje, że zawsze lub często wybiera konkretny produkt lub markę podczas przeglądania aplikacji.</a:t>
            </a:r>
          </a:p>
          <a:p>
            <a:r>
              <a:rPr lang="pl-PL" dirty="0"/>
              <a:t>To oznacza, że możesz wejść do aplikacji z jasną potrzebą i wciąż nie mieć wybranej marki. Widać to też w wyszukiwarce — przykład czekolady użytkownicy najczęściej wpisują ogólną frazę „czekolada”, zamiast szukać konkretnej marki. Można więc wiedzieć, czego się chce, ale dopiero na ekranie zdecydować, co dokładnie wybrać.</a:t>
            </a:r>
          </a:p>
          <a:p>
            <a:r>
              <a:rPr lang="pl-PL" dirty="0"/>
              <a:t>A więc aplikacja to nie tylko miejsce realizacji decyzji, ale także jej podejmowania.</a:t>
            </a:r>
          </a:p>
          <a:p>
            <a:r>
              <a:rPr lang="pl-PL" dirty="0"/>
              <a:t>Dobra. Otwieram aplikację. Niech wygra najlepszy.</a:t>
            </a: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AKT IV. CZTERY RUCHY, KTÓRE ZMIENIAJĄ DECYZJĘ</a:t>
            </a:r>
          </a:p>
          <a:p>
            <a:r>
              <a:rPr lang="pl-PL" dirty="0"/>
              <a:t>Otwieram aplikację. I co widzę?</a:t>
            </a:r>
          </a:p>
          <a:p>
            <a:r>
              <a:rPr lang="pl-PL" dirty="0"/>
              <a:t>Banner: „Spotkanie ze znajomymi? Napoje i przekąski w jednym miejscu”.</a:t>
            </a:r>
          </a:p>
          <a:p>
            <a:r>
              <a:rPr lang="pl-PL" dirty="0"/>
              <a:t>I nagle ktoś rozumie moją sytuację.</a:t>
            </a:r>
          </a:p>
          <a:p>
            <a:r>
              <a:rPr lang="pl-PL" dirty="0"/>
              <a:t>To pierwszy moment: marka może pomóc zacząć.</a:t>
            </a:r>
          </a:p>
          <a:p>
            <a:r>
              <a:rPr lang="pl-PL" dirty="0"/>
              <a:t>Zwróć uwagę: ja nie wpisałam jeszcze nazwy produktu. Nie wiem nawet, od czego zacząć.</a:t>
            </a:r>
          </a:p>
          <a:p>
            <a:r>
              <a:rPr lang="pl-PL" dirty="0"/>
              <a:t>Banner może skierować do kategorii albo zestawu produktów — zamiast krzyczeć „kup mnie”, podpowiedzieć właściwy kierunek.</a:t>
            </a:r>
          </a:p>
          <a:p>
            <a:r>
              <a:rPr lang="pl-PL" dirty="0"/>
              <a:t>Tylko nie mów do mnie: „Hej, chyba wiem, czego teraz potrzebujesz”, jeśli sprzedajesz mi karmę dla kota, a ja nie mam kota.</a:t>
            </a:r>
          </a:p>
          <a:p>
            <a:r>
              <a:rPr lang="pl-PL" dirty="0"/>
              <a:t>Klucz to trafność komunikatu do potrzeby.</a:t>
            </a: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Dobra, klikam. Wpisuję: przekąski.</a:t>
            </a:r>
          </a:p>
          <a:p>
            <a:r>
              <a:rPr lang="pl-PL" dirty="0"/>
              <a:t>Nie nazwę marki. Nie konkretny produkt. Kategorię.</a:t>
            </a:r>
          </a:p>
          <a:p>
            <a:r>
              <a:rPr lang="pl-PL" dirty="0"/>
              <a:t>Bo jeszcze nie wiem, na co mam ochotę. Wiem tylko, że moi goście nie przyjdą po to, żeby patrzeć na pusty stół.</a:t>
            </a:r>
          </a:p>
          <a:p>
            <a:r>
              <a:rPr lang="pl-PL" dirty="0"/>
              <a:t>Produkt sponsorowany może odpowiedzieć na takie zapytanie.</a:t>
            </a:r>
          </a:p>
          <a:p>
            <a:r>
              <a:rPr lang="pl-PL" dirty="0"/>
              <a:t>Nachosy, chipsy, paluszki, popcorn. Dobra, zaczyna się robić poważnie.</a:t>
            </a:r>
          </a:p>
          <a:p>
            <a:r>
              <a:rPr lang="pl-PL" dirty="0"/>
              <a:t>Dla marki to szansa pojawienia się wśród rozważanych produktów.</a:t>
            </a:r>
          </a:p>
          <a:p>
            <a:r>
              <a:rPr lang="pl-PL" dirty="0"/>
              <a:t>Z perspektywy konsumentki — żeby nie musieć przekopywać całego internetu, żeby znaleźć paczkę chipsów.</a:t>
            </a:r>
          </a:p>
          <a:p>
            <a:r>
              <a:rPr lang="pl-PL" dirty="0"/>
              <a:t>Nie chodzi o samą widoczność, tylko o widoczność we właściwym momencie.</a:t>
            </a:r>
          </a:p>
          <a:p>
            <a:r>
              <a:rPr lang="pl-PL" dirty="0"/>
              <a:t>Zwłaszcza jeśli jestem na ekranie, a Ty jesteś na ekranie obok, i obie jesteśmy równie nieprzydatne.</a:t>
            </a: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No dobra. Cztery czekolady. Orzechy, gorzka, mleczna, karmel.</a:t>
            </a:r>
          </a:p>
          <a:p>
            <a:r>
              <a:rPr lang="pl-PL" dirty="0"/>
              <a:t>I nie chcę już tylko wiedzieć, że czekolada istnieje. To akurat wiem od dzieciństwa.</a:t>
            </a:r>
          </a:p>
          <a:p>
            <a:r>
              <a:rPr lang="pl-PL" dirty="0"/>
              <a:t>Tu liczą się wariant, gramatura i cena.</a:t>
            </a:r>
          </a:p>
          <a:p>
            <a:r>
              <a:rPr lang="pl-PL" dirty="0"/>
              <a:t>Bo nie chcę podejmować śledztwa zakupowego.</a:t>
            </a:r>
          </a:p>
          <a:p>
            <a:r>
              <a:rPr lang="pl-PL" dirty="0"/>
              <a:t>Produkt sponsorowany może wejść do wyboru, ale musi dać konkretny powód, by go wybrać.</a:t>
            </a:r>
          </a:p>
          <a:p>
            <a:r>
              <a:rPr lang="pl-PL" dirty="0"/>
              <a:t>Ja wybieram czekoladę z orzechami.</a:t>
            </a:r>
          </a:p>
          <a:p>
            <a:r>
              <a:rPr lang="pl-PL" dirty="0"/>
              <a:t>I marka właśnie znalazła miejsce w koszyku.</a:t>
            </a:r>
          </a:p>
          <a:p>
            <a:r>
              <a:rPr lang="pl-PL" dirty="0"/>
              <a:t>A ja dostałam poczucie, że panuję nad sytuacją.</a:t>
            </a:r>
          </a:p>
          <a:p>
            <a:r>
              <a:rPr lang="pl-PL" dirty="0"/>
              <a:t>To poczucie potrwa jakieś trzy sekundy.</a:t>
            </a: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Nachosy są. Lemoniada jest. Czekolada jest.</a:t>
            </a:r>
          </a:p>
          <a:p>
            <a:r>
              <a:rPr lang="pl-PL" dirty="0"/>
              <a:t>Czyli plan prawie zrealizowany.</a:t>
            </a:r>
          </a:p>
          <a:p>
            <a:r>
              <a:rPr lang="pl-PL" dirty="0"/>
              <a:t>Prawie. Bo patrzę na nachosy i myślę: czegoś brakuje.</a:t>
            </a:r>
          </a:p>
          <a:p>
            <a:r>
              <a:rPr lang="pl-PL" dirty="0"/>
              <a:t>Dip!</a:t>
            </a:r>
          </a:p>
          <a:p>
            <a:r>
              <a:rPr lang="pl-PL" dirty="0"/>
              <a:t>W tym miejscu może pojawić się rekomendacja przy koszyku.</a:t>
            </a:r>
          </a:p>
          <a:p>
            <a:r>
              <a:rPr lang="pl-PL" dirty="0"/>
              <a:t>Nie szukałam dipu. Nie wpisywałam dipu. Ale pasuje do tego, co już mam.</a:t>
            </a:r>
          </a:p>
          <a:p>
            <a:r>
              <a:rPr lang="pl-PL" dirty="0"/>
              <a:t>To pomoc w uzupełnieniu zakupów, bez przekonywania do zmiany całego życia.</a:t>
            </a:r>
          </a:p>
          <a:p>
            <a:r>
              <a:rPr lang="pl-PL" dirty="0"/>
              <a:t>I tu jest subtelna różnica między przypadkowym dodatkowym produktem a trafną rekomendacją.</a:t>
            </a:r>
          </a:p>
          <a:p>
            <a:r>
              <a:rPr lang="pl-PL" dirty="0"/>
              <a:t>Drugie rozwiązuje problem, którego nawet nie zdążyłam nazwać.</a:t>
            </a:r>
          </a:p>
          <a:p>
            <a:r>
              <a:rPr lang="pl-PL" dirty="0"/>
              <a:t>Pod warunkiem, że propozycja pasuje do kontekstu.</a:t>
            </a:r>
          </a:p>
          <a:p>
            <a:r>
              <a:rPr lang="pl-PL" dirty="0"/>
              <a:t>Bo gdybym do nachosów dostała rekomendację… żelazka, to byłby już inny rodzaj thrillera.</a:t>
            </a: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AKT V. CO TO OZNACZA DLA MARKETERÓW?</a:t>
            </a:r>
          </a:p>
          <a:p>
            <a:r>
              <a:rPr lang="pl-PL" dirty="0"/>
              <a:t>W tej historii są trzy pytania. Pierwsze: „Od czego zacząć?” — pomaga banner.</a:t>
            </a:r>
          </a:p>
          <a:p>
            <a:r>
              <a:rPr lang="pl-PL" dirty="0"/>
              <a:t>Po drugie: „Które kupić?”.</a:t>
            </a:r>
          </a:p>
          <a:p>
            <a:r>
              <a:rPr lang="pl-PL" dirty="0"/>
              <a:t>Produkt sponsorowany, który może pomóc marce znaleźć się wśród rozważanych opcji, a packshot, wariant i cena ułatwiają porównanie.</a:t>
            </a:r>
          </a:p>
          <a:p>
            <a:r>
              <a:rPr lang="pl-PL" dirty="0"/>
              <a:t>Trzecie: „O czym zapomniałam?” — tu pomaga rekomendacja przy koszyku.</a:t>
            </a:r>
          </a:p>
          <a:p>
            <a:r>
              <a:rPr lang="pl-PL" dirty="0"/>
              <a:t>I tu jest sedno: nie każdy format powinien robić wszystko.</a:t>
            </a:r>
          </a:p>
          <a:p>
            <a:r>
              <a:rPr lang="pl-PL" dirty="0"/>
              <a:t>Banner nie musi zamykać całej sprzedaży. Produkt sponsorowany nie musi opowiadać całej historii marki.</a:t>
            </a:r>
          </a:p>
          <a:p>
            <a:r>
              <a:rPr lang="pl-PL" dirty="0"/>
              <a:t>A rekomendacja nie musi zaczynać od zera.</a:t>
            </a:r>
          </a:p>
          <a:p>
            <a:r>
              <a:rPr lang="pl-PL" dirty="0"/>
              <a:t>Każdy format powinien robić swoją robotę w odpowiednim momencie.</a:t>
            </a: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Według badania 48% użytkowników q-commerce deklaruje, że dopasowane rekomendacje pomagają szybciej znaleźć produkt.</a:t>
            </a:r>
          </a:p>
          <a:p>
            <a:r>
              <a:rPr lang="pl-PL" dirty="0"/>
              <a:t>I to jest piękne, bo ja nie otwieram aplikacji po to, żeby podziwiać jej interfejs.</a:t>
            </a:r>
          </a:p>
          <a:p>
            <a:r>
              <a:rPr lang="pl-PL" dirty="0"/>
              <a:t>Otwieram ją, żeby coś załatwić.</a:t>
            </a:r>
          </a:p>
          <a:p>
            <a:r>
              <a:rPr lang="pl-PL" dirty="0"/>
              <a:t>Nie chcę więcej bodźców. Chcę mniej tarcia.</a:t>
            </a:r>
          </a:p>
          <a:p>
            <a:r>
              <a:rPr lang="pl-PL" dirty="0"/>
              <a:t>Właściwy kontekst to to, co konsument robi TERAZ.</a:t>
            </a:r>
          </a:p>
          <a:p>
            <a:r>
              <a:rPr lang="pl-PL" dirty="0"/>
              <a:t>Nie temu, co robił trzy tygodnie temu. Nie temu, co według naszej strategii powinien robić.</a:t>
            </a:r>
          </a:p>
          <a:p>
            <a:r>
              <a:rPr lang="pl-PL" dirty="0"/>
              <a:t>Liczy się decyzja, którą podejmuje właśnie w tej chwili.</a:t>
            </a:r>
          </a:p>
          <a:p>
            <a:r>
              <a:rPr lang="pl-PL" dirty="0"/>
              <a:t>Bo marketing, który pomaga, jest dużo ciekawszy niż marketing, który tylko chce być zauważony.</a:t>
            </a: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Zostawię Was z trzema zasadami.</a:t>
            </a:r>
          </a:p>
          <a:p>
            <a:r>
              <a:rPr lang="pl-PL" dirty="0"/>
              <a:t>Pierwsza: zacznij od potrzeby, nie tylko od briefu.</a:t>
            </a:r>
          </a:p>
          <a:p>
            <a:r>
              <a:rPr lang="pl-PL" dirty="0"/>
              <a:t>Zanim zapytasz, gdzie umieścić produkt, zastanów się, jaki problem konsument próbuje rozwiązać.</a:t>
            </a:r>
          </a:p>
          <a:p>
            <a:r>
              <a:rPr lang="pl-PL" dirty="0"/>
              <a:t>Druga: daj marce miejsce w realnym wyborze, nie tylko na ekranie.</a:t>
            </a:r>
          </a:p>
          <a:p>
            <a:r>
              <a:rPr lang="pl-PL" dirty="0"/>
              <a:t>Trzecia: sprawdzaj, co dzieje się z wyborem.</a:t>
            </a:r>
          </a:p>
          <a:p>
            <a:r>
              <a:rPr lang="pl-PL" dirty="0"/>
              <a:t>Bo wyświetlenie jest początkiem pomiaru, a nie odpowiedzią na wszystkie pytania o skuteczność.</a:t>
            </a: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AKT VI. FINAŁ — DZWONEK DO DRZWI</a:t>
            </a:r>
          </a:p>
          <a:p>
            <a:r>
              <a:rPr lang="pl-PL" dirty="0"/>
              <a:t>Dzwonek do drzwi.</a:t>
            </a:r>
          </a:p>
          <a:p>
            <a:r>
              <a:rPr lang="pl-PL" dirty="0"/>
              <a:t>Goście są. Nachosy są. Czekolada jest. Dip też.</a:t>
            </a:r>
          </a:p>
          <a:p>
            <a:r>
              <a:rPr lang="pl-PL" dirty="0"/>
              <a:t>A marka?</a:t>
            </a:r>
          </a:p>
          <a:p>
            <a:r>
              <a:rPr lang="pl-PL" dirty="0"/>
              <a:t>Marka dostała miejsce przy stole.</a:t>
            </a:r>
          </a:p>
          <a:p>
            <a:r>
              <a:rPr lang="pl-PL" dirty="0"/>
              <a:t>Nie dlatego, że krzyczała najgłośniej, tylko dlatego, że pomogła w odpowiednim momencie.</a:t>
            </a:r>
          </a:p>
          <a:p>
            <a:r>
              <a:rPr lang="pl-PL" dirty="0"/>
              <a:t>I to jest najciekawsza rola marketingu: nie być kolejną rzeczą, którą muszę obsłużyć.</a:t>
            </a:r>
          </a:p>
          <a:p>
            <a:r>
              <a:rPr lang="pl-PL" dirty="0"/>
              <a:t>Ale być czymś, co ułatwia mi życie.</a:t>
            </a: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Homo Urgens nie oznacza utraty cierpliwości — to świat, w którym potrzeba pojawia się w dowolnej chwili.</a:t>
            </a:r>
          </a:p>
          <a:p>
            <a:r>
              <a:rPr lang="pl-PL" dirty="0"/>
              <a:t>To szansa, żeby inaczej pomyśleć o obecności marki.</a:t>
            </a:r>
          </a:p>
          <a:p>
            <a:r>
              <a:rPr lang="pl-PL" dirty="0"/>
              <a:t>Nie tylko: jak przyciągnąć uwagę?</a:t>
            </a:r>
          </a:p>
          <a:p>
            <a:r>
              <a:rPr lang="pl-PL" dirty="0"/>
              <a:t>Ale: jak pomóc w decyzji?</a:t>
            </a:r>
          </a:p>
          <a:p>
            <a:r>
              <a:rPr lang="pl-PL" dirty="0"/>
              <a:t>Nie tylko „jak wyświetlić produkt?”, ale „kiedy naprawdę ma sens?”.</a:t>
            </a:r>
          </a:p>
          <a:p>
            <a:r>
              <a:rPr lang="pl-PL" dirty="0"/>
              <a:t>Bo w świecie Homo Urgens…</a:t>
            </a:r>
          </a:p>
          <a:p>
            <a:r>
              <a:rPr lang="pl-PL" dirty="0"/>
              <a:t>…konsument nie czeka na naszą kampanię. To my musimy być gotowi, kiedy pojawi się jego potrzeba.</a:t>
            </a:r>
          </a:p>
          <a:p>
            <a:r>
              <a:rPr lang="pl-PL" dirty="0"/>
              <a:t>Dlatego jako marketerzy powinniśmy zadać sobie inne pytanie.</a:t>
            </a:r>
          </a:p>
          <a:p>
            <a:r>
              <a:rPr lang="pl-PL" dirty="0"/>
              <a:t>Retail media to szansa spotkania konsumenta w momencie poszukiwania i wyboru.</a:t>
            </a:r>
          </a:p>
          <a:p>
            <a:r>
              <a:rPr lang="pl-PL" dirty="0"/>
              <a:t>Nie tylko: „Jak dotrzeć do konsumenta?”.</a:t>
            </a:r>
          </a:p>
          <a:p>
            <a:r>
              <a:rPr lang="pl-PL" dirty="0"/>
              <a:t>Ale: „Jak sprawić, żeby w świecie Homo Urgens to właśnie nasza marka była odpowiedzią na jego potrzebę?”</a:t>
            </a: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l-PL" dirty="0"/>
              <a:t>[Koniec scenariusza.]</a:t>
            </a:r>
          </a:p>
        </p:txBody>
      </p:sp>
    </p:spTree>
  </p:cSld>
  <p:clrMapOvr>
    <a:masterClrMapping/>
  </p:clrMapOvr>
</p:notes>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marL="0" algn="l" defTabSz="914400" rtl="0" eaLnBrk="1" latinLnBrk="0" hangingPunct="1">
        <a:lnSpc>
          <a:spcPct val="100000"/>
        </a:lnSpc>
        <a:spcBef>
          <a:spcPts val="0"/>
        </a:spcBef>
        <a:buNone/>
        <a:defRPr sz="4400" kern="1200">
          <a:solidFill>
            <a:schemeClr val="tx1"/>
          </a:solidFill>
          <a:latin typeface="+mj-lt"/>
          <a:ea typeface="+mn-ea"/>
          <a:cs typeface="+mj-lt"/>
        </a:defRPr>
      </a:lvl1pPr>
    </p:titleStyle>
    <p:bodyStyle>
      <a:lvl1pPr marL="0" algn="l" defTabSz="914400" rtl="0" eaLnBrk="1" latinLnBrk="0" hangingPunct="1">
        <a:lnSpc>
          <a:spcPct val="100000"/>
        </a:lnSpc>
        <a:spcBef>
          <a:spcPts val="0"/>
        </a:spcBef>
        <a:buNone/>
        <a:defRPr sz="2800" kern="1200">
          <a:solidFill>
            <a:schemeClr val="tx1"/>
          </a:solidFill>
          <a:latin typeface="+mn-lt"/>
          <a:ea typeface="+mn-ea"/>
          <a:cs typeface="+mn-lt"/>
        </a:defRPr>
      </a:lvl1pPr>
    </p:bodyStyle>
    <p:otherStyle>
      <a:lvl1pPr marL="0" algn="l" defTabSz="914400" rtl="0" eaLnBrk="1" latinLnBrk="0" hangingPunct="1">
        <a:lnSpc>
          <a:spcPct val="100000"/>
        </a:lnSpc>
        <a:spcBef>
          <a:spcPts val="0"/>
        </a:spcBef>
        <a:buNone/>
        <a:defRPr sz="1800" kern="1200">
          <a:solidFill>
            <a:schemeClr val="tx1"/>
          </a:solidFill>
          <a:latin typeface="+mn-lt"/>
          <a:ea typeface="+mn-ea"/>
          <a:cs typeface="+mn-lt"/>
        </a:defRPr>
      </a:lvl1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Relationship Id="rId4" Type="http://schemas.openxmlformats.org/officeDocument/2006/relationships/image" Target="../media/image2.png"/></Relationships>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3.png"/></Relationships>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3.png"/></Relationships>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png"/></Relationships>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png"/></Relationships>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.png"/></Relationships>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3.png"/></Relationships>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Homo Urgens: Wychowaliśmy pokolenie natychmiastowości. Co na to Retail Media onsite?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7261448" y="-244"/>
            <a:ext cx="4930549" cy="2921242"/>
          </a:xfrm>
          <a:custGeom>
            <a:avLst/>
            <a:gdLst/>
            <a:ahLst/>
            <a:cxnLst/>
            <a:rect l="0" t="0" r="r" b="b"/>
            <a:pathLst>
              <a:path w="4930549" h="2921242">
                <a:moveTo>
                  <a:pt x="3409598" y="0"/>
                </a:moveTo>
                <a:lnTo>
                  <a:pt x="4930549" y="2879964"/>
                </a:lnTo>
                <a:lnTo>
                  <a:pt x="4930549" y="2921242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 w="10161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>
            <a:off x="10671046" y="-244"/>
            <a:ext cx="1520951" cy="2879964"/>
          </a:xfrm>
          <a:custGeom>
            <a:avLst/>
            <a:gdLst/>
            <a:ahLst/>
            <a:cxnLst/>
            <a:rect l="0" t="0" r="r" b="b"/>
            <a:pathLst>
              <a:path w="1520951" h="2879964">
                <a:moveTo>
                  <a:pt x="1520951" y="0"/>
                </a:moveTo>
                <a:lnTo>
                  <a:pt x="1520951" y="2879964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 w="10161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3"/>
          <p:cNvSpPr/>
          <p:nvPr/>
        </p:nvSpPr>
        <p:spPr>
          <a:xfrm>
            <a:off x="5744307" y="-244"/>
            <a:ext cx="6447689" cy="3847784"/>
          </a:xfrm>
          <a:custGeom>
            <a:avLst/>
            <a:gdLst/>
            <a:ahLst/>
            <a:cxnLst/>
            <a:rect l="0" t="0" r="r" b="b"/>
            <a:pathLst>
              <a:path w="6447689" h="3847784">
                <a:moveTo>
                  <a:pt x="836999" y="0"/>
                </a:moveTo>
                <a:lnTo>
                  <a:pt x="0" y="1865150"/>
                </a:lnTo>
                <a:lnTo>
                  <a:pt x="976711" y="3847784"/>
                </a:lnTo>
                <a:lnTo>
                  <a:pt x="6447689" y="2945374"/>
                </a:lnTo>
                <a:lnTo>
                  <a:pt x="6447689" y="2921242"/>
                </a:lnTo>
                <a:lnTo>
                  <a:pt x="1517141" y="0"/>
                </a:lnTo>
                <a:close/>
              </a:path>
            </a:pathLst>
          </a:custGeom>
          <a:solidFill>
            <a:srgbClr val="95161D"/>
          </a:solidFill>
          <a:ln w="10161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Kształt 4"/>
          <p:cNvSpPr/>
          <p:nvPr/>
        </p:nvSpPr>
        <p:spPr>
          <a:xfrm>
            <a:off x="6721018" y="2945130"/>
            <a:ext cx="5470979" cy="3913194"/>
          </a:xfrm>
          <a:custGeom>
            <a:avLst/>
            <a:gdLst/>
            <a:ahLst/>
            <a:cxnLst/>
            <a:rect l="0" t="0" r="r" b="b"/>
            <a:pathLst>
              <a:path w="5470979" h="3913194">
                <a:moveTo>
                  <a:pt x="0" y="902410"/>
                </a:moveTo>
                <a:lnTo>
                  <a:pt x="5470979" y="0"/>
                </a:lnTo>
                <a:lnTo>
                  <a:pt x="5470979" y="3913194"/>
                </a:lnTo>
                <a:lnTo>
                  <a:pt x="3290208" y="3913194"/>
                </a:lnTo>
                <a:close/>
              </a:path>
            </a:pathLst>
          </a:custGeom>
          <a:solidFill>
            <a:srgbClr val="CF1723"/>
          </a:solidFill>
          <a:ln w="10161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Serce – fasetka"/>
          <p:cNvSpPr/>
          <p:nvPr/>
        </p:nvSpPr>
        <p:spPr>
          <a:xfrm>
            <a:off x="26624915" y="-9525"/>
            <a:ext cx="838835" cy="2949575"/>
          </a:xfrm>
          <a:custGeom>
            <a:avLst/>
            <a:gdLst/>
            <a:ahLst/>
            <a:cxnLst/>
            <a:rect l="0" t="0" r="r" b="b"/>
            <a:pathLst>
              <a:path w="838835" h="2949575">
                <a:moveTo>
                  <a:pt x="0" y="378460"/>
                </a:moveTo>
                <a:lnTo>
                  <a:pt x="838835" y="0"/>
                </a:lnTo>
                <a:lnTo>
                  <a:pt x="838835" y="294957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Serce – fasetka 2"/>
          <p:cNvSpPr/>
          <p:nvPr/>
        </p:nvSpPr>
        <p:spPr>
          <a:xfrm>
            <a:off x="27463750" y="-9525"/>
            <a:ext cx="838835" cy="2949575"/>
          </a:xfrm>
          <a:custGeom>
            <a:avLst/>
            <a:gdLst/>
            <a:ahLst/>
            <a:cxnLst/>
            <a:rect l="0" t="0" r="r" b="b"/>
            <a:pathLst>
              <a:path w="838835" h="2949575">
                <a:moveTo>
                  <a:pt x="838835" y="378460"/>
                </a:moveTo>
                <a:lnTo>
                  <a:pt x="0" y="2949575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Serce – fasetka 3"/>
          <p:cNvSpPr/>
          <p:nvPr/>
        </p:nvSpPr>
        <p:spPr>
          <a:xfrm>
            <a:off x="24947880" y="-1824355"/>
            <a:ext cx="2515870" cy="2193290"/>
          </a:xfrm>
          <a:custGeom>
            <a:avLst/>
            <a:gdLst/>
            <a:ahLst/>
            <a:cxnLst/>
            <a:rect l="0" t="0" r="r" b="b"/>
            <a:pathLst>
              <a:path w="2515870" h="2193290">
                <a:moveTo>
                  <a:pt x="1677035" y="2193290"/>
                </a:moveTo>
                <a:lnTo>
                  <a:pt x="0" y="0"/>
                </a:lnTo>
                <a:lnTo>
                  <a:pt x="2515870" y="181483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Serce – fasetka 4"/>
          <p:cNvSpPr/>
          <p:nvPr/>
        </p:nvSpPr>
        <p:spPr>
          <a:xfrm>
            <a:off x="27463750" y="-1824355"/>
            <a:ext cx="2515870" cy="2193290"/>
          </a:xfrm>
          <a:custGeom>
            <a:avLst/>
            <a:gdLst/>
            <a:ahLst/>
            <a:cxnLst/>
            <a:rect l="0" t="0" r="r" b="b"/>
            <a:pathLst>
              <a:path w="2515870" h="2193290">
                <a:moveTo>
                  <a:pt x="838835" y="2193290"/>
                </a:moveTo>
                <a:lnTo>
                  <a:pt x="0" y="1814830"/>
                </a:lnTo>
                <a:lnTo>
                  <a:pt x="251587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Serce – fasetka 5"/>
          <p:cNvSpPr/>
          <p:nvPr/>
        </p:nvSpPr>
        <p:spPr>
          <a:xfrm>
            <a:off x="24947880" y="-1824355"/>
            <a:ext cx="2515870" cy="4764405"/>
          </a:xfrm>
          <a:custGeom>
            <a:avLst/>
            <a:gdLst/>
            <a:ahLst/>
            <a:cxnLst/>
            <a:rect l="0" t="0" r="r" b="b"/>
            <a:pathLst>
              <a:path w="2515870" h="4764405">
                <a:moveTo>
                  <a:pt x="1677035" y="2193290"/>
                </a:moveTo>
                <a:lnTo>
                  <a:pt x="2515870" y="4764405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Serce – fasetka 6"/>
          <p:cNvSpPr/>
          <p:nvPr/>
        </p:nvSpPr>
        <p:spPr>
          <a:xfrm>
            <a:off x="27463750" y="-1824355"/>
            <a:ext cx="2515870" cy="4764405"/>
          </a:xfrm>
          <a:custGeom>
            <a:avLst/>
            <a:gdLst/>
            <a:ahLst/>
            <a:cxnLst/>
            <a:rect l="0" t="0" r="r" b="b"/>
            <a:pathLst>
              <a:path w="2515870" h="4764405">
                <a:moveTo>
                  <a:pt x="838835" y="2193290"/>
                </a:moveTo>
                <a:lnTo>
                  <a:pt x="2515870" y="0"/>
                </a:lnTo>
                <a:lnTo>
                  <a:pt x="0" y="476440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Serce – fasetka 7"/>
          <p:cNvSpPr/>
          <p:nvPr/>
        </p:nvSpPr>
        <p:spPr>
          <a:xfrm>
            <a:off x="28721685" y="-1824355"/>
            <a:ext cx="1413510" cy="2381885"/>
          </a:xfrm>
          <a:custGeom>
            <a:avLst/>
            <a:gdLst/>
            <a:ahLst/>
            <a:cxnLst/>
            <a:rect l="0" t="0" r="r" b="b"/>
            <a:pathLst>
              <a:path w="1413510" h="2381885">
                <a:moveTo>
                  <a:pt x="0" y="2381885"/>
                </a:moveTo>
                <a:lnTo>
                  <a:pt x="1257935" y="0"/>
                </a:lnTo>
                <a:lnTo>
                  <a:pt x="1413510" y="209042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Serce – fasetka 8"/>
          <p:cNvSpPr/>
          <p:nvPr/>
        </p:nvSpPr>
        <p:spPr>
          <a:xfrm>
            <a:off x="24792305" y="-1824355"/>
            <a:ext cx="1413510" cy="2381885"/>
          </a:xfrm>
          <a:custGeom>
            <a:avLst/>
            <a:gdLst/>
            <a:ahLst/>
            <a:cxnLst/>
            <a:rect l="0" t="0" r="r" b="b"/>
            <a:pathLst>
              <a:path w="1413510" h="2381885">
                <a:moveTo>
                  <a:pt x="155575" y="0"/>
                </a:moveTo>
                <a:lnTo>
                  <a:pt x="1413510" y="2381885"/>
                </a:lnTo>
                <a:lnTo>
                  <a:pt x="0" y="209042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Serce – fasetka 9"/>
          <p:cNvSpPr/>
          <p:nvPr/>
        </p:nvSpPr>
        <p:spPr>
          <a:xfrm>
            <a:off x="24792305" y="266065"/>
            <a:ext cx="2671445" cy="2673985"/>
          </a:xfrm>
          <a:custGeom>
            <a:avLst/>
            <a:gdLst/>
            <a:ahLst/>
            <a:cxnLst/>
            <a:rect l="0" t="0" r="r" b="b"/>
            <a:pathLst>
              <a:path w="2671445" h="2673985">
                <a:moveTo>
                  <a:pt x="1413510" y="291465"/>
                </a:moveTo>
                <a:lnTo>
                  <a:pt x="2671445" y="2673985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Serce – fasetka 10"/>
          <p:cNvSpPr/>
          <p:nvPr/>
        </p:nvSpPr>
        <p:spPr>
          <a:xfrm>
            <a:off x="27463750" y="266065"/>
            <a:ext cx="2671445" cy="2673985"/>
          </a:xfrm>
          <a:custGeom>
            <a:avLst/>
            <a:gdLst/>
            <a:ahLst/>
            <a:cxnLst/>
            <a:rect l="0" t="0" r="r" b="b"/>
            <a:pathLst>
              <a:path w="2671445" h="2673985">
                <a:moveTo>
                  <a:pt x="0" y="2673985"/>
                </a:moveTo>
                <a:lnTo>
                  <a:pt x="1257935" y="291465"/>
                </a:lnTo>
                <a:lnTo>
                  <a:pt x="2671445" y="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Serce – fasetka 11"/>
          <p:cNvSpPr/>
          <p:nvPr/>
        </p:nvSpPr>
        <p:spPr>
          <a:xfrm>
            <a:off x="29979619" y="-1824355"/>
            <a:ext cx="1491615" cy="2090420"/>
          </a:xfrm>
          <a:custGeom>
            <a:avLst/>
            <a:gdLst/>
            <a:ahLst/>
            <a:cxnLst/>
            <a:rect l="0" t="0" r="r" b="b"/>
            <a:pathLst>
              <a:path w="1491615" h="2090420">
                <a:moveTo>
                  <a:pt x="0" y="0"/>
                </a:moveTo>
                <a:lnTo>
                  <a:pt x="1491615" y="753110"/>
                </a:lnTo>
                <a:lnTo>
                  <a:pt x="155575" y="209042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Serce – fasetka 12"/>
          <p:cNvSpPr/>
          <p:nvPr/>
        </p:nvSpPr>
        <p:spPr>
          <a:xfrm>
            <a:off x="23456265" y="-1824355"/>
            <a:ext cx="1491615" cy="2090420"/>
          </a:xfrm>
          <a:custGeom>
            <a:avLst/>
            <a:gdLst/>
            <a:ahLst/>
            <a:cxnLst/>
            <a:rect l="0" t="0" r="r" b="b"/>
            <a:pathLst>
              <a:path w="1491615" h="2090420">
                <a:moveTo>
                  <a:pt x="0" y="753110"/>
                </a:moveTo>
                <a:lnTo>
                  <a:pt x="1491615" y="0"/>
                </a:lnTo>
                <a:lnTo>
                  <a:pt x="1336040" y="209042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Serce – fasetka 13"/>
          <p:cNvSpPr/>
          <p:nvPr/>
        </p:nvSpPr>
        <p:spPr>
          <a:xfrm>
            <a:off x="21964650" y="-1071245"/>
            <a:ext cx="2827655" cy="1337310"/>
          </a:xfrm>
          <a:custGeom>
            <a:avLst/>
            <a:gdLst/>
            <a:ahLst/>
            <a:cxnLst/>
            <a:rect l="0" t="0" r="r" b="b"/>
            <a:pathLst>
              <a:path w="2827655" h="1337310">
                <a:moveTo>
                  <a:pt x="0" y="753110"/>
                </a:moveTo>
                <a:lnTo>
                  <a:pt x="1491615" y="0"/>
                </a:lnTo>
                <a:lnTo>
                  <a:pt x="2827655" y="133731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Serce – fasetka 14"/>
          <p:cNvSpPr/>
          <p:nvPr/>
        </p:nvSpPr>
        <p:spPr>
          <a:xfrm>
            <a:off x="30135194" y="-1071245"/>
            <a:ext cx="2827655" cy="1337310"/>
          </a:xfrm>
          <a:custGeom>
            <a:avLst/>
            <a:gdLst/>
            <a:ahLst/>
            <a:cxnLst/>
            <a:rect l="0" t="0" r="r" b="b"/>
            <a:pathLst>
              <a:path w="2827655" h="1337310">
                <a:moveTo>
                  <a:pt x="1336040" y="0"/>
                </a:moveTo>
                <a:lnTo>
                  <a:pt x="2827655" y="753110"/>
                </a:lnTo>
                <a:lnTo>
                  <a:pt x="0" y="133731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Serce – fasetka 15"/>
          <p:cNvSpPr/>
          <p:nvPr/>
        </p:nvSpPr>
        <p:spPr>
          <a:xfrm>
            <a:off x="24714200" y="266065"/>
            <a:ext cx="2749550" cy="2673985"/>
          </a:xfrm>
          <a:custGeom>
            <a:avLst/>
            <a:gdLst/>
            <a:ahLst/>
            <a:cxnLst/>
            <a:rect l="0" t="0" r="r" b="b"/>
            <a:pathLst>
              <a:path w="2749550" h="2673985">
                <a:moveTo>
                  <a:pt x="2749550" y="2673985"/>
                </a:moveTo>
                <a:lnTo>
                  <a:pt x="0" y="1044575"/>
                </a:lnTo>
                <a:lnTo>
                  <a:pt x="78105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Serce – fasetka 16"/>
          <p:cNvSpPr/>
          <p:nvPr/>
        </p:nvSpPr>
        <p:spPr>
          <a:xfrm>
            <a:off x="27463750" y="266065"/>
            <a:ext cx="2749550" cy="2673985"/>
          </a:xfrm>
          <a:custGeom>
            <a:avLst/>
            <a:gdLst/>
            <a:ahLst/>
            <a:cxnLst/>
            <a:rect l="0" t="0" r="r" b="b"/>
            <a:pathLst>
              <a:path w="2749550" h="2673985">
                <a:moveTo>
                  <a:pt x="2749550" y="1044575"/>
                </a:moveTo>
                <a:lnTo>
                  <a:pt x="0" y="2673985"/>
                </a:lnTo>
                <a:lnTo>
                  <a:pt x="2671445" y="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Serce – fasetka 17"/>
          <p:cNvSpPr/>
          <p:nvPr/>
        </p:nvSpPr>
        <p:spPr>
          <a:xfrm>
            <a:off x="21964650" y="-318135"/>
            <a:ext cx="2827655" cy="1628775"/>
          </a:xfrm>
          <a:custGeom>
            <a:avLst/>
            <a:gdLst/>
            <a:ahLst/>
            <a:cxnLst/>
            <a:rect l="0" t="0" r="r" b="b"/>
            <a:pathLst>
              <a:path w="2827655" h="1628775">
                <a:moveTo>
                  <a:pt x="2749550" y="1628775"/>
                </a:moveTo>
                <a:lnTo>
                  <a:pt x="0" y="0"/>
                </a:lnTo>
                <a:lnTo>
                  <a:pt x="2827655" y="58420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Serce – fasetka 18"/>
          <p:cNvSpPr/>
          <p:nvPr/>
        </p:nvSpPr>
        <p:spPr>
          <a:xfrm>
            <a:off x="30135194" y="-318135"/>
            <a:ext cx="2827655" cy="1628775"/>
          </a:xfrm>
          <a:custGeom>
            <a:avLst/>
            <a:gdLst/>
            <a:ahLst/>
            <a:cxnLst/>
            <a:rect l="0" t="0" r="r" b="b"/>
            <a:pathLst>
              <a:path w="2827655" h="1628775">
                <a:moveTo>
                  <a:pt x="2827655" y="0"/>
                </a:moveTo>
                <a:lnTo>
                  <a:pt x="78105" y="1628775"/>
                </a:lnTo>
                <a:lnTo>
                  <a:pt x="0" y="58420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Serce – fasetka 19"/>
          <p:cNvSpPr/>
          <p:nvPr/>
        </p:nvSpPr>
        <p:spPr>
          <a:xfrm>
            <a:off x="31588074" y="-318135"/>
            <a:ext cx="1374775" cy="2401570"/>
          </a:xfrm>
          <a:custGeom>
            <a:avLst/>
            <a:gdLst/>
            <a:ahLst/>
            <a:cxnLst/>
            <a:rect l="0" t="0" r="r" b="b"/>
            <a:pathLst>
              <a:path w="1374775" h="2401570">
                <a:moveTo>
                  <a:pt x="0" y="814705"/>
                </a:moveTo>
                <a:lnTo>
                  <a:pt x="1374775" y="0"/>
                </a:lnTo>
                <a:lnTo>
                  <a:pt x="245745" y="240157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Serce – fasetka 20"/>
          <p:cNvSpPr/>
          <p:nvPr/>
        </p:nvSpPr>
        <p:spPr>
          <a:xfrm>
            <a:off x="21964650" y="-318135"/>
            <a:ext cx="1374775" cy="2401570"/>
          </a:xfrm>
          <a:custGeom>
            <a:avLst/>
            <a:gdLst/>
            <a:ahLst/>
            <a:cxnLst/>
            <a:rect l="0" t="0" r="r" b="b"/>
            <a:pathLst>
              <a:path w="1374775" h="2401570">
                <a:moveTo>
                  <a:pt x="1374775" y="814705"/>
                </a:moveTo>
                <a:lnTo>
                  <a:pt x="0" y="0"/>
                </a:lnTo>
                <a:lnTo>
                  <a:pt x="1129030" y="240157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Serce – fasetka 21"/>
          <p:cNvSpPr/>
          <p:nvPr/>
        </p:nvSpPr>
        <p:spPr>
          <a:xfrm>
            <a:off x="30213299" y="496570"/>
            <a:ext cx="1620520" cy="1586865"/>
          </a:xfrm>
          <a:custGeom>
            <a:avLst/>
            <a:gdLst/>
            <a:ahLst/>
            <a:cxnLst/>
            <a:rect l="0" t="0" r="r" b="b"/>
            <a:pathLst>
              <a:path w="1620520" h="1586865">
                <a:moveTo>
                  <a:pt x="0" y="814070"/>
                </a:moveTo>
                <a:lnTo>
                  <a:pt x="1374775" y="0"/>
                </a:lnTo>
                <a:lnTo>
                  <a:pt x="1620520" y="158686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Serce – fasetka 22"/>
          <p:cNvSpPr/>
          <p:nvPr/>
        </p:nvSpPr>
        <p:spPr>
          <a:xfrm>
            <a:off x="23093680" y="496570"/>
            <a:ext cx="1620520" cy="1586865"/>
          </a:xfrm>
          <a:custGeom>
            <a:avLst/>
            <a:gdLst/>
            <a:ahLst/>
            <a:cxnLst/>
            <a:rect l="0" t="0" r="r" b="b"/>
            <a:pathLst>
              <a:path w="1620520" h="1586865">
                <a:moveTo>
                  <a:pt x="1620520" y="814070"/>
                </a:moveTo>
                <a:lnTo>
                  <a:pt x="245745" y="0"/>
                </a:lnTo>
                <a:lnTo>
                  <a:pt x="0" y="158686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Serce – fasetka 23"/>
          <p:cNvSpPr/>
          <p:nvPr/>
        </p:nvSpPr>
        <p:spPr>
          <a:xfrm>
            <a:off x="27463750" y="1310640"/>
            <a:ext cx="2749550" cy="1629410"/>
          </a:xfrm>
          <a:custGeom>
            <a:avLst/>
            <a:gdLst/>
            <a:ahLst/>
            <a:cxnLst/>
            <a:rect l="0" t="0" r="r" b="b"/>
            <a:pathLst>
              <a:path w="2749550" h="1629410">
                <a:moveTo>
                  <a:pt x="2185035" y="1201420"/>
                </a:moveTo>
                <a:lnTo>
                  <a:pt x="0" y="1629410"/>
                </a:lnTo>
                <a:lnTo>
                  <a:pt x="274955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Serce – fasetka 24"/>
          <p:cNvSpPr/>
          <p:nvPr/>
        </p:nvSpPr>
        <p:spPr>
          <a:xfrm>
            <a:off x="24714200" y="1310640"/>
            <a:ext cx="2749550" cy="1629410"/>
          </a:xfrm>
          <a:custGeom>
            <a:avLst/>
            <a:gdLst/>
            <a:ahLst/>
            <a:cxnLst/>
            <a:rect l="0" t="0" r="r" b="b"/>
            <a:pathLst>
              <a:path w="2749550" h="1629410">
                <a:moveTo>
                  <a:pt x="564515" y="1201420"/>
                </a:moveTo>
                <a:lnTo>
                  <a:pt x="2749550" y="1629410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Serce – fasetka 25"/>
          <p:cNvSpPr/>
          <p:nvPr/>
        </p:nvSpPr>
        <p:spPr>
          <a:xfrm>
            <a:off x="20984845" y="-318135"/>
            <a:ext cx="1544320" cy="2183130"/>
          </a:xfrm>
          <a:custGeom>
            <a:avLst/>
            <a:gdLst/>
            <a:ahLst/>
            <a:cxnLst/>
            <a:rect l="0" t="0" r="r" b="b"/>
            <a:pathLst>
              <a:path w="1544320" h="2183130">
                <a:moveTo>
                  <a:pt x="1544320" y="1200785"/>
                </a:moveTo>
                <a:lnTo>
                  <a:pt x="979805" y="0"/>
                </a:lnTo>
                <a:lnTo>
                  <a:pt x="0" y="218313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Serce – fasetka 26"/>
          <p:cNvSpPr/>
          <p:nvPr/>
        </p:nvSpPr>
        <p:spPr>
          <a:xfrm>
            <a:off x="32398334" y="-318135"/>
            <a:ext cx="1544320" cy="2183130"/>
          </a:xfrm>
          <a:custGeom>
            <a:avLst/>
            <a:gdLst/>
            <a:ahLst/>
            <a:cxnLst/>
            <a:rect l="0" t="0" r="r" b="b"/>
            <a:pathLst>
              <a:path w="1544320" h="2183130">
                <a:moveTo>
                  <a:pt x="0" y="1200785"/>
                </a:moveTo>
                <a:lnTo>
                  <a:pt x="564515" y="0"/>
                </a:lnTo>
                <a:lnTo>
                  <a:pt x="1544320" y="218313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Serce – fasetka 27"/>
          <p:cNvSpPr/>
          <p:nvPr/>
        </p:nvSpPr>
        <p:spPr>
          <a:xfrm>
            <a:off x="29648784" y="1310640"/>
            <a:ext cx="2185035" cy="1201420"/>
          </a:xfrm>
          <a:custGeom>
            <a:avLst/>
            <a:gdLst/>
            <a:ahLst/>
            <a:cxnLst/>
            <a:rect l="0" t="0" r="r" b="b"/>
            <a:pathLst>
              <a:path w="2185035" h="1201420">
                <a:moveTo>
                  <a:pt x="2185035" y="772795"/>
                </a:moveTo>
                <a:lnTo>
                  <a:pt x="0" y="1201420"/>
                </a:lnTo>
                <a:lnTo>
                  <a:pt x="564515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Serce – fasetka 28"/>
          <p:cNvSpPr/>
          <p:nvPr/>
        </p:nvSpPr>
        <p:spPr>
          <a:xfrm>
            <a:off x="23093680" y="1310640"/>
            <a:ext cx="2185035" cy="1201420"/>
          </a:xfrm>
          <a:custGeom>
            <a:avLst/>
            <a:gdLst/>
            <a:ahLst/>
            <a:cxnLst/>
            <a:rect l="0" t="0" r="r" b="b"/>
            <a:pathLst>
              <a:path w="2185035" h="1201420">
                <a:moveTo>
                  <a:pt x="0" y="772795"/>
                </a:moveTo>
                <a:lnTo>
                  <a:pt x="2185035" y="1201420"/>
                </a:lnTo>
                <a:lnTo>
                  <a:pt x="1620520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Serce – fasetka 29"/>
          <p:cNvSpPr/>
          <p:nvPr/>
        </p:nvSpPr>
        <p:spPr>
          <a:xfrm>
            <a:off x="31833819" y="882650"/>
            <a:ext cx="2108835" cy="1200785"/>
          </a:xfrm>
          <a:custGeom>
            <a:avLst/>
            <a:gdLst/>
            <a:ahLst/>
            <a:cxnLst/>
            <a:rect l="0" t="0" r="r" b="b"/>
            <a:pathLst>
              <a:path w="2108835" h="1200785">
                <a:moveTo>
                  <a:pt x="0" y="1200785"/>
                </a:moveTo>
                <a:lnTo>
                  <a:pt x="564515" y="0"/>
                </a:lnTo>
                <a:lnTo>
                  <a:pt x="2108835" y="98234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Serce – fasetka 30"/>
          <p:cNvSpPr/>
          <p:nvPr/>
        </p:nvSpPr>
        <p:spPr>
          <a:xfrm>
            <a:off x="20984845" y="882650"/>
            <a:ext cx="2108835" cy="1200785"/>
          </a:xfrm>
          <a:custGeom>
            <a:avLst/>
            <a:gdLst/>
            <a:ahLst/>
            <a:cxnLst/>
            <a:rect l="0" t="0" r="r" b="b"/>
            <a:pathLst>
              <a:path w="2108835" h="1200785">
                <a:moveTo>
                  <a:pt x="2108835" y="1200785"/>
                </a:moveTo>
                <a:lnTo>
                  <a:pt x="1544320" y="0"/>
                </a:lnTo>
                <a:lnTo>
                  <a:pt x="0" y="98234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Serce – fasetka 31"/>
          <p:cNvSpPr/>
          <p:nvPr/>
        </p:nvSpPr>
        <p:spPr>
          <a:xfrm>
            <a:off x="20984845" y="1864995"/>
            <a:ext cx="2108835" cy="991235"/>
          </a:xfrm>
          <a:custGeom>
            <a:avLst/>
            <a:gdLst/>
            <a:ahLst/>
            <a:cxnLst/>
            <a:rect l="0" t="0" r="r" b="b"/>
            <a:pathLst>
              <a:path w="2108835" h="991235">
                <a:moveTo>
                  <a:pt x="0" y="0"/>
                </a:moveTo>
                <a:lnTo>
                  <a:pt x="488315" y="991235"/>
                </a:lnTo>
                <a:lnTo>
                  <a:pt x="2108835" y="21844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Serce – fasetka 32"/>
          <p:cNvSpPr/>
          <p:nvPr/>
        </p:nvSpPr>
        <p:spPr>
          <a:xfrm>
            <a:off x="31833819" y="1864995"/>
            <a:ext cx="2108835" cy="991235"/>
          </a:xfrm>
          <a:custGeom>
            <a:avLst/>
            <a:gdLst/>
            <a:ahLst/>
            <a:cxnLst/>
            <a:rect l="0" t="0" r="r" b="b"/>
            <a:pathLst>
              <a:path w="2108835" h="991235">
                <a:moveTo>
                  <a:pt x="2108835" y="0"/>
                </a:moveTo>
                <a:lnTo>
                  <a:pt x="1620520" y="991235"/>
                </a:lnTo>
                <a:lnTo>
                  <a:pt x="0" y="21844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Serce – fasetka 33"/>
          <p:cNvSpPr/>
          <p:nvPr/>
        </p:nvSpPr>
        <p:spPr>
          <a:xfrm>
            <a:off x="29648784" y="2083435"/>
            <a:ext cx="2185035" cy="1310640"/>
          </a:xfrm>
          <a:custGeom>
            <a:avLst/>
            <a:gdLst/>
            <a:ahLst/>
            <a:cxnLst/>
            <a:rect l="0" t="0" r="r" b="b"/>
            <a:pathLst>
              <a:path w="2185035" h="1310640">
                <a:moveTo>
                  <a:pt x="0" y="428625"/>
                </a:moveTo>
                <a:lnTo>
                  <a:pt x="2185035" y="0"/>
                </a:lnTo>
                <a:lnTo>
                  <a:pt x="566420" y="131064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Serce – fasetka 34"/>
          <p:cNvSpPr/>
          <p:nvPr/>
        </p:nvSpPr>
        <p:spPr>
          <a:xfrm>
            <a:off x="23093680" y="2083435"/>
            <a:ext cx="2185035" cy="1310640"/>
          </a:xfrm>
          <a:custGeom>
            <a:avLst/>
            <a:gdLst/>
            <a:ahLst/>
            <a:cxnLst/>
            <a:rect l="0" t="0" r="r" b="b"/>
            <a:pathLst>
              <a:path w="2185035" h="1310640">
                <a:moveTo>
                  <a:pt x="2185035" y="428625"/>
                </a:moveTo>
                <a:lnTo>
                  <a:pt x="0" y="0"/>
                </a:lnTo>
                <a:lnTo>
                  <a:pt x="1619250" y="131064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Serce – fasetka 35"/>
          <p:cNvSpPr/>
          <p:nvPr/>
        </p:nvSpPr>
        <p:spPr>
          <a:xfrm>
            <a:off x="31833819" y="2083435"/>
            <a:ext cx="1620520" cy="1764030"/>
          </a:xfrm>
          <a:custGeom>
            <a:avLst/>
            <a:gdLst/>
            <a:ahLst/>
            <a:cxnLst/>
            <a:rect l="0" t="0" r="r" b="b"/>
            <a:pathLst>
              <a:path w="1620520" h="1764030">
                <a:moveTo>
                  <a:pt x="1620520" y="772795"/>
                </a:moveTo>
                <a:lnTo>
                  <a:pt x="1132205" y="1764030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Serce – fasetka 36"/>
          <p:cNvSpPr/>
          <p:nvPr/>
        </p:nvSpPr>
        <p:spPr>
          <a:xfrm>
            <a:off x="21473160" y="2083435"/>
            <a:ext cx="1620520" cy="1764030"/>
          </a:xfrm>
          <a:custGeom>
            <a:avLst/>
            <a:gdLst/>
            <a:ahLst/>
            <a:cxnLst/>
            <a:rect l="0" t="0" r="r" b="b"/>
            <a:pathLst>
              <a:path w="1620520" h="1764030">
                <a:moveTo>
                  <a:pt x="0" y="772795"/>
                </a:moveTo>
                <a:lnTo>
                  <a:pt x="488315" y="1764030"/>
                </a:lnTo>
                <a:lnTo>
                  <a:pt x="1620520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Serce – fasetka 37"/>
          <p:cNvSpPr/>
          <p:nvPr/>
        </p:nvSpPr>
        <p:spPr>
          <a:xfrm>
            <a:off x="27463750" y="2512060"/>
            <a:ext cx="2751455" cy="882015"/>
          </a:xfrm>
          <a:custGeom>
            <a:avLst/>
            <a:gdLst/>
            <a:ahLst/>
            <a:cxnLst/>
            <a:rect l="0" t="0" r="r" b="b"/>
            <a:pathLst>
              <a:path w="2751455" h="882015">
                <a:moveTo>
                  <a:pt x="0" y="427990"/>
                </a:moveTo>
                <a:lnTo>
                  <a:pt x="2185035" y="0"/>
                </a:lnTo>
                <a:lnTo>
                  <a:pt x="2751455" y="88201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Serce – fasetka 38"/>
          <p:cNvSpPr/>
          <p:nvPr/>
        </p:nvSpPr>
        <p:spPr>
          <a:xfrm>
            <a:off x="24712930" y="2512060"/>
            <a:ext cx="2750820" cy="882015"/>
          </a:xfrm>
          <a:custGeom>
            <a:avLst/>
            <a:gdLst/>
            <a:ahLst/>
            <a:cxnLst/>
            <a:rect l="0" t="0" r="r" b="b"/>
            <a:pathLst>
              <a:path w="2750820" h="882015">
                <a:moveTo>
                  <a:pt x="2750820" y="427990"/>
                </a:moveTo>
                <a:lnTo>
                  <a:pt x="565785" y="0"/>
                </a:lnTo>
                <a:lnTo>
                  <a:pt x="0" y="88201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Serce – fasetka 39"/>
          <p:cNvSpPr/>
          <p:nvPr/>
        </p:nvSpPr>
        <p:spPr>
          <a:xfrm>
            <a:off x="30215204" y="2083435"/>
            <a:ext cx="1618615" cy="1537335"/>
          </a:xfrm>
          <a:custGeom>
            <a:avLst/>
            <a:gdLst/>
            <a:ahLst/>
            <a:cxnLst/>
            <a:rect l="0" t="0" r="r" b="b"/>
            <a:pathLst>
              <a:path w="1618615" h="1537335">
                <a:moveTo>
                  <a:pt x="1375410" y="1537335"/>
                </a:moveTo>
                <a:lnTo>
                  <a:pt x="0" y="1310640"/>
                </a:lnTo>
                <a:lnTo>
                  <a:pt x="1618615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Serce – fasetka 40"/>
          <p:cNvSpPr/>
          <p:nvPr/>
        </p:nvSpPr>
        <p:spPr>
          <a:xfrm>
            <a:off x="23093680" y="2083435"/>
            <a:ext cx="1619250" cy="1537335"/>
          </a:xfrm>
          <a:custGeom>
            <a:avLst/>
            <a:gdLst/>
            <a:ahLst/>
            <a:cxnLst/>
            <a:rect l="0" t="0" r="r" b="b"/>
            <a:pathLst>
              <a:path w="1619250" h="1537335">
                <a:moveTo>
                  <a:pt x="243205" y="1537335"/>
                </a:moveTo>
                <a:lnTo>
                  <a:pt x="1619250" y="1310640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Serce – fasetka 41"/>
          <p:cNvSpPr/>
          <p:nvPr/>
        </p:nvSpPr>
        <p:spPr>
          <a:xfrm>
            <a:off x="21961475" y="2083435"/>
            <a:ext cx="1375410" cy="1764030"/>
          </a:xfrm>
          <a:custGeom>
            <a:avLst/>
            <a:gdLst/>
            <a:ahLst/>
            <a:cxnLst/>
            <a:rect l="0" t="0" r="r" b="b"/>
            <a:pathLst>
              <a:path w="1375410" h="1764030">
                <a:moveTo>
                  <a:pt x="0" y="1764030"/>
                </a:moveTo>
                <a:lnTo>
                  <a:pt x="1375410" y="1537335"/>
                </a:lnTo>
                <a:lnTo>
                  <a:pt x="1132205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Serce – fasetka 42"/>
          <p:cNvSpPr/>
          <p:nvPr/>
        </p:nvSpPr>
        <p:spPr>
          <a:xfrm>
            <a:off x="31590614" y="2083435"/>
            <a:ext cx="1375410" cy="1764030"/>
          </a:xfrm>
          <a:custGeom>
            <a:avLst/>
            <a:gdLst/>
            <a:ahLst/>
            <a:cxnLst/>
            <a:rect l="0" t="0" r="r" b="b"/>
            <a:pathLst>
              <a:path w="1375410" h="1764030">
                <a:moveTo>
                  <a:pt x="1375410" y="1764030"/>
                </a:moveTo>
                <a:lnTo>
                  <a:pt x="0" y="1537335"/>
                </a:lnTo>
                <a:lnTo>
                  <a:pt x="243205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Serce – fasetka 43"/>
          <p:cNvSpPr/>
          <p:nvPr/>
        </p:nvSpPr>
        <p:spPr>
          <a:xfrm>
            <a:off x="30215204" y="3394075"/>
            <a:ext cx="2750820" cy="1141095"/>
          </a:xfrm>
          <a:custGeom>
            <a:avLst/>
            <a:gdLst/>
            <a:ahLst/>
            <a:cxnLst/>
            <a:rect l="0" t="0" r="r" b="b"/>
            <a:pathLst>
              <a:path w="2750820" h="1141095">
                <a:moveTo>
                  <a:pt x="2750820" y="453390"/>
                </a:moveTo>
                <a:lnTo>
                  <a:pt x="916940" y="1141095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Serce – fasetka 44"/>
          <p:cNvSpPr/>
          <p:nvPr/>
        </p:nvSpPr>
        <p:spPr>
          <a:xfrm>
            <a:off x="21961475" y="3394075"/>
            <a:ext cx="2751455" cy="1141095"/>
          </a:xfrm>
          <a:custGeom>
            <a:avLst/>
            <a:gdLst/>
            <a:ahLst/>
            <a:cxnLst/>
            <a:rect l="0" t="0" r="r" b="b"/>
            <a:pathLst>
              <a:path w="2751455" h="1141095">
                <a:moveTo>
                  <a:pt x="1833880" y="1141095"/>
                </a:moveTo>
                <a:lnTo>
                  <a:pt x="0" y="453390"/>
                </a:lnTo>
                <a:lnTo>
                  <a:pt x="2751455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Serce – fasetka 45"/>
          <p:cNvSpPr/>
          <p:nvPr/>
        </p:nvSpPr>
        <p:spPr>
          <a:xfrm>
            <a:off x="27463750" y="2940050"/>
            <a:ext cx="2751455" cy="1141730"/>
          </a:xfrm>
          <a:custGeom>
            <a:avLst/>
            <a:gdLst/>
            <a:ahLst/>
            <a:cxnLst/>
            <a:rect l="0" t="0" r="r" b="b"/>
            <a:pathLst>
              <a:path w="2751455" h="1141730">
                <a:moveTo>
                  <a:pt x="916940" y="1141730"/>
                </a:moveTo>
                <a:lnTo>
                  <a:pt x="0" y="0"/>
                </a:lnTo>
                <a:lnTo>
                  <a:pt x="2751455" y="45402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Serce – fasetka 46"/>
          <p:cNvSpPr/>
          <p:nvPr/>
        </p:nvSpPr>
        <p:spPr>
          <a:xfrm>
            <a:off x="24712930" y="2940050"/>
            <a:ext cx="2750820" cy="1141730"/>
          </a:xfrm>
          <a:custGeom>
            <a:avLst/>
            <a:gdLst/>
            <a:ahLst/>
            <a:cxnLst/>
            <a:rect l="0" t="0" r="r" b="b"/>
            <a:pathLst>
              <a:path w="2750820" h="1141730">
                <a:moveTo>
                  <a:pt x="2750820" y="0"/>
                </a:moveTo>
                <a:lnTo>
                  <a:pt x="1833880" y="1141730"/>
                </a:lnTo>
                <a:lnTo>
                  <a:pt x="0" y="45402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Serce – fasetka 47"/>
          <p:cNvSpPr/>
          <p:nvPr/>
        </p:nvSpPr>
        <p:spPr>
          <a:xfrm>
            <a:off x="21961475" y="3847465"/>
            <a:ext cx="2751455" cy="2517140"/>
          </a:xfrm>
          <a:custGeom>
            <a:avLst/>
            <a:gdLst/>
            <a:ahLst/>
            <a:cxnLst/>
            <a:rect l="0" t="0" r="r" b="b"/>
            <a:pathLst>
              <a:path w="2751455" h="2517140">
                <a:moveTo>
                  <a:pt x="0" y="0"/>
                </a:moveTo>
                <a:lnTo>
                  <a:pt x="1833880" y="687705"/>
                </a:lnTo>
                <a:lnTo>
                  <a:pt x="2751455" y="251714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Serce – fasetka 48"/>
          <p:cNvSpPr/>
          <p:nvPr/>
        </p:nvSpPr>
        <p:spPr>
          <a:xfrm>
            <a:off x="30215204" y="3847465"/>
            <a:ext cx="2750820" cy="2517140"/>
          </a:xfrm>
          <a:custGeom>
            <a:avLst/>
            <a:gdLst/>
            <a:ahLst/>
            <a:cxnLst/>
            <a:rect l="0" t="0" r="r" b="b"/>
            <a:pathLst>
              <a:path w="2750820" h="2517140">
                <a:moveTo>
                  <a:pt x="916940" y="687705"/>
                </a:moveTo>
                <a:lnTo>
                  <a:pt x="2750820" y="0"/>
                </a:lnTo>
                <a:lnTo>
                  <a:pt x="0" y="251714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Serce – fasetka 49"/>
          <p:cNvSpPr/>
          <p:nvPr/>
        </p:nvSpPr>
        <p:spPr>
          <a:xfrm>
            <a:off x="23795355" y="3394075"/>
            <a:ext cx="1834515" cy="1829435"/>
          </a:xfrm>
          <a:custGeom>
            <a:avLst/>
            <a:gdLst/>
            <a:ahLst/>
            <a:cxnLst/>
            <a:rect l="0" t="0" r="r" b="b"/>
            <a:pathLst>
              <a:path w="1834515" h="1829435">
                <a:moveTo>
                  <a:pt x="1834515" y="1829435"/>
                </a:moveTo>
                <a:lnTo>
                  <a:pt x="0" y="1141095"/>
                </a:lnTo>
                <a:lnTo>
                  <a:pt x="917575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Serce – fasetka 50"/>
          <p:cNvSpPr/>
          <p:nvPr/>
        </p:nvSpPr>
        <p:spPr>
          <a:xfrm>
            <a:off x="29297629" y="3394075"/>
            <a:ext cx="1834515" cy="1829435"/>
          </a:xfrm>
          <a:custGeom>
            <a:avLst/>
            <a:gdLst/>
            <a:ahLst/>
            <a:cxnLst/>
            <a:rect l="0" t="0" r="r" b="b"/>
            <a:pathLst>
              <a:path w="1834515" h="1829435">
                <a:moveTo>
                  <a:pt x="1834515" y="1141095"/>
                </a:moveTo>
                <a:lnTo>
                  <a:pt x="0" y="1829435"/>
                </a:lnTo>
                <a:lnTo>
                  <a:pt x="917575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Serce – fasetka 51"/>
          <p:cNvSpPr/>
          <p:nvPr/>
        </p:nvSpPr>
        <p:spPr>
          <a:xfrm>
            <a:off x="28380690" y="3394075"/>
            <a:ext cx="1834515" cy="1829435"/>
          </a:xfrm>
          <a:custGeom>
            <a:avLst/>
            <a:gdLst/>
            <a:ahLst/>
            <a:cxnLst/>
            <a:rect l="0" t="0" r="r" b="b"/>
            <a:pathLst>
              <a:path w="1834515" h="1829435">
                <a:moveTo>
                  <a:pt x="916940" y="1829435"/>
                </a:moveTo>
                <a:lnTo>
                  <a:pt x="0" y="687705"/>
                </a:lnTo>
                <a:lnTo>
                  <a:pt x="1834515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Serce – fasetka 52"/>
          <p:cNvSpPr/>
          <p:nvPr/>
        </p:nvSpPr>
        <p:spPr>
          <a:xfrm>
            <a:off x="24712930" y="3394075"/>
            <a:ext cx="1833880" cy="1829435"/>
          </a:xfrm>
          <a:custGeom>
            <a:avLst/>
            <a:gdLst/>
            <a:ahLst/>
            <a:cxnLst/>
            <a:rect l="0" t="0" r="r" b="b"/>
            <a:pathLst>
              <a:path w="1833880" h="1829435">
                <a:moveTo>
                  <a:pt x="1833880" y="687705"/>
                </a:moveTo>
                <a:lnTo>
                  <a:pt x="916940" y="1829435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Serce – fasetka 53"/>
          <p:cNvSpPr/>
          <p:nvPr/>
        </p:nvSpPr>
        <p:spPr>
          <a:xfrm>
            <a:off x="23795355" y="4535170"/>
            <a:ext cx="1834515" cy="1829435"/>
          </a:xfrm>
          <a:custGeom>
            <a:avLst/>
            <a:gdLst/>
            <a:ahLst/>
            <a:cxnLst/>
            <a:rect l="0" t="0" r="r" b="b"/>
            <a:pathLst>
              <a:path w="1834515" h="1829435">
                <a:moveTo>
                  <a:pt x="0" y="0"/>
                </a:moveTo>
                <a:lnTo>
                  <a:pt x="1834515" y="688340"/>
                </a:lnTo>
                <a:lnTo>
                  <a:pt x="917575" y="182943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Serce – fasetka 54"/>
          <p:cNvSpPr/>
          <p:nvPr/>
        </p:nvSpPr>
        <p:spPr>
          <a:xfrm>
            <a:off x="29297629" y="4535170"/>
            <a:ext cx="1834515" cy="1829435"/>
          </a:xfrm>
          <a:custGeom>
            <a:avLst/>
            <a:gdLst/>
            <a:ahLst/>
            <a:cxnLst/>
            <a:rect l="0" t="0" r="r" b="b"/>
            <a:pathLst>
              <a:path w="1834515" h="1829435">
                <a:moveTo>
                  <a:pt x="0" y="688340"/>
                </a:moveTo>
                <a:lnTo>
                  <a:pt x="1834515" y="0"/>
                </a:lnTo>
                <a:lnTo>
                  <a:pt x="917575" y="182943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Serce – fasetka 55"/>
          <p:cNvSpPr/>
          <p:nvPr/>
        </p:nvSpPr>
        <p:spPr>
          <a:xfrm>
            <a:off x="28380690" y="5223510"/>
            <a:ext cx="1834515" cy="1829435"/>
          </a:xfrm>
          <a:custGeom>
            <a:avLst/>
            <a:gdLst/>
            <a:ahLst/>
            <a:cxnLst/>
            <a:rect l="0" t="0" r="r" b="b"/>
            <a:pathLst>
              <a:path w="1834515" h="1829435">
                <a:moveTo>
                  <a:pt x="0" y="1829435"/>
                </a:moveTo>
                <a:lnTo>
                  <a:pt x="916940" y="0"/>
                </a:lnTo>
                <a:lnTo>
                  <a:pt x="1834515" y="114109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Serce – fasetka 56"/>
          <p:cNvSpPr/>
          <p:nvPr/>
        </p:nvSpPr>
        <p:spPr>
          <a:xfrm>
            <a:off x="24712930" y="5223510"/>
            <a:ext cx="1833880" cy="1829435"/>
          </a:xfrm>
          <a:custGeom>
            <a:avLst/>
            <a:gdLst/>
            <a:ahLst/>
            <a:cxnLst/>
            <a:rect l="0" t="0" r="r" b="b"/>
            <a:pathLst>
              <a:path w="1833880" h="1829435">
                <a:moveTo>
                  <a:pt x="916940" y="0"/>
                </a:moveTo>
                <a:lnTo>
                  <a:pt x="1833880" y="1829435"/>
                </a:lnTo>
                <a:lnTo>
                  <a:pt x="0" y="114109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Serce – fasetka 57"/>
          <p:cNvSpPr/>
          <p:nvPr/>
        </p:nvSpPr>
        <p:spPr>
          <a:xfrm>
            <a:off x="27463750" y="2940050"/>
            <a:ext cx="1833880" cy="2283460"/>
          </a:xfrm>
          <a:custGeom>
            <a:avLst/>
            <a:gdLst/>
            <a:ahLst/>
            <a:cxnLst/>
            <a:rect l="0" t="0" r="r" b="b"/>
            <a:pathLst>
              <a:path w="1833880" h="2283460">
                <a:moveTo>
                  <a:pt x="0" y="1485900"/>
                </a:moveTo>
                <a:lnTo>
                  <a:pt x="0" y="0"/>
                </a:lnTo>
                <a:lnTo>
                  <a:pt x="1833880" y="228346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Serce – fasetka 58"/>
          <p:cNvSpPr/>
          <p:nvPr/>
        </p:nvSpPr>
        <p:spPr>
          <a:xfrm>
            <a:off x="25629870" y="2940050"/>
            <a:ext cx="1833880" cy="2283460"/>
          </a:xfrm>
          <a:custGeom>
            <a:avLst/>
            <a:gdLst/>
            <a:ahLst/>
            <a:cxnLst/>
            <a:rect l="0" t="0" r="r" b="b"/>
            <a:pathLst>
              <a:path w="1833880" h="2283460">
                <a:moveTo>
                  <a:pt x="1833880" y="0"/>
                </a:moveTo>
                <a:lnTo>
                  <a:pt x="1833880" y="1485900"/>
                </a:lnTo>
                <a:lnTo>
                  <a:pt x="0" y="228346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Serce – fasetka 59"/>
          <p:cNvSpPr/>
          <p:nvPr/>
        </p:nvSpPr>
        <p:spPr>
          <a:xfrm>
            <a:off x="25629870" y="5223510"/>
            <a:ext cx="1833880" cy="1829435"/>
          </a:xfrm>
          <a:custGeom>
            <a:avLst/>
            <a:gdLst/>
            <a:ahLst/>
            <a:cxnLst/>
            <a:rect l="0" t="0" r="r" b="b"/>
            <a:pathLst>
              <a:path w="1833880" h="1829435">
                <a:moveTo>
                  <a:pt x="916940" y="1829435"/>
                </a:moveTo>
                <a:lnTo>
                  <a:pt x="0" y="0"/>
                </a:lnTo>
                <a:lnTo>
                  <a:pt x="1833880" y="687705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Serce – fasetka 60"/>
          <p:cNvSpPr/>
          <p:nvPr/>
        </p:nvSpPr>
        <p:spPr>
          <a:xfrm>
            <a:off x="27463750" y="5223510"/>
            <a:ext cx="1833880" cy="1829435"/>
          </a:xfrm>
          <a:custGeom>
            <a:avLst/>
            <a:gdLst/>
            <a:ahLst/>
            <a:cxnLst/>
            <a:rect l="0" t="0" r="r" b="b"/>
            <a:pathLst>
              <a:path w="1833880" h="1829435">
                <a:moveTo>
                  <a:pt x="1833880" y="0"/>
                </a:moveTo>
                <a:lnTo>
                  <a:pt x="916940" y="1829435"/>
                </a:lnTo>
                <a:lnTo>
                  <a:pt x="0" y="687705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Serce – fasetka 61"/>
          <p:cNvSpPr/>
          <p:nvPr/>
        </p:nvSpPr>
        <p:spPr>
          <a:xfrm>
            <a:off x="27463750" y="4425950"/>
            <a:ext cx="1833880" cy="1485265"/>
          </a:xfrm>
          <a:custGeom>
            <a:avLst/>
            <a:gdLst/>
            <a:ahLst/>
            <a:cxnLst/>
            <a:rect l="0" t="0" r="r" b="b"/>
            <a:pathLst>
              <a:path w="1833880" h="1485265">
                <a:moveTo>
                  <a:pt x="0" y="1485265"/>
                </a:moveTo>
                <a:lnTo>
                  <a:pt x="0" y="0"/>
                </a:lnTo>
                <a:lnTo>
                  <a:pt x="1833880" y="79756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Serce – fasetka 62"/>
          <p:cNvSpPr/>
          <p:nvPr/>
        </p:nvSpPr>
        <p:spPr>
          <a:xfrm>
            <a:off x="24712930" y="6364605"/>
            <a:ext cx="2750820" cy="2517775"/>
          </a:xfrm>
          <a:custGeom>
            <a:avLst/>
            <a:gdLst/>
            <a:ahLst/>
            <a:cxnLst/>
            <a:rect l="0" t="0" r="r" b="b"/>
            <a:pathLst>
              <a:path w="2750820" h="2517775">
                <a:moveTo>
                  <a:pt x="1833880" y="688340"/>
                </a:moveTo>
                <a:lnTo>
                  <a:pt x="2750820" y="2517775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Serce – fasetka 63"/>
          <p:cNvSpPr/>
          <p:nvPr/>
        </p:nvSpPr>
        <p:spPr>
          <a:xfrm>
            <a:off x="27463750" y="6364605"/>
            <a:ext cx="2751455" cy="2517775"/>
          </a:xfrm>
          <a:custGeom>
            <a:avLst/>
            <a:gdLst/>
            <a:ahLst/>
            <a:cxnLst/>
            <a:rect l="0" t="0" r="r" b="b"/>
            <a:pathLst>
              <a:path w="2751455" h="2517775">
                <a:moveTo>
                  <a:pt x="0" y="2517775"/>
                </a:moveTo>
                <a:lnTo>
                  <a:pt x="916940" y="688340"/>
                </a:lnTo>
                <a:lnTo>
                  <a:pt x="2751455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Serce – fasetka 64"/>
          <p:cNvSpPr/>
          <p:nvPr/>
        </p:nvSpPr>
        <p:spPr>
          <a:xfrm>
            <a:off x="25629870" y="4425950"/>
            <a:ext cx="1833880" cy="1485265"/>
          </a:xfrm>
          <a:custGeom>
            <a:avLst/>
            <a:gdLst/>
            <a:ahLst/>
            <a:cxnLst/>
            <a:rect l="0" t="0" r="r" b="b"/>
            <a:pathLst>
              <a:path w="1833880" h="1485265">
                <a:moveTo>
                  <a:pt x="1833880" y="0"/>
                </a:moveTo>
                <a:lnTo>
                  <a:pt x="1833880" y="1485265"/>
                </a:lnTo>
                <a:lnTo>
                  <a:pt x="0" y="79756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Serce – fasetka 65"/>
          <p:cNvSpPr/>
          <p:nvPr/>
        </p:nvSpPr>
        <p:spPr>
          <a:xfrm>
            <a:off x="27463750" y="5911215"/>
            <a:ext cx="916940" cy="2971165"/>
          </a:xfrm>
          <a:custGeom>
            <a:avLst/>
            <a:gdLst/>
            <a:ahLst/>
            <a:cxnLst/>
            <a:rect l="0" t="0" r="r" b="b"/>
            <a:pathLst>
              <a:path w="916940" h="2971165">
                <a:moveTo>
                  <a:pt x="916940" y="1141730"/>
                </a:moveTo>
                <a:lnTo>
                  <a:pt x="0" y="2971165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 w="1016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Serce – fasetka 66"/>
          <p:cNvSpPr/>
          <p:nvPr/>
        </p:nvSpPr>
        <p:spPr>
          <a:xfrm>
            <a:off x="26546810" y="5911215"/>
            <a:ext cx="916940" cy="2971165"/>
          </a:xfrm>
          <a:custGeom>
            <a:avLst/>
            <a:gdLst/>
            <a:ahLst/>
            <a:cxnLst/>
            <a:rect l="0" t="0" r="r" b="b"/>
            <a:pathLst>
              <a:path w="916940" h="2971165">
                <a:moveTo>
                  <a:pt x="916940" y="2971165"/>
                </a:moveTo>
                <a:lnTo>
                  <a:pt x="0" y="1141730"/>
                </a:lnTo>
                <a:lnTo>
                  <a:pt x="916940" y="0"/>
                </a:lnTo>
                <a:close/>
              </a:path>
            </a:pathLst>
          </a:custGeom>
          <a:solidFill>
            <a:srgbClr val="CF1723"/>
          </a:solidFill>
          <a:ln w="1016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ekst: Tryb: TERAZ"/>
          <p:cNvSpPr txBox="1"/>
          <p:nvPr/>
        </p:nvSpPr>
        <p:spPr>
          <a:xfrm>
            <a:off x="513209" y="1236662"/>
            <a:ext cx="516255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Tryb: TERAZ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73" name="Tekst: Homo Urgens"/>
          <p:cNvSpPr txBox="1"/>
          <p:nvPr/>
        </p:nvSpPr>
        <p:spPr>
          <a:xfrm>
            <a:off x="513209" y="1727160"/>
            <a:ext cx="5162550" cy="21158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833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500" kern="100" spc="-297" dirty="0">
                <a:solidFill>
                  <a:srgbClr val="151515"/>
                </a:solidFill>
                <a:latin typeface="Lato Black"/>
                <a:cs typeface="Lato Black"/>
              </a:rPr>
              <a:t>Homo</a:t>
            </a:r>
            <a:endParaRPr lang="pl-PL" sz="8500" kern="100" spc="-297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833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500" kern="100" spc="-297" dirty="0">
                <a:solidFill>
                  <a:srgbClr val="151515"/>
                </a:solidFill>
                <a:latin typeface="Lato Black"/>
                <a:cs typeface="Lato Black"/>
              </a:rPr>
              <a:t>Urgens</a:t>
            </a:r>
            <a:endParaRPr lang="pl-PL" sz="8500" kern="100" spc="-297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74" name="Tekst: Wychowaliśmy pokolenie natychmiastowości"/>
          <p:cNvSpPr txBox="1"/>
          <p:nvPr/>
        </p:nvSpPr>
        <p:spPr>
          <a:xfrm>
            <a:off x="513209" y="3902617"/>
            <a:ext cx="6344721" cy="68275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68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100" kern="100" spc="-31" dirty="0">
                <a:solidFill>
                  <a:srgbClr val="151515"/>
                </a:solidFill>
                <a:latin typeface="Lato"/>
                <a:cs typeface="Lato"/>
              </a:rPr>
              <a:t>Wychowaliśmy pokolenie natychmiastowości.</a:t>
            </a:r>
            <a:endParaRPr lang="pl-PL" sz="2100" kern="100" spc="-31" dirty="0">
              <a:solidFill>
                <a:srgbClr val="151515"/>
              </a:solidFill>
              <a:latin typeface="Lato"/>
              <a:cs typeface="Lato"/>
            </a:endParaRPr>
          </a:p>
          <a:p>
            <a:pPr algn="l">
              <a:lnSpc>
                <a:spcPts val="268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100" kern="100" spc="-31" dirty="0">
                <a:solidFill>
                  <a:srgbClr val="151515"/>
                </a:solidFill>
                <a:latin typeface="Lato"/>
                <a:cs typeface="Lato"/>
              </a:rPr>
              <a:t>Co na to Retail Media onsite?</a:t>
            </a:r>
            <a:endParaRPr lang="pl-PL" sz="2100" kern="100" spc="-31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75" name="Tekst: Uliana Jelonek Joanna Wysocka"/>
          <p:cNvSpPr txBox="1"/>
          <p:nvPr/>
        </p:nvSpPr>
        <p:spPr>
          <a:xfrm>
            <a:off x="513209" y="4866640"/>
            <a:ext cx="5162550" cy="51181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1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50" b="1" kern="100" dirty="0">
                <a:solidFill>
                  <a:srgbClr val="151515"/>
                </a:solidFill>
                <a:latin typeface="Lato"/>
                <a:cs typeface="Lato"/>
              </a:rPr>
              <a:t>Uliana Jelonek</a:t>
            </a:r>
            <a:endParaRPr lang="pl-PL" sz="1550" b="1" kern="100" dirty="0">
              <a:solidFill>
                <a:srgbClr val="151515"/>
              </a:solidFill>
              <a:latin typeface="Lato"/>
              <a:cs typeface="Lato"/>
            </a:endParaRPr>
          </a:p>
          <a:p>
            <a:pPr algn="l">
              <a:lnSpc>
                <a:spcPts val="201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50" b="1" kern="100" dirty="0">
                <a:solidFill>
                  <a:srgbClr val="151515"/>
                </a:solidFill>
                <a:latin typeface="Lato"/>
                <a:cs typeface="Lato"/>
              </a:rPr>
              <a:t>Joanna Wysocka</a:t>
            </a:r>
            <a:endParaRPr lang="pl-PL" sz="15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pic>
        <p:nvPicPr>
          <p:cNvPr id="76" name="Obraz" descr="Glovo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4350" y="5530279"/>
            <a:ext cx="952500" cy="317500"/>
          </a:xfrm>
          <a:prstGeom prst="rect">
            <a:avLst/>
          </a:prstGeom>
        </p:spPr>
      </p:pic>
      <p:pic>
        <p:nvPicPr>
          <p:cNvPr id="77" name="!!Logo" descr="I love marketing &amp; technology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350" y="449635"/>
            <a:ext cx="5168900" cy="4699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35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35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35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5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82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24701"/>
                                          </p:val>
                                        </p:tav>
                                        <p:tav tm="4359">
                                          <p:val>
                                            <p:strVal val="#ppt_x-2.24701"/>
                                          </p:val>
                                        </p:tav>
                                        <p:tav tm="5231">
                                          <p:val>
                                            <p:strVal val="#ppt_x-2.22635"/>
                                          </p:val>
                                        </p:tav>
                                        <p:tav tm="6103">
                                          <p:val>
                                            <p:strVal val="#ppt_x-2.15535"/>
                                          </p:val>
                                        </p:tav>
                                        <p:tav tm="6975">
                                          <p:val>
                                            <p:strVal val="#ppt_x-2.05384"/>
                                          </p:val>
                                        </p:tav>
                                        <p:tav tm="7847">
                                          <p:val>
                                            <p:strVal val="#ppt_x-1.94534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84412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76184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70109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6621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64442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4193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5022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6653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70015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71497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2627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73401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3824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7395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738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7366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7284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72635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72486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72356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7257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7258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7268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7257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72635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72529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7194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037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744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304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7835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214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629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065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586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9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815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536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176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73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56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58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7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491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63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39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53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82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975"/>
                                          </p:val>
                                        </p:tav>
                                        <p:tav tm="4359">
                                          <p:val>
                                            <p:strVal val="#ppt_y-0.18975"/>
                                          </p:val>
                                        </p:tav>
                                        <p:tav tm="5231">
                                          <p:val>
                                            <p:strVal val="#ppt_y-0.17349"/>
                                          </p:val>
                                        </p:tav>
                                        <p:tav tm="6103">
                                          <p:val>
                                            <p:strVal val="#ppt_y-0.1176"/>
                                          </p:val>
                                        </p:tav>
                                        <p:tav tm="6975">
                                          <p:val>
                                            <p:strVal val="#ppt_y-0.0377"/>
                                          </p:val>
                                        </p:tav>
                                        <p:tav tm="7847">
                                          <p:val>
                                            <p:strVal val="#ppt_y+0.0477"/>
                                          </p:val>
                                        </p:tav>
                                        <p:tav tm="8718">
                                          <p:val>
                                            <p:strVal val="#ppt_y+0.12736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19213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23994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27063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28455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2865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27998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2680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4068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2901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201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1403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107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096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1026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005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2225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22051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2027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1641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143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1389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1496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2063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2054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1761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1676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169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2029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2078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2156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2354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226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1516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0129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804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557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7425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5149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276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72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91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6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81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607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82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4359">
                                          <p:val>
                                            <p:strVal val="#ppt_w*0.077"/>
                                          </p:val>
                                        </p:tav>
                                        <p:tav tm="5231">
                                          <p:val>
                                            <p:strVal val="#ppt_w*0.08267"/>
                                          </p:val>
                                        </p:tav>
                                        <p:tav tm="6103">
                                          <p:val>
                                            <p:strVal val="#ppt_w*0.10215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18753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21011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226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4232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4073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2296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1658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382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4359">
                                          <p:val>
                                            <p:strVal val="#ppt_h*0.077"/>
                                          </p:val>
                                        </p:tav>
                                        <p:tav tm="5231">
                                          <p:val>
                                            <p:strVal val="#ppt_h*0.08267"/>
                                          </p:val>
                                        </p:tav>
                                        <p:tav tm="6103">
                                          <p:val>
                                            <p:strVal val="#ppt_h*0.10215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18753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21011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226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2374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4232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43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4073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2296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1658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382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5"/>
                                          </p:val>
                                        </p:tav>
                                        <p:tav tm="4359">
                                          <p:val>
                                            <p:fltVal val="-155"/>
                                          </p:val>
                                        </p:tav>
                                        <p:tav tm="5231">
                                          <p:val>
                                            <p:fltVal val="-148.86"/>
                                          </p:val>
                                        </p:tav>
                                        <p:tav tm="6103">
                                          <p:val>
                                            <p:fltVal val="-127.74"/>
                                          </p:val>
                                        </p:tav>
                                        <p:tav tm="6975">
                                          <p:val>
                                            <p:fltVal val="-97.56"/>
                                          </p:val>
                                        </p:tav>
                                        <p:tav tm="7847">
                                          <p:val>
                                            <p:fltVal val="-65.29"/>
                                          </p:val>
                                        </p:tav>
                                        <p:tav tm="8718">
                                          <p:val>
                                            <p:fltVal val="-35.19"/>
                                          </p:val>
                                        </p:tav>
                                        <p:tav tm="9590">
                                          <p:val>
                                            <p:fltVal val="-10.72"/>
                                          </p:val>
                                        </p:tav>
                                        <p:tav tm="10462">
                                          <p:val>
                                            <p:fltVal val="7.34"/>
                                          </p:val>
                                        </p:tav>
                                        <p:tav tm="11334">
                                          <p:val>
                                            <p:fltVal val="18.93"/>
                                          </p:val>
                                        </p:tav>
                                        <p:tav tm="12206">
                                          <p:val>
                                            <p:fltVal val="24.19"/>
                                          </p:val>
                                        </p:tav>
                                        <p:tav tm="13078">
                                          <p:val>
                                            <p:fltVal val="24.93"/>
                                          </p:val>
                                        </p:tav>
                                        <p:tav tm="13949">
                                          <p:val>
                                            <p:fltVal val="22.47"/>
                                          </p:val>
                                        </p:tav>
                                        <p:tav tm="14821">
                                          <p:val>
                                            <p:fltVal val="17.96"/>
                                          </p:val>
                                        </p:tav>
                                        <p:tav tm="16565">
                                          <p:val>
                                            <p:fltVal val="7.62"/>
                                          </p:val>
                                        </p:tav>
                                        <p:tav tm="17437">
                                          <p:val>
                                            <p:fltVal val="3.21"/>
                                          </p:val>
                                        </p:tav>
                                        <p:tav tm="18309">
                                          <p:val>
                                            <p:fltVal val="-0.15"/>
                                          </p:val>
                                        </p:tav>
                                        <p:tav tm="19180">
                                          <p:val>
                                            <p:fltVal val="-2.45"/>
                                          </p:val>
                                        </p:tav>
                                        <p:tav tm="20052">
                                          <p:val>
                                            <p:fltVal val="-3.71"/>
                                          </p:val>
                                        </p:tav>
                                        <p:tav tm="20924">
                                          <p:val>
                                            <p:fltVal val="-4.09"/>
                                          </p:val>
                                        </p:tav>
                                        <p:tav tm="22668">
                                          <p:val>
                                            <p:fltVal val="-3.24"/>
                                          </p:val>
                                        </p:tav>
                                        <p:tav tm="26155">
                                          <p:val>
                                            <p:fltVal val="-0.17"/>
                                          </p:val>
                                        </p:tav>
                                        <p:tav tm="28771">
                                          <p:val>
                                            <p:fltVal val="0.66"/>
                                          </p:val>
                                        </p:tav>
                                        <p:tav tm="29643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382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2133"/>
                                          </p:val>
                                        </p:tav>
                                        <p:tav tm="5231">
                                          <p:val>
                                            <p:strVal val="#ppt_x-1.32133"/>
                                          </p:val>
                                        </p:tav>
                                        <p:tav tm="6103">
                                          <p:val>
                                            <p:strVal val="#ppt_x-1.34818"/>
                                          </p:val>
                                        </p:tav>
                                        <p:tav tm="6975">
                                          <p:val>
                                            <p:strVal val="#ppt_x-1.41636"/>
                                          </p:val>
                                        </p:tav>
                                        <p:tav tm="7847">
                                          <p:val>
                                            <p:strVal val="#ppt_x-1.50757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60262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68887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7591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0833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3878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85269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8524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4369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299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81434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7995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8693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77754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7139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7681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7673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76826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77745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77921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78041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7814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7794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779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7783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7794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7788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7799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7739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564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237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7462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1649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5294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8771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2476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712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271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25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714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08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587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39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419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571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431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597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2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382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122"/>
                                          </p:val>
                                        </p:tav>
                                        <p:tav tm="5231">
                                          <p:val>
                                            <p:strVal val="#ppt_y+0.4122"/>
                                          </p:val>
                                        </p:tav>
                                        <p:tav tm="6103">
                                          <p:val>
                                            <p:strVal val="#ppt_y+0.40097"/>
                                          </p:val>
                                        </p:tav>
                                        <p:tav tm="6975">
                                          <p:val>
                                            <p:strVal val="#ppt_y+0.37244"/>
                                          </p:val>
                                        </p:tav>
                                        <p:tav tm="7847">
                                          <p:val>
                                            <p:strVal val="#ppt_y+0.33427"/>
                                          </p:val>
                                        </p:tav>
                                        <p:tav tm="8718">
                                          <p:val>
                                            <p:strVal val="#ppt_y+0.2945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25841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22903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20842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19568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1898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18997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19363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121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1738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2131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2388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2525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2519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134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1981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22051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2027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1641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143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1389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1496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2063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2054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1761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1676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169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2029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2078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2156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2354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226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1516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0129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804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557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7425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5149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276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72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91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6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81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607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82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5231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103">
                                          <p:val>
                                            <p:strVal val="#ppt_w*0.08538"/>
                                          </p:val>
                                        </p:tav>
                                        <p:tav tm="6975">
                                          <p:val>
                                            <p:strVal val="#ppt_w*0.10666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19173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21365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22902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428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164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82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5231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103">
                                          <p:val>
                                            <p:strVal val="#ppt_h*0.08538"/>
                                          </p:val>
                                        </p:tav>
                                        <p:tav tm="6975">
                                          <p:val>
                                            <p:strVal val="#ppt_h*0.10666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16481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9173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21365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22902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3852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428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4278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00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2234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1647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2053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82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7"/>
                                          </p:val>
                                        </p:tav>
                                        <p:tav tm="5231">
                                          <p:val>
                                            <p:fltVal val="-147"/>
                                          </p:val>
                                        </p:tav>
                                        <p:tav tm="6103">
                                          <p:val>
                                            <p:fltVal val="-138.39"/>
                                          </p:val>
                                        </p:tav>
                                        <p:tav tm="6975">
                                          <p:val>
                                            <p:fltVal val="-116.51"/>
                                          </p:val>
                                        </p:tav>
                                        <p:tav tm="7847">
                                          <p:val>
                                            <p:fltVal val="-87.24"/>
                                          </p:val>
                                        </p:tav>
                                        <p:tav tm="8718">
                                          <p:val>
                                            <p:fltVal val="-56.74"/>
                                          </p:val>
                                        </p:tav>
                                        <p:tav tm="9590">
                                          <p:val>
                                            <p:fltVal val="-29.06"/>
                                          </p:val>
                                        </p:tav>
                                        <p:tav tm="10462">
                                          <p:val>
                                            <p:fltVal val="-6.53"/>
                                          </p:val>
                                        </p:tav>
                                        <p:tav tm="11334">
                                          <p:val>
                                            <p:fltVal val="9.27"/>
                                          </p:val>
                                        </p:tav>
                                        <p:tav tm="12206">
                                          <p:val>
                                            <p:fltVal val="19.04"/>
                                          </p:val>
                                        </p:tav>
                                        <p:tav tm="13078">
                                          <p:val>
                                            <p:fltVal val="23.51"/>
                                          </p:val>
                                        </p:tav>
                                        <p:tav tm="13949">
                                          <p:val>
                                            <p:fltVal val="23.42"/>
                                          </p:val>
                                        </p:tav>
                                        <p:tav tm="14821">
                                          <p:val>
                                            <p:fltVal val="20.62"/>
                                          </p:val>
                                        </p:tav>
                                        <p:tav tm="15693">
                                          <p:val>
                                            <p:fltVal val="16.21"/>
                                          </p:val>
                                        </p:tav>
                                        <p:tav tm="17437">
                                          <p:val>
                                            <p:fltVal val="6.45"/>
                                          </p:val>
                                        </p:tav>
                                        <p:tav tm="18309">
                                          <p:val>
                                            <p:fltVal val="2.4"/>
                                          </p:val>
                                        </p:tav>
                                        <p:tav tm="19180">
                                          <p:val>
                                            <p:fltVal val="-0.61"/>
                                          </p:val>
                                        </p:tav>
                                        <p:tav tm="20052">
                                          <p:val>
                                            <p:fltVal val="-2.58"/>
                                          </p:val>
                                        </p:tav>
                                        <p:tav tm="20924">
                                          <p:val>
                                            <p:fltVal val="-3.63"/>
                                          </p:val>
                                        </p:tav>
                                        <p:tav tm="21796">
                                          <p:val>
                                            <p:fltVal val="-3.89"/>
                                          </p:val>
                                        </p:tav>
                                        <p:tav tm="22668">
                                          <p:val>
                                            <p:fltVal val="-3.59"/>
                                          </p:val>
                                        </p:tav>
                                        <p:tav tm="27027">
                                          <p:val>
                                            <p:fltVal val="-0.07"/>
                                          </p:val>
                                        </p:tav>
                                        <p:tav tm="29643">
                                          <p:val>
                                            <p:fltVal val="0.63"/>
                                          </p:val>
                                        </p:tav>
                                        <p:tav tm="30514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82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33843"/>
                                          </p:val>
                                        </p:tav>
                                        <p:tav tm="6975">
                                          <p:val>
                                            <p:strVal val="#ppt_x-2.33843"/>
                                          </p:val>
                                        </p:tav>
                                        <p:tav tm="7847">
                                          <p:val>
                                            <p:strVal val="#ppt_x-2.30776"/>
                                          </p:val>
                                        </p:tav>
                                        <p:tav tm="8718">
                                          <p:val>
                                            <p:strVal val="#ppt_x-2.21482"/>
                                          </p:val>
                                        </p:tav>
                                        <p:tav tm="9590">
                                          <p:val>
                                            <p:strVal val="#ppt_x-2.08341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94487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1667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71266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3704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8907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672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6529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7661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9617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64056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65936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734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830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88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8974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886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8588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7534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7273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7088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6929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7213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7224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74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753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7479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720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7211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735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738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722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7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706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649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510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251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62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402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99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82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83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59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10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7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5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7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88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31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48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6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5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82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67"/>
                                          </p:val>
                                        </p:tav>
                                        <p:tav tm="6975">
                                          <p:val>
                                            <p:strVal val="#ppt_y+0.01567"/>
                                          </p:val>
                                        </p:tav>
                                        <p:tav tm="7847">
                                          <p:val>
                                            <p:strVal val="#ppt_y+0.03659"/>
                                          </p:val>
                                        </p:tav>
                                        <p:tav tm="8718">
                                          <p:val>
                                            <p:strVal val="#ppt_y+0.09995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18953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28399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37139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4423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4938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52656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54142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54277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53506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914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786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6901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6249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589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45867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46774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47156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46993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46993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6934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597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5459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5346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5612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70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6999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6271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609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6938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70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725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7747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760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6014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43046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8578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3298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5878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101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700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868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558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83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284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456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6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82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8358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10353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18898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113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2753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378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251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293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40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2274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1653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82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8358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10353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18898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113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2753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378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251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40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2274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1653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382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6"/>
                                          </p:val>
                                        </p:tav>
                                        <p:tav tm="6975">
                                          <p:val>
                                            <p:fltVal val="56"/>
                                          </p:val>
                                        </p:tav>
                                        <p:tav tm="7847">
                                          <p:val>
                                            <p:fltVal val="53.42"/>
                                          </p:val>
                                        </p:tav>
                                        <p:tav tm="8718">
                                          <p:val>
                                            <p:fltVal val="45.61"/>
                                          </p:val>
                                        </p:tav>
                                        <p:tav tm="9590">
                                          <p:val>
                                            <p:fltVal val="34.57"/>
                                          </p:val>
                                        </p:tav>
                                        <p:tav tm="10462">
                                          <p:val>
                                            <p:fltVal val="22.92"/>
                                          </p:val>
                                        </p:tav>
                                        <p:tav tm="11334">
                                          <p:val>
                                            <p:fltVal val="12.15"/>
                                          </p:val>
                                        </p:tav>
                                        <p:tav tm="12206">
                                          <p:val>
                                            <p:fltVal val="3.41"/>
                                          </p:val>
                                        </p:tav>
                                        <p:tav tm="13078">
                                          <p:val>
                                            <p:fltVal val="-2.95"/>
                                          </p:val>
                                        </p:tav>
                                        <p:tav tm="13949">
                                          <p:val>
                                            <p:fltVal val="-6.98"/>
                                          </p:val>
                                        </p:tav>
                                        <p:tav tm="14821">
                                          <p:val>
                                            <p:fltVal val="-8.81"/>
                                          </p:val>
                                        </p:tav>
                                        <p:tav tm="15693">
                                          <p:val>
                                            <p:fltVal val="-8.98"/>
                                          </p:val>
                                        </p:tav>
                                        <p:tav tm="16565">
                                          <p:val>
                                            <p:fltVal val="-8.03"/>
                                          </p:val>
                                        </p:tav>
                                        <p:tav tm="19180">
                                          <p:val>
                                            <p:fltVal val="-2.65"/>
                                          </p:val>
                                        </p:tav>
                                        <p:tav tm="20924">
                                          <p:val>
                                            <p:fltVal val="0.11"/>
                                          </p:val>
                                        </p:tav>
                                        <p:tav tm="21796">
                                          <p:val>
                                            <p:fltVal val="0.92"/>
                                          </p:val>
                                        </p:tav>
                                        <p:tav tm="23540">
                                          <p:val>
                                            <p:fltVal val="1.48"/>
                                          </p:val>
                                        </p:tav>
                                        <p:tav tm="31386">
                                          <p:val>
                                            <p:fltVal val="-0.24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67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382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6531"/>
                                          </p:val>
                                        </p:tav>
                                        <p:tav tm="6103">
                                          <p:val>
                                            <p:strVal val="#ppt_x-1.96531"/>
                                          </p:val>
                                        </p:tav>
                                        <p:tav tm="6975">
                                          <p:val>
                                            <p:strVal val="#ppt_x-1.9583"/>
                                          </p:val>
                                        </p:tav>
                                        <p:tav tm="7847">
                                          <p:val>
                                            <p:strVal val="#ppt_x-1.93917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91295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88549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86035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3992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2535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81624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8120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119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143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81828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82707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83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83351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353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363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3633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336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326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325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3308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3297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111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83012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299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3042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3314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330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316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13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329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332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345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284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091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730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187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46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446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24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29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382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51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0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89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54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2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72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55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01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42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382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35584"/>
                                          </p:val>
                                        </p:tav>
                                        <p:tav tm="6103">
                                          <p:val>
                                            <p:strVal val="#ppt_y+1.35584"/>
                                          </p:val>
                                        </p:tav>
                                        <p:tav tm="6975">
                                          <p:val>
                                            <p:strVal val="#ppt_y+1.30887"/>
                                          </p:val>
                                        </p:tav>
                                        <p:tav tm="7847">
                                          <p:val>
                                            <p:strVal val="#ppt_y+1.18069"/>
                                          </p:val>
                                        </p:tav>
                                        <p:tav tm="8718">
                                          <p:val>
                                            <p:strVal val="#ppt_y+1.00505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82106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65264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51573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41815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3571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3292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2839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4446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7074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42967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5443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7277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8503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9168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9337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917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47396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46671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46614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46993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46993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6934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597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5459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5346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5612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70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6999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6271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609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6938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70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725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7747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760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6014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43046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8578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3298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5878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101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700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868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558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83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284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456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6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82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10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w*0.08458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1052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19051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21261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2836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3821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4271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285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025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22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1649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82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10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h*0.08458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1052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19051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21261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2836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3821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4271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025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22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1649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82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"/>
                                          </p:val>
                                        </p:tav>
                                        <p:tav tm="6103">
                                          <p:val>
                                            <p:fltVal val="22"/>
                                          </p:val>
                                        </p:tav>
                                        <p:tav tm="6975">
                                          <p:val>
                                            <p:fltVal val="20.83"/>
                                          </p:val>
                                        </p:tav>
                                        <p:tav tm="7847">
                                          <p:val>
                                            <p:fltVal val="17.65"/>
                                          </p:val>
                                        </p:tav>
                                        <p:tav tm="10462">
                                          <p:val>
                                            <p:fltVal val="4.54"/>
                                          </p:val>
                                        </p:tav>
                                        <p:tav tm="11334">
                                          <p:val>
                                            <p:fltVal val="1.14"/>
                                          </p:val>
                                        </p:tav>
                                        <p:tav tm="12206">
                                          <p:val>
                                            <p:fltVal val="-1.29"/>
                                          </p:val>
                                        </p:tav>
                                        <p:tav tm="13078">
                                          <p:val>
                                            <p:fltVal val="-2.8"/>
                                          </p:val>
                                        </p:tav>
                                        <p:tav tm="13949">
                                          <p:val>
                                            <p:fltVal val="-3.49"/>
                                          </p:val>
                                        </p:tav>
                                        <p:tav tm="15693">
                                          <p:val>
                                            <p:fltVal val="-3.12"/>
                                          </p:val>
                                        </p:tav>
                                        <p:tav tm="20052">
                                          <p:val>
                                            <p:fltVal val="0.07"/>
                                          </p:val>
                                        </p:tav>
                                        <p:tav tm="22668">
                                          <p:val>
                                            <p:fltVal val="0.58"/>
                                          </p:val>
                                        </p:tav>
                                        <p:tav tm="30514">
                                          <p:val>
                                            <p:fltVal val="-0.09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82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23977"/>
                                          </p:val>
                                        </p:tav>
                                        <p:tav tm="6975">
                                          <p:val>
                                            <p:strVal val="#ppt_x-2.23977"/>
                                          </p:val>
                                        </p:tav>
                                        <p:tav tm="7847">
                                          <p:val>
                                            <p:strVal val="#ppt_x-2.23066"/>
                                          </p:val>
                                        </p:tav>
                                        <p:tav tm="8718">
                                          <p:val>
                                            <p:strVal val="#ppt_x-2.17075"/>
                                          </p:val>
                                        </p:tav>
                                        <p:tav tm="9590">
                                          <p:val>
                                            <p:strVal val="#ppt_x-2.06954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95133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3746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73909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6485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1526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8784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7997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858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60022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63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6552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6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786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844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870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867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8488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7345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7161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6978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7168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7213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7224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74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753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7479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720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7211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735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738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722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7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706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649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510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251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62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402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99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82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83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59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10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7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5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7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88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31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48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6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5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82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897"/>
                                          </p:val>
                                        </p:tav>
                                        <p:tav tm="6975">
                                          <p:val>
                                            <p:strVal val="#ppt_y-0.20897"/>
                                          </p:val>
                                        </p:tav>
                                        <p:tav tm="7847">
                                          <p:val>
                                            <p:strVal val="#ppt_y-0.20041"/>
                                          </p:val>
                                        </p:tav>
                                        <p:tav tm="8718">
                                          <p:val>
                                            <p:strVal val="#ppt_y-0.14419"/>
                                          </p:val>
                                        </p:tav>
                                        <p:tav tm="9590">
                                          <p:val>
                                            <p:strVal val="#ppt_y-0.04922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06171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16857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26088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33054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37708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40281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4102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40464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391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35575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3396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32666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3176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1212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0973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31175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32248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32592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32372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32333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31708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3137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31302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31474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3239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3237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31903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31766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31788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3233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324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3254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32861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32747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31653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9611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6538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290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0922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757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8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661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07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75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88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893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13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82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793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9439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11988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17835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0313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2183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343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123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32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812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079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1689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163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82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793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9439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1988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17835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0313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2183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343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123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322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417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812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079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1689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63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82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6"/>
                                          </p:val>
                                        </p:tav>
                                        <p:tav tm="6975">
                                          <p:val>
                                            <p:fltVal val="-136"/>
                                          </p:val>
                                        </p:tav>
                                        <p:tav tm="7847">
                                          <p:val>
                                            <p:fltVal val="-133.82"/>
                                          </p:val>
                                        </p:tav>
                                        <p:tav tm="8718">
                                          <p:val>
                                            <p:fltVal val="-119.46"/>
                                          </p:val>
                                        </p:tav>
                                        <p:tav tm="9590">
                                          <p:val>
                                            <p:fltVal val="-95.21"/>
                                          </p:val>
                                        </p:tav>
                                        <p:tav tm="10462">
                                          <p:val>
                                            <p:fltVal val="-66.89"/>
                                          </p:val>
                                        </p:tav>
                                        <p:tav tm="11334">
                                          <p:val>
                                            <p:fltVal val="-39.61"/>
                                          </p:val>
                                        </p:tav>
                                        <p:tav tm="12206">
                                          <p:val>
                                            <p:fltVal val="-16.04"/>
                                          </p:val>
                                        </p:tav>
                                        <p:tav tm="13078">
                                          <p:val>
                                            <p:fltVal val="1.74"/>
                                          </p:val>
                                        </p:tav>
                                        <p:tav tm="13949">
                                          <p:val>
                                            <p:fltVal val="13.62"/>
                                          </p:val>
                                        </p:tav>
                                        <p:tav tm="14821">
                                          <p:val>
                                            <p:fltVal val="20.19"/>
                                          </p:val>
                                        </p:tav>
                                        <p:tav tm="15693">
                                          <p:val>
                                            <p:fltVal val="22.08"/>
                                          </p:val>
                                        </p:tav>
                                        <p:tav tm="16565">
                                          <p:val>
                                            <p:fltVal val="20.66"/>
                                          </p:val>
                                        </p:tav>
                                        <p:tav tm="17437">
                                          <p:val>
                                            <p:fltVal val="17.23"/>
                                          </p:val>
                                        </p:tav>
                                        <p:tav tm="20052">
                                          <p:val>
                                            <p:fltVal val="4.05"/>
                                          </p:val>
                                        </p:tav>
                                        <p:tav tm="20924">
                                          <p:val>
                                            <p:fltVal val="0.75"/>
                                          </p:val>
                                        </p:tav>
                                        <p:tav tm="21796">
                                          <p:val>
                                            <p:fltVal val="-1.56"/>
                                          </p:val>
                                        </p:tav>
                                        <p:tav tm="22668">
                                          <p:val>
                                            <p:fltVal val="-2.96"/>
                                          </p:val>
                                        </p:tav>
                                        <p:tav tm="23540">
                                          <p:val>
                                            <p:fltVal val="-3.57"/>
                                          </p:val>
                                        </p:tav>
                                        <p:tav tm="25283">
                                          <p:val>
                                            <p:fltVal val="-3.06"/>
                                          </p:val>
                                        </p:tav>
                                        <p:tav tm="28771">
                                          <p:val>
                                            <p:fltVal val="-0.32"/>
                                          </p:val>
                                        </p:tav>
                                        <p:tav tm="31386">
                                          <p:val>
                                            <p:fltVal val="0.56"/>
                                          </p:val>
                                        </p:tav>
                                        <p:tav tm="33130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67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38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43167"/>
                                          </p:val>
                                        </p:tav>
                                        <p:tav tm="6103">
                                          <p:val>
                                            <p:strVal val="#ppt_x-2.43167"/>
                                          </p:val>
                                        </p:tav>
                                        <p:tav tm="6975">
                                          <p:val>
                                            <p:strVal val="#ppt_x-2.39979"/>
                                          </p:val>
                                        </p:tav>
                                        <p:tav tm="7847">
                                          <p:val>
                                            <p:strVal val="#ppt_x-2.31309"/>
                                          </p:val>
                                        </p:tav>
                                        <p:tav tm="8718">
                                          <p:val>
                                            <p:strVal val="#ppt_x-2.19439"/>
                                          </p:val>
                                        </p:tav>
                                        <p:tav tm="9590">
                                          <p:val>
                                            <p:strVal val="#ppt_x-2.07008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95633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6385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79798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75679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73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73745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74834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7661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8059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82263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83502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433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477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4892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4778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3349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305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3308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8330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299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3314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13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329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332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345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284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091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730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187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46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446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24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29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382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51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0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89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54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2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7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0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38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8857"/>
                                          </p:val>
                                        </p:tav>
                                        <p:tav tm="6103">
                                          <p:val>
                                            <p:strVal val="#ppt_y+0.78857"/>
                                          </p:val>
                                        </p:tav>
                                        <p:tav tm="6975">
                                          <p:val>
                                            <p:strVal val="#ppt_y+0.76382"/>
                                          </p:val>
                                        </p:tav>
                                        <p:tav tm="7847">
                                          <p:val>
                                            <p:strVal val="#ppt_y+0.69649"/>
                                          </p:val>
                                        </p:tav>
                                        <p:tav tm="8718">
                                          <p:val>
                                            <p:strVal val="#ppt_y+0.60431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50777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41943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34761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29646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26447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24988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24946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5791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717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3026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315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32522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33165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33513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3602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3514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32583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32203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32173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32372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32333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31708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3137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31302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31474"/>
                                          </p:val>
                                        </p:tav>
                                        <p:tav tm="51439">
                                          <p:val>
                                            <p:strVal val="#ppt_y+0.3199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3239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3237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31903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31766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31788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3233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324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3254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32861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32747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31653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9611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6538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2906"/>
                                          </p:val>
                                        </p:tav>
                                        <p:tav tm="72363">
                                          <p:val>
                                            <p:strVal val="#ppt_y+0.1485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0922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757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8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661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07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75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88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893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13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8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10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w*0.08461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10533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19056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21265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2839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3823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427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285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025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22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1649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8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10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h*0.08461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10533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13368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6338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19056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21265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2839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3823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427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285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025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22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1954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1649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1649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6670">
                                          <p:val>
                                            <p:strVal val="#ppt_h*0.23253"/>
                                          </p:val>
                                        </p:tav>
                                        <p:tav tm="57541">
                                          <p:val>
                                            <p:strVal val="#ppt_h*0.2257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59285">
                                          <p:val>
                                            <p:strVal val="#ppt_h*0.22"/>
                                          </p:val>
                                        </p:tav>
                                        <p:tav tm="63644">
                                          <p:val>
                                            <p:strVal val="#ppt_h*0.2198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081">
                                          <p:val>
                                            <p:strVal val="#ppt_h*1.02391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8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8"/>
                                          </p:val>
                                        </p:tav>
                                        <p:tav tm="6103">
                                          <p:val>
                                            <p:fltVal val="-58"/>
                                          </p:val>
                                        </p:tav>
                                        <p:tav tm="6975">
                                          <p:val>
                                            <p:fltVal val="-54.91"/>
                                          </p:val>
                                        </p:tav>
                                        <p:tav tm="7847">
                                          <p:val>
                                            <p:fltVal val="-46.51"/>
                                          </p:val>
                                        </p:tav>
                                        <p:tav tm="9590">
                                          <p:val>
                                            <p:fltVal val="-22.96"/>
                                          </p:val>
                                        </p:tav>
                                        <p:tav tm="10462">
                                          <p:val>
                                            <p:fltVal val="-11.94"/>
                                          </p:val>
                                        </p:tav>
                                        <p:tav tm="11334">
                                          <p:val>
                                            <p:fltVal val="-2.98"/>
                                          </p:val>
                                        </p:tav>
                                        <p:tav tm="12206">
                                          <p:val>
                                            <p:fltVal val="3.4"/>
                                          </p:val>
                                        </p:tav>
                                        <p:tav tm="13078">
                                          <p:val>
                                            <p:fltVal val="7.39"/>
                                          </p:val>
                                        </p:tav>
                                        <p:tav tm="13949">
                                          <p:val>
                                            <p:fltVal val="9.21"/>
                                          </p:val>
                                        </p:tav>
                                        <p:tav tm="14821">
                                          <p:val>
                                            <p:fltVal val="9.27"/>
                                          </p:val>
                                        </p:tav>
                                        <p:tav tm="15693">
                                          <p:val>
                                            <p:fltVal val="8.21"/>
                                          </p:val>
                                        </p:tav>
                                        <p:tav tm="18309">
                                          <p:val>
                                            <p:fltVal val="2.63"/>
                                          </p:val>
                                        </p:tav>
                                        <p:tav tm="20052">
                                          <p:val>
                                            <p:fltVal val="-0.19"/>
                                          </p:val>
                                        </p:tav>
                                        <p:tav tm="20924">
                                          <p:val>
                                            <p:fltVal val="-0.99"/>
                                          </p:val>
                                        </p:tav>
                                        <p:tav tm="22668">
                                          <p:val>
                                            <p:fltVal val="-1.53"/>
                                          </p:val>
                                        </p:tav>
                                        <p:tav tm="27899">
                                          <p:val>
                                            <p:fltVal val="-0.04"/>
                                          </p:val>
                                        </p:tav>
                                        <p:tav tm="30514">
                                          <p:val>
                                            <p:fltVal val="0.25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7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82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89354"/>
                                          </p:val>
                                        </p:tav>
                                        <p:tav tm="7847">
                                          <p:val>
                                            <p:strVal val="#ppt_x-1.89332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8918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8287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802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87819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8768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7583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7863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8783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7812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7522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8736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7333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741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783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7832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7612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8754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7559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781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785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87908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805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7442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535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1463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560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8676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1102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3328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582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9445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419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074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04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0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31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0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116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29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22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51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85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82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5754"/>
                                          </p:val>
                                        </p:tav>
                                        <p:tav tm="6975">
                                          <p:val>
                                            <p:strVal val="#ppt_y-0.5754"/>
                                          </p:val>
                                        </p:tav>
                                        <p:tav tm="7847">
                                          <p:val>
                                            <p:strVal val="#ppt_y-0.56079"/>
                                          </p:val>
                                        </p:tav>
                                        <p:tav tm="8718">
                                          <p:val>
                                            <p:strVal val="#ppt_y-0.45737"/>
                                          </p:val>
                                        </p:tav>
                                        <p:tav tm="9590">
                                          <p:val>
                                            <p:strVal val="#ppt_y-0.27475"/>
                                          </p:val>
                                        </p:tav>
                                        <p:tav tm="10462">
                                          <p:val>
                                            <p:strVal val="#ppt_y-0.05997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14867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33017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46675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5596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61173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62694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61733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5918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52301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9136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6601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4805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369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322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43239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43574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45663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46346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45921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5863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4925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4426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4316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4575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5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5927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5217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504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5867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598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617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6655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651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496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4206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7695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2535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5514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076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6846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78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81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255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422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82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7902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9331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11855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17708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0216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2104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3388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108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318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833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094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1693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382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6975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7902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9331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1855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17708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0216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2104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3388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108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318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833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094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1693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629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382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8"/>
                                          </p:val>
                                        </p:tav>
                                        <p:tav tm="6975">
                                          <p:val>
                                            <p:fltVal val="-148"/>
                                          </p:val>
                                        </p:tav>
                                        <p:tav tm="7847">
                                          <p:val>
                                            <p:fltVal val="-145.91"/>
                                          </p:val>
                                        </p:tav>
                                        <p:tav tm="8718">
                                          <p:val>
                                            <p:fltVal val="-131.11"/>
                                          </p:val>
                                        </p:tav>
                                        <p:tav tm="9590">
                                          <p:val>
                                            <p:fltVal val="-104.99"/>
                                          </p:val>
                                        </p:tav>
                                        <p:tav tm="10462">
                                          <p:val>
                                            <p:fltVal val="-74.27"/>
                                          </p:val>
                                        </p:tav>
                                        <p:tav tm="11334">
                                          <p:val>
                                            <p:fltVal val="-44.42"/>
                                          </p:val>
                                        </p:tav>
                                        <p:tav tm="12206">
                                          <p:val>
                                            <p:fltVal val="-18.46"/>
                                          </p:val>
                                        </p:tav>
                                        <p:tav tm="13078">
                                          <p:val>
                                            <p:fltVal val="1.08"/>
                                          </p:val>
                                        </p:tav>
                                        <p:tav tm="13949">
                                          <p:val>
                                            <p:fltVal val="14.37"/>
                                          </p:val>
                                        </p:tav>
                                        <p:tav tm="14821">
                                          <p:val>
                                            <p:fltVal val="21.82"/>
                                          </p:val>
                                        </p:tav>
                                        <p:tav tm="15693">
                                          <p:val>
                                            <p:fltVal val="23.99"/>
                                          </p:val>
                                        </p:tav>
                                        <p:tav tm="16565">
                                          <p:val>
                                            <p:fltVal val="22.62"/>
                                          </p:val>
                                        </p:tav>
                                        <p:tav tm="17437">
                                          <p:val>
                                            <p:fltVal val="18.97"/>
                                          </p:val>
                                        </p:tav>
                                        <p:tav tm="20052">
                                          <p:val>
                                            <p:fltVal val="4.6"/>
                                          </p:val>
                                        </p:tav>
                                        <p:tav tm="20924">
                                          <p:val>
                                            <p:fltVal val="0.97"/>
                                          </p:val>
                                        </p:tav>
                                        <p:tav tm="21796">
                                          <p:val>
                                            <p:fltVal val="-1.6"/>
                                          </p:val>
                                        </p:tav>
                                        <p:tav tm="22668">
                                          <p:val>
                                            <p:fltVal val="-3.18"/>
                                          </p:val>
                                        </p:tav>
                                        <p:tav tm="23540">
                                          <p:val>
                                            <p:fltVal val="-3.86"/>
                                          </p:val>
                                        </p:tav>
                                        <p:tav tm="25283">
                                          <p:val>
                                            <p:fltVal val="-3.36"/>
                                          </p:val>
                                        </p:tav>
                                        <p:tav tm="28771">
                                          <p:val>
                                            <p:fltVal val="-0.37"/>
                                          </p:val>
                                        </p:tav>
                                        <p:tav tm="31386">
                                          <p:val>
                                            <p:fltVal val="0.61"/>
                                          </p:val>
                                        </p:tav>
                                        <p:tav tm="33130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67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8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382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643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15643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17463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2385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32993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42788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5193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9376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6488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68421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70025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7026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6952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6815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5016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3677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2654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195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156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144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1513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2637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2772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289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2691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6269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270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2999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6315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3187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310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268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268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290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296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270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267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246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189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066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836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4902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0809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6333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173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730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3536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43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99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207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35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00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87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99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73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382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7554"/>
                                          </p:val>
                                        </p:tav>
                                        <p:tav tm="8718">
                                          <p:val>
                                            <p:strVal val="#ppt_y+0.67554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66718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6378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59576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55072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50869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4744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44914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43286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42549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42439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4278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3408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4852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5468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593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626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46437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46462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46032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45845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45921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5863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4925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4426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4316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4575"/>
                                          </p:val>
                                        </p:tav>
                                        <p:tav tm="51439">
                                          <p:val>
                                            <p:strVal val="#ppt_y+0.4534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5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5927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5217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45012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504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5867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598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617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6655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651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496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4206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7695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2535"/>
                                          </p:val>
                                        </p:tav>
                                        <p:tav tm="71491">
                                          <p:val>
                                            <p:strVal val="#ppt_y+0.26893"/>
                                          </p:val>
                                        </p:tav>
                                        <p:tav tm="72363">
                                          <p:val>
                                            <p:strVal val="#ppt_y+0.21102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5514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076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6846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78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81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255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422"/>
                                          </p:val>
                                        </p:tav>
                                        <p:tav tm="81081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382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08253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10195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18729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0993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2666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3742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4229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076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3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1659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82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08253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10195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18729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0993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2666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3742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4229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4301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076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3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659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82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6"/>
                                          </p:val>
                                        </p:tav>
                                        <p:tav tm="8718">
                                          <p:val>
                                            <p:fltVal val="-76"/>
                                          </p:val>
                                        </p:tav>
                                        <p:tav tm="9590">
                                          <p:val>
                                            <p:fltVal val="-73.06"/>
                                          </p:val>
                                        </p:tav>
                                        <p:tav tm="10462">
                                          <p:val>
                                            <p:fltVal val="-62.74"/>
                                          </p:val>
                                        </p:tav>
                                        <p:tav tm="11334">
                                          <p:val>
                                            <p:fltVal val="-47.97"/>
                                          </p:val>
                                        </p:tav>
                                        <p:tav tm="12206">
                                          <p:val>
                                            <p:fltVal val="-32.15"/>
                                          </p:val>
                                        </p:tav>
                                        <p:tav tm="13078">
                                          <p:val>
                                            <p:fltVal val="-17.38"/>
                                          </p:val>
                                        </p:tav>
                                        <p:tav tm="13949">
                                          <p:val>
                                            <p:fltVal val="-5.35"/>
                                          </p:val>
                                        </p:tav>
                                        <p:tav tm="14821">
                                          <p:val>
                                            <p:fltVal val="3.54"/>
                                          </p:val>
                                        </p:tav>
                                        <p:tav tm="15693">
                                          <p:val>
                                            <p:fltVal val="9.26"/>
                                          </p:val>
                                        </p:tav>
                                        <p:tav tm="16565">
                                          <p:val>
                                            <p:fltVal val="11.85"/>
                                          </p:val>
                                        </p:tav>
                                        <p:tav tm="17437">
                                          <p:val>
                                            <p:fltVal val="12.23"/>
                                          </p:val>
                                        </p:tav>
                                        <p:tav tm="18309">
                                          <p:val>
                                            <p:fltVal val="11.03"/>
                                          </p:val>
                                        </p:tav>
                                        <p:tav tm="20924">
                                          <p:val>
                                            <p:fltVal val="3.76"/>
                                          </p:val>
                                        </p:tav>
                                        <p:tav tm="22668">
                                          <p:val>
                                            <p:fltVal val="-0.06"/>
                                          </p:val>
                                        </p:tav>
                                        <p:tav tm="23540">
                                          <p:val>
                                            <p:fltVal val="-1.19"/>
                                          </p:val>
                                        </p:tav>
                                        <p:tav tm="25283">
                                          <p:val>
                                            <p:fltVal val="-2.01"/>
                                          </p:val>
                                        </p:tav>
                                        <p:tav tm="30514">
                                          <p:val>
                                            <p:fltVal val="-0.09"/>
                                          </p:val>
                                        </p:tav>
                                        <p:tav tm="33130">
                                          <p:val>
                                            <p:fltVal val="0.32"/>
                                          </p:val>
                                        </p:tav>
                                        <p:tav tm="34002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9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82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1265"/>
                                          </p:val>
                                        </p:tav>
                                        <p:tav tm="7847">
                                          <p:val>
                                            <p:strVal val="#ppt_x-2.11265"/>
                                          </p:val>
                                        </p:tav>
                                        <p:tav tm="8718">
                                          <p:val>
                                            <p:strVal val="#ppt_x-2.09603"/>
                                          </p:val>
                                        </p:tav>
                                        <p:tav tm="9590">
                                          <p:val>
                                            <p:strVal val="#ppt_x-2.03582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94951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5674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77009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9933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4691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61319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9783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9541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6023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61523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64497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576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674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740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7774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789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783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7651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6768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6639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6526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6715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6727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692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705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699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6709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671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686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6899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6726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670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656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598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4617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206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21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3669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69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59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671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482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033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3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4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81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89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47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6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8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5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82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10073"/>
                                          </p:val>
                                        </p:tav>
                                        <p:tav tm="7847">
                                          <p:val>
                                            <p:strVal val="#ppt_y+1.10073"/>
                                          </p:val>
                                        </p:tav>
                                        <p:tav tm="8718">
                                          <p:val>
                                            <p:strVal val="#ppt_y+1.06731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94623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77266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58611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41185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2695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16414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09633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06544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06057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7448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0044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602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857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0534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1881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2615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285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2731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366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0948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20591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20332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0105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0462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011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1992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988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99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0494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048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0221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015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0464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050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075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0668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9977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8689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6749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445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6893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4781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04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67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5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32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2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382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8233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10166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8696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096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265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3732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22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4303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4081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304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166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82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8233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0166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8696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096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265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3732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22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4303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4081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304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166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82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1"/>
                                          </p:val>
                                        </p:tav>
                                        <p:tav tm="7847">
                                          <p:val>
                                            <p:fltVal val="-101"/>
                                          </p:val>
                                        </p:tav>
                                        <p:tav tm="8718">
                                          <p:val>
                                            <p:fltVal val="-97.23"/>
                                          </p:val>
                                        </p:tav>
                                        <p:tav tm="9590">
                                          <p:val>
                                            <p:fltVal val="-83.58"/>
                                          </p:val>
                                        </p:tav>
                                        <p:tav tm="10462">
                                          <p:val>
                                            <p:fltVal val="-64.01"/>
                                          </p:val>
                                        </p:tav>
                                        <p:tav tm="11334">
                                          <p:val>
                                            <p:fltVal val="-42.98"/>
                                          </p:val>
                                        </p:tav>
                                        <p:tav tm="12206">
                                          <p:val>
                                            <p:fltVal val="-23.34"/>
                                          </p:val>
                                        </p:tav>
                                        <p:tav tm="13078">
                                          <p:val>
                                            <p:fltVal val="-7.3"/>
                                          </p:val>
                                        </p:tav>
                                        <p:tav tm="13949">
                                          <p:val>
                                            <p:fltVal val="4.59"/>
                                          </p:val>
                                        </p:tav>
                                        <p:tav tm="14821">
                                          <p:val>
                                            <p:fltVal val="12.23"/>
                                          </p:val>
                                        </p:tav>
                                        <p:tav tm="15693">
                                          <p:val>
                                            <p:fltVal val="15.72"/>
                                          </p:val>
                                        </p:tav>
                                        <p:tav tm="16565">
                                          <p:val>
                                            <p:fltVal val="16.26"/>
                                          </p:val>
                                        </p:tav>
                                        <p:tav tm="17437">
                                          <p:val>
                                            <p:fltVal val="14.7"/>
                                          </p:val>
                                        </p:tav>
                                        <p:tav tm="20052">
                                          <p:val>
                                            <p:fltVal val="5.03"/>
                                          </p:val>
                                        </p:tav>
                                        <p:tav tm="20924">
                                          <p:val>
                                            <p:fltVal val="2.15"/>
                                          </p:val>
                                        </p:tav>
                                        <p:tav tm="21796">
                                          <p:val>
                                            <p:fltVal val="-0.06"/>
                                          </p:val>
                                        </p:tav>
                                        <p:tav tm="22668">
                                          <p:val>
                                            <p:fltVal val="-1.57"/>
                                          </p:val>
                                        </p:tav>
                                        <p:tav tm="24412">
                                          <p:val>
                                            <p:fltVal val="-2.67"/>
                                          </p:val>
                                        </p:tav>
                                        <p:tav tm="26155">
                                          <p:val>
                                            <p:fltVal val="-2.12"/>
                                          </p:val>
                                        </p:tav>
                                        <p:tav tm="29643">
                                          <p:val>
                                            <p:fltVal val="-0.12"/>
                                          </p:val>
                                        </p:tav>
                                        <p:tav tm="32258">
                                          <p:val>
                                            <p:fltVal val="0.43"/>
                                          </p:val>
                                        </p:tav>
                                        <p:tav tm="33130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0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382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02036"/>
                                          </p:val>
                                        </p:tav>
                                        <p:tav tm="7847">
                                          <p:val>
                                            <p:strVal val="#ppt_x-2.02036"/>
                                          </p:val>
                                        </p:tav>
                                        <p:tav tm="8718">
                                          <p:val>
                                            <p:strVal val="#ppt_x-2.01836"/>
                                          </p:val>
                                        </p:tav>
                                        <p:tav tm="9590">
                                          <p:val>
                                            <p:strVal val="#ppt_x-2.00177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97003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9539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8631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83835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212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116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80857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80993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81426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320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365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398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418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84277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4226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3857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375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3732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380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3794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597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83492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3468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352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3812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380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3658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62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379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381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39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335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1404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776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228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816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73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47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463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49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589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4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90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76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2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15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39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0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67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55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382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34395"/>
                                          </p:val>
                                        </p:tav>
                                        <p:tav tm="7847">
                                          <p:val>
                                            <p:strVal val="#ppt_y+1.34395"/>
                                          </p:val>
                                        </p:tav>
                                        <p:tav tm="8718">
                                          <p:val>
                                            <p:strVal val="#ppt_y+1.33142"/>
                                          </p:val>
                                        </p:tav>
                                        <p:tav tm="9590">
                                          <p:val>
                                            <p:strVal val="#ppt_y+1.22777"/>
                                          </p:val>
                                        </p:tav>
                                        <p:tav tm="10462">
                                          <p:val>
                                            <p:strVal val="#ppt_y+1.02947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79472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56306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36139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20666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09994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0398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02061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2907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5615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3176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6714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19541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1591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2878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343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3451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3108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20805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20422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0022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0462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0112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988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99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0494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048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0221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014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0464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050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075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0668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9977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8689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6749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445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6893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4781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04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67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32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382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7857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09158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11648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7503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0035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1977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331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071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4313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86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118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163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82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7857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09158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11648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7503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0035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1977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331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071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4313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86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118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63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82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3"/>
                                          </p:val>
                                        </p:tav>
                                        <p:tav tm="7847">
                                          <p:val>
                                            <p:fltVal val="-173"/>
                                          </p:val>
                                        </p:tav>
                                        <p:tav tm="8718">
                                          <p:val>
                                            <p:fltVal val="-171.1"/>
                                          </p:val>
                                        </p:tav>
                                        <p:tav tm="9590">
                                          <p:val>
                                            <p:fltVal val="-155.36"/>
                                          </p:val>
                                        </p:tav>
                                        <p:tav tm="10462">
                                          <p:val>
                                            <p:fltVal val="-125.24"/>
                                          </p:val>
                                        </p:tav>
                                        <p:tav tm="12206">
                                          <p:val>
                                            <p:fltVal val="-54.4"/>
                                          </p:val>
                                        </p:tav>
                                        <p:tav tm="13078">
                                          <p:val>
                                            <p:fltVal val="-23.78"/>
                                          </p:val>
                                        </p:tav>
                                        <p:tav tm="13949">
                                          <p:val>
                                            <p:fltVal val="-0.28"/>
                                          </p:val>
                                        </p:tav>
                                        <p:tav tm="14821">
                                          <p:val>
                                            <p:fltVal val="15.93"/>
                                          </p:val>
                                        </p:tav>
                                        <p:tav tm="15693">
                                          <p:val>
                                            <p:fltVal val="25.06"/>
                                          </p:val>
                                        </p:tav>
                                        <p:tav tm="16565">
                                          <p:val>
                                            <p:fltVal val="27.98"/>
                                          </p:val>
                                        </p:tav>
                                        <p:tav tm="17437">
                                          <p:val>
                                            <p:fltVal val="26.7"/>
                                          </p:val>
                                        </p:tav>
                                        <p:tav tm="18309">
                                          <p:val>
                                            <p:fltVal val="22.58"/>
                                          </p:val>
                                        </p:tav>
                                        <p:tav tm="20924">
                                          <p:val>
                                            <p:fltVal val="5.73"/>
                                          </p:val>
                                        </p:tav>
                                        <p:tav tm="21796">
                                          <p:val>
                                            <p:fltVal val="1.43"/>
                                          </p:val>
                                        </p:tav>
                                        <p:tav tm="22668">
                                          <p:val>
                                            <p:fltVal val="-1.68"/>
                                          </p:val>
                                        </p:tav>
                                        <p:tav tm="23540">
                                          <p:val>
                                            <p:fltVal val="-3.64"/>
                                          </p:val>
                                        </p:tav>
                                        <p:tav tm="24412">
                                          <p:val>
                                            <p:fltVal val="-4.47"/>
                                          </p:val>
                                        </p:tav>
                                        <p:tav tm="26155">
                                          <p:val>
                                            <p:fltVal val="-3.98"/>
                                          </p:val>
                                        </p:tav>
                                        <p:tav tm="29643">
                                          <p:val>
                                            <p:fltVal val="-0.49"/>
                                          </p:val>
                                        </p:tav>
                                        <p:tav tm="32258">
                                          <p:val>
                                            <p:fltVal val="0.7"/>
                                          </p:val>
                                        </p:tav>
                                        <p:tav tm="34002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1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82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0775"/>
                                          </p:val>
                                        </p:tav>
                                        <p:tav tm="6975">
                                          <p:val>
                                            <p:strVal val="#ppt_x-1.50775"/>
                                          </p:val>
                                        </p:tav>
                                        <p:tav tm="7847">
                                          <p:val>
                                            <p:strVal val="#ppt_x-1.51297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55489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63402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72759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197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9988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9612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0034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027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0346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03115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2033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97614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96491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95679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9517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495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9494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5085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600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96312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9612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609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561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9536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5303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543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6141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61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576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5677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61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6161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9625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650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587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350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908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243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457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597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715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863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1396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543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759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31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756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088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83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86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06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3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82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3595"/>
                                          </p:val>
                                        </p:tav>
                                        <p:tav tm="6975">
                                          <p:val>
                                            <p:strVal val="#ppt_y+0.93595"/>
                                          </p:val>
                                        </p:tav>
                                        <p:tav tm="7847">
                                          <p:val>
                                            <p:strVal val="#ppt_y+0.93066"/>
                                          </p:val>
                                        </p:tav>
                                        <p:tav tm="8718">
                                          <p:val>
                                            <p:strVal val="#ppt_y+0.88812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80783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61943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53808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4758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43304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40889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40133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40488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41587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607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721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8033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8549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877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48636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47706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47391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4757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7518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654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6022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5908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6177"/>
                                          </p:val>
                                        </p:tav>
                                        <p:tav tm="51439">
                                          <p:val>
                                            <p:strVal val="#ppt_y+0.46982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7607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7584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6846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46632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666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7523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764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7841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8342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8199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658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43583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906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3713"/>
                                          </p:val>
                                        </p:tav>
                                        <p:tav tm="72363">
                                          <p:val>
                                            <p:strVal val="#ppt_y+0.2186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607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11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709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917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84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474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315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82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7864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9186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11681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17536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0064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1998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3328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079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31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862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114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163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382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7864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9186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1681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17536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0064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1998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3328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079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314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862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114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163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382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1"/>
                                          </p:val>
                                        </p:tav>
                                        <p:tav tm="6975">
                                          <p:val>
                                            <p:fltVal val="-31"/>
                                          </p:val>
                                        </p:tav>
                                        <p:tav tm="7847">
                                          <p:val>
                                            <p:fltVal val="-30.64"/>
                                          </p:val>
                                        </p:tav>
                                        <p:tav tm="8718">
                                          <p:val>
                                            <p:fltVal val="-27.78"/>
                                          </p:val>
                                        </p:tav>
                                        <p:tav tm="9590">
                                          <p:val>
                                            <p:fltVal val="-22.37"/>
                                          </p:val>
                                        </p:tav>
                                        <p:tav tm="11334">
                                          <p:val>
                                            <p:fltVal val="-9.68"/>
                                          </p:val>
                                        </p:tav>
                                        <p:tav tm="12206">
                                          <p:val>
                                            <p:fltVal val="-4.2"/>
                                          </p:val>
                                        </p:tav>
                                        <p:tav tm="13078">
                                          <p:val>
                                            <p:fltVal val="-0.01"/>
                                          </p:val>
                                        </p:tav>
                                        <p:tav tm="13949">
                                          <p:val>
                                            <p:fltVal val="2.88"/>
                                          </p:val>
                                        </p:tav>
                                        <p:tav tm="14821">
                                          <p:val>
                                            <p:fltVal val="4.51"/>
                                          </p:val>
                                        </p:tav>
                                        <p:tav tm="15693">
                                          <p:val>
                                            <p:fltVal val="5.02"/>
                                          </p:val>
                                        </p:tav>
                                        <p:tav tm="17437">
                                          <p:val>
                                            <p:fltVal val="4.04"/>
                                          </p:val>
                                        </p:tav>
                                        <p:tav tm="20924">
                                          <p:val>
                                            <p:fltVal val="0.25"/>
                                          </p:val>
                                        </p:tav>
                                        <p:tav tm="23540">
                                          <p:val>
                                            <p:fltVal val="-0.8"/>
                                          </p:val>
                                        </p:tav>
                                        <p:tav tm="31386">
                                          <p:val>
                                            <p:fltVal val="0.13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2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382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784"/>
                                          </p:val>
                                        </p:tav>
                                        <p:tav tm="6975">
                                          <p:val>
                                            <p:strVal val="#ppt_x-1.28784"/>
                                          </p:val>
                                        </p:tav>
                                        <p:tav tm="7847">
                                          <p:val>
                                            <p:strVal val="#ppt_x-1.29084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31468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3594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46425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50949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54405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6781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812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853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8336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7724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5229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5459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413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53852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373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3806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54323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54498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54393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442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490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516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5217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5085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4379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43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4755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548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484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4421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5436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54264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401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346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251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07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806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491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3791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449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1585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919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31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93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232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129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223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69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02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82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32604"/>
                                          </p:val>
                                        </p:tav>
                                        <p:tav tm="6975">
                                          <p:val>
                                            <p:strVal val="#ppt_y+1.32604"/>
                                          </p:val>
                                        </p:tav>
                                        <p:tav tm="7847">
                                          <p:val>
                                            <p:strVal val="#ppt_y+1.31608"/>
                                          </p:val>
                                        </p:tav>
                                        <p:tav tm="8718">
                                          <p:val>
                                            <p:strVal val="#ppt_y+1.23694"/>
                                          </p:val>
                                        </p:tav>
                                        <p:tav tm="9590">
                                          <p:val>
                                            <p:strVal val="#ppt_y+1.08845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91293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74035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59013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47539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396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5199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3819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4487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3652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2172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4804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690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8426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9374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9782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49791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4953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47811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47336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47232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4757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7518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654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6022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5908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6177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7607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7584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6846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666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7523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764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7841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8342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8199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658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43583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906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371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607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11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709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917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84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474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315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382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w*0.07868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9199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11696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1755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20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2200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3333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4082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431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86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113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1629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82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7847">
                                          <p:val>
                                            <p:strVal val="#ppt_h*0.07868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9199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11696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1755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20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2200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3333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4082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4314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86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113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1629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82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3"/>
                                          </p:val>
                                        </p:tav>
                                        <p:tav tm="6975">
                                          <p:val>
                                            <p:fltVal val="153"/>
                                          </p:val>
                                        </p:tav>
                                        <p:tav tm="7847">
                                          <p:val>
                                            <p:fltVal val="151.21"/>
                                          </p:val>
                                        </p:tav>
                                        <p:tav tm="8718">
                                          <p:val>
                                            <p:fltVal val="136.97"/>
                                          </p:val>
                                        </p:tav>
                                        <p:tav tm="9590">
                                          <p:val>
                                            <p:fltVal val="110.25"/>
                                          </p:val>
                                        </p:tav>
                                        <p:tav tm="11334">
                                          <p:val>
                                            <p:fltVal val="47.61"/>
                                          </p:val>
                                        </p:tav>
                                        <p:tav tm="12206">
                                          <p:val>
                                            <p:fltVal val="20.58"/>
                                          </p:val>
                                        </p:tav>
                                        <p:tav tm="13078">
                                          <p:val>
                                            <p:fltVal val="-0.07"/>
                                          </p:val>
                                        </p:tav>
                                        <p:tav tm="13949">
                                          <p:val>
                                            <p:fltVal val="-14.27"/>
                                          </p:val>
                                        </p:tav>
                                        <p:tav tm="14821">
                                          <p:val>
                                            <p:fltVal val="-22.28"/>
                                          </p:val>
                                        </p:tav>
                                        <p:tav tm="15693">
                                          <p:val>
                                            <p:fltVal val="-24.76"/>
                                          </p:val>
                                        </p:tav>
                                        <p:tav tm="16565">
                                          <p:val>
                                            <p:fltVal val="-23.56"/>
                                          </p:val>
                                        </p:tav>
                                        <p:tav tm="17437">
                                          <p:val>
                                            <p:fltVal val="-19.9"/>
                                          </p:val>
                                        </p:tav>
                                        <p:tav tm="20052">
                                          <p:val>
                                            <p:fltVal val="-4.99"/>
                                          </p:val>
                                        </p:tav>
                                        <p:tav tm="20924">
                                          <p:val>
                                            <p:fltVal val="-1.21"/>
                                          </p:val>
                                        </p:tav>
                                        <p:tav tm="21796">
                                          <p:val>
                                            <p:fltVal val="1.52"/>
                                          </p:val>
                                        </p:tav>
                                        <p:tav tm="22668">
                                          <p:val>
                                            <p:fltVal val="3.23"/>
                                          </p:val>
                                        </p:tav>
                                        <p:tav tm="23540">
                                          <p:val>
                                            <p:fltVal val="3.97"/>
                                          </p:val>
                                        </p:tav>
                                        <p:tav tm="25283">
                                          <p:val>
                                            <p:fltVal val="3.51"/>
                                          </p:val>
                                        </p:tav>
                                        <p:tav tm="28771">
                                          <p:val>
                                            <p:fltVal val="0.42"/>
                                          </p:val>
                                        </p:tav>
                                        <p:tav tm="31386">
                                          <p:val>
                                            <p:fltVal val="-0.62"/>
                                          </p:val>
                                        </p:tav>
                                        <p:tav tm="33130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67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3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82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056"/>
                                          </p:val>
                                        </p:tav>
                                        <p:tav tm="8718">
                                          <p:val>
                                            <p:strVal val="#ppt_x-1.16074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18375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2358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30227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3707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4317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48089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152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3556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44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436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3668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52652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50471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9587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892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850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829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4824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4833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4899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4925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49241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4912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9162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976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0086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015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999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949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910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9121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9577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970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9688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915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9083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896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865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4811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734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589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37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1166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270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034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840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87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756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9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377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29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36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74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82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49384"/>
                                          </p:val>
                                        </p:tav>
                                        <p:tav tm="8718">
                                          <p:val>
                                            <p:strVal val="#ppt_y+1.49325"/>
                                          </p:val>
                                        </p:tav>
                                        <p:tav tm="9590">
                                          <p:val>
                                            <p:strVal val="#ppt_y+1.41944"/>
                                          </p:val>
                                        </p:tav>
                                        <p:tav tm="10462">
                                          <p:val>
                                            <p:strVal val="#ppt_y+1.25245"/>
                                          </p:val>
                                        </p:tav>
                                        <p:tav tm="11334">
                                          <p:val>
                                            <p:strVal val="#ppt_y+1.0392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81968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6239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46618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559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9078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6274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6491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8718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31978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35597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38975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1811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4394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5272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45952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4610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45843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43708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43315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42893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42922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43296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3241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2364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189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179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2036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33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3301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2637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42445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247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324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335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3532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3982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3847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2382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39648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5533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0669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4624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0143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645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563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435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77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18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341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196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82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w*0.07708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08703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10954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678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19425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2155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3039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391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429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4265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96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2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1642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382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8718">
                                          <p:val>
                                            <p:strVal val="#ppt_h*0.07708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08703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10954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678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19425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2155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3039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391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4294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96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2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642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82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2"/>
                                          </p:val>
                                        </p:tav>
                                        <p:tav tm="8718">
                                          <p:val>
                                            <p:fltVal val="-121.93"/>
                                          </p:val>
                                        </p:tav>
                                        <p:tav tm="9590">
                                          <p:val>
                                            <p:fltVal val="-113.44"/>
                                          </p:val>
                                        </p:tav>
                                        <p:tav tm="10462">
                                          <p:val>
                                            <p:fltVal val="-94.24"/>
                                          </p:val>
                                        </p:tav>
                                        <p:tav tm="11334">
                                          <p:val>
                                            <p:fltVal val="-69.72"/>
                                          </p:val>
                                        </p:tav>
                                        <p:tav tm="12206">
                                          <p:val>
                                            <p:fltVal val="-44.47"/>
                                          </p:val>
                                        </p:tav>
                                        <p:tav tm="13078">
                                          <p:val>
                                            <p:fltVal val="-21.97"/>
                                          </p:val>
                                        </p:tav>
                                        <p:tav tm="13949">
                                          <p:val>
                                            <p:fltVal val="-3.82"/>
                                          </p:val>
                                        </p:tav>
                                        <p:tav tm="14821">
                                          <p:val>
                                            <p:fltVal val="8.86"/>
                                          </p:val>
                                        </p:tav>
                                        <p:tav tm="15693">
                                          <p:val>
                                            <p:fltVal val="16.35"/>
                                          </p:val>
                                        </p:tav>
                                        <p:tav tm="16565">
                                          <p:val>
                                            <p:fltVal val="19.57"/>
                                          </p:val>
                                        </p:tav>
                                        <p:tav tm="17437">
                                          <p:val>
                                            <p:fltVal val="19.32"/>
                                          </p:val>
                                        </p:tav>
                                        <p:tav tm="18309">
                                          <p:val>
                                            <p:fltVal val="16.76"/>
                                          </p:val>
                                        </p:tav>
                                        <p:tav tm="20924">
                                          <p:val>
                                            <p:fltVal val="4.97"/>
                                          </p:val>
                                        </p:tav>
                                        <p:tav tm="21796">
                                          <p:val>
                                            <p:fltVal val="1.71"/>
                                          </p:val>
                                        </p:tav>
                                        <p:tav tm="22668">
                                          <p:val>
                                            <p:fltVal val="-0.74"/>
                                          </p:val>
                                        </p:tav>
                                        <p:tav tm="23540">
                                          <p:val>
                                            <p:fltVal val="-2.27"/>
                                          </p:val>
                                        </p:tav>
                                        <p:tav tm="24412">
                                          <p:val>
                                            <p:fltVal val="-3.06"/>
                                          </p:val>
                                        </p:tav>
                                        <p:tav tm="26155">
                                          <p:val>
                                            <p:fltVal val="-2.93"/>
                                          </p:val>
                                        </p:tav>
                                        <p:tav tm="29643">
                                          <p:val>
                                            <p:fltVal val="-0.47"/>
                                          </p:val>
                                        </p:tav>
                                        <p:tav tm="32258">
                                          <p:val>
                                            <p:fltVal val="0.46"/>
                                          </p:val>
                                        </p:tav>
                                        <p:tav tm="34002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67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46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382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07412"/>
                                          </p:val>
                                        </p:tav>
                                        <p:tav tm="9590">
                                          <p:val>
                                            <p:strVal val="#ppt_x-2.07412"/>
                                          </p:val>
                                        </p:tav>
                                        <p:tav tm="10462">
                                          <p:val>
                                            <p:strVal val="#ppt_x-2.07355"/>
                                          </p:val>
                                        </p:tav>
                                        <p:tav tm="11334">
                                          <p:val>
                                            <p:strVal val="#ppt_x-2.06834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05794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033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02261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01432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00857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053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042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0464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060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119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0134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145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01551"/>
                                          </p:val>
                                        </p:tav>
                                        <p:tav tm="33130">
                                          <p:val>
                                            <p:strVal val="#ppt_x-2.0138"/>
                                          </p:val>
                                        </p:tav>
                                        <p:tav tm="46207">
                                          <p:val>
                                            <p:strVal val="#ppt_x-2.0139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135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075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0435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036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0531"/>
                                          </p:val>
                                        </p:tav>
                                        <p:tav tm="51439">
                                          <p:val>
                                            <p:strVal val="#ppt_x-2.0102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1414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1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0944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081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0833"/>
                                          </p:val>
                                        </p:tav>
                                        <p:tav tm="56670">
                                          <p:val>
                                            <p:strVal val="#ppt_x-2.00977"/>
                                          </p:val>
                                        </p:tav>
                                        <p:tav tm="57541">
                                          <p:val>
                                            <p:strVal val="#ppt_x-2.0120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136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1438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155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1869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122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8681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392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6774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831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9072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958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042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2634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62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194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494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66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94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66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7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921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173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413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23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382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71201"/>
                                          </p:val>
                                        </p:tav>
                                        <p:tav tm="9590">
                                          <p:val>
                                            <p:strVal val="#ppt_y+1.71201"/>
                                          </p:val>
                                        </p:tav>
                                        <p:tav tm="10462">
                                          <p:val>
                                            <p:strVal val="#ppt_y+1.69989"/>
                                          </p:val>
                                        </p:tav>
                                        <p:tav tm="11334">
                                          <p:val>
                                            <p:strVal val="#ppt_y+1.58912"/>
                                          </p:val>
                                        </p:tav>
                                        <p:tav tm="12206">
                                          <p:val>
                                            <p:strVal val="#ppt_y+1.3679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84413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6167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4405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1828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4972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263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346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6471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3059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34933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8927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4213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44472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45953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46588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46635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46263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43676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43239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42782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43296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43241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42364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4189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4179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42036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433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43301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42637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42445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4247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4324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4335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43532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43982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43847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42382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39648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35533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30669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4624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10143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645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3563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435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77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118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341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1196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382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835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9074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154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7403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9946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191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328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4049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31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217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2488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1703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27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82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835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9074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154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7403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9946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191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328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4049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31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1703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82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8"/>
                                          </p:val>
                                        </p:tav>
                                        <p:tav tm="9590">
                                          <p:val>
                                            <p:fltVal val="178"/>
                                          </p:val>
                                        </p:tav>
                                        <p:tav tm="10462">
                                          <p:val>
                                            <p:fltVal val="176.31"/>
                                          </p:val>
                                        </p:tav>
                                        <p:tav tm="11334">
                                          <p:val>
                                            <p:fltVal val="160.9"/>
                                          </p:val>
                                        </p:tav>
                                        <p:tav tm="12206">
                                          <p:val>
                                            <p:fltVal val="130.12"/>
                                          </p:val>
                                        </p:tav>
                                        <p:tav tm="13949">
                                          <p:val>
                                            <p:fltVal val="57.22"/>
                                          </p:val>
                                        </p:tav>
                                        <p:tav tm="14821">
                                          <p:val>
                                            <p:fltVal val="25.57"/>
                                          </p:val>
                                        </p:tav>
                                        <p:tav tm="15693">
                                          <p:val>
                                            <p:fltVal val="1.06"/>
                                          </p:val>
                                        </p:tav>
                                        <p:tav tm="16565">
                                          <p:val>
                                            <p:fltVal val="-15.96"/>
                                          </p:val>
                                        </p:tav>
                                        <p:tav tm="17437">
                                          <p:val>
                                            <p:fltVal val="-25.5"/>
                                          </p:val>
                                        </p:tav>
                                        <p:tav tm="18309">
                                          <p:val>
                                            <p:fltVal val="-28.75"/>
                                          </p:val>
                                        </p:tav>
                                        <p:tav tm="19180">
                                          <p:val>
                                            <p:fltVal val="-27.6"/>
                                          </p:val>
                                        </p:tav>
                                        <p:tav tm="20052">
                                          <p:val>
                                            <p:fltVal val="-23.41"/>
                                          </p:val>
                                        </p:tav>
                                        <p:tav tm="22668">
                                          <p:val>
                                            <p:fltVal val="-6.08"/>
                                          </p:val>
                                        </p:tav>
                                        <p:tav tm="23540">
                                          <p:val>
                                            <p:fltVal val="-1.62"/>
                                          </p:val>
                                        </p:tav>
                                        <p:tav tm="24412">
                                          <p:val>
                                            <p:fltVal val="1.64"/>
                                          </p:val>
                                        </p:tav>
                                        <p:tav tm="25283">
                                          <p:val>
                                            <p:fltVal val="3.7"/>
                                          </p:val>
                                        </p:tav>
                                        <p:tav tm="26155">
                                          <p:val>
                                            <p:fltVal val="4.58"/>
                                          </p:val>
                                        </p:tav>
                                        <p:tav tm="27899">
                                          <p:val>
                                            <p:fltVal val="4.13"/>
                                          </p:val>
                                        </p:tav>
                                        <p:tav tm="31386">
                                          <p:val>
                                            <p:fltVal val="0.53"/>
                                          </p:val>
                                        </p:tav>
                                        <p:tav tm="34002">
                                          <p:val>
                                            <p:fltVal val="-0.72"/>
                                          </p:val>
                                        </p:tav>
                                        <p:tav tm="35745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382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888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26888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2707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3009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36636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44669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28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999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656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6969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7193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283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72692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179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795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693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616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568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5461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5424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5528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6328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6619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6465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66465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647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668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681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675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6459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646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6617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665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6477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645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630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573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437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183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01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3491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55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47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586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42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99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3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0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8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382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4571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94571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94231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88578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76323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61286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46008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2602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1953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4442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0245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8561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8827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0501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2829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1535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7687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961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1042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1938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363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2433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22238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20742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20294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0195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20276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0462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011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1992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988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99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0494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048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0221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0144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015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0464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050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075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0668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9977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8689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6749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445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6893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4781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04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67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5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32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2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82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66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885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1222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7073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9661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171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3166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976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301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2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92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169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37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6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82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766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885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1222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7073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9661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171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3166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97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301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42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927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169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37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56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382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3"/>
                                          </p:val>
                                        </p:tav>
                                        <p:tav tm="9590">
                                          <p:val>
                                            <p:fltVal val="-163"/>
                                          </p:val>
                                        </p:tav>
                                        <p:tav tm="10462">
                                          <p:val>
                                            <p:fltVal val="-162.25"/>
                                          </p:val>
                                        </p:tav>
                                        <p:tav tm="11334">
                                          <p:val>
                                            <p:fltVal val="-149.81"/>
                                          </p:val>
                                        </p:tav>
                                        <p:tav tm="12206">
                                          <p:val>
                                            <p:fltVal val="-122.85"/>
                                          </p:val>
                                        </p:tav>
                                        <p:tav tm="13949">
                                          <p:val>
                                            <p:fltVal val="-56.16"/>
                                          </p:val>
                                        </p:tav>
                                        <p:tav tm="14821">
                                          <p:val>
                                            <p:fltVal val="-26.66"/>
                                          </p:val>
                                        </p:tav>
                                        <p:tav tm="15693">
                                          <p:val>
                                            <p:fltVal val="-3.23"/>
                                          </p:val>
                                        </p:tav>
                                        <p:tav tm="16565">
                                          <p:val>
                                            <p:fltVal val="13.29"/>
                                          </p:val>
                                        </p:tav>
                                        <p:tav tm="17437">
                                          <p:val>
                                            <p:fltVal val="22.53"/>
                                          </p:val>
                                        </p:tav>
                                        <p:tav tm="18309">
                                          <p:val>
                                            <p:fltVal val="26.23"/>
                                          </p:val>
                                        </p:tav>
                                        <p:tav tm="19180">
                                          <p:val>
                                            <p:fltVal val="25.65"/>
                                          </p:val>
                                        </p:tav>
                                        <p:tav tm="20052">
                                          <p:val>
                                            <p:fltVal val="21.96"/>
                                          </p:val>
                                        </p:tav>
                                        <p:tav tm="22668">
                                          <p:val>
                                            <p:fltVal val="6.15"/>
                                          </p:val>
                                        </p:tav>
                                        <p:tav tm="23540">
                                          <p:val>
                                            <p:fltVal val="1.92"/>
                                          </p:val>
                                        </p:tav>
                                        <p:tav tm="24412">
                                          <p:val>
                                            <p:fltVal val="-1.23"/>
                                          </p:val>
                                        </p:tav>
                                        <p:tav tm="25283">
                                          <p:val>
                                            <p:fltVal val="-3.2"/>
                                          </p:val>
                                        </p:tav>
                                        <p:tav tm="26155">
                                          <p:val>
                                            <p:fltVal val="-4.13"/>
                                          </p:val>
                                        </p:tav>
                                        <p:tav tm="27899">
                                          <p:val>
                                            <p:fltVal val="-3.86"/>
                                          </p:val>
                                        </p:tav>
                                        <p:tav tm="31386">
                                          <p:val>
                                            <p:fltVal val="-0.57"/>
                                          </p:val>
                                        </p:tav>
                                        <p:tav tm="34002">
                                          <p:val>
                                            <p:fltVal val="0.64"/>
                                          </p:val>
                                        </p:tav>
                                        <p:tav tm="35745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67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6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82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2305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52305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5274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55879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61473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8058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7446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004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4252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87118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8873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89202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88914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8813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6024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50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427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83718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83375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3228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3232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3334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397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4186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405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404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8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3708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3764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4062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405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390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86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4044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40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4215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360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164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799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249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994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885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588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54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55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62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6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91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71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1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0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0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82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7505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97505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96447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88835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75264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5929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43742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0212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0009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3056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9146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800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8698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058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1571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8071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996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1305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213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492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248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22235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20679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0427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0168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20392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0484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0462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011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1992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988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99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0494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048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0221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015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0464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050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075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0668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9977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8689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6749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445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6893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4781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04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67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5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32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2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382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896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931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1829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768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0194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2088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3379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4105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318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83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097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1694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29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382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896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931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1829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768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0194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2088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3379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4105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318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837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097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1694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1629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82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0"/>
                                          </p:val>
                                        </p:tav>
                                        <p:tav tm="9590">
                                          <p:val>
                                            <p:fltVal val="-130"/>
                                          </p:val>
                                        </p:tav>
                                        <p:tav tm="10462">
                                          <p:val>
                                            <p:fltVal val="-128.22"/>
                                          </p:val>
                                        </p:tav>
                                        <p:tav tm="11334">
                                          <p:val>
                                            <p:fltVal val="-115.37"/>
                                          </p:val>
                                        </p:tav>
                                        <p:tav tm="12206">
                                          <p:val>
                                            <p:fltVal val="-92.46"/>
                                          </p:val>
                                        </p:tav>
                                        <p:tav tm="13078">
                                          <p:val>
                                            <p:fltVal val="-65.5"/>
                                          </p:val>
                                        </p:tav>
                                        <p:tav tm="13949">
                                          <p:val>
                                            <p:fltVal val="-39.26"/>
                                          </p:val>
                                        </p:tav>
                                        <p:tav tm="14821">
                                          <p:val>
                                            <p:fltVal val="-16.42"/>
                                          </p:val>
                                        </p:tav>
                                        <p:tav tm="15693">
                                          <p:val>
                                            <p:fltVal val="0.8"/>
                                          </p:val>
                                        </p:tav>
                                        <p:tav tm="16565">
                                          <p:val>
                                            <p:fltVal val="12.54"/>
                                          </p:val>
                                        </p:tav>
                                        <p:tav tm="17437">
                                          <p:val>
                                            <p:fltVal val="19.14"/>
                                          </p:val>
                                        </p:tav>
                                        <p:tav tm="18309">
                                          <p:val>
                                            <p:fltVal val="21.07"/>
                                          </p:val>
                                        </p:tav>
                                        <p:tav tm="19180">
                                          <p:val>
                                            <p:fltVal val="19.89"/>
                                          </p:val>
                                        </p:tav>
                                        <p:tav tm="20052">
                                          <p:val>
                                            <p:fltVal val="16.7"/>
                                          </p:val>
                                        </p:tav>
                                        <p:tav tm="22668">
                                          <p:val>
                                            <p:fltVal val="4.07"/>
                                          </p:val>
                                        </p:tav>
                                        <p:tav tm="23540">
                                          <p:val>
                                            <p:fltVal val="0.88"/>
                                          </p:val>
                                        </p:tav>
                                        <p:tav tm="24412">
                                          <p:val>
                                            <p:fltVal val="-1.38"/>
                                          </p:val>
                                        </p:tav>
                                        <p:tav tm="25283">
                                          <p:val>
                                            <p:fltVal val="-2.79"/>
                                          </p:val>
                                        </p:tav>
                                        <p:tav tm="26155">
                                          <p:val>
                                            <p:fltVal val="-3.39"/>
                                          </p:val>
                                        </p:tav>
                                        <p:tav tm="27899">
                                          <p:val>
                                            <p:fltVal val="-2.95"/>
                                          </p:val>
                                        </p:tav>
                                        <p:tav tm="31386">
                                          <p:val>
                                            <p:fltVal val="-0.33"/>
                                          </p:val>
                                        </p:tav>
                                        <p:tav tm="34002">
                                          <p:val>
                                            <p:fltVal val="0.53"/>
                                          </p:val>
                                        </p:tav>
                                        <p:tav tm="35745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67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7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382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733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12733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14111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19039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26098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33675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40751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4652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079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3544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4791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4983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5441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335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093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9894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910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855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4825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48163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48212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48937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49252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49279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4912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9162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976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0086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015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999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949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910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9121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9577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970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9688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915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9083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896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865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4811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734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589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37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1166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270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034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840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87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756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9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377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29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36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74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382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1653"/>
                                          </p:val>
                                        </p:tav>
                                        <p:tav tm="9590">
                                          <p:val>
                                            <p:strVal val="#ppt_y-0.81653"/>
                                          </p:val>
                                        </p:tav>
                                        <p:tav tm="10462">
                                          <p:val>
                                            <p:strVal val="#ppt_y-0.77308"/>
                                          </p:val>
                                        </p:tav>
                                        <p:tav tm="11334">
                                          <p:val>
                                            <p:strVal val="#ppt_y-0.61773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39519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15631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0667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2487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8338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47007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50937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5154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9751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6423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38767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549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2998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31278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30341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30043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30197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30665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32481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32938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33269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33559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33073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33033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3239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320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31975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32152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33091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3307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32591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32451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32473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3303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33117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33245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33575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33459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32341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30255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7115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340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11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774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925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71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095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902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023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913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82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8242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10178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871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0978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265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373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4227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30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079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2302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1659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382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959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8242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10178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871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0978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265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373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422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4079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2302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1659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382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7"/>
                                          </p:val>
                                        </p:tav>
                                        <p:tav tm="9590">
                                          <p:val>
                                            <p:fltVal val="-47"/>
                                          </p:val>
                                        </p:tav>
                                        <p:tav tm="10462">
                                          <p:val>
                                            <p:fltVal val="-45.22"/>
                                          </p:val>
                                        </p:tav>
                                        <p:tav tm="11334">
                                          <p:val>
                                            <p:fltVal val="-38.86"/>
                                          </p:val>
                                        </p:tav>
                                        <p:tav tm="13949">
                                          <p:val>
                                            <p:fltVal val="-10.81"/>
                                          </p:val>
                                        </p:tav>
                                        <p:tav tm="14821">
                                          <p:val>
                                            <p:fltVal val="-3.36"/>
                                          </p:val>
                                        </p:tav>
                                        <p:tav tm="15693">
                                          <p:val>
                                            <p:fltVal val="2.16"/>
                                          </p:val>
                                        </p:tav>
                                        <p:tav tm="16565">
                                          <p:val>
                                            <p:fltVal val="5.71"/>
                                          </p:val>
                                        </p:tav>
                                        <p:tav tm="17437">
                                          <p:val>
                                            <p:fltVal val="7.32"/>
                                          </p:val>
                                        </p:tav>
                                        <p:tav tm="18309">
                                          <p:val>
                                            <p:fltVal val="7.57"/>
                                          </p:val>
                                        </p:tav>
                                        <p:tav tm="19180">
                                          <p:val>
                                            <p:fltVal val="6.83"/>
                                          </p:val>
                                        </p:tav>
                                        <p:tav tm="21796">
                                          <p:val>
                                            <p:fltVal val="2.33"/>
                                          </p:val>
                                        </p:tav>
                                        <p:tav tm="23540">
                                          <p:val>
                                            <p:fltVal val="-0.03"/>
                                          </p:val>
                                        </p:tav>
                                        <p:tav tm="24412">
                                          <p:val>
                                            <p:fltVal val="-0.74"/>
                                          </p:val>
                                        </p:tav>
                                        <p:tav tm="26155">
                                          <p:val>
                                            <p:fltVal val="-1.24"/>
                                          </p:val>
                                        </p:tav>
                                        <p:tav tm="34002">
                                          <p:val>
                                            <p:fltVal val="0.2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67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8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382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24875"/>
                                          </p:val>
                                        </p:tav>
                                        <p:tav tm="10462">
                                          <p:val>
                                            <p:strVal val="#ppt_x-2.24875"/>
                                          </p:val>
                                        </p:tav>
                                        <p:tav tm="11334">
                                          <p:val>
                                            <p:strVal val="#ppt_x-2.23482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19976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15298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1042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06013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02417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99902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98349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9764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9765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9810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037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01016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149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18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0197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01969"/>
                                          </p:val>
                                        </p:tav>
                                        <p:tav tm="31386">
                                          <p:val>
                                            <p:strVal val="#ppt_x-2.01498"/>
                                          </p:val>
                                        </p:tav>
                                        <p:tav tm="34002">
                                          <p:val>
                                            <p:strVal val="#ppt_x-2.0131"/>
                                          </p:val>
                                        </p:tav>
                                        <p:tav tm="35745">
                                          <p:val>
                                            <p:strVal val="#ppt_x-2.0139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135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075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0435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036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0531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1414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1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0944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081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083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136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1438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155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1869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122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8681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392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6774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831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9072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958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042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2634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62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194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494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66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94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66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7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921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173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382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8518"/>
                                          </p:val>
                                        </p:tav>
                                        <p:tav tm="10462">
                                          <p:val>
                                            <p:strVal val="#ppt_y-0.88518"/>
                                          </p:val>
                                        </p:tav>
                                        <p:tav tm="11334">
                                          <p:val>
                                            <p:strVal val="#ppt_y-0.81307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63147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38924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13699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09165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778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40813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48856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525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52438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50105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6454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2309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838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5044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32555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30929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30066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9854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3011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32549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33014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33522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33588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33073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33033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32392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3205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31975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32152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33091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3307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32591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32451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32473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3303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33117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33245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33575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33459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32341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30255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7115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340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11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774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925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71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1095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902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1023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913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382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8548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0684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6499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9188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1378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291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856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28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278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003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232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46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3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382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8548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0684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9188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1378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291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85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287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003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232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46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53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82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1"/>
                                          </p:val>
                                        </p:tav>
                                        <p:tav tm="10462">
                                          <p:val>
                                            <p:fltVal val="51"/>
                                          </p:val>
                                        </p:tav>
                                        <p:tav tm="11334">
                                          <p:val>
                                            <p:fltVal val="47.98"/>
                                          </p:val>
                                        </p:tav>
                                        <p:tav tm="12206">
                                          <p:val>
                                            <p:fltVal val="40.36"/>
                                          </p:val>
                                        </p:tav>
                                        <p:tav tm="13949">
                                          <p:val>
                                            <p:fltVal val="19.62"/>
                                          </p:val>
                                        </p:tav>
                                        <p:tav tm="14821">
                                          <p:val>
                                            <p:fltVal val="10.03"/>
                                          </p:val>
                                        </p:tav>
                                        <p:tav tm="15693">
                                          <p:val>
                                            <p:fltVal val="2.22"/>
                                          </p:val>
                                        </p:tav>
                                        <p:tav tm="16565">
                                          <p:val>
                                            <p:fltVal val="-3.25"/>
                                          </p:val>
                                        </p:tav>
                                        <p:tav tm="17437">
                                          <p:val>
                                            <p:fltVal val="-6.62"/>
                                          </p:val>
                                        </p:tav>
                                        <p:tav tm="18309">
                                          <p:val>
                                            <p:fltVal val="-8.16"/>
                                          </p:val>
                                        </p:tav>
                                        <p:tav tm="19180">
                                          <p:val>
                                            <p:fltVal val="-8.12"/>
                                          </p:val>
                                        </p:tav>
                                        <p:tav tm="20052">
                                          <p:val>
                                            <p:fltVal val="-7.14"/>
                                          </p:val>
                                        </p:tav>
                                        <p:tav tm="22668">
                                          <p:val>
                                            <p:fltVal val="-2.23"/>
                                          </p:val>
                                        </p:tav>
                                        <p:tav tm="24412">
                                          <p:val>
                                            <p:fltVal val="0.22"/>
                                          </p:val>
                                        </p:tav>
                                        <p:tav tm="25283">
                                          <p:val>
                                            <p:fltVal val="0.9"/>
                                          </p:val>
                                        </p:tav>
                                        <p:tav tm="27027">
                                          <p:val>
                                            <p:fltVal val="1.35"/>
                                          </p:val>
                                        </p:tav>
                                        <p:tav tm="34874">
                                          <p:val>
                                            <p:fltVal val="-0.22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67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9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382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21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x-2.21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20577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18573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1568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12555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09622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0720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5411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42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371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361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3843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4274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0527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570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604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06273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06441"/>
                                          </p:val>
                                        </p:tav>
                                        <p:tav tm="34874">
                                          <p:val>
                                            <p:strVal val="#ppt_x-2.05992"/>
                                          </p:val>
                                        </p:tav>
                                        <p:tav tm="36617">
                                          <p:val>
                                            <p:strVal val="#ppt_x-2.0604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6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529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4912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4828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5024"/>
                                          </p:val>
                                        </p:tav>
                                        <p:tav tm="51439">
                                          <p:val>
                                            <p:strVal val="#ppt_x-2.0561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6065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6048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5511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535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538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600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6093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6235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6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595"/>
                                          </p:val>
                                        </p:tav>
                                        <p:tav tm="68003">
                                          <p:val>
                                            <p:strVal val="#ppt_x-2.0324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819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90602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8162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71803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6172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2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372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691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57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64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57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81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52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557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79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121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377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22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382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98026"/>
                                          </p:val>
                                        </p:tav>
                                        <p:tav tm="11334">
                                          <p:val>
                                            <p:strVal val="#ppt_y-0.98026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93812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7692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526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26197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01481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885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34009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43717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8289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912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723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3592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5128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31499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869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675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5694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25334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5484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25994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7998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2851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8883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29213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2867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8644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8105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78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775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7903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8693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8681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827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8154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8173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8647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87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882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91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8993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8025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6217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3496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028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967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6707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26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94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782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887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82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8176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10082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859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0891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2602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69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213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094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2318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63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82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8176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10082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859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0891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2602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69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4213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30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094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2318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1663"/>
                                          </p:val>
                                        </p:tav>
                                        <p:tav tm="34874">
                                          <p:val>
                                            <p:strVal val="#ppt_h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82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"/>
                                          </p:val>
                                        </p:tav>
                                        <p:tav tm="11334">
                                          <p:val>
                                            <p:fltVal val="13"/>
                                          </p:val>
                                        </p:tav>
                                        <p:tav tm="12206">
                                          <p:val>
                                            <p:fltVal val="12.57"/>
                                          </p:val>
                                        </p:tav>
                                        <p:tav tm="13078">
                                          <p:val>
                                            <p:fltVal val="10.83"/>
                                          </p:val>
                                        </p:tav>
                                        <p:tav tm="15693">
                                          <p:val>
                                            <p:fltVal val="3.09"/>
                                          </p:val>
                                        </p:tav>
                                        <p:tav tm="16565">
                                          <p:val>
                                            <p:fltVal val="1.01"/>
                                          </p:val>
                                        </p:tav>
                                        <p:tav tm="17437">
                                          <p:val>
                                            <p:fltVal val="-0.55"/>
                                          </p:val>
                                        </p:tav>
                                        <p:tav tm="19180">
                                          <p:val>
                                            <p:fltVal val="-2.01"/>
                                          </p:val>
                                        </p:tav>
                                        <p:tav tm="20924">
                                          <p:val>
                                            <p:fltVal val="-1.9"/>
                                          </p:val>
                                        </p:tav>
                                        <p:tav tm="25283">
                                          <p:val>
                                            <p:fltVal val="0"/>
                                          </p:val>
                                        </p:tav>
                                        <p:tav tm="27899">
                                          <p:val>
                                            <p:fltVal val="0.34"/>
                                          </p:val>
                                        </p:tav>
                                        <p:tav tm="35745">
                                          <p:val>
                                            <p:fltVal val="-0.05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67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0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382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3616"/>
                                          </p:val>
                                        </p:tav>
                                        <p:tav tm="11334">
                                          <p:val>
                                            <p:strVal val="#ppt_x-2.1354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08687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97744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83832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69531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6802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46556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39388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3518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333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33531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34996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3712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3948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168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352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4491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45772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46211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46306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4613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44743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44487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44213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44239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4447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4521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5231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5609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569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549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4456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4472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501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516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514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4517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4428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4285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392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433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277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162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3990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113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29254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770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494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60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6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677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43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382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81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02508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04349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08495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13766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19185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4008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789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30606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32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32882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32825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3227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9736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9038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8513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8187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8021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805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8577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28778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28678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867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8644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8105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78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775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7903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8693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8681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827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8154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8173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8647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87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882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91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8993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8025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6217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3496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028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967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6707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26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94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782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887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791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31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82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7714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872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10983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6818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9451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15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052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92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29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3961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2197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41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382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7714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872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10983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6818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9451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15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052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923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429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264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3961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2197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1641"/>
                                          </p:val>
                                        </p:tav>
                                        <p:tav tm="34874">
                                          <p:val>
                                            <p:strVal val="#ppt_h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82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3"/>
                                          </p:val>
                                        </p:tav>
                                        <p:tav tm="11334">
                                          <p:val>
                                            <p:fltVal val="-82.92"/>
                                          </p:val>
                                        </p:tav>
                                        <p:tav tm="12206">
                                          <p:val>
                                            <p:fltVal val="-77.08"/>
                                          </p:val>
                                        </p:tav>
                                        <p:tav tm="13078">
                                          <p:val>
                                            <p:fltVal val="-63.95"/>
                                          </p:val>
                                        </p:tav>
                                        <p:tav tm="14821">
                                          <p:val>
                                            <p:fltVal val="-30.08"/>
                                          </p:val>
                                        </p:tav>
                                        <p:tav tm="15693">
                                          <p:val>
                                            <p:fltVal val="-14.8"/>
                                          </p:val>
                                        </p:tav>
                                        <p:tav tm="16565">
                                          <p:val>
                                            <p:fltVal val="-2.5"/>
                                          </p:val>
                                        </p:tav>
                                        <p:tav tm="17437">
                                          <p:val>
                                            <p:fltVal val="6.11"/>
                                          </p:val>
                                        </p:tav>
                                        <p:tav tm="18309">
                                          <p:val>
                                            <p:fltVal val="11.16"/>
                                          </p:val>
                                        </p:tav>
                                        <p:tav tm="19180">
                                          <p:val>
                                            <p:fltVal val="13.32"/>
                                          </p:val>
                                        </p:tav>
                                        <p:tav tm="20052">
                                          <p:val>
                                            <p:fltVal val="13.14"/>
                                          </p:val>
                                        </p:tav>
                                        <p:tav tm="20924">
                                          <p:val>
                                            <p:fltVal val="11.38"/>
                                          </p:val>
                                        </p:tav>
                                        <p:tav tm="23540">
                                          <p:val>
                                            <p:fltVal val="3.35"/>
                                          </p:val>
                                        </p:tav>
                                        <p:tav tm="24412">
                                          <p:val>
                                            <p:fltVal val="1.14"/>
                                          </p:val>
                                        </p:tav>
                                        <p:tav tm="25283">
                                          <p:val>
                                            <p:fltVal val="-0.52"/>
                                          </p:val>
                                        </p:tav>
                                        <p:tav tm="27027">
                                          <p:val>
                                            <p:fltVal val="-2.08"/>
                                          </p:val>
                                        </p:tav>
                                        <p:tav tm="28771">
                                          <p:val>
                                            <p:fltVal val="-1.99"/>
                                          </p:val>
                                        </p:tav>
                                        <p:tav tm="32258">
                                          <p:val>
                                            <p:fltVal val="-0.32"/>
                                          </p:val>
                                        </p:tav>
                                        <p:tav tm="34874">
                                          <p:val>
                                            <p:fltVal val="0.32"/>
                                          </p:val>
                                        </p:tav>
                                        <p:tav tm="36617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67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1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382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83632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83632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83941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5685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88345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91351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9419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96607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98441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9960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021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037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0186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9979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841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9807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7843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765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98081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98035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8002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7477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9719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7135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728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97714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805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8038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764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9752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7544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800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8071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9817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844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7812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537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083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400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5929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709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803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928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1844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571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917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38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72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03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77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80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01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1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44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5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382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19439"/>
                                          </p:val>
                                        </p:tav>
                                        <p:tav tm="10462">
                                          <p:val>
                                            <p:strVal val="#ppt_y+1.19439"/>
                                          </p:val>
                                        </p:tav>
                                        <p:tav tm="11334">
                                          <p:val>
                                            <p:strVal val="#ppt_y+1.17391"/>
                                          </p:val>
                                        </p:tav>
                                        <p:tav tm="12206">
                                          <p:val>
                                            <p:strVal val="#ppt_y+1.05838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88222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68314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4946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3498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1352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3665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9601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852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09797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2359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8722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1537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3768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5313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6201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6557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26488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6131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24627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4222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23923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23647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24045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4045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4018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3585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335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330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3423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4057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4047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372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36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402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4075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4161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4384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4286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3474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196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9681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6987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81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5618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57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795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655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663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82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800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9739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819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0583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240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556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16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136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376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77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46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382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800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9739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819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0583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2404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55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16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136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376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77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46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82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5"/>
                                          </p:val>
                                        </p:tav>
                                        <p:tav tm="10462">
                                          <p:val>
                                            <p:fltVal val="45"/>
                                          </p:val>
                                        </p:tav>
                                        <p:tav tm="11334">
                                          <p:val>
                                            <p:fltVal val="44.03"/>
                                          </p:val>
                                        </p:tav>
                                        <p:tav tm="12206">
                                          <p:val>
                                            <p:fltVal val="38.58"/>
                                          </p:val>
                                        </p:tav>
                                        <p:tav tm="13078">
                                          <p:val>
                                            <p:fltVal val="30.27"/>
                                          </p:val>
                                        </p:tav>
                                        <p:tav tm="14821">
                                          <p:val>
                                            <p:fltVal val="11.99"/>
                                          </p:val>
                                        </p:tav>
                                        <p:tav tm="15693">
                                          <p:val>
                                            <p:fltVal val="4.46"/>
                                          </p:val>
                                        </p:tav>
                                        <p:tav tm="16565">
                                          <p:val>
                                            <p:fltVal val="-1.27"/>
                                          </p:val>
                                        </p:tav>
                                        <p:tav tm="17437">
                                          <p:val>
                                            <p:fltVal val="-4.9"/>
                                          </p:val>
                                        </p:tav>
                                        <p:tav tm="18309">
                                          <p:val>
                                            <p:fltVal val="-6.81"/>
                                          </p:val>
                                        </p:tav>
                                        <p:tav tm="19180">
                                          <p:val>
                                            <p:fltVal val="-7.32"/>
                                          </p:val>
                                        </p:tav>
                                        <p:tav tm="20052">
                                          <p:val>
                                            <p:fltVal val="-6.72"/>
                                          </p:val>
                                        </p:tav>
                                        <p:tav tm="24412">
                                          <p:val>
                                            <p:fltVal val="-0.13"/>
                                          </p:val>
                                        </p:tav>
                                        <p:tav tm="27027">
                                          <p:val>
                                            <p:fltVal val="1.19"/>
                                          </p:val>
                                        </p:tav>
                                        <p:tav tm="34874">
                                          <p:val>
                                            <p:fltVal val="-0.19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67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2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82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269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15269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15718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1921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25727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33416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4096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4753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2539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5976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7918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85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5821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7316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484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53692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277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211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169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1521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51518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51633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5238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52638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5248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251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3044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332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3385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324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5280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2471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248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2881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5299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2977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2516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5245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52344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2075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152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064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898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6498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3556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3703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3848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113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890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156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86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3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276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71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0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82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80471"/>
                                          </p:val>
                                        </p:tav>
                                        <p:tav tm="9590">
                                          <p:val>
                                            <p:strVal val="#ppt_y+0.80471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7979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74484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64615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52958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4151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1555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3964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8753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581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4911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536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6722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047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2216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36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4614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5239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550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551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25338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24197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23884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3814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24045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4018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3585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335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3304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3423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4057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4047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37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3625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364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402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4075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4161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4384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4286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3474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196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9681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6987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81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5618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57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795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655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663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82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872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921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1718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7573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2009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202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3341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4087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31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856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11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1697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382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872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921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1718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7573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2009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202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3341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4087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31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856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11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1697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58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82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9"/>
                                          </p:val>
                                        </p:tav>
                                        <p:tav tm="9590">
                                          <p:val>
                                            <p:fltVal val="99"/>
                                          </p:val>
                                        </p:tav>
                                        <p:tav tm="10462">
                                          <p:val>
                                            <p:fltVal val="97.81"/>
                                          </p:val>
                                        </p:tav>
                                        <p:tav tm="11334">
                                          <p:val>
                                            <p:fltVal val="88.5"/>
                                          </p:val>
                                        </p:tav>
                                        <p:tav tm="12206">
                                          <p:val>
                                            <p:fltVal val="71.18"/>
                                          </p:val>
                                        </p:tav>
                                        <p:tav tm="13949">
                                          <p:val>
                                            <p:fltVal val="30.65"/>
                                          </p:val>
                                        </p:tav>
                                        <p:tav tm="14821">
                                          <p:val>
                                            <p:fltVal val="13.18"/>
                                          </p:val>
                                        </p:tav>
                                        <p:tav tm="15693">
                                          <p:val>
                                            <p:fltVal val="-0.14"/>
                                          </p:val>
                                        </p:tav>
                                        <p:tav tm="16565">
                                          <p:val>
                                            <p:fltVal val="-9.28"/>
                                          </p:val>
                                        </p:tav>
                                        <p:tav tm="17437">
                                          <p:val>
                                            <p:fltVal val="-14.45"/>
                                          </p:val>
                                        </p:tav>
                                        <p:tav tm="18309">
                                          <p:val>
                                            <p:fltVal val="-16.02"/>
                                          </p:val>
                                        </p:tav>
                                        <p:tav tm="19180">
                                          <p:val>
                                            <p:fltVal val="-15.23"/>
                                          </p:val>
                                        </p:tav>
                                        <p:tav tm="20052">
                                          <p:val>
                                            <p:fltVal val="-12.85"/>
                                          </p:val>
                                        </p:tav>
                                        <p:tav tm="22668">
                                          <p:val>
                                            <p:fltVal val="-3.21"/>
                                          </p:val>
                                        </p:tav>
                                        <p:tav tm="23540">
                                          <p:val>
                                            <p:fltVal val="-0.76"/>
                                          </p:val>
                                        </p:tav>
                                        <p:tav tm="24412">
                                          <p:val>
                                            <p:fltVal val="1"/>
                                          </p:val>
                                        </p:tav>
                                        <p:tav tm="25283">
                                          <p:val>
                                            <p:fltVal val="2.1"/>
                                          </p:val>
                                        </p:tav>
                                        <p:tav tm="26155">
                                          <p:val>
                                            <p:fltVal val="2.57"/>
                                          </p:val>
                                        </p:tav>
                                        <p:tav tm="27899">
                                          <p:val>
                                            <p:fltVal val="2.27"/>
                                          </p:val>
                                        </p:tav>
                                        <p:tav tm="31386">
                                          <p:val>
                                            <p:fltVal val="0.27"/>
                                          </p:val>
                                        </p:tav>
                                        <p:tav tm="34002">
                                          <p:val>
                                            <p:fltVal val="-0.4"/>
                                          </p:val>
                                        </p:tav>
                                        <p:tav tm="35745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3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382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2238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2223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22345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26767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36642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49103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61881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73222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82326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8870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92416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93983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9383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9250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905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848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8652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8488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365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288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2502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82422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2577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3823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4292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84261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8405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404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8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370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406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86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4044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40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4215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360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164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799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249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994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885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588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54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55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62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6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91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71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1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0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0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382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0171"/>
                                          </p:val>
                                        </p:tav>
                                        <p:tav tm="11334">
                                          <p:val>
                                            <p:strVal val="#ppt_y-0.40171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40076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36162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27422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16393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05083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0495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3013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866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1943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33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3197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20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032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846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6725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527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14185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13509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13169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13098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13235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14338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14538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14753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14725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14544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14531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143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4178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4237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1455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14545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14383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14337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14532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1455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14711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14631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4143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3231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1857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0234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488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338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2153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18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47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447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82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7725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8748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1032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6871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949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16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076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934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296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262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95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191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641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2055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82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725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8748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1032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6871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9494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1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076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934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296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395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2191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641"/>
                                          </p:val>
                                        </p:tav>
                                        <p:tav tm="35745">
                                          <p:val>
                                            <p:strVal val="#ppt_h*0.2205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82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"/>
                                          </p:val>
                                        </p:tav>
                                        <p:tav tm="12206">
                                          <p:val>
                                            <p:fltVal val="-50.91"/>
                                          </p:val>
                                        </p:tav>
                                        <p:tav tm="13078">
                                          <p:val>
                                            <p:fltVal val="-47.26"/>
                                          </p:val>
                                        </p:tav>
                                        <p:tav tm="13949">
                                          <p:val>
                                            <p:fltVal val="-39.12"/>
                                          </p:val>
                                        </p:tav>
                                        <p:tav tm="15693">
                                          <p:val>
                                            <p:fltVal val="-18.29"/>
                                          </p:val>
                                        </p:tav>
                                        <p:tav tm="16565">
                                          <p:val>
                                            <p:fltVal val="-8.94"/>
                                          </p:val>
                                        </p:tav>
                                        <p:tav tm="17437">
                                          <p:val>
                                            <p:fltVal val="-1.43"/>
                                          </p:val>
                                        </p:tav>
                                        <p:tav tm="18309">
                                          <p:val>
                                            <p:fltVal val="3.84"/>
                                          </p:val>
                                        </p:tav>
                                        <p:tav tm="19180">
                                          <p:val>
                                            <p:fltVal val="6.9"/>
                                          </p:val>
                                        </p:tav>
                                        <p:tav tm="20052">
                                          <p:val>
                                            <p:fltVal val="8.19"/>
                                          </p:val>
                                        </p:tav>
                                        <p:tav tm="20924">
                                          <p:val>
                                            <p:fltVal val="8.07"/>
                                          </p:val>
                                        </p:tav>
                                        <p:tav tm="21796">
                                          <p:val>
                                            <p:fltVal val="6.97"/>
                                          </p:val>
                                        </p:tav>
                                        <p:tav tm="25283">
                                          <p:val>
                                            <p:fltVal val="0.68"/>
                                          </p:val>
                                        </p:tav>
                                        <p:tav tm="26155">
                                          <p:val>
                                            <p:fltVal val="-0.33"/>
                                          </p:val>
                                        </p:tav>
                                        <p:tav tm="27899">
                                          <p:val>
                                            <p:fltVal val="-1.28"/>
                                          </p:val>
                                        </p:tav>
                                        <p:tav tm="35745">
                                          <p:val>
                                            <p:fltVal val="0.2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67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4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382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631"/>
                                          </p:val>
                                        </p:tav>
                                        <p:tav tm="9590">
                                          <p:val>
                                            <p:strVal val="#ppt_x-1.24631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24863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28121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3512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4363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225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9785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65749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69954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72288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3203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7302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207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801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6936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613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5634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5401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536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5479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6324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657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6629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6465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66465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647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668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681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675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6459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646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6617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665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6477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645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630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573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437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183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01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3491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55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47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586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42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99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3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0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8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82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7339"/>
                                          </p:val>
                                        </p:tav>
                                        <p:tav tm="9590">
                                          <p:val>
                                            <p:strVal val="#ppt_y-0.37339"/>
                                          </p:val>
                                        </p:tav>
                                        <p:tav tm="10462">
                                          <p:val>
                                            <p:strVal val="#ppt_y-0.37051"/>
                                          </p:val>
                                        </p:tav>
                                        <p:tav tm="11334">
                                          <p:val>
                                            <p:strVal val="#ppt_y-0.3301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2433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13775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0308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0626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13656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8871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1766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29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2684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1503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6466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5128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4136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3513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13224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13181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1332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14369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1468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14747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14544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14531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143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4178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4237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1455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14545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14383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14337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14532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1455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14711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14631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4143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3231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1857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0234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488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338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2153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18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47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447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82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79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8893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1286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7141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971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175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3193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99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30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244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918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161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36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6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382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779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8893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1286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7141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971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175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3193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99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303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918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161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36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56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82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5"/>
                                          </p:val>
                                        </p:tav>
                                        <p:tav tm="10462">
                                          <p:val>
                                            <p:fltVal val="-54.69"/>
                                          </p:val>
                                        </p:tav>
                                        <p:tav tm="11334">
                                          <p:val>
                                            <p:fltVal val="-50.41"/>
                                          </p:val>
                                        </p:tav>
                                        <p:tav tm="12206">
                                          <p:val>
                                            <p:fltVal val="-41.21"/>
                                          </p:val>
                                        </p:tav>
                                        <p:tav tm="13949">
                                          <p:val>
                                            <p:fltVal val="-18.69"/>
                                          </p:val>
                                        </p:tav>
                                        <p:tav tm="14821">
                                          <p:val>
                                            <p:fltVal val="-8.78"/>
                                          </p:val>
                                        </p:tav>
                                        <p:tav tm="15693">
                                          <p:val>
                                            <p:fltVal val="-0.94"/>
                                          </p:val>
                                        </p:tav>
                                        <p:tav tm="16565">
                                          <p:val>
                                            <p:fltVal val="4.59"/>
                                          </p:val>
                                        </p:tav>
                                        <p:tav tm="17437">
                                          <p:val>
                                            <p:fltVal val="7.66"/>
                                          </p:val>
                                        </p:tav>
                                        <p:tav tm="18309">
                                          <p:val>
                                            <p:fltVal val="8.86"/>
                                          </p:val>
                                        </p:tav>
                                        <p:tav tm="19180">
                                          <p:val>
                                            <p:fltVal val="8.63"/>
                                          </p:val>
                                        </p:tav>
                                        <p:tav tm="20052">
                                          <p:val>
                                            <p:fltVal val="7.38"/>
                                          </p:val>
                                        </p:tav>
                                        <p:tav tm="23540">
                                          <p:val>
                                            <p:fltVal val="0.62"/>
                                          </p:val>
                                        </p:tav>
                                        <p:tav tm="24412">
                                          <p:val>
                                            <p:fltVal val="-0.43"/>
                                          </p:val>
                                        </p:tav>
                                        <p:tav tm="26155">
                                          <p:val>
                                            <p:fltVal val="-1.4"/>
                                          </p:val>
                                        </p:tav>
                                        <p:tav tm="34002">
                                          <p:val>
                                            <p:fltVal val="0.22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67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5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382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4954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94954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9218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84216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73105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1425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06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41936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3564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31676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29869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29754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3073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3239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36137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3771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3889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3968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40124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4023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40139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3901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38796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38642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38511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38751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3875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3880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3964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009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019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3996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3926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38726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3874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39383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39567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39538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3879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38693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3852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3715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3636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35188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3379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29193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2790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68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02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41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77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61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382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3444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33444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33271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32771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0667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012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972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9476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9363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941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9855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30006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9907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2992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9885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9316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901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8947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9104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9936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9924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9493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9369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9388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9888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9959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3007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30365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30256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9245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7358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4519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1163"/>
                                          </p:val>
                                        </p:tav>
                                        <p:tav tm="72363">
                                          <p:val>
                                            <p:strVal val="#ppt_y+0.1372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0091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6999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453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45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9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816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925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825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1543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82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8404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043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896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119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2791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8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26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039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263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51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82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8404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043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896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119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2791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8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26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039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263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51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82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5"/>
                                          </p:val>
                                        </p:tav>
                                        <p:tav tm="10462">
                                          <p:val>
                                            <p:fltVal val="-45"/>
                                          </p:val>
                                        </p:tav>
                                        <p:tav tm="11334">
                                          <p:val>
                                            <p:fltVal val="-42.79"/>
                                          </p:val>
                                        </p:tav>
                                        <p:tav tm="12206">
                                          <p:val>
                                            <p:fltVal val="-36.4"/>
                                          </p:val>
                                        </p:tav>
                                        <p:tav tm="13949">
                                          <p:val>
                                            <p:fltVal val="-18.15"/>
                                          </p:val>
                                        </p:tav>
                                        <p:tav tm="14821">
                                          <p:val>
                                            <p:fltVal val="-9.54"/>
                                          </p:val>
                                        </p:tav>
                                        <p:tav tm="15693">
                                          <p:val>
                                            <p:fltVal val="-2.55"/>
                                          </p:val>
                                        </p:tav>
                                        <p:tav tm="16565">
                                          <p:val>
                                            <p:fltVal val="2.49"/>
                                          </p:val>
                                        </p:tav>
                                        <p:tav tm="17437">
                                          <p:val>
                                            <p:fltVal val="5.66"/>
                                          </p:val>
                                        </p:tav>
                                        <p:tav tm="18309">
                                          <p:val>
                                            <p:fltVal val="7.11"/>
                                          </p:val>
                                        </p:tav>
                                        <p:tav tm="19180">
                                          <p:val>
                                            <p:fltVal val="7.2"/>
                                          </p:val>
                                        </p:tav>
                                        <p:tav tm="20052">
                                          <p:val>
                                            <p:fltVal val="6.42"/>
                                          </p:val>
                                        </p:tav>
                                        <p:tav tm="22668">
                                          <p:val>
                                            <p:fltVal val="2.09"/>
                                          </p:val>
                                        </p:tav>
                                        <p:tav tm="24412">
                                          <p:val>
                                            <p:fltVal val="-0.12"/>
                                          </p:val>
                                        </p:tav>
                                        <p:tav tm="27027">
                                          <p:val>
                                            <p:fltVal val="-1.19"/>
                                          </p:val>
                                        </p:tav>
                                        <p:tav tm="34874">
                                          <p:val>
                                            <p:fltVal val="0.19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6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382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59586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59553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56218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486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3906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29173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20356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1325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828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5356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409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419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520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982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11104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12063"/>
                                          </p:val>
                                        </p:tav>
                                        <p:tav tm="27027">
                                          <p:val>
                                            <p:strVal val="#ppt_x-2.12662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1296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2.12918"/>
                                          </p:val>
                                        </p:tav>
                                        <p:tav tm="33130">
                                          <p:val>
                                            <p:strVal val="#ppt_x-2.11956"/>
                                          </p:val>
                                        </p:tav>
                                        <p:tav tm="35745">
                                          <p:val>
                                            <p:strVal val="#ppt_x-2.11588"/>
                                          </p:val>
                                        </p:tav>
                                        <p:tav tm="37489">
                                          <p:val>
                                            <p:strVal val="#ppt_x-2.117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1171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1087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1042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10328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10561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11794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11775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11138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10954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1098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1172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11828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1199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124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1176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2.0886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2.0345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95317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85691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7516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64364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39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507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777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205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83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477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65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347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38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63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05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02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382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5641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56351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50329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3672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19362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01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4418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7245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3621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415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3772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43593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1776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9121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6177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33428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31123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9391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8309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27757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7635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27848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29585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9905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30248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30222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2992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9885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9316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901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8947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9104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9936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9924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9493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9369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9388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9888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9959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3007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30365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30256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9245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27358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24519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2116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10091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6999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4453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245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9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816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92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82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771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870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0961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679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943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1557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04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918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29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96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199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642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82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71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870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0961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679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943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1557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042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918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29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396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2199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642"/>
                                          </p:val>
                                        </p:tav>
                                        <p:tav tm="35745">
                                          <p:val>
                                            <p:strVal val="#ppt_h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82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"/>
                                          </p:val>
                                        </p:tav>
                                        <p:tav tm="12206">
                                          <p:val>
                                            <p:fltVal val="-63.96"/>
                                          </p:val>
                                        </p:tav>
                                        <p:tav tm="13078">
                                          <p:val>
                                            <p:fltVal val="-59.49"/>
                                          </p:val>
                                        </p:tav>
                                        <p:tav tm="13949">
                                          <p:val>
                                            <p:fltVal val="-49.4"/>
                                          </p:val>
                                        </p:tav>
                                        <p:tav tm="15693">
                                          <p:val>
                                            <p:fltVal val="-23.29"/>
                                          </p:val>
                                        </p:tav>
                                        <p:tav tm="16565">
                                          <p:val>
                                            <p:fltVal val="-11.49"/>
                                          </p:val>
                                        </p:tav>
                                        <p:tav tm="17437">
                                          <p:val>
                                            <p:fltVal val="-1.98"/>
                                          </p:val>
                                        </p:tav>
                                        <p:tav tm="18309">
                                          <p:val>
                                            <p:fltVal val="4.66"/>
                                          </p:val>
                                        </p:tav>
                                        <p:tav tm="19180">
                                          <p:val>
                                            <p:fltVal val="8.58"/>
                                          </p:val>
                                        </p:tav>
                                        <p:tav tm="20052">
                                          <p:val>
                                            <p:fltVal val="10.27"/>
                                          </p:val>
                                        </p:tav>
                                        <p:tav tm="20924">
                                          <p:val>
                                            <p:fltVal val="10.14"/>
                                          </p:val>
                                        </p:tav>
                                        <p:tav tm="21796">
                                          <p:val>
                                            <p:fltVal val="8.79"/>
                                          </p:val>
                                        </p:tav>
                                        <p:tav tm="25283">
                                          <p:val>
                                            <p:fltVal val="0.89"/>
                                          </p:val>
                                        </p:tav>
                                        <p:tav tm="26155">
                                          <p:val>
                                            <p:fltVal val="-0.39"/>
                                          </p:val>
                                        </p:tav>
                                        <p:tav tm="27899">
                                          <p:val>
                                            <p:fltVal val="-1.6"/>
                                          </p:val>
                                        </p:tav>
                                        <p:tav tm="29643">
                                          <p:val>
                                            <p:fltVal val="-1.54"/>
                                          </p:val>
                                        </p:tav>
                                        <p:tav tm="35745">
                                          <p:val>
                                            <p:fltVal val="0.24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67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7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382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5225"/>
                                          </p:val>
                                        </p:tav>
                                        <p:tav tm="10462">
                                          <p:val>
                                            <p:strVal val="#ppt_x-1.35225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3728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45437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57162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987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1768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9154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98825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3491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5678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60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515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34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9932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757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9623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529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9479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4619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94692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96149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96487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96229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619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571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9545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5401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5534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624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6232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586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5777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6201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6262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9635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6608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597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360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91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251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4646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603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7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8673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141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544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76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32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08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82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858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06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3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82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174"/>
                                          </p:val>
                                        </p:tav>
                                        <p:tav tm="10462">
                                          <p:val>
                                            <p:strVal val="#ppt_y-0.11174"/>
                                          </p:val>
                                        </p:tav>
                                        <p:tav tm="11334">
                                          <p:val>
                                            <p:strVal val="#ppt_y-0.10222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06461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01051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04815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10304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14816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8176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0329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1338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1519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1097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0287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8407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760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6979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6548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16314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16235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16269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16941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17097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1697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16961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16691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1654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6516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659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16986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16979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16775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1671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16962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16996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1718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17105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6533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5467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3862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1964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5705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3957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251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3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82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8184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10094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861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0902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2608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702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215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307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092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316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63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82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8184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10094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861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0902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2608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702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421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092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316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63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82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6"/>
                                          </p:val>
                                        </p:tav>
                                        <p:tav tm="10462">
                                          <p:val>
                                            <p:fltVal val="-166"/>
                                          </p:val>
                                        </p:tav>
                                        <p:tav tm="11334">
                                          <p:val>
                                            <p:fltVal val="-160.38"/>
                                          </p:val>
                                        </p:tav>
                                        <p:tav tm="12206">
                                          <p:val>
                                            <p:fltVal val="-138.21"/>
                                          </p:val>
                                        </p:tav>
                                        <p:tav tm="13078">
                                          <p:val>
                                            <p:fltVal val="-106.31"/>
                                          </p:val>
                                        </p:tav>
                                        <p:tav tm="13949">
                                          <p:val>
                                            <p:fltVal val="-71.72"/>
                                          </p:val>
                                        </p:tav>
                                        <p:tav tm="14821">
                                          <p:val>
                                            <p:fltVal val="-39.35"/>
                                          </p:val>
                                        </p:tav>
                                        <p:tav tm="15693">
                                          <p:val>
                                            <p:fltVal val="-12.75"/>
                                          </p:val>
                                        </p:tav>
                                        <p:tav tm="16565">
                                          <p:val>
                                            <p:fltVal val="7.06"/>
                                          </p:val>
                                        </p:tav>
                                        <p:tav tm="17437">
                                          <p:val>
                                            <p:fltVal val="19.76"/>
                                          </p:val>
                                        </p:tav>
                                        <p:tav tm="18309">
                                          <p:val>
                                            <p:fltVal val="25.71"/>
                                          </p:val>
                                        </p:tav>
                                        <p:tav tm="19180">
                                          <p:val>
                                            <p:fltVal val="26.78"/>
                                          </p:val>
                                        </p:tav>
                                        <p:tav tm="20052">
                                          <p:val>
                                            <p:fltVal val="24.29"/>
                                          </p:val>
                                        </p:tav>
                                        <p:tav tm="20924">
                                          <p:val>
                                            <p:fltVal val="19.51"/>
                                          </p:val>
                                        </p:tav>
                                        <p:tav tm="22668">
                                          <p:val>
                                            <p:fltVal val="8.42"/>
                                          </p:val>
                                        </p:tav>
                                        <p:tav tm="23540">
                                          <p:val>
                                            <p:fltVal val="3.67"/>
                                          </p:val>
                                        </p:tav>
                                        <p:tav tm="24412">
                                          <p:val>
                                            <p:fltVal val="0"/>
                                          </p:val>
                                        </p:tav>
                                        <p:tav tm="25283">
                                          <p:val>
                                            <p:fltVal val="-2.53"/>
                                          </p:val>
                                        </p:tav>
                                        <p:tav tm="26155">
                                          <p:val>
                                            <p:fltVal val="-3.91"/>
                                          </p:val>
                                        </p:tav>
                                        <p:tav tm="27027">
                                          <p:val>
                                            <p:fltVal val="-4.38"/>
                                          </p:val>
                                        </p:tav>
                                        <p:tav tm="28771">
                                          <p:val>
                                            <p:fltVal val="-3.51"/>
                                          </p:val>
                                        </p:tav>
                                        <p:tav tm="32258">
                                          <p:val>
                                            <p:fltVal val="-0.22"/>
                                          </p:val>
                                        </p:tav>
                                        <p:tav tm="34874">
                                          <p:val>
                                            <p:fltVal val="0.7"/>
                                          </p:val>
                                        </p:tav>
                                        <p:tav tm="35745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67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8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382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06817"/>
                                          </p:val>
                                        </p:tav>
                                        <p:tav tm="11334">
                                          <p:val>
                                            <p:strVal val="#ppt_x-2.06817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06027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00637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91329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0401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69836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60674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3771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4911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6522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45771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628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7596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109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269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3973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4875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55428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55667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55651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55478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54419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54075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54292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4322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480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506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51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498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427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428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4655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5476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4744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4319"/>
                                          </p:val>
                                        </p:tav>
                                        <p:tav tm="63644">
                                          <p:val>
                                            <p:strVal val="#ppt_x-1.54287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5416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391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336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241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064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798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483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446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156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917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305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92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0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23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13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226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69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382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25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13306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13689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14349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1587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652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7015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7345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7529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7583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17453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7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16897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16993"/>
                                          </p:val>
                                        </p:tav>
                                        <p:tav tm="46207">
                                          <p:val>
                                            <p:strVal val="#ppt_y+0.1697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16961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16691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1654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6516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1659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16986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16979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16775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16716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16962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16996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1718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17105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6533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5467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3862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1964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5705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3957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251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39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82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7915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9382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191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7768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026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2142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409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11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32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823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087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91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82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915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9382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7768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026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2142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409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32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1691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82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3"/>
                                          </p:val>
                                        </p:tav>
                                        <p:tav tm="11334">
                                          <p:val>
                                            <p:fltVal val="123"/>
                                          </p:val>
                                        </p:tav>
                                        <p:tav tm="12206">
                                          <p:val>
                                            <p:fltVal val="121.15"/>
                                          </p:val>
                                        </p:tav>
                                        <p:tav tm="13078">
                                          <p:val>
                                            <p:fltVal val="108.53"/>
                                          </p:val>
                                        </p:tav>
                                        <p:tav tm="13949">
                                          <p:val>
                                            <p:fltVal val="86.73"/>
                                          </p:val>
                                        </p:tav>
                                        <p:tav tm="14821">
                                          <p:val>
                                            <p:fltVal val="61.14"/>
                                          </p:val>
                                        </p:tav>
                                        <p:tav tm="15693">
                                          <p:val>
                                            <p:fltVal val="36.4"/>
                                          </p:val>
                                        </p:tav>
                                        <p:tav tm="16565">
                                          <p:val>
                                            <p:fltVal val="14.95"/>
                                          </p:val>
                                        </p:tav>
                                        <p:tav tm="17437">
                                          <p:val>
                                            <p:fltVal val="-1.22"/>
                                          </p:val>
                                        </p:tav>
                                        <p:tav tm="18309">
                                          <p:val>
                                            <p:fltVal val="-12.12"/>
                                          </p:val>
                                        </p:tav>
                                        <p:tav tm="19180">
                                          <p:val>
                                            <p:fltVal val="-18.19"/>
                                          </p:val>
                                        </p:tav>
                                        <p:tav tm="20052">
                                          <p:val>
                                            <p:fltVal val="-19.95"/>
                                          </p:val>
                                        </p:tav>
                                        <p:tav tm="20924">
                                          <p:val>
                                            <p:fltVal val="-18.74"/>
                                          </p:val>
                                        </p:tav>
                                        <p:tav tm="21796">
                                          <p:val>
                                            <p:fltVal val="-15.68"/>
                                          </p:val>
                                        </p:tav>
                                        <p:tav tm="24412">
                                          <p:val>
                                            <p:fltVal val="-3.75"/>
                                          </p:val>
                                        </p:tav>
                                        <p:tav tm="25283">
                                          <p:val>
                                            <p:fltVal val="-0.75"/>
                                          </p:val>
                                        </p:tav>
                                        <p:tav tm="26155">
                                          <p:val>
                                            <p:fltVal val="1.37"/>
                                          </p:val>
                                        </p:tav>
                                        <p:tav tm="27027">
                                          <p:val>
                                            <p:fltVal val="2.66"/>
                                          </p:val>
                                        </p:tav>
                                        <p:tav tm="27899">
                                          <p:val>
                                            <p:fltVal val="3.22"/>
                                          </p:val>
                                        </p:tav>
                                        <p:tav tm="29643">
                                          <p:val>
                                            <p:fltVal val="2.78"/>
                                          </p:val>
                                        </p:tav>
                                        <p:tav tm="33130">
                                          <p:val>
                                            <p:fltVal val="0.3"/>
                                          </p:val>
                                        </p:tav>
                                        <p:tav tm="35745">
                                          <p:val>
                                            <p:fltVal val="-0.51"/>
                                          </p:val>
                                        </p:tav>
                                        <p:tav tm="37489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9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382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04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64704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5098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8916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76715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9525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3319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959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13966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16412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17271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1699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1594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11536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1039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2.095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0903"/>
                                          </p:val>
                                        </p:tav>
                                        <p:tav tm="28771">
                                          <p:val>
                                            <p:strVal val="#ppt_x-2.08802"/>
                                          </p:val>
                                        </p:tav>
                                        <p:tav tm="29643">
                                          <p:val>
                                            <p:strVal val="#ppt_x-2.08781"/>
                                          </p:val>
                                        </p:tav>
                                        <p:tav tm="30514">
                                          <p:val>
                                            <p:strVal val="#ppt_x-2.0891"/>
                                          </p:val>
                                        </p:tav>
                                        <p:tav tm="34002">
                                          <p:val>
                                            <p:strVal val="#ppt_x-2.09826"/>
                                          </p:val>
                                        </p:tav>
                                        <p:tav tm="36617">
                                          <p:val>
                                            <p:strVal val="#ppt_x-2.10145"/>
                                          </p:val>
                                        </p:tav>
                                        <p:tav tm="38361">
                                          <p:val>
                                            <p:strVal val="#ppt_x-2.0996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991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9114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868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859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8815"/>
                                          </p:val>
                                        </p:tav>
                                        <p:tav tm="51439">
                                          <p:val>
                                            <p:strVal val="#ppt_x-2.09475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998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996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9363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9188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921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991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1002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1018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1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993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2.0709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2.01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938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8440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74106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6353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3328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464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750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90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77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50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70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40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437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68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07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0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82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68493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68493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67708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60086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44519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0751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8584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111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9837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34719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36435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35888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3779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30876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7812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4987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711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104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19985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19529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19487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19745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1573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21884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2221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21849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1825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1443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12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1195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13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186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1852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156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1479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1492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1827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1952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214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2055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131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9943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7873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5427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735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510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246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792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72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87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595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74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602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82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824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9031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149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735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99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188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264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03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309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4222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136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705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205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82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7824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9031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149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735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99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1883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264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309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70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82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7"/>
                                          </p:val>
                                        </p:tav>
                                        <p:tav tm="12206">
                                          <p:val>
                                            <p:fltVal val="137"/>
                                          </p:val>
                                        </p:tav>
                                        <p:tav tm="13078">
                                          <p:val>
                                            <p:fltVal val="135.81"/>
                                          </p:val>
                                        </p:tav>
                                        <p:tav tm="13949">
                                          <p:val>
                                            <p:fltVal val="124.25"/>
                                          </p:val>
                                        </p:tav>
                                        <p:tav tm="14821">
                                          <p:val>
                                            <p:fltVal val="100.64"/>
                                          </p:val>
                                        </p:tav>
                                        <p:tav tm="16565">
                                          <p:val>
                                            <p:fltVal val="44.53"/>
                                          </p:val>
                                        </p:tav>
                                        <p:tav tm="17437">
                                          <p:val>
                                            <p:fltVal val="20.12"/>
                                          </p:val>
                                        </p:tav>
                                        <p:tav tm="18309">
                                          <p:val>
                                            <p:fltVal val="1.12"/>
                                          </p:val>
                                        </p:tav>
                                        <p:tav tm="19180">
                                          <p:val>
                                            <p:fltVal val="-12.11"/>
                                          </p:val>
                                        </p:tav>
                                        <p:tav tm="20052">
                                          <p:val>
                                            <p:fltVal val="-19.52"/>
                                          </p:val>
                                        </p:tav>
                                        <p:tav tm="20924">
                                          <p:val>
                                            <p:fltVal val="-22.12"/>
                                          </p:val>
                                        </p:tav>
                                        <p:tav tm="21796">
                                          <p:val>
                                            <p:fltVal val="-21.29"/>
                                          </p:val>
                                        </p:tav>
                                        <p:tav tm="22668">
                                          <p:val>
                                            <p:fltVal val="-18.09"/>
                                          </p:val>
                                        </p:tav>
                                        <p:tav tm="25283">
                                          <p:val>
                                            <p:fltVal val="-4.76"/>
                                          </p:val>
                                        </p:tav>
                                        <p:tav tm="26155">
                                          <p:val>
                                            <p:fltVal val="-1.31"/>
                                          </p:val>
                                        </p:tav>
                                        <p:tav tm="27027">
                                          <p:val>
                                            <p:fltVal val="1.22"/>
                                          </p:val>
                                        </p:tav>
                                        <p:tav tm="27899">
                                          <p:val>
                                            <p:fltVal val="2.83"/>
                                          </p:val>
                                        </p:tav>
                                        <p:tav tm="28771">
                                          <p:val>
                                            <p:fltVal val="3.52"/>
                                          </p:val>
                                        </p:tav>
                                        <p:tav tm="30514">
                                          <p:val>
                                            <p:fltVal val="3.19"/>
                                          </p:val>
                                        </p:tav>
                                        <p:tav tm="34002">
                                          <p:val>
                                            <p:fltVal val="0.42"/>
                                          </p:val>
                                        </p:tav>
                                        <p:tav tm="36617">
                                          <p:val>
                                            <p:fltVal val="-0.55"/>
                                          </p:val>
                                        </p:tav>
                                        <p:tav tm="38361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67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0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382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0592"/>
                                          </p:val>
                                        </p:tav>
                                        <p:tav tm="10462">
                                          <p:val>
                                            <p:strVal val="#ppt_x-0.70592"/>
                                          </p:val>
                                        </p:tav>
                                        <p:tav tm="11334">
                                          <p:val>
                                            <p:strVal val="#ppt_x-0.71774"/>
                                          </p:val>
                                        </p:tav>
                                        <p:tav tm="12206">
                                          <p:val>
                                            <p:strVal val="#ppt_x-0.79326"/>
                                          </p:val>
                                        </p:tav>
                                        <p:tav tm="13078">
                                          <p:val>
                                            <p:strVal val="#ppt_x-0.91868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0644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2044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32506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4161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47658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097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51923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115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937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4716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2604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09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39736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39024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3871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38751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38991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40399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40769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40846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40601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4055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0606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1407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183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1927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1706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104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053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0552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1158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133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130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0602"/>
                                          </p:val>
                                        </p:tav>
                                        <p:tav tm="63644">
                                          <p:val>
                                            <p:strVal val="#ppt_x-1.4054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0501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034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399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3892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3802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3667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3507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2980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2833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712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17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47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55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382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8005"/>
                                          </p:val>
                                        </p:tav>
                                        <p:tav tm="10462">
                                          <p:val>
                                            <p:strVal val="#ppt_y+0.48005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47563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4474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40051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34602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29367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4859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21452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9194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7954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7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7886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8553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1084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1717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22156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22422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22537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22434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21908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2177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21849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21825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21443"/>
                                          </p:val>
                                        </p:tav>
                                        <p:tav tm="48823">
                                          <p:val>
                                            <p:strVal val="#ppt_y+0.212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21195"/>
                                          </p:val>
                                        </p:tav>
                                        <p:tav tm="50567">
                                          <p:val>
                                            <p:strVal val="#ppt_y+0.213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2186"/>
                                          </p:val>
                                        </p:tav>
                                        <p:tav tm="53182">
                                          <p:val>
                                            <p:strVal val="#ppt_y+0.21852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2156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21479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21492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21827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21952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2214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22055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2131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9943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17873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15427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735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510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3246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1792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72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387"/>
                                          </p:val>
                                        </p:tav>
                                        <p:tav tm="79337">
                                          <p:val>
                                            <p:strVal val="#ppt_y-0.00595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674"/>
                                          </p:val>
                                        </p:tav>
                                        <p:tav tm="81953">
                                          <p:val>
                                            <p:strVal val="#ppt_y-0.00602"/>
                                          </p:val>
                                        </p:tav>
                                        <p:tav tm="85440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82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046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7942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9485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12049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789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2035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221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3451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41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323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3802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2072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87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82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h*0.07942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9485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789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2035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221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3451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4323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2072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87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82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8"/>
                                          </p:val>
                                        </p:tav>
                                        <p:tav tm="10462">
                                          <p:val>
                                            <p:fltVal val="88"/>
                                          </p:val>
                                        </p:tav>
                                        <p:tav tm="11334">
                                          <p:val>
                                            <p:fltVal val="86.51"/>
                                          </p:val>
                                        </p:tav>
                                        <p:tav tm="12206">
                                          <p:val>
                                            <p:fltVal val="77.01"/>
                                          </p:val>
                                        </p:tav>
                                        <p:tav tm="13078">
                                          <p:val>
                                            <p:fltVal val="61.24"/>
                                          </p:val>
                                        </p:tav>
                                        <p:tav tm="13949">
                                          <p:val>
                                            <p:fltVal val="42.91"/>
                                          </p:val>
                                        </p:tav>
                                        <p:tav tm="14821">
                                          <p:val>
                                            <p:fltVal val="25.29"/>
                                          </p:val>
                                        </p:tav>
                                        <p:tav tm="15693">
                                          <p:val>
                                            <p:fltVal val="10.13"/>
                                          </p:val>
                                        </p:tav>
                                        <p:tav tm="16565">
                                          <p:val>
                                            <p:fltVal val="-1.34"/>
                                          </p:val>
                                        </p:tav>
                                        <p:tav tm="17437">
                                          <p:val>
                                            <p:fltVal val="-8.93"/>
                                          </p:val>
                                        </p:tav>
                                        <p:tav tm="18309">
                                          <p:val>
                                            <p:fltVal val="-13.11"/>
                                          </p:val>
                                        </p:tav>
                                        <p:tav tm="19180">
                                          <p:val>
                                            <p:fltVal val="-14.3"/>
                                          </p:val>
                                        </p:tav>
                                        <p:tav tm="20052">
                                          <p:val>
                                            <p:fltVal val="-13.33"/>
                                          </p:val>
                                        </p:tav>
                                        <p:tav tm="20924">
                                          <p:val>
                                            <p:fltVal val="-11.09"/>
                                          </p:val>
                                        </p:tav>
                                        <p:tav tm="22668">
                                          <p:val>
                                            <p:fltVal val="-5.23"/>
                                          </p:val>
                                        </p:tav>
                                        <p:tav tm="24412">
                                          <p:val>
                                            <p:fltVal val="-0.44"/>
                                          </p:val>
                                        </p:tav>
                                        <p:tav tm="25283">
                                          <p:val>
                                            <p:fltVal val="1.03"/>
                                          </p:val>
                                        </p:tav>
                                        <p:tav tm="27027">
                                          <p:val>
                                            <p:fltVal val="2.31"/>
                                          </p:val>
                                        </p:tav>
                                        <p:tav tm="28771">
                                          <p:val>
                                            <p:fltVal val="1.97"/>
                                          </p:val>
                                        </p:tav>
                                        <p:tav tm="32258">
                                          <p:val>
                                            <p:fltVal val="0.2"/>
                                          </p:val>
                                        </p:tav>
                                        <p:tav tm="34874">
                                          <p:val>
                                            <p:fltVal val="-0.36"/>
                                          </p:val>
                                        </p:tav>
                                        <p:tav tm="36617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67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1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38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139"/>
                                          </p:val>
                                        </p:tav>
                                        <p:tav tm="11334">
                                          <p:val>
                                            <p:strVal val="#ppt_x-1.05139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05694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09395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15694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23068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301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3633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40973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44083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580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4630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5943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505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2696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1621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4075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4015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3978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39628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39641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3975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40473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40662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40703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4055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0606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1407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183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1927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1706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104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053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0552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1158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133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130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0602"/>
                                          </p:val>
                                        </p:tav>
                                        <p:tav tm="63644">
                                          <p:val>
                                            <p:strVal val="#ppt_x-1.4054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0501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034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399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3892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3802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3667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3507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2980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2833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712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17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47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55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8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86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686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6771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61783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51693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3988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28488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8634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1201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6219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345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0266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0324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4665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0844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0163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154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1251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13101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13356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13335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13145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12002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11818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11634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1182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1186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11859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1170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160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1187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11721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11859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1187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11987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1191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1515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0772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09654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833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3973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2756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1753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968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3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8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7924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9418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1962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7811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0295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2168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424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12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321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816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082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89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38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924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9418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7811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2168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424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321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168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8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1"/>
                                          </p:val>
                                        </p:tav>
                                        <p:tav tm="11334">
                                          <p:val>
                                            <p:fltVal val="111"/>
                                          </p:val>
                                        </p:tav>
                                        <p:tav tm="12206">
                                          <p:val>
                                            <p:fltVal val="109.26"/>
                                          </p:val>
                                        </p:tav>
                                        <p:tav tm="13078">
                                          <p:val>
                                            <p:fltVal val="97.66"/>
                                          </p:val>
                                        </p:tav>
                                        <p:tav tm="13949">
                                          <p:val>
                                            <p:fltVal val="77.92"/>
                                          </p:val>
                                        </p:tav>
                                        <p:tav tm="14821">
                                          <p:val>
                                            <p:fltVal val="54.81"/>
                                          </p:val>
                                        </p:tav>
                                        <p:tav tm="15693">
                                          <p:val>
                                            <p:fltVal val="32.52"/>
                                          </p:val>
                                        </p:tav>
                                        <p:tav tm="16565">
                                          <p:val>
                                            <p:fltVal val="13.24"/>
                                          </p:val>
                                        </p:tav>
                                        <p:tav tm="17437">
                                          <p:val>
                                            <p:fltVal val="-1.3"/>
                                          </p:val>
                                        </p:tav>
                                        <p:tav tm="18309">
                                          <p:val>
                                            <p:fltVal val="-11.05"/>
                                          </p:val>
                                        </p:tav>
                                        <p:tav tm="19180">
                                          <p:val>
                                            <p:fltVal val="-16.46"/>
                                          </p:val>
                                        </p:tav>
                                        <p:tav tm="20052">
                                          <p:val>
                                            <p:fltVal val="-18.02"/>
                                          </p:val>
                                        </p:tav>
                                        <p:tav tm="20924">
                                          <p:val>
                                            <p:fltVal val="-16.88"/>
                                          </p:val>
                                        </p:tav>
                                        <p:tav tm="21796">
                                          <p:val>
                                            <p:fltVal val="-14.09"/>
                                          </p:val>
                                        </p:tav>
                                        <p:tav tm="24412">
                                          <p:val>
                                            <p:fltVal val="-3.34"/>
                                          </p:val>
                                        </p:tav>
                                        <p:tav tm="25283">
                                          <p:val>
                                            <p:fltVal val="-0.63"/>
                                          </p:val>
                                        </p:tav>
                                        <p:tav tm="26155">
                                          <p:val>
                                            <p:fltVal val="1.26"/>
                                          </p:val>
                                        </p:tav>
                                        <p:tav tm="27027">
                                          <p:val>
                                            <p:fltVal val="2.41"/>
                                          </p:val>
                                        </p:tav>
                                        <p:tav tm="27899">
                                          <p:val>
                                            <p:fltVal val="2.91"/>
                                          </p:val>
                                        </p:tav>
                                        <p:tav tm="29643">
                                          <p:val>
                                            <p:fltVal val="2.5"/>
                                          </p:val>
                                        </p:tav>
                                        <p:tav tm="33130">
                                          <p:val>
                                            <p:fltVal val="0.26"/>
                                          </p:val>
                                        </p:tav>
                                        <p:tav tm="35745">
                                          <p:val>
                                            <p:fltVal val="-0.46"/>
                                          </p:val>
                                        </p:tav>
                                        <p:tav tm="37489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67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2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382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37258"/>
                                          </p:val>
                                        </p:tav>
                                        <p:tav tm="11334">
                                          <p:val>
                                            <p:strVal val="#ppt_x-2.3725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3666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3332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28267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225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17182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12628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9163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697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582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5527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589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9254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98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10331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10683"/>
                                          </p:val>
                                        </p:tav>
                                        <p:tav tm="34874">
                                          <p:val>
                                            <p:strVal val="#ppt_x-2.0987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991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9114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868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859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8815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998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996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9363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9188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9216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991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1002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1018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1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993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2.0709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2.01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938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8440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74106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6353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3328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464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7501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90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77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50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70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40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437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68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07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0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382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88624"/>
                                          </p:val>
                                        </p:tav>
                                        <p:tav tm="11334">
                                          <p:val>
                                            <p:strVal val="#ppt_y+0.88624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86942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77551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63338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47317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216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19359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9615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346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00612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2492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07612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09872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166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12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13608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1389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13833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13543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12332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12008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11768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11548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11868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11859"/>
                                          </p:val>
                                        </p:tav>
                                        <p:tav tm="47951">
                                          <p:val>
                                            <p:strVal val="#ppt_y+0.11707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11608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11872"/>
                                          </p:val>
                                        </p:tav>
                                        <p:tav tm="54926">
                                          <p:val>
                                            <p:strVal val="#ppt_y+0.11721"/>
                                          </p:val>
                                        </p:tav>
                                        <p:tav tm="58413">
                                          <p:val>
                                            <p:strVal val="#ppt_y+0.11859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1187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11987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1191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11515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10772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09654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833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3973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2756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1753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968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39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78466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82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133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8013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9763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2411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8218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2060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242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566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4169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32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133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2372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1676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2046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382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8013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9763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8218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20604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242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4169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133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2372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1676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82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3"/>
                                          </p:val>
                                        </p:tav>
                                        <p:tav tm="11334">
                                          <p:val>
                                            <p:fltVal val="-43"/>
                                          </p:val>
                                        </p:tav>
                                        <p:tav tm="12206">
                                          <p:val>
                                            <p:fltVal val="-42.06"/>
                                          </p:val>
                                        </p:tav>
                                        <p:tav tm="13078">
                                          <p:val>
                                            <p:fltVal val="-36.8"/>
                                          </p:val>
                                        </p:tav>
                                        <p:tav tm="13949">
                                          <p:val>
                                            <p:fltVal val="-28.83"/>
                                          </p:val>
                                        </p:tav>
                                        <p:tav tm="15693">
                                          <p:val>
                                            <p:fltVal val="-11.37"/>
                                          </p:val>
                                        </p:tav>
                                        <p:tav tm="16565">
                                          <p:val>
                                            <p:fltVal val="-4.2"/>
                                          </p:val>
                                        </p:tav>
                                        <p:tav tm="17437">
                                          <p:val>
                                            <p:fltVal val="1.26"/>
                                          </p:val>
                                        </p:tav>
                                        <p:tav tm="18309">
                                          <p:val>
                                            <p:fltVal val="4.71"/>
                                          </p:val>
                                        </p:tav>
                                        <p:tav tm="19180">
                                          <p:val>
                                            <p:fltVal val="6.52"/>
                                          </p:val>
                                        </p:tav>
                                        <p:tav tm="20052">
                                          <p:val>
                                            <p:fltVal val="6.99"/>
                                          </p:val>
                                        </p:tav>
                                        <p:tav tm="20924">
                                          <p:val>
                                            <p:fltVal val="6.41"/>
                                          </p:val>
                                        </p:tav>
                                        <p:tav tm="25283">
                                          <p:val>
                                            <p:fltVal val="0.12"/>
                                          </p:val>
                                        </p:tav>
                                        <p:tav tm="27899">
                                          <p:val>
                                            <p:fltVal val="-1.13"/>
                                          </p:val>
                                        </p:tav>
                                        <p:tav tm="35745">
                                          <p:val>
                                            <p:fltVal val="0.18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3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382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70731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7073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70451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64869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5266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37577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22203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8668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97882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9029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599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424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447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614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93371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531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96769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7676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98113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9819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97998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96494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9594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96229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619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5715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5401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5534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624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6232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586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5777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6201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626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6608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597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360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91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251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4646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603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7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8673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141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544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76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32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08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829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06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3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382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00631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01333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4698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619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7385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0822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0869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8891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08865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08681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7668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7508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7359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7599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0756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07477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07569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0751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760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754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729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682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06112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527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251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74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111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82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7754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08825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116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961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1683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14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3964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43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3935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2175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1638"/>
                                          </p:val>
                                        </p:tav>
                                        <p:tav tm="37489">
                                          <p:val>
                                            <p:strVal val="#ppt_w*0.22055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382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7754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08825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1167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9613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1683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14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3964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43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3935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2175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1638"/>
                                          </p:val>
                                        </p:tav>
                                        <p:tav tm="37489">
                                          <p:val>
                                            <p:strVal val="#ppt_h*0.2205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82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1"/>
                                          </p:val>
                                        </p:tav>
                                        <p:tav tm="13078">
                                          <p:val>
                                            <p:fltVal val="171"/>
                                          </p:val>
                                        </p:tav>
                                        <p:tav tm="13949">
                                          <p:val>
                                            <p:fltVal val="170.36"/>
                                          </p:val>
                                        </p:tav>
                                        <p:tav tm="14821">
                                          <p:val>
                                            <p:fltVal val="157.55"/>
                                          </p:val>
                                        </p:tav>
                                        <p:tav tm="15693">
                                          <p:val>
                                            <p:fltVal val="129.54"/>
                                          </p:val>
                                        </p:tav>
                                        <p:tav tm="16565">
                                          <p:val>
                                            <p:fltVal val="94.9"/>
                                          </p:val>
                                        </p:tav>
                                        <p:tav tm="17437">
                                          <p:val>
                                            <p:fltVal val="59.62"/>
                                          </p:val>
                                        </p:tav>
                                        <p:tav tm="18309">
                                          <p:val>
                                            <p:fltVal val="28.55"/>
                                          </p:val>
                                        </p:tav>
                                        <p:tav tm="19180">
                                          <p:val>
                                            <p:fltVal val="3.79"/>
                                          </p:val>
                                        </p:tav>
                                        <p:tav tm="20052">
                                          <p:val>
                                            <p:fltVal val="-13.63"/>
                                          </p:val>
                                        </p:tav>
                                        <p:tav tm="20924">
                                          <p:val>
                                            <p:fltVal val="-23.49"/>
                                          </p:val>
                                        </p:tav>
                                        <p:tav tm="21796">
                                          <p:val>
                                            <p:fltVal val="-27.5"/>
                                          </p:val>
                                        </p:tav>
                                        <p:tav tm="22668">
                                          <p:val>
                                            <p:fltVal val="-26.97"/>
                                          </p:val>
                                        </p:tav>
                                        <p:tav tm="23540">
                                          <p:val>
                                            <p:fltVal val="-23.14"/>
                                          </p:val>
                                        </p:tav>
                                        <p:tav tm="26155">
                                          <p:val>
                                            <p:fltVal val="-6.56"/>
                                          </p:val>
                                        </p:tav>
                                        <p:tav tm="27027">
                                          <p:val>
                                            <p:fltVal val="-2.09"/>
                                          </p:val>
                                        </p:tav>
                                        <p:tav tm="27899">
                                          <p:val>
                                            <p:fltVal val="1.24"/>
                                          </p:val>
                                        </p:tav>
                                        <p:tav tm="28771">
                                          <p:val>
                                            <p:fltVal val="3.32"/>
                                          </p:val>
                                        </p:tav>
                                        <p:tav tm="29643">
                                          <p:val>
                                            <p:fltVal val="4.33"/>
                                          </p:val>
                                        </p:tav>
                                        <p:tav tm="30514">
                                          <p:val>
                                            <p:fltVal val="4.5"/>
                                          </p:val>
                                        </p:tav>
                                        <p:tav tm="31386">
                                          <p:val>
                                            <p:fltVal val="4.06"/>
                                          </p:val>
                                        </p:tav>
                                        <p:tav tm="34874">
                                          <p:val>
                                            <p:fltVal val="0.61"/>
                                          </p:val>
                                        </p:tav>
                                        <p:tav tm="37489">
                                          <p:val>
                                            <p:fltVal val="-0.66"/>
                                          </p:val>
                                        </p:tav>
                                        <p:tav tm="39233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4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382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0678"/>
                                          </p:val>
                                        </p:tav>
                                        <p:tav tm="12206">
                                          <p:val>
                                            <p:strVal val="#ppt_x-2.10678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06832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98038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6723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7504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6461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6174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028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677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452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5351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6517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824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196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348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461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55332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55701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55786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5564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54515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54079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54086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54292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4322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480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506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51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498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427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428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4655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5476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4744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4319"/>
                                          </p:val>
                                        </p:tav>
                                        <p:tav tm="63644">
                                          <p:val>
                                            <p:strVal val="#ppt_x-1.54287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5416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391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3363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241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064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798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483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446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156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917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305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92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0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23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13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226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69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382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66866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66866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61789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5018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35244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19833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06054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05083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2855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7487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950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9369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17831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5553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3014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0638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8638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713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6194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5707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5595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5775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07272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755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7849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7839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7567"/>
                                          </p:val>
                                        </p:tav>
                                        <p:tav tm="47079">
                                          <p:val>
                                            <p:strVal val="#ppt_y+0.07564"/>
                                          </p:val>
                                        </p:tav>
                                        <p:tav tm="49695">
                                          <p:val>
                                            <p:strVal val="#ppt_y+0.07477"/>
                                          </p:val>
                                        </p:tav>
                                        <p:tav tm="52310">
                                          <p:val>
                                            <p:strVal val="#ppt_y+0.07569"/>
                                          </p:val>
                                        </p:tav>
                                        <p:tav tm="55798">
                                          <p:val>
                                            <p:strVal val="#ppt_y+0.0751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7609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754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729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682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06112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5276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2516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745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111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76722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82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8675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10906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673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9383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1523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3016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906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293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972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206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643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382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8675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10906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673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9383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1523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3016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906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293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3972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2206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643"/>
                                          </p:val>
                                        </p:tav>
                                        <p:tav tm="35745">
                                          <p:val>
                                            <p:strVal val="#ppt_h*0.22054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82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6"/>
                                          </p:val>
                                        </p:tav>
                                        <p:tav tm="12206">
                                          <p:val>
                                            <p:fltVal val="-176"/>
                                          </p:val>
                                        </p:tav>
                                        <p:tav tm="13078">
                                          <p:val>
                                            <p:fltVal val="-164"/>
                                          </p:val>
                                        </p:tav>
                                        <p:tav tm="13949">
                                          <p:val>
                                            <p:fltVal val="-136.54"/>
                                          </p:val>
                                        </p:tav>
                                        <p:tav tm="14821">
                                          <p:val>
                                            <p:fltVal val="-101.23"/>
                                          </p:val>
                                        </p:tav>
                                        <p:tav tm="15693">
                                          <p:val>
                                            <p:fltVal val="-64.79"/>
                                          </p:val>
                                        </p:tav>
                                        <p:tav tm="16565">
                                          <p:val>
                                            <p:fltVal val="-32.21"/>
                                          </p:val>
                                        </p:tav>
                                        <p:tav tm="17437">
                                          <p:val>
                                            <p:fltVal val="-5.87"/>
                                          </p:val>
                                        </p:tav>
                                        <p:tav tm="18309">
                                          <p:val>
                                            <p:fltVal val="12.5"/>
                                          </p:val>
                                        </p:tav>
                                        <p:tav tm="19180">
                                          <p:val>
                                            <p:fltVal val="23.46"/>
                                          </p:val>
                                        </p:tav>
                                        <p:tav tm="20052">
                                          <p:val>
                                            <p:fltVal val="28.22"/>
                                          </p:val>
                                        </p:tav>
                                        <p:tav tm="20924">
                                          <p:val>
                                            <p:fltVal val="27.91"/>
                                          </p:val>
                                        </p:tav>
                                        <p:tav tm="21796">
                                          <p:val>
                                            <p:fltVal val="24.27"/>
                                          </p:val>
                                        </p:tav>
                                        <p:tav tm="24412">
                                          <p:val>
                                            <p:fltVal val="7.26"/>
                                          </p:val>
                                        </p:tav>
                                        <p:tav tm="25283">
                                          <p:val>
                                            <p:fltVal val="2.53"/>
                                          </p:val>
                                        </p:tav>
                                        <p:tav tm="26155">
                                          <p:val>
                                            <p:fltVal val="-1.01"/>
                                          </p:val>
                                        </p:tav>
                                        <p:tav tm="27027">
                                          <p:val>
                                            <p:fltVal val="-3.25"/>
                                          </p:val>
                                        </p:tav>
                                        <p:tav tm="27899">
                                          <p:val>
                                            <p:fltVal val="-4.4"/>
                                          </p:val>
                                        </p:tav>
                                        <p:tav tm="28771">
                                          <p:val>
                                            <p:fltVal val="-4.66"/>
                                          </p:val>
                                        </p:tav>
                                        <p:tav tm="29643">
                                          <p:val>
                                            <p:fltVal val="-4.24"/>
                                          </p:val>
                                        </p:tav>
                                        <p:tav tm="33130">
                                          <p:val>
                                            <p:fltVal val="-0.7"/>
                                          </p:val>
                                        </p:tav>
                                        <p:tav tm="35745">
                                          <p:val>
                                            <p:fltVal val="0.67"/>
                                          </p:val>
                                        </p:tav>
                                        <p:tav tm="36617">
                                          <p:val>
                                            <p:fltVal val="0.64"/>
                                          </p:val>
                                        </p:tav>
                                        <p:tav tm="37489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5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382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37529"/>
                                          </p:val>
                                        </p:tav>
                                        <p:tav tm="13078">
                                          <p:val>
                                            <p:strVal val="#ppt_x-2.37529"/>
                                          </p:val>
                                        </p:tav>
                                        <p:tav tm="13949">
                                          <p:val>
                                            <p:strVal val="#ppt_x-2.36636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3278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27229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21157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1546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10759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7239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499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390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369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4124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6898"/>
                                          </p:val>
                                        </p:tav>
                                        <p:tav tm="27027">
                                          <p:val>
                                            <p:strVal val="#ppt_x-2.0838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0883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2.09171"/>
                                          </p:val>
                                        </p:tav>
                                        <p:tav tm="36617">
                                          <p:val>
                                            <p:strVal val="#ppt_x-2.08303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835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759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718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709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7304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8424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840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7828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766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7687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835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8455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8608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900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8347"/>
                                          </p:val>
                                        </p:tav>
                                        <p:tav tm="68003">
                                          <p:val>
                                            <p:strVal val="#ppt_x-2.0556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2.0036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92544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8329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7318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6281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279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428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7268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77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727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537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752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45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72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09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14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382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05928"/>
                                          </p:val>
                                        </p:tav>
                                        <p:tav tm="13078">
                                          <p:val>
                                            <p:strVal val="#ppt_y-1.05928"/>
                                          </p:val>
                                        </p:tav>
                                        <p:tav tm="13949">
                                          <p:val>
                                            <p:strVal val="#ppt_y-1.02525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87867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66704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43581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21904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03984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9419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798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209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2909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1281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8127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0716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752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5051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3328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2393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2063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2183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02628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4381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4833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5162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5366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5456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498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498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475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4451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344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1642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139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4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82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8139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0028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8533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084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2571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67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20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41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327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1665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382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8139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0028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8533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0843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2571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675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20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41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327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1665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82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4"/>
                                          </p:val>
                                        </p:tav>
                                        <p:tav tm="13078">
                                          <p:val>
                                            <p:fltVal val="-134"/>
                                          </p:val>
                                        </p:tav>
                                        <p:tav tm="13949">
                                          <p:val>
                                            <p:fltVal val="-129.89"/>
                                          </p:val>
                                        </p:tav>
                                        <p:tav tm="14821">
                                          <p:val>
                                            <p:fltVal val="-112.18"/>
                                          </p:val>
                                        </p:tav>
                                        <p:tav tm="15693">
                                          <p:val>
                                            <p:fltVal val="-86.61"/>
                                          </p:val>
                                        </p:tav>
                                        <p:tav tm="16565">
                                          <p:val>
                                            <p:fltVal val="-58.68"/>
                                          </p:val>
                                        </p:tav>
                                        <p:tav tm="17437">
                                          <p:val>
                                            <p:fltVal val="-32.49"/>
                                          </p:val>
                                        </p:tav>
                                        <p:tav tm="18309">
                                          <p:val>
                                            <p:fltVal val="-10.84"/>
                                          </p:val>
                                        </p:tav>
                                        <p:tav tm="19180">
                                          <p:val>
                                            <p:fltVal val="5.35"/>
                                          </p:val>
                                        </p:tav>
                                        <p:tav tm="20052">
                                          <p:val>
                                            <p:fltVal val="15.7"/>
                                          </p:val>
                                        </p:tav>
                                        <p:tav tm="20924">
                                          <p:val>
                                            <p:fltVal val="20.67"/>
                                          </p:val>
                                        </p:tav>
                                        <p:tav tm="21796">
                                          <p:val>
                                            <p:fltVal val="21.65"/>
                                          </p:val>
                                        </p:tav>
                                        <p:tav tm="22668">
                                          <p:val>
                                            <p:fltVal val="19.68"/>
                                          </p:val>
                                        </p:tav>
                                        <p:tav tm="23540">
                                          <p:val>
                                            <p:fltVal val="15.87"/>
                                          </p:val>
                                        </p:tav>
                                        <p:tav tm="25283">
                                          <p:val>
                                            <p:fltVal val="6.92"/>
                                          </p:val>
                                        </p:tav>
                                        <p:tav tm="26155">
                                          <p:val>
                                            <p:fltVal val="3.07"/>
                                          </p:val>
                                        </p:tav>
                                        <p:tav tm="27027">
                                          <p:val>
                                            <p:fltVal val="0.07"/>
                                          </p:val>
                                        </p:tav>
                                        <p:tav tm="27899">
                                          <p:val>
                                            <p:fltVal val="-2.01"/>
                                          </p:val>
                                        </p:tav>
                                        <p:tav tm="28771">
                                          <p:val>
                                            <p:fltVal val="-3.14"/>
                                          </p:val>
                                        </p:tav>
                                        <p:tav tm="29643">
                                          <p:val>
                                            <p:fltVal val="-3.54"/>
                                          </p:val>
                                        </p:tav>
                                        <p:tav tm="31386">
                                          <p:val>
                                            <p:fltVal val="-2.85"/>
                                          </p:val>
                                        </p:tav>
                                        <p:tav tm="34874">
                                          <p:val>
                                            <p:fltVal val="-0.19"/>
                                          </p:val>
                                        </p:tav>
                                        <p:tav tm="37489">
                                          <p:val>
                                            <p:fltVal val="0.56"/>
                                          </p:val>
                                        </p:tav>
                                        <p:tav tm="38361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38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0564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90564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8063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1104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7150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2213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4711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39342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3597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34439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3437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3524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36674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39898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4125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42262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4293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43306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434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43311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42154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42022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41911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42119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2166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293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333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3427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3216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258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2096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211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2693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28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283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216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2066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1913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152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04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3946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37961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3618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033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28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7354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52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6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71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51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4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38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0444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80444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76033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63761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4684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29093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12812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09885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5824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1853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864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7118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4589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168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8905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6509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4735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3544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2896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2729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02886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3249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4596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4927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5158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5354"/>
                                          </p:val>
                                        </p:tav>
                                        <p:tav tm="39233">
                                          <p:val>
                                            <p:strVal val="#ppt_y+0.0498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498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475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4451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344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1642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139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4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8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08438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0493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90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123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2819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3814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426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03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2254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165"/>
                                          </p:val>
                                        </p:tav>
                                        <p:tav tm="37489">
                                          <p:val>
                                            <p:strVal val="#ppt_w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8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08438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0493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902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123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2819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3814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4267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03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2254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165"/>
                                          </p:val>
                                        </p:tav>
                                        <p:tav tm="37489">
                                          <p:val>
                                            <p:strVal val="#ppt_h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8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"/>
                                          </p:val>
                                        </p:tav>
                                        <p:tav tm="13949">
                                          <p:val>
                                            <p:fltVal val="-120"/>
                                          </p:val>
                                        </p:tav>
                                        <p:tav tm="14821">
                                          <p:val>
                                            <p:fltVal val="-113.8"/>
                                          </p:val>
                                        </p:tav>
                                        <p:tav tm="15693">
                                          <p:val>
                                            <p:fltVal val="-96.57"/>
                                          </p:val>
                                        </p:tav>
                                        <p:tav tm="16565">
                                          <p:val>
                                            <p:fltVal val="-72.8"/>
                                          </p:val>
                                        </p:tav>
                                        <p:tav tm="17437">
                                          <p:val>
                                            <p:fltVal val="-47.87"/>
                                          </p:val>
                                        </p:tav>
                                        <p:tav tm="18309">
                                          <p:val>
                                            <p:fltVal val="-25"/>
                                          </p:val>
                                        </p:tav>
                                        <p:tav tm="19180">
                                          <p:val>
                                            <p:fltVal val="-6.42"/>
                                          </p:val>
                                        </p:tav>
                                        <p:tav tm="20052">
                                          <p:val>
                                            <p:fltVal val="6.88"/>
                                          </p:val>
                                        </p:tav>
                                        <p:tav tm="20924">
                                          <p:val>
                                            <p:fltVal val="15.22"/>
                                          </p:val>
                                        </p:tav>
                                        <p:tav tm="21796">
                                          <p:val>
                                            <p:fltVal val="19.02"/>
                                          </p:val>
                                        </p:tav>
                                        <p:tav tm="22668">
                                          <p:val>
                                            <p:fltVal val="19.19"/>
                                          </p:val>
                                        </p:tav>
                                        <p:tav tm="23540">
                                          <p:val>
                                            <p:fltVal val="17.04"/>
                                          </p:val>
                                        </p:tav>
                                        <p:tav tm="26155">
                                          <p:val>
                                            <p:fltVal val="5.5"/>
                                          </p:val>
                                        </p:tav>
                                        <p:tav tm="27027">
                                          <p:val>
                                            <p:fltVal val="2.13"/>
                                          </p:val>
                                        </p:tav>
                                        <p:tav tm="27899">
                                          <p:val>
                                            <p:fltVal val="-0.36"/>
                                          </p:val>
                                        </p:tav>
                                        <p:tav tm="28771">
                                          <p:val>
                                            <p:fltVal val="-2.03"/>
                                          </p:val>
                                        </p:tav>
                                        <p:tav tm="29643">
                                          <p:val>
                                            <p:fltVal val="-2.94"/>
                                          </p:val>
                                        </p:tav>
                                        <p:tav tm="30514">
                                          <p:val>
                                            <p:fltVal val="-3.17"/>
                                          </p:val>
                                        </p:tav>
                                        <p:tav tm="35745">
                                          <p:val>
                                            <p:fltVal val="-0.09"/>
                                          </p:val>
                                        </p:tav>
                                        <p:tav tm="38361">
                                          <p:val>
                                            <p:fltVal val="0.51"/>
                                          </p:val>
                                        </p:tav>
                                        <p:tav tm="39233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382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83157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83179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83296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83982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84094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42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8404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404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84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8373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371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37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406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406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390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87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40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4076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8411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422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361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165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2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99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88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591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5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55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62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6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91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71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1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0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01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54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82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9937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9937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9678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83251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63583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41776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21268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04129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8793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700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1124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2063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0588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7687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071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7673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529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3633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2719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2375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2467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0288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453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4963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5281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5568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51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5127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4896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4581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354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169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172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82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8054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09906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259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8388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073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2501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62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189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4317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4115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348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167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1636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204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382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8054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09906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8388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0733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2501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189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4115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348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167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382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5"/>
                                          </p:val>
                                        </p:tav>
                                        <p:tav tm="13078">
                                          <p:val>
                                            <p:fltVal val="175"/>
                                          </p:val>
                                        </p:tav>
                                        <p:tav tm="13949">
                                          <p:val>
                                            <p:fltVal val="170.66"/>
                                          </p:val>
                                        </p:tav>
                                        <p:tav tm="14821">
                                          <p:val>
                                            <p:fltVal val="148.01"/>
                                          </p:val>
                                        </p:tav>
                                        <p:tav tm="15693">
                                          <p:val>
                                            <p:fltVal val="115.07"/>
                                          </p:val>
                                        </p:tav>
                                        <p:tav tm="16565">
                                          <p:val>
                                            <p:fltVal val="78.55"/>
                                          </p:val>
                                        </p:tav>
                                        <p:tav tm="17437">
                                          <p:val>
                                            <p:fltVal val="44.21"/>
                                          </p:val>
                                        </p:tav>
                                        <p:tav tm="18309">
                                          <p:val>
                                            <p:fltVal val="15.51"/>
                                          </p:val>
                                        </p:tav>
                                        <p:tav tm="19180">
                                          <p:val>
                                            <p:fltVal val="-6.13"/>
                                          </p:val>
                                        </p:tav>
                                        <p:tav tm="20052">
                                          <p:val>
                                            <p:fltVal val="-19.88"/>
                                          </p:val>
                                        </p:tav>
                                        <p:tav tm="20924">
                                          <p:val>
                                            <p:fltVal val="-26.78"/>
                                          </p:val>
                                        </p:tav>
                                        <p:tav tm="21796">
                                          <p:val>
                                            <p:fltVal val="-28.36"/>
                                          </p:val>
                                        </p:tav>
                                        <p:tav tm="22668">
                                          <p:val>
                                            <p:fltVal val="-25.89"/>
                                          </p:val>
                                        </p:tav>
                                        <p:tav tm="23540">
                                          <p:val>
                                            <p:fltVal val="-21.03"/>
                                          </p:val>
                                        </p:tav>
                                        <p:tav tm="25283">
                                          <p:val>
                                            <p:fltVal val="-9.34"/>
                                          </p:val>
                                        </p:tav>
                                        <p:tav tm="26155">
                                          <p:val>
                                            <p:fltVal val="-4.26"/>
                                          </p:val>
                                        </p:tav>
                                        <p:tav tm="27027">
                                          <p:val>
                                            <p:fltVal val="-0.27"/>
                                          </p:val>
                                        </p:tav>
                                        <p:tav tm="27899">
                                          <p:val>
                                            <p:fltVal val="2.51"/>
                                          </p:val>
                                        </p:tav>
                                        <p:tav tm="28771">
                                          <p:val>
                                            <p:fltVal val="4.04"/>
                                          </p:val>
                                        </p:tav>
                                        <p:tav tm="29643">
                                          <p:val>
                                            <p:fltVal val="4.61"/>
                                          </p:val>
                                        </p:tav>
                                        <p:tav tm="31386">
                                          <p:val>
                                            <p:fltVal val="3.77"/>
                                          </p:val>
                                        </p:tav>
                                        <p:tav tm="34874">
                                          <p:val>
                                            <p:fltVal val="0.28"/>
                                          </p:val>
                                        </p:tav>
                                        <p:tav tm="37489">
                                          <p:val>
                                            <p:fltVal val="-0.73"/>
                                          </p:val>
                                        </p:tav>
                                        <p:tav tm="38361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5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382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145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24145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24493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28006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35281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52615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60166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66059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701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246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732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7304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7206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92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7946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687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609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5593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5376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5354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5473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633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6663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66461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6646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6474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667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6809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675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6455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64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661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665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647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644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630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572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436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182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00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348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54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47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58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422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99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3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0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8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382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4332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94332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93598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86194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70857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4318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84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5978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0269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07534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9266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08752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06678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03818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00791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2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4256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591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696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7417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7463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7212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5406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5098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4774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513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5127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5065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4896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4581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04105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169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0745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382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818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9004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1463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7321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9873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1864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254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03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308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4225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14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707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1626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205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82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7818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9004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7321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1864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254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308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707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82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8"/>
                                          </p:val>
                                        </p:tav>
                                        <p:tav tm="12206">
                                          <p:val>
                                            <p:fltVal val="98"/>
                                          </p:val>
                                        </p:tav>
                                        <p:tav tm="13078">
                                          <p:val>
                                            <p:fltVal val="97.19"/>
                                          </p:val>
                                        </p:tav>
                                        <p:tav tm="13949">
                                          <p:val>
                                            <p:fltVal val="89.06"/>
                                          </p:val>
                                        </p:tav>
                                        <p:tav tm="14821">
                                          <p:val>
                                            <p:fltVal val="72.21"/>
                                          </p:val>
                                        </p:tav>
                                        <p:tav tm="16565">
                                          <p:val>
                                            <p:fltVal val="32.07"/>
                                          </p:val>
                                        </p:tav>
                                        <p:tav tm="17437">
                                          <p:val>
                                            <p:fltVal val="14.58"/>
                                          </p:val>
                                        </p:tav>
                                        <p:tav tm="18309">
                                          <p:val>
                                            <p:fltVal val="0.93"/>
                                          </p:val>
                                        </p:tav>
                                        <p:tav tm="19180">
                                          <p:val>
                                            <p:fltVal val="-8.59"/>
                                          </p:val>
                                        </p:tav>
                                        <p:tav tm="20052">
                                          <p:val>
                                            <p:fltVal val="-13.91"/>
                                          </p:val>
                                        </p:tav>
                                        <p:tav tm="20924">
                                          <p:val>
                                            <p:fltVal val="-15.82"/>
                                          </p:val>
                                        </p:tav>
                                        <p:tav tm="21796">
                                          <p:val>
                                            <p:fltVal val="-15.25"/>
                                          </p:val>
                                        </p:tav>
                                        <p:tav tm="22668">
                                          <p:val>
                                            <p:fltVal val="-12.97"/>
                                          </p:val>
                                        </p:tav>
                                        <p:tav tm="25283">
                                          <p:val>
                                            <p:fltVal val="-3.44"/>
                                          </p:val>
                                        </p:tav>
                                        <p:tav tm="26155">
                                          <p:val>
                                            <p:fltVal val="-0.96"/>
                                          </p:val>
                                        </p:tav>
                                        <p:tav tm="27027">
                                          <p:val>
                                            <p:fltVal val="0.86"/>
                                          </p:val>
                                        </p:tav>
                                        <p:tav tm="27899">
                                          <p:val>
                                            <p:fltVal val="2.01"/>
                                          </p:val>
                                        </p:tav>
                                        <p:tav tm="28771">
                                          <p:val>
                                            <p:fltVal val="2.51"/>
                                          </p:val>
                                        </p:tav>
                                        <p:tav tm="30514">
                                          <p:val>
                                            <p:fltVal val="2.29"/>
                                          </p:val>
                                        </p:tav>
                                        <p:tav tm="34002">
                                          <p:val>
                                            <p:fltVal val="0.3"/>
                                          </p:val>
                                        </p:tav>
                                        <p:tav tm="36617">
                                          <p:val>
                                            <p:fltVal val="-0.39"/>
                                          </p:val>
                                        </p:tav>
                                        <p:tav tm="38361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9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6" dur="38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0415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70415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70543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72654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77227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88531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93529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97498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029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1861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248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2387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1762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9083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9836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7832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97498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734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97387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97945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98149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9804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800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7483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9720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7141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728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8056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804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764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75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8011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8077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9818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845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781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538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084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4011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593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710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803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928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1845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5718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917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38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72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03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77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803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01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5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" dur="38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1722"/>
                                          </p:val>
                                        </p:tav>
                                        <p:tav tm="12206">
                                          <p:val>
                                            <p:strVal val="#ppt_y-0.81722"/>
                                          </p:val>
                                        </p:tav>
                                        <p:tav tm="13078">
                                          <p:val>
                                            <p:strVal val="#ppt_y-0.81312"/>
                                          </p:val>
                                        </p:tav>
                                        <p:tav tm="13949">
                                          <p:val>
                                            <p:strVal val="#ppt_y-0.74589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60022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42158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24013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08094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4548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346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8445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0442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012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8133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5366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237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9596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7312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5613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455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4046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3963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4196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5973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6505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6621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6524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627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6296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623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6024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5636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4359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2079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091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8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76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8859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122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7078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9665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1719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168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39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302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926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168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1637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2056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8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776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8859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122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7078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9665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1719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168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39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302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926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168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1637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2056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38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6"/>
                                          </p:val>
                                        </p:tav>
                                        <p:tav tm="13078">
                                          <p:val>
                                            <p:fltVal val="25.88"/>
                                          </p:val>
                                        </p:tav>
                                        <p:tav tm="13949">
                                          <p:val>
                                            <p:fltVal val="23.89"/>
                                          </p:val>
                                        </p:tav>
                                        <p:tav tm="14821">
                                          <p:val>
                                            <p:fltVal val="19.59"/>
                                          </p:val>
                                        </p:tav>
                                        <p:tav tm="16565">
                                          <p:val>
                                            <p:fltVal val="8.95"/>
                                          </p:val>
                                        </p:tav>
                                        <p:tav tm="17437">
                                          <p:val>
                                            <p:fltVal val="4.25"/>
                                          </p:val>
                                        </p:tav>
                                        <p:tav tm="18309">
                                          <p:val>
                                            <p:fltVal val="0.51"/>
                                          </p:val>
                                        </p:tav>
                                        <p:tav tm="19180">
                                          <p:val>
                                            <p:fltVal val="-2.12"/>
                                          </p:val>
                                        </p:tav>
                                        <p:tav tm="20052">
                                          <p:val>
                                            <p:fltVal val="-3.59"/>
                                          </p:val>
                                        </p:tav>
                                        <p:tav tm="20924">
                                          <p:val>
                                            <p:fltVal val="-4.18"/>
                                          </p:val>
                                        </p:tav>
                                        <p:tav tm="22668">
                                          <p:val>
                                            <p:fltVal val="-3.5"/>
                                          </p:val>
                                        </p:tav>
                                        <p:tav tm="26155">
                                          <p:val>
                                            <p:fltVal val="-0.31"/>
                                          </p:val>
                                        </p:tav>
                                        <p:tav tm="28771">
                                          <p:val>
                                            <p:fltVal val="0.66"/>
                                          </p:val>
                                        </p:tav>
                                        <p:tav tm="36617">
                                          <p:val>
                                            <p:fltVal val="-0.1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6" dur="382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6722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6722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6502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589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54173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5336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5270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2239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5194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18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51804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188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52407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52586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5246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251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304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332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3381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3237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5280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2467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2479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2877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5299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297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251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52446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5234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20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152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063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898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649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355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0336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3703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3847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1136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8904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155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86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3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4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276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71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0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82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24642"/>
                                          </p:val>
                                        </p:tav>
                                        <p:tav tm="13949">
                                          <p:val>
                                            <p:strVal val="#ppt_y-1.24642"/>
                                          </p:val>
                                        </p:tav>
                                        <p:tav tm="14821">
                                          <p:val>
                                            <p:strVal val="#ppt_y-1.17873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99061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73129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45933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20987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0071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13788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2885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7033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721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24864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20988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16535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12276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8605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5888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4063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307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2816"/>
                                          </p:val>
                                        </p:tav>
                                        <p:tav tm="31386">
                                          <p:val>
                                            <p:strVal val="#ppt_y+0.03056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3611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5676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6183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6538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6753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6838"/>
                                          </p:val>
                                        </p:tav>
                                        <p:tav tm="39233">
                                          <p:val>
                                            <p:strVal val="#ppt_y+0.06278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6296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623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6024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5636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4359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2079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0917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382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08439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10494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902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1236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282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3814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426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03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2254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165"/>
                                          </p:val>
                                        </p:tav>
                                        <p:tav tm="37489">
                                          <p:val>
                                            <p:strVal val="#ppt_w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382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08439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10494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9022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1236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282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3814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4267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03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2254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165"/>
                                          </p:val>
                                        </p:tav>
                                        <p:tav tm="37489">
                                          <p:val>
                                            <p:strVal val="#ppt_h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82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4"/>
                                          </p:val>
                                        </p:tav>
                                        <p:tav tm="13949">
                                          <p:val>
                                            <p:fltVal val="-114"/>
                                          </p:val>
                                        </p:tav>
                                        <p:tav tm="14821">
                                          <p:val>
                                            <p:fltVal val="-108.11"/>
                                          </p:val>
                                        </p:tav>
                                        <p:tav tm="15693">
                                          <p:val>
                                            <p:fltVal val="-91.72"/>
                                          </p:val>
                                        </p:tav>
                                        <p:tav tm="16565">
                                          <p:val>
                                            <p:fltVal val="-69.14"/>
                                          </p:val>
                                        </p:tav>
                                        <p:tav tm="17437">
                                          <p:val>
                                            <p:fltVal val="-45.46"/>
                                          </p:val>
                                        </p:tav>
                                        <p:tav tm="18309">
                                          <p:val>
                                            <p:fltVal val="-23.74"/>
                                          </p:val>
                                        </p:tav>
                                        <p:tav tm="19180">
                                          <p:val>
                                            <p:fltVal val="-6.09"/>
                                          </p:val>
                                        </p:tav>
                                        <p:tav tm="20052">
                                          <p:val>
                                            <p:fltVal val="6.54"/>
                                          </p:val>
                                        </p:tav>
                                        <p:tav tm="20924">
                                          <p:val>
                                            <p:fltVal val="14.46"/>
                                          </p:val>
                                        </p:tav>
                                        <p:tav tm="21796">
                                          <p:val>
                                            <p:fltVal val="18.07"/>
                                          </p:val>
                                        </p:tav>
                                        <p:tav tm="22668">
                                          <p:val>
                                            <p:fltVal val="18.23"/>
                                          </p:val>
                                        </p:tav>
                                        <p:tav tm="23540">
                                          <p:val>
                                            <p:fltVal val="16.18"/>
                                          </p:val>
                                        </p:tav>
                                        <p:tav tm="26155">
                                          <p:val>
                                            <p:fltVal val="5.22"/>
                                          </p:val>
                                        </p:tav>
                                        <p:tav tm="27027">
                                          <p:val>
                                            <p:fltVal val="2.03"/>
                                          </p:val>
                                        </p:tav>
                                        <p:tav tm="27899">
                                          <p:val>
                                            <p:fltVal val="-0.34"/>
                                          </p:val>
                                        </p:tav>
                                        <p:tav tm="28771">
                                          <p:val>
                                            <p:fltVal val="-1.93"/>
                                          </p:val>
                                        </p:tav>
                                        <p:tav tm="29643">
                                          <p:val>
                                            <p:fltVal val="-2.79"/>
                                          </p:val>
                                        </p:tav>
                                        <p:tav tm="30514">
                                          <p:val>
                                            <p:fltVal val="-3.02"/>
                                          </p:val>
                                        </p:tav>
                                        <p:tav tm="35745">
                                          <p:val>
                                            <p:fltVal val="-0.08"/>
                                          </p:val>
                                        </p:tav>
                                        <p:tav tm="38361">
                                          <p:val>
                                            <p:fltVal val="0.49"/>
                                          </p:val>
                                        </p:tav>
                                        <p:tav tm="39233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3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6" dur="382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6501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56501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56301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55012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5285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50349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47937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45857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4428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3242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42667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2503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263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293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374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4439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44722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44769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44486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44409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44459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450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5213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5592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5675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5479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489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443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445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4992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5147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512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4499"/>
                                          </p:val>
                                        </p:tav>
                                        <p:tav tm="63644">
                                          <p:val>
                                            <p:strVal val="#ppt_x-1.4445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4409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426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3902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275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161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39888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378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1128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2925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7704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49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60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6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678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505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438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49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80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382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7702"/>
                                          </p:val>
                                        </p:tav>
                                        <p:tav tm="12206">
                                          <p:val>
                                            <p:strVal val="#ppt_y-1.17702"/>
                                          </p:val>
                                        </p:tav>
                                        <p:tav tm="13078">
                                          <p:val>
                                            <p:strVal val="#ppt_y-1.15667"/>
                                          </p:val>
                                        </p:tav>
                                        <p:tav tm="13949">
                                          <p:val>
                                            <p:strVal val="#ppt_y-1.0253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80579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55024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30447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09257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6746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7383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3241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4917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23597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2048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12313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8604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562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356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2307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1762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1821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2239"/>
                                          </p:val>
                                        </p:tav>
                                        <p:tav tm="33130">
                                          <p:val>
                                            <p:strVal val="#ppt_y+0.04169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4709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5104"/>
                                          </p:val>
                                        </p:tav>
                                        <p:tav tm="35745">
                                          <p:val>
                                            <p:strVal val="#ppt_y+0.0536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5496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5073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4989"/>
                                          </p:val>
                                        </p:tav>
                                        <p:tav tm="66260">
                                          <p:val>
                                            <p:strVal val="#ppt_y+0.04984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475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4451"/>
                                          </p:val>
                                        </p:tav>
                                        <p:tav tm="70619">
                                          <p:val>
                                            <p:strVal val="#ppt_y+0.03443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1642"/>
                                          </p:val>
                                        </p:tav>
                                        <p:tav tm="74106">
                                          <p:val>
                                            <p:strVal val="#ppt_y+0.01139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4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82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937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9468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202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78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034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2205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44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12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323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806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075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68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82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7937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9468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202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78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034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2205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44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12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323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806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075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687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382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2"/>
                                          </p:val>
                                        </p:tav>
                                        <p:tav tm="12206">
                                          <p:val>
                                            <p:fltVal val="42"/>
                                          </p:val>
                                        </p:tav>
                                        <p:tav tm="13078">
                                          <p:val>
                                            <p:fltVal val="41.3"/>
                                          </p:val>
                                        </p:tav>
                                        <p:tav tm="13949">
                                          <p:val>
                                            <p:fltVal val="36.81"/>
                                          </p:val>
                                        </p:tav>
                                        <p:tav tm="14821">
                                          <p:val>
                                            <p:fltVal val="29.29"/>
                                          </p:val>
                                        </p:tav>
                                        <p:tav tm="16565">
                                          <p:val>
                                            <p:fltVal val="12.13"/>
                                          </p:val>
                                        </p:tav>
                                        <p:tav tm="17437">
                                          <p:val>
                                            <p:fltVal val="4.88"/>
                                          </p:val>
                                        </p:tav>
                                        <p:tav tm="18309">
                                          <p:val>
                                            <p:fltVal val="-0.6"/>
                                          </p:val>
                                        </p:tav>
                                        <p:tav tm="19180">
                                          <p:val>
                                            <p:fltVal val="-4.24"/>
                                          </p:val>
                                        </p:tav>
                                        <p:tav tm="20052">
                                          <p:val>
                                            <p:fltVal val="-6.25"/>
                                          </p:val>
                                        </p:tav>
                                        <p:tav tm="20924">
                                          <p:val>
                                            <p:fltVal val="-6.82"/>
                                          </p:val>
                                        </p:tav>
                                        <p:tav tm="21796">
                                          <p:val>
                                            <p:fltVal val="-6.37"/>
                                          </p:val>
                                        </p:tav>
                                        <p:tav tm="22668">
                                          <p:val>
                                            <p:fltVal val="-5.3"/>
                                          </p:val>
                                        </p:tav>
                                        <p:tav tm="26155">
                                          <p:val>
                                            <p:fltVal val="-0.22"/>
                                          </p:val>
                                        </p:tav>
                                        <p:tav tm="28771">
                                          <p:val>
                                            <p:fltVal val="1.1"/>
                                          </p:val>
                                        </p:tav>
                                        <p:tav tm="36617">
                                          <p:val>
                                            <p:fltVal val="-0.17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6" dur="382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1971"/>
                                          </p:val>
                                        </p:tav>
                                        <p:tav tm="12206">
                                          <p:val>
                                            <p:strVal val="#ppt_x-1.61971"/>
                                          </p:val>
                                        </p:tav>
                                        <p:tav tm="13078">
                                          <p:val>
                                            <p:strVal val="#ppt_x-1.62663"/>
                                          </p:val>
                                        </p:tav>
                                        <p:tav tm="13949">
                                          <p:val>
                                            <p:strVal val="#ppt_x-1.6727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7511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84297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9315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0808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06584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1045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12601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1321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1276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1166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872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7387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06314"/>
                                          </p:val>
                                        </p:tav>
                                        <p:tav tm="27027">
                                          <p:val>
                                            <p:strVal val="#ppt_x-2.05563"/>
                                          </p:val>
                                        </p:tav>
                                        <p:tav tm="27899">
                                          <p:val>
                                            <p:strVal val="#ppt_x-2.05104"/>
                                          </p:val>
                                        </p:tav>
                                        <p:tav tm="28771">
                                          <p:val>
                                            <p:strVal val="#ppt_x-2.04906"/>
                                          </p:val>
                                        </p:tav>
                                        <p:tav tm="30514">
                                          <p:val>
                                            <p:strVal val="#ppt_x-2.0507"/>
                                          </p:val>
                                        </p:tav>
                                        <p:tav tm="34002">
                                          <p:val>
                                            <p:strVal val="#ppt_x-2.05958"/>
                                          </p:val>
                                        </p:tav>
                                        <p:tav tm="36617">
                                          <p:val>
                                            <p:strVal val="#ppt_x-2.06244"/>
                                          </p:val>
                                        </p:tav>
                                        <p:tav tm="38361">
                                          <p:val>
                                            <p:strVal val="#ppt_x-2.06062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601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5308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4929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484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5042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608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606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5529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537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5398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602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6111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6254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6619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596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2.03263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821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90617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81635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71814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6173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2006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373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6918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5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649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57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81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52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557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79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12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22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82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2622"/>
                                          </p:val>
                                        </p:tav>
                                        <p:tav tm="12206">
                                          <p:val>
                                            <p:strVal val="#ppt_y+0.92622"/>
                                          </p:val>
                                        </p:tav>
                                        <p:tav tm="13078">
                                          <p:val>
                                            <p:strVal val="#ppt_y+0.91245"/>
                                          </p:val>
                                        </p:tav>
                                        <p:tav tm="13949">
                                          <p:val>
                                            <p:strVal val="#ppt_y+0.82083"/>
                                          </p:val>
                                        </p:tav>
                                        <p:tav tm="14821">
                                          <p:val>
                                            <p:strVal val="#ppt_y+0.66495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48248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0652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15432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03952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03741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08006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9235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08338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06136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00304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2357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448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5982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6893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7287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7255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6961"/>
                                          </p:val>
                                        </p:tav>
                                        <p:tav tm="34002">
                                          <p:val>
                                            <p:strVal val="#ppt_y+0.05196"/>
                                          </p:val>
                                        </p:tav>
                                        <p:tav tm="34874">
                                          <p:val>
                                            <p:strVal val="#ppt_y+0.04912"/>
                                          </p:val>
                                        </p:tav>
                                        <p:tav tm="36617">
                                          <p:val>
                                            <p:strVal val="#ppt_y+0.04627"/>
                                          </p:val>
                                        </p:tav>
                                        <p:tav tm="37489">
                                          <p:val>
                                            <p:strVal val="#ppt_y+0.04915"/>
                                          </p:val>
                                        </p:tav>
                                        <p:tav tm="38361">
                                          <p:val>
                                            <p:strVal val="#ppt_y+0.04989"/>
                                          </p:val>
                                        </p:tav>
                                        <p:tav tm="65388">
                                          <p:val>
                                            <p:strVal val="#ppt_y+0.04987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4922"/>
                                          </p:val>
                                        </p:tav>
                                        <p:tav tm="68003">
                                          <p:val>
                                            <p:strVal val="#ppt_y+0.04758"/>
                                          </p:val>
                                        </p:tav>
                                        <p:tav tm="68875">
                                          <p:val>
                                            <p:strVal val="#ppt_y+0.04451"/>
                                          </p:val>
                                        </p:tav>
                                        <p:tav tm="69747">
                                          <p:val>
                                            <p:strVal val="#ppt_y+0.03989"/>
                                          </p:val>
                                        </p:tav>
                                        <p:tav tm="73235">
                                          <p:val>
                                            <p:strVal val="#ppt_y+0.01642"/>
                                          </p:val>
                                        </p:tav>
                                        <p:tav tm="74978">
                                          <p:val>
                                            <p:strVal val="#ppt_y+0.00724"/>
                                          </p:val>
                                        </p:tav>
                                        <p:tav tm="75850">
                                          <p:val>
                                            <p:strVal val="#ppt_y+0.004"/>
                                          </p:val>
                                        </p:tav>
                                        <p:tav tm="77594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0209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88056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382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w*0.07925"/>
                                          </p:val>
                                        </p:tav>
                                        <p:tav tm="13949">
                                          <p:val>
                                            <p:strVal val="#ppt_w*0.0942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11963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781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20296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22169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2342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4121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4321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815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082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168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" dur="382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2206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3078">
                                          <p:val>
                                            <p:strVal val="#ppt_h*0.07925"/>
                                          </p:val>
                                        </p:tav>
                                        <p:tav tm="13949">
                                          <p:val>
                                            <p:strVal val="#ppt_h*0.0942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11963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781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2029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22169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2342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4121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4321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815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082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1689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382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5"/>
                                          </p:val>
                                        </p:tav>
                                        <p:tav tm="12206">
                                          <p:val>
                                            <p:fltVal val="55"/>
                                          </p:val>
                                        </p:tav>
                                        <p:tav tm="13078">
                                          <p:val>
                                            <p:fltVal val="54.14"/>
                                          </p:val>
                                        </p:tav>
                                        <p:tav tm="13949">
                                          <p:val>
                                            <p:fltVal val="48.39"/>
                                          </p:val>
                                        </p:tav>
                                        <p:tav tm="14821">
                                          <p:val>
                                            <p:fltVal val="38.6"/>
                                          </p:val>
                                        </p:tav>
                                        <p:tav tm="16565">
                                          <p:val>
                                            <p:fltVal val="16.11"/>
                                          </p:val>
                                        </p:tav>
                                        <p:tav tm="17437">
                                          <p:val>
                                            <p:fltVal val="6.55"/>
                                          </p:val>
                                        </p:tav>
                                        <p:tav tm="18309">
                                          <p:val>
                                            <p:fltVal val="-0.65"/>
                                          </p:val>
                                        </p:tav>
                                        <p:tav tm="19180">
                                          <p:val>
                                            <p:fltVal val="-5.48"/>
                                          </p:val>
                                        </p:tav>
                                        <p:tav tm="20052">
                                          <p:val>
                                            <p:fltVal val="-8.16"/>
                                          </p:val>
                                        </p:tav>
                                        <p:tav tm="20924">
                                          <p:val>
                                            <p:fltVal val="-8.93"/>
                                          </p:val>
                                        </p:tav>
                                        <p:tav tm="21796">
                                          <p:val>
                                            <p:fltVal val="-8.36"/>
                                          </p:val>
                                        </p:tav>
                                        <p:tav tm="22668">
                                          <p:val>
                                            <p:fltVal val="-6.98"/>
                                          </p:val>
                                        </p:tav>
                                        <p:tav tm="25283">
                                          <p:val>
                                            <p:fltVal val="-1.65"/>
                                          </p:val>
                                        </p:tav>
                                        <p:tav tm="26155">
                                          <p:val>
                                            <p:fltVal val="-0.31"/>
                                          </p:val>
                                        </p:tav>
                                        <p:tav tm="27027">
                                          <p:val>
                                            <p:fltVal val="0.62"/>
                                          </p:val>
                                        </p:tav>
                                        <p:tav tm="28771">
                                          <p:val>
                                            <p:fltVal val="1.44"/>
                                          </p:val>
                                        </p:tav>
                                        <p:tav tm="36617">
                                          <p:val>
                                            <p:fltVal val="-0.23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6" dur="382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09661"/>
                                          </p:val>
                                        </p:tav>
                                        <p:tav tm="14821">
                                          <p:val>
                                            <p:strVal val="#ppt_x-2.09661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09598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08942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7569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4292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2864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01746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096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05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0037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0417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0602"/>
                                          </p:val>
                                        </p:tav>
                                        <p:tav tm="28771">
                                          <p:val>
                                            <p:strVal val="#ppt_x-2.01583"/>
                                          </p:val>
                                        </p:tav>
                                        <p:tav tm="29643">
                                          <p:val>
                                            <p:strVal val="#ppt_x-2.0173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2.01867"/>
                                          </p:val>
                                        </p:tav>
                                        <p:tav tm="38361">
                                          <p:val>
                                            <p:strVal val="#ppt_x-2.0164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162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101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069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06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0788"/>
                                          </p:val>
                                        </p:tav>
                                        <p:tav tm="51439">
                                          <p:val>
                                            <p:strVal val="#ppt_x-2.0129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16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166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1205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107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109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162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1705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182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21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149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894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417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6994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8507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9229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970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051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269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62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216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50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2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657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93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661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69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91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17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41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37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23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382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90016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90016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89357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82498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68139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33876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18936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7252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091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05469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0712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06655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4715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2039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008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0342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0554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07099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8084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0851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8565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8331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06638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06149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06042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06375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06375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06359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609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594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591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598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06383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06377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0617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6124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0636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639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06625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06403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599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5369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221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1533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0975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81081">
                                          <p:val>
                                            <p:strVal val="#ppt_y+0.002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382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813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8985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144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17298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9852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18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24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4025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307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228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2143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1708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1626"/>
                                          </p:val>
                                        </p:tav>
                                        <p:tav tm="39233">
                                          <p:val>
                                            <p:strVal val="#ppt_w*0.22057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82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813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8985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144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17298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9852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18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3246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307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1708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382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2"/>
                                          </p:val>
                                        </p:tav>
                                        <p:tav tm="14821">
                                          <p:val>
                                            <p:fltVal val="132"/>
                                          </p:val>
                                        </p:tav>
                                        <p:tav tm="15693">
                                          <p:val>
                                            <p:fltVal val="130.96"/>
                                          </p:val>
                                        </p:tav>
                                        <p:tav tm="16565">
                                          <p:val>
                                            <p:fltVal val="120.14"/>
                                          </p:val>
                                        </p:tav>
                                        <p:tav tm="17437">
                                          <p:val>
                                            <p:fltVal val="97.47"/>
                                          </p:val>
                                        </p:tav>
                                        <p:tav tm="19180">
                                          <p:val>
                                            <p:fltVal val="43.4"/>
                                          </p:val>
                                        </p:tav>
                                        <p:tav tm="20052">
                                          <p:val>
                                            <p:fltVal val="19.82"/>
                                          </p:val>
                                        </p:tav>
                                        <p:tav tm="20924">
                                          <p:val>
                                            <p:fltVal val="1.38"/>
                                          </p:val>
                                        </p:tav>
                                        <p:tav tm="21796">
                                          <p:val>
                                            <p:fltVal val="-11.5"/>
                                          </p:val>
                                        </p:tav>
                                        <p:tav tm="22668">
                                          <p:val>
                                            <p:fltVal val="-18.69"/>
                                          </p:val>
                                        </p:tav>
                                        <p:tav tm="23540">
                                          <p:val>
                                            <p:fltVal val="-21.3"/>
                                          </p:val>
                                        </p:tav>
                                        <p:tav tm="24412">
                                          <p:val>
                                            <p:fltVal val="-20.56"/>
                                          </p:val>
                                        </p:tav>
                                        <p:tav tm="25283">
                                          <p:val>
                                            <p:fltVal val="-17.5"/>
                                          </p:val>
                                        </p:tav>
                                        <p:tav tm="27899">
                                          <p:val>
                                            <p:fltVal val="-4.66"/>
                                          </p:val>
                                        </p:tav>
                                        <p:tav tm="28771">
                                          <p:val>
                                            <p:fltVal val="-1.32"/>
                                          </p:val>
                                        </p:tav>
                                        <p:tav tm="29643">
                                          <p:val>
                                            <p:fltVal val="1.14"/>
                                          </p:val>
                                        </p:tav>
                                        <p:tav tm="30514">
                                          <p:val>
                                            <p:fltVal val="2.7"/>
                                          </p:val>
                                        </p:tav>
                                        <p:tav tm="31386">
                                          <p:val>
                                            <p:fltVal val="3.38"/>
                                          </p:val>
                                        </p:tav>
                                        <p:tav tm="33130">
                                          <p:val>
                                            <p:fltVal val="3.09"/>
                                          </p:val>
                                        </p:tav>
                                        <p:tav tm="36617">
                                          <p:val>
                                            <p:fltVal val="0.41"/>
                                          </p:val>
                                        </p:tav>
                                        <p:tav tm="39233">
                                          <p:val>
                                            <p:fltVal val="-0.53"/>
                                          </p:val>
                                        </p:tav>
                                        <p:tav tm="40976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6" dur="38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8807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98807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97914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92382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8337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296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62991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4436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796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371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139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074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131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42603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4593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48635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49463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4996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50174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50147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49972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48969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48809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48653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4883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889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9507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983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9903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9735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923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884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885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9318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945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94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8895"/>
                                          </p:val>
                                        </p:tav>
                                        <p:tav tm="63644">
                                          <p:val>
                                            <p:strVal val="#ppt_x-1.48854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869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838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4784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7081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565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351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097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261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0285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8363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856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74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9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38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30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37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8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8929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48929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48168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43455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35777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26909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18415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11126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561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01989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00543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01044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03879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05157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06183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06889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7314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0749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7472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7323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06468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06245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06199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06356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06375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06359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609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594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591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598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06383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06377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0617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6124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0636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639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06625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06403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599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5369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221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1533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0975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38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956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95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21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17954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0404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25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474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413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325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3791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2065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168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1632"/>
                                          </p:val>
                                        </p:tav>
                                        <p:tav tm="38361">
                                          <p:val>
                                            <p:strVal val="#ppt_w*0.22044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38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956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954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17954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0404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25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3474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325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2065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168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38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6"/>
                                          </p:val>
                                        </p:tav>
                                        <p:tav tm="14821">
                                          <p:val>
                                            <p:fltVal val="-126"/>
                                          </p:val>
                                        </p:tav>
                                        <p:tav tm="15693">
                                          <p:val>
                                            <p:fltVal val="-123.75"/>
                                          </p:val>
                                        </p:tav>
                                        <p:tav tm="16565">
                                          <p:val>
                                            <p:fltVal val="-109.79"/>
                                          </p:val>
                                        </p:tav>
                                        <p:tav tm="17437">
                                          <p:val>
                                            <p:fltVal val="-87.06"/>
                                          </p:val>
                                        </p:tav>
                                        <p:tav tm="18309">
                                          <p:val>
                                            <p:fltVal val="-60.8"/>
                                          </p:val>
                                        </p:tav>
                                        <p:tav tm="19180">
                                          <p:val>
                                            <p:fltVal val="-35.65"/>
                                          </p:val>
                                        </p:tav>
                                        <p:tav tm="20052">
                                          <p:val>
                                            <p:fltVal val="-14.07"/>
                                          </p:val>
                                        </p:tav>
                                        <p:tav tm="20924">
                                          <p:val>
                                            <p:fltVal val="2.27"/>
                                          </p:val>
                                        </p:tav>
                                        <p:tav tm="21796">
                                          <p:val>
                                            <p:fltVal val="12.99"/>
                                          </p:val>
                                        </p:tav>
                                        <p:tav tm="22668">
                                          <p:val>
                                            <p:fltVal val="18.83"/>
                                          </p:val>
                                        </p:tav>
                                        <p:tav tm="23540">
                                          <p:val>
                                            <p:fltVal val="20.49"/>
                                          </p:val>
                                        </p:tav>
                                        <p:tav tm="24412">
                                          <p:val>
                                            <p:fltVal val="19.03"/>
                                          </p:val>
                                        </p:tav>
                                        <p:tav tm="25283">
                                          <p:val>
                                            <p:fltVal val="15.78"/>
                                          </p:val>
                                        </p:tav>
                                        <p:tav tm="27027">
                                          <p:val>
                                            <p:fltVal val="7.39"/>
                                          </p:val>
                                        </p:tav>
                                        <p:tav tm="27899">
                                          <p:val>
                                            <p:fltVal val="3.61"/>
                                          </p:val>
                                        </p:tav>
                                        <p:tav tm="28771">
                                          <p:val>
                                            <p:fltVal val="0.57"/>
                                          </p:val>
                                        </p:tav>
                                        <p:tav tm="29643">
                                          <p:val>
                                            <p:fltVal val="-1.52"/>
                                          </p:val>
                                        </p:tav>
                                        <p:tav tm="30514">
                                          <p:val>
                                            <p:fltVal val="-2.78"/>
                                          </p:val>
                                        </p:tav>
                                        <p:tav tm="31386">
                                          <p:val>
                                            <p:fltVal val="-3.32"/>
                                          </p:val>
                                        </p:tav>
                                        <p:tav tm="33130">
                                          <p:val>
                                            <p:fltVal val="-2.81"/>
                                          </p:val>
                                        </p:tav>
                                        <p:tav tm="36617">
                                          <p:val>
                                            <p:fltVal val="-0.27"/>
                                          </p:val>
                                        </p:tav>
                                        <p:tav tm="39233">
                                          <p:val>
                                            <p:fltVal val="0.52"/>
                                          </p:val>
                                        </p:tav>
                                        <p:tav tm="40976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6" dur="382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14821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27937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3635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4804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6031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7160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8077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7368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91517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93408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3515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92473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0729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679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5136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83903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3071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2617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2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2605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3786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84016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84177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84314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84062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404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846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3714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37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406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406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390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87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40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407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422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361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165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2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99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88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591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5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55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62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6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91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71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1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0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01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" dur="382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8643"/>
                                          </p:val>
                                        </p:tav>
                                        <p:tav tm="14821">
                                          <p:val>
                                            <p:strVal val="#ppt_y-0.78643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7477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63741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48425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32336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1754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05522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03118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8556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11033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1175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09809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7522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2368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01424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02513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3108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0326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3125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2798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01576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01276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01064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00884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1056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095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01219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1075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01382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112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382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8415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1045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18985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2120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28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3805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4262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288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036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226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165"/>
                                          </p:val>
                                        </p:tav>
                                        <p:tav tm="38361">
                                          <p:val>
                                            <p:strVal val="#ppt_w*0.2205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82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4821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8415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10452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18985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21205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28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4262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4036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226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16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382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"/>
                                          </p:val>
                                        </p:tav>
                                        <p:tav tm="14821">
                                          <p:val>
                                            <p:fltVal val="36"/>
                                          </p:val>
                                        </p:tav>
                                        <p:tav tm="15693">
                                          <p:val>
                                            <p:fltVal val="34.2"/>
                                          </p:val>
                                        </p:tav>
                                        <p:tav tm="16565">
                                          <p:val>
                                            <p:fltVal val="29.07"/>
                                          </p:val>
                                        </p:tav>
                                        <p:tav tm="19180">
                                          <p:val>
                                            <p:fltVal val="7.59"/>
                                          </p:val>
                                        </p:tav>
                                        <p:tav tm="20052">
                                          <p:val>
                                            <p:fltVal val="2"/>
                                          </p:val>
                                        </p:tav>
                                        <p:tav tm="20924">
                                          <p:val>
                                            <p:fltVal val="-2.01"/>
                                          </p:val>
                                        </p:tav>
                                        <p:tav tm="21796">
                                          <p:val>
                                            <p:fltVal val="-4.54"/>
                                          </p:val>
                                        </p:tav>
                                        <p:tav tm="22668">
                                          <p:val>
                                            <p:fltVal val="-5.69"/>
                                          </p:val>
                                        </p:tav>
                                        <p:tav tm="23540">
                                          <p:val>
                                            <p:fltVal val="-5.76"/>
                                          </p:val>
                                        </p:tav>
                                        <p:tav tm="24412">
                                          <p:val>
                                            <p:fltVal val="-5.13"/>
                                          </p:val>
                                        </p:tav>
                                        <p:tav tm="27027">
                                          <p:val>
                                            <p:fltVal val="-1.67"/>
                                          </p:val>
                                        </p:tav>
                                        <p:tav tm="28771">
                                          <p:val>
                                            <p:fltVal val="0.1"/>
                                          </p:val>
                                        </p:tav>
                                        <p:tav tm="31386">
                                          <p:val>
                                            <p:fltVal val="0.95"/>
                                          </p:val>
                                        </p:tav>
                                        <p:tav tm="39233">
                                          <p:val>
                                            <p:fltVal val="-0.15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6" dur="382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7863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17863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15592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08484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9837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87679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775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971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3833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009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839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8212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906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0574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3999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5453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6549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7295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7704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781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7739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66511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66367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66242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6646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6474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667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6809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675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6455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64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661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665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647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644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630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572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436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182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00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348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54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47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58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422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99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3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0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8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82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906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02906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02831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02597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1322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01129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009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126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1056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095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01219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1075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01382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112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382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8332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0309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885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1096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731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772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245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295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4057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228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1654"/>
                                          </p:val>
                                        </p:tav>
                                        <p:tav tm="39233">
                                          <p:val>
                                            <p:strVal val="#ppt_w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" dur="382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8332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0309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885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1096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731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772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245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4057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228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1654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382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4"/>
                                          </p:val>
                                        </p:tav>
                                        <p:tav tm="15693">
                                          <p:val>
                                            <p:fltVal val="44"/>
                                          </p:val>
                                        </p:tav>
                                        <p:tav tm="16565">
                                          <p:val>
                                            <p:fltVal val="42.06"/>
                                          </p:val>
                                        </p:tav>
                                        <p:tav tm="17437">
                                          <p:val>
                                            <p:fltVal val="35.97"/>
                                          </p:val>
                                        </p:tav>
                                        <p:tav tm="20052">
                                          <p:val>
                                            <p:fltVal val="9.67"/>
                                          </p:val>
                                        </p:tav>
                                        <p:tav tm="20924">
                                          <p:val>
                                            <p:fltVal val="2.78"/>
                                          </p:val>
                                        </p:tav>
                                        <p:tav tm="21796">
                                          <p:val>
                                            <p:fltVal val="-2.25"/>
                                          </p:val>
                                        </p:tav>
                                        <p:tav tm="22668">
                                          <p:val>
                                            <p:fltVal val="-5.45"/>
                                          </p:val>
                                        </p:tav>
                                        <p:tav tm="23540">
                                          <p:val>
                                            <p:fltVal val="-6.91"/>
                                          </p:val>
                                        </p:tav>
                                        <p:tav tm="24412">
                                          <p:val>
                                            <p:fltVal val="-7.06"/>
                                          </p:val>
                                        </p:tav>
                                        <p:tav tm="25283">
                                          <p:val>
                                            <p:fltVal val="-6.33"/>
                                          </p:val>
                                        </p:tav>
                                        <p:tav tm="27899">
                                          <p:val>
                                            <p:fltVal val="-2.11"/>
                                          </p:val>
                                        </p:tav>
                                        <p:tav tm="29643">
                                          <p:val>
                                            <p:fltVal val="0.08"/>
                                          </p:val>
                                        </p:tav>
                                        <p:tav tm="32258">
                                          <p:val>
                                            <p:fltVal val="1.16"/>
                                          </p:val>
                                        </p:tav>
                                        <p:tav tm="40105">
                                          <p:val>
                                            <p:fltVal val="-0.19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3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7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6" dur="382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274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12274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1389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18954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26154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33764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40824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65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0733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5339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4605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4732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412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305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50612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49577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48797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48266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4797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47893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47951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48681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4899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49016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488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4889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49507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4983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49903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49735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4923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4884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4885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49318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4945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494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4889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48818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4869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4838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4784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47081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45657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4351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0979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261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0285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8363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6856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574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59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384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30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37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382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77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77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517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7283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16054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04186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06825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15755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22278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2643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28316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28514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27562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25891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22089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20475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19259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18431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1797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7849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17939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19078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19302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1956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196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19357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19322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18754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18451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18384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18541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19374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19361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8931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18806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18826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19325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19396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1951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19802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19816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915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17918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16059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13861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6609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458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2917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161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535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606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382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8333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0311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8859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109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732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773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245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295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4056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228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1654"/>
                                          </p:val>
                                        </p:tav>
                                        <p:tav tm="39233">
                                          <p:val>
                                            <p:strVal val="#ppt_w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82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8333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0311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8859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109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732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773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245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4295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4056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228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1654"/>
                                          </p:val>
                                        </p:tav>
                                        <p:tav tm="39233">
                                          <p:val>
                                            <p:strVal val="#ppt_h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382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0"/>
                                          </p:val>
                                        </p:tav>
                                        <p:tav tm="15693">
                                          <p:val>
                                            <p:fltVal val="170"/>
                                          </p:val>
                                        </p:tav>
                                        <p:tav tm="16565">
                                          <p:val>
                                            <p:fltVal val="162.47"/>
                                          </p:val>
                                        </p:tav>
                                        <p:tav tm="17437">
                                          <p:val>
                                            <p:fltVal val="138.96"/>
                                          </p:val>
                                        </p:tav>
                                        <p:tav tm="18309">
                                          <p:val>
                                            <p:fltVal val="105.51"/>
                                          </p:val>
                                        </p:tav>
                                        <p:tav tm="19180">
                                          <p:val>
                                            <p:fltVal val="70.15"/>
                                          </p:val>
                                        </p:tav>
                                        <p:tav tm="20052">
                                          <p:val>
                                            <p:fltVal val="37.34"/>
                                          </p:val>
                                        </p:tav>
                                        <p:tav tm="20924">
                                          <p:val>
                                            <p:fltVal val="10.73"/>
                                          </p:val>
                                        </p:tav>
                                        <p:tav tm="21796">
                                          <p:val>
                                            <p:fltVal val="-8.7"/>
                                          </p:val>
                                        </p:tav>
                                        <p:tav tm="22668">
                                          <p:val>
                                            <p:fltVal val="-21.07"/>
                                          </p:val>
                                        </p:tav>
                                        <p:tav tm="23540">
                                          <p:val>
                                            <p:fltVal val="-26.69"/>
                                          </p:val>
                                        </p:tav>
                                        <p:tav tm="24412">
                                          <p:val>
                                            <p:fltVal val="-27.28"/>
                                          </p:val>
                                        </p:tav>
                                        <p:tav tm="25283">
                                          <p:val>
                                            <p:fltVal val="-24.45"/>
                                          </p:val>
                                        </p:tav>
                                        <p:tav tm="26155">
                                          <p:val>
                                            <p:fltVal val="-19.47"/>
                                          </p:val>
                                        </p:tav>
                                        <p:tav tm="27899">
                                          <p:val>
                                            <p:fltVal val="-8.14"/>
                                          </p:val>
                                        </p:tav>
                                        <p:tav tm="28771">
                                          <p:val>
                                            <p:fltVal val="-3.33"/>
                                          </p:val>
                                        </p:tav>
                                        <p:tav tm="29643">
                                          <p:val>
                                            <p:fltVal val="0.29"/>
                                          </p:val>
                                        </p:tav>
                                        <p:tav tm="30514">
                                          <p:val>
                                            <p:fltVal val="2.76"/>
                                          </p:val>
                                        </p:tav>
                                        <p:tav tm="31386">
                                          <p:val>
                                            <p:fltVal val="4.11"/>
                                          </p:val>
                                        </p:tav>
                                        <p:tav tm="32258">
                                          <p:val>
                                            <p:fltVal val="4.49"/>
                                          </p:val>
                                        </p:tav>
                                        <p:tav tm="34002">
                                          <p:val>
                                            <p:fltVal val="3.52"/>
                                          </p:val>
                                        </p:tav>
                                        <p:tav tm="37489">
                                          <p:val>
                                            <p:fltVal val="0.16"/>
                                          </p:val>
                                        </p:tav>
                                        <p:tav tm="40105">
                                          <p:val>
                                            <p:fltVal val="-0.72"/>
                                          </p:val>
                                        </p:tav>
                                        <p:tav tm="40976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8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6" dur="382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2784"/>
                                          </p:val>
                                        </p:tav>
                                        <p:tav tm="15693">
                                          <p:val>
                                            <p:strVal val="#ppt_x-1.62784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632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66819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3601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8951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9639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165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527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0731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7953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7653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06726"/>
                                          </p:val>
                                        </p:tav>
                                        <p:tav tm="28771">
                                          <p:val>
                                            <p:strVal val="#ppt_x-2.0293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2.01975"/>
                                          </p:val>
                                        </p:tav>
                                        <p:tav tm="30514">
                                          <p:val>
                                            <p:strVal val="#ppt_x-2.01279"/>
                                          </p:val>
                                        </p:tav>
                                        <p:tav tm="31386">
                                          <p:val>
                                            <p:strVal val="#ppt_x-2.00843"/>
                                          </p:val>
                                        </p:tav>
                                        <p:tav tm="32258">
                                          <p:val>
                                            <p:strVal val="#ppt_x-2.00656"/>
                                          </p:val>
                                        </p:tav>
                                        <p:tav tm="34002">
                                          <p:val>
                                            <p:strVal val="#ppt_x-2.00769"/>
                                          </p:val>
                                        </p:tav>
                                        <p:tav tm="37489">
                                          <p:val>
                                            <p:strVal val="#ppt_x-2.01555"/>
                                          </p:val>
                                        </p:tav>
                                        <p:tav tm="40105">
                                          <p:val>
                                            <p:strVal val="#ppt_x-2.01821"/>
                                          </p:val>
                                        </p:tav>
                                        <p:tav tm="41848">
                                          <p:val>
                                            <p:strVal val="#ppt_x-2.01663"/>
                                          </p:val>
                                        </p:tav>
                                        <p:tav tm="47079">
                                          <p:val>
                                            <p:strVal val="#ppt_x-2.0162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2.0101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2.00691"/>
                                          </p:val>
                                        </p:tav>
                                        <p:tav tm="49695">
                                          <p:val>
                                            <p:strVal val="#ppt_x-2.006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2.0078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2.016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2.0166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2.01205"/>
                                          </p:val>
                                        </p:tav>
                                        <p:tav tm="54926">
                                          <p:val>
                                            <p:strVal val="#ppt_x-2.0107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2.01093"/>
                                          </p:val>
                                        </p:tav>
                                        <p:tav tm="58413">
                                          <p:val>
                                            <p:strVal val="#ppt_x-2.0162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2.01705"/>
                                          </p:val>
                                        </p:tav>
                                        <p:tav tm="65388">
                                          <p:val>
                                            <p:strVal val="#ppt_x-2.01827"/>
                                          </p:val>
                                        </p:tav>
                                        <p:tav tm="66260">
                                          <p:val>
                                            <p:strVal val="#ppt_x-2.021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2.0149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894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9417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86994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8507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9229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970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5051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2697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62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1216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50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2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657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2936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661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69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291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17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3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82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0591"/>
                                          </p:val>
                                        </p:tav>
                                        <p:tav tm="15693">
                                          <p:val>
                                            <p:strVal val="#ppt_y-0.80591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79889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74237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63555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50922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38485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27658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19375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13673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10459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0945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09922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11382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15451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17349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18866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19962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2064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2094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20951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20764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19527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19184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19108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19357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19322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18754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18451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18384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18541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19374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19361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8931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18806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18826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19325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19396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1951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19802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19816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915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17918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16059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13861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6609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458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2917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161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535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606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382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7864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09184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1678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7533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0061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199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32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078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31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4204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3862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2115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1699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1628"/>
                                          </p:val>
                                        </p:tav>
                                        <p:tav tm="39233">
                                          <p:val>
                                            <p:strVal val="#ppt_w*0.22041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382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7864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09184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1678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7533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0061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199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327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078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4314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3862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2115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1699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1628"/>
                                          </p:val>
                                        </p:tav>
                                        <p:tav tm="39233">
                                          <p:val>
                                            <p:strVal val="#ppt_h*0.22041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82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"/>
                                          </p:val>
                                        </p:tav>
                                        <p:tav tm="16565">
                                          <p:val>
                                            <p:fltVal val="-16.81"/>
                                          </p:val>
                                        </p:tav>
                                        <p:tav tm="17437">
                                          <p:val>
                                            <p:fltVal val="-15.24"/>
                                          </p:val>
                                        </p:tav>
                                        <p:tav tm="18309">
                                          <p:val>
                                            <p:fltVal val="-12.27"/>
                                          </p:val>
                                        </p:tav>
                                        <p:tav tm="20052">
                                          <p:val>
                                            <p:fltVal val="-5.31"/>
                                          </p:val>
                                        </p:tav>
                                        <p:tav tm="20924">
                                          <p:val>
                                            <p:fltVal val="-2.3"/>
                                          </p:val>
                                        </p:tav>
                                        <p:tav tm="21796">
                                          <p:val>
                                            <p:fltVal val="0"/>
                                          </p:val>
                                        </p:tav>
                                        <p:tav tm="22668">
                                          <p:val>
                                            <p:fltVal val="1.58"/>
                                          </p:val>
                                        </p:tav>
                                        <p:tav tm="23540">
                                          <p:val>
                                            <p:fltVal val="2.47"/>
                                          </p:val>
                                        </p:tav>
                                        <p:tav tm="24412">
                                          <p:val>
                                            <p:fltVal val="2.75"/>
                                          </p:val>
                                        </p:tav>
                                        <p:tav tm="26155">
                                          <p:val>
                                            <p:fltVal val="2.21"/>
                                          </p:val>
                                        </p:tav>
                                        <p:tav tm="29643">
                                          <p:val>
                                            <p:fltVal val="0.14"/>
                                          </p:val>
                                        </p:tav>
                                        <p:tav tm="32258">
                                          <p:val>
                                            <p:fltVal val="-0.44"/>
                                          </p:val>
                                        </p:tav>
                                        <p:tav tm="40105">
                                          <p:val>
                                            <p:fltVal val="0.07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3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9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6" dur="382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05521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05521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0461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9918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9049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80513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098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283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666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5265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0481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9872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045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1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54889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5632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57465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58253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58723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5891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58891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5872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57759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57461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5764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768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8091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830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8355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824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764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765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796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8039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768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57632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734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6786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5724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374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075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723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5602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235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9679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58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04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44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143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028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133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9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382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5564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35564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34699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29491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21164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11605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02477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5328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11243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15088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17168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1775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17195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15999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12944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11573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10476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9721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0927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908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911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10194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1048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10303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10267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9908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97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967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9774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103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1029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002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9954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1026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103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1038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10571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10603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0248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9587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8592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07416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3536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2453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1561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382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79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09594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2191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8019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0453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297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496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145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327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3781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2058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39233">
                                          <p:val>
                                            <p:strVal val="#ppt_w*0.22044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82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79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09594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2191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8019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0453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297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496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145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4327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3781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2058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39233">
                                          <p:val>
                                            <p:strVal val="#ppt_h*0.22044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382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6"/>
                                          </p:val>
                                        </p:tav>
                                        <p:tav tm="15693">
                                          <p:val>
                                            <p:fltVal val="-106"/>
                                          </p:val>
                                        </p:tav>
                                        <p:tav tm="16565">
                                          <p:val>
                                            <p:fltVal val="-104"/>
                                          </p:val>
                                        </p:tav>
                                        <p:tav tm="17437">
                                          <p:val>
                                            <p:fltVal val="-91.96"/>
                                          </p:val>
                                        </p:tav>
                                        <p:tav tm="18309">
                                          <p:val>
                                            <p:fltVal val="-72.71"/>
                                          </p:val>
                                        </p:tav>
                                        <p:tav tm="19180">
                                          <p:val>
                                            <p:fltVal val="-50.61"/>
                                          </p:val>
                                        </p:tav>
                                        <p:tav tm="20052">
                                          <p:val>
                                            <p:fltVal val="-29.51"/>
                                          </p:val>
                                        </p:tav>
                                        <p:tav tm="20924">
                                          <p:val>
                                            <p:fltVal val="-11.47"/>
                                          </p:val>
                                        </p:tav>
                                        <p:tav tm="21796">
                                          <p:val>
                                            <p:fltVal val="2.2"/>
                                          </p:val>
                                        </p:tav>
                                        <p:tav tm="22668">
                                          <p:val>
                                            <p:fltVal val="11.09"/>
                                          </p:val>
                                        </p:tav>
                                        <p:tav tm="23540">
                                          <p:val>
                                            <p:fltVal val="15.9"/>
                                          </p:val>
                                        </p:tav>
                                        <p:tav tm="24412">
                                          <p:val>
                                            <p:fltVal val="17.25"/>
                                          </p:val>
                                        </p:tav>
                                        <p:tav tm="25283">
                                          <p:val>
                                            <p:fltVal val="15.96"/>
                                          </p:val>
                                        </p:tav>
                                        <p:tav tm="26155">
                                          <p:val>
                                            <p:fltVal val="13.2"/>
                                          </p:val>
                                        </p:tav>
                                        <p:tav tm="27899">
                                          <p:val>
                                            <p:fltVal val="6.14"/>
                                          </p:val>
                                        </p:tav>
                                        <p:tav tm="28771">
                                          <p:val>
                                            <p:fltVal val="2.97"/>
                                          </p:val>
                                        </p:tav>
                                        <p:tav tm="29643">
                                          <p:val>
                                            <p:fltVal val="0.43"/>
                                          </p:val>
                                        </p:tav>
                                        <p:tav tm="30514">
                                          <p:val>
                                            <p:fltVal val="-1.31"/>
                                          </p:val>
                                        </p:tav>
                                        <p:tav tm="31386">
                                          <p:val>
                                            <p:fltVal val="-2.35"/>
                                          </p:val>
                                        </p:tav>
                                        <p:tav tm="32258">
                                          <p:val>
                                            <p:fltVal val="-2.79"/>
                                          </p:val>
                                        </p:tav>
                                        <p:tav tm="34002">
                                          <p:val>
                                            <p:fltVal val="-2.35"/>
                                          </p:val>
                                        </p:tav>
                                        <p:tav tm="37489">
                                          <p:val>
                                            <p:fltVal val="-0.22"/>
                                          </p:val>
                                        </p:tav>
                                        <p:tav tm="40105">
                                          <p:val>
                                            <p:fltVal val="0.44"/>
                                          </p:val>
                                        </p:tav>
                                        <p:tav tm="41848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3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0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6" dur="382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24246"/>
                                          </p:val>
                                        </p:tav>
                                        <p:tav tm="15693">
                                          <p:val>
                                            <p:strVal val="#ppt_x-2.24246"/>
                                          </p:val>
                                        </p:tav>
                                        <p:tav tm="16565">
                                          <p:val>
                                            <p:strVal val="#ppt_x-2.22977"/>
                                          </p:val>
                                        </p:tav>
                                        <p:tav tm="17437">
                                          <p:val>
                                            <p:strVal val="#ppt_x-2.18691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12568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06036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9994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95001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9135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9018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795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8781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8831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9232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91325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2217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92895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93359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93613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93645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93019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92751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92728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9286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2836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243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9221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216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227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287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286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255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248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283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288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3179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2555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029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608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974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225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405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564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7532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062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4943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49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2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81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178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93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96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15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67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6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82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4184"/>
                                          </p:val>
                                        </p:tav>
                                        <p:tav tm="15693">
                                          <p:val>
                                            <p:strVal val="#ppt_y+0.64184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6117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51005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36475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0974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06521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05212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13865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1941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21925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22264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2107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18901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13934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11818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10209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9107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08506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832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843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08735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09914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10208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10421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10606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1029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10267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9908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97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967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9774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103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1029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002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9954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1026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103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1038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10571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10603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0248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9587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8592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07416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3536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2453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1561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382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8278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10231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8772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2102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268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3751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423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407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2294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1657"/>
                                          </p:val>
                                        </p:tav>
                                        <p:tav tm="39233">
                                          <p:val>
                                            <p:strVal val="#ppt_w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382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5693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8278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10231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8772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2102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268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3751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423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407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2294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1657"/>
                                          </p:val>
                                        </p:tav>
                                        <p:tav tm="39233">
                                          <p:val>
                                            <p:strVal val="#ppt_h*0.2205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382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3"/>
                                          </p:val>
                                        </p:tav>
                                        <p:tav tm="15693">
                                          <p:val>
                                            <p:fltVal val="173"/>
                                          </p:val>
                                        </p:tav>
                                        <p:tav tm="16565">
                                          <p:val>
                                            <p:fltVal val="166.01"/>
                                          </p:val>
                                        </p:tav>
                                        <p:tav tm="17437">
                                          <p:val>
                                            <p:fltVal val="142.38"/>
                                          </p:val>
                                        </p:tav>
                                        <p:tav tm="18309">
                                          <p:val>
                                            <p:fltVal val="108.63"/>
                                          </p:val>
                                        </p:tav>
                                        <p:tav tm="19180">
                                          <p:val>
                                            <p:fltVal val="72.63"/>
                                          </p:val>
                                        </p:tav>
                                        <p:tav tm="20052">
                                          <p:val>
                                            <p:fltVal val="39.05"/>
                                          </p:val>
                                        </p:tav>
                                        <p:tav tm="20924">
                                          <p:val>
                                            <p:fltVal val="11.79"/>
                                          </p:val>
                                        </p:tav>
                                        <p:tav tm="21796">
                                          <p:val>
                                            <p:fltVal val="-8.3"/>
                                          </p:val>
                                        </p:tav>
                                        <p:tav tm="22668">
                                          <p:val>
                                            <p:fltVal val="-21.19"/>
                                          </p:val>
                                        </p:tav>
                                        <p:tav tm="23540">
                                          <p:val>
                                            <p:fltVal val="-27.03"/>
                                          </p:val>
                                        </p:tav>
                                        <p:tav tm="24412">
                                          <p:val>
                                            <p:fltVal val="-27.82"/>
                                          </p:val>
                                        </p:tav>
                                        <p:tav tm="25283">
                                          <p:val>
                                            <p:fltVal val="-25.04"/>
                                          </p:val>
                                        </p:tav>
                                        <p:tav tm="26155">
                                          <p:val>
                                            <p:fltVal val="-20"/>
                                          </p:val>
                                        </p:tav>
                                        <p:tav tm="27899">
                                          <p:val>
                                            <p:fltVal val="-8.47"/>
                                          </p:val>
                                        </p:tav>
                                        <p:tav tm="28771">
                                          <p:val>
                                            <p:fltVal val="-3.55"/>
                                          </p:val>
                                        </p:tav>
                                        <p:tav tm="29643">
                                          <p:val>
                                            <p:fltVal val="0.19"/>
                                          </p:val>
                                        </p:tav>
                                        <p:tav tm="30514">
                                          <p:val>
                                            <p:fltVal val="2.75"/>
                                          </p:val>
                                        </p:tav>
                                        <p:tav tm="31386">
                                          <p:val>
                                            <p:fltVal val="4.14"/>
                                          </p:val>
                                        </p:tav>
                                        <p:tav tm="32258">
                                          <p:val>
                                            <p:fltVal val="4.57"/>
                                          </p:val>
                                        </p:tav>
                                        <p:tav tm="34002">
                                          <p:val>
                                            <p:fltVal val="3.61"/>
                                          </p:val>
                                        </p:tav>
                                        <p:tav tm="37489">
                                          <p:val>
                                            <p:fltVal val="0.19"/>
                                          </p:val>
                                        </p:tav>
                                        <p:tav tm="40105">
                                          <p:val>
                                            <p:fltVal val="-0.73"/>
                                          </p:val>
                                        </p:tav>
                                        <p:tav tm="40976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1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6" dur="382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46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27469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30891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39701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1543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3896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75125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426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0695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9468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650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96484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536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935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9627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798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67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5956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5526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542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85541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86963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87251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86995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697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670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653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660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700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699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679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674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69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7014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720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659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453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069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491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808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0612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294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554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924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406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005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015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1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33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116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14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3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3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8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382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69893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69893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66467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57646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45788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33419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22175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13023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06585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02595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0077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00788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01913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03696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07654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9301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1052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13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1176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11867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11746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10551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10164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10034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1029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10267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9908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97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967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9774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103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1029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002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9954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1026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103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1038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10571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10603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0248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9587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8592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07416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3536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2453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1561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382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08522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10638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19149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1344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2889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3846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4284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401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2237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1647"/>
                                          </p:val>
                                        </p:tav>
                                        <p:tav tm="40105">
                                          <p:val>
                                            <p:strVal val="#ppt_w*0.2203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82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08522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10638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19149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1344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2889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3846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4284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401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2237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1647"/>
                                          </p:val>
                                        </p:tav>
                                        <p:tav tm="40105">
                                          <p:val>
                                            <p:strVal val="#ppt_h*0.2203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382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8"/>
                                          </p:val>
                                        </p:tav>
                                        <p:tav tm="17437">
                                          <p:val>
                                            <p:fltVal val="-48"/>
                                          </p:val>
                                        </p:tav>
                                        <p:tav tm="18309">
                                          <p:val>
                                            <p:fltVal val="-45.24"/>
                                          </p:val>
                                        </p:tav>
                                        <p:tav tm="19180">
                                          <p:val>
                                            <p:fltVal val="-38.14"/>
                                          </p:val>
                                        </p:tav>
                                        <p:tav tm="20924">
                                          <p:val>
                                            <p:fltVal val="-18.63"/>
                                          </p:val>
                                        </p:tav>
                                        <p:tav tm="21796">
                                          <p:val>
                                            <p:fltVal val="-9.57"/>
                                          </p:val>
                                        </p:tav>
                                        <p:tav tm="22668">
                                          <p:val>
                                            <p:fltVal val="-2.2"/>
                                          </p:val>
                                        </p:tav>
                                        <p:tav tm="23540">
                                          <p:val>
                                            <p:fltVal val="2.98"/>
                                          </p:val>
                                        </p:tav>
                                        <p:tav tm="24412">
                                          <p:val>
                                            <p:fltVal val="6.2"/>
                                          </p:val>
                                        </p:tav>
                                        <p:tav tm="25283">
                                          <p:val>
                                            <p:fltVal val="7.67"/>
                                          </p:val>
                                        </p:tav>
                                        <p:tav tm="26155">
                                          <p:val>
                                            <p:fltVal val="7.65"/>
                                          </p:val>
                                        </p:tav>
                                        <p:tav tm="27027">
                                          <p:val>
                                            <p:fltVal val="6.75"/>
                                          </p:val>
                                        </p:tav>
                                        <p:tav tm="30514">
                                          <p:val>
                                            <p:fltVal val="0.8"/>
                                          </p:val>
                                        </p:tav>
                                        <p:tav tm="31386">
                                          <p:val>
                                            <p:fltVal val="-0.19"/>
                                          </p:val>
                                        </p:tav>
                                        <p:tav tm="33130">
                                          <p:val>
                                            <p:fltVal val="-1.18"/>
                                          </p:val>
                                        </p:tav>
                                        <p:tav tm="41848">
                                          <p:val>
                                            <p:fltVal val="0.21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2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6" dur="382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723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4172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42427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45324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9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404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5830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18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4428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6104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689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704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6724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6101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4644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4019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3534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3198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3016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6341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63603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6362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63528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354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381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63959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3991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391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352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352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373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378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354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350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331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274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1487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9133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5591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140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6825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212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75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373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55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06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235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337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82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86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9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82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5843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85843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83403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73364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58894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43147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28399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16242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07171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01365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01389"/>
                                          </p:val>
                                        </p:tav>
                                        <p:tav tm="25283">
                                          <p:val>
                                            <p:strVal val="#ppt_y+0.01907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0786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01375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06423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0859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10268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1143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2065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12283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12197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11893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10698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10392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10169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09971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1029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10267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9908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971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967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9774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103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1029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002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9954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1026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1031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1038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10571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10603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0248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9587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8592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07416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3536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2453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1561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382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08162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0062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18572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0873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259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3689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211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4096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2322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1664"/>
                                          </p:val>
                                        </p:tav>
                                        <p:tav tm="40105">
                                          <p:val>
                                            <p:strVal val="#ppt_w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382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08162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0062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18572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0873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259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3689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4211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4096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2322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1664"/>
                                          </p:val>
                                        </p:tav>
                                        <p:tav tm="40105">
                                          <p:val>
                                            <p:strVal val="#ppt_h*0.22049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382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3"/>
                                          </p:val>
                                        </p:tav>
                                        <p:tav tm="16565">
                                          <p:val>
                                            <p:fltVal val="-43"/>
                                          </p:val>
                                        </p:tav>
                                        <p:tav tm="17437">
                                          <p:val>
                                            <p:fltVal val="-41.61"/>
                                          </p:val>
                                        </p:tav>
                                        <p:tav tm="18309">
                                          <p:val>
                                            <p:fltVal val="-35.9"/>
                                          </p:val>
                                        </p:tav>
                                        <p:tav tm="20924">
                                          <p:val>
                                            <p:fltVal val="-10.31"/>
                                          </p:val>
                                        </p:tav>
                                        <p:tav tm="21796">
                                          <p:val>
                                            <p:fltVal val="-3.39"/>
                                          </p:val>
                                        </p:tav>
                                        <p:tav tm="22668">
                                          <p:val>
                                            <p:fltVal val="1.77"/>
                                          </p:val>
                                        </p:tav>
                                        <p:tav tm="23540">
                                          <p:val>
                                            <p:fltVal val="5.08"/>
                                          </p:val>
                                        </p:tav>
                                        <p:tav tm="24412">
                                          <p:val>
                                            <p:fltVal val="6.65"/>
                                          </p:val>
                                        </p:tav>
                                        <p:tav tm="25283">
                                          <p:val>
                                            <p:fltVal val="6.94"/>
                                          </p:val>
                                        </p:tav>
                                        <p:tav tm="26155">
                                          <p:val>
                                            <p:fltVal val="6.3"/>
                                          </p:val>
                                        </p:tav>
                                        <p:tav tm="28771">
                                          <p:val>
                                            <p:fltVal val="2.2"/>
                                          </p:val>
                                        </p:tav>
                                        <p:tav tm="30514">
                                          <p:val>
                                            <p:fltVal val="0.01"/>
                                          </p:val>
                                        </p:tav>
                                        <p:tav tm="33130">
                                          <p:val>
                                            <p:fltVal val="-1.13"/>
                                          </p:val>
                                        </p:tav>
                                        <p:tav tm="40976">
                                          <p:val>
                                            <p:fltVal val="0.18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3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3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6" dur="382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149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7147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70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68309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6552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266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601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58072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663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579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544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547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55764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57102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5747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57747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5791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58007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57991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57713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57627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5766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5768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58091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5830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58355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58243"/>
                                          </p:val>
                                        </p:tav>
                                        <p:tav tm="51439">
                                          <p:val>
                                            <p:strVal val="#ppt_x-1.5790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5764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5765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57965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58053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58039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5768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57632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5755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5734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56786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55724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3742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0759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4723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3377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394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5602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235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29679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758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04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442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4143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402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404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4133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91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82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4575"/>
                                          </p:val>
                                        </p:tav>
                                        <p:tav tm="16565">
                                          <p:val>
                                            <p:strVal val="#ppt_y+0.94575"/>
                                          </p:val>
                                        </p:tav>
                                        <p:tav tm="17437">
                                          <p:val>
                                            <p:strVal val="#ppt_y+0.94446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86143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6747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43752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9379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02307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19755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31966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39126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42183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41921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3942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35788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31767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28021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24883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22524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21057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20312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20151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20444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22816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23251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23717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23672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23268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23227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22569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22218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2214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22322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23287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2327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22774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2265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2323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23314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23445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2378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2379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22995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21512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1928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1664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7935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550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3502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1933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77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728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382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07716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08723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10989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1682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1945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1574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3055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392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4295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396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2196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1732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82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07716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08723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10989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1682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1945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1574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3055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392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4295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396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2196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1732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382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1"/>
                                          </p:val>
                                        </p:tav>
                                        <p:tav tm="17437">
                                          <p:val>
                                            <p:fltVal val="-170.81"/>
                                          </p:val>
                                        </p:tav>
                                        <p:tav tm="18309">
                                          <p:val>
                                            <p:fltVal val="-158.77"/>
                                          </p:val>
                                        </p:tav>
                                        <p:tav tm="19180">
                                          <p:val>
                                            <p:fltVal val="-131.67"/>
                                          </p:val>
                                        </p:tav>
                                        <p:tav tm="20052">
                                          <p:val>
                                            <p:fltVal val="-97.25"/>
                                          </p:val>
                                        </p:tav>
                                        <p:tav tm="20924">
                                          <p:val>
                                            <p:fltVal val="-61.88"/>
                                          </p:val>
                                        </p:tav>
                                        <p:tav tm="21796">
                                          <p:val>
                                            <p:fltVal val="-30.42"/>
                                          </p:val>
                                        </p:tav>
                                        <p:tav tm="22668">
                                          <p:val>
                                            <p:fltVal val="-5.1"/>
                                          </p:val>
                                        </p:tav>
                                        <p:tav tm="23540">
                                          <p:val>
                                            <p:fltVal val="12.62"/>
                                          </p:val>
                                        </p:tav>
                                        <p:tav tm="24412">
                                          <p:val>
                                            <p:fltVal val="23.01"/>
                                          </p:val>
                                        </p:tav>
                                        <p:tav tm="25283">
                                          <p:val>
                                            <p:fltVal val="27.45"/>
                                          </p:val>
                                        </p:tav>
                                        <p:tav tm="26155">
                                          <p:val>
                                            <p:fltVal val="27.07"/>
                                          </p:val>
                                        </p:tav>
                                        <p:tav tm="27027">
                                          <p:val>
                                            <p:fltVal val="23.44"/>
                                          </p:val>
                                        </p:tav>
                                        <p:tav tm="29643">
                                          <p:val>
                                            <p:fltVal val="6.9"/>
                                          </p:val>
                                        </p:tav>
                                        <p:tav tm="30514">
                                          <p:val>
                                            <p:fltVal val="2.34"/>
                                          </p:val>
                                        </p:tav>
                                        <p:tav tm="31386">
                                          <p:val>
                                            <p:fltVal val="-1.08"/>
                                          </p:val>
                                        </p:tav>
                                        <p:tav tm="32258">
                                          <p:val>
                                            <p:fltVal val="-3.21"/>
                                          </p:val>
                                        </p:tav>
                                        <p:tav tm="33130">
                                          <p:val>
                                            <p:fltVal val="-4.29"/>
                                          </p:val>
                                        </p:tav>
                                        <p:tav tm="34002">
                                          <p:val>
                                            <p:fltVal val="-4.52"/>
                                          </p:val>
                                        </p:tav>
                                        <p:tav tm="34874">
                                          <p:val>
                                            <p:fltVal val="-4.1"/>
                                          </p:val>
                                        </p:tav>
                                        <p:tav tm="38361">
                                          <p:val>
                                            <p:fltVal val="-0.66"/>
                                          </p:val>
                                        </p:tav>
                                        <p:tav tm="40976">
                                          <p:val>
                                            <p:fltVal val="0.65"/>
                                          </p:val>
                                        </p:tav>
                                        <p:tav tm="42720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4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6" dur="382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313"/>
                                          </p:val>
                                        </p:tav>
                                        <p:tav tm="16565">
                                          <p:val>
                                            <p:strVal val="#ppt_x-1.40313"/>
                                          </p:val>
                                        </p:tav>
                                        <p:tav tm="17437">
                                          <p:val>
                                            <p:strVal val="#ppt_x-1.4252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49737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6002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70961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11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939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9545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932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1088"/>
                                          </p:val>
                                        </p:tav>
                                        <p:tav tm="25283">
                                          <p:val>
                                            <p:strVal val="#ppt_x-2.01303"/>
                                          </p:val>
                                        </p:tav>
                                        <p:tav tm="26155">
                                          <p:val>
                                            <p:strVal val="#ppt_x-2.0044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8913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5409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93919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9279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92019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91597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91473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91551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92806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93084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9286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92836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9243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9221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9216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9227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9287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92864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9255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9248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9283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9288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93179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92555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9029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608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974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7225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405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564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7532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4062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4943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49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21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814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178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293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2962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15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267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6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82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035"/>
                                          </p:val>
                                        </p:tav>
                                        <p:tav tm="16565">
                                          <p:val>
                                            <p:strVal val="#ppt_y-0.06035"/>
                                          </p:val>
                                        </p:tav>
                                        <p:tav tm="17437">
                                          <p:val>
                                            <p:strVal val="#ppt_y-0.06759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09125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16086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19424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2213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24119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25389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25966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26037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25756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23615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23245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2299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22854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22839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23182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23329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23268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23227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22569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22218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2214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22322"/>
                                          </p:val>
                                        </p:tav>
                                        <p:tav tm="51439">
                                          <p:val>
                                            <p:strVal val="#ppt_y-0.22866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23287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2327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22774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226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2265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2323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23314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23445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2378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2379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22995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21512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1928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1664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7935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550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3502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1933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77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642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728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0648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91543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382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w*0.08301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1026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1881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21055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22706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376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4239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4064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2288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1656"/>
                                          </p:val>
                                        </p:tav>
                                        <p:tav tm="40105">
                                          <p:val>
                                            <p:strVal val="#ppt_w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382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6565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7437">
                                          <p:val>
                                            <p:strVal val="#ppt_h*0.08301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10265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1881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21055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22706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376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4239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4064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2288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1656"/>
                                          </p:val>
                                        </p:tav>
                                        <p:tav tm="40105">
                                          <p:val>
                                            <p:strVal val="#ppt_h*0.22051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382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7"/>
                                          </p:val>
                                        </p:tav>
                                        <p:tav tm="16565">
                                          <p:val>
                                            <p:fltVal val="27"/>
                                          </p:val>
                                        </p:tav>
                                        <p:tav tm="17437">
                                          <p:val>
                                            <p:fltVal val="25.86"/>
                                          </p:val>
                                        </p:tav>
                                        <p:tav tm="18309">
                                          <p:val>
                                            <p:fltVal val="22.16"/>
                                          </p:val>
                                        </p:tav>
                                        <p:tav tm="20924">
                                          <p:val>
                                            <p:fltVal val="6.02"/>
                                          </p:val>
                                        </p:tav>
                                        <p:tav tm="21796">
                                          <p:val>
                                            <p:fltVal val="1.78"/>
                                          </p:val>
                                        </p:tav>
                                        <p:tav tm="22668">
                                          <p:val>
                                            <p:fltVal val="-1.33"/>
                                          </p:val>
                                        </p:tav>
                                        <p:tav tm="23540">
                                          <p:val>
                                            <p:fltVal val="-3.32"/>
                                          </p:val>
                                        </p:tav>
                                        <p:tav tm="24412">
                                          <p:val>
                                            <p:fltVal val="-4.23"/>
                                          </p:val>
                                        </p:tav>
                                        <p:tav tm="26155">
                                          <p:val>
                                            <p:fltVal val="-3.9"/>
                                          </p:val>
                                        </p:tav>
                                        <p:tav tm="30514">
                                          <p:val>
                                            <p:fltVal val="0.04"/>
                                          </p:val>
                                        </p:tav>
                                        <p:tav tm="33130">
                                          <p:val>
                                            <p:fltVal val="0.71"/>
                                          </p:val>
                                        </p:tav>
                                        <p:tav tm="40976">
                                          <p:val>
                                            <p:fltVal val="-0.11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5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6" dur="382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866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43866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463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2789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6137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70323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78448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8506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89704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2576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9389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93868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93047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1755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8892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7703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681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6239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593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85853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5943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86807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86973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87154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8718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86995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697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6708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8656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6532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660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7003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699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6792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674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69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7014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720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659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4536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80695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491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808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60612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294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554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924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406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30005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7015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19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33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116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14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32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32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88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382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5599"/>
                                          </p:val>
                                        </p:tav>
                                        <p:tav tm="18309">
                                          <p:val>
                                            <p:strVal val="#ppt_y+0.55599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5054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37663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20405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2416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13916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27212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36543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42317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44958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44912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43263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40666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34911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3252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3074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29577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28956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28802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28982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3072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31052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31417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3147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31097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31045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30206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29759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2966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29892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311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3110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30467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3028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3031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3104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3115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31323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3175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31745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3068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28705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25726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22205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0588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734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4673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25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81081">
                                          <p:val>
                                            <p:strVal val="#ppt_y+0.00958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382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08534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0658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9166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1359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2898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3851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4286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4007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235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1647"/>
                                          </p:val>
                                        </p:tav>
                                        <p:tav tm="40976">
                                          <p:val>
                                            <p:strVal val="#ppt_w*0.2203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82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08534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0658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9166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1359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2898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3851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4286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4007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235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1647"/>
                                          </p:val>
                                        </p:tav>
                                        <p:tav tm="40976">
                                          <p:val>
                                            <p:strVal val="#ppt_h*0.2203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382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"/>
                                          </p:val>
                                        </p:tav>
                                        <p:tav tm="18309">
                                          <p:val>
                                            <p:fltVal val="-52"/>
                                          </p:val>
                                        </p:tav>
                                        <p:tav tm="19180">
                                          <p:val>
                                            <p:fltVal val="-48.97"/>
                                          </p:val>
                                        </p:tav>
                                        <p:tav tm="20052">
                                          <p:val>
                                            <p:fltVal val="-41.24"/>
                                          </p:val>
                                        </p:tav>
                                        <p:tav tm="21796">
                                          <p:val>
                                            <p:fltVal val="-20.1"/>
                                          </p:val>
                                        </p:tav>
                                        <p:tav tm="22668">
                                          <p:val>
                                            <p:fltVal val="-10.3"/>
                                          </p:val>
                                        </p:tav>
                                        <p:tav tm="23540">
                                          <p:val>
                                            <p:fltVal val="-2.33"/>
                                          </p:val>
                                        </p:tav>
                                        <p:tav tm="24412">
                                          <p:val>
                                            <p:fltVal val="3.27"/>
                                          </p:val>
                                        </p:tav>
                                        <p:tav tm="25283">
                                          <p:val>
                                            <p:fltVal val="6.73"/>
                                          </p:val>
                                        </p:tav>
                                        <p:tav tm="26155">
                                          <p:val>
                                            <p:fltVal val="8.31"/>
                                          </p:val>
                                        </p:tav>
                                        <p:tav tm="27027">
                                          <p:val>
                                            <p:fltVal val="8.29"/>
                                          </p:val>
                                        </p:tav>
                                        <p:tav tm="27899">
                                          <p:val>
                                            <p:fltVal val="7.3"/>
                                          </p:val>
                                        </p:tav>
                                        <p:tav tm="31386">
                                          <p:val>
                                            <p:fltVal val="0.85"/>
                                          </p:val>
                                        </p:tav>
                                        <p:tav tm="32258">
                                          <p:val>
                                            <p:fltVal val="-0.21"/>
                                          </p:val>
                                        </p:tav>
                                        <p:tav tm="34002">
                                          <p:val>
                                            <p:fltVal val="-1.28"/>
                                          </p:val>
                                        </p:tav>
                                        <p:tav tm="42720">
                                          <p:val>
                                            <p:fltVal val="0.22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6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6" dur="382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6305"/>
                                          </p:val>
                                        </p:tav>
                                        <p:tav tm="18309">
                                          <p:val>
                                            <p:strVal val="#ppt_x-2.1630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13959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0665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9626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528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75105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684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0818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698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55239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55059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55941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57487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1004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2497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3621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4386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4804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64923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4839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63786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63579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6334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63303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63528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3545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3815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63959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3991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391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352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352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373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378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3543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3509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3316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2748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1487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59133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5591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140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6825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2125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75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3733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556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06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235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337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82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86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9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9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82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493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04493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05676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09357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14595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20128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25261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29423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32463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34397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35275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35366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34921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34142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32369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31617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3105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30665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30453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30436"/>
                                          </p:val>
                                        </p:tav>
                                        <p:tav tm="39233">
                                          <p:val>
                                            <p:strVal val="#ppt_y-0.30967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31146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3121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31097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31097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31045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30206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29759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2966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29892"/>
                                          </p:val>
                                        </p:tav>
                                        <p:tav tm="51439">
                                          <p:val>
                                            <p:strVal val="#ppt_y-0.30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311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3110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30467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3028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3031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3104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3115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31323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3175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31745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3068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28705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25726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22205"/>
                                          </p:val>
                                        </p:tav>
                                        <p:tav tm="72363">
                                          <p:val>
                                            <p:strVal val="#ppt_y-0.14402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0588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734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4673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25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34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1543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382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8309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08336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10315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8863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211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273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3774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4246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4056"/>
                                          </p:val>
                                        </p:tav>
                                        <p:tav tm="31386">
                                          <p:val>
                                            <p:strVal val="#ppt_w*0.22279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1654"/>
                                          </p:val>
                                        </p:tav>
                                        <p:tav tm="40976">
                                          <p:val>
                                            <p:strVal val="#ppt_w*0.22026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" dur="382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8309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08336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10315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8863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211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273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3774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4246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4056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279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1654"/>
                                          </p:val>
                                        </p:tav>
                                        <p:tav tm="40976">
                                          <p:val>
                                            <p:strVal val="#ppt_h*0.22026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382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4"/>
                                          </p:val>
                                        </p:tav>
                                        <p:tav tm="18309">
                                          <p:val>
                                            <p:fltVal val="-154"/>
                                          </p:val>
                                        </p:tav>
                                        <p:tav tm="19180">
                                          <p:val>
                                            <p:fltVal val="-147.16"/>
                                          </p:val>
                                        </p:tav>
                                        <p:tav tm="20052">
                                          <p:val>
                                            <p:fltVal val="-125.84"/>
                                          </p:val>
                                        </p:tav>
                                        <p:tav tm="20924">
                                          <p:val>
                                            <p:fltVal val="-95.52"/>
                                          </p:val>
                                        </p:tav>
                                        <p:tav tm="21796">
                                          <p:val>
                                            <p:fltVal val="-63.49"/>
                                          </p:val>
                                        </p:tav>
                                        <p:tav tm="22668">
                                          <p:val>
                                            <p:fltVal val="-33.78"/>
                                          </p:val>
                                        </p:tav>
                                        <p:tav tm="23540">
                                          <p:val>
                                            <p:fltVal val="-9.69"/>
                                          </p:val>
                                        </p:tav>
                                        <p:tav tm="24412">
                                          <p:val>
                                            <p:fltVal val="7.91"/>
                                          </p:val>
                                        </p:tav>
                                        <p:tav tm="25283">
                                          <p:val>
                                            <p:fltVal val="19.1"/>
                                          </p:val>
                                        </p:tav>
                                        <p:tav tm="26155">
                                          <p:val>
                                            <p:fltVal val="24.19"/>
                                          </p:val>
                                        </p:tav>
                                        <p:tav tm="27027">
                                          <p:val>
                                            <p:fltVal val="24.71"/>
                                          </p:val>
                                        </p:tav>
                                        <p:tav tm="27899">
                                          <p:val>
                                            <p:fltVal val="22.14"/>
                                          </p:val>
                                        </p:tav>
                                        <p:tav tm="28771">
                                          <p:val>
                                            <p:fltVal val="17.63"/>
                                          </p:val>
                                        </p:tav>
                                        <p:tav tm="30514">
                                          <p:val>
                                            <p:fltVal val="7.36"/>
                                          </p:val>
                                        </p:tav>
                                        <p:tav tm="31386">
                                          <p:val>
                                            <p:fltVal val="3.01"/>
                                          </p:val>
                                        </p:tav>
                                        <p:tav tm="32258">
                                          <p:val>
                                            <p:fltVal val="-0.27"/>
                                          </p:val>
                                        </p:tav>
                                        <p:tav tm="33130">
                                          <p:val>
                                            <p:fltVal val="-2.5"/>
                                          </p:val>
                                        </p:tav>
                                        <p:tav tm="34002">
                                          <p:val>
                                            <p:fltVal val="-3.72"/>
                                          </p:val>
                                        </p:tav>
                                        <p:tav tm="34874">
                                          <p:val>
                                            <p:fltVal val="-4.07"/>
                                          </p:val>
                                        </p:tav>
                                        <p:tav tm="36617">
                                          <p:val>
                                            <p:fltVal val="-3.19"/>
                                          </p:val>
                                        </p:tav>
                                        <p:tav tm="40105">
                                          <p:val>
                                            <p:fltVal val="-0.15"/>
                                          </p:val>
                                        </p:tav>
                                        <p:tav tm="42720">
                                          <p:val>
                                            <p:fltVal val="0.66"/>
                                          </p:val>
                                        </p:tav>
                                        <p:tav tm="43592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74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6" dur="382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1908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51908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5252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6029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141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750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7328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7819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1918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428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5545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85883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5496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471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2766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1902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1217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80742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0468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80357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80486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81071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81248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8112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111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098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0895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113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111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113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123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0631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877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530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008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391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7164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0238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355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786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188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52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8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023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9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9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32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83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9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0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382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23554"/>
                                          </p:val>
                                        </p:tav>
                                        <p:tav tm="20052">
                                          <p:val>
                                            <p:strVal val="#ppt_y-1.23554"/>
                                          </p:val>
                                        </p:tav>
                                        <p:tav tm="20924">
                                          <p:val>
                                            <p:strVal val="#ppt_y-1.21113"/>
                                          </p:val>
                                        </p:tav>
                                        <p:tav tm="21796">
                                          <p:val>
                                            <p:strVal val="#ppt_y-1.07215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85877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61705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38784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19349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04569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4824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9808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11148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9616"/>
                                          </p:val>
                                        </p:tav>
                                        <p:tav tm="30514">
                                          <p:val>
                                            <p:strVal val="#ppt_y+0.0651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1207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4632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07351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09232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1032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10759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10677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10246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0842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07927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07563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07338"/>
                                          </p:val>
                                        </p:tav>
                                        <p:tav tm="44464">
                                          <p:val>
                                            <p:strVal val="#ppt_y-0.07225"/>
                                          </p:val>
                                        </p:tav>
                                        <p:tav tm="45336">
                                          <p:val>
                                            <p:strVal val="#ppt_y-0.07708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07689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739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723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719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7278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07716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0771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0748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7428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07691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7728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07979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07712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7215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6466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05581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1846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1175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382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8001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09717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2351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1816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0563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387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3547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4162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328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4138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238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1678"/>
                                          </p:val>
                                        </p:tav>
                                        <p:tav tm="46207">
                                          <p:val>
                                            <p:strVal val="#ppt_w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82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8001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09717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2351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1816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0563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387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3547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4162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328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4138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238"/>
                                          </p:val>
                                        </p:tav>
                                        <p:tav tm="35745">
                                          <p:val>
                                            <p:strVal val="#ppt_h*0.21678"/>
                                          </p:val>
                                        </p:tav>
                                        <p:tav tm="46207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" dur="382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5"/>
                                          </p:val>
                                        </p:tav>
                                        <p:tav tm="20052">
                                          <p:val>
                                            <p:fltVal val="165"/>
                                          </p:val>
                                        </p:tav>
                                        <p:tav tm="20924">
                                          <p:val>
                                            <p:fltVal val="161.52"/>
                                          </p:val>
                                        </p:tav>
                                        <p:tav tm="21796">
                                          <p:val>
                                            <p:fltVal val="141.73"/>
                                          </p:val>
                                        </p:tav>
                                        <p:tav tm="22668">
                                          <p:val>
                                            <p:fltVal val="111.34"/>
                                          </p:val>
                                        </p:tav>
                                        <p:tav tm="23540">
                                          <p:val>
                                            <p:fltVal val="76.91"/>
                                          </p:val>
                                        </p:tav>
                                        <p:tav tm="24412">
                                          <p:val>
                                            <p:fltVal val="44.26"/>
                                          </p:val>
                                        </p:tav>
                                        <p:tav tm="25283">
                                          <p:val>
                                            <p:fltVal val="16.58"/>
                                          </p:val>
                                        </p:tav>
                                        <p:tav tm="26155">
                                          <p:val>
                                            <p:fltVal val="-4.47"/>
                                          </p:val>
                                        </p:tav>
                                        <p:tav tm="27027">
                                          <p:val>
                                            <p:fltVal val="-17.85"/>
                                          </p:val>
                                        </p:tav>
                                        <p:tav tm="27899">
                                          <p:val>
                                            <p:fltVal val="-24.95"/>
                                          </p:val>
                                        </p:tav>
                                        <p:tav tm="28771">
                                          <p:val>
                                            <p:fltVal val="-26.86"/>
                                          </p:val>
                                        </p:tav>
                                        <p:tav tm="29643">
                                          <p:val>
                                            <p:fltVal val="-24.67"/>
                                          </p:val>
                                        </p:tav>
                                        <p:tav tm="30514">
                                          <p:val>
                                            <p:fltVal val="-20.26"/>
                                          </p:val>
                                        </p:tav>
                                        <p:tav tm="32258">
                                          <p:val>
                                            <p:fltVal val="-9.26"/>
                                          </p:val>
                                        </p:tav>
                                        <p:tav tm="33130">
                                          <p:val>
                                            <p:fltVal val="-4.38"/>
                                          </p:val>
                                        </p:tav>
                                        <p:tav tm="34002">
                                          <p:val>
                                            <p:fltVal val="-0.51"/>
                                          </p:val>
                                        </p:tav>
                                        <p:tav tm="34874">
                                          <p:val>
                                            <p:fltVal val="2.17"/>
                                          </p:val>
                                        </p:tav>
                                        <p:tav tm="35745">
                                          <p:val>
                                            <p:fltVal val="3.72"/>
                                          </p:val>
                                        </p:tav>
                                        <p:tav tm="36617">
                                          <p:val>
                                            <p:fltVal val="4.35"/>
                                          </p:val>
                                        </p:tav>
                                        <p:tav tm="38361">
                                          <p:val>
                                            <p:fltVal val="3.62"/>
                                          </p:val>
                                        </p:tav>
                                        <p:tav tm="41848">
                                          <p:val>
                                            <p:fltVal val="0.31"/>
                                          </p:val>
                                        </p:tav>
                                        <p:tav tm="44464">
                                          <p:val>
                                            <p:fltVal val="-0.69"/>
                                          </p:val>
                                        </p:tav>
                                        <p:tav tm="45336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5" dur="382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572"/>
                                          </p:val>
                                        </p:tav>
                                        <p:tav tm="18309">
                                          <p:val>
                                            <p:strVal val="#ppt_x-1.12572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12836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17177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2658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3811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983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6011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827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74035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7725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7854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78333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77049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75263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73328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71537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70062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896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8278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67953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7899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6805"/>
                                          </p:val>
                                        </p:tav>
                                        <p:tav tm="40105">
                                          <p:val>
                                            <p:strVal val="#ppt_x-1.69197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6954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69616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69553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6939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940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953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9626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939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6952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9402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69358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9288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870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724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452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0422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557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027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48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957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511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434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55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4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33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82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66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68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0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2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5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382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2406"/>
                                          </p:val>
                                        </p:tav>
                                        <p:tav tm="18309">
                                          <p:val>
                                            <p:strVal val="#ppt_y-0.82406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82059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76353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63989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48826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33423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1991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09177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01607"/>
                                          </p:val>
                                        </p:tav>
                                        <p:tav tm="26155">
                                          <p:val>
                                            <p:strVal val="#ppt_y+0.0262"/>
                                          </p:val>
                                        </p:tav>
                                        <p:tav tm="27027">
                                          <p:val>
                                            <p:strVal val="#ppt_y+0.04315"/>
                                          </p:val>
                                        </p:tav>
                                        <p:tav tm="27899">
                                          <p:val>
                                            <p:strVal val="#ppt_y+0.04043"/>
                                          </p:val>
                                        </p:tav>
                                        <p:tav tm="28771">
                                          <p:val>
                                            <p:strVal val="#ppt_y+0.02355"/>
                                          </p:val>
                                        </p:tav>
                                        <p:tav tm="29643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2536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0489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68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08272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09175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09602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09673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09475"/>
                                          </p:val>
                                        </p:tav>
                                        <p:tav tm="40105">
                                          <p:val>
                                            <p:strVal val="#ppt_y-0.07967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07515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07417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07499"/>
                                          </p:val>
                                        </p:tav>
                                        <p:tav tm="44464">
                                          <p:val>
                                            <p:strVal val="#ppt_y-0.07708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07689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0739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0723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07195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07278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07716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0771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0748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07428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07691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7728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07979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07712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07215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06466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05581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1846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1175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81081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82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07766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08859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1122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7077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19664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1719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3168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3977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4302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3926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1892"/>
                                          </p:val>
                                        </p:tav>
                                        <p:tav tm="35745">
                                          <p:val>
                                            <p:strVal val="#ppt_w*0.21624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382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07766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08859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1122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7077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19664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719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3168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3977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4302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3926"/>
                                          </p:val>
                                        </p:tav>
                                        <p:tav tm="31386">
                                          <p:val>
                                            <p:strVal val="#ppt_h*0.22539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1892"/>
                                          </p:val>
                                        </p:tav>
                                        <p:tav tm="35745">
                                          <p:val>
                                            <p:strVal val="#ppt_h*0.21624"/>
                                          </p:val>
                                        </p:tav>
                                        <p:tav tm="40976">
                                          <p:val>
                                            <p:strVal val="#ppt_h*0.22001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" dur="382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2"/>
                                          </p:val>
                                        </p:tav>
                                        <p:tav tm="18309">
                                          <p:val>
                                            <p:fltVal val="-142"/>
                                          </p:val>
                                        </p:tav>
                                        <p:tav tm="19180">
                                          <p:val>
                                            <p:fltVal val="-141.34"/>
                                          </p:val>
                                        </p:tav>
                                        <p:tav tm="20052">
                                          <p:val>
                                            <p:fltVal val="-130.49"/>
                                          </p:val>
                                        </p:tav>
                                        <p:tav tm="20924">
                                          <p:val>
                                            <p:fltVal val="-106.99"/>
                                          </p:val>
                                        </p:tav>
                                        <p:tav tm="22668">
                                          <p:val>
                                            <p:fltVal val="-48.88"/>
                                          </p:val>
                                        </p:tav>
                                        <p:tav tm="23540">
                                          <p:val>
                                            <p:fltVal val="-23.2"/>
                                          </p:val>
                                        </p:tav>
                                        <p:tav tm="24412">
                                          <p:val>
                                            <p:fltVal val="-2.79"/>
                                          </p:val>
                                        </p:tav>
                                        <p:tav tm="25283">
                                          <p:val>
                                            <p:fltVal val="11.6"/>
                                          </p:val>
                                        </p:tav>
                                        <p:tav tm="26155">
                                          <p:val>
                                            <p:fltVal val="19.63"/>
                                          </p:val>
                                        </p:tav>
                                        <p:tav tm="27027">
                                          <p:val>
                                            <p:fltVal val="22.85"/>
                                          </p:val>
                                        </p:tav>
                                        <p:tav tm="27899">
                                          <p:val>
                                            <p:fltVal val="22.34"/>
                                          </p:val>
                                        </p:tav>
                                        <p:tav tm="28771">
                                          <p:val>
                                            <p:fltVal val="19.13"/>
                                          </p:val>
                                        </p:tav>
                                        <p:tav tm="31386">
                                          <p:val>
                                            <p:fltVal val="5.36"/>
                                          </p:val>
                                        </p:tav>
                                        <p:tav tm="32258">
                                          <p:val>
                                            <p:fltVal val="1.67"/>
                                          </p:val>
                                        </p:tav>
                                        <p:tav tm="33130">
                                          <p:val>
                                            <p:fltVal val="-1.07"/>
                                          </p:val>
                                        </p:tav>
                                        <p:tav tm="34002">
                                          <p:val>
                                            <p:fltVal val="-2.79"/>
                                          </p:val>
                                        </p:tav>
                                        <p:tav tm="34874">
                                          <p:val>
                                            <p:fltVal val="-3.6"/>
                                          </p:val>
                                        </p:tav>
                                        <p:tav tm="36617">
                                          <p:val>
                                            <p:fltVal val="-3.36"/>
                                          </p:val>
                                        </p:tav>
                                        <p:tav tm="40105">
                                          <p:val>
                                            <p:fltVal val="-0.49"/>
                                          </p:val>
                                        </p:tav>
                                        <p:tav tm="42720">
                                          <p:val>
                                            <p:fltVal val="0.55"/>
                                          </p:val>
                                        </p:tav>
                                        <p:tav tm="44464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2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9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5" dur="382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969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28969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29677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34112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41388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4981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5788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6482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7007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73537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75428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75965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7550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7447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71778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70561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958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8911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68505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8331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68352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68492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69305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69435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69561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69415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69394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940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953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962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958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939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939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9496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69525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9402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69358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9288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870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724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452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0422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557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027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48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957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511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434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55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4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33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82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66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68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0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2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5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82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4066"/>
                                          </p:val>
                                        </p:tav>
                                        <p:tav tm="19180">
                                          <p:val>
                                            <p:strVal val="#ppt_y+0.24066"/>
                                          </p:val>
                                        </p:tav>
                                        <p:tav tm="20052">
                                          <p:val>
                                            <p:strVal val="#ppt_y+0.231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17049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0712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04374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15396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24868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32031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3675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39331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40063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39439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38023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343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3269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31357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30438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29883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29646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29866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30975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31325"/>
                                          </p:val>
                                        </p:tav>
                                        <p:tav tm="44464">
                                          <p:val>
                                            <p:strVal val="#ppt_y-0.31126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31045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30206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29759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2966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29892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311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3110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30467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3028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3031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3104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3115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31323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3175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31745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3068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28705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25726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22205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0588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734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4673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25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34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" dur="382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079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9519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12093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1793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0385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242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3465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4134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4324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3796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2067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1631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382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0795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9519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12093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1793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0385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2242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3465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4134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4324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3796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2067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1631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82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0"/>
                                          </p:val>
                                        </p:tav>
                                        <p:tav tm="19180">
                                          <p:val>
                                            <p:fltVal val="-50"/>
                                          </p:val>
                                        </p:tav>
                                        <p:tav tm="20052">
                                          <p:val>
                                            <p:fltVal val="-49.12"/>
                                          </p:val>
                                        </p:tav>
                                        <p:tav tm="20924">
                                          <p:val>
                                            <p:fltVal val="-43.64"/>
                                          </p:val>
                                        </p:tav>
                                        <p:tav tm="21796">
                                          <p:val>
                                            <p:fltVal val="-34.64"/>
                                          </p:val>
                                        </p:tav>
                                        <p:tav tm="23540">
                                          <p:val>
                                            <p:fltVal val="-14.23"/>
                                          </p:val>
                                        </p:tav>
                                        <p:tav tm="24412">
                                          <p:val>
                                            <p:fltVal val="-5.65"/>
                                          </p:val>
                                        </p:tav>
                                        <p:tav tm="25283">
                                          <p:val>
                                            <p:fltVal val="0.85"/>
                                          </p:val>
                                        </p:tav>
                                        <p:tav tm="26155">
                                          <p:val>
                                            <p:fltVal val="5.12"/>
                                          </p:val>
                                        </p:tav>
                                        <p:tav tm="27027">
                                          <p:val>
                                            <p:fltVal val="7.46"/>
                                          </p:val>
                                        </p:tav>
                                        <p:tav tm="27899">
                                          <p:val>
                                            <p:fltVal val="8.13"/>
                                          </p:val>
                                        </p:tav>
                                        <p:tav tm="28771">
                                          <p:val>
                                            <p:fltVal val="7.56"/>
                                          </p:val>
                                        </p:tav>
                                        <p:tav tm="29643">
                                          <p:val>
                                            <p:fltVal val="6.28"/>
                                          </p:val>
                                        </p:tav>
                                        <p:tav tm="31386">
                                          <p:val>
                                            <p:fltVal val="2.95"/>
                                          </p:val>
                                        </p:tav>
                                        <p:tav tm="33130">
                                          <p:val>
                                            <p:fltVal val="0.24"/>
                                          </p:val>
                                        </p:tav>
                                        <p:tav tm="34002">
                                          <p:val>
                                            <p:fltVal val="-0.6"/>
                                          </p:val>
                                        </p:tav>
                                        <p:tav tm="35745">
                                          <p:val>
                                            <p:fltVal val="-1.32"/>
                                          </p:val>
                                        </p:tav>
                                        <p:tav tm="43592">
                                          <p:val>
                                            <p:fltVal val="0.21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2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0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5" dur="382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5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24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2758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35832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4707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5882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6956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78302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4502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837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90135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90168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89128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7444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3679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2102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80932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0154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79735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79629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79738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80872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8109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81242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81369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8112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111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098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0895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113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111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113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123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0631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877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530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008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391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7164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0238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355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786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188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52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8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023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9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9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32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83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9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0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382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0344"/>
                                          </p:val>
                                        </p:tav>
                                        <p:tav tm="20924">
                                          <p:val>
                                            <p:strVal val="#ppt_y+0.50344"/>
                                          </p:val>
                                        </p:tav>
                                        <p:tav tm="21796">
                                          <p:val>
                                            <p:strVal val="#ppt_y+0.45912"/>
                                          </p:val>
                                        </p:tav>
                                        <p:tav tm="22668">
                                          <p:val>
                                            <p:strVal val="#ppt_y+0.34045"/>
                                          </p:val>
                                        </p:tav>
                                        <p:tav tm="23540">
                                          <p:val>
                                            <p:strVal val="#ppt_y+0.17881"/>
                                          </p:val>
                                        </p:tav>
                                        <p:tav tm="24412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14474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27035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35951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41514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44053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441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42604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4018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34767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32499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30817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29698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29095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28942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291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30731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31045"/>
                                          </p:val>
                                        </p:tav>
                                        <p:tav tm="44464">
                                          <p:val>
                                            <p:strVal val="#ppt_y-0.31394"/>
                                          </p:val>
                                        </p:tav>
                                        <p:tav tm="45336">
                                          <p:val>
                                            <p:strVal val="#ppt_y-0.31446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31097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31045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30206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29759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2966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29892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31121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3110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30467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30283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3031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31049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3115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31323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31754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31745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3068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28705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25726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22205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0588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7344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4673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258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344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82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08478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0562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19081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287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2852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3829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275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402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1951"/>
                                          </p:val>
                                        </p:tav>
                                        <p:tav tm="38361">
                                          <p:val>
                                            <p:strVal val="#ppt_w*0.21649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82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08478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0562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19081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287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2852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3829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275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402"/>
                                          </p:val>
                                        </p:tav>
                                        <p:tav tm="34874">
                                          <p:val>
                                            <p:strVal val="#ppt_h*0.21951"/>
                                          </p:val>
                                        </p:tav>
                                        <p:tav tm="38361">
                                          <p:val>
                                            <p:strVal val="#ppt_h*0.21649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" dur="382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8"/>
                                          </p:val>
                                        </p:tav>
                                        <p:tav tm="20924">
                                          <p:val>
                                            <p:fltVal val="158"/>
                                          </p:val>
                                        </p:tav>
                                        <p:tav tm="21796">
                                          <p:val>
                                            <p:fltVal val="149.4"/>
                                          </p:val>
                                        </p:tav>
                                        <p:tav tm="22668">
                                          <p:val>
                                            <p:fltVal val="126.38"/>
                                          </p:val>
                                        </p:tav>
                                        <p:tav tm="23540">
                                          <p:val>
                                            <p:fltVal val="95.02"/>
                                          </p:val>
                                        </p:tav>
                                        <p:tav tm="24412">
                                          <p:val>
                                            <p:fltVal val="62.21"/>
                                          </p:val>
                                        </p:tav>
                                        <p:tav tm="25283">
                                          <p:val>
                                            <p:fltVal val="32.25"/>
                                          </p:val>
                                        </p:tav>
                                        <p:tav tm="26155">
                                          <p:val>
                                            <p:fltVal val="7.88"/>
                                          </p:val>
                                        </p:tav>
                                        <p:tav tm="27027">
                                          <p:val>
                                            <p:fltVal val="-9.42"/>
                                          </p:val>
                                        </p:tav>
                                        <p:tav tm="27899">
                                          <p:val>
                                            <p:fltVal val="-20.21"/>
                                          </p:val>
                                        </p:tav>
                                        <p:tav tm="28771">
                                          <p:val>
                                            <p:fltVal val="-25.14"/>
                                          </p:val>
                                        </p:tav>
                                        <p:tav tm="29643">
                                          <p:val>
                                            <p:fltVal val="-25.23"/>
                                          </p:val>
                                        </p:tav>
                                        <p:tav tm="30514">
                                          <p:val>
                                            <p:fltVal val="-22.32"/>
                                          </p:val>
                                        </p:tav>
                                        <p:tav tm="31386">
                                          <p:val>
                                            <p:fltVal val="-17.63"/>
                                          </p:val>
                                        </p:tav>
                                        <p:tav tm="33130">
                                          <p:val>
                                            <p:fltVal val="-7.12"/>
                                          </p:val>
                                        </p:tav>
                                        <p:tav tm="34002">
                                          <p:val>
                                            <p:fltVal val="-2.72"/>
                                          </p:val>
                                        </p:tav>
                                        <p:tav tm="34874">
                                          <p:val>
                                            <p:fltVal val="0.54"/>
                                          </p:val>
                                        </p:tav>
                                        <p:tav tm="35745">
                                          <p:val>
                                            <p:fltVal val="2.71"/>
                                          </p:val>
                                        </p:tav>
                                        <p:tav tm="36617">
                                          <p:val>
                                            <p:fltVal val="3.88"/>
                                          </p:val>
                                        </p:tav>
                                        <p:tav tm="37489">
                                          <p:val>
                                            <p:fltVal val="4.18"/>
                                          </p:val>
                                        </p:tav>
                                        <p:tav tm="38361">
                                          <p:val>
                                            <p:fltVal val="3.87"/>
                                          </p:val>
                                        </p:tav>
                                        <p:tav tm="42720">
                                          <p:val>
                                            <p:fltVal val="0.1"/>
                                          </p:val>
                                        </p:tav>
                                        <p:tav tm="45336">
                                          <p:val>
                                            <p:fltVal val="-0.68"/>
                                          </p:val>
                                        </p:tav>
                                        <p:tav tm="46207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2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1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5" dur="382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279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1.3279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34992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41713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5124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61291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7059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781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83649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714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8727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88878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88062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86645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83424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2059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1034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0337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79955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79849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79927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81082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81217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81333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8112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1118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0983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80895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1131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1119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113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1233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0631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8772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530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0083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3912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7164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0238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355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786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188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52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82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023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9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9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32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83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9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0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82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7363"/>
                                          </p:val>
                                        </p:tav>
                                        <p:tav tm="19180">
                                          <p:val>
                                            <p:strVal val="#ppt_y-0.37363"/>
                                          </p:val>
                                        </p:tav>
                                        <p:tav tm="20052">
                                          <p:val>
                                            <p:strVal val="#ppt_y-0.36577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34172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30763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27167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23836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21134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19166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17917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17349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17295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17587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9735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20102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20351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20488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20498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20036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20032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19448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19136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19068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1922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20085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2007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963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19502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1952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20035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20109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2022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20526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20539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9853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18572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16645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14366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685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4752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3023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1669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361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554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382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0835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10338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18885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21119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2746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3779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4249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052"/>
                                          </p:val>
                                        </p:tav>
                                        <p:tav tm="33130">
                                          <p:val>
                                            <p:strVal val="#ppt_w*0.21972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1645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382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1918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0835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10338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18885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21119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2746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3779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4249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052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1972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1645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82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7"/>
                                          </p:val>
                                        </p:tav>
                                        <p:tav tm="19180">
                                          <p:val>
                                            <p:fltVal val="-27"/>
                                          </p:val>
                                        </p:tav>
                                        <p:tav tm="20052">
                                          <p:val>
                                            <p:fltVal val="-25.77"/>
                                          </p:val>
                                        </p:tav>
                                        <p:tav tm="20924">
                                          <p:val>
                                            <p:fltVal val="-22.02"/>
                                          </p:val>
                                        </p:tav>
                                        <p:tav tm="23540">
                                          <p:val>
                                            <p:fltVal val="-5.88"/>
                                          </p:val>
                                        </p:tav>
                                        <p:tav tm="24412">
                                          <p:val>
                                            <p:fltVal val="-1.66"/>
                                          </p:val>
                                        </p:tav>
                                        <p:tav tm="25283">
                                          <p:val>
                                            <p:fltVal val="1.41"/>
                                          </p:val>
                                        </p:tav>
                                        <p:tav tm="26155">
                                          <p:val>
                                            <p:fltVal val="3.36"/>
                                          </p:val>
                                        </p:tav>
                                        <p:tav tm="27027">
                                          <p:val>
                                            <p:fltVal val="4.25"/>
                                          </p:val>
                                        </p:tav>
                                        <p:tav tm="28771">
                                          <p:val>
                                            <p:fltVal val="3.87"/>
                                          </p:val>
                                        </p:tav>
                                        <p:tav tm="33130">
                                          <p:val>
                                            <p:fltVal val="-0.05"/>
                                          </p:val>
                                        </p:tav>
                                        <p:tav tm="35745">
                                          <p:val>
                                            <p:fltVal val="-0.71"/>
                                          </p:val>
                                        </p:tav>
                                        <p:tav tm="43592">
                                          <p:val>
                                            <p:fltVal val="0.12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2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2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5" dur="382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8104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08104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09642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1724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28263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40438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51878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1411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8583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73147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75411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7591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75077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73447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95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7859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66536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5613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6511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64922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64977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65208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6613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66547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66706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66461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6474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667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6809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675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6455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646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6613"/>
                                          </p:val>
                                        </p:tav>
                                        <p:tav tm="54926">
                                          <p:val>
                                            <p:strVal val="#ppt_x-1.66658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6473"/>
                                          </p:val>
                                        </p:tav>
                                        <p:tav tm="65388">
                                          <p:val>
                                            <p:strVal val="#ppt_x-1.6640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6302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572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4368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182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58006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348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4854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3477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8584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4422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099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31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33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90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754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89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" dur="382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29288"/>
                                          </p:val>
                                        </p:tav>
                                        <p:tav tm="20924">
                                          <p:val>
                                            <p:strVal val="#ppt_y-1.29288"/>
                                          </p:val>
                                        </p:tav>
                                        <p:tav tm="21796">
                                          <p:val>
                                            <p:strVal val="#ppt_y-1.27145"/>
                                          </p:val>
                                        </p:tav>
                                        <p:tav tm="22668">
                                          <p:val>
                                            <p:strVal val="#ppt_y-1.1656"/>
                                          </p:val>
                                        </p:tav>
                                        <p:tav tm="23540">
                                          <p:val>
                                            <p:strVal val="#ppt_y-1.01203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84242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68305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55025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45034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38676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35521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34826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35986"/>
                                          </p:val>
                                        </p:tav>
                                        <p:tav tm="31386">
                                          <p:val>
                                            <p:strVal val="#ppt_y-0.38258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43687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46043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47885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49171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49872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50134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50057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48451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4787"/>
                                          </p:val>
                                        </p:tav>
                                        <p:tav tm="45336">
                                          <p:val>
                                            <p:strVal val="#ppt_y-0.47648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4799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47913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46685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4603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45886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46225"/>
                                          </p:val>
                                        </p:tav>
                                        <p:tav tm="51439">
                                          <p:val>
                                            <p:strVal val="#ppt_y-0.4723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48025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47997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47067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46798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46841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4792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4807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48321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48952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48911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47276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44227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39637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34211"/>
                                          </p:val>
                                        </p:tav>
                                        <p:tav tm="72363">
                                          <p:val>
                                            <p:strVal val="#ppt_y-0.22189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6313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11315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7199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3974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6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859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1496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1333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154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82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08077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09939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126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18427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0762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252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3638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193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4315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4111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2018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1669"/>
                                          </p:val>
                                        </p:tav>
                                        <p:tav tm="38361">
                                          <p:val>
                                            <p:strVal val="#ppt_w*0.21636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82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08077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09939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1264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18427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0762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252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3638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193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4315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4111"/>
                                          </p:val>
                                        </p:tav>
                                        <p:tav tm="34874">
                                          <p:val>
                                            <p:strVal val="#ppt_h*0.22018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1669"/>
                                          </p:val>
                                        </p:tav>
                                        <p:tav tm="38361">
                                          <p:val>
                                            <p:strVal val="#ppt_h*0.21636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382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"/>
                                          </p:val>
                                        </p:tav>
                                        <p:tav tm="20924">
                                          <p:val>
                                            <p:fltVal val="14"/>
                                          </p:val>
                                        </p:tav>
                                        <p:tav tm="21796">
                                          <p:val>
                                            <p:fltVal val="13.63"/>
                                          </p:val>
                                        </p:tav>
                                        <p:tav tm="22668">
                                          <p:val>
                                            <p:fltVal val="11.81"/>
                                          </p:val>
                                        </p:tav>
                                        <p:tav tm="25283">
                                          <p:val>
                                            <p:fltVal val="3.5"/>
                                          </p:val>
                                        </p:tav>
                                        <p:tav tm="26155">
                                          <p:val>
                                            <p:fltVal val="1.21"/>
                                          </p:val>
                                        </p:tav>
                                        <p:tav tm="27027">
                                          <p:val>
                                            <p:fltVal val="-0.51"/>
                                          </p:val>
                                        </p:tav>
                                        <p:tav tm="28771">
                                          <p:val>
                                            <p:fltVal val="-2.15"/>
                                          </p:val>
                                        </p:tav>
                                        <p:tav tm="30514">
                                          <p:val>
                                            <p:fltVal val="-2.07"/>
                                          </p:val>
                                        </p:tav>
                                        <p:tav tm="34874">
                                          <p:val>
                                            <p:fltVal val="-0.02"/>
                                          </p:val>
                                        </p:tav>
                                        <p:tav tm="37489">
                                          <p:val>
                                            <p:fltVal val="0.37"/>
                                          </p:val>
                                        </p:tav>
                                        <p:tav tm="45336">
                                          <p:val>
                                            <p:fltVal val="-0.06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2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3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5" dur="382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3945"/>
                                          </p:val>
                                        </p:tav>
                                        <p:tav tm="19180">
                                          <p:val>
                                            <p:strVal val="#ppt_x-2.13945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13883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11729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06936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00908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94732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89259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8487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1792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8001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79262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79338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7998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82878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83668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84261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8463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84814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84851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84776"/>
                                          </p:val>
                                        </p:tav>
                                        <p:tav tm="40976">
                                          <p:val>
                                            <p:strVal val="#ppt_x-1.84173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83989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83947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84062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84049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83846"/>
                                          </p:val>
                                        </p:tav>
                                        <p:tav tm="48823">
                                          <p:val>
                                            <p:strVal val="#ppt_x-1.83738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8377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84068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8406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83909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83872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840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84076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84221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83614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81655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8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725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599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8888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51591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455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8559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3627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763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91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3971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419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208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401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5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82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564"/>
                                          </p:val>
                                        </p:tav>
                                        <p:tav tm="19180">
                                          <p:val>
                                            <p:strVal val="#ppt_y-1.1564"/>
                                          </p:val>
                                        </p:tav>
                                        <p:tav tm="20052">
                                          <p:val>
                                            <p:strVal val="#ppt_y-1.155"/>
                                          </p:val>
                                        </p:tav>
                                        <p:tav tm="20924">
                                          <p:val>
                                            <p:strVal val="#ppt_y-1.10624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99773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86126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72145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59754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49819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42851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38818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37123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37296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3876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4531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47099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48441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49275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49692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49777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49606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48242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47825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47913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46685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4603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45886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46225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48025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47997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47067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46798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46841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4792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48075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48321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48952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48911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47276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44227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39637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34211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6313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11315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7199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3974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6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859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1496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1333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382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0773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876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11054"/>
                                          </p:val>
                                        </p:tav>
                                        <p:tav tm="23540">
                                          <p:val>
                                            <p:strVal val="#ppt_w*0.16894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19513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1613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3086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3939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4297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261"/>
                                          </p:val>
                                        </p:tav>
                                        <p:tav tm="29643">
                                          <p:val>
                                            <p:strVal val="#ppt_w*0.23951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2566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1905"/>
                                          </p:val>
                                        </p:tav>
                                        <p:tav tm="36617">
                                          <p:val>
                                            <p:strVal val="#ppt_w*0.21622"/>
                                          </p:val>
                                        </p:tav>
                                        <p:tav tm="41848">
                                          <p:val>
                                            <p:strVal val="#ppt_w*0.21999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w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w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w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382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0773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876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11054"/>
                                          </p:val>
                                        </p:tav>
                                        <p:tav tm="23540">
                                          <p:val>
                                            <p:strVal val="#ppt_h*0.16894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19513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1613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3086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3939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4297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261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3951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2566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1905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1622"/>
                                          </p:val>
                                        </p:tav>
                                        <p:tav tm="41848">
                                          <p:val>
                                            <p:strVal val="#ppt_h*0.21999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82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20052">
                                          <p:val>
                                            <p:fltVal val="79.83"/>
                                          </p:val>
                                        </p:tav>
                                        <p:tav tm="20924">
                                          <p:val>
                                            <p:fltVal val="74.07"/>
                                          </p:val>
                                        </p:tav>
                                        <p:tav tm="21796">
                                          <p:val>
                                            <p:fltVal val="61.24"/>
                                          </p:val>
                                        </p:tav>
                                        <p:tav tm="23540">
                                          <p:val>
                                            <p:fltVal val="28.57"/>
                                          </p:val>
                                        </p:tav>
                                        <p:tav tm="24412">
                                          <p:val>
                                            <p:fltVal val="13.91"/>
                                          </p:val>
                                        </p:tav>
                                        <p:tav tm="25283">
                                          <p:val>
                                            <p:fltVal val="2.16"/>
                                          </p:val>
                                        </p:tav>
                                        <p:tav tm="26155">
                                          <p:val>
                                            <p:fltVal val="-6.08"/>
                                          </p:val>
                                        </p:tav>
                                        <p:tav tm="27027">
                                          <p:val>
                                            <p:fltVal val="-10.85"/>
                                          </p:val>
                                        </p:tav>
                                        <p:tav tm="27899">
                                          <p:val>
                                            <p:fltVal val="-12.85"/>
                                          </p:val>
                                        </p:tav>
                                        <p:tav tm="28771">
                                          <p:val>
                                            <p:fltVal val="-12.65"/>
                                          </p:val>
                                        </p:tav>
                                        <p:tav tm="29643">
                                          <p:val>
                                            <p:fltVal val="-10.91"/>
                                          </p:val>
                                        </p:tav>
                                        <p:tav tm="32258">
                                          <p:val>
                                            <p:fltVal val="-3.17"/>
                                          </p:val>
                                        </p:tav>
                                        <p:tav tm="33130">
                                          <p:val>
                                            <p:fltVal val="-1.05"/>
                                          </p:val>
                                        </p:tav>
                                        <p:tav tm="34002">
                                          <p:val>
                                            <p:fltVal val="0.53"/>
                                          </p:val>
                                        </p:tav>
                                        <p:tav tm="35745">
                                          <p:val>
                                            <p:fltVal val="2.01"/>
                                          </p:val>
                                        </p:tav>
                                        <p:tav tm="37489">
                                          <p:val>
                                            <p:fltVal val="1.91"/>
                                          </p:val>
                                        </p:tav>
                                        <p:tav tm="40976">
                                          <p:val>
                                            <p:fltVal val="0.3"/>
                                          </p:val>
                                        </p:tav>
                                        <p:tav tm="43592">
                                          <p:val>
                                            <p:fltVal val="-0.31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2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4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5" dur="382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0237"/>
                                          </p:val>
                                        </p:tav>
                                        <p:tav tm="20052">
                                          <p:val>
                                            <p:strVal val="#ppt_x-1.90237"/>
                                          </p:val>
                                        </p:tav>
                                        <p:tav tm="20924">
                                          <p:val>
                                            <p:strVal val="#ppt_x-1.8985"/>
                                          </p:val>
                                        </p:tav>
                                        <p:tav tm="21796">
                                          <p:val>
                                            <p:strVal val="#ppt_x-1.8750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1.83723"/>
                                          </p:val>
                                        </p:tav>
                                        <p:tav tm="23540">
                                          <p:val>
                                            <p:strVal val="#ppt_x-1.7937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75226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71672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68979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7223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6271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6004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6252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6794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8183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68807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69306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69651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69856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69943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69857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69438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69308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69387"/>
                                          </p:val>
                                        </p:tav>
                                        <p:tav tm="47079">
                                          <p:val>
                                            <p:strVal val="#ppt_x-1.69403"/>
                                          </p:val>
                                        </p:tav>
                                        <p:tav tm="47951">
                                          <p:val>
                                            <p:strVal val="#ppt_x-1.69538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69626"/>
                                          </p:val>
                                        </p:tav>
                                        <p:tav tm="50567">
                                          <p:val>
                                            <p:strVal val="#ppt_x-1.6958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6939"/>
                                          </p:val>
                                        </p:tav>
                                        <p:tav tm="53182">
                                          <p:val>
                                            <p:strVal val="#ppt_x-1.69393"/>
                                          </p:val>
                                        </p:tav>
                                        <p:tav tm="54054">
                                          <p:val>
                                            <p:strVal val="#ppt_x-1.69496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69521"/>
                                          </p:val>
                                        </p:tav>
                                        <p:tav tm="58413">
                                          <p:val>
                                            <p:strVal val="#ppt_x-1.69402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69385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69288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6870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67249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4524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0422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5573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027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483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39579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511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434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552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4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233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82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663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68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808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526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5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382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06337"/>
                                          </p:val>
                                        </p:tav>
                                        <p:tav tm="20052">
                                          <p:val>
                                            <p:strVal val="#ppt_y-1.06337"/>
                                          </p:val>
                                        </p:tav>
                                        <p:tav tm="20924">
                                          <p:val>
                                            <p:strVal val="#ppt_y-1.04736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95012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79378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61395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44207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29495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1835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11083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07143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06036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07065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09307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5054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17637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19706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2113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2198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22339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22289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21983"/>
                                          </p:val>
                                        </p:tav>
                                        <p:tav tm="40976">
                                          <p:val>
                                            <p:strVal val="#ppt_y-0.20625"/>
                                          </p:val>
                                        </p:tav>
                                        <p:tav tm="42720">
                                          <p:val>
                                            <p:strVal val="#ppt_y-0.19976"/>
                                          </p:val>
                                        </p:tav>
                                        <p:tav tm="44464">
                                          <p:val>
                                            <p:strVal val="#ppt_y-0.19711"/>
                                          </p:val>
                                        </p:tav>
                                        <p:tav tm="45336">
                                          <p:val>
                                            <p:strVal val="#ppt_y-0.20039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20032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19448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19136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19068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19229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20085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20072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1963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19502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19522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20035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20109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2022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20526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20539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19853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18572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16645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14366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0685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04752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3023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1669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361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0554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82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7965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09577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2169"/>
                                          </p:val>
                                        </p:tav>
                                        <p:tav tm="24412">
                                          <p:val>
                                            <p:strVal val="#ppt_w*0.17999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20438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2285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3489"/>
                                          </p:val>
                                        </p:tav>
                                        <p:tav tm="27899">
                                          <p:val>
                                            <p:strVal val="#ppt_w*0.24143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326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3784"/>
                                          </p:val>
                                        </p:tav>
                                        <p:tav tm="34002">
                                          <p:val>
                                            <p:strVal val="#ppt_w*0.2206"/>
                                          </p:val>
                                        </p:tav>
                                        <p:tav tm="37489">
                                          <p:val>
                                            <p:strVal val="#ppt_w*0.21632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w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w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82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052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7965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09577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2169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17999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20438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2285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3489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4143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326"/>
                                          </p:val>
                                        </p:tav>
                                        <p:tav tm="34002">
                                          <p:val>
                                            <p:strVal val="#ppt_h*0.2206"/>
                                          </p:val>
                                        </p:tav>
                                        <p:tav tm="37489">
                                          <p:val>
                                            <p:strVal val="#ppt_h*0.2163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" dur="382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6"/>
                                          </p:val>
                                        </p:tav>
                                        <p:tav tm="20052">
                                          <p:val>
                                            <p:fltVal val="136"/>
                                          </p:val>
                                        </p:tav>
                                        <p:tav tm="20924">
                                          <p:val>
                                            <p:fltVal val="133.48"/>
                                          </p:val>
                                        </p:tav>
                                        <p:tav tm="21796">
                                          <p:val>
                                            <p:fltVal val="118.15"/>
                                          </p:val>
                                        </p:tav>
                                        <p:tav tm="22668">
                                          <p:val>
                                            <p:fltVal val="93.5"/>
                                          </p:val>
                                        </p:tav>
                                        <p:tav tm="23540">
                                          <p:val>
                                            <p:fltVal val="65.15"/>
                                          </p:val>
                                        </p:tav>
                                        <p:tav tm="24412">
                                          <p:val>
                                            <p:fltVal val="38.05"/>
                                          </p:val>
                                        </p:tav>
                                        <p:tav tm="25283">
                                          <p:val>
                                            <p:fltVal val="14.86"/>
                                          </p:val>
                                        </p:tav>
                                        <p:tav tm="26155">
                                          <p:val>
                                            <p:fltVal val="-2.71"/>
                                          </p:val>
                                        </p:tav>
                                        <p:tav tm="27027">
                                          <p:val>
                                            <p:fltVal val="-14.17"/>
                                          </p:val>
                                        </p:tav>
                                        <p:tav tm="27899">
                                          <p:val>
                                            <p:fltVal val="-20.38"/>
                                          </p:val>
                                        </p:tav>
                                        <p:tav tm="28771">
                                          <p:val>
                                            <p:fltVal val="-22.12"/>
                                          </p:val>
                                        </p:tav>
                                        <p:tav tm="29643">
                                          <p:val>
                                            <p:fltVal val="-20.5"/>
                                          </p:val>
                                        </p:tav>
                                        <p:tav tm="30514">
                                          <p:val>
                                            <p:fltVal val="-16.97"/>
                                          </p:val>
                                        </p:tav>
                                        <p:tav tm="32258">
                                          <p:val>
                                            <p:fltVal val="-7.91"/>
                                          </p:val>
                                        </p:tav>
                                        <p:tav tm="33130">
                                          <p:val>
                                            <p:fltVal val="-3.83"/>
                                          </p:val>
                                        </p:tav>
                                        <p:tav tm="34002">
                                          <p:val>
                                            <p:fltVal val="-0.57"/>
                                          </p:val>
                                        </p:tav>
                                        <p:tav tm="34874">
                                          <p:val>
                                            <p:fltVal val="1.67"/>
                                          </p:val>
                                        </p:tav>
                                        <p:tav tm="35745">
                                          <p:val>
                                            <p:fltVal val="3.01"/>
                                          </p:val>
                                        </p:tav>
                                        <p:tav tm="36617">
                                          <p:val>
                                            <p:fltVal val="3.58"/>
                                          </p:val>
                                        </p:tav>
                                        <p:tav tm="38361">
                                          <p:val>
                                            <p:fltVal val="3.02"/>
                                          </p:val>
                                        </p:tav>
                                        <p:tav tm="41848">
                                          <p:val>
                                            <p:fltVal val="0.29"/>
                                          </p:val>
                                        </p:tav>
                                        <p:tav tm="44464">
                                          <p:val>
                                            <p:fltVal val="-0.56"/>
                                          </p:val>
                                        </p:tav>
                                        <p:tav tm="46207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2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5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5" dur="382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46703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46703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44471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3535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22229"/>
                                          </p:val>
                                        </p:tav>
                                        <p:tav tm="24412">
                                          <p:val>
                                            <p:strVal val="#ppt_x-2.07952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94581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83566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7535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7009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7599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7135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8154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70116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74693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76657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78177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79232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79804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80001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79922"/>
                                          </p:val>
                                        </p:tav>
                                        <p:tav tm="39233">
                                          <p:val>
                                            <p:strVal val="#ppt_x-1.79646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78563"/>
                                          </p:val>
                                        </p:tav>
                                        <p:tav tm="42720">
                                          <p:val>
                                            <p:strVal val="#ppt_x-1.78286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78084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77959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77904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78194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78078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7819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7813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78247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77651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5891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7260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7668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61827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5441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8886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2561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718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275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9278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723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076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58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39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41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564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429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595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19"/>
                                          </p:val>
                                        </p:tav>
                                        <p:tav tm="89799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82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62176"/>
                                          </p:val>
                                        </p:tav>
                                        <p:tav tm="20924">
                                          <p:val>
                                            <p:strVal val="#ppt_y-0.62176"/>
                                          </p:val>
                                        </p:tav>
                                        <p:tav tm="21796">
                                          <p:val>
                                            <p:strVal val="#ppt_y-0.6163"/>
                                          </p:val>
                                        </p:tav>
                                        <p:tav tm="22668">
                                          <p:val>
                                            <p:strVal val="#ppt_y-0.594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56187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52693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49421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46726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44715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43428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42819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42705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42955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45035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45407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45665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45806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45834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45385"/>
                                          </p:val>
                                        </p:tav>
                                        <p:tav tm="45336">
                                          <p:val>
                                            <p:strVal val="#ppt_y-0.45341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45411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45339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4417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4354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434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43732"/>
                                          </p:val>
                                        </p:tav>
                                        <p:tav tm="51439">
                                          <p:val>
                                            <p:strVal val="#ppt_y-0.44697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45445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45419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44533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44278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44318"/>
                                          </p:val>
                                        </p:tav>
                                        <p:tav tm="56670">
                                          <p:val>
                                            <p:strVal val="#ppt_y-0.44597"/>
                                          </p:val>
                                        </p:tav>
                                        <p:tav tm="57541">
                                          <p:val>
                                            <p:strVal val="#ppt_y-0.45041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45345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45492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4572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46327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46291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4474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41858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37514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32378"/>
                                          </p:val>
                                        </p:tav>
                                        <p:tav tm="71491">
                                          <p:val>
                                            <p:strVal val="#ppt_y-0.26764"/>
                                          </p:val>
                                        </p:tav>
                                        <p:tav tm="72363">
                                          <p:val>
                                            <p:strVal val="#ppt_y-0.21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5439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10709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6814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3761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514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1416"/>
                                          </p:val>
                                        </p:tav>
                                        <p:tav tm="81081">
                                          <p:val>
                                            <p:strVal val="#ppt_y+0.01397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1262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9154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382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0816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0068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18579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0879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2594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211"/>
                                          </p:val>
                                        </p:tav>
                                        <p:tav tm="30514">
                                          <p:val>
                                            <p:strVal val="#ppt_w*0.24096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2003"/>
                                          </p:val>
                                        </p:tav>
                                        <p:tav tm="38361">
                                          <p:val>
                                            <p:strVal val="#ppt_w*0.21639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382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0816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0068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18579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0879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2594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3692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211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4308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4096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2731"/>
                                          </p:val>
                                        </p:tav>
                                        <p:tav tm="34874">
                                          <p:val>
                                            <p:strVal val="#ppt_h*0.22003"/>
                                          </p:val>
                                        </p:tav>
                                        <p:tav tm="36617">
                                          <p:val>
                                            <p:strVal val="#ppt_h*0.21664"/>
                                          </p:val>
                                        </p:tav>
                                        <p:tav tm="38361">
                                          <p:val>
                                            <p:strVal val="#ppt_h*0.21639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82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1"/>
                                          </p:val>
                                        </p:tav>
                                        <p:tav tm="20924">
                                          <p:val>
                                            <p:fltVal val="-91"/>
                                          </p:val>
                                        </p:tav>
                                        <p:tav tm="21796">
                                          <p:val>
                                            <p:fltVal val="-88.04"/>
                                          </p:val>
                                        </p:tav>
                                        <p:tav tm="22668">
                                          <p:val>
                                            <p:fltVal val="-75.93"/>
                                          </p:val>
                                        </p:tav>
                                        <p:tav tm="23540">
                                          <p:val>
                                            <p:fltVal val="-58.49"/>
                                          </p:val>
                                        </p:tav>
                                        <p:tav tm="24412">
                                          <p:val>
                                            <p:fltVal val="-39.53"/>
                                          </p:val>
                                        </p:tav>
                                        <p:tav tm="25283">
                                          <p:val>
                                            <p:fltVal val="-21.77"/>
                                          </p:val>
                                        </p:tav>
                                        <p:tav tm="26155">
                                          <p:val>
                                            <p:fltVal val="-7.14"/>
                                          </p:val>
                                        </p:tav>
                                        <p:tav tm="27027">
                                          <p:val>
                                            <p:fltVal val="3.78"/>
                                          </p:val>
                                        </p:tav>
                                        <p:tav tm="27899">
                                          <p:val>
                                            <p:fltVal val="10.76"/>
                                          </p:val>
                                        </p:tav>
                                        <p:tav tm="28771">
                                          <p:val>
                                            <p:fltVal val="14.07"/>
                                          </p:val>
                                        </p:tav>
                                        <p:tav tm="29643">
                                          <p:val>
                                            <p:fltVal val="14.69"/>
                                          </p:val>
                                        </p:tav>
                                        <p:tav tm="30514">
                                          <p:val>
                                            <p:fltVal val="13.34"/>
                                          </p:val>
                                        </p:tav>
                                        <p:tav tm="33130">
                                          <p:val>
                                            <p:fltVal val="4.65"/>
                                          </p:val>
                                        </p:tav>
                                        <p:tav tm="34874">
                                          <p:val>
                                            <p:fltVal val="0.02"/>
                                          </p:val>
                                        </p:tav>
                                        <p:tav tm="35745">
                                          <p:val>
                                            <p:fltVal val="-1.38"/>
                                          </p:val>
                                        </p:tav>
                                        <p:tav tm="37489">
                                          <p:val>
                                            <p:fltVal val="-2.4"/>
                                          </p:val>
                                        </p:tav>
                                        <p:tav tm="42720">
                                          <p:val>
                                            <p:fltVal val="-0.12"/>
                                          </p:val>
                                        </p:tav>
                                        <p:tav tm="45336">
                                          <p:val>
                                            <p:fltVal val="0.38"/>
                                          </p:val>
                                        </p:tav>
                                        <p:tav tm="46207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2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63" dur="167">
                                          <p:stCondLst>
                                            <p:cond delay="3533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7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5" dur="382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26353"/>
                                          </p:val>
                                        </p:tav>
                                        <p:tav tm="20052">
                                          <p:val>
                                            <p:strVal val="#ppt_x-2.26353"/>
                                          </p:val>
                                        </p:tav>
                                        <p:tav tm="20924">
                                          <p:val>
                                            <p:strVal val="#ppt_x-2.26177"/>
                                          </p:val>
                                        </p:tav>
                                        <p:tav tm="21796">
                                          <p:val>
                                            <p:strVal val="#ppt_x-2.22174"/>
                                          </p:val>
                                        </p:tav>
                                        <p:tav tm="22668">
                                          <p:val>
                                            <p:strVal val="#ppt_x-2.13379"/>
                                          </p:val>
                                        </p:tav>
                                        <p:tav tm="23540">
                                          <p:val>
                                            <p:strVal val="#ppt_x-2.02448"/>
                                          </p:val>
                                        </p:tav>
                                        <p:tav tm="24412">
                                          <p:val>
                                            <p:strVal val="#ppt_x-1.91295"/>
                                          </p:val>
                                        </p:tav>
                                        <p:tav tm="25283">
                                          <p:val>
                                            <p:strVal val="#ppt_x-1.81456"/>
                                          </p:val>
                                        </p:tav>
                                        <p:tav tm="26155">
                                          <p:val>
                                            <p:strVal val="#ppt_x-1.73602"/>
                                          </p:val>
                                        </p:tav>
                                        <p:tav tm="27027">
                                          <p:val>
                                            <p:strVal val="#ppt_x-1.68079"/>
                                          </p:val>
                                        </p:tav>
                                        <p:tav tm="27899">
                                          <p:val>
                                            <p:strVal val="#ppt_x-1.64935"/>
                                          </p:val>
                                        </p:tav>
                                        <p:tav tm="28771">
                                          <p:val>
                                            <p:strVal val="#ppt_x-1.63641"/>
                                          </p:val>
                                        </p:tav>
                                        <p:tav tm="29643">
                                          <p:val>
                                            <p:strVal val="#ppt_x-1.63801"/>
                                          </p:val>
                                        </p:tav>
                                        <p:tav tm="30514">
                                          <p:val>
                                            <p:strVal val="#ppt_x-1.65"/>
                                          </p:val>
                                        </p:tav>
                                        <p:tav tm="31386">
                                          <p:val>
                                            <p:strVal val="#ppt_x-1.6668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68528"/>
                                          </p:val>
                                        </p:tav>
                                        <p:tav tm="33130">
                                          <p:val>
                                            <p:strVal val="#ppt_x-1.70235"/>
                                          </p:val>
                                        </p:tav>
                                        <p:tav tm="34002">
                                          <p:val>
                                            <p:strVal val="#ppt_x-1.71651"/>
                                          </p:val>
                                        </p:tav>
                                        <p:tav tm="34874">
                                          <p:val>
                                            <p:strVal val="#ppt_x-1.7271"/>
                                          </p:val>
                                        </p:tav>
                                        <p:tav tm="35745">
                                          <p:val>
                                            <p:strVal val="#ppt_x-1.7337"/>
                                          </p:val>
                                        </p:tav>
                                        <p:tav tm="36617">
                                          <p:val>
                                            <p:strVal val="#ppt_x-1.73692"/>
                                          </p:val>
                                        </p:tav>
                                        <p:tav tm="37489">
                                          <p:val>
                                            <p:strVal val="#ppt_x-1.73752"/>
                                          </p:val>
                                        </p:tav>
                                        <p:tav tm="38361">
                                          <p:val>
                                            <p:strVal val="#ppt_x-1.73612"/>
                                          </p:val>
                                        </p:tav>
                                        <p:tav tm="41848">
                                          <p:val>
                                            <p:strVal val="#ppt_x-1.72522"/>
                                          </p:val>
                                        </p:tav>
                                        <p:tav tm="43592">
                                          <p:val>
                                            <p:strVal val="#ppt_x-1.72192"/>
                                          </p:val>
                                        </p:tav>
                                        <p:tav tm="44464">
                                          <p:val>
                                            <p:strVal val="#ppt_x-1.72118"/>
                                          </p:val>
                                        </p:tav>
                                        <p:tav tm="45336">
                                          <p:val>
                                            <p:strVal val="#ppt_x-1.72163"/>
                                          </p:val>
                                        </p:tav>
                                        <p:tav tm="46207">
                                          <p:val>
                                            <p:strVal val="#ppt_x-1.72327"/>
                                          </p:val>
                                        </p:tav>
                                        <p:tav tm="49695">
                                          <p:val>
                                            <p:strVal val="#ppt_x-1.72443"/>
                                          </p:val>
                                        </p:tav>
                                        <p:tav tm="52310">
                                          <p:val>
                                            <p:strVal val="#ppt_x-1.72325"/>
                                          </p:val>
                                        </p:tav>
                                        <p:tav tm="55798">
                                          <p:val>
                                            <p:strVal val="#ppt_x-1.72391"/>
                                          </p:val>
                                        </p:tav>
                                        <p:tav tm="66260">
                                          <p:val>
                                            <p:strVal val="#ppt_x-1.72274"/>
                                          </p:val>
                                        </p:tav>
                                        <p:tav tm="67132">
                                          <p:val>
                                            <p:strVal val="#ppt_x-1.7169"/>
                                          </p:val>
                                        </p:tav>
                                        <p:tav tm="68003">
                                          <p:val>
                                            <p:strVal val="#ppt_x-1.7013"/>
                                          </p:val>
                                        </p:tav>
                                        <p:tav tm="68875">
                                          <p:val>
                                            <p:strVal val="#ppt_x-1.67219"/>
                                          </p:val>
                                        </p:tav>
                                        <p:tav tm="69747">
                                          <p:val>
                                            <p:strVal val="#ppt_x-1.62837"/>
                                          </p:val>
                                        </p:tav>
                                        <p:tav tm="70619">
                                          <p:val>
                                            <p:strVal val="#ppt_x-1.57658"/>
                                          </p:val>
                                        </p:tav>
                                        <p:tav tm="71491">
                                          <p:val>
                                            <p:strVal val="#ppt_x-1.51995"/>
                                          </p:val>
                                        </p:tav>
                                        <p:tav tm="72363">
                                          <p:val>
                                            <p:strVal val="#ppt_x-1.46182"/>
                                          </p:val>
                                        </p:tav>
                                        <p:tav tm="73235">
                                          <p:val>
                                            <p:strVal val="#ppt_x-1.40573"/>
                                          </p:val>
                                        </p:tav>
                                        <p:tav tm="74106">
                                          <p:val>
                                            <p:strVal val="#ppt_x-1.35801"/>
                                          </p:val>
                                        </p:tav>
                                        <p:tav tm="74978">
                                          <p:val>
                                            <p:strVal val="#ppt_x-1.31872"/>
                                          </p:val>
                                        </p:tav>
                                        <p:tav tm="75850">
                                          <p:val>
                                            <p:strVal val="#ppt_x-1.28794"/>
                                          </p:val>
                                        </p:tav>
                                        <p:tav tm="76722">
                                          <p:val>
                                            <p:strVal val="#ppt_x-1.26528"/>
                                          </p:val>
                                        </p:tav>
                                        <p:tav tm="77594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78466">
                                          <p:val>
                                            <p:strVal val="#ppt_x-1.2418"/>
                                          </p:val>
                                        </p:tav>
                                        <p:tav tm="79337">
                                          <p:val>
                                            <p:strVal val="#ppt_x-1.23741"/>
                                          </p:val>
                                        </p:tav>
                                        <p:tav tm="80209">
                                          <p:val>
                                            <p:strVal val="#ppt_x-1.23572"/>
                                          </p:val>
                                        </p:tav>
                                        <p:tav tm="81081">
                                          <p:val>
                                            <p:strVal val="#ppt_x-1.23591"/>
                                          </p:val>
                                        </p:tav>
                                        <p:tav tm="81953">
                                          <p:val>
                                            <p:strVal val="#ppt_x-1.23727"/>
                                          </p:val>
                                        </p:tav>
                                        <p:tav tm="85440">
                                          <p:val>
                                            <p:strVal val="#ppt_x-1.24493"/>
                                          </p:val>
                                        </p:tav>
                                        <p:tav tm="86312">
                                          <p:val>
                                            <p:strVal val="#ppt_x-1.24641"/>
                                          </p:val>
                                        </p:tav>
                                        <p:tav tm="88056">
                                          <p:val>
                                            <p:strVal val="#ppt_x-1.2484"/>
                                          </p:val>
                                        </p:tav>
                                        <p:tav tm="9154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9851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382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30193"/>
                                          </p:val>
                                        </p:tav>
                                        <p:tav tm="20052">
                                          <p:val>
                                            <p:strVal val="#ppt_y-1.30193"/>
                                          </p:val>
                                        </p:tav>
                                        <p:tav tm="20924">
                                          <p:val>
                                            <p:strVal val="#ppt_y-1.29915"/>
                                          </p:val>
                                        </p:tav>
                                        <p:tav tm="21796">
                                          <p:val>
                                            <p:strVal val="#ppt_y-1.23634"/>
                                          </p:val>
                                        </p:tav>
                                        <p:tav tm="22668">
                                          <p:val>
                                            <p:strVal val="#ppt_y-1.09833"/>
                                          </p:val>
                                        </p:tav>
                                        <p:tav tm="23540">
                                          <p:val>
                                            <p:strVal val="#ppt_y-0.92679"/>
                                          </p:val>
                                        </p:tav>
                                        <p:tav tm="24412">
                                          <p:val>
                                            <p:strVal val="#ppt_y-0.75177"/>
                                          </p:val>
                                        </p:tav>
                                        <p:tav tm="25283">
                                          <p:val>
                                            <p:strVal val="#ppt_y-0.59737"/>
                                          </p:val>
                                        </p:tav>
                                        <p:tav tm="26155">
                                          <p:val>
                                            <p:strVal val="#ppt_y-0.47412"/>
                                          </p:val>
                                        </p:tav>
                                        <p:tav tm="27027">
                                          <p:val>
                                            <p:strVal val="#ppt_y-0.38745"/>
                                          </p:val>
                                        </p:tav>
                                        <p:tav tm="27899">
                                          <p:val>
                                            <p:strVal val="#ppt_y-0.33811"/>
                                          </p:val>
                                        </p:tav>
                                        <p:tav tm="28771">
                                          <p:val>
                                            <p:strVal val="#ppt_y-0.3178"/>
                                          </p:val>
                                        </p:tav>
                                        <p:tav tm="29643">
                                          <p:val>
                                            <p:strVal val="#ppt_y-0.32031"/>
                                          </p:val>
                                        </p:tav>
                                        <p:tav tm="30514">
                                          <p:val>
                                            <p:strVal val="#ppt_y-0.33913"/>
                                          </p:val>
                                        </p:tav>
                                        <p:tav tm="33130">
                                          <p:val>
                                            <p:strVal val="#ppt_y-0.42128"/>
                                          </p:val>
                                        </p:tav>
                                        <p:tav tm="34002">
                                          <p:val>
                                            <p:strVal val="#ppt_y-0.44351"/>
                                          </p:val>
                                        </p:tav>
                                        <p:tav tm="34874">
                                          <p:val>
                                            <p:strVal val="#ppt_y-0.46012"/>
                                          </p:val>
                                        </p:tav>
                                        <p:tav tm="35745">
                                          <p:val>
                                            <p:strVal val="#ppt_y-0.47047"/>
                                          </p:val>
                                        </p:tav>
                                        <p:tav tm="36617">
                                          <p:val>
                                            <p:strVal val="#ppt_y-0.47553"/>
                                          </p:val>
                                        </p:tav>
                                        <p:tav tm="37489">
                                          <p:val>
                                            <p:strVal val="#ppt_y-0.47647"/>
                                          </p:val>
                                        </p:tav>
                                        <p:tav tm="38361">
                                          <p:val>
                                            <p:strVal val="#ppt_y-0.47428"/>
                                          </p:val>
                                        </p:tav>
                                        <p:tav tm="41848">
                                          <p:val>
                                            <p:strVal val="#ppt_y-0.45718"/>
                                          </p:val>
                                        </p:tav>
                                        <p:tav tm="43592">
                                          <p:val>
                                            <p:strVal val="#ppt_y-0.45199"/>
                                          </p:val>
                                        </p:tav>
                                        <p:tav tm="44464">
                                          <p:val>
                                            <p:strVal val="#ppt_y-0.45084"/>
                                          </p:val>
                                        </p:tav>
                                        <p:tav tm="46207">
                                          <p:val>
                                            <p:strVal val="#ppt_y-0.45411"/>
                                          </p:val>
                                        </p:tav>
                                        <p:tav tm="47079">
                                          <p:val>
                                            <p:strVal val="#ppt_y-0.45339"/>
                                          </p:val>
                                        </p:tav>
                                        <p:tav tm="47951">
                                          <p:val>
                                            <p:strVal val="#ppt_y-0.4417"/>
                                          </p:val>
                                        </p:tav>
                                        <p:tav tm="48823">
                                          <p:val>
                                            <p:strVal val="#ppt_y-0.43547"/>
                                          </p:val>
                                        </p:tav>
                                        <p:tav tm="49695">
                                          <p:val>
                                            <p:strVal val="#ppt_y-0.4341"/>
                                          </p:val>
                                        </p:tav>
                                        <p:tav tm="50567">
                                          <p:val>
                                            <p:strVal val="#ppt_y-0.43732"/>
                                          </p:val>
                                        </p:tav>
                                        <p:tav tm="52310">
                                          <p:val>
                                            <p:strVal val="#ppt_y-0.45445"/>
                                          </p:val>
                                        </p:tav>
                                        <p:tav tm="53182">
                                          <p:val>
                                            <p:strVal val="#ppt_y-0.45419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44533"/>
                                          </p:val>
                                        </p:tav>
                                        <p:tav tm="54926">
                                          <p:val>
                                            <p:strVal val="#ppt_y-0.44278"/>
                                          </p:val>
                                        </p:tav>
                                        <p:tav tm="55798">
                                          <p:val>
                                            <p:strVal val="#ppt_y-0.44318"/>
                                          </p:val>
                                        </p:tav>
                                        <p:tav tm="58413">
                                          <p:val>
                                            <p:strVal val="#ppt_y-0.45345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45492"/>
                                          </p:val>
                                        </p:tav>
                                        <p:tav tm="65388">
                                          <p:val>
                                            <p:strVal val="#ppt_y-0.45726"/>
                                          </p:val>
                                        </p:tav>
                                        <p:tav tm="66260">
                                          <p:val>
                                            <p:strVal val="#ppt_y-0.46327"/>
                                          </p:val>
                                        </p:tav>
                                        <p:tav tm="67132">
                                          <p:val>
                                            <p:strVal val="#ppt_y-0.46291"/>
                                          </p:val>
                                        </p:tav>
                                        <p:tav tm="68003">
                                          <p:val>
                                            <p:strVal val="#ppt_y-0.44744"/>
                                          </p:val>
                                        </p:tav>
                                        <p:tav tm="68875">
                                          <p:val>
                                            <p:strVal val="#ppt_y-0.41858"/>
                                          </p:val>
                                        </p:tav>
                                        <p:tav tm="69747">
                                          <p:val>
                                            <p:strVal val="#ppt_y-0.37514"/>
                                          </p:val>
                                        </p:tav>
                                        <p:tav tm="70619">
                                          <p:val>
                                            <p:strVal val="#ppt_y-0.32378"/>
                                          </p:val>
                                        </p:tav>
                                        <p:tav tm="73235">
                                          <p:val>
                                            <p:strVal val="#ppt_y-0.15439"/>
                                          </p:val>
                                        </p:tav>
                                        <p:tav tm="74106">
                                          <p:val>
                                            <p:strVal val="#ppt_y-0.10709"/>
                                          </p:val>
                                        </p:tav>
                                        <p:tav tm="74978">
                                          <p:val>
                                            <p:strVal val="#ppt_y-0.06814"/>
                                          </p:val>
                                        </p:tav>
                                        <p:tav tm="75850">
                                          <p:val>
                                            <p:strVal val="#ppt_y-0.03761"/>
                                          </p:val>
                                        </p:tav>
                                        <p:tav tm="76722">
                                          <p:val>
                                            <p:strVal val="#ppt_y-0.01514"/>
                                          </p:val>
                                        </p:tav>
                                        <p:tav tm="7759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78466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79337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80209">
                                          <p:val>
                                            <p:strVal val="#ppt_y+0.01416"/>
                                          </p:val>
                                        </p:tav>
                                        <p:tav tm="81953">
                                          <p:val>
                                            <p:strVal val="#ppt_y+0.01262"/>
                                          </p:val>
                                        </p:tav>
                                        <p:tav tm="85440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8056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9851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82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w*0.07747"/>
                                          </p:val>
                                        </p:tav>
                                        <p:tav tm="21796">
                                          <p:val>
                                            <p:strVal val="#ppt_w*0.08806"/>
                                          </p:val>
                                        </p:tav>
                                        <p:tav tm="22668">
                                          <p:val>
                                            <p:strVal val="#ppt_w*0.11134"/>
                                          </p:val>
                                        </p:tav>
                                        <p:tav tm="25283">
                                          <p:val>
                                            <p:strVal val="#ppt_w*0.19584"/>
                                          </p:val>
                                        </p:tav>
                                        <p:tav tm="26155">
                                          <p:val>
                                            <p:strVal val="#ppt_w*0.21663"/>
                                          </p:val>
                                        </p:tav>
                                        <p:tav tm="27027">
                                          <p:val>
                                            <p:strVal val="#ppt_w*0.23124"/>
                                          </p:val>
                                        </p:tav>
                                        <p:tav tm="28771">
                                          <p:val>
                                            <p:strVal val="#ppt_w*0.24299"/>
                                          </p:val>
                                        </p:tav>
                                        <p:tav tm="34874">
                                          <p:val>
                                            <p:strVal val="#ppt_w*0.21899"/>
                                          </p:val>
                                        </p:tav>
                                        <p:tav tm="37489">
                                          <p:val>
                                            <p:strVal val="#ppt_w*0.21623"/>
                                          </p:val>
                                        </p:tav>
                                        <p:tav tm="47079">
                                          <p:val>
                                            <p:strVal val="#ppt_w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w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w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w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w*0.24584"/>
                                          </p:val>
                                        </p:tav>
                                        <p:tav tm="52310">
                                          <p:val>
                                            <p:strVal val="#ppt_w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w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w*0.23351"/>
                                          </p:val>
                                        </p:tav>
                                        <p:tav tm="55798">
                                          <p:val>
                                            <p:strVal val="#ppt_w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w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w*0.21876"/>
                                          </p:val>
                                        </p:tav>
                                        <p:tav tm="66260">
                                          <p:val>
                                            <p:strVal val="#ppt_w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w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w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w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w*0.44562"/>
                                          </p:val>
                                        </p:tav>
                                        <p:tav tm="73235">
                                          <p:val>
                                            <p:strVal val="#ppt_w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w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w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w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w*1.01392"/>
                                          </p:val>
                                        </p:tav>
                                        <p:tav tm="80209">
                                          <p:val>
                                            <p:strVal val="#ppt_w*1.02424"/>
                                          </p:val>
                                        </p:tav>
                                        <p:tav tm="88056">
                                          <p:val>
                                            <p:strVal val="#ppt_w*1.00272"/>
                                          </p:val>
                                        </p:tav>
                                        <p:tav tm="985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82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77"/>
                                          </p:val>
                                        </p:tav>
                                        <p:tav tm="20924">
                                          <p:val>
                                            <p:strVal val="#ppt_h*0.07747"/>
                                          </p:val>
                                        </p:tav>
                                        <p:tav tm="21796">
                                          <p:val>
                                            <p:strVal val="#ppt_h*0.08806"/>
                                          </p:val>
                                        </p:tav>
                                        <p:tav tm="22668">
                                          <p:val>
                                            <p:strVal val="#ppt_h*0.11134"/>
                                          </p:val>
                                        </p:tav>
                                        <p:tav tm="24412">
                                          <p:val>
                                            <p:strVal val="#ppt_h*0.16979"/>
                                          </p:val>
                                        </p:tav>
                                        <p:tav tm="25283">
                                          <p:val>
                                            <p:strVal val="#ppt_h*0.19584"/>
                                          </p:val>
                                        </p:tav>
                                        <p:tav tm="26155">
                                          <p:val>
                                            <p:strVal val="#ppt_h*0.21663"/>
                                          </p:val>
                                        </p:tav>
                                        <p:tav tm="27027">
                                          <p:val>
                                            <p:strVal val="#ppt_h*0.23124"/>
                                          </p:val>
                                        </p:tav>
                                        <p:tav tm="27899">
                                          <p:val>
                                            <p:strVal val="#ppt_h*0.23957"/>
                                          </p:val>
                                        </p:tav>
                                        <p:tav tm="28771">
                                          <p:val>
                                            <p:strVal val="#ppt_h*0.24299"/>
                                          </p:val>
                                        </p:tav>
                                        <p:tav tm="29643">
                                          <p:val>
                                            <p:strVal val="#ppt_h*0.24257"/>
                                          </p:val>
                                        </p:tav>
                                        <p:tav tm="30514">
                                          <p:val>
                                            <p:strVal val="#ppt_h*0.23939"/>
                                          </p:val>
                                        </p:tav>
                                        <p:tav tm="33130">
                                          <p:val>
                                            <p:strVal val="#ppt_h*0.22554"/>
                                          </p:val>
                                        </p:tav>
                                        <p:tav tm="34874">
                                          <p:val>
                                            <p:strVal val="#ppt_h*0.21899"/>
                                          </p:val>
                                        </p:tav>
                                        <p:tav tm="37489">
                                          <p:val>
                                            <p:strVal val="#ppt_h*0.21623"/>
                                          </p:val>
                                        </p:tav>
                                        <p:tav tm="42720">
                                          <p:val>
                                            <p:strVal val="#ppt_h*0.22"/>
                                          </p:val>
                                        </p:tav>
                                        <p:tav tm="47079">
                                          <p:val>
                                            <p:strVal val="#ppt_h*0.22112"/>
                                          </p:val>
                                        </p:tav>
                                        <p:tav tm="47951">
                                          <p:val>
                                            <p:strVal val="#ppt_h*0.23911"/>
                                          </p:val>
                                        </p:tav>
                                        <p:tav tm="48823">
                                          <p:val>
                                            <p:strVal val="#ppt_h*0.24869"/>
                                          </p:val>
                                        </p:tav>
                                        <p:tav tm="49695">
                                          <p:val>
                                            <p:strVal val="#ppt_h*0.2508"/>
                                          </p:val>
                                        </p:tav>
                                        <p:tav tm="50567">
                                          <p:val>
                                            <p:strVal val="#ppt_h*0.24584"/>
                                          </p:val>
                                        </p:tav>
                                        <p:tav tm="51439">
                                          <p:val>
                                            <p:strVal val="#ppt_h*0.231"/>
                                          </p:val>
                                        </p:tav>
                                        <p:tav tm="52310">
                                          <p:val>
                                            <p:strVal val="#ppt_h*0.21948"/>
                                          </p:val>
                                        </p:tav>
                                        <p:tav tm="53182">
                                          <p:val>
                                            <p:strVal val="#ppt_h*0.21989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23351"/>
                                          </p:val>
                                        </p:tav>
                                        <p:tav tm="54926">
                                          <p:val>
                                            <p:strVal val="#ppt_h*0.23744"/>
                                          </p:val>
                                        </p:tav>
                                        <p:tav tm="55798">
                                          <p:val>
                                            <p:strVal val="#ppt_h*0.23682"/>
                                          </p:val>
                                        </p:tav>
                                        <p:tav tm="58413">
                                          <p:val>
                                            <p:strVal val="#ppt_h*0.22103"/>
                                          </p:val>
                                        </p:tav>
                                        <p:tav tm="64516">
                                          <p:val>
                                            <p:strVal val="#ppt_h*0.21876"/>
                                          </p:val>
                                        </p:tav>
                                        <p:tav tm="65388">
                                          <p:val>
                                            <p:strVal val="#ppt_h*0.21515"/>
                                          </p:val>
                                        </p:tav>
                                        <p:tav tm="66260">
                                          <p:val>
                                            <p:strVal val="#ppt_h*0.20591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20742"/>
                                          </p:val>
                                        </p:tav>
                                        <p:tav tm="68003">
                                          <p:val>
                                            <p:strVal val="#ppt_h*0.2339"/>
                                          </p:val>
                                        </p:tav>
                                        <p:tav tm="68875">
                                          <p:val>
                                            <p:strVal val="#ppt_h*0.28332"/>
                                          </p:val>
                                        </p:tav>
                                        <p:tav tm="69747">
                                          <p:val>
                                            <p:strVal val="#ppt_h*0.3577"/>
                                          </p:val>
                                        </p:tav>
                                        <p:tav tm="70619">
                                          <p:val>
                                            <p:strVal val="#ppt_h*0.44562"/>
                                          </p:val>
                                        </p:tav>
                                        <p:tav tm="71491">
                                          <p:val>
                                            <p:strVal val="#ppt_h*0.54176"/>
                                          </p:val>
                                        </p:tav>
                                        <p:tav tm="72363">
                                          <p:val>
                                            <p:strVal val="#ppt_h*0.64043"/>
                                          </p:val>
                                        </p:tav>
                                        <p:tav tm="73235">
                                          <p:val>
                                            <p:strVal val="#ppt_h*0.73565"/>
                                          </p:val>
                                        </p:tav>
                                        <p:tav tm="74106">
                                          <p:val>
                                            <p:strVal val="#ppt_h*0.81665"/>
                                          </p:val>
                                        </p:tav>
                                        <p:tav tm="74978">
                                          <p:val>
                                            <p:strVal val="#ppt_h*0.88334"/>
                                          </p:val>
                                        </p:tav>
                                        <p:tav tm="75850">
                                          <p:val>
                                            <p:strVal val="#ppt_h*0.9356"/>
                                          </p:val>
                                        </p:tav>
                                        <p:tav tm="76722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77594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78466">
                                          <p:val>
                                            <p:strVal val="#ppt_h*1.01392"/>
                                          </p:val>
                                        </p:tav>
                                        <p:tav tm="79337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80209">
                                          <p:val>
                                            <p:strVal val="#ppt_h*1.02424"/>
                                          </p:val>
                                        </p:tav>
                                        <p:tav tm="81953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85440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88056">
                                          <p:val>
                                            <p:strVal val="#ppt_h*1.00272"/>
                                          </p:val>
                                        </p:tav>
                                        <p:tav tm="91543">
                                          <p:val>
                                            <p:strVal val="#ppt_h*0.99994"/>
                                          </p:val>
                                        </p:tav>
                                        <p:tav tm="985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" dur="382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7"/>
                                          </p:val>
                                        </p:tav>
                                        <p:tav tm="20052">
                                          <p:val>
                                            <p:fltVal val="-137"/>
                                          </p:val>
                                        </p:tav>
                                        <p:tav tm="20924">
                                          <p:val>
                                            <p:fltVal val="-136.55"/>
                                          </p:val>
                                        </p:tav>
                                        <p:tav tm="21796">
                                          <p:val>
                                            <p:fltVal val="-126.4"/>
                                          </p:val>
                                        </p:tav>
                                        <p:tav tm="22668">
                                          <p:val>
                                            <p:fltVal val="-104.1"/>
                                          </p:val>
                                        </p:tav>
                                        <p:tav tm="24412">
                                          <p:val>
                                            <p:fltVal val="-48.1"/>
                                          </p:val>
                                        </p:tav>
                                        <p:tav tm="25283">
                                          <p:val>
                                            <p:fltVal val="-23.15"/>
                                          </p:val>
                                        </p:tav>
                                        <p:tav tm="26155">
                                          <p:val>
                                            <p:fltVal val="-3.23"/>
                                          </p:val>
                                        </p:tav>
                                        <p:tav tm="27027">
                                          <p:val>
                                            <p:fltVal val="10.77"/>
                                          </p:val>
                                        </p:tav>
                                        <p:tav tm="27899">
                                          <p:val>
                                            <p:fltVal val="18.75"/>
                                          </p:val>
                                        </p:tav>
                                        <p:tav tm="28771">
                                          <p:val>
                                            <p:fltVal val="22.03"/>
                                          </p:val>
                                        </p:tav>
                                        <p:tav tm="29643">
                                          <p:val>
                                            <p:fltVal val="21.62"/>
                                          </p:val>
                                        </p:tav>
                                        <p:tav tm="30514">
                                          <p:val>
                                            <p:fltVal val="18.58"/>
                                          </p:val>
                                        </p:tav>
                                        <p:tav tm="33130">
                                          <p:val>
                                            <p:fltVal val="5.31"/>
                                          </p:val>
                                        </p:tav>
                                        <p:tav tm="34002">
                                          <p:val>
                                            <p:fltVal val="1.71"/>
                                          </p:val>
                                        </p:tav>
                                        <p:tav tm="34874">
                                          <p:val>
                                            <p:fltVal val="-0.97"/>
                                          </p:val>
                                        </p:tav>
                                        <p:tav tm="35745">
                                          <p:val>
                                            <p:fltVal val="-2.64"/>
                                          </p:val>
                                        </p:tav>
                                        <p:tav tm="36617">
                                          <p:val>
                                            <p:fltVal val="-3.46"/>
                                          </p:val>
                                        </p:tav>
                                        <p:tav tm="38361">
                                          <p:val>
                                            <p:fltVal val="-3.26"/>
                                          </p:val>
                                        </p:tav>
                                        <p:tav tm="41848">
                                          <p:val>
                                            <p:fltVal val="-0.49"/>
                                          </p:val>
                                        </p:tav>
                                        <p:tav tm="44464">
                                          <p:val>
                                            <p:fltVal val="0.53"/>
                                          </p:val>
                                        </p:tav>
                                        <p:tav tm="46207">
                                          <p:val>
                                            <p:fltVal val="0"/>
                                          </p:val>
                                        </p:tav>
                                        <p:tav tm="9851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2733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2" dur="300">
                                          <p:stCondLst>
                                            <p:cond delay="2733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3" dur="336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80278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81269">
                                          <p:val>
                                            <p:strVal val="#ppt_y+0.01252"/>
                                          </p:val>
                                        </p:tav>
                                        <p:tav tm="82260">
                                          <p:val>
                                            <p:strVal val="#ppt_y+0.00863"/>
                                          </p:val>
                                        </p:tav>
                                        <p:tav tm="84242">
                                          <p:val>
                                            <p:strVal val="#ppt_y+0.00391"/>
                                          </p:val>
                                        </p:tav>
                                        <p:tav tm="86224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90188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350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6" dur="367">
                                          <p:stCondLst>
                                            <p:cond delay="350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7" dur="422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82084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83662">
                                          <p:val>
                                            <p:strVal val="#ppt_y+0.01103"/>
                                          </p:val>
                                        </p:tav>
                                        <p:tav tm="85241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87609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91555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9944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0" dur="333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1" dur="434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82886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85188">
                                          <p:val>
                                            <p:strVal val="#ppt_y+0.00687"/>
                                          </p:val>
                                        </p:tav>
                                        <p:tav tm="87490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91328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2" presetID="12" presetClass="entr" presetSubtype="4" fill="hold" grpId="0" nodeType="withEffect">
                                  <p:stCondLst>
                                    <p:cond delay="283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4" dur="950" fill="hold" decel="1000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85" dur="950" decel="1000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6" presetID="12" presetClass="entr" presetSubtype="4" fill="hold" grpId="0" nodeType="withEffect">
                                  <p:stCondLst>
                                    <p:cond delay="295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8" dur="950" fill="hold" decel="100000"/>
                                        <p:tgtEl>
                                          <p:spTgt spid="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89" dur="950" decel="100000"/>
                                        <p:tgtEl>
                                          <p:spTgt spid="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0" presetID="12" presetClass="entr" presetSubtype="4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2" dur="820" fill="hold" decel="1000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93" dur="820" decel="1000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12" presetClass="entr" presetSubtype="4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6" dur="820" fill="hold" decel="1000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97" dur="820" decel="1000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8" presetID="0" presetClass="path" presetSubtype="0" repeatCount="indefinite" fill="hold" grpId="0" nodeType="withEffect">
                                  <p:stCondLst>
                                    <p:cond delay="377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10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6349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9524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12698">
                                          <p:val>
                                            <p:strVal val="#ppt_x-0.00439"/>
                                          </p:val>
                                        </p:tav>
                                        <p:tav tm="15873">
                                          <p:val>
                                            <p:strVal val="#ppt_x-0.00354"/>
                                          </p:val>
                                        </p:tav>
                                        <p:tav tm="22222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25397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31746">
                                          <p:val>
                                            <p:strVal val="#ppt_x-0.00236"/>
                                          </p:val>
                                        </p:tav>
                                        <p:tav tm="34921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5396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98413">
                                          <p:val>
                                            <p:strVal val="#ppt_x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10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6349">
                                          <p:val>
                                            <p:strVal val="#ppt_y-0.00402"/>
                                          </p:val>
                                        </p:tav>
                                        <p:tav tm="9524">
                                          <p:val>
                                            <p:strVal val="#ppt_y-0.00467"/>
                                          </p:val>
                                        </p:tav>
                                        <p:tav tm="12698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22222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25397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31746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34921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53968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98413">
                                          <p:val>
                                            <p:strVal val="#ppt_y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10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w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w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w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w*1.01731"/>
                                          </p:val>
                                        </p:tav>
                                        <p:tav tm="19048">
                                          <p:val>
                                            <p:strVal val="#ppt_w*1.00988"/>
                                          </p:val>
                                        </p:tav>
                                        <p:tav tm="22222">
                                          <p:val>
                                            <p:strVal val="#ppt_w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w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w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w*1.01188"/>
                                          </p:val>
                                        </p:tav>
                                        <p:tav tm="41270">
                                          <p:val>
                                            <p:strVal val="#ppt_w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w*1.00343"/>
                                          </p:val>
                                        </p:tav>
                                        <p:tav tm="53968">
                                          <p:val>
                                            <p:strVal val="#ppt_w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w*0.99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" dur="10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h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h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h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h*1.01731"/>
                                          </p:val>
                                        </p:tav>
                                        <p:tav tm="22222">
                                          <p:val>
                                            <p:strVal val="#ppt_h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h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h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h*1.01188"/>
                                          </p:val>
                                        </p:tav>
                                        <p:tav tm="41270">
                                          <p:val>
                                            <p:strVal val="#ppt_h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h*1.00343"/>
                                          </p:val>
                                        </p:tav>
                                        <p:tav tm="53968">
                                          <p:val>
                                            <p:strVal val="#ppt_h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h*0.999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0" presetClass="path" presetSubtype="0" repeatCount="indefinite" fill="hold" grpId="0" nodeType="withEffect">
                                  <p:stCondLst>
                                    <p:cond delay="377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" dur="10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9524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25397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34921">
                                          <p:val>
                                            <p:strVal val="#ppt_x-0.00077"/>
                                          </p:val>
                                        </p:tav>
                                        <p:tav tm="53968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x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10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6349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9524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12698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22222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25397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31746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34921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53968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98413">
                                          <p:val>
                                            <p:strVal val="#ppt_y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10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w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w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w*1.02142"/>
                                          </p:val>
                                        </p:tav>
                                        <p:tav tm="22222">
                                          <p:val>
                                            <p:strVal val="#ppt_w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w*1.00299"/>
                                          </p:val>
                                        </p:tav>
                                        <p:tav tm="31746">
                                          <p:val>
                                            <p:strVal val="#ppt_w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w*1.01188"/>
                                          </p:val>
                                        </p:tav>
                                        <p:tav tm="53968">
                                          <p:val>
                                            <p:strVal val="#ppt_w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w*0.99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10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h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h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h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h*1.01731"/>
                                          </p:val>
                                        </p:tav>
                                        <p:tav tm="22222">
                                          <p:val>
                                            <p:strVal val="#ppt_h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h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h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h*1.01188"/>
                                          </p:val>
                                        </p:tav>
                                        <p:tav tm="41270">
                                          <p:val>
                                            <p:strVal val="#ppt_h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h*1.00343"/>
                                          </p:val>
                                        </p:tav>
                                        <p:tav tm="53968">
                                          <p:val>
                                            <p:strVal val="#ppt_h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h*0.999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" presetID="0" presetClass="path" presetSubtype="0" repeatCount="indefinite" fill="hold" grpId="0" nodeType="withEffect">
                                  <p:stCondLst>
                                    <p:cond delay="377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9" dur="10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6349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9524">
                                          <p:val>
                                            <p:strVal val="#ppt_x-0.00578"/>
                                          </p:val>
                                        </p:tav>
                                        <p:tav tm="12698">
                                          <p:val>
                                            <p:strVal val="#ppt_x-0.00572"/>
                                          </p:val>
                                        </p:tav>
                                        <p:tav tm="15873">
                                          <p:val>
                                            <p:strVal val="#ppt_x-0.00462"/>
                                          </p:val>
                                        </p:tav>
                                        <p:tav tm="22222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25397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31746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34921">
                                          <p:val>
                                            <p:strVal val="#ppt_x-0.00317"/>
                                          </p:val>
                                        </p:tav>
                                        <p:tav tm="41270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47619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53968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98413">
                                          <p:val>
                                            <p:strVal val="#ppt_x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" dur="10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6349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9524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25397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34921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53968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10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w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w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w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w*1.01731"/>
                                          </p:val>
                                        </p:tav>
                                        <p:tav tm="19048">
                                          <p:val>
                                            <p:strVal val="#ppt_w*1.00988"/>
                                          </p:val>
                                        </p:tav>
                                        <p:tav tm="22222">
                                          <p:val>
                                            <p:strVal val="#ppt_w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w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w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w*1.01188"/>
                                          </p:val>
                                        </p:tav>
                                        <p:tav tm="38095">
                                          <p:val>
                                            <p:strVal val="#ppt_w*1.01114"/>
                                          </p:val>
                                        </p:tav>
                                        <p:tav tm="41270">
                                          <p:val>
                                            <p:strVal val="#ppt_w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w*1.00343"/>
                                          </p:val>
                                        </p:tav>
                                        <p:tav tm="50794">
                                          <p:val>
                                            <p:strVal val="#ppt_w*1.0012"/>
                                          </p:val>
                                        </p:tav>
                                        <p:tav tm="53968">
                                          <p:val>
                                            <p:strVal val="#ppt_w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w*0.99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10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h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h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h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h*1.01731"/>
                                          </p:val>
                                        </p:tav>
                                        <p:tav tm="19048">
                                          <p:val>
                                            <p:strVal val="#ppt_h*1.00988"/>
                                          </p:val>
                                        </p:tav>
                                        <p:tav tm="22222">
                                          <p:val>
                                            <p:strVal val="#ppt_h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h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h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h*1.01188"/>
                                          </p:val>
                                        </p:tav>
                                        <p:tav tm="41270">
                                          <p:val>
                                            <p:strVal val="#ppt_h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h*1.00343"/>
                                          </p:val>
                                        </p:tav>
                                        <p:tav tm="53968">
                                          <p:val>
                                            <p:strVal val="#ppt_h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h*0.999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" presetID="0" presetClass="path" presetSubtype="0" repeatCount="indefinite" fill="hold" grpId="0" nodeType="withEffect">
                                  <p:stCondLst>
                                    <p:cond delay="377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10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6349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9524">
                                          <p:val>
                                            <p:strVal val="#ppt_x-0.00492"/>
                                          </p:val>
                                        </p:tav>
                                        <p:tav tm="12698">
                                          <p:val>
                                            <p:strVal val="#ppt_x-0.00486"/>
                                          </p:val>
                                        </p:tav>
                                        <p:tav tm="15873">
                                          <p:val>
                                            <p:strVal val="#ppt_x-0.00393"/>
                                          </p:val>
                                        </p:tav>
                                        <p:tav tm="22222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25397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31746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34921">
                                          <p:val>
                                            <p:strVal val="#ppt_x-0.0027"/>
                                          </p:val>
                                        </p:tav>
                                        <p:tav tm="5396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98413">
                                          <p:val>
                                            <p:strVal val="#ppt_x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10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6349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9524">
                                          <p:val>
                                            <p:strVal val="#ppt_y+0.0062"/>
                                          </p:val>
                                        </p:tav>
                                        <p:tav tm="12698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22222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25397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31746">
                                          <p:val>
                                            <p:strVal val="#ppt_y+0.00329"/>
                                          </p:val>
                                        </p:tav>
                                        <p:tav tm="34921">
                                          <p:val>
                                            <p:strVal val="#ppt_y+0.0034"/>
                                          </p:val>
                                        </p:tav>
                                        <p:tav tm="53968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413">
                                          <p:val>
                                            <p:strVal val="#ppt_y-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10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w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w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w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w*1.01731"/>
                                          </p:val>
                                        </p:tav>
                                        <p:tav tm="19048">
                                          <p:val>
                                            <p:strVal val="#ppt_w*1.00988"/>
                                          </p:val>
                                        </p:tav>
                                        <p:tav tm="22222">
                                          <p:val>
                                            <p:strVal val="#ppt_w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w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w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w*1.01188"/>
                                          </p:val>
                                        </p:tav>
                                        <p:tav tm="41270">
                                          <p:val>
                                            <p:strVal val="#ppt_w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w*1.00343"/>
                                          </p:val>
                                        </p:tav>
                                        <p:tav tm="53968">
                                          <p:val>
                                            <p:strVal val="#ppt_w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w*0.99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" dur="10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992"/>
                                          </p:val>
                                        </p:tav>
                                        <p:tav tm="6349">
                                          <p:val>
                                            <p:strVal val="#ppt_h*1.01863"/>
                                          </p:val>
                                        </p:tav>
                                        <p:tav tm="9524">
                                          <p:val>
                                            <p:strVal val="#ppt_h*1.02166"/>
                                          </p:val>
                                        </p:tav>
                                        <p:tav tm="12698">
                                          <p:val>
                                            <p:strVal val="#ppt_h*1.02142"/>
                                          </p:val>
                                        </p:tav>
                                        <p:tav tm="15873">
                                          <p:val>
                                            <p:strVal val="#ppt_h*1.01731"/>
                                          </p:val>
                                        </p:tav>
                                        <p:tav tm="19048">
                                          <p:val>
                                            <p:strVal val="#ppt_h*1.00988"/>
                                          </p:val>
                                        </p:tav>
                                        <p:tav tm="22222">
                                          <p:val>
                                            <p:strVal val="#ppt_h*1.00431"/>
                                          </p:val>
                                        </p:tav>
                                        <p:tav tm="25397">
                                          <p:val>
                                            <p:strVal val="#ppt_h*1.0029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00854"/>
                                          </p:val>
                                        </p:tav>
                                        <p:tav tm="31746">
                                          <p:val>
                                            <p:strVal val="#ppt_h*1.01151"/>
                                          </p:val>
                                        </p:tav>
                                        <p:tav tm="34921">
                                          <p:val>
                                            <p:strVal val="#ppt_h*1.01188"/>
                                          </p:val>
                                        </p:tav>
                                        <p:tav tm="41270">
                                          <p:val>
                                            <p:strVal val="#ppt_h*1.00931"/>
                                          </p:val>
                                        </p:tav>
                                        <p:tav tm="47619">
                                          <p:val>
                                            <p:strVal val="#ppt_h*1.00343"/>
                                          </p:val>
                                        </p:tav>
                                        <p:tav tm="53968">
                                          <p:val>
                                            <p:strVal val="#ppt_h*1.0001"/>
                                          </p:val>
                                        </p:tav>
                                        <p:tav tm="98413">
                                          <p:val>
                                            <p:strVal val="#ppt_h*0.999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5" grpId="0" animBg="1"/>
      <p:bldP spid="73" grpId="0" build="p"/>
      <p:bldP spid="74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Co mówi konsument w trybie pilnej potrzeby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ia"/>
          <p:cNvSpPr/>
          <p:nvPr/>
        </p:nvSpPr>
        <p:spPr>
          <a:xfrm>
            <a:off x="825500" y="3174405"/>
            <a:ext cx="3238500" cy="19050"/>
          </a:xfrm>
          <a:prstGeom prst="rect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"/>
          <p:cNvSpPr/>
          <p:nvPr/>
        </p:nvSpPr>
        <p:spPr>
          <a:xfrm>
            <a:off x="825500" y="3333750"/>
            <a:ext cx="190500" cy="330200"/>
          </a:xfrm>
          <a:custGeom>
            <a:avLst/>
            <a:gdLst/>
            <a:ahLst/>
            <a:cxnLst/>
            <a:rect l="0" t="0" r="r" b="b"/>
            <a:pathLst>
              <a:path w="190500" h="3302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107950" y="330200"/>
                </a:lnTo>
                <a:lnTo>
                  <a:pt x="31750" y="330200"/>
                </a:lnTo>
                <a:lnTo>
                  <a:pt x="8255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2"/>
          <p:cNvSpPr/>
          <p:nvPr/>
        </p:nvSpPr>
        <p:spPr>
          <a:xfrm>
            <a:off x="1092200" y="3333750"/>
            <a:ext cx="190500" cy="330200"/>
          </a:xfrm>
          <a:custGeom>
            <a:avLst/>
            <a:gdLst/>
            <a:ahLst/>
            <a:cxnLst/>
            <a:rect l="0" t="0" r="r" b="b"/>
            <a:pathLst>
              <a:path w="190500" h="3302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107950" y="330200"/>
                </a:lnTo>
                <a:lnTo>
                  <a:pt x="31750" y="330200"/>
                </a:lnTo>
                <a:lnTo>
                  <a:pt x="8255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ekst: Pokaż mi to, co jest mi potrzebne."/>
          <p:cNvSpPr txBox="1"/>
          <p:nvPr/>
        </p:nvSpPr>
        <p:spPr>
          <a:xfrm>
            <a:off x="825500" y="3837281"/>
            <a:ext cx="3296543" cy="63703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spc="-55" dirty="0">
                <a:solidFill>
                  <a:srgbClr val="151515"/>
                </a:solidFill>
                <a:latin typeface="Lato Black"/>
                <a:cs typeface="Lato Black"/>
              </a:rPr>
              <a:t>Pokaż mi to, co jest mi</a:t>
            </a:r>
            <a:endParaRPr lang="pl-PL" sz="2200" kern="100" spc="-55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25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spc="-55" dirty="0">
                <a:solidFill>
                  <a:srgbClr val="151515"/>
                </a:solidFill>
                <a:latin typeface="Lato Black"/>
                <a:cs typeface="Lato Black"/>
              </a:rPr>
              <a:t>potrzebne.</a:t>
            </a:r>
            <a:endParaRPr lang="pl-PL" sz="2200" kern="100" spc="-55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6" name="Tekst: Gdy decyzja jest jeszcze otwarta"/>
          <p:cNvSpPr txBox="1"/>
          <p:nvPr/>
        </p:nvSpPr>
        <p:spPr>
          <a:xfrm>
            <a:off x="825500" y="4620022"/>
            <a:ext cx="3238500" cy="206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50" kern="100" dirty="0">
                <a:solidFill>
                  <a:srgbClr val="666666"/>
                </a:solidFill>
                <a:latin typeface="Lato"/>
                <a:cs typeface="Lato"/>
              </a:rPr>
              <a:t>Gdy decyzja jest jeszcze otwarta</a:t>
            </a:r>
            <a:endParaRPr lang="pl-PL" sz="125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7" name="Kształt 3"/>
          <p:cNvSpPr/>
          <p:nvPr/>
        </p:nvSpPr>
        <p:spPr>
          <a:xfrm>
            <a:off x="16065500" y="3181350"/>
            <a:ext cx="3238500" cy="19050"/>
          </a:xfrm>
          <a:prstGeom prst="rect">
            <a:avLst/>
          </a:prstGeom>
          <a:solidFill>
            <a:srgbClr val="EE312F">
              <a:alpha val="873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Linia 2"/>
          <p:cNvSpPr/>
          <p:nvPr/>
        </p:nvSpPr>
        <p:spPr>
          <a:xfrm>
            <a:off x="4476750" y="3173908"/>
            <a:ext cx="3238500" cy="19050"/>
          </a:xfrm>
          <a:prstGeom prst="rect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4"/>
          <p:cNvSpPr/>
          <p:nvPr/>
        </p:nvSpPr>
        <p:spPr>
          <a:xfrm>
            <a:off x="4476750" y="3333750"/>
            <a:ext cx="190500" cy="330200"/>
          </a:xfrm>
          <a:custGeom>
            <a:avLst/>
            <a:gdLst/>
            <a:ahLst/>
            <a:cxnLst/>
            <a:rect l="0" t="0" r="r" b="b"/>
            <a:pathLst>
              <a:path w="190500" h="3302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107950" y="330200"/>
                </a:lnTo>
                <a:lnTo>
                  <a:pt x="31750" y="330200"/>
                </a:lnTo>
                <a:lnTo>
                  <a:pt x="8255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Kształt 5"/>
          <p:cNvSpPr/>
          <p:nvPr/>
        </p:nvSpPr>
        <p:spPr>
          <a:xfrm>
            <a:off x="4743450" y="3333750"/>
            <a:ext cx="190500" cy="330200"/>
          </a:xfrm>
          <a:custGeom>
            <a:avLst/>
            <a:gdLst/>
            <a:ahLst/>
            <a:cxnLst/>
            <a:rect l="0" t="0" r="r" b="b"/>
            <a:pathLst>
              <a:path w="190500" h="3302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107950" y="330200"/>
                </a:lnTo>
                <a:lnTo>
                  <a:pt x="31750" y="330200"/>
                </a:lnTo>
                <a:lnTo>
                  <a:pt x="8255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ekst: Pomóż mi wybrać."/>
          <p:cNvSpPr txBox="1"/>
          <p:nvPr/>
        </p:nvSpPr>
        <p:spPr>
          <a:xfrm>
            <a:off x="4476750" y="3836785"/>
            <a:ext cx="3238500" cy="31851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spc="-55" dirty="0">
                <a:solidFill>
                  <a:srgbClr val="151515"/>
                </a:solidFill>
                <a:latin typeface="Lato Black"/>
                <a:cs typeface="Lato Black"/>
              </a:rPr>
              <a:t>Pomóż mi wybrać.</a:t>
            </a:r>
            <a:endParaRPr lang="pl-PL" sz="2200" kern="100" spc="-55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2" name="Tekst: Gdy porównuję kilka opcji"/>
          <p:cNvSpPr txBox="1"/>
          <p:nvPr/>
        </p:nvSpPr>
        <p:spPr>
          <a:xfrm>
            <a:off x="4476750" y="4301530"/>
            <a:ext cx="3238500" cy="206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50" kern="100" dirty="0">
                <a:solidFill>
                  <a:srgbClr val="666666"/>
                </a:solidFill>
                <a:latin typeface="Lato"/>
                <a:cs typeface="Lato"/>
              </a:rPr>
              <a:t>Gdy porównuję kilka opcji</a:t>
            </a:r>
            <a:endParaRPr lang="pl-PL" sz="125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3" name="Kształt 6"/>
          <p:cNvSpPr/>
          <p:nvPr/>
        </p:nvSpPr>
        <p:spPr>
          <a:xfrm>
            <a:off x="19716750" y="3181350"/>
            <a:ext cx="3238500" cy="19050"/>
          </a:xfrm>
          <a:prstGeom prst="rect">
            <a:avLst/>
          </a:prstGeom>
          <a:solidFill>
            <a:srgbClr val="EE312F">
              <a:alpha val="86423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Linia 3"/>
          <p:cNvSpPr/>
          <p:nvPr/>
        </p:nvSpPr>
        <p:spPr>
          <a:xfrm>
            <a:off x="8128000" y="3174405"/>
            <a:ext cx="3238500" cy="19050"/>
          </a:xfrm>
          <a:prstGeom prst="rect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Kształt 7"/>
          <p:cNvSpPr/>
          <p:nvPr/>
        </p:nvSpPr>
        <p:spPr>
          <a:xfrm>
            <a:off x="8128000" y="3333750"/>
            <a:ext cx="190500" cy="330200"/>
          </a:xfrm>
          <a:custGeom>
            <a:avLst/>
            <a:gdLst/>
            <a:ahLst/>
            <a:cxnLst/>
            <a:rect l="0" t="0" r="r" b="b"/>
            <a:pathLst>
              <a:path w="190500" h="3302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107950" y="330200"/>
                </a:lnTo>
                <a:lnTo>
                  <a:pt x="31750" y="330200"/>
                </a:lnTo>
                <a:lnTo>
                  <a:pt x="8255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Kształt 8"/>
          <p:cNvSpPr/>
          <p:nvPr/>
        </p:nvSpPr>
        <p:spPr>
          <a:xfrm>
            <a:off x="8394700" y="3333750"/>
            <a:ext cx="190500" cy="330200"/>
          </a:xfrm>
          <a:custGeom>
            <a:avLst/>
            <a:gdLst/>
            <a:ahLst/>
            <a:cxnLst/>
            <a:rect l="0" t="0" r="r" b="b"/>
            <a:pathLst>
              <a:path w="190500" h="3302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107950" y="330200"/>
                </a:lnTo>
                <a:lnTo>
                  <a:pt x="31750" y="330200"/>
                </a:lnTo>
                <a:lnTo>
                  <a:pt x="8255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ekst: Pomóż mi upewnić się i zakończyć zakup."/>
          <p:cNvSpPr txBox="1"/>
          <p:nvPr/>
        </p:nvSpPr>
        <p:spPr>
          <a:xfrm>
            <a:off x="8128000" y="3837281"/>
            <a:ext cx="3453289" cy="63703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spc="-55" dirty="0">
                <a:solidFill>
                  <a:srgbClr val="151515"/>
                </a:solidFill>
                <a:latin typeface="Lato Black"/>
                <a:cs typeface="Lato Black"/>
              </a:rPr>
              <a:t>Pomóż mi upewnić się i</a:t>
            </a:r>
            <a:endParaRPr lang="pl-PL" sz="2200" kern="100" spc="-55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25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spc="-55" dirty="0">
                <a:solidFill>
                  <a:srgbClr val="151515"/>
                </a:solidFill>
                <a:latin typeface="Lato Black"/>
                <a:cs typeface="Lato Black"/>
              </a:rPr>
              <a:t>zakończyć zakup.</a:t>
            </a:r>
            <a:endParaRPr lang="pl-PL" sz="2200" kern="100" spc="-55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8" name="Tekst: Gdy wybór jest prawie gotowy"/>
          <p:cNvSpPr txBox="1"/>
          <p:nvPr/>
        </p:nvSpPr>
        <p:spPr>
          <a:xfrm>
            <a:off x="8128000" y="4620022"/>
            <a:ext cx="3238500" cy="206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50" kern="100" dirty="0">
                <a:solidFill>
                  <a:srgbClr val="666666"/>
                </a:solidFill>
                <a:latin typeface="Lato"/>
                <a:cs typeface="Lato"/>
              </a:rPr>
              <a:t>Gdy wybór jest prawie gotowy</a:t>
            </a:r>
            <a:endParaRPr lang="pl-PL" sz="125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9" name="Kształt 9"/>
          <p:cNvSpPr/>
          <p:nvPr/>
        </p:nvSpPr>
        <p:spPr>
          <a:xfrm>
            <a:off x="23368000" y="3181350"/>
            <a:ext cx="3238500" cy="19050"/>
          </a:xfrm>
          <a:prstGeom prst="rect">
            <a:avLst/>
          </a:prstGeom>
          <a:solidFill>
            <a:srgbClr val="EE312F">
              <a:alpha val="86423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ekst: Trzy prośby konsumenta."/>
          <p:cNvSpPr txBox="1"/>
          <p:nvPr/>
        </p:nvSpPr>
        <p:spPr>
          <a:xfrm>
            <a:off x="826071" y="1150578"/>
            <a:ext cx="4070449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Trzy prośby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konsumenta.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21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22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23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666666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4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02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5" name="!!Postęp"/>
          <p:cNvSpPr/>
          <p:nvPr/>
        </p:nvSpPr>
        <p:spPr>
          <a:xfrm>
            <a:off x="-25" y="6826250"/>
            <a:ext cx="1016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67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109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3537">
                                          <p:val>
                                            <p:strVal val="#ppt_y+0.02615"/>
                                          </p:val>
                                        </p:tav>
                                        <p:tav tm="36585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39634">
                                          <p:val>
                                            <p:strVal val="#ppt_y+0.01358"/>
                                          </p:val>
                                        </p:tav>
                                        <p:tav tm="42683">
                                          <p:val>
                                            <p:strVal val="#ppt_y+0.00966"/>
                                          </p:val>
                                        </p:tav>
                                        <p:tav tm="48780">
                                          <p:val>
                                            <p:strVal val="#ppt_y+0.00493"/>
                                          </p:val>
                                        </p:tav>
                                        <p:tav tm="54878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7012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11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53977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9943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1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68"/>
                                          </p:val>
                                        </p:tav>
                                        <p:tav tm="28409">
                                          <p:val>
                                            <p:strVal val="#ppt_y+0.03468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3305"/>
                                          </p:val>
                                        </p:tav>
                                        <p:tav tm="34091">
                                          <p:val>
                                            <p:strVal val="#ppt_y+0.02591"/>
                                          </p:val>
                                        </p:tav>
                                        <p:tav tm="36932">
                                          <p:val>
                                            <p:strVal val="#ppt_y+0.02047"/>
                                          </p:val>
                                        </p:tav>
                                        <p:tav tm="39773">
                                          <p:val>
                                            <p:strVal val="#ppt_y+0.01656"/>
                                          </p:val>
                                        </p:tav>
                                        <p:tav tm="42614">
                                          <p:val>
                                            <p:strVal val="#ppt_y+0.01378"/>
                                          </p:val>
                                        </p:tav>
                                        <p:tav tm="48295">
                                          <p:val>
                                            <p:strVal val="#ppt_y+0.00491"/>
                                          </p:val>
                                        </p:tav>
                                        <p:tav tm="51136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65341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43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1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42614">
                                          <p:val>
                                            <p:strVal val="#ppt_w*0.3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58789"/>
                                          </p:val>
                                        </p:tav>
                                        <p:tav tm="48295">
                                          <p:val>
                                            <p:strVal val="#ppt_w*0.86279"/>
                                          </p:val>
                                        </p:tav>
                                        <p:tav tm="51136">
                                          <p:val>
                                            <p:strVal val="#ppt_w*1.08967"/>
                                          </p:val>
                                        </p:tav>
                                        <p:tav tm="53977">
                                          <p:val>
                                            <p:strVal val="#ppt_w*1.09053"/>
                                          </p:val>
                                        </p:tav>
                                        <p:tav tm="59659">
                                          <p:val>
                                            <p:strVal val="#ppt_w*1.04805"/>
                                          </p:val>
                                        </p:tav>
                                        <p:tav tm="68182">
                                          <p:val>
                                            <p:strVal val="#ppt_w*1.01947"/>
                                          </p:val>
                                        </p:tav>
                                        <p:tav tm="79545">
                                          <p:val>
                                            <p:strVal val="#ppt_w*1.00495"/>
                                          </p:val>
                                        </p:tav>
                                        <p:tav tm="9943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1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42614">
                                          <p:val>
                                            <p:strVal val="#ppt_h*0.3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58789"/>
                                          </p:val>
                                        </p:tav>
                                        <p:tav tm="48295">
                                          <p:val>
                                            <p:strVal val="#ppt_h*0.86279"/>
                                          </p:val>
                                        </p:tav>
                                        <p:tav tm="51136">
                                          <p:val>
                                            <p:strVal val="#ppt_h*1.08967"/>
                                          </p:val>
                                        </p:tav>
                                        <p:tav tm="53977">
                                          <p:val>
                                            <p:strVal val="#ppt_h*1.09053"/>
                                          </p:val>
                                        </p:tav>
                                        <p:tav tm="59659">
                                          <p:val>
                                            <p:strVal val="#ppt_h*1.04805"/>
                                          </p:val>
                                        </p:tav>
                                        <p:tav tm="68182">
                                          <p:val>
                                            <p:strVal val="#ppt_h*1.01947"/>
                                          </p:val>
                                        </p:tav>
                                        <p:tav tm="79545">
                                          <p:val>
                                            <p:strVal val="#ppt_h*1.00495"/>
                                          </p:val>
                                        </p:tav>
                                        <p:tav tm="9943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1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42614">
                                          <p:val>
                                            <p:fltVal val="-18"/>
                                          </p:val>
                                        </p:tav>
                                        <p:tav tm="48295">
                                          <p:val>
                                            <p:fltVal val="-5.65"/>
                                          </p:val>
                                        </p:tav>
                                        <p:tav tm="51136">
                                          <p:val>
                                            <p:fltVal val="-0.67"/>
                                          </p:val>
                                        </p:tav>
                                        <p:tav tm="53977">
                                          <p:val>
                                            <p:fltVal val="0"/>
                                          </p:val>
                                        </p:tav>
                                        <p:tav tm="9943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" dur="11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42614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48295">
                                          <p:val>
                                            <p:strVal val="#ppt_x-0.00354"/>
                                          </p:val>
                                        </p:tav>
                                        <p:tav tm="51136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53977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59659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71023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43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1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07"/>
                                          </p:val>
                                        </p:tav>
                                        <p:tav tm="28409">
                                          <p:val>
                                            <p:strVal val="#ppt_y+0.03107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2945"/>
                                          </p:val>
                                        </p:tav>
                                        <p:tav tm="34091">
                                          <p:val>
                                            <p:strVal val="#ppt_y+0.0223"/>
                                          </p:val>
                                        </p:tav>
                                        <p:tav tm="36932">
                                          <p:val>
                                            <p:strVal val="#ppt_y+0.01687"/>
                                          </p:val>
                                        </p:tav>
                                        <p:tav tm="39773">
                                          <p:val>
                                            <p:strVal val="#ppt_y+0.01295"/>
                                          </p:val>
                                        </p:tav>
                                        <p:tav tm="42614">
                                          <p:val>
                                            <p:strVal val="#ppt_y+0.01018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48295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65341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43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1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42614">
                                          <p:val>
                                            <p:strVal val="#ppt_w*0.3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58789"/>
                                          </p:val>
                                        </p:tav>
                                        <p:tav tm="48295">
                                          <p:val>
                                            <p:strVal val="#ppt_w*0.86279"/>
                                          </p:val>
                                        </p:tav>
                                        <p:tav tm="51136">
                                          <p:val>
                                            <p:strVal val="#ppt_w*1.08967"/>
                                          </p:val>
                                        </p:tav>
                                        <p:tav tm="53977">
                                          <p:val>
                                            <p:strVal val="#ppt_w*1.09053"/>
                                          </p:val>
                                        </p:tav>
                                        <p:tav tm="59659">
                                          <p:val>
                                            <p:strVal val="#ppt_w*1.04805"/>
                                          </p:val>
                                        </p:tav>
                                        <p:tav tm="68182">
                                          <p:val>
                                            <p:strVal val="#ppt_w*1.01947"/>
                                          </p:val>
                                        </p:tav>
                                        <p:tav tm="79545">
                                          <p:val>
                                            <p:strVal val="#ppt_w*1.00495"/>
                                          </p:val>
                                        </p:tav>
                                        <p:tav tm="9943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1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42614">
                                          <p:val>
                                            <p:strVal val="#ppt_h*0.3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58789"/>
                                          </p:val>
                                        </p:tav>
                                        <p:tav tm="48295">
                                          <p:val>
                                            <p:strVal val="#ppt_h*0.86279"/>
                                          </p:val>
                                        </p:tav>
                                        <p:tav tm="51136">
                                          <p:val>
                                            <p:strVal val="#ppt_h*1.08967"/>
                                          </p:val>
                                        </p:tav>
                                        <p:tav tm="53977">
                                          <p:val>
                                            <p:strVal val="#ppt_h*1.09053"/>
                                          </p:val>
                                        </p:tav>
                                        <p:tav tm="59659">
                                          <p:val>
                                            <p:strVal val="#ppt_h*1.04805"/>
                                          </p:val>
                                        </p:tav>
                                        <p:tav tm="68182">
                                          <p:val>
                                            <p:strVal val="#ppt_h*1.01947"/>
                                          </p:val>
                                        </p:tav>
                                        <p:tav tm="79545">
                                          <p:val>
                                            <p:strVal val="#ppt_h*1.00495"/>
                                          </p:val>
                                        </p:tav>
                                        <p:tav tm="9943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1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42614">
                                          <p:val>
                                            <p:fltVal val="-18"/>
                                          </p:val>
                                        </p:tav>
                                        <p:tav tm="48295">
                                          <p:val>
                                            <p:fltVal val="-5.65"/>
                                          </p:val>
                                        </p:tav>
                                        <p:tav tm="51136">
                                          <p:val>
                                            <p:fltVal val="-0.67"/>
                                          </p:val>
                                        </p:tav>
                                        <p:tav tm="53977">
                                          <p:val>
                                            <p:fltVal val="0"/>
                                          </p:val>
                                        </p:tav>
                                        <p:tav tm="9943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67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" dur="109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3537">
                                          <p:val>
                                            <p:strVal val="#ppt_y+0.02615"/>
                                          </p:val>
                                        </p:tav>
                                        <p:tav tm="36585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39634">
                                          <p:val>
                                            <p:strVal val="#ppt_y+0.01358"/>
                                          </p:val>
                                        </p:tav>
                                        <p:tav tm="42683">
                                          <p:val>
                                            <p:strVal val="#ppt_y+0.00966"/>
                                          </p:val>
                                        </p:tav>
                                        <p:tav tm="48780">
                                          <p:val>
                                            <p:strVal val="#ppt_y+0.00493"/>
                                          </p:val>
                                        </p:tav>
                                        <p:tav tm="54878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7012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67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" dur="109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3537">
                                          <p:val>
                                            <p:strVal val="#ppt_y+0.02615"/>
                                          </p:val>
                                        </p:tav>
                                        <p:tav tm="36585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39634">
                                          <p:val>
                                            <p:strVal val="#ppt_y+0.01358"/>
                                          </p:val>
                                        </p:tav>
                                        <p:tav tm="42683">
                                          <p:val>
                                            <p:strVal val="#ppt_y+0.00966"/>
                                          </p:val>
                                        </p:tav>
                                        <p:tav tm="48780">
                                          <p:val>
                                            <p:strVal val="#ppt_y+0.00493"/>
                                          </p:val>
                                        </p:tav>
                                        <p:tav tm="54878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7012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200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" dur="7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155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281"/>
                                          </p:val>
                                        </p:tav>
                                        <p:tav tm="25751">
                                          <p:val>
                                            <p:strVal val="#ppt_x-1.38281"/>
                                          </p:val>
                                        </p:tav>
                                        <p:tav tm="27897">
                                          <p:val>
                                            <p:strVal val="#ppt_x-1.37105"/>
                                          </p:val>
                                        </p:tav>
                                        <p:tav tm="32189">
                                          <p:val>
                                            <p:strVal val="#ppt_x-1.31207"/>
                                          </p:val>
                                        </p:tav>
                                        <p:tav tm="34335">
                                          <p:val>
                                            <p:strVal val="#ppt_x-1.28436"/>
                                          </p:val>
                                        </p:tav>
                                        <p:tav tm="36481">
                                          <p:val>
                                            <p:strVal val="#ppt_x-1.25957"/>
                                          </p:val>
                                        </p:tav>
                                        <p:tav tm="38627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55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21459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23605">
                                          <p:val>
                                            <p:strVal val="#ppt_y+0.02615"/>
                                          </p:val>
                                        </p:tav>
                                        <p:tav tm="25751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27897">
                                          <p:val>
                                            <p:strVal val="#ppt_y+0.01358"/>
                                          </p:val>
                                        </p:tav>
                                        <p:tav tm="30043">
                                          <p:val>
                                            <p:strVal val="#ppt_y+0.00966"/>
                                          </p:val>
                                        </p:tav>
                                        <p:tav tm="34335">
                                          <p:val>
                                            <p:strVal val="#ppt_y+0.00493"/>
                                          </p:val>
                                        </p:tav>
                                        <p:tav tm="40773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55794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55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5751">
                                          <p:val>
                                            <p:strVal val="#ppt_w*0"/>
                                          </p:val>
                                        </p:tav>
                                        <p:tav tm="27897">
                                          <p:val>
                                            <p:strVal val="#ppt_w*0.08856"/>
                                          </p:val>
                                        </p:tav>
                                        <p:tav tm="30043">
                                          <p:val>
                                            <p:strVal val="#ppt_w*0.31195"/>
                                          </p:val>
                                        </p:tav>
                                        <p:tav tm="32189">
                                          <p:val>
                                            <p:strVal val="#ppt_w*0.53268"/>
                                          </p:val>
                                        </p:tav>
                                        <p:tav tm="34335">
                                          <p:val>
                                            <p:strVal val="#ppt_w*0.74128"/>
                                          </p:val>
                                        </p:tav>
                                        <p:tav tm="36481">
                                          <p:val>
                                            <p:strVal val="#ppt_w*0.92791"/>
                                          </p:val>
                                        </p:tav>
                                        <p:tav tm="38627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55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5751">
                                          <p:val>
                                            <p:strVal val="#ppt_h*0"/>
                                          </p:val>
                                        </p:tav>
                                        <p:tav tm="2789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820" fill="hold" decel="1000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1" dur="820" decel="1000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2" presetClass="entr" presetSubtype="4" fill="hold" grpId="0" nodeType="withEffect">
                                  <p:stCondLst>
                                    <p:cond delay="145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820" fill="hold" decel="1000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5" dur="820" decel="1000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3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" dur="7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454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909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13636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2727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2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" dur="8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836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8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68"/>
                                          </p:val>
                                        </p:tav>
                                        <p:tav tm="4098">
                                          <p:val>
                                            <p:strVal val="#ppt_y+0.0272"/>
                                          </p:val>
                                        </p:tav>
                                        <p:tav tm="8197">
                                          <p:val>
                                            <p:strVal val="#ppt_y+0.02143"/>
                                          </p:val>
                                        </p:tav>
                                        <p:tav tm="28689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32787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45082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83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8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w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w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w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w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w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w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w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w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8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h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h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h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h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h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h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h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h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8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16393">
                                          <p:val>
                                            <p:fltVal val="-18"/>
                                          </p:val>
                                        </p:tav>
                                        <p:tav tm="20492">
                                          <p:val>
                                            <p:fltVal val="-12.94"/>
                                          </p:val>
                                        </p:tav>
                                        <p:tav tm="24590">
                                          <p:val>
                                            <p:fltVal val="-6.79"/>
                                          </p:val>
                                        </p:tav>
                                        <p:tav tm="28689">
                                          <p:val>
                                            <p:fltVal val="-1.55"/>
                                          </p:val>
                                        </p:tav>
                                        <p:tav tm="32787">
                                          <p:val>
                                            <p:fltVal val="0"/>
                                          </p:val>
                                        </p:tav>
                                        <p:tav tm="9836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" dur="8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16393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20492">
                                          <p:val>
                                            <p:strVal val="#ppt_x-0.01116"/>
                                          </p:val>
                                        </p:tav>
                                        <p:tav tm="24590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28689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32787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40984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53279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836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8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07"/>
                                          </p:val>
                                        </p:tav>
                                        <p:tav tm="4098">
                                          <p:val>
                                            <p:strVal val="#ppt_y+0.02359"/>
                                          </p:val>
                                        </p:tav>
                                        <p:tav tm="8197">
                                          <p:val>
                                            <p:strVal val="#ppt_y+0.01782"/>
                                          </p:val>
                                        </p:tav>
                                        <p:tav tm="12295">
                                          <p:val>
                                            <p:strVal val="#ppt_y+0.01363"/>
                                          </p:val>
                                        </p:tav>
                                        <p:tav tm="16393">
                                          <p:val>
                                            <p:strVal val="#ppt_y+0.01066"/>
                                          </p:val>
                                        </p:tav>
                                        <p:tav tm="20492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24590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4918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83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8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w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w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w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w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w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w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w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w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8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h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h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h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h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h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h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h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h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8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16393">
                                          <p:val>
                                            <p:fltVal val="-18"/>
                                          </p:val>
                                        </p:tav>
                                        <p:tav tm="20492">
                                          <p:val>
                                            <p:fltVal val="-12.94"/>
                                          </p:val>
                                        </p:tav>
                                        <p:tav tm="24590">
                                          <p:val>
                                            <p:fltVal val="-6.79"/>
                                          </p:val>
                                        </p:tav>
                                        <p:tav tm="28689">
                                          <p:val>
                                            <p:fltVal val="-1.55"/>
                                          </p:val>
                                        </p:tav>
                                        <p:tav tm="32787">
                                          <p:val>
                                            <p:fltVal val="0"/>
                                          </p:val>
                                        </p:tav>
                                        <p:tav tm="9836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" dur="73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454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909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13636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2727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3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" dur="73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454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909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13636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2727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89" dur="7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11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281"/>
                                          </p:val>
                                        </p:tav>
                                        <p:tav tm="2793">
                                          <p:val>
                                            <p:strVal val="#ppt_x-1.38281"/>
                                          </p:val>
                                        </p:tav>
                                        <p:tav tm="5587">
                                          <p:val>
                                            <p:strVal val="#ppt_x-1.37694"/>
                                          </p:val>
                                        </p:tav>
                                        <p:tav tm="11173">
                                          <p:val>
                                            <p:strVal val="#ppt_x-1.31784"/>
                                          </p:val>
                                        </p:tav>
                                        <p:tav tm="13966">
                                          <p:val>
                                            <p:strVal val="#ppt_x-1.28971"/>
                                          </p:val>
                                        </p:tav>
                                        <p:tav tm="16760">
                                          <p:val>
                                            <p:strVal val="#ppt_x-1.26425"/>
                                          </p:val>
                                        </p:tav>
                                        <p:tav tm="19553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1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2793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5587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8380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3966">
                                          <p:val>
                                            <p:strVal val="#ppt_y+0.00527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41899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11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793">
                                          <p:val>
                                            <p:strVal val="#ppt_w*0"/>
                                          </p:val>
                                        </p:tav>
                                        <p:tav tm="5587">
                                          <p:val>
                                            <p:strVal val="#ppt_w*0.04418"/>
                                          </p:val>
                                        </p:tav>
                                        <p:tav tm="11173">
                                          <p:val>
                                            <p:strVal val="#ppt_w*0.48917"/>
                                          </p:val>
                                        </p:tav>
                                        <p:tav tm="13966">
                                          <p:val>
                                            <p:strVal val="#ppt_w*0.70103"/>
                                          </p:val>
                                        </p:tav>
                                        <p:tav tm="16760">
                                          <p:val>
                                            <p:strVal val="#ppt_w*0.89271"/>
                                          </p:val>
                                        </p:tav>
                                        <p:tav tm="19553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11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793">
                                          <p:val>
                                            <p:strVal val="#ppt_h*0"/>
                                          </p:val>
                                        </p:tav>
                                        <p:tav tm="558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3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0" dur="73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454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909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13636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2727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2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4" dur="8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836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8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68"/>
                                          </p:val>
                                        </p:tav>
                                        <p:tav tm="4098">
                                          <p:val>
                                            <p:strVal val="#ppt_y+0.0272"/>
                                          </p:val>
                                        </p:tav>
                                        <p:tav tm="8197">
                                          <p:val>
                                            <p:strVal val="#ppt_y+0.02143"/>
                                          </p:val>
                                        </p:tav>
                                        <p:tav tm="28689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32787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45082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83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8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w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w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w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w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w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w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w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w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8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h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h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h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h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h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h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h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h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8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16393">
                                          <p:val>
                                            <p:fltVal val="-18"/>
                                          </p:val>
                                        </p:tav>
                                        <p:tav tm="20492">
                                          <p:val>
                                            <p:fltVal val="-12.94"/>
                                          </p:val>
                                        </p:tav>
                                        <p:tav tm="24590">
                                          <p:val>
                                            <p:fltVal val="-6.79"/>
                                          </p:val>
                                        </p:tav>
                                        <p:tav tm="28689">
                                          <p:val>
                                            <p:fltVal val="-1.55"/>
                                          </p:val>
                                        </p:tav>
                                        <p:tav tm="32787">
                                          <p:val>
                                            <p:fltVal val="0"/>
                                          </p:val>
                                        </p:tav>
                                        <p:tav tm="9836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2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2" dur="8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16393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20492">
                                          <p:val>
                                            <p:strVal val="#ppt_x-0.01116"/>
                                          </p:val>
                                        </p:tav>
                                        <p:tav tm="24590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28689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32787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40984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53279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836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8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07"/>
                                          </p:val>
                                        </p:tav>
                                        <p:tav tm="4098">
                                          <p:val>
                                            <p:strVal val="#ppt_y+0.02359"/>
                                          </p:val>
                                        </p:tav>
                                        <p:tav tm="8197">
                                          <p:val>
                                            <p:strVal val="#ppt_y+0.01782"/>
                                          </p:val>
                                        </p:tav>
                                        <p:tav tm="12295">
                                          <p:val>
                                            <p:strVal val="#ppt_y+0.01363"/>
                                          </p:val>
                                        </p:tav>
                                        <p:tav tm="16393">
                                          <p:val>
                                            <p:strVal val="#ppt_y+0.01066"/>
                                          </p:val>
                                        </p:tav>
                                        <p:tav tm="20492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24590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4918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83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8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w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w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w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w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w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w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w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w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8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16393">
                                          <p:val>
                                            <p:strVal val="#ppt_h*0.3"/>
                                          </p:val>
                                        </p:tav>
                                        <p:tav tm="20492">
                                          <p:val>
                                            <p:strVal val="#ppt_h*0.53029"/>
                                          </p:val>
                                        </p:tav>
                                        <p:tav tm="24590">
                                          <p:val>
                                            <p:strVal val="#ppt_h*0.81062"/>
                                          </p:val>
                                        </p:tav>
                                        <p:tav tm="28689">
                                          <p:val>
                                            <p:strVal val="#ppt_h*1.04932"/>
                                          </p:val>
                                        </p:tav>
                                        <p:tav tm="32787">
                                          <p:val>
                                            <p:strVal val="#ppt_h*1.09674"/>
                                          </p:val>
                                        </p:tav>
                                        <p:tav tm="36885">
                                          <p:val>
                                            <p:strVal val="#ppt_h*1.06981"/>
                                          </p:val>
                                        </p:tav>
                                        <p:tav tm="40984">
                                          <p:val>
                                            <p:strVal val="#ppt_h*1.05108"/>
                                          </p:val>
                                        </p:tav>
                                        <p:tav tm="53279">
                                          <p:val>
                                            <p:strVal val="#ppt_h*1.02069"/>
                                          </p:val>
                                        </p:tav>
                                        <p:tav tm="69672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836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8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16393">
                                          <p:val>
                                            <p:fltVal val="-18"/>
                                          </p:val>
                                        </p:tav>
                                        <p:tav tm="20492">
                                          <p:val>
                                            <p:fltVal val="-12.94"/>
                                          </p:val>
                                        </p:tav>
                                        <p:tav tm="24590">
                                          <p:val>
                                            <p:fltVal val="-6.79"/>
                                          </p:val>
                                        </p:tav>
                                        <p:tav tm="28689">
                                          <p:val>
                                            <p:fltVal val="-1.55"/>
                                          </p:val>
                                        </p:tav>
                                        <p:tav tm="32787">
                                          <p:val>
                                            <p:fltVal val="0"/>
                                          </p:val>
                                        </p:tav>
                                        <p:tav tm="9836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0" dur="7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454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909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13636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2727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3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4" dur="7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454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909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13636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2727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28" dur="7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11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281"/>
                                          </p:val>
                                        </p:tav>
                                        <p:tav tm="2793">
                                          <p:val>
                                            <p:strVal val="#ppt_x-1.38281"/>
                                          </p:val>
                                        </p:tav>
                                        <p:tav tm="5587">
                                          <p:val>
                                            <p:strVal val="#ppt_x-1.37694"/>
                                          </p:val>
                                        </p:tav>
                                        <p:tav tm="11173">
                                          <p:val>
                                            <p:strVal val="#ppt_x-1.31784"/>
                                          </p:val>
                                        </p:tav>
                                        <p:tav tm="13966">
                                          <p:val>
                                            <p:strVal val="#ppt_x-1.28971"/>
                                          </p:val>
                                        </p:tav>
                                        <p:tav tm="16760">
                                          <p:val>
                                            <p:strVal val="#ppt_x-1.26425"/>
                                          </p:val>
                                        </p:tav>
                                        <p:tav tm="19553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11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2793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5587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8380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13966">
                                          <p:val>
                                            <p:strVal val="#ppt_y+0.00527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41899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11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793">
                                          <p:val>
                                            <p:strVal val="#ppt_w*0"/>
                                          </p:val>
                                        </p:tav>
                                        <p:tav tm="5587">
                                          <p:val>
                                            <p:strVal val="#ppt_w*0.04418"/>
                                          </p:val>
                                        </p:tav>
                                        <p:tav tm="11173">
                                          <p:val>
                                            <p:strVal val="#ppt_w*0.48917"/>
                                          </p:val>
                                        </p:tav>
                                        <p:tav tm="13966">
                                          <p:val>
                                            <p:strVal val="#ppt_w*0.70103"/>
                                          </p:val>
                                        </p:tav>
                                        <p:tav tm="16760">
                                          <p:val>
                                            <p:strVal val="#ppt_w*0.89271"/>
                                          </p:val>
                                        </p:tav>
                                        <p:tav tm="19553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11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793">
                                          <p:val>
                                            <p:strVal val="#ppt_h*0"/>
                                          </p:val>
                                        </p:tav>
                                        <p:tav tm="558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23" grpId="0" animBg="1"/>
      <p:bldP spid="24" grpId="0" animBg="1"/>
      <p:bldP spid="20" grpId="0" build="p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Proszę czekać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fasetka 1"/>
          <p:cNvSpPr/>
          <p:nvPr/>
        </p:nvSpPr>
        <p:spPr>
          <a:xfrm>
            <a:off x="0" y="0"/>
            <a:ext cx="1077144" cy="1027309"/>
          </a:xfrm>
          <a:custGeom>
            <a:avLst/>
            <a:gdLst/>
            <a:ahLst/>
            <a:cxnLst/>
            <a:rect l="0" t="0" r="r" b="b"/>
            <a:pathLst>
              <a:path w="1077144" h="1027309">
                <a:moveTo>
                  <a:pt x="0" y="0"/>
                </a:moveTo>
                <a:lnTo>
                  <a:pt x="1077144" y="0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2"/>
          <p:cNvSpPr/>
          <p:nvPr/>
        </p:nvSpPr>
        <p:spPr>
          <a:xfrm>
            <a:off x="0" y="0"/>
            <a:ext cx="1476529" cy="1556287"/>
          </a:xfrm>
          <a:custGeom>
            <a:avLst/>
            <a:gdLst/>
            <a:ahLst/>
            <a:cxnLst/>
            <a:rect l="0" t="0" r="r" b="b"/>
            <a:pathLst>
              <a:path w="1476529" h="1556287">
                <a:moveTo>
                  <a:pt x="1077144" y="0"/>
                </a:moveTo>
                <a:lnTo>
                  <a:pt x="1476529" y="1556287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3"/>
          <p:cNvSpPr/>
          <p:nvPr/>
        </p:nvSpPr>
        <p:spPr>
          <a:xfrm>
            <a:off x="1077144" y="0"/>
            <a:ext cx="1955716" cy="1169608"/>
          </a:xfrm>
          <a:custGeom>
            <a:avLst/>
            <a:gdLst/>
            <a:ahLst/>
            <a:cxnLst/>
            <a:rect l="0" t="0" r="r" b="b"/>
            <a:pathLst>
              <a:path w="1955716" h="1169608">
                <a:moveTo>
                  <a:pt x="0" y="0"/>
                </a:moveTo>
                <a:lnTo>
                  <a:pt x="1955716" y="0"/>
                </a:lnTo>
                <a:lnTo>
                  <a:pt x="1712595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4"/>
          <p:cNvSpPr/>
          <p:nvPr/>
        </p:nvSpPr>
        <p:spPr>
          <a:xfrm>
            <a:off x="1077144" y="0"/>
            <a:ext cx="1712595" cy="1556287"/>
          </a:xfrm>
          <a:custGeom>
            <a:avLst/>
            <a:gdLst/>
            <a:ahLst/>
            <a:cxnLst/>
            <a:rect l="0" t="0" r="r" b="b"/>
            <a:pathLst>
              <a:path w="1712595" h="1556287">
                <a:moveTo>
                  <a:pt x="0" y="0"/>
                </a:moveTo>
                <a:lnTo>
                  <a:pt x="1712595" y="1169608"/>
                </a:lnTo>
                <a:lnTo>
                  <a:pt x="399385" y="155628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5"/>
          <p:cNvSpPr/>
          <p:nvPr/>
        </p:nvSpPr>
        <p:spPr>
          <a:xfrm>
            <a:off x="2789738" y="0"/>
            <a:ext cx="944266" cy="1169608"/>
          </a:xfrm>
          <a:custGeom>
            <a:avLst/>
            <a:gdLst/>
            <a:ahLst/>
            <a:cxnLst/>
            <a:rect l="0" t="0" r="r" b="b"/>
            <a:pathLst>
              <a:path w="944266" h="1169608">
                <a:moveTo>
                  <a:pt x="243121" y="0"/>
                </a:moveTo>
                <a:lnTo>
                  <a:pt x="944266" y="0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6"/>
          <p:cNvSpPr/>
          <p:nvPr/>
        </p:nvSpPr>
        <p:spPr>
          <a:xfrm>
            <a:off x="2789738" y="0"/>
            <a:ext cx="1677567" cy="1172958"/>
          </a:xfrm>
          <a:custGeom>
            <a:avLst/>
            <a:gdLst/>
            <a:ahLst/>
            <a:cxnLst/>
            <a:rect l="0" t="0" r="r" b="b"/>
            <a:pathLst>
              <a:path w="1677567" h="1172958">
                <a:moveTo>
                  <a:pt x="944266" y="0"/>
                </a:moveTo>
                <a:lnTo>
                  <a:pt x="1677567" y="1172958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7"/>
          <p:cNvSpPr/>
          <p:nvPr/>
        </p:nvSpPr>
        <p:spPr>
          <a:xfrm>
            <a:off x="3734004" y="0"/>
            <a:ext cx="1980978" cy="1504018"/>
          </a:xfrm>
          <a:custGeom>
            <a:avLst/>
            <a:gdLst/>
            <a:ahLst/>
            <a:cxnLst/>
            <a:rect l="0" t="0" r="r" b="b"/>
            <a:pathLst>
              <a:path w="1980978" h="1504018">
                <a:moveTo>
                  <a:pt x="0" y="0"/>
                </a:moveTo>
                <a:lnTo>
                  <a:pt x="1980978" y="0"/>
                </a:lnTo>
                <a:lnTo>
                  <a:pt x="1896782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8"/>
          <p:cNvSpPr/>
          <p:nvPr/>
        </p:nvSpPr>
        <p:spPr>
          <a:xfrm>
            <a:off x="3734004" y="0"/>
            <a:ext cx="1896782" cy="1504018"/>
          </a:xfrm>
          <a:custGeom>
            <a:avLst/>
            <a:gdLst/>
            <a:ahLst/>
            <a:cxnLst/>
            <a:rect l="0" t="0" r="r" b="b"/>
            <a:pathLst>
              <a:path w="1896782" h="1504018">
                <a:moveTo>
                  <a:pt x="0" y="0"/>
                </a:moveTo>
                <a:lnTo>
                  <a:pt x="1896782" y="1504018"/>
                </a:lnTo>
                <a:lnTo>
                  <a:pt x="733301" y="117295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9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84196" y="0"/>
                </a:moveTo>
                <a:lnTo>
                  <a:pt x="1348710" y="0"/>
                </a:lnTo>
                <a:lnTo>
                  <a:pt x="0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10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1348710" y="0"/>
                </a:moveTo>
                <a:lnTo>
                  <a:pt x="1019973" y="1404754"/>
                </a:lnTo>
                <a:lnTo>
                  <a:pt x="0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1"/>
          <p:cNvSpPr/>
          <p:nvPr/>
        </p:nvSpPr>
        <p:spPr>
          <a:xfrm>
            <a:off x="6979496" y="0"/>
            <a:ext cx="1514614" cy="1712552"/>
          </a:xfrm>
          <a:custGeom>
            <a:avLst/>
            <a:gdLst/>
            <a:ahLst/>
            <a:cxnLst/>
            <a:rect l="0" t="0" r="r" b="b"/>
            <a:pathLst>
              <a:path w="1514614" h="1712552">
                <a:moveTo>
                  <a:pt x="0" y="0"/>
                </a:moveTo>
                <a:lnTo>
                  <a:pt x="1322478" y="0"/>
                </a:lnTo>
                <a:lnTo>
                  <a:pt x="1514614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2"/>
          <p:cNvSpPr/>
          <p:nvPr/>
        </p:nvSpPr>
        <p:spPr>
          <a:xfrm>
            <a:off x="6650759" y="0"/>
            <a:ext cx="1843351" cy="1712552"/>
          </a:xfrm>
          <a:custGeom>
            <a:avLst/>
            <a:gdLst/>
            <a:ahLst/>
            <a:cxnLst/>
            <a:rect l="0" t="0" r="r" b="b"/>
            <a:pathLst>
              <a:path w="1843351" h="1712552">
                <a:moveTo>
                  <a:pt x="328737" y="0"/>
                </a:moveTo>
                <a:lnTo>
                  <a:pt x="1843351" y="1712552"/>
                </a:lnTo>
                <a:lnTo>
                  <a:pt x="0" y="14047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3"/>
          <p:cNvSpPr/>
          <p:nvPr/>
        </p:nvSpPr>
        <p:spPr>
          <a:xfrm>
            <a:off x="8301974" y="0"/>
            <a:ext cx="962115" cy="1712552"/>
          </a:xfrm>
          <a:custGeom>
            <a:avLst/>
            <a:gdLst/>
            <a:ahLst/>
            <a:cxnLst/>
            <a:rect l="0" t="0" r="r" b="b"/>
            <a:pathLst>
              <a:path w="962115" h="1712552">
                <a:moveTo>
                  <a:pt x="0" y="0"/>
                </a:moveTo>
                <a:lnTo>
                  <a:pt x="962115" y="0"/>
                </a:lnTo>
                <a:lnTo>
                  <a:pt x="192135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4"/>
          <p:cNvSpPr/>
          <p:nvPr/>
        </p:nvSpPr>
        <p:spPr>
          <a:xfrm>
            <a:off x="8494110" y="0"/>
            <a:ext cx="947406" cy="1720134"/>
          </a:xfrm>
          <a:custGeom>
            <a:avLst/>
            <a:gdLst/>
            <a:ahLst/>
            <a:cxnLst/>
            <a:rect l="0" t="0" r="r" b="b"/>
            <a:pathLst>
              <a:path w="947406" h="1720134">
                <a:moveTo>
                  <a:pt x="769980" y="0"/>
                </a:moveTo>
                <a:lnTo>
                  <a:pt x="947406" y="1720134"/>
                </a:lnTo>
                <a:lnTo>
                  <a:pt x="0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5"/>
          <p:cNvSpPr/>
          <p:nvPr/>
        </p:nvSpPr>
        <p:spPr>
          <a:xfrm>
            <a:off x="9264089" y="0"/>
            <a:ext cx="1959634" cy="1536949"/>
          </a:xfrm>
          <a:custGeom>
            <a:avLst/>
            <a:gdLst/>
            <a:ahLst/>
            <a:cxnLst/>
            <a:rect l="0" t="0" r="r" b="b"/>
            <a:pathLst>
              <a:path w="1959634" h="1536949">
                <a:moveTo>
                  <a:pt x="0" y="0"/>
                </a:moveTo>
                <a:lnTo>
                  <a:pt x="1959634" y="0"/>
                </a:lnTo>
                <a:lnTo>
                  <a:pt x="1287511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6"/>
          <p:cNvSpPr/>
          <p:nvPr/>
        </p:nvSpPr>
        <p:spPr>
          <a:xfrm>
            <a:off x="9264089" y="0"/>
            <a:ext cx="1287511" cy="1720134"/>
          </a:xfrm>
          <a:custGeom>
            <a:avLst/>
            <a:gdLst/>
            <a:ahLst/>
            <a:cxnLst/>
            <a:rect l="0" t="0" r="r" b="b"/>
            <a:pathLst>
              <a:path w="1287511" h="1720134">
                <a:moveTo>
                  <a:pt x="0" y="0"/>
                </a:moveTo>
                <a:lnTo>
                  <a:pt x="1287511" y="1536949"/>
                </a:lnTo>
                <a:lnTo>
                  <a:pt x="177427" y="17201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7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672123" y="0"/>
                </a:moveTo>
                <a:lnTo>
                  <a:pt x="1640400" y="0"/>
                </a:lnTo>
                <a:lnTo>
                  <a:pt x="0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8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1640400" y="0"/>
                </a:moveTo>
                <a:lnTo>
                  <a:pt x="1640400" y="1216364"/>
                </a:lnTo>
                <a:lnTo>
                  <a:pt x="0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9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476529" y="528978"/>
                </a:lnTo>
                <a:lnTo>
                  <a:pt x="1701315" y="144031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20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701315" y="1440316"/>
                </a:lnTo>
                <a:lnTo>
                  <a:pt x="0" y="129440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1"/>
          <p:cNvSpPr/>
          <p:nvPr/>
        </p:nvSpPr>
        <p:spPr>
          <a:xfrm>
            <a:off x="1476529" y="1169608"/>
            <a:ext cx="1313209" cy="1298017"/>
          </a:xfrm>
          <a:custGeom>
            <a:avLst/>
            <a:gdLst/>
            <a:ahLst/>
            <a:cxnLst/>
            <a:rect l="0" t="0" r="r" b="b"/>
            <a:pathLst>
              <a:path w="1313209" h="1298017">
                <a:moveTo>
                  <a:pt x="0" y="386679"/>
                </a:moveTo>
                <a:lnTo>
                  <a:pt x="1313209" y="0"/>
                </a:lnTo>
                <a:lnTo>
                  <a:pt x="224786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2"/>
          <p:cNvSpPr/>
          <p:nvPr/>
        </p:nvSpPr>
        <p:spPr>
          <a:xfrm>
            <a:off x="1701315" y="1169608"/>
            <a:ext cx="1088423" cy="1568081"/>
          </a:xfrm>
          <a:custGeom>
            <a:avLst/>
            <a:gdLst/>
            <a:ahLst/>
            <a:cxnLst/>
            <a:rect l="0" t="0" r="r" b="b"/>
            <a:pathLst>
              <a:path w="1088423" h="1568081">
                <a:moveTo>
                  <a:pt x="1088423" y="0"/>
                </a:moveTo>
                <a:lnTo>
                  <a:pt x="1032297" y="1568081"/>
                </a:lnTo>
                <a:lnTo>
                  <a:pt x="0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3"/>
          <p:cNvSpPr/>
          <p:nvPr/>
        </p:nvSpPr>
        <p:spPr>
          <a:xfrm>
            <a:off x="2789738" y="1169608"/>
            <a:ext cx="1677567" cy="1885321"/>
          </a:xfrm>
          <a:custGeom>
            <a:avLst/>
            <a:gdLst/>
            <a:ahLst/>
            <a:cxnLst/>
            <a:rect l="0" t="0" r="r" b="b"/>
            <a:pathLst>
              <a:path w="1677567" h="1885321">
                <a:moveTo>
                  <a:pt x="0" y="0"/>
                </a:moveTo>
                <a:lnTo>
                  <a:pt x="1677567" y="3351"/>
                </a:lnTo>
                <a:lnTo>
                  <a:pt x="882520" y="188532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4"/>
          <p:cNvSpPr/>
          <p:nvPr/>
        </p:nvSpPr>
        <p:spPr>
          <a:xfrm>
            <a:off x="2733612" y="1169608"/>
            <a:ext cx="938646" cy="1885321"/>
          </a:xfrm>
          <a:custGeom>
            <a:avLst/>
            <a:gdLst/>
            <a:ahLst/>
            <a:cxnLst/>
            <a:rect l="0" t="0" r="r" b="b"/>
            <a:pathLst>
              <a:path w="938646" h="1885321">
                <a:moveTo>
                  <a:pt x="56126" y="0"/>
                </a:moveTo>
                <a:lnTo>
                  <a:pt x="938646" y="1885321"/>
                </a:lnTo>
                <a:lnTo>
                  <a:pt x="0" y="156808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5"/>
          <p:cNvSpPr/>
          <p:nvPr/>
        </p:nvSpPr>
        <p:spPr>
          <a:xfrm>
            <a:off x="3672258" y="1172958"/>
            <a:ext cx="1958528" cy="1881970"/>
          </a:xfrm>
          <a:custGeom>
            <a:avLst/>
            <a:gdLst/>
            <a:ahLst/>
            <a:cxnLst/>
            <a:rect l="0" t="0" r="r" b="b"/>
            <a:pathLst>
              <a:path w="1958528" h="1881970">
                <a:moveTo>
                  <a:pt x="795047" y="0"/>
                </a:moveTo>
                <a:lnTo>
                  <a:pt x="1958528" y="331059"/>
                </a:lnTo>
                <a:lnTo>
                  <a:pt x="0" y="188197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6"/>
          <p:cNvSpPr/>
          <p:nvPr/>
        </p:nvSpPr>
        <p:spPr>
          <a:xfrm>
            <a:off x="3672258" y="1504018"/>
            <a:ext cx="1958528" cy="1550911"/>
          </a:xfrm>
          <a:custGeom>
            <a:avLst/>
            <a:gdLst/>
            <a:ahLst/>
            <a:cxnLst/>
            <a:rect l="0" t="0" r="r" b="b"/>
            <a:pathLst>
              <a:path w="1958528" h="1550911">
                <a:moveTo>
                  <a:pt x="1958528" y="0"/>
                </a:moveTo>
                <a:lnTo>
                  <a:pt x="1934074" y="956390"/>
                </a:lnTo>
                <a:lnTo>
                  <a:pt x="0" y="1550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7"/>
          <p:cNvSpPr/>
          <p:nvPr/>
        </p:nvSpPr>
        <p:spPr>
          <a:xfrm>
            <a:off x="5630786" y="1404754"/>
            <a:ext cx="1019973" cy="1328000"/>
          </a:xfrm>
          <a:custGeom>
            <a:avLst/>
            <a:gdLst/>
            <a:ahLst/>
            <a:cxnLst/>
            <a:rect l="0" t="0" r="r" b="b"/>
            <a:pathLst>
              <a:path w="1019973" h="1328000">
                <a:moveTo>
                  <a:pt x="0" y="99264"/>
                </a:moveTo>
                <a:lnTo>
                  <a:pt x="1019973" y="0"/>
                </a:lnTo>
                <a:lnTo>
                  <a:pt x="744905" y="1328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8"/>
          <p:cNvSpPr/>
          <p:nvPr/>
        </p:nvSpPr>
        <p:spPr>
          <a:xfrm>
            <a:off x="5606333" y="1504018"/>
            <a:ext cx="769359" cy="1228736"/>
          </a:xfrm>
          <a:custGeom>
            <a:avLst/>
            <a:gdLst/>
            <a:ahLst/>
            <a:cxnLst/>
            <a:rect l="0" t="0" r="r" b="b"/>
            <a:pathLst>
              <a:path w="769359" h="1228736">
                <a:moveTo>
                  <a:pt x="24454" y="0"/>
                </a:moveTo>
                <a:lnTo>
                  <a:pt x="769359" y="1228736"/>
                </a:lnTo>
                <a:lnTo>
                  <a:pt x="0" y="9563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9"/>
          <p:cNvSpPr/>
          <p:nvPr/>
        </p:nvSpPr>
        <p:spPr>
          <a:xfrm>
            <a:off x="6375692" y="1404754"/>
            <a:ext cx="2118418" cy="1328000"/>
          </a:xfrm>
          <a:custGeom>
            <a:avLst/>
            <a:gdLst/>
            <a:ahLst/>
            <a:cxnLst/>
            <a:rect l="0" t="0" r="r" b="b"/>
            <a:pathLst>
              <a:path w="2118418" h="1328000">
                <a:moveTo>
                  <a:pt x="275067" y="0"/>
                </a:moveTo>
                <a:lnTo>
                  <a:pt x="2118418" y="307799"/>
                </a:lnTo>
                <a:lnTo>
                  <a:pt x="0" y="1328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30"/>
          <p:cNvSpPr/>
          <p:nvPr/>
        </p:nvSpPr>
        <p:spPr>
          <a:xfrm>
            <a:off x="6375692" y="1712552"/>
            <a:ext cx="2118418" cy="1178693"/>
          </a:xfrm>
          <a:custGeom>
            <a:avLst/>
            <a:gdLst/>
            <a:ahLst/>
            <a:cxnLst/>
            <a:rect l="0" t="0" r="r" b="b"/>
            <a:pathLst>
              <a:path w="2118418" h="1178693">
                <a:moveTo>
                  <a:pt x="2118418" y="0"/>
                </a:moveTo>
                <a:lnTo>
                  <a:pt x="1577009" y="1178693"/>
                </a:lnTo>
                <a:lnTo>
                  <a:pt x="0" y="10202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1"/>
          <p:cNvSpPr/>
          <p:nvPr/>
        </p:nvSpPr>
        <p:spPr>
          <a:xfrm>
            <a:off x="8494110" y="1712552"/>
            <a:ext cx="947406" cy="1080407"/>
          </a:xfrm>
          <a:custGeom>
            <a:avLst/>
            <a:gdLst/>
            <a:ahLst/>
            <a:cxnLst/>
            <a:rect l="0" t="0" r="r" b="b"/>
            <a:pathLst>
              <a:path w="947406" h="1080407">
                <a:moveTo>
                  <a:pt x="0" y="0"/>
                </a:moveTo>
                <a:lnTo>
                  <a:pt x="947406" y="7582"/>
                </a:lnTo>
                <a:lnTo>
                  <a:pt x="797093" y="108040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2"/>
          <p:cNvSpPr/>
          <p:nvPr/>
        </p:nvSpPr>
        <p:spPr>
          <a:xfrm>
            <a:off x="7952701" y="1712552"/>
            <a:ext cx="1338501" cy="1178693"/>
          </a:xfrm>
          <a:custGeom>
            <a:avLst/>
            <a:gdLst/>
            <a:ahLst/>
            <a:cxnLst/>
            <a:rect l="0" t="0" r="r" b="b"/>
            <a:pathLst>
              <a:path w="1338501" h="1178693">
                <a:moveTo>
                  <a:pt x="541409" y="0"/>
                </a:moveTo>
                <a:lnTo>
                  <a:pt x="1338501" y="1080407"/>
                </a:lnTo>
                <a:lnTo>
                  <a:pt x="0" y="11786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3"/>
          <p:cNvSpPr/>
          <p:nvPr/>
        </p:nvSpPr>
        <p:spPr>
          <a:xfrm>
            <a:off x="9291202" y="1536949"/>
            <a:ext cx="1260398" cy="1256010"/>
          </a:xfrm>
          <a:custGeom>
            <a:avLst/>
            <a:gdLst/>
            <a:ahLst/>
            <a:cxnLst/>
            <a:rect l="0" t="0" r="r" b="b"/>
            <a:pathLst>
              <a:path w="1260398" h="1256010">
                <a:moveTo>
                  <a:pt x="150314" y="183185"/>
                </a:moveTo>
                <a:lnTo>
                  <a:pt x="1260398" y="0"/>
                </a:lnTo>
                <a:lnTo>
                  <a:pt x="0" y="12560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4"/>
          <p:cNvSpPr/>
          <p:nvPr/>
        </p:nvSpPr>
        <p:spPr>
          <a:xfrm>
            <a:off x="9291202" y="1536949"/>
            <a:ext cx="1967171" cy="1269568"/>
          </a:xfrm>
          <a:custGeom>
            <a:avLst/>
            <a:gdLst/>
            <a:ahLst/>
            <a:cxnLst/>
            <a:rect l="0" t="0" r="r" b="b"/>
            <a:pathLst>
              <a:path w="1967171" h="1269568">
                <a:moveTo>
                  <a:pt x="1260398" y="0"/>
                </a:moveTo>
                <a:lnTo>
                  <a:pt x="1967171" y="1269568"/>
                </a:lnTo>
                <a:lnTo>
                  <a:pt x="0" y="12560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5"/>
          <p:cNvSpPr/>
          <p:nvPr/>
        </p:nvSpPr>
        <p:spPr>
          <a:xfrm>
            <a:off x="10551600" y="1216364"/>
            <a:ext cx="1640400" cy="1209839"/>
          </a:xfrm>
          <a:custGeom>
            <a:avLst/>
            <a:gdLst/>
            <a:ahLst/>
            <a:cxnLst/>
            <a:rect l="0" t="0" r="r" b="b"/>
            <a:pathLst>
              <a:path w="1640400" h="1209839">
                <a:moveTo>
                  <a:pt x="0" y="320585"/>
                </a:moveTo>
                <a:lnTo>
                  <a:pt x="1640400" y="0"/>
                </a:lnTo>
                <a:lnTo>
                  <a:pt x="1640400" y="12098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6"/>
          <p:cNvSpPr/>
          <p:nvPr/>
        </p:nvSpPr>
        <p:spPr>
          <a:xfrm>
            <a:off x="10551600" y="1536949"/>
            <a:ext cx="1640400" cy="1269568"/>
          </a:xfrm>
          <a:custGeom>
            <a:avLst/>
            <a:gdLst/>
            <a:ahLst/>
            <a:cxnLst/>
            <a:rect l="0" t="0" r="r" b="b"/>
            <a:pathLst>
              <a:path w="1640400" h="1269568">
                <a:moveTo>
                  <a:pt x="0" y="0"/>
                </a:moveTo>
                <a:lnTo>
                  <a:pt x="1640400" y="889254"/>
                </a:lnTo>
                <a:lnTo>
                  <a:pt x="706773" y="126956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7"/>
          <p:cNvSpPr/>
          <p:nvPr/>
        </p:nvSpPr>
        <p:spPr>
          <a:xfrm>
            <a:off x="0" y="2321714"/>
            <a:ext cx="1701315" cy="1809445"/>
          </a:xfrm>
          <a:custGeom>
            <a:avLst/>
            <a:gdLst/>
            <a:ahLst/>
            <a:cxnLst/>
            <a:rect l="0" t="0" r="r" b="b"/>
            <a:pathLst>
              <a:path w="1701315" h="1809445">
                <a:moveTo>
                  <a:pt x="0" y="0"/>
                </a:moveTo>
                <a:lnTo>
                  <a:pt x="1701315" y="145911"/>
                </a:lnTo>
                <a:lnTo>
                  <a:pt x="0" y="18094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8"/>
          <p:cNvSpPr/>
          <p:nvPr/>
        </p:nvSpPr>
        <p:spPr>
          <a:xfrm>
            <a:off x="0" y="2467625"/>
            <a:ext cx="1701315" cy="1681462"/>
          </a:xfrm>
          <a:custGeom>
            <a:avLst/>
            <a:gdLst/>
            <a:ahLst/>
            <a:cxnLst/>
            <a:rect l="0" t="0" r="r" b="b"/>
            <a:pathLst>
              <a:path w="1701315" h="1681462">
                <a:moveTo>
                  <a:pt x="1701315" y="0"/>
                </a:moveTo>
                <a:lnTo>
                  <a:pt x="1193767" y="1681462"/>
                </a:lnTo>
                <a:lnTo>
                  <a:pt x="0" y="16635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9"/>
          <p:cNvSpPr/>
          <p:nvPr/>
        </p:nvSpPr>
        <p:spPr>
          <a:xfrm>
            <a:off x="1701315" y="2467625"/>
            <a:ext cx="1284137" cy="1719054"/>
          </a:xfrm>
          <a:custGeom>
            <a:avLst/>
            <a:gdLst/>
            <a:ahLst/>
            <a:cxnLst/>
            <a:rect l="0" t="0" r="r" b="b"/>
            <a:pathLst>
              <a:path w="1284137" h="1719054">
                <a:moveTo>
                  <a:pt x="0" y="0"/>
                </a:moveTo>
                <a:lnTo>
                  <a:pt x="1032297" y="270064"/>
                </a:lnTo>
                <a:lnTo>
                  <a:pt x="1284137" y="17190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40"/>
          <p:cNvSpPr/>
          <p:nvPr/>
        </p:nvSpPr>
        <p:spPr>
          <a:xfrm>
            <a:off x="1193767" y="2467625"/>
            <a:ext cx="1791686" cy="1719054"/>
          </a:xfrm>
          <a:custGeom>
            <a:avLst/>
            <a:gdLst/>
            <a:ahLst/>
            <a:cxnLst/>
            <a:rect l="0" t="0" r="r" b="b"/>
            <a:pathLst>
              <a:path w="1791686" h="1719054">
                <a:moveTo>
                  <a:pt x="507548" y="0"/>
                </a:moveTo>
                <a:lnTo>
                  <a:pt x="1791686" y="1719054"/>
                </a:lnTo>
                <a:lnTo>
                  <a:pt x="0" y="168146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1"/>
          <p:cNvSpPr/>
          <p:nvPr/>
        </p:nvSpPr>
        <p:spPr>
          <a:xfrm>
            <a:off x="2733612" y="2737689"/>
            <a:ext cx="938646" cy="1448990"/>
          </a:xfrm>
          <a:custGeom>
            <a:avLst/>
            <a:gdLst/>
            <a:ahLst/>
            <a:cxnLst/>
            <a:rect l="0" t="0" r="r" b="b"/>
            <a:pathLst>
              <a:path w="938646" h="1448990">
                <a:moveTo>
                  <a:pt x="0" y="0"/>
                </a:moveTo>
                <a:lnTo>
                  <a:pt x="938646" y="317240"/>
                </a:lnTo>
                <a:lnTo>
                  <a:pt x="251840" y="14489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2"/>
          <p:cNvSpPr/>
          <p:nvPr/>
        </p:nvSpPr>
        <p:spPr>
          <a:xfrm>
            <a:off x="2985452" y="3054929"/>
            <a:ext cx="1183279" cy="1131750"/>
          </a:xfrm>
          <a:custGeom>
            <a:avLst/>
            <a:gdLst/>
            <a:ahLst/>
            <a:cxnLst/>
            <a:rect l="0" t="0" r="r" b="b"/>
            <a:pathLst>
              <a:path w="1183279" h="1131750">
                <a:moveTo>
                  <a:pt x="686806" y="0"/>
                </a:moveTo>
                <a:lnTo>
                  <a:pt x="1183279" y="1091145"/>
                </a:lnTo>
                <a:lnTo>
                  <a:pt x="0" y="113175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3"/>
          <p:cNvSpPr/>
          <p:nvPr/>
        </p:nvSpPr>
        <p:spPr>
          <a:xfrm>
            <a:off x="3672258" y="2460407"/>
            <a:ext cx="1934074" cy="1651441"/>
          </a:xfrm>
          <a:custGeom>
            <a:avLst/>
            <a:gdLst/>
            <a:ahLst/>
            <a:cxnLst/>
            <a:rect l="0" t="0" r="r" b="b"/>
            <a:pathLst>
              <a:path w="1934074" h="1651441">
                <a:moveTo>
                  <a:pt x="0" y="594522"/>
                </a:moveTo>
                <a:lnTo>
                  <a:pt x="1934074" y="0"/>
                </a:lnTo>
                <a:lnTo>
                  <a:pt x="1890662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4"/>
          <p:cNvSpPr/>
          <p:nvPr/>
        </p:nvSpPr>
        <p:spPr>
          <a:xfrm>
            <a:off x="3672258" y="3054929"/>
            <a:ext cx="1890662" cy="1091145"/>
          </a:xfrm>
          <a:custGeom>
            <a:avLst/>
            <a:gdLst/>
            <a:ahLst/>
            <a:cxnLst/>
            <a:rect l="0" t="0" r="r" b="b"/>
            <a:pathLst>
              <a:path w="1890662" h="1091145">
                <a:moveTo>
                  <a:pt x="0" y="0"/>
                </a:moveTo>
                <a:lnTo>
                  <a:pt x="1890662" y="1056919"/>
                </a:lnTo>
                <a:lnTo>
                  <a:pt x="496473" y="10911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5"/>
          <p:cNvSpPr/>
          <p:nvPr/>
        </p:nvSpPr>
        <p:spPr>
          <a:xfrm>
            <a:off x="5562921" y="2460407"/>
            <a:ext cx="812771" cy="1651441"/>
          </a:xfrm>
          <a:custGeom>
            <a:avLst/>
            <a:gdLst/>
            <a:ahLst/>
            <a:cxnLst/>
            <a:rect l="0" t="0" r="r" b="b"/>
            <a:pathLst>
              <a:path w="812771" h="1651441">
                <a:moveTo>
                  <a:pt x="43412" y="0"/>
                </a:moveTo>
                <a:lnTo>
                  <a:pt x="812771" y="272346"/>
                </a:lnTo>
                <a:lnTo>
                  <a:pt x="0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6"/>
          <p:cNvSpPr/>
          <p:nvPr/>
        </p:nvSpPr>
        <p:spPr>
          <a:xfrm>
            <a:off x="5562921" y="2732754"/>
            <a:ext cx="915408" cy="1782810"/>
          </a:xfrm>
          <a:custGeom>
            <a:avLst/>
            <a:gdLst/>
            <a:ahLst/>
            <a:cxnLst/>
            <a:rect l="0" t="0" r="r" b="b"/>
            <a:pathLst>
              <a:path w="915408" h="1782810">
                <a:moveTo>
                  <a:pt x="812771" y="0"/>
                </a:moveTo>
                <a:lnTo>
                  <a:pt x="915408" y="1782810"/>
                </a:lnTo>
                <a:lnTo>
                  <a:pt x="0" y="137909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7"/>
          <p:cNvSpPr/>
          <p:nvPr/>
        </p:nvSpPr>
        <p:spPr>
          <a:xfrm>
            <a:off x="6375692" y="2732754"/>
            <a:ext cx="1841582" cy="1513703"/>
          </a:xfrm>
          <a:custGeom>
            <a:avLst/>
            <a:gdLst/>
            <a:ahLst/>
            <a:cxnLst/>
            <a:rect l="0" t="0" r="r" b="b"/>
            <a:pathLst>
              <a:path w="1841582" h="1513703">
                <a:moveTo>
                  <a:pt x="0" y="0"/>
                </a:moveTo>
                <a:lnTo>
                  <a:pt x="1577009" y="158492"/>
                </a:lnTo>
                <a:lnTo>
                  <a:pt x="1841582" y="151370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8"/>
          <p:cNvSpPr/>
          <p:nvPr/>
        </p:nvSpPr>
        <p:spPr>
          <a:xfrm>
            <a:off x="6375692" y="2732754"/>
            <a:ext cx="1841582" cy="1782810"/>
          </a:xfrm>
          <a:custGeom>
            <a:avLst/>
            <a:gdLst/>
            <a:ahLst/>
            <a:cxnLst/>
            <a:rect l="0" t="0" r="r" b="b"/>
            <a:pathLst>
              <a:path w="1841582" h="1782810">
                <a:moveTo>
                  <a:pt x="0" y="0"/>
                </a:moveTo>
                <a:lnTo>
                  <a:pt x="1841582" y="1513703"/>
                </a:lnTo>
                <a:lnTo>
                  <a:pt x="102637" y="17828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9"/>
          <p:cNvSpPr/>
          <p:nvPr/>
        </p:nvSpPr>
        <p:spPr>
          <a:xfrm>
            <a:off x="7952701" y="2792959"/>
            <a:ext cx="1338501" cy="1453497"/>
          </a:xfrm>
          <a:custGeom>
            <a:avLst/>
            <a:gdLst/>
            <a:ahLst/>
            <a:cxnLst/>
            <a:rect l="0" t="0" r="r" b="b"/>
            <a:pathLst>
              <a:path w="1338501" h="1453497">
                <a:moveTo>
                  <a:pt x="0" y="98286"/>
                </a:moveTo>
                <a:lnTo>
                  <a:pt x="1338501" y="0"/>
                </a:lnTo>
                <a:lnTo>
                  <a:pt x="264573" y="14534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50"/>
          <p:cNvSpPr/>
          <p:nvPr/>
        </p:nvSpPr>
        <p:spPr>
          <a:xfrm>
            <a:off x="8217274" y="2792959"/>
            <a:ext cx="1314219" cy="1468071"/>
          </a:xfrm>
          <a:custGeom>
            <a:avLst/>
            <a:gdLst/>
            <a:ahLst/>
            <a:cxnLst/>
            <a:rect l="0" t="0" r="r" b="b"/>
            <a:pathLst>
              <a:path w="1314219" h="1468071">
                <a:moveTo>
                  <a:pt x="1073929" y="0"/>
                </a:moveTo>
                <a:lnTo>
                  <a:pt x="1314219" y="1468071"/>
                </a:lnTo>
                <a:lnTo>
                  <a:pt x="0" y="14534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1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67171" y="13557"/>
                </a:lnTo>
                <a:lnTo>
                  <a:pt x="1990624" y="171121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2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90624" y="1711215"/>
                </a:lnTo>
                <a:lnTo>
                  <a:pt x="240291" y="14680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3"/>
          <p:cNvSpPr/>
          <p:nvPr/>
        </p:nvSpPr>
        <p:spPr>
          <a:xfrm>
            <a:off x="11258373" y="2426203"/>
            <a:ext cx="933627" cy="2077971"/>
          </a:xfrm>
          <a:custGeom>
            <a:avLst/>
            <a:gdLst/>
            <a:ahLst/>
            <a:cxnLst/>
            <a:rect l="0" t="0" r="r" b="b"/>
            <a:pathLst>
              <a:path w="933627" h="2077971">
                <a:moveTo>
                  <a:pt x="0" y="380313"/>
                </a:moveTo>
                <a:lnTo>
                  <a:pt x="933627" y="0"/>
                </a:lnTo>
                <a:lnTo>
                  <a:pt x="23453" y="20779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4"/>
          <p:cNvSpPr/>
          <p:nvPr/>
        </p:nvSpPr>
        <p:spPr>
          <a:xfrm>
            <a:off x="11281826" y="2426203"/>
            <a:ext cx="910174" cy="2077971"/>
          </a:xfrm>
          <a:custGeom>
            <a:avLst/>
            <a:gdLst/>
            <a:ahLst/>
            <a:cxnLst/>
            <a:rect l="0" t="0" r="r" b="b"/>
            <a:pathLst>
              <a:path w="910174" h="2077971">
                <a:moveTo>
                  <a:pt x="910174" y="0"/>
                </a:moveTo>
                <a:lnTo>
                  <a:pt x="910174" y="1242244"/>
                </a:lnTo>
                <a:lnTo>
                  <a:pt x="0" y="20779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5"/>
          <p:cNvSpPr/>
          <p:nvPr/>
        </p:nvSpPr>
        <p:spPr>
          <a:xfrm>
            <a:off x="0" y="4131159"/>
            <a:ext cx="1193767" cy="1509930"/>
          </a:xfrm>
          <a:custGeom>
            <a:avLst/>
            <a:gdLst/>
            <a:ahLst/>
            <a:cxnLst/>
            <a:rect l="0" t="0" r="r" b="b"/>
            <a:pathLst>
              <a:path w="1193767" h="1509930">
                <a:moveTo>
                  <a:pt x="0" y="0"/>
                </a:moveTo>
                <a:lnTo>
                  <a:pt x="1193767" y="17928"/>
                </a:lnTo>
                <a:lnTo>
                  <a:pt x="981630" y="150993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6"/>
          <p:cNvSpPr/>
          <p:nvPr/>
        </p:nvSpPr>
        <p:spPr>
          <a:xfrm>
            <a:off x="0" y="4131159"/>
            <a:ext cx="981630" cy="1571393"/>
          </a:xfrm>
          <a:custGeom>
            <a:avLst/>
            <a:gdLst/>
            <a:ahLst/>
            <a:cxnLst/>
            <a:rect l="0" t="0" r="r" b="b"/>
            <a:pathLst>
              <a:path w="981630" h="1571393">
                <a:moveTo>
                  <a:pt x="0" y="0"/>
                </a:moveTo>
                <a:lnTo>
                  <a:pt x="981630" y="1509930"/>
                </a:lnTo>
                <a:lnTo>
                  <a:pt x="0" y="15713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7"/>
          <p:cNvSpPr/>
          <p:nvPr/>
        </p:nvSpPr>
        <p:spPr>
          <a:xfrm>
            <a:off x="981630" y="4149086"/>
            <a:ext cx="2003822" cy="1492002"/>
          </a:xfrm>
          <a:custGeom>
            <a:avLst/>
            <a:gdLst/>
            <a:ahLst/>
            <a:cxnLst/>
            <a:rect l="0" t="0" r="r" b="b"/>
            <a:pathLst>
              <a:path w="2003822" h="1492002">
                <a:moveTo>
                  <a:pt x="212137" y="0"/>
                </a:moveTo>
                <a:lnTo>
                  <a:pt x="2003822" y="37593"/>
                </a:lnTo>
                <a:lnTo>
                  <a:pt x="0" y="149200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8"/>
          <p:cNvSpPr/>
          <p:nvPr/>
        </p:nvSpPr>
        <p:spPr>
          <a:xfrm>
            <a:off x="981630" y="4186679"/>
            <a:ext cx="2003822" cy="1742597"/>
          </a:xfrm>
          <a:custGeom>
            <a:avLst/>
            <a:gdLst/>
            <a:ahLst/>
            <a:cxnLst/>
            <a:rect l="0" t="0" r="r" b="b"/>
            <a:pathLst>
              <a:path w="2003822" h="1742597">
                <a:moveTo>
                  <a:pt x="2003822" y="0"/>
                </a:moveTo>
                <a:lnTo>
                  <a:pt x="1856759" y="1742597"/>
                </a:lnTo>
                <a:lnTo>
                  <a:pt x="0" y="14544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9"/>
          <p:cNvSpPr/>
          <p:nvPr/>
        </p:nvSpPr>
        <p:spPr>
          <a:xfrm>
            <a:off x="2985452" y="4146074"/>
            <a:ext cx="1294578" cy="1717926"/>
          </a:xfrm>
          <a:custGeom>
            <a:avLst/>
            <a:gdLst/>
            <a:ahLst/>
            <a:cxnLst/>
            <a:rect l="0" t="0" r="r" b="b"/>
            <a:pathLst>
              <a:path w="1294578" h="1717926">
                <a:moveTo>
                  <a:pt x="0" y="40605"/>
                </a:moveTo>
                <a:lnTo>
                  <a:pt x="1183279" y="0"/>
                </a:lnTo>
                <a:lnTo>
                  <a:pt x="1294578" y="171792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60"/>
          <p:cNvSpPr/>
          <p:nvPr/>
        </p:nvSpPr>
        <p:spPr>
          <a:xfrm>
            <a:off x="2838389" y="4186679"/>
            <a:ext cx="1441641" cy="1742597"/>
          </a:xfrm>
          <a:custGeom>
            <a:avLst/>
            <a:gdLst/>
            <a:ahLst/>
            <a:cxnLst/>
            <a:rect l="0" t="0" r="r" b="b"/>
            <a:pathLst>
              <a:path w="1441641" h="1742597">
                <a:moveTo>
                  <a:pt x="147063" y="0"/>
                </a:moveTo>
                <a:lnTo>
                  <a:pt x="1441641" y="1677321"/>
                </a:lnTo>
                <a:lnTo>
                  <a:pt x="0" y="1742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1"/>
          <p:cNvSpPr/>
          <p:nvPr/>
        </p:nvSpPr>
        <p:spPr>
          <a:xfrm>
            <a:off x="4168731" y="4111848"/>
            <a:ext cx="1394189" cy="1752152"/>
          </a:xfrm>
          <a:custGeom>
            <a:avLst/>
            <a:gdLst/>
            <a:ahLst/>
            <a:cxnLst/>
            <a:rect l="0" t="0" r="r" b="b"/>
            <a:pathLst>
              <a:path w="1394189" h="1752152">
                <a:moveTo>
                  <a:pt x="0" y="34226"/>
                </a:moveTo>
                <a:lnTo>
                  <a:pt x="1394189" y="0"/>
                </a:lnTo>
                <a:lnTo>
                  <a:pt x="111299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2"/>
          <p:cNvSpPr/>
          <p:nvPr/>
        </p:nvSpPr>
        <p:spPr>
          <a:xfrm>
            <a:off x="4280030" y="4111848"/>
            <a:ext cx="1409943" cy="1752152"/>
          </a:xfrm>
          <a:custGeom>
            <a:avLst/>
            <a:gdLst/>
            <a:ahLst/>
            <a:cxnLst/>
            <a:rect l="0" t="0" r="r" b="b"/>
            <a:pathLst>
              <a:path w="1409943" h="1752152">
                <a:moveTo>
                  <a:pt x="1282891" y="0"/>
                </a:moveTo>
                <a:lnTo>
                  <a:pt x="1409943" y="1124840"/>
                </a:lnTo>
                <a:lnTo>
                  <a:pt x="0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3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915408" y="403715"/>
                </a:lnTo>
                <a:lnTo>
                  <a:pt x="1381862" y="180094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4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1381862" y="1800947"/>
                </a:lnTo>
                <a:lnTo>
                  <a:pt x="127052" y="112484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5"/>
          <p:cNvSpPr/>
          <p:nvPr/>
        </p:nvSpPr>
        <p:spPr>
          <a:xfrm>
            <a:off x="6478329" y="4246457"/>
            <a:ext cx="1738945" cy="1666339"/>
          </a:xfrm>
          <a:custGeom>
            <a:avLst/>
            <a:gdLst/>
            <a:ahLst/>
            <a:cxnLst/>
            <a:rect l="0" t="0" r="r" b="b"/>
            <a:pathLst>
              <a:path w="1738945" h="1666339">
                <a:moveTo>
                  <a:pt x="0" y="269107"/>
                </a:moveTo>
                <a:lnTo>
                  <a:pt x="1738945" y="0"/>
                </a:lnTo>
                <a:lnTo>
                  <a:pt x="466454" y="16663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6"/>
          <p:cNvSpPr/>
          <p:nvPr/>
        </p:nvSpPr>
        <p:spPr>
          <a:xfrm>
            <a:off x="6944783" y="4246457"/>
            <a:ext cx="1272491" cy="1666339"/>
          </a:xfrm>
          <a:custGeom>
            <a:avLst/>
            <a:gdLst/>
            <a:ahLst/>
            <a:cxnLst/>
            <a:rect l="0" t="0" r="r" b="b"/>
            <a:pathLst>
              <a:path w="1272491" h="1666339">
                <a:moveTo>
                  <a:pt x="1272491" y="0"/>
                </a:moveTo>
                <a:lnTo>
                  <a:pt x="835669" y="1651809"/>
                </a:lnTo>
                <a:lnTo>
                  <a:pt x="0" y="16663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7"/>
          <p:cNvSpPr/>
          <p:nvPr/>
        </p:nvSpPr>
        <p:spPr>
          <a:xfrm>
            <a:off x="8217274" y="4246457"/>
            <a:ext cx="1436179" cy="1513384"/>
          </a:xfrm>
          <a:custGeom>
            <a:avLst/>
            <a:gdLst/>
            <a:ahLst/>
            <a:cxnLst/>
            <a:rect l="0" t="0" r="r" b="b"/>
            <a:pathLst>
              <a:path w="1436179" h="1513384">
                <a:moveTo>
                  <a:pt x="0" y="0"/>
                </a:moveTo>
                <a:lnTo>
                  <a:pt x="1314219" y="14573"/>
                </a:lnTo>
                <a:lnTo>
                  <a:pt x="1436179" y="151338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8"/>
          <p:cNvSpPr/>
          <p:nvPr/>
        </p:nvSpPr>
        <p:spPr>
          <a:xfrm>
            <a:off x="7780452" y="4246457"/>
            <a:ext cx="1873000" cy="1651809"/>
          </a:xfrm>
          <a:custGeom>
            <a:avLst/>
            <a:gdLst/>
            <a:ahLst/>
            <a:cxnLst/>
            <a:rect l="0" t="0" r="r" b="b"/>
            <a:pathLst>
              <a:path w="1873000" h="1651809">
                <a:moveTo>
                  <a:pt x="436821" y="0"/>
                </a:moveTo>
                <a:lnTo>
                  <a:pt x="1873000" y="1513384"/>
                </a:lnTo>
                <a:lnTo>
                  <a:pt x="0" y="16518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9"/>
          <p:cNvSpPr/>
          <p:nvPr/>
        </p:nvSpPr>
        <p:spPr>
          <a:xfrm>
            <a:off x="9531493" y="4261030"/>
            <a:ext cx="1750333" cy="1498811"/>
          </a:xfrm>
          <a:custGeom>
            <a:avLst/>
            <a:gdLst/>
            <a:ahLst/>
            <a:cxnLst/>
            <a:rect l="0" t="0" r="r" b="b"/>
            <a:pathLst>
              <a:path w="1750333" h="1498811">
                <a:moveTo>
                  <a:pt x="0" y="0"/>
                </a:moveTo>
                <a:lnTo>
                  <a:pt x="1750333" y="243144"/>
                </a:lnTo>
                <a:lnTo>
                  <a:pt x="121960" y="14988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70"/>
          <p:cNvSpPr/>
          <p:nvPr/>
        </p:nvSpPr>
        <p:spPr>
          <a:xfrm>
            <a:off x="9653453" y="4504174"/>
            <a:ext cx="1628373" cy="1255666"/>
          </a:xfrm>
          <a:custGeom>
            <a:avLst/>
            <a:gdLst/>
            <a:ahLst/>
            <a:cxnLst/>
            <a:rect l="0" t="0" r="r" b="b"/>
            <a:pathLst>
              <a:path w="1628373" h="1255666">
                <a:moveTo>
                  <a:pt x="1628373" y="0"/>
                </a:moveTo>
                <a:lnTo>
                  <a:pt x="1041963" y="1233229"/>
                </a:lnTo>
                <a:lnTo>
                  <a:pt x="0" y="125566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1"/>
          <p:cNvSpPr/>
          <p:nvPr/>
        </p:nvSpPr>
        <p:spPr>
          <a:xfrm>
            <a:off x="11281826" y="3668447"/>
            <a:ext cx="910174" cy="1652653"/>
          </a:xfrm>
          <a:custGeom>
            <a:avLst/>
            <a:gdLst/>
            <a:ahLst/>
            <a:cxnLst/>
            <a:rect l="0" t="0" r="r" b="b"/>
            <a:pathLst>
              <a:path w="910174" h="1652653">
                <a:moveTo>
                  <a:pt x="0" y="835728"/>
                </a:moveTo>
                <a:lnTo>
                  <a:pt x="910174" y="0"/>
                </a:lnTo>
                <a:lnTo>
                  <a:pt x="910174" y="165265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2"/>
          <p:cNvSpPr/>
          <p:nvPr/>
        </p:nvSpPr>
        <p:spPr>
          <a:xfrm>
            <a:off x="10695416" y="4504174"/>
            <a:ext cx="1496584" cy="1233229"/>
          </a:xfrm>
          <a:custGeom>
            <a:avLst/>
            <a:gdLst/>
            <a:ahLst/>
            <a:cxnLst/>
            <a:rect l="0" t="0" r="r" b="b"/>
            <a:pathLst>
              <a:path w="1496584" h="1233229">
                <a:moveTo>
                  <a:pt x="586411" y="0"/>
                </a:moveTo>
                <a:lnTo>
                  <a:pt x="1496584" y="816925"/>
                </a:lnTo>
                <a:lnTo>
                  <a:pt x="0" y="123322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3"/>
          <p:cNvSpPr/>
          <p:nvPr/>
        </p:nvSpPr>
        <p:spPr>
          <a:xfrm>
            <a:off x="0" y="5641089"/>
            <a:ext cx="981630" cy="1216911"/>
          </a:xfrm>
          <a:custGeom>
            <a:avLst/>
            <a:gdLst/>
            <a:ahLst/>
            <a:cxnLst/>
            <a:rect l="0" t="0" r="r" b="b"/>
            <a:pathLst>
              <a:path w="981630" h="1216911">
                <a:moveTo>
                  <a:pt x="0" y="61463"/>
                </a:moveTo>
                <a:lnTo>
                  <a:pt x="981630" y="0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4"/>
          <p:cNvSpPr/>
          <p:nvPr/>
        </p:nvSpPr>
        <p:spPr>
          <a:xfrm>
            <a:off x="0" y="5641089"/>
            <a:ext cx="1552749" cy="1216911"/>
          </a:xfrm>
          <a:custGeom>
            <a:avLst/>
            <a:gdLst/>
            <a:ahLst/>
            <a:cxnLst/>
            <a:rect l="0" t="0" r="r" b="b"/>
            <a:pathLst>
              <a:path w="1552749" h="1216911">
                <a:moveTo>
                  <a:pt x="981630" y="0"/>
                </a:moveTo>
                <a:lnTo>
                  <a:pt x="1552749" y="1216911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5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1856759" y="288187"/>
                </a:lnTo>
                <a:lnTo>
                  <a:pt x="2056914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6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2056914" y="1216911"/>
                </a:lnTo>
                <a:lnTo>
                  <a:pt x="571119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7"/>
          <p:cNvSpPr/>
          <p:nvPr/>
        </p:nvSpPr>
        <p:spPr>
          <a:xfrm>
            <a:off x="2838389" y="5864000"/>
            <a:ext cx="1441641" cy="994000"/>
          </a:xfrm>
          <a:custGeom>
            <a:avLst/>
            <a:gdLst/>
            <a:ahLst/>
            <a:cxnLst/>
            <a:rect l="0" t="0" r="r" b="b"/>
            <a:pathLst>
              <a:path w="1441641" h="994000">
                <a:moveTo>
                  <a:pt x="0" y="65276"/>
                </a:moveTo>
                <a:lnTo>
                  <a:pt x="1441641" y="0"/>
                </a:lnTo>
                <a:lnTo>
                  <a:pt x="200155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8"/>
          <p:cNvSpPr/>
          <p:nvPr/>
        </p:nvSpPr>
        <p:spPr>
          <a:xfrm>
            <a:off x="3038544" y="5864000"/>
            <a:ext cx="1241486" cy="994000"/>
          </a:xfrm>
          <a:custGeom>
            <a:avLst/>
            <a:gdLst/>
            <a:ahLst/>
            <a:cxnLst/>
            <a:rect l="0" t="0" r="r" b="b"/>
            <a:pathLst>
              <a:path w="1241486" h="994000">
                <a:moveTo>
                  <a:pt x="1241486" y="0"/>
                </a:moveTo>
                <a:lnTo>
                  <a:pt x="628813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9"/>
          <p:cNvSpPr/>
          <p:nvPr/>
        </p:nvSpPr>
        <p:spPr>
          <a:xfrm>
            <a:off x="4280030" y="5236688"/>
            <a:ext cx="1409943" cy="1621312"/>
          </a:xfrm>
          <a:custGeom>
            <a:avLst/>
            <a:gdLst/>
            <a:ahLst/>
            <a:cxnLst/>
            <a:rect l="0" t="0" r="r" b="b"/>
            <a:pathLst>
              <a:path w="1409943" h="1621312">
                <a:moveTo>
                  <a:pt x="0" y="627311"/>
                </a:moveTo>
                <a:lnTo>
                  <a:pt x="1409943" y="0"/>
                </a:lnTo>
                <a:lnTo>
                  <a:pt x="1215603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80"/>
          <p:cNvSpPr/>
          <p:nvPr/>
        </p:nvSpPr>
        <p:spPr>
          <a:xfrm>
            <a:off x="3667357" y="5864000"/>
            <a:ext cx="1828276" cy="994000"/>
          </a:xfrm>
          <a:custGeom>
            <a:avLst/>
            <a:gdLst/>
            <a:ahLst/>
            <a:cxnLst/>
            <a:rect l="0" t="0" r="r" b="b"/>
            <a:pathLst>
              <a:path w="1828276" h="994000">
                <a:moveTo>
                  <a:pt x="612673" y="0"/>
                </a:moveTo>
                <a:lnTo>
                  <a:pt x="1828276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1"/>
          <p:cNvSpPr/>
          <p:nvPr/>
        </p:nvSpPr>
        <p:spPr>
          <a:xfrm>
            <a:off x="5495633" y="5236688"/>
            <a:ext cx="1449150" cy="1621312"/>
          </a:xfrm>
          <a:custGeom>
            <a:avLst/>
            <a:gdLst/>
            <a:ahLst/>
            <a:cxnLst/>
            <a:rect l="0" t="0" r="r" b="b"/>
            <a:pathLst>
              <a:path w="1449150" h="1621312">
                <a:moveTo>
                  <a:pt x="194340" y="0"/>
                </a:moveTo>
                <a:lnTo>
                  <a:pt x="1449150" y="676107"/>
                </a:lnTo>
                <a:lnTo>
                  <a:pt x="0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2"/>
          <p:cNvSpPr/>
          <p:nvPr/>
        </p:nvSpPr>
        <p:spPr>
          <a:xfrm>
            <a:off x="5495633" y="5912795"/>
            <a:ext cx="1449150" cy="945205"/>
          </a:xfrm>
          <a:custGeom>
            <a:avLst/>
            <a:gdLst/>
            <a:ahLst/>
            <a:cxnLst/>
            <a:rect l="0" t="0" r="r" b="b"/>
            <a:pathLst>
              <a:path w="1449150" h="945205">
                <a:moveTo>
                  <a:pt x="1449150" y="0"/>
                </a:moveTo>
                <a:lnTo>
                  <a:pt x="1330082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3"/>
          <p:cNvSpPr/>
          <p:nvPr/>
        </p:nvSpPr>
        <p:spPr>
          <a:xfrm>
            <a:off x="6944783" y="5898266"/>
            <a:ext cx="1017569" cy="959734"/>
          </a:xfrm>
          <a:custGeom>
            <a:avLst/>
            <a:gdLst/>
            <a:ahLst/>
            <a:cxnLst/>
            <a:rect l="0" t="0" r="r" b="b"/>
            <a:pathLst>
              <a:path w="1017569" h="959734">
                <a:moveTo>
                  <a:pt x="0" y="14529"/>
                </a:moveTo>
                <a:lnTo>
                  <a:pt x="835669" y="0"/>
                </a:lnTo>
                <a:lnTo>
                  <a:pt x="1017569" y="9597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4"/>
          <p:cNvSpPr/>
          <p:nvPr/>
        </p:nvSpPr>
        <p:spPr>
          <a:xfrm>
            <a:off x="6825715" y="5912795"/>
            <a:ext cx="1136637" cy="945205"/>
          </a:xfrm>
          <a:custGeom>
            <a:avLst/>
            <a:gdLst/>
            <a:ahLst/>
            <a:cxnLst/>
            <a:rect l="0" t="0" r="r" b="b"/>
            <a:pathLst>
              <a:path w="1136637" h="945205">
                <a:moveTo>
                  <a:pt x="119068" y="0"/>
                </a:moveTo>
                <a:lnTo>
                  <a:pt x="1136637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5"/>
          <p:cNvSpPr/>
          <p:nvPr/>
        </p:nvSpPr>
        <p:spPr>
          <a:xfrm>
            <a:off x="7780452" y="5759841"/>
            <a:ext cx="1873000" cy="1098159"/>
          </a:xfrm>
          <a:custGeom>
            <a:avLst/>
            <a:gdLst/>
            <a:ahLst/>
            <a:cxnLst/>
            <a:rect l="0" t="0" r="r" b="b"/>
            <a:pathLst>
              <a:path w="1873000" h="1098159">
                <a:moveTo>
                  <a:pt x="0" y="138425"/>
                </a:moveTo>
                <a:lnTo>
                  <a:pt x="1873000" y="0"/>
                </a:lnTo>
                <a:lnTo>
                  <a:pt x="181899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6"/>
          <p:cNvSpPr/>
          <p:nvPr/>
        </p:nvSpPr>
        <p:spPr>
          <a:xfrm>
            <a:off x="7962352" y="5759841"/>
            <a:ext cx="1691101" cy="1098159"/>
          </a:xfrm>
          <a:custGeom>
            <a:avLst/>
            <a:gdLst/>
            <a:ahLst/>
            <a:cxnLst/>
            <a:rect l="0" t="0" r="r" b="b"/>
            <a:pathLst>
              <a:path w="1691101" h="1098159">
                <a:moveTo>
                  <a:pt x="1691101" y="0"/>
                </a:moveTo>
                <a:lnTo>
                  <a:pt x="1552046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7"/>
          <p:cNvSpPr/>
          <p:nvPr/>
        </p:nvSpPr>
        <p:spPr>
          <a:xfrm>
            <a:off x="9653453" y="5737403"/>
            <a:ext cx="1041963" cy="1120597"/>
          </a:xfrm>
          <a:custGeom>
            <a:avLst/>
            <a:gdLst/>
            <a:ahLst/>
            <a:cxnLst/>
            <a:rect l="0" t="0" r="r" b="b"/>
            <a:pathLst>
              <a:path w="1041963" h="1120597">
                <a:moveTo>
                  <a:pt x="0" y="22437"/>
                </a:moveTo>
                <a:lnTo>
                  <a:pt x="1041963" y="0"/>
                </a:lnTo>
                <a:lnTo>
                  <a:pt x="984644" y="1120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8"/>
          <p:cNvSpPr/>
          <p:nvPr/>
        </p:nvSpPr>
        <p:spPr>
          <a:xfrm>
            <a:off x="9514398" y="5759841"/>
            <a:ext cx="1123699" cy="1098159"/>
          </a:xfrm>
          <a:custGeom>
            <a:avLst/>
            <a:gdLst/>
            <a:ahLst/>
            <a:cxnLst/>
            <a:rect l="0" t="0" r="r" b="b"/>
            <a:pathLst>
              <a:path w="1123699" h="1098159">
                <a:moveTo>
                  <a:pt x="139055" y="0"/>
                </a:moveTo>
                <a:lnTo>
                  <a:pt x="1123699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9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57318" y="416304"/>
                </a:moveTo>
                <a:lnTo>
                  <a:pt x="1553903" y="0"/>
                </a:lnTo>
                <a:lnTo>
                  <a:pt x="0" y="15369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90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1553903" y="0"/>
                </a:moveTo>
                <a:lnTo>
                  <a:pt x="1553903" y="1536901"/>
                </a:lnTo>
                <a:lnTo>
                  <a:pt x="0" y="15369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!!Tło 1"/>
          <p:cNvSpPr/>
          <p:nvPr/>
        </p:nvSpPr>
        <p:spPr>
          <a:xfrm>
            <a:off x="-559779" y="-1583260"/>
            <a:ext cx="3189540" cy="3771716"/>
          </a:xfrm>
          <a:custGeom>
            <a:avLst/>
            <a:gdLst/>
            <a:ahLst/>
            <a:cxnLst/>
            <a:rect l="0" t="0" r="r" b="b"/>
            <a:pathLst>
              <a:path w="3189540" h="3771716">
                <a:moveTo>
                  <a:pt x="1369180" y="3771716"/>
                </a:moveTo>
                <a:lnTo>
                  <a:pt x="0" y="0"/>
                </a:lnTo>
                <a:lnTo>
                  <a:pt x="3189540" y="2218663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!!Tło 3"/>
          <p:cNvSpPr/>
          <p:nvPr/>
        </p:nvSpPr>
        <p:spPr>
          <a:xfrm>
            <a:off x="8381847" y="1323707"/>
            <a:ext cx="4238876" cy="2664408"/>
          </a:xfrm>
          <a:custGeom>
            <a:avLst/>
            <a:gdLst/>
            <a:ahLst/>
            <a:cxnLst/>
            <a:rect l="0" t="0" r="r" b="b"/>
            <a:pathLst>
              <a:path w="4238876" h="2664408">
                <a:moveTo>
                  <a:pt x="4238876" y="2664408"/>
                </a:moveTo>
                <a:lnTo>
                  <a:pt x="0" y="2425646"/>
                </a:lnTo>
                <a:lnTo>
                  <a:pt x="2100128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!!Tło 5"/>
          <p:cNvSpPr/>
          <p:nvPr/>
        </p:nvSpPr>
        <p:spPr>
          <a:xfrm>
            <a:off x="2361518" y="523636"/>
            <a:ext cx="4453572" cy="5112072"/>
          </a:xfrm>
          <a:custGeom>
            <a:avLst/>
            <a:gdLst/>
            <a:ahLst/>
            <a:cxnLst/>
            <a:rect l="0" t="0" r="r" b="b"/>
            <a:pathLst>
              <a:path w="4453572" h="5112072">
                <a:moveTo>
                  <a:pt x="3605787" y="0"/>
                </a:moveTo>
                <a:lnTo>
                  <a:pt x="4453572" y="5112072"/>
                </a:lnTo>
                <a:lnTo>
                  <a:pt x="0" y="3489991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!!Tło 7"/>
          <p:cNvSpPr/>
          <p:nvPr/>
        </p:nvSpPr>
        <p:spPr>
          <a:xfrm>
            <a:off x="8338319" y="3297575"/>
            <a:ext cx="2503144" cy="2331779"/>
          </a:xfrm>
          <a:custGeom>
            <a:avLst/>
            <a:gdLst/>
            <a:ahLst/>
            <a:cxnLst/>
            <a:rect l="0" t="0" r="r" b="b"/>
            <a:pathLst>
              <a:path w="2503144" h="2331779">
                <a:moveTo>
                  <a:pt x="2503144" y="26728"/>
                </a:moveTo>
                <a:lnTo>
                  <a:pt x="1279646" y="2331779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!!Tło 9"/>
          <p:cNvSpPr/>
          <p:nvPr/>
        </p:nvSpPr>
        <p:spPr>
          <a:xfrm>
            <a:off x="8215835" y="608747"/>
            <a:ext cx="2184347" cy="2500489"/>
          </a:xfrm>
          <a:custGeom>
            <a:avLst/>
            <a:gdLst/>
            <a:ahLst/>
            <a:cxnLst/>
            <a:rect l="0" t="0" r="r" b="b"/>
            <a:pathLst>
              <a:path w="2184347" h="2500489">
                <a:moveTo>
                  <a:pt x="2184347" y="1728572"/>
                </a:moveTo>
                <a:lnTo>
                  <a:pt x="0" y="2500489"/>
                </a:lnTo>
                <a:lnTo>
                  <a:pt x="706574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!!Tło 11"/>
          <p:cNvSpPr/>
          <p:nvPr/>
        </p:nvSpPr>
        <p:spPr>
          <a:xfrm>
            <a:off x="5578466" y="1094370"/>
            <a:ext cx="2017863" cy="1753482"/>
          </a:xfrm>
          <a:custGeom>
            <a:avLst/>
            <a:gdLst/>
            <a:ahLst/>
            <a:cxnLst/>
            <a:rect l="0" t="0" r="r" b="b"/>
            <a:pathLst>
              <a:path w="2017863" h="1753482">
                <a:moveTo>
                  <a:pt x="2017863" y="0"/>
                </a:moveTo>
                <a:lnTo>
                  <a:pt x="1430574" y="1753482"/>
                </a:lnTo>
                <a:lnTo>
                  <a:pt x="0" y="1384784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!!Tło 13"/>
          <p:cNvSpPr/>
          <p:nvPr/>
        </p:nvSpPr>
        <p:spPr>
          <a:xfrm>
            <a:off x="1798189" y="921280"/>
            <a:ext cx="3689128" cy="6203409"/>
          </a:xfrm>
          <a:custGeom>
            <a:avLst/>
            <a:gdLst/>
            <a:ahLst/>
            <a:cxnLst/>
            <a:rect l="0" t="0" r="r" b="b"/>
            <a:pathLst>
              <a:path w="3689128" h="6203409">
                <a:moveTo>
                  <a:pt x="3689128" y="3792604"/>
                </a:moveTo>
                <a:lnTo>
                  <a:pt x="0" y="6203409"/>
                </a:lnTo>
                <a:lnTo>
                  <a:pt x="202009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!!Tło 15"/>
          <p:cNvSpPr/>
          <p:nvPr/>
        </p:nvSpPr>
        <p:spPr>
          <a:xfrm>
            <a:off x="-981533" y="3825352"/>
            <a:ext cx="3748943" cy="3890390"/>
          </a:xfrm>
          <a:custGeom>
            <a:avLst/>
            <a:gdLst/>
            <a:ahLst/>
            <a:cxnLst/>
            <a:rect l="0" t="0" r="r" b="b"/>
            <a:pathLst>
              <a:path w="3748943" h="3890390">
                <a:moveTo>
                  <a:pt x="0" y="0"/>
                </a:moveTo>
                <a:lnTo>
                  <a:pt x="3748943" y="706563"/>
                </a:lnTo>
                <a:lnTo>
                  <a:pt x="2238571" y="389039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!!Tło 17"/>
          <p:cNvSpPr/>
          <p:nvPr/>
        </p:nvSpPr>
        <p:spPr>
          <a:xfrm>
            <a:off x="989717" y="4904266"/>
            <a:ext cx="1603066" cy="2205012"/>
          </a:xfrm>
          <a:custGeom>
            <a:avLst/>
            <a:gdLst/>
            <a:ahLst/>
            <a:cxnLst/>
            <a:rect l="0" t="0" r="r" b="b"/>
            <a:pathLst>
              <a:path w="1603066" h="2205012">
                <a:moveTo>
                  <a:pt x="0" y="2205012"/>
                </a:moveTo>
                <a:lnTo>
                  <a:pt x="345013" y="0"/>
                </a:lnTo>
                <a:lnTo>
                  <a:pt x="1603066" y="2150551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!!Tło 19"/>
          <p:cNvSpPr/>
          <p:nvPr/>
        </p:nvSpPr>
        <p:spPr>
          <a:xfrm>
            <a:off x="4708498" y="-877996"/>
            <a:ext cx="2577819" cy="3021292"/>
          </a:xfrm>
          <a:custGeom>
            <a:avLst/>
            <a:gdLst/>
            <a:ahLst/>
            <a:cxnLst/>
            <a:rect l="0" t="0" r="r" b="b"/>
            <a:pathLst>
              <a:path w="2577819" h="3021292">
                <a:moveTo>
                  <a:pt x="0" y="1358071"/>
                </a:moveTo>
                <a:lnTo>
                  <a:pt x="1863876" y="0"/>
                </a:lnTo>
                <a:lnTo>
                  <a:pt x="2577819" y="3021292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!!Tło 21"/>
          <p:cNvSpPr/>
          <p:nvPr/>
        </p:nvSpPr>
        <p:spPr>
          <a:xfrm>
            <a:off x="9101565" y="-37013"/>
            <a:ext cx="3599980" cy="3607214"/>
          </a:xfrm>
          <a:custGeom>
            <a:avLst/>
            <a:gdLst/>
            <a:ahLst/>
            <a:cxnLst/>
            <a:rect l="0" t="0" r="r" b="b"/>
            <a:pathLst>
              <a:path w="3599980" h="3607214">
                <a:moveTo>
                  <a:pt x="0" y="1446996"/>
                </a:moveTo>
                <a:lnTo>
                  <a:pt x="3599980" y="0"/>
                </a:lnTo>
                <a:lnTo>
                  <a:pt x="2479595" y="3607214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!!Tło 23"/>
          <p:cNvSpPr/>
          <p:nvPr/>
        </p:nvSpPr>
        <p:spPr>
          <a:xfrm>
            <a:off x="5805226" y="2737184"/>
            <a:ext cx="4708082" cy="4854653"/>
          </a:xfrm>
          <a:custGeom>
            <a:avLst/>
            <a:gdLst/>
            <a:ahLst/>
            <a:cxnLst/>
            <a:rect l="0" t="0" r="r" b="b"/>
            <a:pathLst>
              <a:path w="4708082" h="4854653">
                <a:moveTo>
                  <a:pt x="4708082" y="4854653"/>
                </a:moveTo>
                <a:lnTo>
                  <a:pt x="0" y="2963085"/>
                </a:lnTo>
                <a:lnTo>
                  <a:pt x="2785885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!!Tło 25"/>
          <p:cNvSpPr/>
          <p:nvPr/>
        </p:nvSpPr>
        <p:spPr>
          <a:xfrm>
            <a:off x="4132384" y="2771982"/>
            <a:ext cx="3573920" cy="3720832"/>
          </a:xfrm>
          <a:custGeom>
            <a:avLst/>
            <a:gdLst/>
            <a:ahLst/>
            <a:cxnLst/>
            <a:rect l="0" t="0" r="r" b="b"/>
            <a:pathLst>
              <a:path w="3573920" h="3720832">
                <a:moveTo>
                  <a:pt x="3344224" y="270041"/>
                </a:moveTo>
                <a:lnTo>
                  <a:pt x="3573920" y="3720832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!!Spinner – pierścień"/>
          <p:cNvSpPr/>
          <p:nvPr/>
        </p:nvSpPr>
        <p:spPr>
          <a:xfrm>
            <a:off x="5873750" y="2281535"/>
            <a:ext cx="444500" cy="444500"/>
          </a:xfrm>
          <a:prstGeom prst="ellipse">
            <a:avLst/>
          </a:prstGeom>
          <a:noFill/>
          <a:ln w="25400">
            <a:solidFill>
              <a:srgbClr val="35353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!!Spinner – łuk"/>
          <p:cNvSpPr/>
          <p:nvPr/>
        </p:nvSpPr>
        <p:spPr>
          <a:xfrm>
            <a:off x="5873750" y="2281535"/>
            <a:ext cx="444500" cy="444500"/>
          </a:xfrm>
          <a:prstGeom prst="arc">
            <a:avLst>
              <a:gd name="adj1" fmla="val 13500000"/>
              <a:gd name="adj2" fmla="val 18900000"/>
            </a:avLst>
          </a:prstGeom>
          <a:noFill/>
          <a:ln w="254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!!Proszę czekać"/>
          <p:cNvSpPr txBox="1"/>
          <p:nvPr/>
        </p:nvSpPr>
        <p:spPr>
          <a:xfrm>
            <a:off x="4356100" y="3148940"/>
            <a:ext cx="4328041" cy="656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17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700" kern="100" spc="-164" dirty="0">
                <a:solidFill>
                  <a:srgbClr val="FFFFFF"/>
                </a:solidFill>
                <a:latin typeface="Lato Black"/>
                <a:cs typeface="Lato Black"/>
              </a:rPr>
              <a:t>Proszę czekać</a:t>
            </a:r>
            <a:endParaRPr lang="pl-PL" sz="4700" kern="100" spc="-16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08" name="!!Loader – tor"/>
          <p:cNvSpPr/>
          <p:nvPr/>
        </p:nvSpPr>
        <p:spPr>
          <a:xfrm>
            <a:off x="3873500" y="4201765"/>
            <a:ext cx="4445000" cy="31750"/>
          </a:xfrm>
          <a:prstGeom prst="roundRect">
            <a:avLst>
              <a:gd name="adj" fmla="val 50000"/>
            </a:avLst>
          </a:prstGeom>
          <a:solidFill>
            <a:srgbClr val="35353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!!Loader – pasek"/>
          <p:cNvSpPr/>
          <p:nvPr/>
        </p:nvSpPr>
        <p:spPr>
          <a:xfrm>
            <a:off x="3873500" y="4201765"/>
            <a:ext cx="386715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Loader – procent 84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84%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1" name="Loader – procent 79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79%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2" name="Loader – procent 76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76%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3" name="Loader – procent 63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63%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4" name="Loader – procent 59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59%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5" name="Loader – procent 43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43%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6" name="Loader – procent 38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38%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7" name="Loader – procent 19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19%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8" name="Loader – procent 15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15%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9" name="Loader – procent 0"/>
          <p:cNvSpPr txBox="1"/>
          <p:nvPr/>
        </p:nvSpPr>
        <p:spPr>
          <a:xfrm>
            <a:off x="2114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0%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20" name="!!Loader – procent"/>
          <p:cNvSpPr txBox="1"/>
          <p:nvPr/>
        </p:nvSpPr>
        <p:spPr>
          <a:xfrm>
            <a:off x="5908675" y="4385915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87%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21" name="!!Postać 1"/>
          <p:cNvSpPr/>
          <p:nvPr/>
        </p:nvSpPr>
        <p:spPr>
          <a:xfrm>
            <a:off x="8150354" y="2810037"/>
            <a:ext cx="514091" cy="514091"/>
          </a:xfrm>
          <a:custGeom>
            <a:avLst/>
            <a:gdLst/>
            <a:ahLst/>
            <a:cxnLst/>
            <a:rect l="0" t="0" r="r" b="b"/>
            <a:pathLst>
              <a:path w="514091" h="514091">
                <a:moveTo>
                  <a:pt x="0" y="0"/>
                </a:moveTo>
                <a:lnTo>
                  <a:pt x="514091" y="0"/>
                </a:lnTo>
                <a:lnTo>
                  <a:pt x="490723" y="514091"/>
                </a:lnTo>
                <a:lnTo>
                  <a:pt x="23368" y="514091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!!Postać 2"/>
          <p:cNvSpPr/>
          <p:nvPr/>
        </p:nvSpPr>
        <p:spPr>
          <a:xfrm>
            <a:off x="8150354" y="2319314"/>
            <a:ext cx="257045" cy="151890"/>
          </a:xfrm>
          <a:custGeom>
            <a:avLst/>
            <a:gdLst/>
            <a:ahLst/>
            <a:cxnLst/>
            <a:rect l="0" t="0" r="r" b="b"/>
            <a:pathLst>
              <a:path w="257045" h="151890">
                <a:moveTo>
                  <a:pt x="257045" y="0"/>
                </a:moveTo>
                <a:lnTo>
                  <a:pt x="0" y="58419"/>
                </a:lnTo>
                <a:lnTo>
                  <a:pt x="128523" y="15189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!!Postać 3"/>
          <p:cNvSpPr/>
          <p:nvPr/>
        </p:nvSpPr>
        <p:spPr>
          <a:xfrm>
            <a:off x="8027673" y="2377734"/>
            <a:ext cx="251203" cy="210310"/>
          </a:xfrm>
          <a:custGeom>
            <a:avLst/>
            <a:gdLst/>
            <a:ahLst/>
            <a:cxnLst/>
            <a:rect l="0" t="0" r="r" b="b"/>
            <a:pathLst>
              <a:path w="251203" h="210310">
                <a:moveTo>
                  <a:pt x="122681" y="0"/>
                </a:moveTo>
                <a:lnTo>
                  <a:pt x="0" y="210310"/>
                </a:lnTo>
                <a:lnTo>
                  <a:pt x="251203" y="93471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!!Postać 4"/>
          <p:cNvSpPr/>
          <p:nvPr/>
        </p:nvSpPr>
        <p:spPr>
          <a:xfrm>
            <a:off x="8027673" y="2471205"/>
            <a:ext cx="251203" cy="292097"/>
          </a:xfrm>
          <a:custGeom>
            <a:avLst/>
            <a:gdLst/>
            <a:ahLst/>
            <a:cxnLst/>
            <a:rect l="0" t="0" r="r" b="b"/>
            <a:pathLst>
              <a:path w="251203" h="292097">
                <a:moveTo>
                  <a:pt x="0" y="116839"/>
                </a:moveTo>
                <a:lnTo>
                  <a:pt x="116839" y="292097"/>
                </a:lnTo>
                <a:lnTo>
                  <a:pt x="251203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!!Postać 5"/>
          <p:cNvSpPr/>
          <p:nvPr/>
        </p:nvSpPr>
        <p:spPr>
          <a:xfrm>
            <a:off x="7992622" y="2588043"/>
            <a:ext cx="151890" cy="292097"/>
          </a:xfrm>
          <a:custGeom>
            <a:avLst/>
            <a:gdLst/>
            <a:ahLst/>
            <a:cxnLst/>
            <a:rect l="0" t="0" r="r" b="b"/>
            <a:pathLst>
              <a:path w="151890" h="292097">
                <a:moveTo>
                  <a:pt x="35052" y="0"/>
                </a:moveTo>
                <a:lnTo>
                  <a:pt x="0" y="292097"/>
                </a:lnTo>
                <a:lnTo>
                  <a:pt x="151890" y="175258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!!Postać 6"/>
          <p:cNvSpPr/>
          <p:nvPr/>
        </p:nvSpPr>
        <p:spPr>
          <a:xfrm>
            <a:off x="7992622" y="2763302"/>
            <a:ext cx="163574" cy="257045"/>
          </a:xfrm>
          <a:custGeom>
            <a:avLst/>
            <a:gdLst/>
            <a:ahLst/>
            <a:cxnLst/>
            <a:rect l="0" t="0" r="r" b="b"/>
            <a:pathLst>
              <a:path w="163574" h="257045">
                <a:moveTo>
                  <a:pt x="0" y="116839"/>
                </a:moveTo>
                <a:lnTo>
                  <a:pt x="163574" y="257045"/>
                </a:lnTo>
                <a:lnTo>
                  <a:pt x="151890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!!Postać 7"/>
          <p:cNvSpPr/>
          <p:nvPr/>
        </p:nvSpPr>
        <p:spPr>
          <a:xfrm>
            <a:off x="7992622" y="2880141"/>
            <a:ext cx="163574" cy="245362"/>
          </a:xfrm>
          <a:custGeom>
            <a:avLst/>
            <a:gdLst/>
            <a:ahLst/>
            <a:cxnLst/>
            <a:rect l="0" t="0" r="r" b="b"/>
            <a:pathLst>
              <a:path w="163574" h="245362">
                <a:moveTo>
                  <a:pt x="0" y="0"/>
                </a:moveTo>
                <a:lnTo>
                  <a:pt x="17526" y="245362"/>
                </a:lnTo>
                <a:lnTo>
                  <a:pt x="163574" y="140207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!!Postać 8"/>
          <p:cNvSpPr/>
          <p:nvPr/>
        </p:nvSpPr>
        <p:spPr>
          <a:xfrm>
            <a:off x="8010148" y="3020347"/>
            <a:ext cx="198626" cy="303781"/>
          </a:xfrm>
          <a:custGeom>
            <a:avLst/>
            <a:gdLst/>
            <a:ahLst/>
            <a:cxnLst/>
            <a:rect l="0" t="0" r="r" b="b"/>
            <a:pathLst>
              <a:path w="198626" h="303781">
                <a:moveTo>
                  <a:pt x="0" y="105155"/>
                </a:moveTo>
                <a:lnTo>
                  <a:pt x="198626" y="303781"/>
                </a:lnTo>
                <a:lnTo>
                  <a:pt x="146049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!!Postać 9"/>
          <p:cNvSpPr/>
          <p:nvPr/>
        </p:nvSpPr>
        <p:spPr>
          <a:xfrm>
            <a:off x="8010148" y="3125502"/>
            <a:ext cx="110997" cy="257045"/>
          </a:xfrm>
          <a:custGeom>
            <a:avLst/>
            <a:gdLst/>
            <a:ahLst/>
            <a:cxnLst/>
            <a:rect l="0" t="0" r="r" b="b"/>
            <a:pathLst>
              <a:path w="110997" h="257045">
                <a:moveTo>
                  <a:pt x="0" y="0"/>
                </a:moveTo>
                <a:lnTo>
                  <a:pt x="46736" y="198626"/>
                </a:lnTo>
                <a:lnTo>
                  <a:pt x="110997" y="25704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!!Postać 10"/>
          <p:cNvSpPr/>
          <p:nvPr/>
        </p:nvSpPr>
        <p:spPr>
          <a:xfrm>
            <a:off x="8010148" y="3125502"/>
            <a:ext cx="198626" cy="257045"/>
          </a:xfrm>
          <a:custGeom>
            <a:avLst/>
            <a:gdLst/>
            <a:ahLst/>
            <a:cxnLst/>
            <a:rect l="0" t="0" r="r" b="b"/>
            <a:pathLst>
              <a:path w="198626" h="257045">
                <a:moveTo>
                  <a:pt x="0" y="0"/>
                </a:moveTo>
                <a:lnTo>
                  <a:pt x="110997" y="257045"/>
                </a:lnTo>
                <a:lnTo>
                  <a:pt x="198626" y="198626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!!Postać 11"/>
          <p:cNvSpPr/>
          <p:nvPr/>
        </p:nvSpPr>
        <p:spPr>
          <a:xfrm>
            <a:off x="8407400" y="2319314"/>
            <a:ext cx="257045" cy="151890"/>
          </a:xfrm>
          <a:custGeom>
            <a:avLst/>
            <a:gdLst/>
            <a:ahLst/>
            <a:cxnLst/>
            <a:rect l="0" t="0" r="r" b="b"/>
            <a:pathLst>
              <a:path w="257045" h="151890">
                <a:moveTo>
                  <a:pt x="0" y="0"/>
                </a:moveTo>
                <a:lnTo>
                  <a:pt x="257045" y="58419"/>
                </a:lnTo>
                <a:lnTo>
                  <a:pt x="128523" y="15189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!!Postać 12"/>
          <p:cNvSpPr/>
          <p:nvPr/>
        </p:nvSpPr>
        <p:spPr>
          <a:xfrm>
            <a:off x="8535922" y="2377734"/>
            <a:ext cx="251203" cy="210310"/>
          </a:xfrm>
          <a:custGeom>
            <a:avLst/>
            <a:gdLst/>
            <a:ahLst/>
            <a:cxnLst/>
            <a:rect l="0" t="0" r="r" b="b"/>
            <a:pathLst>
              <a:path w="251203" h="210310">
                <a:moveTo>
                  <a:pt x="128523" y="0"/>
                </a:moveTo>
                <a:lnTo>
                  <a:pt x="251203" y="210310"/>
                </a:lnTo>
                <a:lnTo>
                  <a:pt x="0" y="93471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!!Postać 13"/>
          <p:cNvSpPr/>
          <p:nvPr/>
        </p:nvSpPr>
        <p:spPr>
          <a:xfrm>
            <a:off x="8535922" y="2471205"/>
            <a:ext cx="251203" cy="292097"/>
          </a:xfrm>
          <a:custGeom>
            <a:avLst/>
            <a:gdLst/>
            <a:ahLst/>
            <a:cxnLst/>
            <a:rect l="0" t="0" r="r" b="b"/>
            <a:pathLst>
              <a:path w="251203" h="292097">
                <a:moveTo>
                  <a:pt x="251203" y="116839"/>
                </a:moveTo>
                <a:lnTo>
                  <a:pt x="134365" y="292097"/>
                </a:lnTo>
                <a:lnTo>
                  <a:pt x="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!!Postać 14"/>
          <p:cNvSpPr/>
          <p:nvPr/>
        </p:nvSpPr>
        <p:spPr>
          <a:xfrm>
            <a:off x="8670287" y="2588043"/>
            <a:ext cx="151890" cy="292097"/>
          </a:xfrm>
          <a:custGeom>
            <a:avLst/>
            <a:gdLst/>
            <a:ahLst/>
            <a:cxnLst/>
            <a:rect l="0" t="0" r="r" b="b"/>
            <a:pathLst>
              <a:path w="151890" h="292097">
                <a:moveTo>
                  <a:pt x="116839" y="0"/>
                </a:moveTo>
                <a:lnTo>
                  <a:pt x="151890" y="292097"/>
                </a:lnTo>
                <a:lnTo>
                  <a:pt x="0" y="175258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!!Postać 15"/>
          <p:cNvSpPr/>
          <p:nvPr/>
        </p:nvSpPr>
        <p:spPr>
          <a:xfrm>
            <a:off x="8658603" y="2763302"/>
            <a:ext cx="163574" cy="257045"/>
          </a:xfrm>
          <a:custGeom>
            <a:avLst/>
            <a:gdLst/>
            <a:ahLst/>
            <a:cxnLst/>
            <a:rect l="0" t="0" r="r" b="b"/>
            <a:pathLst>
              <a:path w="163574" h="257045">
                <a:moveTo>
                  <a:pt x="163574" y="116839"/>
                </a:moveTo>
                <a:lnTo>
                  <a:pt x="0" y="257045"/>
                </a:lnTo>
                <a:lnTo>
                  <a:pt x="11684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!!Postać 16"/>
          <p:cNvSpPr/>
          <p:nvPr/>
        </p:nvSpPr>
        <p:spPr>
          <a:xfrm>
            <a:off x="8658603" y="2880141"/>
            <a:ext cx="163574" cy="245362"/>
          </a:xfrm>
          <a:custGeom>
            <a:avLst/>
            <a:gdLst/>
            <a:ahLst/>
            <a:cxnLst/>
            <a:rect l="0" t="0" r="r" b="b"/>
            <a:pathLst>
              <a:path w="163574" h="245362">
                <a:moveTo>
                  <a:pt x="163574" y="0"/>
                </a:moveTo>
                <a:lnTo>
                  <a:pt x="146049" y="245362"/>
                </a:lnTo>
                <a:lnTo>
                  <a:pt x="0" y="140207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!!Postać 17"/>
          <p:cNvSpPr/>
          <p:nvPr/>
        </p:nvSpPr>
        <p:spPr>
          <a:xfrm>
            <a:off x="8606026" y="3020347"/>
            <a:ext cx="198626" cy="303781"/>
          </a:xfrm>
          <a:custGeom>
            <a:avLst/>
            <a:gdLst/>
            <a:ahLst/>
            <a:cxnLst/>
            <a:rect l="0" t="0" r="r" b="b"/>
            <a:pathLst>
              <a:path w="198626" h="303781">
                <a:moveTo>
                  <a:pt x="198626" y="105155"/>
                </a:moveTo>
                <a:lnTo>
                  <a:pt x="0" y="303781"/>
                </a:lnTo>
                <a:lnTo>
                  <a:pt x="52577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!!Postać 18"/>
          <p:cNvSpPr/>
          <p:nvPr/>
        </p:nvSpPr>
        <p:spPr>
          <a:xfrm>
            <a:off x="8693655" y="3125502"/>
            <a:ext cx="110997" cy="257045"/>
          </a:xfrm>
          <a:custGeom>
            <a:avLst/>
            <a:gdLst/>
            <a:ahLst/>
            <a:cxnLst/>
            <a:rect l="0" t="0" r="r" b="b"/>
            <a:pathLst>
              <a:path w="110997" h="257045">
                <a:moveTo>
                  <a:pt x="110997" y="0"/>
                </a:moveTo>
                <a:lnTo>
                  <a:pt x="64261" y="198626"/>
                </a:lnTo>
                <a:lnTo>
                  <a:pt x="0" y="257045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!!Postać 19"/>
          <p:cNvSpPr/>
          <p:nvPr/>
        </p:nvSpPr>
        <p:spPr>
          <a:xfrm>
            <a:off x="8606026" y="3125502"/>
            <a:ext cx="198626" cy="257045"/>
          </a:xfrm>
          <a:custGeom>
            <a:avLst/>
            <a:gdLst/>
            <a:ahLst/>
            <a:cxnLst/>
            <a:rect l="0" t="0" r="r" b="b"/>
            <a:pathLst>
              <a:path w="198626" h="257045">
                <a:moveTo>
                  <a:pt x="198626" y="0"/>
                </a:moveTo>
                <a:lnTo>
                  <a:pt x="87629" y="257045"/>
                </a:lnTo>
                <a:lnTo>
                  <a:pt x="0" y="198626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!!Postać 20"/>
          <p:cNvSpPr/>
          <p:nvPr/>
        </p:nvSpPr>
        <p:spPr>
          <a:xfrm>
            <a:off x="8278877" y="2319314"/>
            <a:ext cx="257045" cy="151890"/>
          </a:xfrm>
          <a:custGeom>
            <a:avLst/>
            <a:gdLst/>
            <a:ahLst/>
            <a:cxnLst/>
            <a:rect l="0" t="0" r="r" b="b"/>
            <a:pathLst>
              <a:path w="257045" h="151890">
                <a:moveTo>
                  <a:pt x="128523" y="0"/>
                </a:moveTo>
                <a:lnTo>
                  <a:pt x="0" y="151890"/>
                </a:lnTo>
                <a:lnTo>
                  <a:pt x="257045" y="15189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!!Postać 21"/>
          <p:cNvSpPr/>
          <p:nvPr/>
        </p:nvSpPr>
        <p:spPr>
          <a:xfrm>
            <a:off x="8302245" y="3791483"/>
            <a:ext cx="87629" cy="327149"/>
          </a:xfrm>
          <a:custGeom>
            <a:avLst/>
            <a:gdLst/>
            <a:ahLst/>
            <a:cxnLst/>
            <a:rect l="0" t="0" r="r" b="b"/>
            <a:pathLst>
              <a:path w="87629" h="327149">
                <a:moveTo>
                  <a:pt x="0" y="0"/>
                </a:moveTo>
                <a:lnTo>
                  <a:pt x="87629" y="0"/>
                </a:lnTo>
                <a:lnTo>
                  <a:pt x="17526" y="327149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!!Postać 22"/>
          <p:cNvSpPr/>
          <p:nvPr/>
        </p:nvSpPr>
        <p:spPr>
          <a:xfrm>
            <a:off x="8319770" y="3791483"/>
            <a:ext cx="70103" cy="327149"/>
          </a:xfrm>
          <a:custGeom>
            <a:avLst/>
            <a:gdLst/>
            <a:ahLst/>
            <a:cxnLst/>
            <a:rect l="0" t="0" r="r" b="b"/>
            <a:pathLst>
              <a:path w="70103" h="327149">
                <a:moveTo>
                  <a:pt x="70103" y="0"/>
                </a:moveTo>
                <a:lnTo>
                  <a:pt x="58419" y="327149"/>
                </a:lnTo>
                <a:lnTo>
                  <a:pt x="0" y="327149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!!Postać 23"/>
          <p:cNvSpPr/>
          <p:nvPr/>
        </p:nvSpPr>
        <p:spPr>
          <a:xfrm>
            <a:off x="8185406" y="4106948"/>
            <a:ext cx="221994" cy="70103"/>
          </a:xfrm>
          <a:custGeom>
            <a:avLst/>
            <a:gdLst/>
            <a:ahLst/>
            <a:cxnLst/>
            <a:rect l="0" t="0" r="r" b="b"/>
            <a:pathLst>
              <a:path w="221994" h="70103">
                <a:moveTo>
                  <a:pt x="70103" y="0"/>
                </a:moveTo>
                <a:lnTo>
                  <a:pt x="210310" y="0"/>
                </a:lnTo>
                <a:lnTo>
                  <a:pt x="221994" y="70103"/>
                </a:lnTo>
                <a:lnTo>
                  <a:pt x="0" y="58419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!!Postać 24"/>
          <p:cNvSpPr/>
          <p:nvPr/>
        </p:nvSpPr>
        <p:spPr>
          <a:xfrm>
            <a:off x="8173722" y="4165368"/>
            <a:ext cx="233678" cy="58419"/>
          </a:xfrm>
          <a:custGeom>
            <a:avLst/>
            <a:gdLst/>
            <a:ahLst/>
            <a:cxnLst/>
            <a:rect l="0" t="0" r="r" b="b"/>
            <a:pathLst>
              <a:path w="233678" h="58419">
                <a:moveTo>
                  <a:pt x="11684" y="0"/>
                </a:moveTo>
                <a:lnTo>
                  <a:pt x="233678" y="11684"/>
                </a:lnTo>
                <a:lnTo>
                  <a:pt x="221994" y="58419"/>
                </a:lnTo>
                <a:lnTo>
                  <a:pt x="0" y="5841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!!Postać 25"/>
          <p:cNvSpPr/>
          <p:nvPr/>
        </p:nvSpPr>
        <p:spPr>
          <a:xfrm>
            <a:off x="8424925" y="3791483"/>
            <a:ext cx="70103" cy="327149"/>
          </a:xfrm>
          <a:custGeom>
            <a:avLst/>
            <a:gdLst/>
            <a:ahLst/>
            <a:cxnLst/>
            <a:rect l="0" t="0" r="r" b="b"/>
            <a:pathLst>
              <a:path w="70103" h="327149">
                <a:moveTo>
                  <a:pt x="0" y="0"/>
                </a:moveTo>
                <a:lnTo>
                  <a:pt x="70103" y="327149"/>
                </a:lnTo>
                <a:lnTo>
                  <a:pt x="11684" y="327149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!!Postać 26"/>
          <p:cNvSpPr/>
          <p:nvPr/>
        </p:nvSpPr>
        <p:spPr>
          <a:xfrm>
            <a:off x="8424925" y="3791483"/>
            <a:ext cx="87629" cy="327149"/>
          </a:xfrm>
          <a:custGeom>
            <a:avLst/>
            <a:gdLst/>
            <a:ahLst/>
            <a:cxnLst/>
            <a:rect l="0" t="0" r="r" b="b"/>
            <a:pathLst>
              <a:path w="87629" h="327149">
                <a:moveTo>
                  <a:pt x="0" y="0"/>
                </a:moveTo>
                <a:lnTo>
                  <a:pt x="87629" y="0"/>
                </a:lnTo>
                <a:lnTo>
                  <a:pt x="70103" y="327149"/>
                </a:lnTo>
                <a:close/>
              </a:path>
            </a:pathLst>
          </a:custGeom>
          <a:solidFill>
            <a:srgbClr val="BABAB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!!Postać 27"/>
          <p:cNvSpPr/>
          <p:nvPr/>
        </p:nvSpPr>
        <p:spPr>
          <a:xfrm>
            <a:off x="8407394" y="4106934"/>
            <a:ext cx="221992" cy="70120"/>
          </a:xfrm>
          <a:custGeom>
            <a:avLst/>
            <a:gdLst/>
            <a:ahLst/>
            <a:cxnLst/>
            <a:rect l="0" t="0" r="r" b="b"/>
            <a:pathLst>
              <a:path w="221992" h="70120">
                <a:moveTo>
                  <a:pt x="11676" y="16"/>
                </a:moveTo>
                <a:lnTo>
                  <a:pt x="151883" y="0"/>
                </a:lnTo>
                <a:lnTo>
                  <a:pt x="221992" y="58412"/>
                </a:lnTo>
                <a:lnTo>
                  <a:pt x="0" y="70120"/>
                </a:lnTo>
                <a:close/>
              </a:path>
            </a:pathLst>
          </a:custGeom>
          <a:solidFill>
            <a:srgbClr val="DCDC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!!Postać 28"/>
          <p:cNvSpPr/>
          <p:nvPr/>
        </p:nvSpPr>
        <p:spPr>
          <a:xfrm>
            <a:off x="8407394" y="4165346"/>
            <a:ext cx="233683" cy="58443"/>
          </a:xfrm>
          <a:custGeom>
            <a:avLst/>
            <a:gdLst/>
            <a:ahLst/>
            <a:cxnLst/>
            <a:rect l="0" t="0" r="r" b="b"/>
            <a:pathLst>
              <a:path w="233683" h="58443">
                <a:moveTo>
                  <a:pt x="0" y="11709"/>
                </a:moveTo>
                <a:lnTo>
                  <a:pt x="221992" y="0"/>
                </a:lnTo>
                <a:lnTo>
                  <a:pt x="233683" y="58418"/>
                </a:lnTo>
                <a:lnTo>
                  <a:pt x="11689" y="5844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!!Postać 29"/>
          <p:cNvSpPr/>
          <p:nvPr/>
        </p:nvSpPr>
        <p:spPr>
          <a:xfrm>
            <a:off x="8360664" y="3043715"/>
            <a:ext cx="93471" cy="105155"/>
          </a:xfrm>
          <a:custGeom>
            <a:avLst/>
            <a:gdLst/>
            <a:ahLst/>
            <a:cxnLst/>
            <a:rect l="0" t="0" r="r" b="b"/>
            <a:pathLst>
              <a:path w="93471" h="105155">
                <a:moveTo>
                  <a:pt x="0" y="0"/>
                </a:moveTo>
                <a:lnTo>
                  <a:pt x="93471" y="0"/>
                </a:lnTo>
                <a:lnTo>
                  <a:pt x="93471" y="105155"/>
                </a:lnTo>
                <a:lnTo>
                  <a:pt x="0" y="105155"/>
                </a:lnTo>
                <a:close/>
              </a:path>
            </a:pathLst>
          </a:cu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!!Postać 30"/>
          <p:cNvSpPr/>
          <p:nvPr/>
        </p:nvSpPr>
        <p:spPr>
          <a:xfrm>
            <a:off x="8185406" y="3113818"/>
            <a:ext cx="221994" cy="268729"/>
          </a:xfrm>
          <a:custGeom>
            <a:avLst/>
            <a:gdLst/>
            <a:ahLst/>
            <a:cxnLst/>
            <a:rect l="0" t="0" r="r" b="b"/>
            <a:pathLst>
              <a:path w="221994" h="268729">
                <a:moveTo>
                  <a:pt x="0" y="58419"/>
                </a:moveTo>
                <a:lnTo>
                  <a:pt x="221994" y="0"/>
                </a:lnTo>
                <a:lnTo>
                  <a:pt x="221994" y="26872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!!Postać 31"/>
          <p:cNvSpPr/>
          <p:nvPr/>
        </p:nvSpPr>
        <p:spPr>
          <a:xfrm>
            <a:off x="8407400" y="3113818"/>
            <a:ext cx="221994" cy="268729"/>
          </a:xfrm>
          <a:custGeom>
            <a:avLst/>
            <a:gdLst/>
            <a:ahLst/>
            <a:cxnLst/>
            <a:rect l="0" t="0" r="r" b="b"/>
            <a:pathLst>
              <a:path w="221994" h="268729">
                <a:moveTo>
                  <a:pt x="0" y="0"/>
                </a:moveTo>
                <a:lnTo>
                  <a:pt x="221994" y="58419"/>
                </a:lnTo>
                <a:lnTo>
                  <a:pt x="0" y="26872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!!Postać 32"/>
          <p:cNvSpPr/>
          <p:nvPr/>
        </p:nvSpPr>
        <p:spPr>
          <a:xfrm>
            <a:off x="8185406" y="3172238"/>
            <a:ext cx="221994" cy="280413"/>
          </a:xfrm>
          <a:custGeom>
            <a:avLst/>
            <a:gdLst/>
            <a:ahLst/>
            <a:cxnLst/>
            <a:rect l="0" t="0" r="r" b="b"/>
            <a:pathLst>
              <a:path w="221994" h="280413">
                <a:moveTo>
                  <a:pt x="0" y="0"/>
                </a:moveTo>
                <a:lnTo>
                  <a:pt x="221994" y="210310"/>
                </a:lnTo>
                <a:lnTo>
                  <a:pt x="221994" y="280413"/>
                </a:lnTo>
                <a:lnTo>
                  <a:pt x="58419" y="28041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!!Postać 33"/>
          <p:cNvSpPr/>
          <p:nvPr/>
        </p:nvSpPr>
        <p:spPr>
          <a:xfrm>
            <a:off x="8407400" y="3172238"/>
            <a:ext cx="221994" cy="280413"/>
          </a:xfrm>
          <a:custGeom>
            <a:avLst/>
            <a:gdLst/>
            <a:ahLst/>
            <a:cxnLst/>
            <a:rect l="0" t="0" r="r" b="b"/>
            <a:pathLst>
              <a:path w="221994" h="280413">
                <a:moveTo>
                  <a:pt x="221994" y="0"/>
                </a:moveTo>
                <a:lnTo>
                  <a:pt x="163574" y="280413"/>
                </a:lnTo>
                <a:lnTo>
                  <a:pt x="0" y="280413"/>
                </a:lnTo>
                <a:lnTo>
                  <a:pt x="0" y="21031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!!Postać 34"/>
          <p:cNvSpPr/>
          <p:nvPr/>
        </p:nvSpPr>
        <p:spPr>
          <a:xfrm>
            <a:off x="8243825" y="3440967"/>
            <a:ext cx="163574" cy="385568"/>
          </a:xfrm>
          <a:custGeom>
            <a:avLst/>
            <a:gdLst/>
            <a:ahLst/>
            <a:cxnLst/>
            <a:rect l="0" t="0" r="r" b="b"/>
            <a:pathLst>
              <a:path w="163574" h="385568">
                <a:moveTo>
                  <a:pt x="0" y="0"/>
                </a:moveTo>
                <a:lnTo>
                  <a:pt x="163574" y="0"/>
                </a:lnTo>
                <a:lnTo>
                  <a:pt x="23368" y="385568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!!Postać 35"/>
          <p:cNvSpPr/>
          <p:nvPr/>
        </p:nvSpPr>
        <p:spPr>
          <a:xfrm>
            <a:off x="8091935" y="3440967"/>
            <a:ext cx="175258" cy="385568"/>
          </a:xfrm>
          <a:custGeom>
            <a:avLst/>
            <a:gdLst/>
            <a:ahLst/>
            <a:cxnLst/>
            <a:rect l="0" t="0" r="r" b="b"/>
            <a:pathLst>
              <a:path w="175258" h="385568">
                <a:moveTo>
                  <a:pt x="151890" y="0"/>
                </a:moveTo>
                <a:lnTo>
                  <a:pt x="175258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!!Postać 36"/>
          <p:cNvSpPr/>
          <p:nvPr/>
        </p:nvSpPr>
        <p:spPr>
          <a:xfrm>
            <a:off x="8267193" y="3440967"/>
            <a:ext cx="140207" cy="385568"/>
          </a:xfrm>
          <a:custGeom>
            <a:avLst/>
            <a:gdLst/>
            <a:ahLst/>
            <a:cxnLst/>
            <a:rect l="0" t="0" r="r" b="b"/>
            <a:pathLst>
              <a:path w="140207" h="385568">
                <a:moveTo>
                  <a:pt x="140207" y="0"/>
                </a:moveTo>
                <a:lnTo>
                  <a:pt x="140207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!!Postać 37"/>
          <p:cNvSpPr/>
          <p:nvPr/>
        </p:nvSpPr>
        <p:spPr>
          <a:xfrm>
            <a:off x="8407400" y="3440967"/>
            <a:ext cx="140207" cy="385568"/>
          </a:xfrm>
          <a:custGeom>
            <a:avLst/>
            <a:gdLst/>
            <a:ahLst/>
            <a:cxnLst/>
            <a:rect l="0" t="0" r="r" b="b"/>
            <a:pathLst>
              <a:path w="140207" h="385568">
                <a:moveTo>
                  <a:pt x="0" y="0"/>
                </a:moveTo>
                <a:lnTo>
                  <a:pt x="140207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!!Postać 38"/>
          <p:cNvSpPr/>
          <p:nvPr/>
        </p:nvSpPr>
        <p:spPr>
          <a:xfrm>
            <a:off x="8407400" y="3440967"/>
            <a:ext cx="163574" cy="385568"/>
          </a:xfrm>
          <a:custGeom>
            <a:avLst/>
            <a:gdLst/>
            <a:ahLst/>
            <a:cxnLst/>
            <a:rect l="0" t="0" r="r" b="b"/>
            <a:pathLst>
              <a:path w="163574" h="385568">
                <a:moveTo>
                  <a:pt x="0" y="0"/>
                </a:moveTo>
                <a:lnTo>
                  <a:pt x="163574" y="0"/>
                </a:lnTo>
                <a:lnTo>
                  <a:pt x="140207" y="38556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!!Postać 39"/>
          <p:cNvSpPr/>
          <p:nvPr/>
        </p:nvSpPr>
        <p:spPr>
          <a:xfrm>
            <a:off x="8547606" y="3440967"/>
            <a:ext cx="175258" cy="385568"/>
          </a:xfrm>
          <a:custGeom>
            <a:avLst/>
            <a:gdLst/>
            <a:ahLst/>
            <a:cxnLst/>
            <a:rect l="0" t="0" r="r" b="b"/>
            <a:pathLst>
              <a:path w="175258" h="385568">
                <a:moveTo>
                  <a:pt x="23368" y="0"/>
                </a:moveTo>
                <a:lnTo>
                  <a:pt x="175258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!!Postać 40"/>
          <p:cNvSpPr/>
          <p:nvPr/>
        </p:nvSpPr>
        <p:spPr>
          <a:xfrm>
            <a:off x="8372348" y="2412785"/>
            <a:ext cx="327149" cy="303781"/>
          </a:xfrm>
          <a:custGeom>
            <a:avLst/>
            <a:gdLst/>
            <a:ahLst/>
            <a:cxnLst/>
            <a:rect l="0" t="0" r="r" b="b"/>
            <a:pathLst>
              <a:path w="327149" h="303781">
                <a:moveTo>
                  <a:pt x="35052" y="0"/>
                </a:moveTo>
                <a:lnTo>
                  <a:pt x="327149" y="128523"/>
                </a:lnTo>
                <a:lnTo>
                  <a:pt x="0" y="303781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!!Postać 41"/>
          <p:cNvSpPr/>
          <p:nvPr/>
        </p:nvSpPr>
        <p:spPr>
          <a:xfrm>
            <a:off x="8372348" y="2541308"/>
            <a:ext cx="338833" cy="373884"/>
          </a:xfrm>
          <a:custGeom>
            <a:avLst/>
            <a:gdLst/>
            <a:ahLst/>
            <a:cxnLst/>
            <a:rect l="0" t="0" r="r" b="b"/>
            <a:pathLst>
              <a:path w="338833" h="373884">
                <a:moveTo>
                  <a:pt x="327149" y="0"/>
                </a:moveTo>
                <a:lnTo>
                  <a:pt x="338833" y="373884"/>
                </a:lnTo>
                <a:lnTo>
                  <a:pt x="0" y="175258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!!Postać 42"/>
          <p:cNvSpPr/>
          <p:nvPr/>
        </p:nvSpPr>
        <p:spPr>
          <a:xfrm>
            <a:off x="8372348" y="2716566"/>
            <a:ext cx="338833" cy="362200"/>
          </a:xfrm>
          <a:custGeom>
            <a:avLst/>
            <a:gdLst/>
            <a:ahLst/>
            <a:cxnLst/>
            <a:rect l="0" t="0" r="r" b="b"/>
            <a:pathLst>
              <a:path w="338833" h="362200">
                <a:moveTo>
                  <a:pt x="338833" y="198626"/>
                </a:moveTo>
                <a:lnTo>
                  <a:pt x="35052" y="362200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!!Postać 43"/>
          <p:cNvSpPr/>
          <p:nvPr/>
        </p:nvSpPr>
        <p:spPr>
          <a:xfrm>
            <a:off x="8103619" y="2716566"/>
            <a:ext cx="303781" cy="362200"/>
          </a:xfrm>
          <a:custGeom>
            <a:avLst/>
            <a:gdLst/>
            <a:ahLst/>
            <a:cxnLst/>
            <a:rect l="0" t="0" r="r" b="b"/>
            <a:pathLst>
              <a:path w="303781" h="362200">
                <a:moveTo>
                  <a:pt x="303781" y="362200"/>
                </a:moveTo>
                <a:lnTo>
                  <a:pt x="0" y="198626"/>
                </a:lnTo>
                <a:lnTo>
                  <a:pt x="268729" y="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!!Postać 44"/>
          <p:cNvSpPr/>
          <p:nvPr/>
        </p:nvSpPr>
        <p:spPr>
          <a:xfrm>
            <a:off x="8103619" y="2541308"/>
            <a:ext cx="268729" cy="373884"/>
          </a:xfrm>
          <a:custGeom>
            <a:avLst/>
            <a:gdLst/>
            <a:ahLst/>
            <a:cxnLst/>
            <a:rect l="0" t="0" r="r" b="b"/>
            <a:pathLst>
              <a:path w="268729" h="373884">
                <a:moveTo>
                  <a:pt x="0" y="373884"/>
                </a:moveTo>
                <a:lnTo>
                  <a:pt x="11684" y="0"/>
                </a:lnTo>
                <a:lnTo>
                  <a:pt x="268729" y="175258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!!Postać 45"/>
          <p:cNvSpPr/>
          <p:nvPr/>
        </p:nvSpPr>
        <p:spPr>
          <a:xfrm>
            <a:off x="8115303" y="2412785"/>
            <a:ext cx="292097" cy="303781"/>
          </a:xfrm>
          <a:custGeom>
            <a:avLst/>
            <a:gdLst/>
            <a:ahLst/>
            <a:cxnLst/>
            <a:rect l="0" t="0" r="r" b="b"/>
            <a:pathLst>
              <a:path w="292097" h="303781">
                <a:moveTo>
                  <a:pt x="0" y="128523"/>
                </a:moveTo>
                <a:lnTo>
                  <a:pt x="292097" y="0"/>
                </a:lnTo>
                <a:lnTo>
                  <a:pt x="257045" y="303781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!!Postać 47"/>
          <p:cNvSpPr/>
          <p:nvPr/>
        </p:nvSpPr>
        <p:spPr>
          <a:xfrm>
            <a:off x="8091935" y="2366050"/>
            <a:ext cx="315465" cy="245362"/>
          </a:xfrm>
          <a:custGeom>
            <a:avLst/>
            <a:gdLst/>
            <a:ahLst/>
            <a:cxnLst/>
            <a:rect l="0" t="0" r="r" b="b"/>
            <a:pathLst>
              <a:path w="315465" h="245362">
                <a:moveTo>
                  <a:pt x="0" y="210310"/>
                </a:moveTo>
                <a:lnTo>
                  <a:pt x="315465" y="0"/>
                </a:lnTo>
                <a:lnTo>
                  <a:pt x="128523" y="245362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!!Postać 48"/>
          <p:cNvSpPr/>
          <p:nvPr/>
        </p:nvSpPr>
        <p:spPr>
          <a:xfrm>
            <a:off x="8220457" y="2366050"/>
            <a:ext cx="198626" cy="245362"/>
          </a:xfrm>
          <a:custGeom>
            <a:avLst/>
            <a:gdLst/>
            <a:ahLst/>
            <a:cxnLst/>
            <a:rect l="0" t="0" r="r" b="b"/>
            <a:pathLst>
              <a:path w="198626" h="245362">
                <a:moveTo>
                  <a:pt x="0" y="245362"/>
                </a:moveTo>
                <a:lnTo>
                  <a:pt x="186942" y="0"/>
                </a:lnTo>
                <a:lnTo>
                  <a:pt x="198626" y="198626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!!Postać 49"/>
          <p:cNvSpPr/>
          <p:nvPr/>
        </p:nvSpPr>
        <p:spPr>
          <a:xfrm>
            <a:off x="8407400" y="2366050"/>
            <a:ext cx="198626" cy="245362"/>
          </a:xfrm>
          <a:custGeom>
            <a:avLst/>
            <a:gdLst/>
            <a:ahLst/>
            <a:cxnLst/>
            <a:rect l="0" t="0" r="r" b="b"/>
            <a:pathLst>
              <a:path w="198626" h="245362">
                <a:moveTo>
                  <a:pt x="11684" y="198626"/>
                </a:moveTo>
                <a:lnTo>
                  <a:pt x="0" y="0"/>
                </a:lnTo>
                <a:lnTo>
                  <a:pt x="198626" y="245362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!!Postać 50"/>
          <p:cNvSpPr/>
          <p:nvPr/>
        </p:nvSpPr>
        <p:spPr>
          <a:xfrm>
            <a:off x="8407400" y="2366050"/>
            <a:ext cx="327149" cy="245362"/>
          </a:xfrm>
          <a:custGeom>
            <a:avLst/>
            <a:gdLst/>
            <a:ahLst/>
            <a:cxnLst/>
            <a:rect l="0" t="0" r="r" b="b"/>
            <a:pathLst>
              <a:path w="327149" h="245362">
                <a:moveTo>
                  <a:pt x="198626" y="245362"/>
                </a:moveTo>
                <a:lnTo>
                  <a:pt x="0" y="0"/>
                </a:lnTo>
                <a:lnTo>
                  <a:pt x="327149" y="198626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!!Postać 51"/>
          <p:cNvSpPr/>
          <p:nvPr/>
        </p:nvSpPr>
        <p:spPr>
          <a:xfrm>
            <a:off x="8056883" y="2552992"/>
            <a:ext cx="116839" cy="490723"/>
          </a:xfrm>
          <a:custGeom>
            <a:avLst/>
            <a:gdLst/>
            <a:ahLst/>
            <a:cxnLst/>
            <a:rect l="0" t="0" r="r" b="b"/>
            <a:pathLst>
              <a:path w="116839" h="490723">
                <a:moveTo>
                  <a:pt x="17526" y="0"/>
                </a:moveTo>
                <a:lnTo>
                  <a:pt x="116839" y="58419"/>
                </a:lnTo>
                <a:lnTo>
                  <a:pt x="81787" y="408936"/>
                </a:lnTo>
                <a:lnTo>
                  <a:pt x="0" y="490723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!!Postać 52"/>
          <p:cNvSpPr/>
          <p:nvPr/>
        </p:nvSpPr>
        <p:spPr>
          <a:xfrm>
            <a:off x="8641077" y="2552992"/>
            <a:ext cx="116839" cy="490723"/>
          </a:xfrm>
          <a:custGeom>
            <a:avLst/>
            <a:gdLst/>
            <a:ahLst/>
            <a:cxnLst/>
            <a:rect l="0" t="0" r="r" b="b"/>
            <a:pathLst>
              <a:path w="116839" h="490723">
                <a:moveTo>
                  <a:pt x="99313" y="0"/>
                </a:moveTo>
                <a:lnTo>
                  <a:pt x="0" y="58419"/>
                </a:lnTo>
                <a:lnTo>
                  <a:pt x="35052" y="408936"/>
                </a:lnTo>
                <a:lnTo>
                  <a:pt x="116839" y="490723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Postać oko L (wariant)"/>
          <p:cNvSpPr/>
          <p:nvPr/>
        </p:nvSpPr>
        <p:spPr>
          <a:xfrm>
            <a:off x="23420815" y="2698401"/>
            <a:ext cx="104082" cy="125069"/>
          </a:xfrm>
          <a:custGeom>
            <a:avLst/>
            <a:gdLst/>
            <a:ahLst/>
            <a:cxnLst/>
            <a:rect l="0" t="0" r="r" b="b"/>
            <a:pathLst>
              <a:path w="104082" h="125069">
                <a:moveTo>
                  <a:pt x="36915" y="20296"/>
                </a:moveTo>
                <a:lnTo>
                  <a:pt x="66019" y="17808"/>
                </a:lnTo>
                <a:lnTo>
                  <a:pt x="95122" y="15319"/>
                </a:lnTo>
                <a:lnTo>
                  <a:pt x="104082" y="120091"/>
                </a:lnTo>
                <a:lnTo>
                  <a:pt x="74978" y="122580"/>
                </a:lnTo>
                <a:lnTo>
                  <a:pt x="45875" y="125069"/>
                </a:lnTo>
                <a:lnTo>
                  <a:pt x="38906" y="43579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!!Postać oko L"/>
          <p:cNvSpPr/>
          <p:nvPr/>
        </p:nvSpPr>
        <p:spPr>
          <a:xfrm>
            <a:off x="8226299" y="2710724"/>
            <a:ext cx="93471" cy="75945"/>
          </a:xfrm>
          <a:custGeom>
            <a:avLst/>
            <a:gdLst/>
            <a:ahLst/>
            <a:cxnLst/>
            <a:rect l="0" t="0" r="r" b="b"/>
            <a:pathLst>
              <a:path w="93471" h="75945">
                <a:moveTo>
                  <a:pt x="35052" y="17526"/>
                </a:moveTo>
                <a:lnTo>
                  <a:pt x="64261" y="17526"/>
                </a:lnTo>
                <a:lnTo>
                  <a:pt x="93471" y="17526"/>
                </a:lnTo>
                <a:lnTo>
                  <a:pt x="93471" y="75945"/>
                </a:lnTo>
                <a:lnTo>
                  <a:pt x="64261" y="75945"/>
                </a:lnTo>
                <a:lnTo>
                  <a:pt x="35052" y="75945"/>
                </a:lnTo>
                <a:lnTo>
                  <a:pt x="35052" y="2921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Postać oko P (wariant)"/>
          <p:cNvSpPr/>
          <p:nvPr/>
        </p:nvSpPr>
        <p:spPr>
          <a:xfrm>
            <a:off x="23690558" y="2667540"/>
            <a:ext cx="91140" cy="136019"/>
          </a:xfrm>
          <a:custGeom>
            <a:avLst/>
            <a:gdLst/>
            <a:ahLst/>
            <a:cxnLst/>
            <a:rect l="0" t="0" r="r" b="b"/>
            <a:pathLst>
              <a:path w="91140" h="136019">
                <a:moveTo>
                  <a:pt x="58207" y="26269"/>
                </a:moveTo>
                <a:lnTo>
                  <a:pt x="29103" y="28758"/>
                </a:lnTo>
                <a:lnTo>
                  <a:pt x="0" y="31247"/>
                </a:lnTo>
                <a:lnTo>
                  <a:pt x="8959" y="136019"/>
                </a:lnTo>
                <a:lnTo>
                  <a:pt x="38063" y="133531"/>
                </a:lnTo>
                <a:lnTo>
                  <a:pt x="67166" y="131042"/>
                </a:lnTo>
                <a:lnTo>
                  <a:pt x="60198" y="49552"/>
                </a:lnTo>
                <a:lnTo>
                  <a:pt x="9114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!!Postać oko P"/>
          <p:cNvSpPr/>
          <p:nvPr/>
        </p:nvSpPr>
        <p:spPr>
          <a:xfrm>
            <a:off x="8495029" y="2710724"/>
            <a:ext cx="93471" cy="75945"/>
          </a:xfrm>
          <a:custGeom>
            <a:avLst/>
            <a:gdLst/>
            <a:ahLst/>
            <a:cxnLst/>
            <a:rect l="0" t="0" r="r" b="b"/>
            <a:pathLst>
              <a:path w="93471" h="75945">
                <a:moveTo>
                  <a:pt x="58419" y="17526"/>
                </a:moveTo>
                <a:lnTo>
                  <a:pt x="29210" y="17526"/>
                </a:lnTo>
                <a:lnTo>
                  <a:pt x="0" y="17526"/>
                </a:lnTo>
                <a:lnTo>
                  <a:pt x="0" y="75945"/>
                </a:lnTo>
                <a:lnTo>
                  <a:pt x="29210" y="75945"/>
                </a:lnTo>
                <a:lnTo>
                  <a:pt x="58419" y="75945"/>
                </a:lnTo>
                <a:lnTo>
                  <a:pt x="58419" y="29210"/>
                </a:lnTo>
                <a:lnTo>
                  <a:pt x="93471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Postać brew L (wariant)"/>
          <p:cNvSpPr/>
          <p:nvPr/>
        </p:nvSpPr>
        <p:spPr>
          <a:xfrm>
            <a:off x="23433954" y="2617764"/>
            <a:ext cx="123230" cy="45377"/>
          </a:xfrm>
          <a:custGeom>
            <a:avLst/>
            <a:gdLst/>
            <a:ahLst/>
            <a:cxnLst/>
            <a:rect l="0" t="0" r="r" b="b"/>
            <a:pathLst>
              <a:path w="123230" h="45377">
                <a:moveTo>
                  <a:pt x="0" y="22094"/>
                </a:moveTo>
                <a:lnTo>
                  <a:pt x="121239" y="0"/>
                </a:lnTo>
                <a:lnTo>
                  <a:pt x="123230" y="23283"/>
                </a:lnTo>
                <a:lnTo>
                  <a:pt x="1991" y="4537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!!Postać brew L"/>
          <p:cNvSpPr/>
          <p:nvPr/>
        </p:nvSpPr>
        <p:spPr>
          <a:xfrm>
            <a:off x="8232141" y="2646463"/>
            <a:ext cx="122681" cy="17526"/>
          </a:xfrm>
          <a:custGeom>
            <a:avLst/>
            <a:gdLst/>
            <a:ahLst/>
            <a:cxnLst/>
            <a:rect l="0" t="0" r="r" b="b"/>
            <a:pathLst>
              <a:path w="122681" h="17526">
                <a:moveTo>
                  <a:pt x="0" y="0"/>
                </a:moveTo>
                <a:lnTo>
                  <a:pt x="122681" y="0"/>
                </a:lnTo>
                <a:lnTo>
                  <a:pt x="122681" y="17526"/>
                </a:lnTo>
                <a:lnTo>
                  <a:pt x="0" y="1752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Postać brew P (wariant)"/>
          <p:cNvSpPr/>
          <p:nvPr/>
        </p:nvSpPr>
        <p:spPr>
          <a:xfrm>
            <a:off x="23659966" y="2608805"/>
            <a:ext cx="125221" cy="24471"/>
          </a:xfrm>
          <a:custGeom>
            <a:avLst/>
            <a:gdLst/>
            <a:ahLst/>
            <a:cxnLst/>
            <a:rect l="0" t="0" r="r" b="b"/>
            <a:pathLst>
              <a:path w="125221" h="24471">
                <a:moveTo>
                  <a:pt x="123230" y="1189"/>
                </a:moveTo>
                <a:lnTo>
                  <a:pt x="0" y="0"/>
                </a:lnTo>
                <a:lnTo>
                  <a:pt x="1991" y="23283"/>
                </a:lnTo>
                <a:lnTo>
                  <a:pt x="125221" y="24471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!!Postać brew P"/>
          <p:cNvSpPr/>
          <p:nvPr/>
        </p:nvSpPr>
        <p:spPr>
          <a:xfrm>
            <a:off x="8459977" y="2646463"/>
            <a:ext cx="122681" cy="17526"/>
          </a:xfrm>
          <a:custGeom>
            <a:avLst/>
            <a:gdLst/>
            <a:ahLst/>
            <a:cxnLst/>
            <a:rect l="0" t="0" r="r" b="b"/>
            <a:pathLst>
              <a:path w="122681" h="17526">
                <a:moveTo>
                  <a:pt x="122681" y="0"/>
                </a:moveTo>
                <a:lnTo>
                  <a:pt x="0" y="0"/>
                </a:lnTo>
                <a:lnTo>
                  <a:pt x="0" y="17526"/>
                </a:lnTo>
                <a:lnTo>
                  <a:pt x="122681" y="1752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Postać usta (wariant)"/>
          <p:cNvSpPr/>
          <p:nvPr/>
        </p:nvSpPr>
        <p:spPr>
          <a:xfrm>
            <a:off x="23581076" y="2911481"/>
            <a:ext cx="106764" cy="33583"/>
          </a:xfrm>
          <a:custGeom>
            <a:avLst/>
            <a:gdLst/>
            <a:ahLst/>
            <a:cxnLst/>
            <a:rect l="0" t="0" r="r" b="b"/>
            <a:pathLst>
              <a:path w="106764" h="33583">
                <a:moveTo>
                  <a:pt x="0" y="8959"/>
                </a:moveTo>
                <a:lnTo>
                  <a:pt x="52884" y="10300"/>
                </a:lnTo>
                <a:lnTo>
                  <a:pt x="104773" y="0"/>
                </a:lnTo>
                <a:lnTo>
                  <a:pt x="106764" y="23283"/>
                </a:lnTo>
                <a:lnTo>
                  <a:pt x="54875" y="33583"/>
                </a:lnTo>
                <a:lnTo>
                  <a:pt x="1991" y="32242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!!Postać usta"/>
          <p:cNvSpPr/>
          <p:nvPr/>
        </p:nvSpPr>
        <p:spPr>
          <a:xfrm>
            <a:off x="8343138" y="2926876"/>
            <a:ext cx="128523" cy="29210"/>
          </a:xfrm>
          <a:custGeom>
            <a:avLst/>
            <a:gdLst/>
            <a:ahLst/>
            <a:cxnLst/>
            <a:rect l="0" t="0" r="r" b="b"/>
            <a:pathLst>
              <a:path w="128523" h="29210">
                <a:moveTo>
                  <a:pt x="0" y="11684"/>
                </a:moveTo>
                <a:lnTo>
                  <a:pt x="64261" y="0"/>
                </a:lnTo>
                <a:lnTo>
                  <a:pt x="128523" y="11684"/>
                </a:lnTo>
                <a:lnTo>
                  <a:pt x="128523" y="29210"/>
                </a:lnTo>
                <a:lnTo>
                  <a:pt x="64261" y="17526"/>
                </a:lnTo>
                <a:lnTo>
                  <a:pt x="0" y="29210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!!Postać 58"/>
          <p:cNvSpPr/>
          <p:nvPr/>
        </p:nvSpPr>
        <p:spPr>
          <a:xfrm>
            <a:off x="8130483" y="3152651"/>
            <a:ext cx="127710" cy="183215"/>
          </a:xfrm>
          <a:custGeom>
            <a:avLst/>
            <a:gdLst/>
            <a:ahLst/>
            <a:cxnLst/>
            <a:rect l="0" t="0" r="r" b="b"/>
            <a:pathLst>
              <a:path w="127710" h="183215">
                <a:moveTo>
                  <a:pt x="12008" y="0"/>
                </a:moveTo>
                <a:lnTo>
                  <a:pt x="127710" y="16261"/>
                </a:lnTo>
                <a:lnTo>
                  <a:pt x="98346" y="183215"/>
                </a:lnTo>
                <a:lnTo>
                  <a:pt x="0" y="16939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!!Postać 59"/>
          <p:cNvSpPr/>
          <p:nvPr/>
        </p:nvSpPr>
        <p:spPr>
          <a:xfrm>
            <a:off x="8123353" y="3317072"/>
            <a:ext cx="100504" cy="150225"/>
          </a:xfrm>
          <a:custGeom>
            <a:avLst/>
            <a:gdLst/>
            <a:ahLst/>
            <a:cxnLst/>
            <a:rect l="0" t="0" r="r" b="b"/>
            <a:pathLst>
              <a:path w="100504" h="150225">
                <a:moveTo>
                  <a:pt x="13728" y="0"/>
                </a:moveTo>
                <a:lnTo>
                  <a:pt x="100504" y="12196"/>
                </a:lnTo>
                <a:lnTo>
                  <a:pt x="75206" y="150225"/>
                </a:lnTo>
                <a:lnTo>
                  <a:pt x="0" y="139655"/>
                </a:lnTo>
                <a:close/>
              </a:path>
            </a:pathLst>
          </a:custGeom>
          <a:solidFill>
            <a:srgbClr val="E8E8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!!Postać 60"/>
          <p:cNvSpPr/>
          <p:nvPr/>
        </p:nvSpPr>
        <p:spPr>
          <a:xfrm>
            <a:off x="8121937" y="3448759"/>
            <a:ext cx="78012" cy="230143"/>
          </a:xfrm>
          <a:custGeom>
            <a:avLst/>
            <a:gdLst/>
            <a:ahLst/>
            <a:cxnLst/>
            <a:rect l="0" t="0" r="r" b="b"/>
            <a:pathLst>
              <a:path w="78012" h="230143">
                <a:moveTo>
                  <a:pt x="2113" y="0"/>
                </a:moveTo>
                <a:lnTo>
                  <a:pt x="78012" y="2650"/>
                </a:lnTo>
                <a:lnTo>
                  <a:pt x="64222" y="230143"/>
                </a:lnTo>
                <a:lnTo>
                  <a:pt x="0" y="227901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!!Postać 61"/>
          <p:cNvSpPr/>
          <p:nvPr/>
        </p:nvSpPr>
        <p:spPr>
          <a:xfrm>
            <a:off x="8111076" y="3594515"/>
            <a:ext cx="89615" cy="61442"/>
          </a:xfrm>
          <a:custGeom>
            <a:avLst/>
            <a:gdLst/>
            <a:ahLst/>
            <a:cxnLst/>
            <a:rect l="0" t="0" r="r" b="b"/>
            <a:pathLst>
              <a:path w="89615" h="61442">
                <a:moveTo>
                  <a:pt x="2039" y="0"/>
                </a:moveTo>
                <a:lnTo>
                  <a:pt x="89615" y="3058"/>
                </a:lnTo>
                <a:lnTo>
                  <a:pt x="87576" y="61442"/>
                </a:lnTo>
                <a:lnTo>
                  <a:pt x="0" y="58384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!!Postać 62"/>
          <p:cNvSpPr/>
          <p:nvPr/>
        </p:nvSpPr>
        <p:spPr>
          <a:xfrm>
            <a:off x="8134837" y="3607007"/>
            <a:ext cx="42092" cy="36457"/>
          </a:xfrm>
          <a:custGeom>
            <a:avLst/>
            <a:gdLst/>
            <a:ahLst/>
            <a:cxnLst/>
            <a:rect l="0" t="0" r="r" b="b"/>
            <a:pathLst>
              <a:path w="42092" h="36457">
                <a:moveTo>
                  <a:pt x="1223" y="0"/>
                </a:moveTo>
                <a:lnTo>
                  <a:pt x="42092" y="1427"/>
                </a:lnTo>
                <a:lnTo>
                  <a:pt x="40869" y="36457"/>
                </a:lnTo>
                <a:lnTo>
                  <a:pt x="0" y="3503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!!Postać 63"/>
          <p:cNvSpPr/>
          <p:nvPr/>
        </p:nvSpPr>
        <p:spPr>
          <a:xfrm>
            <a:off x="8096545" y="3664371"/>
            <a:ext cx="110929" cy="125256"/>
          </a:xfrm>
          <a:custGeom>
            <a:avLst/>
            <a:gdLst/>
            <a:ahLst/>
            <a:cxnLst/>
            <a:rect l="0" t="0" r="r" b="b"/>
            <a:pathLst>
              <a:path w="110929" h="125256">
                <a:moveTo>
                  <a:pt x="8285" y="0"/>
                </a:moveTo>
                <a:lnTo>
                  <a:pt x="107537" y="3466"/>
                </a:lnTo>
                <a:lnTo>
                  <a:pt x="110929" y="73730"/>
                </a:lnTo>
                <a:lnTo>
                  <a:pt x="79902" y="125256"/>
                </a:lnTo>
                <a:lnTo>
                  <a:pt x="27357" y="123422"/>
                </a:lnTo>
                <a:lnTo>
                  <a:pt x="0" y="69857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!!Postać 64"/>
          <p:cNvSpPr/>
          <p:nvPr/>
        </p:nvSpPr>
        <p:spPr>
          <a:xfrm>
            <a:off x="8556606" y="3152651"/>
            <a:ext cx="127710" cy="183215"/>
          </a:xfrm>
          <a:custGeom>
            <a:avLst/>
            <a:gdLst/>
            <a:ahLst/>
            <a:cxnLst/>
            <a:rect l="0" t="0" r="r" b="b"/>
            <a:pathLst>
              <a:path w="127710" h="183215">
                <a:moveTo>
                  <a:pt x="115702" y="0"/>
                </a:moveTo>
                <a:lnTo>
                  <a:pt x="0" y="16261"/>
                </a:lnTo>
                <a:lnTo>
                  <a:pt x="29363" y="183215"/>
                </a:lnTo>
                <a:lnTo>
                  <a:pt x="127710" y="16939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!!Postać 65"/>
          <p:cNvSpPr/>
          <p:nvPr/>
        </p:nvSpPr>
        <p:spPr>
          <a:xfrm>
            <a:off x="8590942" y="3317072"/>
            <a:ext cx="100504" cy="150225"/>
          </a:xfrm>
          <a:custGeom>
            <a:avLst/>
            <a:gdLst/>
            <a:ahLst/>
            <a:cxnLst/>
            <a:rect l="0" t="0" r="r" b="b"/>
            <a:pathLst>
              <a:path w="100504" h="150225">
                <a:moveTo>
                  <a:pt x="86776" y="0"/>
                </a:moveTo>
                <a:lnTo>
                  <a:pt x="0" y="12196"/>
                </a:lnTo>
                <a:lnTo>
                  <a:pt x="25298" y="150225"/>
                </a:lnTo>
                <a:lnTo>
                  <a:pt x="100504" y="139655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!!Postać 66"/>
          <p:cNvSpPr/>
          <p:nvPr/>
        </p:nvSpPr>
        <p:spPr>
          <a:xfrm>
            <a:off x="8614850" y="3448759"/>
            <a:ext cx="78012" cy="230143"/>
          </a:xfrm>
          <a:custGeom>
            <a:avLst/>
            <a:gdLst/>
            <a:ahLst/>
            <a:cxnLst/>
            <a:rect l="0" t="0" r="r" b="b"/>
            <a:pathLst>
              <a:path w="78012" h="230143">
                <a:moveTo>
                  <a:pt x="75899" y="0"/>
                </a:moveTo>
                <a:lnTo>
                  <a:pt x="0" y="2650"/>
                </a:lnTo>
                <a:lnTo>
                  <a:pt x="13790" y="230143"/>
                </a:lnTo>
                <a:lnTo>
                  <a:pt x="78012" y="227901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!!Postać 67"/>
          <p:cNvSpPr/>
          <p:nvPr/>
        </p:nvSpPr>
        <p:spPr>
          <a:xfrm>
            <a:off x="8607325" y="3664371"/>
            <a:ext cx="110929" cy="125256"/>
          </a:xfrm>
          <a:custGeom>
            <a:avLst/>
            <a:gdLst/>
            <a:ahLst/>
            <a:cxnLst/>
            <a:rect l="0" t="0" r="r" b="b"/>
            <a:pathLst>
              <a:path w="110929" h="125256">
                <a:moveTo>
                  <a:pt x="102644" y="0"/>
                </a:moveTo>
                <a:lnTo>
                  <a:pt x="3392" y="3466"/>
                </a:lnTo>
                <a:lnTo>
                  <a:pt x="0" y="73730"/>
                </a:lnTo>
                <a:lnTo>
                  <a:pt x="31027" y="125256"/>
                </a:lnTo>
                <a:lnTo>
                  <a:pt x="83572" y="123422"/>
                </a:lnTo>
                <a:lnTo>
                  <a:pt x="110929" y="69857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000">
                                          <p:val>
                                            <p:strVal val="#ppt_w*0.27128"/>
                                          </p:val>
                                        </p:tav>
                                        <p:tav tm="8000">
                                          <p:val>
                                            <p:strVal val="#ppt_w*0.43704"/>
                                          </p:val>
                                        </p:tav>
                                        <p:tav tm="12000">
                                          <p:val>
                                            <p:strVal val="#ppt_w*0.63512"/>
                                          </p:val>
                                        </p:tav>
                                        <p:tav tm="16000">
                                          <p:val>
                                            <p:strVal val="#ppt_w*0.82072"/>
                                          </p:val>
                                        </p:tav>
                                        <p:tav tm="20000">
                                          <p:val>
                                            <p:strVal val="#ppt_w*0.96784"/>
                                          </p:val>
                                        </p:tav>
                                        <p:tav tm="24000">
                                          <p:val>
                                            <p:strVal val="#ppt_w*1.06616"/>
                                          </p:val>
                                        </p:tav>
                                        <p:tav tm="28000">
                                          <p:val>
                                            <p:strVal val="#ppt_w*1.11736"/>
                                          </p:val>
                                        </p:tav>
                                        <p:tav tm="32000">
                                          <p:val>
                                            <p:strVal val="#ppt_w*1.13032"/>
                                          </p:val>
                                        </p:tav>
                                        <p:tav tm="36000">
                                          <p:val>
                                            <p:strVal val="#ppt_w*1.11696"/>
                                          </p:val>
                                        </p:tav>
                                        <p:tav tm="48000">
                                          <p:val>
                                            <p:strVal val="#ppt_w*1.02688"/>
                                          </p:val>
                                        </p:tav>
                                        <p:tav tm="52000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60000">
                                          <p:val>
                                            <p:strVal val="#ppt_w*0.98048"/>
                                          </p:val>
                                        </p:tav>
                                        <p:tav tm="68000">
                                          <p:val>
                                            <p:strVal val="#ppt_w*0.98128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0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" dur="8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000">
                                          <p:val>
                                            <p:strVal val="#ppt_h*0.27128"/>
                                          </p:val>
                                        </p:tav>
                                        <p:tav tm="8000">
                                          <p:val>
                                            <p:strVal val="#ppt_h*0.43704"/>
                                          </p:val>
                                        </p:tav>
                                        <p:tav tm="12000">
                                          <p:val>
                                            <p:strVal val="#ppt_h*0.63512"/>
                                          </p:val>
                                        </p:tav>
                                        <p:tav tm="16000">
                                          <p:val>
                                            <p:strVal val="#ppt_h*0.82072"/>
                                          </p:val>
                                        </p:tav>
                                        <p:tav tm="20000">
                                          <p:val>
                                            <p:strVal val="#ppt_h*0.96784"/>
                                          </p:val>
                                        </p:tav>
                                        <p:tav tm="24000">
                                          <p:val>
                                            <p:strVal val="#ppt_h*1.06616"/>
                                          </p:val>
                                        </p:tav>
                                        <p:tav tm="28000">
                                          <p:val>
                                            <p:strVal val="#ppt_h*1.11736"/>
                                          </p:val>
                                        </p:tav>
                                        <p:tav tm="32000">
                                          <p:val>
                                            <p:strVal val="#ppt_h*1.13032"/>
                                          </p:val>
                                        </p:tav>
                                        <p:tav tm="36000">
                                          <p:val>
                                            <p:strVal val="#ppt_h*1.11696"/>
                                          </p:val>
                                        </p:tav>
                                        <p:tav tm="48000">
                                          <p:val>
                                            <p:strVal val="#ppt_h*1.02688"/>
                                          </p:val>
                                        </p:tav>
                                        <p:tav tm="52000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60000">
                                          <p:val>
                                            <p:strVal val="#ppt_h*0.98048"/>
                                          </p:val>
                                        </p:tav>
                                        <p:tav tm="68000">
                                          <p:val>
                                            <p:strVal val="#ppt_h*0.98128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0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" dur="8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000">
                                          <p:val>
                                            <p:strVal val="#ppt_w*0.27128"/>
                                          </p:val>
                                        </p:tav>
                                        <p:tav tm="8000">
                                          <p:val>
                                            <p:strVal val="#ppt_w*0.43704"/>
                                          </p:val>
                                        </p:tav>
                                        <p:tav tm="12000">
                                          <p:val>
                                            <p:strVal val="#ppt_w*0.63512"/>
                                          </p:val>
                                        </p:tav>
                                        <p:tav tm="16000">
                                          <p:val>
                                            <p:strVal val="#ppt_w*0.82072"/>
                                          </p:val>
                                        </p:tav>
                                        <p:tav tm="20000">
                                          <p:val>
                                            <p:strVal val="#ppt_w*0.96784"/>
                                          </p:val>
                                        </p:tav>
                                        <p:tav tm="24000">
                                          <p:val>
                                            <p:strVal val="#ppt_w*1.06616"/>
                                          </p:val>
                                        </p:tav>
                                        <p:tav tm="28000">
                                          <p:val>
                                            <p:strVal val="#ppt_w*1.11736"/>
                                          </p:val>
                                        </p:tav>
                                        <p:tav tm="32000">
                                          <p:val>
                                            <p:strVal val="#ppt_w*1.13032"/>
                                          </p:val>
                                        </p:tav>
                                        <p:tav tm="36000">
                                          <p:val>
                                            <p:strVal val="#ppt_w*1.11696"/>
                                          </p:val>
                                        </p:tav>
                                        <p:tav tm="48000">
                                          <p:val>
                                            <p:strVal val="#ppt_w*1.02688"/>
                                          </p:val>
                                        </p:tav>
                                        <p:tav tm="52000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60000">
                                          <p:val>
                                            <p:strVal val="#ppt_w*0.98048"/>
                                          </p:val>
                                        </p:tav>
                                        <p:tav tm="68000">
                                          <p:val>
                                            <p:strVal val="#ppt_w*0.98128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0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8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000">
                                          <p:val>
                                            <p:strVal val="#ppt_h*0.27128"/>
                                          </p:val>
                                        </p:tav>
                                        <p:tav tm="8000">
                                          <p:val>
                                            <p:strVal val="#ppt_h*0.43704"/>
                                          </p:val>
                                        </p:tav>
                                        <p:tav tm="12000">
                                          <p:val>
                                            <p:strVal val="#ppt_h*0.63512"/>
                                          </p:val>
                                        </p:tav>
                                        <p:tav tm="16000">
                                          <p:val>
                                            <p:strVal val="#ppt_h*0.82072"/>
                                          </p:val>
                                        </p:tav>
                                        <p:tav tm="20000">
                                          <p:val>
                                            <p:strVal val="#ppt_h*0.96784"/>
                                          </p:val>
                                        </p:tav>
                                        <p:tav tm="24000">
                                          <p:val>
                                            <p:strVal val="#ppt_h*1.06616"/>
                                          </p:val>
                                        </p:tav>
                                        <p:tav tm="28000">
                                          <p:val>
                                            <p:strVal val="#ppt_h*1.11736"/>
                                          </p:val>
                                        </p:tav>
                                        <p:tav tm="32000">
                                          <p:val>
                                            <p:strVal val="#ppt_h*1.13032"/>
                                          </p:val>
                                        </p:tav>
                                        <p:tav tm="36000">
                                          <p:val>
                                            <p:strVal val="#ppt_h*1.11696"/>
                                          </p:val>
                                        </p:tav>
                                        <p:tav tm="48000">
                                          <p:val>
                                            <p:strVal val="#ppt_h*1.02688"/>
                                          </p:val>
                                        </p:tav>
                                        <p:tav tm="52000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60000">
                                          <p:val>
                                            <p:strVal val="#ppt_h*0.98048"/>
                                          </p:val>
                                        </p:tav>
                                        <p:tav tm="68000">
                                          <p:val>
                                            <p:strVal val="#ppt_h*0.98128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0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7500">
                                          <p:val>
                                            <p:strVal val="#ppt_w*0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22606"/>
                                          </p:val>
                                        </p:tav>
                                        <p:tav tm="9167">
                                          <p:val>
                                            <p:strVal val="#ppt_w*0.4106"/>
                                          </p:val>
                                        </p:tav>
                                        <p:tav tm="10000">
                                          <p:val>
                                            <p:strVal val="#ppt_w*0.55433"/>
                                          </p:val>
                                        </p:tav>
                                        <p:tav tm="10833">
                                          <p:val>
                                            <p:strVal val="#ppt_w*0.66331"/>
                                          </p:val>
                                        </p:tav>
                                        <p:tav tm="11667">
                                          <p:val>
                                            <p:strVal val="#ppt_w*0.74516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80667"/>
                                          </p:val>
                                        </p:tav>
                                        <p:tav tm="13333">
                                          <p:val>
                                            <p:strVal val="#ppt_w*0.85314"/>
                                          </p:val>
                                        </p:tav>
                                        <p:tav tm="14167">
                                          <p:val>
                                            <p:strVal val="#ppt_w*0.88847"/>
                                          </p:val>
                                        </p:tav>
                                        <p:tav tm="15000">
                                          <p:val>
                                            <p:strVal val="#ppt_w*0.91548"/>
                                          </p:val>
                                        </p:tav>
                                        <p:tav tm="15833">
                                          <p:val>
                                            <p:strVal val="#ppt_w*0.93622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5218"/>
                                          </p:val>
                                        </p:tav>
                                        <p:tav tm="17500">
                                          <p:val>
                                            <p:strVal val="#ppt_w*0.96447"/>
                                          </p:val>
                                        </p:tav>
                                        <p:tav tm="18333">
                                          <p:val>
                                            <p:strVal val="#ppt_w*0.97391"/>
                                          </p:val>
                                        </p:tav>
                                        <p:tav tm="19167">
                                          <p:val>
                                            <p:strVal val="#ppt_w*0.98113"/>
                                          </p:val>
                                        </p:tav>
                                        <p:tav tm="20000">
                                          <p:val>
                                            <p:strVal val="#ppt_w*0.9866"/>
                                          </p:val>
                                        </p:tav>
                                        <p:tav tm="21667">
                                          <p:val>
                                            <p:strVal val="#ppt_w*0.99376"/>
                                          </p:val>
                                        </p:tav>
                                        <p:tav tm="23333">
                                          <p:val>
                                            <p:strVal val="#ppt_w*0.99752"/>
                                          </p:val>
                                        </p:tav>
                                        <p:tav tm="25833">
                                          <p:val>
                                            <p:strVal val="#ppt_w*0.999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7500">
                                          <p:val>
                                            <p:strVal val="#ppt_h*0"/>
                                          </p:val>
                                        </p:tav>
                                        <p:tav tm="8333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7"/>
                                          </p:val>
                                        </p:tav>
                                        <p:tav tm="7500">
                                          <p:val>
                                            <p:strVal val="#ppt_x+0.0237"/>
                                          </p:val>
                                        </p:tav>
                                        <p:tav tm="8333">
                                          <p:val>
                                            <p:strVal val="#ppt_x-0.01092"/>
                                          </p:val>
                                        </p:tav>
                                        <p:tav tm="9167">
                                          <p:val>
                                            <p:strVal val="#ppt_x-0.03871"/>
                                          </p:val>
                                        </p:tav>
                                        <p:tav tm="10000">
                                          <p:val>
                                            <p:strVal val="#ppt_x-0.06001"/>
                                          </p:val>
                                        </p:tav>
                                        <p:tav tm="10833">
                                          <p:val>
                                            <p:strVal val="#ppt_x-0.07592"/>
                                          </p:val>
                                        </p:tav>
                                        <p:tav tm="11667">
                                          <p:val>
                                            <p:strVal val="#ppt_x-0.0877"/>
                                          </p:val>
                                        </p:tav>
                                        <p:tav tm="12500">
                                          <p:val>
                                            <p:strVal val="#ppt_x-0.09643"/>
                                          </p:val>
                                        </p:tav>
                                        <p:tav tm="13333">
                                          <p:val>
                                            <p:strVal val="#ppt_x-0.10297"/>
                                          </p:val>
                                        </p:tav>
                                        <p:tav tm="14167">
                                          <p:val>
                                            <p:strVal val="#ppt_x-0.1079"/>
                                          </p:val>
                                        </p:tav>
                                        <p:tav tm="15000">
                                          <p:val>
                                            <p:strVal val="#ppt_x-0.11166"/>
                                          </p:val>
                                        </p:tav>
                                        <p:tav tm="15833">
                                          <p:val>
                                            <p:strVal val="#ppt_x-0.11455"/>
                                          </p:val>
                                        </p:tav>
                                        <p:tav tm="17500">
                                          <p:val>
                                            <p:strVal val="#ppt_x-0.11852"/>
                                          </p:val>
                                        </p:tav>
                                        <p:tav tm="20000">
                                          <p:val>
                                            <p:strVal val="#ppt_x-0.12173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11262"/>
                                          </p:val>
                                        </p:tav>
                                        <p:tav tm="21667">
                                          <p:val>
                                            <p:strVal val="#ppt_x-0.10532"/>
                                          </p:val>
                                        </p:tav>
                                        <p:tav tm="22500">
                                          <p:val>
                                            <p:strVal val="#ppt_x-0.09965"/>
                                          </p:val>
                                        </p:tav>
                                        <p:tav tm="23333">
                                          <p:val>
                                            <p:strVal val="#ppt_x-0.09544"/>
                                          </p:val>
                                        </p:tav>
                                        <p:tav tm="24167">
                                          <p:val>
                                            <p:strVal val="#ppt_x-0.0924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9057"/>
                                          </p:val>
                                        </p:tav>
                                        <p:tav tm="25833">
                                          <p:val>
                                            <p:strVal val="#ppt_x-0.08947"/>
                                          </p:val>
                                        </p:tav>
                                        <p:tav tm="28333">
                                          <p:val>
                                            <p:strVal val="#ppt_x-0.0883"/>
                                          </p:val>
                                        </p:tav>
                                        <p:tav tm="30833">
                                          <p:val>
                                            <p:strVal val="#ppt_x-0.08512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8301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8127"/>
                                          </p:val>
                                        </p:tav>
                                        <p:tav tm="42500">
                                          <p:val>
                                            <p:strVal val="#ppt_x-0.08088"/>
                                          </p:val>
                                        </p:tav>
                                        <p:tav tm="43333">
                                          <p:val>
                                            <p:strVal val="#ppt_x-0.07727"/>
                                          </p:val>
                                        </p:tav>
                                        <p:tav tm="44167">
                                          <p:val>
                                            <p:strVal val="#ppt_x-0.06953"/>
                                          </p:val>
                                        </p:tav>
                                        <p:tav tm="45000">
                                          <p:val>
                                            <p:strVal val="#ppt_x-0.06346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5887"/>
                                          </p:val>
                                        </p:tav>
                                        <p:tav tm="46667">
                                          <p:val>
                                            <p:strVal val="#ppt_x-0.05554"/>
                                          </p:val>
                                        </p:tav>
                                        <p:tav tm="47500">
                                          <p:val>
                                            <p:strVal val="#ppt_x-0.05327"/>
                                          </p:val>
                                        </p:tav>
                                        <p:tav tm="48333">
                                          <p:val>
                                            <p:strVal val="#ppt_x-0.05187"/>
                                          </p:val>
                                        </p:tav>
                                        <p:tav tm="49167">
                                          <p:val>
                                            <p:strVal val="#ppt_x-0.05111"/>
                                          </p:val>
                                        </p:tav>
                                        <p:tav tm="50833">
                                          <p:val>
                                            <p:strVal val="#ppt_x-0.0507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4735"/>
                                          </p:val>
                                        </p:tav>
                                        <p:tav tm="56667">
                                          <p:val>
                                            <p:strVal val="#ppt_x-0.04575"/>
                                          </p:val>
                                        </p:tav>
                                        <p:tav tm="60000">
                                          <p:val>
                                            <p:strVal val="#ppt_x-0.0447"/>
                                          </p:val>
                                        </p:tav>
                                        <p:tav tm="65000">
                                          <p:val>
                                            <p:strVal val="#ppt_x-0.04441"/>
                                          </p:val>
                                        </p:tav>
                                        <p:tav tm="65833">
                                          <p:val>
                                            <p:strVal val="#ppt_x-0.03772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3242"/>
                                          </p:val>
                                        </p:tav>
                                        <p:tav tm="67500">
                                          <p:val>
                                            <p:strVal val="#ppt_x-0.02835"/>
                                          </p:val>
                                        </p:tav>
                                        <p:tav tm="68333">
                                          <p:val>
                                            <p:strVal val="#ppt_x-0.02534"/>
                                          </p:val>
                                        </p:tav>
                                        <p:tav tm="69167">
                                          <p:val>
                                            <p:strVal val="#ppt_x-0.02324"/>
                                          </p:val>
                                        </p:tav>
                                        <p:tav tm="70000">
                                          <p:val>
                                            <p:strVal val="#ppt_x-0.02187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2109"/>
                                          </p:val>
                                        </p:tav>
                                        <p:tav tm="73333">
                                          <p:val>
                                            <p:strVal val="#ppt_x-0.02018"/>
                                          </p:val>
                                        </p:tav>
                                        <p:tav tm="75833">
                                          <p:val>
                                            <p:strVal val="#ppt_x-0.01749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1538"/>
                                          </p:val>
                                        </p:tav>
                                        <p:tav tm="82500">
                                          <p:val>
                                            <p:strVal val="#ppt_x-0.01449"/>
                                          </p:val>
                                        </p:tav>
                                        <p:tav tm="86667">
                                          <p:val>
                                            <p:strVal val="#ppt_x-0.01427"/>
                                          </p:val>
                                        </p:tav>
                                        <p:tav tm="89167">
                                          <p:val>
                                            <p:strVal val="#ppt_x-0.00789"/>
                                          </p:val>
                                        </p:tav>
                                        <p:tav tm="90833">
                                          <p:val>
                                            <p:strVal val="#ppt_x-0.00564"/>
                                          </p:val>
                                        </p:tav>
                                        <p:tav tm="94167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95000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96667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7500">
                                          <p:val>
                                            <p:strVal val="#ppt_w*0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04157"/>
                                          </p:val>
                                        </p:tav>
                                        <p:tav tm="9167">
                                          <p:val>
                                            <p:strVal val="#ppt_w*0.07821"/>
                                          </p:val>
                                        </p:tav>
                                        <p:tav tm="10000">
                                          <p:val>
                                            <p:strVal val="#ppt_w*0.10923"/>
                                          </p:val>
                                        </p:tav>
                                        <p:tav tm="10833">
                                          <p:val>
                                            <p:strVal val="#ppt_w*0.13397"/>
                                          </p:val>
                                        </p:tav>
                                        <p:tav tm="11667">
                                          <p:val>
                                            <p:strVal val="#ppt_w*0.15417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16955"/>
                                          </p:val>
                                        </p:tav>
                                        <p:tav tm="14167">
                                          <p:val>
                                            <p:strVal val="#ppt_w*0.19112"/>
                                          </p:val>
                                        </p:tav>
                                        <p:tav tm="15833">
                                          <p:val>
                                            <p:strVal val="#ppt_w*0.20446"/>
                                          </p:val>
                                        </p:tav>
                                        <p:tav tm="17500">
                                          <p:val>
                                            <p:strVal val="#ppt_w*0.21222"/>
                                          </p:val>
                                        </p:tav>
                                        <p:tav tm="20000">
                                          <p:val>
                                            <p:strVal val="#ppt_w*0.21709"/>
                                          </p:val>
                                        </p:tav>
                                        <p:tav tm="20833">
                                          <p:val>
                                            <p:strVal val="#ppt_w*0.27981"/>
                                          </p:val>
                                        </p:tav>
                                        <p:tav tm="21667">
                                          <p:val>
                                            <p:strVal val="#ppt_w*0.32799"/>
                                          </p:val>
                                        </p:tav>
                                        <p:tav tm="22500">
                                          <p:val>
                                            <p:strVal val="#ppt_w*0.36633"/>
                                          </p:val>
                                        </p:tav>
                                        <p:tav tm="23333">
                                          <p:val>
                                            <p:strVal val="#ppt_w*0.39475"/>
                                          </p:val>
                                        </p:tav>
                                        <p:tav tm="24167">
                                          <p:val>
                                            <p:strVal val="#ppt_w*0.4148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42826"/>
                                          </p:val>
                                        </p:tav>
                                        <p:tav tm="25833">
                                          <p:val>
                                            <p:strVal val="#ppt_w*0.435"/>
                                          </p:val>
                                        </p:tav>
                                        <p:tav tm="28333">
                                          <p:val>
                                            <p:strVal val="#ppt_w*0.44335"/>
                                          </p:val>
                                        </p:tav>
                                        <p:tav tm="30000">
                                          <p:val>
                                            <p:strVal val="#ppt_w*0.45813"/>
                                          </p:val>
                                        </p:tav>
                                        <p:tav tm="32500">
                                          <p:val>
                                            <p:strVal val="#ppt_w*0.47291"/>
                                          </p:val>
                                        </p:tav>
                                        <p:tav tm="35000">
                                          <p:val>
                                            <p:strVal val="#ppt_w*0.48276"/>
                                          </p:val>
                                        </p:tav>
                                        <p:tav tm="37500">
                                          <p:val>
                                            <p:strVal val="#ppt_w*0.48768"/>
                                          </p:val>
                                        </p:tav>
                                        <p:tav tm="42500">
                                          <p:val>
                                            <p:strVal val="#ppt_w*0.48933"/>
                                          </p:val>
                                        </p:tav>
                                        <p:tav tm="43333">
                                          <p:val>
                                            <p:strVal val="#ppt_w*0.51232"/>
                                          </p:val>
                                        </p:tav>
                                        <p:tav tm="44167">
                                          <p:val>
                                            <p:strVal val="#ppt_w*0.56158"/>
                                          </p:val>
                                        </p:tav>
                                        <p:tav tm="45000">
                                          <p:val>
                                            <p:strVal val="#ppt_w*0.59934"/>
                                          </p:val>
                                        </p:tav>
                                        <p:tav tm="45833">
                                          <p:val>
                                            <p:strVal val="#ppt_w*0.6289"/>
                                          </p:val>
                                        </p:tav>
                                        <p:tav tm="46667">
                                          <p:val>
                                            <p:strVal val="#ppt_w*0.65025"/>
                                          </p:val>
                                        </p:tav>
                                        <p:tav tm="48333">
                                          <p:val>
                                            <p:strVal val="#ppt_w*0.67323"/>
                                          </p:val>
                                        </p:tav>
                                        <p:tav tm="49167">
                                          <p:val>
                                            <p:strVal val="#ppt_w*0.67816"/>
                                          </p:val>
                                        </p:tav>
                                        <p:tav tm="50833">
                                          <p:val>
                                            <p:strVal val="#ppt_w*0.6798"/>
                                          </p:val>
                                        </p:tav>
                                        <p:tav tm="55000">
                                          <p:val>
                                            <p:strVal val="#ppt_w*0.70608"/>
                                          </p:val>
                                        </p:tav>
                                        <p:tav tm="57500">
                                          <p:val>
                                            <p:strVal val="#ppt_w*0.71429"/>
                                          </p:val>
                                        </p:tav>
                                        <p:tav tm="60833">
                                          <p:val>
                                            <p:strVal val="#ppt_w*0.71921"/>
                                          </p:val>
                                        </p:tav>
                                        <p:tav tm="65000">
                                          <p:val>
                                            <p:strVal val="#ppt_w*0.71921"/>
                                          </p:val>
                                        </p:tav>
                                        <p:tav tm="65833">
                                          <p:val>
                                            <p:strVal val="#ppt_w*0.7619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9639"/>
                                          </p:val>
                                        </p:tav>
                                        <p:tav tm="67500">
                                          <p:val>
                                            <p:strVal val="#ppt_w*0.82102"/>
                                          </p:val>
                                        </p:tav>
                                        <p:tav tm="68333">
                                          <p:val>
                                            <p:strVal val="#ppt_w*0.84072"/>
                                          </p:val>
                                        </p:tav>
                                        <p:tav tm="69167">
                                          <p:val>
                                            <p:strVal val="#ppt_w*0.85386"/>
                                          </p:val>
                                        </p:tav>
                                        <p:tav tm="70000">
                                          <p:val>
                                            <p:strVal val="#ppt_w*0.86207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867"/>
                                          </p:val>
                                        </p:tav>
                                        <p:tav tm="73333">
                                          <p:val>
                                            <p:strVal val="#ppt_w*0.87356"/>
                                          </p:val>
                                        </p:tav>
                                        <p:tav tm="75833">
                                          <p:val>
                                            <p:strVal val="#ppt_w*0.88998"/>
                                          </p:val>
                                        </p:tav>
                                        <p:tav tm="79167">
                                          <p:val>
                                            <p:strVal val="#ppt_w*0.90312"/>
                                          </p:val>
                                        </p:tav>
                                        <p:tav tm="83333">
                                          <p:val>
                                            <p:strVal val="#ppt_w*0.90969"/>
                                          </p:val>
                                        </p:tav>
                                        <p:tav tm="86667">
                                          <p:val>
                                            <p:strVal val="#ppt_w*0.90969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92118"/>
                                          </p:val>
                                        </p:tav>
                                        <p:tav tm="89167">
                                          <p:val>
                                            <p:strVal val="#ppt_w*0.95074"/>
                                          </p:val>
                                        </p:tav>
                                        <p:tav tm="90000">
                                          <p:val>
                                            <p:strVal val="#ppt_w*0.95895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96716"/>
                                          </p:val>
                                        </p:tav>
                                        <p:tav tm="94167">
                                          <p:val>
                                            <p:strVal val="#ppt_w*0.97209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99015"/>
                                          </p:val>
                                        </p:tav>
                                        <p:tav tm="96667">
                                          <p:val>
                                            <p:strVal val="#ppt_w*0.99507"/>
                                          </p:val>
                                        </p:tav>
                                        <p:tav tm="98333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7500">
                                          <p:val>
                                            <p:strVal val="#ppt_h*0"/>
                                          </p:val>
                                        </p:tav>
                                        <p:tav tm="8333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" dur="320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719"/>
                                          </p:val>
                                        </p:tav>
                                        <p:tav tm="15609">
                                          <p:val>
                                            <p:strVal val="#ppt_y-0.21719"/>
                                          </p:val>
                                        </p:tav>
                                        <p:tav tm="16649">
                                          <p:val>
                                            <p:strVal val="#ppt_y-0.20092"/>
                                          </p:val>
                                        </p:tav>
                                        <p:tav tm="17690">
                                          <p:val>
                                            <p:strVal val="#ppt_y-0.16105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1242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09258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0672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04771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3302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22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1373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0754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29136">
                                          <p:val>
                                            <p:strVal val="#ppt_y+0.00296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577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656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20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609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w*0.30618"/>
                                          </p:val>
                                        </p:tav>
                                        <p:tav tm="17690">
                                          <p:val>
                                            <p:strVal val="#ppt_w*0.44384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57107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68028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76788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83519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88592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92396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898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1.01014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1828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20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5609">
                                          <p:val>
                                            <p:strVal val="#ppt_h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h*0.30618"/>
                                          </p:val>
                                        </p:tav>
                                        <p:tav tm="17690">
                                          <p:val>
                                            <p:strVal val="#ppt_h*0.44384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57107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68028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76788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83519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88592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92396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898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1.01014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1828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20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"/>
                                          </p:val>
                                        </p:tav>
                                        <p:tav tm="15609">
                                          <p:val>
                                            <p:fltVal val="-120"/>
                                          </p:val>
                                        </p:tav>
                                        <p:tav tm="16649">
                                          <p:val>
                                            <p:fltVal val="-111.01"/>
                                          </p:val>
                                        </p:tav>
                                        <p:tav tm="17690">
                                          <p:val>
                                            <p:fltVal val="-88.99"/>
                                          </p:val>
                                        </p:tav>
                                        <p:tav tm="18730">
                                          <p:val>
                                            <p:fltVal val="-68.63"/>
                                          </p:val>
                                        </p:tav>
                                        <p:tav tm="19771">
                                          <p:val>
                                            <p:fltVal val="-51.16"/>
                                          </p:val>
                                        </p:tav>
                                        <p:tav tm="20812">
                                          <p:val>
                                            <p:fltVal val="-37.14"/>
                                          </p:val>
                                        </p:tav>
                                        <p:tav tm="21852">
                                          <p:val>
                                            <p:fltVal val="-26.37"/>
                                          </p:val>
                                        </p:tav>
                                        <p:tav tm="22893">
                                          <p:val>
                                            <p:fltVal val="-18.25"/>
                                          </p:val>
                                        </p:tav>
                                        <p:tav tm="23933">
                                          <p:val>
                                            <p:fltVal val="-12.17"/>
                                          </p:val>
                                        </p:tav>
                                        <p:tav tm="24974">
                                          <p:val>
                                            <p:fltVal val="-7.6"/>
                                          </p:val>
                                        </p:tav>
                                        <p:tav tm="26015">
                                          <p:val>
                                            <p:fltVal val="-4.18"/>
                                          </p:val>
                                        </p:tav>
                                        <p:tav tm="27055">
                                          <p:val>
                                            <p:fltVal val="-1.62"/>
                                          </p:val>
                                        </p:tav>
                                        <p:tav tm="29136">
                                          <p:val>
                                            <p:fltVal val="1.62"/>
                                          </p:val>
                                        </p:tav>
                                        <p:tav tm="31217">
                                          <p:val>
                                            <p:fltVal val="3.17"/>
                                          </p:val>
                                        </p:tav>
                                        <p:tav tm="33299">
                                          <p:val>
                                            <p:fltVal val="3.61"/>
                                          </p:val>
                                        </p:tav>
                                        <p:tav tm="36420">
                                          <p:val>
                                            <p:fltVal val="2.93"/>
                                          </p:val>
                                        </p:tav>
                                        <p:tav tm="41623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9313">
                                          <p:val>
                                            <p:fltVal val="-5.54"/>
                                          </p:val>
                                        </p:tav>
                                        <p:tav tm="62435">
                                          <p:val>
                                            <p:fltVal val="-6.48"/>
                                          </p:val>
                                        </p:tav>
                                        <p:tav tm="68678">
                                          <p:val>
                                            <p:fltVal val="-6.96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" dur="320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164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1164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1079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0668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43704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54110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379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474"/>
                                          </p:val>
                                        </p:tav>
                                        <p:tav tm="60354">
                                          <p:val>
                                            <p:strVal val="#ppt_x-0.00578"/>
                                          </p:val>
                                        </p:tav>
                                        <p:tav tm="63476">
                                          <p:val>
                                            <p:strVal val="#ppt_x-0.0064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675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568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320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559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23559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2183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750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3507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1007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7312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5192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3594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2396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1497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0823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319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625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578"/>
                                          </p:val>
                                        </p:tav>
                                        <p:tav tm="55151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62435">
                                          <p:val>
                                            <p:strVal val="#ppt_y+0.00278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320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30491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44262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56999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67938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76718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3466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88552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2367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95228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8974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1008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9948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55151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20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30491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44262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56999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67938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76718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3466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88552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2367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95228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8974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1008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49948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55151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20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7"/>
                                          </p:val>
                                        </p:tav>
                                        <p:tav tm="29136">
                                          <p:val>
                                            <p:fltVal val="157"/>
                                          </p:val>
                                        </p:tav>
                                        <p:tav tm="30177">
                                          <p:val>
                                            <p:fltVal val="145.51"/>
                                          </p:val>
                                        </p:tav>
                                        <p:tav tm="31217">
                                          <p:val>
                                            <p:fltVal val="116.68"/>
                                          </p:val>
                                        </p:tav>
                                        <p:tav tm="32258">
                                          <p:val>
                                            <p:fltVal val="90.02"/>
                                          </p:val>
                                        </p:tav>
                                        <p:tav tm="33299">
                                          <p:val>
                                            <p:fltVal val="67.12"/>
                                          </p:val>
                                        </p:tav>
                                        <p:tav tm="34339">
                                          <p:val>
                                            <p:fltVal val="48.74"/>
                                          </p:val>
                                        </p:tav>
                                        <p:tav tm="35380">
                                          <p:val>
                                            <p:fltVal val="34.61"/>
                                          </p:val>
                                        </p:tav>
                                        <p:tav tm="36420">
                                          <p:val>
                                            <p:fltVal val="23.96"/>
                                          </p:val>
                                        </p:tav>
                                        <p:tav tm="37461">
                                          <p:val>
                                            <p:fltVal val="15.98"/>
                                          </p:val>
                                        </p:tav>
                                        <p:tav tm="38502">
                                          <p:val>
                                            <p:fltVal val="9.99"/>
                                          </p:val>
                                        </p:tav>
                                        <p:tav tm="39542">
                                          <p:val>
                                            <p:fltVal val="5.5"/>
                                          </p:val>
                                        </p:tav>
                                        <p:tav tm="40583">
                                          <p:val>
                                            <p:fltVal val="2.15"/>
                                          </p:val>
                                        </p:tav>
                                        <p:tav tm="41623">
                                          <p:val>
                                            <p:fltVal val="-0.32"/>
                                          </p:val>
                                        </p:tav>
                                        <p:tav tm="42664">
                                          <p:val>
                                            <p:fltVal val="-2.11"/>
                                          </p:val>
                                        </p:tav>
                                        <p:tav tm="44745">
                                          <p:val>
                                            <p:fltVal val="-4.15"/>
                                          </p:val>
                                        </p:tav>
                                        <p:tav tm="47867">
                                          <p:val>
                                            <p:fltVal val="-4.62"/>
                                          </p:val>
                                        </p:tav>
                                        <p:tav tm="50989">
                                          <p:val>
                                            <p:fltVal val="-3.2"/>
                                          </p:val>
                                        </p:tav>
                                        <p:tav tm="54110">
                                          <p:val>
                                            <p:fltVal val="-0.62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" dur="32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5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195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1738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106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0786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0402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521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575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74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2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34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2534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22582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1797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13769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0208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7379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5217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359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237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1455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0769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387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689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742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50989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459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519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32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33161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468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5924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69783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78154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4553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89368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2978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95686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9229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1139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5202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2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33161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468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5924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69783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78154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4553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89368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2978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95686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9229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1139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5202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2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"/>
                                          </p:val>
                                        </p:tav>
                                        <p:tav tm="26015">
                                          <p:val>
                                            <p:fltVal val="166"/>
                                          </p:val>
                                        </p:tav>
                                        <p:tav tm="27055">
                                          <p:val>
                                            <p:fltVal val="187.11"/>
                                          </p:val>
                                        </p:tav>
                                        <p:tav tm="28096">
                                          <p:val>
                                            <p:fltVal val="222.39"/>
                                          </p:val>
                                        </p:tav>
                                        <p:tav tm="29136">
                                          <p:val>
                                            <p:fltVal val="254.58"/>
                                          </p:val>
                                        </p:tav>
                                        <p:tav tm="30177">
                                          <p:val>
                                            <p:fltVal val="281.84"/>
                                          </p:val>
                                        </p:tav>
                                        <p:tav tm="31217">
                                          <p:val>
                                            <p:fltVal val="303.49"/>
                                          </p:val>
                                        </p:tav>
                                        <p:tav tm="32258">
                                          <p:val>
                                            <p:fltVal val="320.04"/>
                                          </p:val>
                                        </p:tav>
                                        <p:tav tm="33299">
                                          <p:val>
                                            <p:fltVal val="332.5"/>
                                          </p:val>
                                        </p:tav>
                                        <p:tav tm="34339">
                                          <p:val>
                                            <p:fltVal val="341.84"/>
                                          </p:val>
                                        </p:tav>
                                        <p:tav tm="35380">
                                          <p:val>
                                            <p:fltVal val="348.84"/>
                                          </p:val>
                                        </p:tav>
                                        <p:tav tm="36420">
                                          <p:val>
                                            <p:fltVal val="354.09"/>
                                          </p:val>
                                        </p:tav>
                                        <p:tav tm="37461">
                                          <p:val>
                                            <p:fltVal val="358"/>
                                          </p:val>
                                        </p:tav>
                                        <p:tav tm="38502">
                                          <p:val>
                                            <p:fltVal val="360.88"/>
                                          </p:val>
                                        </p:tav>
                                        <p:tav tm="39542">
                                          <p:val>
                                            <p:fltVal val="362.95"/>
                                          </p:val>
                                        </p:tav>
                                        <p:tav tm="41623">
                                          <p:val>
                                            <p:fltVal val="365.26"/>
                                          </p:val>
                                        </p:tav>
                                        <p:tav tm="42664">
                                          <p:val>
                                            <p:fltVal val="365.72"/>
                                          </p:val>
                                        </p:tav>
                                        <p:tav tm="44745">
                                          <p:val>
                                            <p:fltVal val="365.66"/>
                                          </p:val>
                                        </p:tav>
                                        <p:tav tm="47867">
                                          <p:val>
                                            <p:fltVal val="363.79"/>
                                          </p:val>
                                        </p:tav>
                                        <p:tav tm="50989">
                                          <p:val>
                                            <p:fltVal val="360.53"/>
                                          </p:val>
                                        </p:tav>
                                        <p:tav tm="52029">
                                          <p:val>
                                            <p:fltVal val="360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9313">
                                          <p:val>
                                            <p:fltVal val="354.46"/>
                                          </p:val>
                                        </p:tav>
                                        <p:tav tm="62435">
                                          <p:val>
                                            <p:fltVal val="353.52"/>
                                          </p:val>
                                        </p:tav>
                                        <p:tav tm="66597">
                                          <p:val>
                                            <p:fltVal val="353.11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" dur="320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086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3086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02641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1587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1171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0843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0593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47867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40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320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899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26899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23019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18185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3836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10203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734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5169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353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230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1389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7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636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81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621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448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20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35818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49294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61419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71547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79517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5582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013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3557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8041"/>
                                          </p:val>
                                        </p:tav>
                                        <p:tav tm="35380">
                                          <p:val>
                                            <p:strVal val="#ppt_w*1.00515"/>
                                          </p:val>
                                        </p:tav>
                                        <p:tav tm="37461">
                                          <p:val>
                                            <p:strVal val="#ppt_w*1.01767"/>
                                          </p:val>
                                        </p:tav>
                                        <p:tav tm="40583">
                                          <p:val>
                                            <p:strVal val="#ppt_w*1.02252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20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35818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49294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61419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71547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79517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5582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013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3557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8041"/>
                                          </p:val>
                                        </p:tav>
                                        <p:tav tm="35380">
                                          <p:val>
                                            <p:strVal val="#ppt_h*1.00515"/>
                                          </p:val>
                                        </p:tav>
                                        <p:tav tm="37461">
                                          <p:val>
                                            <p:strVal val="#ppt_h*1.01767"/>
                                          </p:val>
                                        </p:tav>
                                        <p:tav tm="40583">
                                          <p:val>
                                            <p:strVal val="#ppt_h*1.02252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20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9"/>
                                          </p:val>
                                        </p:tav>
                                        <p:tav tm="22893">
                                          <p:val>
                                            <p:fltVal val="-129"/>
                                          </p:val>
                                        </p:tav>
                                        <p:tav tm="23933">
                                          <p:val>
                                            <p:fltVal val="-162.32"/>
                                          </p:val>
                                        </p:tav>
                                        <p:tav tm="24974">
                                          <p:val>
                                            <p:fltVal val="-203.82"/>
                                          </p:val>
                                        </p:tav>
                                        <p:tav tm="26015">
                                          <p:val>
                                            <p:fltVal val="-241.17"/>
                                          </p:val>
                                        </p:tav>
                                        <p:tav tm="27055">
                                          <p:val>
                                            <p:fltVal val="-272.37"/>
                                          </p:val>
                                        </p:tav>
                                        <p:tav tm="28096">
                                          <p:val>
                                            <p:fltVal val="-296.91"/>
                                          </p:val>
                                        </p:tav>
                                        <p:tav tm="29136">
                                          <p:val>
                                            <p:fltVal val="-315.59"/>
                                          </p:val>
                                        </p:tav>
                                        <p:tav tm="30177">
                                          <p:val>
                                            <p:fltVal val="-329.63"/>
                                          </p:val>
                                        </p:tav>
                                        <p:tav tm="31217">
                                          <p:val>
                                            <p:fltVal val="-340.16"/>
                                          </p:val>
                                        </p:tav>
                                        <p:tav tm="32258">
                                          <p:val>
                                            <p:fltVal val="-348.05"/>
                                          </p:val>
                                        </p:tav>
                                        <p:tav tm="33299">
                                          <p:val>
                                            <p:fltVal val="-353.97"/>
                                          </p:val>
                                        </p:tav>
                                        <p:tav tm="34339">
                                          <p:val>
                                            <p:fltVal val="-358.36"/>
                                          </p:val>
                                        </p:tav>
                                        <p:tav tm="35380">
                                          <p:val>
                                            <p:fltVal val="-361.59"/>
                                          </p:val>
                                        </p:tav>
                                        <p:tav tm="36420">
                                          <p:val>
                                            <p:fltVal val="-363.89"/>
                                          </p:val>
                                        </p:tav>
                                        <p:tav tm="37461">
                                          <p:val>
                                            <p:fltVal val="-365.44"/>
                                          </p:val>
                                        </p:tav>
                                        <p:tav tm="39542">
                                          <p:val>
                                            <p:fltVal val="-366.87"/>
                                          </p:val>
                                        </p:tav>
                                        <p:tav tm="41623">
                                          <p:val>
                                            <p:fltVal val="-366.66"/>
                                          </p:val>
                                        </p:tav>
                                        <p:tav tm="43704">
                                          <p:val>
                                            <p:fltVal val="-365.31"/>
                                          </p:val>
                                        </p:tav>
                                        <p:tav tm="45786">
                                          <p:val>
                                            <p:fltVal val="-363.13"/>
                                          </p:val>
                                        </p:tav>
                                        <p:tav tm="47867">
                                          <p:val>
                                            <p:fltVal val="-360.35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20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72"/>
                                          </p:val>
                                        </p:tav>
                                        <p:tav tm="19771">
                                          <p:val>
                                            <p:strVal val="#ppt_x+0.01672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0813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0428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015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324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20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395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29395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18914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14296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049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7519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526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3576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2308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645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724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833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882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656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442"/>
                                          </p:val>
                                        </p:tav>
                                        <p:tav tm="62435">
                                          <p:val>
                                            <p:strVal val="#ppt_y+0.0059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642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91571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93652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320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51738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6352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73232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081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6556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087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9410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8347"/>
                                          </p:val>
                                        </p:tav>
                                        <p:tav tm="32258">
                                          <p:val>
                                            <p:strVal val="#ppt_w*1.00679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184"/>
                                          </p:val>
                                        </p:tav>
                                        <p:tav tm="37461">
                                          <p:val>
                                            <p:strVal val="#ppt_w*1.02243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0018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20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51738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6352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73232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081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6556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087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9410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8347"/>
                                          </p:val>
                                        </p:tav>
                                        <p:tav tm="32258">
                                          <p:val>
                                            <p:strVal val="#ppt_h*1.00679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184"/>
                                          </p:val>
                                        </p:tav>
                                        <p:tav tm="37461">
                                          <p:val>
                                            <p:strVal val="#ppt_h*1.02243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0018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20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2"/>
                                          </p:val>
                                        </p:tav>
                                        <p:tav tm="19771">
                                          <p:val>
                                            <p:fltVal val="92"/>
                                          </p:val>
                                        </p:tav>
                                        <p:tav tm="20812">
                                          <p:val>
                                            <p:fltVal val="140.08"/>
                                          </p:val>
                                        </p:tav>
                                        <p:tav tm="21852">
                                          <p:val>
                                            <p:fltVal val="187.54"/>
                                          </p:val>
                                        </p:tav>
                                        <p:tav tm="22893">
                                          <p:val>
                                            <p:fltVal val="229.64"/>
                                          </p:val>
                                        </p:tav>
                                        <p:tav tm="23933">
                                          <p:val>
                                            <p:fltVal val="264.35"/>
                                          </p:val>
                                        </p:tav>
                                        <p:tav tm="24974">
                                          <p:val>
                                            <p:fltVal val="291.43"/>
                                          </p:val>
                                        </p:tav>
                                        <p:tav tm="26015">
                                          <p:val>
                                            <p:fltVal val="311.96"/>
                                          </p:val>
                                        </p:tav>
                                        <p:tav tm="27055">
                                          <p:val>
                                            <p:fltVal val="327.38"/>
                                          </p:val>
                                        </p:tav>
                                        <p:tav tm="28096">
                                          <p:val>
                                            <p:fltVal val="338.93"/>
                                          </p:val>
                                        </p:tav>
                                        <p:tav tm="29136">
                                          <p:val>
                                            <p:fltVal val="347.61"/>
                                          </p:val>
                                        </p:tav>
                                        <p:tav tm="30177">
                                          <p:val>
                                            <p:fltVal val="354.09"/>
                                          </p:val>
                                        </p:tav>
                                        <p:tav tm="31217">
                                          <p:val>
                                            <p:fltVal val="358.91"/>
                                          </p:val>
                                        </p:tav>
                                        <p:tav tm="32258">
                                          <p:val>
                                            <p:fltVal val="362.43"/>
                                          </p:val>
                                        </p:tav>
                                        <p:tav tm="33299">
                                          <p:val>
                                            <p:fltVal val="364.91"/>
                                          </p:val>
                                        </p:tav>
                                        <p:tav tm="34339">
                                          <p:val>
                                            <p:fltVal val="366.58"/>
                                          </p:val>
                                        </p:tav>
                                        <p:tav tm="35380">
                                          <p:val>
                                            <p:fltVal val="367.57"/>
                                          </p:val>
                                        </p:tav>
                                        <p:tav tm="37461">
                                          <p:val>
                                            <p:fltVal val="368.01"/>
                                          </p:val>
                                        </p:tav>
                                        <p:tav tm="38502">
                                          <p:val>
                                            <p:fltVal val="367.63"/>
                                          </p:val>
                                        </p:tav>
                                        <p:tav tm="40583">
                                          <p:val>
                                            <p:fltVal val="365.95"/>
                                          </p:val>
                                        </p:tav>
                                        <p:tav tm="42664">
                                          <p:val>
                                            <p:fltVal val="363.35"/>
                                          </p:val>
                                        </p:tav>
                                        <p:tav tm="44745">
                                          <p:val>
                                            <p:fltVal val="360.06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9313">
                                          <p:val>
                                            <p:fltVal val="354.46"/>
                                          </p:val>
                                        </p:tav>
                                        <p:tav tm="62435">
                                          <p:val>
                                            <p:fltVal val="353.52"/>
                                          </p:val>
                                        </p:tav>
                                        <p:tav tm="67638">
                                          <p:val>
                                            <p:fltVal val="353.07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" dur="320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77"/>
                                          </p:val>
                                        </p:tav>
                                        <p:tav tm="16649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19771">
                                          <p:val>
                                            <p:strVal val="#ppt_x-0.00403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70760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167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20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1499"/>
                                          </p:val>
                                        </p:tav>
                                        <p:tav tm="15609">
                                          <p:val>
                                            <p:strVal val="#ppt_y-0.31499"/>
                                          </p:val>
                                        </p:tav>
                                        <p:tav tm="16649">
                                          <p:val>
                                            <p:strVal val="#ppt_y-0.30586"/>
                                          </p:val>
                                        </p:tav>
                                        <p:tav tm="17690">
                                          <p:val>
                                            <p:strVal val="#ppt_y-0.24749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19265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1447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10566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07542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5257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3542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2256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1291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9136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949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797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320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609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w*0.27173"/>
                                          </p:val>
                                        </p:tav>
                                        <p:tav tm="17690">
                                          <p:val>
                                            <p:strVal val="#ppt_w*0.41069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54126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65543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74837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82036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87478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91561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94624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8637"/>
                                          </p:val>
                                        </p:tav>
                                        <p:tav tm="29136">
                                          <p:val>
                                            <p:strVal val="#ppt_w*1.00832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2253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1892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20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5609">
                                          <p:val>
                                            <p:strVal val="#ppt_h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h*0.27173"/>
                                          </p:val>
                                        </p:tav>
                                        <p:tav tm="17690">
                                          <p:val>
                                            <p:strVal val="#ppt_h*0.41069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54126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65543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74837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82036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87478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91561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94624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8637"/>
                                          </p:val>
                                        </p:tav>
                                        <p:tav tm="29136">
                                          <p:val>
                                            <p:strVal val="#ppt_h*1.00832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2253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1892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20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5"/>
                                          </p:val>
                                        </p:tav>
                                        <p:tav tm="15609">
                                          <p:val>
                                            <p:fltVal val="145"/>
                                          </p:val>
                                        </p:tav>
                                        <p:tav tm="16649">
                                          <p:val>
                                            <p:fltVal val="140.8"/>
                                          </p:val>
                                        </p:tav>
                                        <p:tav tm="17690">
                                          <p:val>
                                            <p:fltVal val="113.93"/>
                                          </p:val>
                                        </p:tav>
                                        <p:tav tm="18730">
                                          <p:val>
                                            <p:fltVal val="88.69"/>
                                          </p:val>
                                        </p:tav>
                                        <p:tav tm="19771">
                                          <p:val>
                                            <p:fltVal val="66.62"/>
                                          </p:val>
                                        </p:tav>
                                        <p:tav tm="20812">
                                          <p:val>
                                            <p:fltVal val="48.65"/>
                                          </p:val>
                                        </p:tav>
                                        <p:tav tm="21852">
                                          <p:val>
                                            <p:fltVal val="34.73"/>
                                          </p:val>
                                        </p:tav>
                                        <p:tav tm="22893">
                                          <p:val>
                                            <p:fltVal val="24.21"/>
                                          </p:val>
                                        </p:tav>
                                        <p:tav tm="23933">
                                          <p:val>
                                            <p:fltVal val="16.31"/>
                                          </p:val>
                                        </p:tav>
                                        <p:tav tm="24974">
                                          <p:val>
                                            <p:fltVal val="10.39"/>
                                          </p:val>
                                        </p:tav>
                                        <p:tav tm="26015">
                                          <p:val>
                                            <p:fltVal val="5.95"/>
                                          </p:val>
                                        </p:tav>
                                        <p:tav tm="27055">
                                          <p:val>
                                            <p:fltVal val="2.63"/>
                                          </p:val>
                                        </p:tav>
                                        <p:tav tm="28096">
                                          <p:val>
                                            <p:fltVal val="0.18"/>
                                          </p:val>
                                        </p:tav>
                                        <p:tav tm="29136">
                                          <p:val>
                                            <p:fltVal val="-1.61"/>
                                          </p:val>
                                        </p:tav>
                                        <p:tav tm="31217">
                                          <p:val>
                                            <p:fltVal val="-3.69"/>
                                          </p:val>
                                        </p:tav>
                                        <p:tav tm="34339">
                                          <p:val>
                                            <p:fltVal val="-4.31"/>
                                          </p:val>
                                        </p:tav>
                                        <p:tav tm="37461">
                                          <p:val>
                                            <p:fltVal val="-3.11"/>
                                          </p:val>
                                        </p:tav>
                                        <p:tav tm="41623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" dur="320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47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5247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5104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3217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2417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1766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1261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0879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593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378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42664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20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1856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31856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30988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25083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9532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14675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10718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7652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5335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3596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2291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1313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0582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353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811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96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807"/>
                                          </p:val>
                                        </p:tav>
                                        <p:tav tm="55151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62435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603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91571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320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27045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4094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54014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65448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7476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198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87436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1529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946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8624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0825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2253"/>
                                          </p:val>
                                        </p:tav>
                                        <p:tav tm="49948">
                                          <p:val>
                                            <p:strVal val="#ppt_w*1.01894"/>
                                          </p:val>
                                        </p:tav>
                                        <p:tav tm="55151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20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27045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4094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54014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65448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7476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198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87436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1529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946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8624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0825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2253"/>
                                          </p:val>
                                        </p:tav>
                                        <p:tav tm="49948">
                                          <p:val>
                                            <p:strVal val="#ppt_h*1.01894"/>
                                          </p:val>
                                        </p:tav>
                                        <p:tav tm="55151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20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8"/>
                                          </p:val>
                                        </p:tav>
                                        <p:tav tm="29136">
                                          <p:val>
                                            <p:fltVal val="178"/>
                                          </p:val>
                                        </p:tav>
                                        <p:tav tm="30177">
                                          <p:val>
                                            <p:fltVal val="182.96"/>
                                          </p:val>
                                        </p:tav>
                                        <p:tav tm="31217">
                                          <p:val>
                                            <p:fltVal val="216.69"/>
                                          </p:val>
                                        </p:tav>
                                        <p:tav tm="32258">
                                          <p:val>
                                            <p:fltVal val="248.41"/>
                                          </p:val>
                                        </p:tav>
                                        <p:tav tm="33299">
                                          <p:val>
                                            <p:fltVal val="276.15"/>
                                          </p:val>
                                        </p:tav>
                                        <p:tav tm="34339">
                                          <p:val>
                                            <p:fltVal val="298.76"/>
                                          </p:val>
                                        </p:tav>
                                        <p:tav tm="35380">
                                          <p:val>
                                            <p:fltVal val="316.27"/>
                                          </p:val>
                                        </p:tav>
                                        <p:tav tm="36420">
                                          <p:val>
                                            <p:fltVal val="329.51"/>
                                          </p:val>
                                        </p:tav>
                                        <p:tav tm="37461">
                                          <p:val>
                                            <p:fltVal val="339.44"/>
                                          </p:val>
                                        </p:tav>
                                        <p:tav tm="38502">
                                          <p:val>
                                            <p:fltVal val="346.89"/>
                                          </p:val>
                                        </p:tav>
                                        <p:tav tm="39542">
                                          <p:val>
                                            <p:fltVal val="352.48"/>
                                          </p:val>
                                        </p:tav>
                                        <p:tav tm="40583">
                                          <p:val>
                                            <p:fltVal val="356.66"/>
                                          </p:val>
                                        </p:tav>
                                        <p:tav tm="41623">
                                          <p:val>
                                            <p:fltVal val="359.75"/>
                                          </p:val>
                                        </p:tav>
                                        <p:tav tm="42664">
                                          <p:val>
                                            <p:fltVal val="362"/>
                                          </p:val>
                                        </p:tav>
                                        <p:tav tm="43704">
                                          <p:val>
                                            <p:fltVal val="363.58"/>
                                          </p:val>
                                        </p:tav>
                                        <p:tav tm="45786">
                                          <p:val>
                                            <p:fltVal val="365.22"/>
                                          </p:val>
                                        </p:tav>
                                        <p:tav tm="48907">
                                          <p:val>
                                            <p:fltVal val="365.11"/>
                                          </p:val>
                                        </p:tav>
                                        <p:tav tm="50989">
                                          <p:val>
                                            <p:fltVal val="363.91"/>
                                          </p:val>
                                        </p:tav>
                                        <p:tav tm="54110">
                                          <p:val>
                                            <p:fltVal val="361"/>
                                          </p:val>
                                        </p:tav>
                                        <p:tav tm="56191">
                                          <p:val>
                                            <p:fltVal val="357.5"/>
                                          </p:val>
                                        </p:tav>
                                        <p:tav tm="58273">
                                          <p:val>
                                            <p:fltVal val="355.11"/>
                                          </p:val>
                                        </p:tav>
                                        <p:tav tm="61394">
                                          <p:val>
                                            <p:fltVal val="353.73"/>
                                          </p:val>
                                        </p:tav>
                                        <p:tav tm="67638">
                                          <p:val>
                                            <p:fltVal val="353.07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9" dur="320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584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6584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6169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4957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3832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2862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2081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148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1026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686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431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43704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52029">
                                          <p:val>
                                            <p:strVal val="#ppt_x+0"/>
                                          </p:val>
                                        </p:tav>
                                        <p:tav tm="60354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72841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20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7758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7758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16639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1337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10336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7719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561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3989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2766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1848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527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369"/>
                                          </p:val>
                                        </p:tav>
                                        <p:tav tm="5202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469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522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320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29726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4353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5634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67396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7629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314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88311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2186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95092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8898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0969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1845"/>
                                          </p:val>
                                        </p:tav>
                                        <p:tav tm="5202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320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29726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4353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5634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67396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7629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314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88311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2186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95092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8898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0969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1845"/>
                                          </p:val>
                                        </p:tav>
                                        <p:tav tm="5202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20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1"/>
                                          </p:val>
                                        </p:tav>
                                        <p:tav tm="26015">
                                          <p:val>
                                            <p:fltVal val="-141"/>
                                          </p:val>
                                        </p:tav>
                                        <p:tav tm="27055">
                                          <p:val>
                                            <p:fltVal val="-154.8"/>
                                          </p:val>
                                        </p:tav>
                                        <p:tav tm="28096">
                                          <p:val>
                                            <p:fltVal val="-195.11"/>
                                          </p:val>
                                        </p:tav>
                                        <p:tav tm="29136">
                                          <p:val>
                                            <p:fltVal val="-232.53"/>
                                          </p:val>
                                        </p:tav>
                                        <p:tav tm="30177">
                                          <p:val>
                                            <p:fltVal val="-264.8"/>
                                          </p:val>
                                        </p:tav>
                                        <p:tav tm="31217">
                                          <p:val>
                                            <p:fltVal val="-290.78"/>
                                          </p:val>
                                        </p:tav>
                                        <p:tav tm="32258">
                                          <p:val>
                                            <p:fltVal val="-310.78"/>
                                          </p:val>
                                        </p:tav>
                                        <p:tav tm="33299">
                                          <p:val>
                                            <p:fltVal val="-325.87"/>
                                          </p:val>
                                        </p:tav>
                                        <p:tav tm="34339">
                                          <p:val>
                                            <p:fltVal val="-337.18"/>
                                          </p:val>
                                        </p:tav>
                                        <p:tav tm="35380">
                                          <p:val>
                                            <p:fltVal val="-345.67"/>
                                          </p:val>
                                        </p:tav>
                                        <p:tav tm="36420">
                                          <p:val>
                                            <p:fltVal val="-352.03"/>
                                          </p:val>
                                        </p:tav>
                                        <p:tav tm="37461">
                                          <p:val>
                                            <p:fltVal val="-356.78"/>
                                          </p:val>
                                        </p:tav>
                                        <p:tav tm="38502">
                                          <p:val>
                                            <p:fltVal val="-360.29"/>
                                          </p:val>
                                        </p:tav>
                                        <p:tav tm="39542">
                                          <p:val>
                                            <p:fltVal val="-362.83"/>
                                          </p:val>
                                        </p:tav>
                                        <p:tav tm="40583">
                                          <p:val>
                                            <p:fltVal val="-364.59"/>
                                          </p:val>
                                        </p:tav>
                                        <p:tav tm="41623">
                                          <p:val>
                                            <p:fltVal val="-365.74"/>
                                          </p:val>
                                        </p:tav>
                                        <p:tav tm="42664">
                                          <p:val>
                                            <p:fltVal val="-366.37"/>
                                          </p:val>
                                        </p:tav>
                                        <p:tav tm="44745">
                                          <p:val>
                                            <p:fltVal val="-366.47"/>
                                          </p:val>
                                        </p:tav>
                                        <p:tav tm="47867">
                                          <p:val>
                                            <p:fltVal val="-364.52"/>
                                          </p:val>
                                        </p:tav>
                                        <p:tav tm="52029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7" dur="320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904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9904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8927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7121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5466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4059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2938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208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1434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09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587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314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38502">
                                          <p:val>
                                            <p:strVal val="#ppt_x+0.00267"/>
                                          </p:val>
                                        </p:tav>
                                        <p:tav tm="41623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48907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61394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20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301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11301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0186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8124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6236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463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3351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2372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163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108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667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307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333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33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320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32399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46079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5861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69264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77751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4248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8913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2807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5558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9157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1103"/>
                                          </p:val>
                                        </p:tav>
                                        <p:tav tm="40583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320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32399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46079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5861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69264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77751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4248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8913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2807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5558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9157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1103"/>
                                          </p:val>
                                        </p:tav>
                                        <p:tav tm="40583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20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4"/>
                                          </p:val>
                                        </p:tav>
                                        <p:tav tm="22893">
                                          <p:val>
                                            <p:fltVal val="104"/>
                                          </p:val>
                                        </p:tav>
                                        <p:tav tm="23933">
                                          <p:val>
                                            <p:fltVal val="129.26"/>
                                          </p:val>
                                        </p:tav>
                                        <p:tav tm="24974">
                                          <p:val>
                                            <p:fltVal val="175.95"/>
                                          </p:val>
                                        </p:tav>
                                        <p:tav tm="26015">
                                          <p:val>
                                            <p:fltVal val="218.72"/>
                                          </p:val>
                                        </p:tav>
                                        <p:tav tm="27055">
                                          <p:val>
                                            <p:fltVal val="255.09"/>
                                          </p:val>
                                        </p:tav>
                                        <p:tav tm="28096">
                                          <p:val>
                                            <p:fltVal val="284.06"/>
                                          </p:val>
                                        </p:tav>
                                        <p:tav tm="29136">
                                          <p:val>
                                            <p:fltVal val="306.23"/>
                                          </p:val>
                                        </p:tav>
                                        <p:tav tm="30177">
                                          <p:val>
                                            <p:fltVal val="322.93"/>
                                          </p:val>
                                        </p:tav>
                                        <p:tav tm="31217">
                                          <p:val>
                                            <p:fltVal val="335.45"/>
                                          </p:val>
                                        </p:tav>
                                        <p:tav tm="32258">
                                          <p:val>
                                            <p:fltVal val="344.84"/>
                                          </p:val>
                                        </p:tav>
                                        <p:tav tm="33299">
                                          <p:val>
                                            <p:fltVal val="351.88"/>
                                          </p:val>
                                        </p:tav>
                                        <p:tav tm="34339">
                                          <p:val>
                                            <p:fltVal val="357.12"/>
                                          </p:val>
                                        </p:tav>
                                        <p:tav tm="35380">
                                          <p:val>
                                            <p:fltVal val="360.99"/>
                                          </p:val>
                                        </p:tav>
                                        <p:tav tm="36420">
                                          <p:val>
                                            <p:fltVal val="363.76"/>
                                          </p:val>
                                        </p:tav>
                                        <p:tav tm="37461">
                                          <p:val>
                                            <p:fltVal val="365.68"/>
                                          </p:val>
                                        </p:tav>
                                        <p:tav tm="38502">
                                          <p:val>
                                            <p:fltVal val="366.89"/>
                                          </p:val>
                                        </p:tav>
                                        <p:tav tm="39542">
                                          <p:val>
                                            <p:fltVal val="367.53"/>
                                          </p:val>
                                        </p:tav>
                                        <p:tav tm="41623">
                                          <p:val>
                                            <p:fltVal val="367.49"/>
                                          </p:val>
                                        </p:tav>
                                        <p:tav tm="44745">
                                          <p:val>
                                            <p:fltVal val="365.06"/>
                                          </p:val>
                                        </p:tav>
                                        <p:tav tm="47867">
                                          <p:val>
                                            <p:fltVal val="360.79"/>
                                          </p:val>
                                        </p:tav>
                                        <p:tav tm="48907">
                                          <p:val>
                                            <p:fltVal val="360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9313">
                                          <p:val>
                                            <p:fltVal val="354.46"/>
                                          </p:val>
                                        </p:tav>
                                        <p:tav tm="61394">
                                          <p:val>
                                            <p:fltVal val="353.73"/>
                                          </p:val>
                                        </p:tav>
                                        <p:tav tm="65557">
                                          <p:val>
                                            <p:fltVal val="353.17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5" dur="320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332"/>
                                          </p:val>
                                        </p:tav>
                                        <p:tav tm="19771">
                                          <p:val>
                                            <p:strVal val="#ppt_x-0.11332"/>
                                          </p:val>
                                        </p:tav>
                                        <p:tav tm="20812">
                                          <p:val>
                                            <p:strVal val="#ppt_x-0.09812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7768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5922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4374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3153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2222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1523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0998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0605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31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341"/>
                                          </p:val>
                                        </p:tav>
                                        <p:tav tm="40583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45786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61394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72841">
                                          <p:val>
                                            <p:strVal val="#ppt_x+0.00193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193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20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388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08388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07263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05749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4382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3236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2332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1643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46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320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3506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48586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6080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71051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7913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5294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89923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9339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79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1.00467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1745"/>
                                          </p:val>
                                        </p:tav>
                                        <p:tav tm="37461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320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3506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48586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6080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71051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7913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5294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89923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9339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79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1.00467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1745"/>
                                          </p:val>
                                        </p:tav>
                                        <p:tav tm="37461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20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3"/>
                                          </p:val>
                                        </p:tav>
                                        <p:tav tm="19771">
                                          <p:val>
                                            <p:fltVal val="133"/>
                                          </p:val>
                                        </p:tav>
                                        <p:tav tm="20812">
                                          <p:val>
                                            <p:fltVal val="115.16"/>
                                          </p:val>
                                        </p:tav>
                                        <p:tav tm="21852">
                                          <p:val>
                                            <p:fltVal val="91.17"/>
                                          </p:val>
                                        </p:tav>
                                        <p:tav tm="22893">
                                          <p:val>
                                            <p:fltVal val="69.51"/>
                                          </p:val>
                                        </p:tav>
                                        <p:tav tm="23933">
                                          <p:val>
                                            <p:fltVal val="51.34"/>
                                          </p:val>
                                        </p:tav>
                                        <p:tav tm="24974">
                                          <p:val>
                                            <p:fltVal val="37"/>
                                          </p:val>
                                        </p:tav>
                                        <p:tav tm="26015">
                                          <p:val>
                                            <p:fltVal val="26.08"/>
                                          </p:val>
                                        </p:tav>
                                        <p:tav tm="27055">
                                          <p:val>
                                            <p:fltVal val="17.87"/>
                                          </p:val>
                                        </p:tav>
                                        <p:tav tm="28096">
                                          <p:val>
                                            <p:fltVal val="11.71"/>
                                          </p:val>
                                        </p:tav>
                                        <p:tav tm="29136">
                                          <p:val>
                                            <p:fltVal val="7.1"/>
                                          </p:val>
                                        </p:tav>
                                        <p:tav tm="30177">
                                          <p:val>
                                            <p:fltVal val="3.64"/>
                                          </p:val>
                                        </p:tav>
                                        <p:tav tm="31217">
                                          <p:val>
                                            <p:fltVal val="1.06"/>
                                          </p:val>
                                        </p:tav>
                                        <p:tav tm="32258">
                                          <p:val>
                                            <p:fltVal val="-0.83"/>
                                          </p:val>
                                        </p:tav>
                                        <p:tav tm="34339">
                                          <p:val>
                                            <p:fltVal val="-3.09"/>
                                          </p:val>
                                        </p:tav>
                                        <p:tav tm="37461">
                                          <p:val>
                                            <p:fltVal val="-4"/>
                                          </p:val>
                                        </p:tav>
                                        <p:tav tm="40583">
                                          <p:val>
                                            <p:fltVal val="-3.08"/>
                                          </p:val>
                                        </p:tav>
                                        <p:tav tm="44745">
                                          <p:val>
                                            <p:fltVal val="-0.25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20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935"/>
                                          </p:val>
                                        </p:tav>
                                        <p:tav tm="16649">
                                          <p:val>
                                            <p:strVal val="#ppt_x-0.04935"/>
                                          </p:val>
                                        </p:tav>
                                        <p:tav tm="18730">
                                          <p:val>
                                            <p:strVal val="#ppt_x-0.03221"/>
                                          </p:val>
                                        </p:tav>
                                        <p:tav tm="19771">
                                          <p:val>
                                            <p:strVal val="#ppt_x-0.0244"/>
                                          </p:val>
                                        </p:tav>
                                        <p:tav tm="20812">
                                          <p:val>
                                            <p:strVal val="#ppt_x-0.01793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1287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0614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41623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384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546"/>
                                          </p:val>
                                        </p:tav>
                                        <p:tav tm="63476">
                                          <p:val>
                                            <p:strVal val="#ppt_x-0.00655"/>
                                          </p:val>
                                        </p:tav>
                                        <p:tav tm="70760">
                                          <p:val>
                                            <p:strVal val="#ppt_x-0.0069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691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20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788"/>
                                          </p:val>
                                        </p:tav>
                                        <p:tav tm="16649">
                                          <p:val>
                                            <p:strVal val="#ppt_y-0.26788"/>
                                          </p:val>
                                        </p:tav>
                                        <p:tav tm="17690">
                                          <p:val>
                                            <p:strVal val="#ppt_y-0.2225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17485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1324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09728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06982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4897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3332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2158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1278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0618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29136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653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604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20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5104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62927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72759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80448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86283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9066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93951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8262"/>
                                          </p:val>
                                        </p:tav>
                                        <p:tav tm="29136">
                                          <p:val>
                                            <p:strVal val="#ppt_w*1.00633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182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2246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320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5104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62927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72759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80448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86283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9066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93951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8262"/>
                                          </p:val>
                                        </p:tav>
                                        <p:tav tm="29136">
                                          <p:val>
                                            <p:strVal val="#ppt_h*1.00633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182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2246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320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0"/>
                                          </p:val>
                                        </p:tav>
                                        <p:tav tm="16649">
                                          <p:val>
                                            <p:fltVal val="-170"/>
                                          </p:val>
                                        </p:tav>
                                        <p:tav tm="17690">
                                          <p:val>
                                            <p:fltVal val="-141.2"/>
                                          </p:val>
                                        </p:tav>
                                        <p:tav tm="18730">
                                          <p:val>
                                            <p:fltVal val="-110.97"/>
                                          </p:val>
                                        </p:tav>
                                        <p:tav tm="19771">
                                          <p:val>
                                            <p:fltVal val="-84.03"/>
                                          </p:val>
                                        </p:tav>
                                        <p:tav tm="20812">
                                          <p:val>
                                            <p:fltVal val="-61.75"/>
                                          </p:val>
                                        </p:tav>
                                        <p:tav tm="21852">
                                          <p:val>
                                            <p:fltVal val="-44.32"/>
                                          </p:val>
                                        </p:tav>
                                        <p:tav tm="22893">
                                          <p:val>
                                            <p:fltVal val="-31.09"/>
                                          </p:val>
                                        </p:tav>
                                        <p:tav tm="23933">
                                          <p:val>
                                            <p:fltVal val="-21.16"/>
                                          </p:val>
                                        </p:tav>
                                        <p:tav tm="24974">
                                          <p:val>
                                            <p:fltVal val="-13.71"/>
                                          </p:val>
                                        </p:tav>
                                        <p:tav tm="26015">
                                          <p:val>
                                            <p:fltVal val="-8.12"/>
                                          </p:val>
                                        </p:tav>
                                        <p:tav tm="27055">
                                          <p:val>
                                            <p:fltVal val="-3.94"/>
                                          </p:val>
                                        </p:tav>
                                        <p:tav tm="28096">
                                          <p:val>
                                            <p:fltVal val="-0.83"/>
                                          </p:val>
                                        </p:tav>
                                        <p:tav tm="29136">
                                          <p:val>
                                            <p:fltVal val="1.44"/>
                                          </p:val>
                                        </p:tav>
                                        <p:tav tm="31217">
                                          <p:val>
                                            <p:fltVal val="4.13"/>
                                          </p:val>
                                        </p:tav>
                                        <p:tav tm="32258">
                                          <p:val>
                                            <p:fltVal val="4.78"/>
                                          </p:val>
                                        </p:tav>
                                        <p:tav tm="34339">
                                          <p:val>
                                            <p:fltVal val="5.09"/>
                                          </p:val>
                                        </p:tav>
                                        <p:tav tm="37461">
                                          <p:val>
                                            <p:fltVal val="3.81"/>
                                          </p:val>
                                        </p:tav>
                                        <p:tav tm="41623">
                                          <p:val>
                                            <p:fltVal val="0.1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9313">
                                          <p:val>
                                            <p:fltVal val="-5.54"/>
                                          </p:val>
                                        </p:tav>
                                        <p:tav tm="62435">
                                          <p:val>
                                            <p:fltVal val="-6.48"/>
                                          </p:val>
                                        </p:tav>
                                        <p:tav tm="68678">
                                          <p:val>
                                            <p:fltVal val="-6.96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320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413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4413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2887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2187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1608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1154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551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42664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53070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337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481"/>
                                          </p:val>
                                        </p:tav>
                                        <p:tav tm="63476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0760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511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94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74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320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258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29258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2435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9142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145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10657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7649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5367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3653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2367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0681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824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879"/>
                                          </p:val>
                                        </p:tav>
                                        <p:tav tm="50989">
                                          <p:val>
                                            <p:strVal val="#ppt_y+0.0066"/>
                                          </p:val>
                                        </p:tav>
                                        <p:tav tm="56191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033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384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2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8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20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50929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62828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72679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0387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86237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0631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93926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8247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0626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1817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.02246"/>
                                          </p:val>
                                        </p:tav>
                                        <p:tav tm="56191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20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50929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62828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72679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0387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86237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0631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93926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8247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0626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1817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.02246"/>
                                          </p:val>
                                        </p:tav>
                                        <p:tav tm="56191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20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3"/>
                                          </p:val>
                                        </p:tav>
                                        <p:tav tm="30177">
                                          <p:val>
                                            <p:fltVal val="-153"/>
                                          </p:val>
                                        </p:tav>
                                        <p:tav tm="31217">
                                          <p:val>
                                            <p:fltVal val="-187.72"/>
                                          </p:val>
                                        </p:tav>
                                        <p:tav tm="32258">
                                          <p:val>
                                            <p:fltVal val="-224.56"/>
                                          </p:val>
                                        </p:tav>
                                        <p:tav tm="33299">
                                          <p:val>
                                            <p:fltVal val="-257.4"/>
                                          </p:val>
                                        </p:tav>
                                        <p:tav tm="34339">
                                          <p:val>
                                            <p:fltVal val="-284.59"/>
                                          </p:val>
                                        </p:tav>
                                        <p:tav tm="35380">
                                          <p:val>
                                            <p:fltVal val="-305.87"/>
                                          </p:val>
                                        </p:tav>
                                        <p:tav tm="36420">
                                          <p:val>
                                            <p:fltVal val="-322.01"/>
                                          </p:val>
                                        </p:tav>
                                        <p:tav tm="37461">
                                          <p:val>
                                            <p:fltVal val="-334.14"/>
                                          </p:val>
                                        </p:tav>
                                        <p:tav tm="38502">
                                          <p:val>
                                            <p:fltVal val="-343.23"/>
                                          </p:val>
                                        </p:tav>
                                        <p:tav tm="39542">
                                          <p:val>
                                            <p:fltVal val="-350.06"/>
                                          </p:val>
                                        </p:tav>
                                        <p:tav tm="40583">
                                          <p:val>
                                            <p:fltVal val="-355.16"/>
                                          </p:val>
                                        </p:tav>
                                        <p:tav tm="41623">
                                          <p:val>
                                            <p:fltVal val="-358.95"/>
                                          </p:val>
                                        </p:tav>
                                        <p:tav tm="42664">
                                          <p:val>
                                            <p:fltVal val="-361.73"/>
                                          </p:val>
                                        </p:tav>
                                        <p:tav tm="43704">
                                          <p:val>
                                            <p:fltVal val="-363.69"/>
                                          </p:val>
                                        </p:tav>
                                        <p:tav tm="44745">
                                          <p:val>
                                            <p:fltVal val="-365.01"/>
                                          </p:val>
                                        </p:tav>
                                        <p:tav tm="46826">
                                          <p:val>
                                            <p:fltVal val="-366.18"/>
                                          </p:val>
                                        </p:tav>
                                        <p:tav tm="49948">
                                          <p:val>
                                            <p:fltVal val="-365.39"/>
                                          </p:val>
                                        </p:tav>
                                        <p:tav tm="52029">
                                          <p:val>
                                            <p:fltVal val="-363.73"/>
                                          </p:val>
                                        </p:tav>
                                        <p:tav tm="54110">
                                          <p:val>
                                            <p:fltVal val="-361.46"/>
                                          </p:val>
                                        </p:tav>
                                        <p:tav tm="55151">
                                          <p:val>
                                            <p:fltVal val="-360.98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2435">
                                          <p:val>
                                            <p:fltVal val="-366.48"/>
                                          </p:val>
                                        </p:tav>
                                        <p:tav tm="68678">
                                          <p:val>
                                            <p:fltVal val="-366.96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7" dur="320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608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3608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3547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2245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169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884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617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267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33"/>
                                          </p:val>
                                        </p:tav>
                                        <p:tav tm="60354">
                                          <p:val>
                                            <p:strVal val="#ppt_x-0.00405"/>
                                          </p:val>
                                        </p:tav>
                                        <p:tav tm="70760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320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1729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31729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31188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25297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1974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4857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0866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7767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5423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3663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2344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1354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0614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333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8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955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897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691"/>
                                          </p:val>
                                        </p:tav>
                                        <p:tav tm="5202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0234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034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399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201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8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20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26278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53337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64877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74311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163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87177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1335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94454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8543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0782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.02251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.01627"/>
                                          </p:val>
                                        </p:tav>
                                        <p:tav tm="5202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20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26278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53337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64877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74311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163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87177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1335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94454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8543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0782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.02251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5202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320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"/>
                                          </p:val>
                                        </p:tav>
                                        <p:tav tm="26015">
                                          <p:val>
                                            <p:fltVal val="116"/>
                                          </p:val>
                                        </p:tav>
                                        <p:tav tm="27055">
                                          <p:val>
                                            <p:fltVal val="120.16"/>
                                          </p:val>
                                        </p:tav>
                                        <p:tav tm="28096">
                                          <p:val>
                                            <p:fltVal val="165.45"/>
                                          </p:val>
                                        </p:tav>
                                        <p:tav tm="29136">
                                          <p:val>
                                            <p:fltVal val="208.19"/>
                                          </p:val>
                                        </p:tav>
                                        <p:tav tm="30177">
                                          <p:val>
                                            <p:fltVal val="245.73"/>
                                          </p:val>
                                        </p:tav>
                                        <p:tav tm="31217">
                                          <p:val>
                                            <p:fltVal val="276.42"/>
                                          </p:val>
                                        </p:tav>
                                        <p:tav tm="32258">
                                          <p:val>
                                            <p:fltVal val="300.25"/>
                                          </p:val>
                                        </p:tav>
                                        <p:tav tm="33299">
                                          <p:val>
                                            <p:fltVal val="318.28"/>
                                          </p:val>
                                        </p:tav>
                                        <p:tav tm="34339">
                                          <p:val>
                                            <p:fltVal val="331.81"/>
                                          </p:val>
                                        </p:tav>
                                        <p:tav tm="35380">
                                          <p:val>
                                            <p:fltVal val="341.96"/>
                                          </p:val>
                                        </p:tav>
                                        <p:tav tm="36420">
                                          <p:val>
                                            <p:fltVal val="349.57"/>
                                          </p:val>
                                        </p:tav>
                                        <p:tav tm="37461">
                                          <p:val>
                                            <p:fltVal val="355.26"/>
                                          </p:val>
                                        </p:tav>
                                        <p:tav tm="38502">
                                          <p:val>
                                            <p:fltVal val="359.48"/>
                                          </p:val>
                                        </p:tav>
                                        <p:tav tm="39542">
                                          <p:val>
                                            <p:fltVal val="362.54"/>
                                          </p:val>
                                        </p:tav>
                                        <p:tav tm="40583">
                                          <p:val>
                                            <p:fltVal val="364.7"/>
                                          </p:val>
                                        </p:tav>
                                        <p:tav tm="41623">
                                          <p:val>
                                            <p:fltVal val="366.13"/>
                                          </p:val>
                                        </p:tav>
                                        <p:tav tm="42664">
                                          <p:val>
                                            <p:fltVal val="366.97"/>
                                          </p:val>
                                        </p:tav>
                                        <p:tav tm="44745">
                                          <p:val>
                                            <p:fltVal val="367.27"/>
                                          </p:val>
                                        </p:tav>
                                        <p:tav tm="47867">
                                          <p:val>
                                            <p:fltVal val="365.29"/>
                                          </p:val>
                                        </p:tav>
                                        <p:tav tm="52029">
                                          <p:val>
                                            <p:fltVal val="360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8273">
                                          <p:val>
                                            <p:fltVal val="355.11"/>
                                          </p:val>
                                        </p:tav>
                                        <p:tav tm="61394">
                                          <p:val>
                                            <p:fltVal val="353.73"/>
                                          </p:val>
                                        </p:tav>
                                        <p:tav tm="66597">
                                          <p:val>
                                            <p:fltVal val="353.11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5" dur="320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93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0393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00372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286"/>
                                          </p:val>
                                        </p:tav>
                                        <p:tav tm="65557">
                                          <p:val>
                                            <p:strVal val="#ppt_x-0.00356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365"/>
                                          </p:val>
                                        </p:tav>
                                        <p:tav tm="89490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320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702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21702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20556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16553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2822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9592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6982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497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3451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231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1458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817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645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456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66597">
                                          <p:val>
                                            <p:strVal val="#ppt_y-0.00554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562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20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28961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4279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5568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66848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7586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2818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88066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2002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4954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8821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0929"/>
                                          </p:val>
                                        </p:tav>
                                        <p:tav tm="40583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20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28961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4279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5568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66848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7586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2818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88066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2002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4954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8821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0929"/>
                                          </p:val>
                                        </p:tav>
                                        <p:tav tm="40583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20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1"/>
                                          </p:val>
                                        </p:tav>
                                        <p:tav tm="22893">
                                          <p:val>
                                            <p:fltVal val="121"/>
                                          </p:val>
                                        </p:tav>
                                        <p:tav tm="23933">
                                          <p:val>
                                            <p:fltVal val="114.61"/>
                                          </p:val>
                                        </p:tav>
                                        <p:tav tm="24974">
                                          <p:val>
                                            <p:fltVal val="92.29"/>
                                          </p:val>
                                        </p:tav>
                                        <p:tav tm="26015">
                                          <p:val>
                                            <p:fltVal val="71.49"/>
                                          </p:val>
                                        </p:tav>
                                        <p:tav tm="27055">
                                          <p:val>
                                            <p:fltVal val="53.49"/>
                                          </p:val>
                                        </p:tav>
                                        <p:tav tm="28096">
                                          <p:val>
                                            <p:fltVal val="38.94"/>
                                          </p:val>
                                        </p:tav>
                                        <p:tav tm="29136">
                                          <p:val>
                                            <p:fltVal val="27.72"/>
                                          </p:val>
                                        </p:tav>
                                        <p:tav tm="30177">
                                          <p:val>
                                            <p:fltVal val="19.25"/>
                                          </p:val>
                                        </p:tav>
                                        <p:tav tm="31217">
                                          <p:val>
                                            <p:fltVal val="12.9"/>
                                          </p:val>
                                        </p:tav>
                                        <p:tav tm="32258">
                                          <p:val>
                                            <p:fltVal val="8.14"/>
                                          </p:val>
                                        </p:tav>
                                        <p:tav tm="33299">
                                          <p:val>
                                            <p:fltVal val="4.57"/>
                                          </p:val>
                                        </p:tav>
                                        <p:tav tm="34339">
                                          <p:val>
                                            <p:fltVal val="1.9"/>
                                          </p:val>
                                        </p:tav>
                                        <p:tav tm="36420">
                                          <p:val>
                                            <p:fltVal val="-1.5"/>
                                          </p:val>
                                        </p:tav>
                                        <p:tav tm="38502">
                                          <p:val>
                                            <p:fltVal val="-3.14"/>
                                          </p:val>
                                        </p:tav>
                                        <p:tav tm="41623">
                                          <p:val>
                                            <p:fltVal val="-3.58"/>
                                          </p:val>
                                        </p:tav>
                                        <p:tav tm="44745">
                                          <p:val>
                                            <p:fltVal val="-2.53"/>
                                          </p:val>
                                        </p:tav>
                                        <p:tav tm="48907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3" dur="320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484"/>
                                          </p:val>
                                        </p:tav>
                                        <p:tav tm="19771">
                                          <p:val>
                                            <p:strVal val="#ppt_x+0.03484"/>
                                          </p:val>
                                        </p:tav>
                                        <p:tav tm="20812">
                                          <p:val>
                                            <p:strVal val="#ppt_x+0.03175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1952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01452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1052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0746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0515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45786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184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8949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320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537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22537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20543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1642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12629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9393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6807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4824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3331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2212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1372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742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323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605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65557">
                                          <p:val>
                                            <p:strVal val="#ppt_y-0.0055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569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20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31637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4535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5797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68738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77343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3939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88907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92633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5427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908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1065"/>
                                          </p:val>
                                        </p:tav>
                                        <p:tav tm="37461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20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31637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4535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5797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68738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77343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3939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88907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92633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5427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908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1065"/>
                                          </p:val>
                                        </p:tav>
                                        <p:tav tm="37461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320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"/>
                                          </p:val>
                                        </p:tav>
                                        <p:tav tm="19771">
                                          <p:val>
                                            <p:fltVal val="-158"/>
                                          </p:val>
                                        </p:tav>
                                        <p:tav tm="20812">
                                          <p:val>
                                            <p:fltVal val="-144.02"/>
                                          </p:val>
                                        </p:tav>
                                        <p:tav tm="21852">
                                          <p:val>
                                            <p:fltVal val="-115.12"/>
                                          </p:val>
                                        </p:tav>
                                        <p:tav tm="22893">
                                          <p:val>
                                            <p:fltVal val="-88.54"/>
                                          </p:val>
                                        </p:tav>
                                        <p:tav tm="23933">
                                          <p:val>
                                            <p:fltVal val="-65.86"/>
                                          </p:val>
                                        </p:tav>
                                        <p:tav tm="24974">
                                          <p:val>
                                            <p:fltVal val="-47.73"/>
                                          </p:val>
                                        </p:tav>
                                        <p:tav tm="26015">
                                          <p:val>
                                            <p:fltVal val="-33.83"/>
                                          </p:val>
                                        </p:tav>
                                        <p:tav tm="27055">
                                          <p:val>
                                            <p:fltVal val="-23.37"/>
                                          </p:val>
                                        </p:tav>
                                        <p:tav tm="28096">
                                          <p:val>
                                            <p:fltVal val="-15.52"/>
                                          </p:val>
                                        </p:tav>
                                        <p:tav tm="29136">
                                          <p:val>
                                            <p:fltVal val="-9.63"/>
                                          </p:val>
                                        </p:tav>
                                        <p:tav tm="30177">
                                          <p:val>
                                            <p:fltVal val="-5.22"/>
                                          </p:val>
                                        </p:tav>
                                        <p:tav tm="31217">
                                          <p:val>
                                            <p:fltVal val="-1.93"/>
                                          </p:val>
                                        </p:tav>
                                        <p:tav tm="32258">
                                          <p:val>
                                            <p:fltVal val="0.5"/>
                                          </p:val>
                                        </p:tav>
                                        <p:tav tm="33299">
                                          <p:val>
                                            <p:fltVal val="2.24"/>
                                          </p:val>
                                        </p:tav>
                                        <p:tav tm="35380">
                                          <p:val>
                                            <p:fltVal val="4.22"/>
                                          </p:val>
                                        </p:tav>
                                        <p:tav tm="38502">
                                          <p:val>
                                            <p:fltVal val="4.63"/>
                                          </p:val>
                                        </p:tav>
                                        <p:tav tm="41623">
                                          <p:val>
                                            <p:fltVal val="3.16"/>
                                          </p:val>
                                        </p:tav>
                                        <p:tav tm="45786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60354">
                                          <p:val>
                                            <p:fltVal val="-5.9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1" dur="320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235"/>
                                          </p:val>
                                        </p:tav>
                                        <p:tav tm="16649">
                                          <p:val>
                                            <p:strVal val="#ppt_x+0.07235"/>
                                          </p:val>
                                        </p:tav>
                                        <p:tav tm="17690">
                                          <p:val>
                                            <p:strVal val="#ppt_x+0.06338"/>
                                          </p:val>
                                        </p:tav>
                                        <p:tav tm="18730">
                                          <p:val>
                                            <p:strVal val="#ppt_x+0.05029"/>
                                          </p:val>
                                        </p:tav>
                                        <p:tav tm="19771">
                                          <p:val>
                                            <p:strVal val="#ppt_x+0.03841"/>
                                          </p:val>
                                        </p:tav>
                                        <p:tav tm="20812">
                                          <p:val>
                                            <p:strVal val="#ppt_x+0.02841"/>
                                          </p:val>
                                        </p:tav>
                                        <p:tav tm="21852">
                                          <p:val>
                                            <p:strVal val="#ppt_x+0.0205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1447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00993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0653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0398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42664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60354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72841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89490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20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723"/>
                                          </p:val>
                                        </p:tav>
                                        <p:tav tm="16649">
                                          <p:val>
                                            <p:strVal val="#ppt_y-0.20723"/>
                                          </p:val>
                                        </p:tav>
                                        <p:tav tm="17690">
                                          <p:val>
                                            <p:strVal val="#ppt_y-0.18152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14402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11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08136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05871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4142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2843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1868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113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29136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478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626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488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68678">
                                          <p:val>
                                            <p:strVal val="#ppt_y-0.00578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581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20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w*0.25"/>
                                          </p:val>
                                        </p:tav>
                                        <p:tav tm="17690">
                                          <p:val>
                                            <p:strVal val="#ppt_w*0.34302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47874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60186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70549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78747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85001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89704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9323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7857"/>
                                          </p:val>
                                        </p:tav>
                                        <p:tav tm="29136">
                                          <p:val>
                                            <p:strVal val="#ppt_w*1.00417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1722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2255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20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6649">
                                          <p:val>
                                            <p:strVal val="#ppt_h*0.25"/>
                                          </p:val>
                                        </p:tav>
                                        <p:tav tm="17690">
                                          <p:val>
                                            <p:strVal val="#ppt_h*0.34302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47874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60186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70549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78747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85001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89704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9323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7857"/>
                                          </p:val>
                                        </p:tav>
                                        <p:tav tm="29136">
                                          <p:val>
                                            <p:strVal val="#ppt_h*1.00417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1722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2255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320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5"/>
                                          </p:val>
                                        </p:tav>
                                        <p:tav tm="16649">
                                          <p:val>
                                            <p:fltVal val="-165"/>
                                          </p:val>
                                        </p:tav>
                                        <p:tav tm="17690">
                                          <p:val>
                                            <p:fltVal val="-189.18"/>
                                          </p:val>
                                        </p:tav>
                                        <p:tav tm="18730">
                                          <p:val>
                                            <p:fltVal val="-224.47"/>
                                          </p:val>
                                        </p:tav>
                                        <p:tav tm="19771">
                                          <p:val>
                                            <p:fltVal val="-256.48"/>
                                          </p:val>
                                        </p:tav>
                                        <p:tav tm="20812">
                                          <p:val>
                                            <p:fltVal val="-283.43"/>
                                          </p:val>
                                        </p:tav>
                                        <p:tav tm="21852">
                                          <p:val>
                                            <p:fltVal val="-304.74"/>
                                          </p:val>
                                        </p:tav>
                                        <p:tav tm="22893">
                                          <p:val>
                                            <p:fltVal val="-321"/>
                                          </p:val>
                                        </p:tav>
                                        <p:tav tm="23933">
                                          <p:val>
                                            <p:fltVal val="-333.23"/>
                                          </p:val>
                                        </p:tav>
                                        <p:tav tm="24974">
                                          <p:val>
                                            <p:fltVal val="-342.4"/>
                                          </p:val>
                                        </p:tav>
                                        <p:tav tm="26015">
                                          <p:val>
                                            <p:fltVal val="-349.28"/>
                                          </p:val>
                                        </p:tav>
                                        <p:tav tm="27055">
                                          <p:val>
                                            <p:fltVal val="-354.43"/>
                                          </p:val>
                                        </p:tav>
                                        <p:tav tm="28096">
                                          <p:val>
                                            <p:fltVal val="-358.27"/>
                                          </p:val>
                                        </p:tav>
                                        <p:tav tm="29136">
                                          <p:val>
                                            <p:fltVal val="-361.08"/>
                                          </p:val>
                                        </p:tav>
                                        <p:tav tm="30177">
                                          <p:val>
                                            <p:fltVal val="-363.1"/>
                                          </p:val>
                                        </p:tav>
                                        <p:tav tm="31217">
                                          <p:val>
                                            <p:fltVal val="-364.48"/>
                                          </p:val>
                                        </p:tav>
                                        <p:tav tm="33299">
                                          <p:val>
                                            <p:fltVal val="-365.78"/>
                                          </p:val>
                                        </p:tav>
                                        <p:tav tm="36420">
                                          <p:val>
                                            <p:fltVal val="-365.22"/>
                                          </p:val>
                                        </p:tav>
                                        <p:tav tm="38502">
                                          <p:val>
                                            <p:fltVal val="-363.74"/>
                                          </p:val>
                                        </p:tav>
                                        <p:tav tm="41623">
                                          <p:val>
                                            <p:fltVal val="-360.43"/>
                                          </p:val>
                                        </p:tav>
                                        <p:tav tm="42664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67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9" dur="320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083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11083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9727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772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5899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4365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315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2224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1527"/>
                                          </p:val>
                                        </p:tav>
                                        <p:tav tm="38502">
                                          <p:val>
                                            <p:strVal val="#ppt_x+0.01005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613"/>
                                          </p:val>
                                        </p:tav>
                                        <p:tav tm="40583">
                                          <p:val>
                                            <p:strVal val="#ppt_x+0.00319"/>
                                          </p:val>
                                        </p:tav>
                                        <p:tav tm="42664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44745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47867">
                                          <p:val>
                                            <p:strVal val="#ppt_x-0.00333"/>
                                          </p:val>
                                        </p:tav>
                                        <p:tav tm="50989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56191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58273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90531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320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3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43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25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9961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761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563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4063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2867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1968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0788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0409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56191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423"/>
                                          </p:val>
                                        </p:tav>
                                        <p:tav tm="69719">
                                          <p:val>
                                            <p:strVal val="#ppt_y-0.0053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537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20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25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3417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4775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60082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70464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78682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84952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89667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93202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7842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0409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1718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.02255"/>
                                          </p:val>
                                        </p:tav>
                                        <p:tav tm="56191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20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25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3417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4775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60082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70464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78682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84952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89667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93202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7842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0409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1718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.02255"/>
                                          </p:val>
                                        </p:tav>
                                        <p:tav tm="56191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320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"/>
                                          </p:val>
                                        </p:tav>
                                        <p:tav tm="30177">
                                          <p:val>
                                            <p:fltVal val="128"/>
                                          </p:val>
                                        </p:tav>
                                        <p:tav tm="31217">
                                          <p:val>
                                            <p:fltVal val="156.38"/>
                                          </p:val>
                                        </p:tav>
                                        <p:tav tm="32258">
                                          <p:val>
                                            <p:fltVal val="198.39"/>
                                          </p:val>
                                        </p:tav>
                                        <p:tav tm="33299">
                                          <p:val>
                                            <p:fltVal val="236.52"/>
                                          </p:val>
                                        </p:tav>
                                        <p:tav tm="34339">
                                          <p:val>
                                            <p:fltVal val="268.64"/>
                                          </p:val>
                                        </p:tav>
                                        <p:tav tm="35380">
                                          <p:val>
                                            <p:fltVal val="294.05"/>
                                          </p:val>
                                        </p:tav>
                                        <p:tav tm="36420">
                                          <p:val>
                                            <p:fltVal val="313.45"/>
                                          </p:val>
                                        </p:tav>
                                        <p:tav tm="37461">
                                          <p:val>
                                            <p:fltVal val="328.04"/>
                                          </p:val>
                                        </p:tav>
                                        <p:tav tm="38502">
                                          <p:val>
                                            <p:fltVal val="338.97"/>
                                          </p:val>
                                        </p:tav>
                                        <p:tav tm="39542">
                                          <p:val>
                                            <p:fltVal val="347.18"/>
                                          </p:val>
                                        </p:tav>
                                        <p:tav tm="40583">
                                          <p:val>
                                            <p:fltVal val="353.32"/>
                                          </p:val>
                                        </p:tav>
                                        <p:tav tm="41623">
                                          <p:val>
                                            <p:fltVal val="357.9"/>
                                          </p:val>
                                        </p:tav>
                                        <p:tav tm="42664">
                                          <p:val>
                                            <p:fltVal val="361.26"/>
                                          </p:val>
                                        </p:tav>
                                        <p:tav tm="43704">
                                          <p:val>
                                            <p:fltVal val="363.67"/>
                                          </p:val>
                                        </p:tav>
                                        <p:tav tm="44745">
                                          <p:val>
                                            <p:fltVal val="365.32"/>
                                          </p:val>
                                        </p:tav>
                                        <p:tav tm="45786">
                                          <p:val>
                                            <p:fltVal val="366.34"/>
                                          </p:val>
                                        </p:tav>
                                        <p:tav tm="46826">
                                          <p:val>
                                            <p:fltVal val="366.87"/>
                                          </p:val>
                                        </p:tav>
                                        <p:tav tm="48907">
                                          <p:val>
                                            <p:fltVal val="366.74"/>
                                          </p:val>
                                        </p:tav>
                                        <p:tav tm="50989">
                                          <p:val>
                                            <p:fltVal val="365.44"/>
                                          </p:val>
                                        </p:tav>
                                        <p:tav tm="53070">
                                          <p:val>
                                            <p:fltVal val="363.29"/>
                                          </p:val>
                                        </p:tav>
                                        <p:tav tm="54110">
                                          <p:val>
                                            <p:fltVal val="361.98"/>
                                          </p:val>
                                        </p:tav>
                                        <p:tav tm="56191">
                                          <p:val>
                                            <p:fltVal val="357.5"/>
                                          </p:val>
                                        </p:tav>
                                        <p:tav tm="58273">
                                          <p:val>
                                            <p:fltVal val="355.11"/>
                                          </p:val>
                                        </p:tav>
                                        <p:tav tm="62435">
                                          <p:val>
                                            <p:fltVal val="353.52"/>
                                          </p:val>
                                        </p:tav>
                                        <p:tav tm="68678">
                                          <p:val>
                                            <p:fltVal val="353.04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7" dur="320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3028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13028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10974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8646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6561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4829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3471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2439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1664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1082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0646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38502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39542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41623">
                                          <p:val>
                                            <p:strVal val="#ppt_x-0.00312"/>
                                          </p:val>
                                        </p:tav>
                                        <p:tav tm="44745">
                                          <p:val>
                                            <p:strVal val="#ppt_x-0.00391"/>
                                          </p:val>
                                        </p:tav>
                                        <p:tav tm="47867">
                                          <p:val>
                                            <p:strVal val="#ppt_x-0.00296"/>
                                          </p:val>
                                        </p:tav>
                                        <p:tav tm="52029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60354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90531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320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05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5057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2546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1873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1346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945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0431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053"/>
                                          </p:val>
                                        </p:tav>
                                        <p:tav tm="70760">
                                          <p:val>
                                            <p:strVal val="#ppt_y-0.00623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624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20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368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50231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62228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72198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0018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85959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042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93769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816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0579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1796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2249"/>
                                          </p:val>
                                        </p:tav>
                                        <p:tav tm="53070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20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368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50231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62228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72198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0018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85959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042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93769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816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0579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1796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2249"/>
                                          </p:val>
                                        </p:tav>
                                        <p:tav tm="53070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320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1"/>
                                          </p:val>
                                        </p:tav>
                                        <p:tav tm="27055">
                                          <p:val>
                                            <p:fltVal val="-91"/>
                                          </p:val>
                                        </p:tav>
                                        <p:tav tm="28096">
                                          <p:val>
                                            <p:fltVal val="-133.41"/>
                                          </p:val>
                                        </p:tav>
                                        <p:tav tm="29136">
                                          <p:val>
                                            <p:fltVal val="-181.49"/>
                                          </p:val>
                                        </p:tav>
                                        <p:tav tm="30177">
                                          <p:val>
                                            <p:fltVal val="-224.53"/>
                                          </p:val>
                                        </p:tav>
                                        <p:tav tm="31217">
                                          <p:val>
                                            <p:fltVal val="-260.28"/>
                                          </p:val>
                                        </p:tav>
                                        <p:tav tm="32258">
                                          <p:val>
                                            <p:fltVal val="-288.33"/>
                                          </p:val>
                                        </p:tav>
                                        <p:tav tm="33299">
                                          <p:val>
                                            <p:fltVal val="-309.64"/>
                                          </p:val>
                                        </p:tav>
                                        <p:tav tm="34339">
                                          <p:val>
                                            <p:fltVal val="-325.65"/>
                                          </p:val>
                                        </p:tav>
                                        <p:tav tm="35380">
                                          <p:val>
                                            <p:fltVal val="-337.65"/>
                                          </p:val>
                                        </p:tav>
                                        <p:tav tm="36420">
                                          <p:val>
                                            <p:fltVal val="-346.66"/>
                                          </p:val>
                                        </p:tav>
                                        <p:tav tm="37461">
                                          <p:val>
                                            <p:fltVal val="-353.4"/>
                                          </p:val>
                                        </p:tav>
                                        <p:tav tm="38502">
                                          <p:val>
                                            <p:fltVal val="-358.41"/>
                                          </p:val>
                                        </p:tav>
                                        <p:tav tm="39542">
                                          <p:val>
                                            <p:fltVal val="-362.08"/>
                                          </p:val>
                                        </p:tav>
                                        <p:tav tm="40583">
                                          <p:val>
                                            <p:fltVal val="-364.68"/>
                                          </p:val>
                                        </p:tav>
                                        <p:tav tm="41623">
                                          <p:val>
                                            <p:fltVal val="-366.44"/>
                                          </p:val>
                                        </p:tav>
                                        <p:tav tm="43704">
                                          <p:val>
                                            <p:fltVal val="-368.02"/>
                                          </p:val>
                                        </p:tav>
                                        <p:tav tm="44745">
                                          <p:val>
                                            <p:fltVal val="-368.07"/>
                                          </p:val>
                                        </p:tav>
                                        <p:tav tm="46826">
                                          <p:val>
                                            <p:fltVal val="-367.05"/>
                                          </p:val>
                                        </p:tav>
                                        <p:tav tm="48907">
                                          <p:val>
                                            <p:fltVal val="-364.92"/>
                                          </p:val>
                                        </p:tav>
                                        <p:tav tm="52029">
                                          <p:val>
                                            <p:fltVal val="-360.28"/>
                                          </p:val>
                                        </p:tav>
                                        <p:tav tm="53070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" dur="320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4063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14063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13968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11353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8878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6694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4903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3509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2454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1662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1068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0622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35"/>
                                          </p:val>
                                        </p:tav>
                                        <p:tav tm="41623">
                                          <p:val>
                                            <p:strVal val="#ppt_x-0.0042"/>
                                          </p:val>
                                        </p:tav>
                                        <p:tav tm="44745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48907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60354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90531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320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567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3542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2251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1696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0888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6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0377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70760">
                                          <p:val>
                                            <p:strVal val="#ppt_y-0.0054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546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20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25511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52654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64299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73853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128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86913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1138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4306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846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0739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1867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2238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20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25511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52654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64299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73853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128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86913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1138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4306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846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0739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1867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2238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20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6"/>
                                          </p:val>
                                        </p:tav>
                                        <p:tav tm="22893">
                                          <p:val>
                                            <p:fltVal val="-146"/>
                                          </p:val>
                                        </p:tav>
                                        <p:tav tm="23933">
                                          <p:val>
                                            <p:fltVal val="-145"/>
                                          </p:val>
                                        </p:tav>
                                        <p:tav tm="24974">
                                          <p:val>
                                            <p:fltVal val="-117.86"/>
                                          </p:val>
                                        </p:tav>
                                        <p:tav tm="26015">
                                          <p:val>
                                            <p:fltVal val="-92.17"/>
                                          </p:val>
                                        </p:tav>
                                        <p:tav tm="27055">
                                          <p:val>
                                            <p:fltVal val="-69.5"/>
                                          </p:val>
                                        </p:tav>
                                        <p:tav tm="28096">
                                          <p:val>
                                            <p:fltVal val="-50.9"/>
                                          </p:val>
                                        </p:tav>
                                        <p:tav tm="29136">
                                          <p:val>
                                            <p:fltVal val="-36.43"/>
                                          </p:val>
                                        </p:tav>
                                        <p:tav tm="30177">
                                          <p:val>
                                            <p:fltVal val="-25.48"/>
                                          </p:val>
                                        </p:tav>
                                        <p:tav tm="31217">
                                          <p:val>
                                            <p:fltVal val="-17.25"/>
                                          </p:val>
                                        </p:tav>
                                        <p:tav tm="32258">
                                          <p:val>
                                            <p:fltVal val="-11.08"/>
                                          </p:val>
                                        </p:tav>
                                        <p:tav tm="33299">
                                          <p:val>
                                            <p:fltVal val="-6.46"/>
                                          </p:val>
                                        </p:tav>
                                        <p:tav tm="34339">
                                          <p:val>
                                            <p:fltVal val="-3"/>
                                          </p:val>
                                        </p:tav>
                                        <p:tav tm="35380">
                                          <p:val>
                                            <p:fltVal val="-0.43"/>
                                          </p:val>
                                        </p:tav>
                                        <p:tav tm="36420">
                                          <p:val>
                                            <p:fltVal val="1.44"/>
                                          </p:val>
                                        </p:tav>
                                        <p:tav tm="37461">
                                          <p:val>
                                            <p:fltVal val="2.76"/>
                                          </p:val>
                                        </p:tav>
                                        <p:tav tm="39542">
                                          <p:val>
                                            <p:fltVal val="4.15"/>
                                          </p:val>
                                        </p:tav>
                                        <p:tav tm="42664">
                                          <p:val>
                                            <p:fltVal val="4.13"/>
                                          </p:val>
                                        </p:tav>
                                        <p:tav tm="45786">
                                          <p:val>
                                            <p:fltVal val="2.54"/>
                                          </p:val>
                                        </p:tav>
                                        <p:tav tm="48907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9313">
                                          <p:val>
                                            <p:fltVal val="-5.54"/>
                                          </p:val>
                                        </p:tav>
                                        <p:tav tm="62435">
                                          <p:val>
                                            <p:fltVal val="-6.48"/>
                                          </p:val>
                                        </p:tav>
                                        <p:tav tm="68678">
                                          <p:val>
                                            <p:fltVal val="-6.96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2" dur="320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476"/>
                                          </p:val>
                                        </p:tav>
                                        <p:tav tm="19771">
                                          <p:val>
                                            <p:strVal val="#ppt_x+0.08476"/>
                                          </p:val>
                                        </p:tav>
                                        <p:tav tm="20812">
                                          <p:val>
                                            <p:strVal val="#ppt_x+0.08115"/>
                                          </p:val>
                                        </p:tav>
                                        <p:tav tm="21852">
                                          <p:val>
                                            <p:strVal val="#ppt_x+0.06549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5083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0381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2777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1979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1377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0925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0586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1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41623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45786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478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677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683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574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22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320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943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28943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2771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2236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17357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3007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9481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675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47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3156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1999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1131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873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726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320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2819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42057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55021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66293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75429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2487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87817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9181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4814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8743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0888"/>
                                          </p:val>
                                        </p:tav>
                                        <p:tav tm="37461">
                                          <p:val>
                                            <p:strVal val="#ppt_w*1.02255"/>
                                          </p:val>
                                        </p:tav>
                                        <p:tav tm="40583">
                                          <p:val>
                                            <p:strVal val="#ppt_w*1.01873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20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2819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42057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55021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66293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75429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2487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87817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9181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4814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8743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0888"/>
                                          </p:val>
                                        </p:tav>
                                        <p:tav tm="37461">
                                          <p:val>
                                            <p:strVal val="#ppt_h*1.02255"/>
                                          </p:val>
                                        </p:tav>
                                        <p:tav tm="40583">
                                          <p:val>
                                            <p:strVal val="#ppt_h*1.01873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20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7"/>
                                          </p:val>
                                        </p:tav>
                                        <p:tav tm="19771">
                                          <p:val>
                                            <p:fltVal val="-177"/>
                                          </p:val>
                                        </p:tav>
                                        <p:tav tm="20812">
                                          <p:val>
                                            <p:fltVal val="-184.79"/>
                                          </p:val>
                                        </p:tav>
                                        <p:tav tm="21852">
                                          <p:val>
                                            <p:fltVal val="-218.62"/>
                                          </p:val>
                                        </p:tav>
                                        <p:tav tm="22893">
                                          <p:val>
                                            <p:fltVal val="-250.25"/>
                                          </p:val>
                                        </p:tav>
                                        <p:tav tm="23933">
                                          <p:val>
                                            <p:fltVal val="-277.75"/>
                                          </p:val>
                                        </p:tav>
                                        <p:tav tm="24974">
                                          <p:val>
                                            <p:fltVal val="-300.05"/>
                                          </p:val>
                                        </p:tav>
                                        <p:tav tm="26015">
                                          <p:val>
                                            <p:fltVal val="-317.27"/>
                                          </p:val>
                                        </p:tav>
                                        <p:tav tm="27055">
                                          <p:val>
                                            <p:fltVal val="-330.27"/>
                                          </p:val>
                                        </p:tav>
                                        <p:tav tm="28096">
                                          <p:val>
                                            <p:fltVal val="-340.03"/>
                                          </p:val>
                                        </p:tav>
                                        <p:tav tm="29136">
                                          <p:val>
                                            <p:fltVal val="-347.35"/>
                                          </p:val>
                                        </p:tav>
                                        <p:tav tm="30177">
                                          <p:val>
                                            <p:fltVal val="-352.83"/>
                                          </p:val>
                                        </p:tav>
                                        <p:tav tm="31217">
                                          <p:val>
                                            <p:fltVal val="-356.93"/>
                                          </p:val>
                                        </p:tav>
                                        <p:tav tm="32258">
                                          <p:val>
                                            <p:fltVal val="-359.97"/>
                                          </p:val>
                                        </p:tav>
                                        <p:tav tm="33299">
                                          <p:val>
                                            <p:fltVal val="-362.17"/>
                                          </p:val>
                                        </p:tav>
                                        <p:tav tm="35380">
                                          <p:val>
                                            <p:fltVal val="-364.71"/>
                                          </p:val>
                                        </p:tav>
                                        <p:tav tm="36420">
                                          <p:val>
                                            <p:fltVal val="-365.28"/>
                                          </p:val>
                                        </p:tav>
                                        <p:tav tm="38502">
                                          <p:val>
                                            <p:fltVal val="-365.43"/>
                                          </p:val>
                                        </p:tav>
                                        <p:tav tm="41623">
                                          <p:val>
                                            <p:fltVal val="-363.86"/>
                                          </p:val>
                                        </p:tav>
                                        <p:tav tm="45786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0" dur="1386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94"/>
                                          </p:val>
                                        </p:tav>
                                        <p:tav tm="38478">
                                          <p:val>
                                            <p:strVal val="#ppt_x-0.05194"/>
                                          </p:val>
                                        </p:tav>
                                        <p:tav tm="40883">
                                          <p:val>
                                            <p:strVal val="#ppt_x-0.04787"/>
                                          </p:val>
                                        </p:tav>
                                        <p:tav tm="43288">
                                          <p:val>
                                            <p:strVal val="#ppt_x-0.03835"/>
                                          </p:val>
                                        </p:tav>
                                        <p:tav tm="45693">
                                          <p:val>
                                            <p:strVal val="#ppt_x-0.02956"/>
                                          </p:val>
                                        </p:tav>
                                        <p:tav tm="48098">
                                          <p:val>
                                            <p:strVal val="#ppt_x-0.02202"/>
                                          </p:val>
                                        </p:tav>
                                        <p:tav tm="50503">
                                          <p:val>
                                            <p:strVal val="#ppt_x-0.01598"/>
                                          </p:val>
                                        </p:tav>
                                        <p:tav tm="52908">
                                          <p:val>
                                            <p:strVal val="#ppt_x-0.01134"/>
                                          </p:val>
                                        </p:tav>
                                        <p:tav tm="55313">
                                          <p:val>
                                            <p:strVal val="#ppt_x-0.00785"/>
                                          </p:val>
                                        </p:tav>
                                        <p:tav tm="57718">
                                          <p:val>
                                            <p:strVal val="#ppt_x-0.00522"/>
                                          </p:val>
                                        </p:tav>
                                        <p:tav tm="60122">
                                          <p:val>
                                            <p:strVal val="#ppt_x-0.00326"/>
                                          </p:val>
                                        </p:tav>
                                        <p:tav tm="64932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72147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81767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9860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1386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064"/>
                                          </p:val>
                                        </p:tav>
                                        <p:tav tm="38478">
                                          <p:val>
                                            <p:strVal val="#ppt_y+0.07064"/>
                                          </p:val>
                                        </p:tav>
                                        <p:tav tm="40883">
                                          <p:val>
                                            <p:strVal val="#ppt_y+0.06511"/>
                                          </p:val>
                                        </p:tav>
                                        <p:tav tm="45693">
                                          <p:val>
                                            <p:strVal val="#ppt_y+0.04021"/>
                                          </p:val>
                                        </p:tav>
                                        <p:tav tm="48098">
                                          <p:val>
                                            <p:strVal val="#ppt_y+0.02996"/>
                                          </p:val>
                                        </p:tav>
                                        <p:tav tm="50503">
                                          <p:val>
                                            <p:strVal val="#ppt_y+0.02175"/>
                                          </p:val>
                                        </p:tav>
                                        <p:tav tm="52908">
                                          <p:val>
                                            <p:strVal val="#ppt_y+0.01544"/>
                                          </p:val>
                                        </p:tav>
                                        <p:tav tm="55313">
                                          <p:val>
                                            <p:strVal val="#ppt_y+0.01069"/>
                                          </p:val>
                                        </p:tav>
                                        <p:tav tm="57718">
                                          <p:val>
                                            <p:strVal val="#ppt_y+0.00713"/>
                                          </p:val>
                                        </p:tav>
                                        <p:tav tm="60122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64932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72147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81767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98601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1386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8478">
                                          <p:val>
                                            <p:strVal val="#ppt_w*0.25"/>
                                          </p:val>
                                        </p:tav>
                                        <p:tav tm="40883">
                                          <p:val>
                                            <p:strVal val="#ppt_w*0.30873"/>
                                          </p:val>
                                        </p:tav>
                                        <p:tav tm="43288">
                                          <p:val>
                                            <p:strVal val="#ppt_w*0.44627"/>
                                          </p:val>
                                        </p:tav>
                                        <p:tav tm="45693">
                                          <p:val>
                                            <p:strVal val="#ppt_w*0.57324"/>
                                          </p:val>
                                        </p:tav>
                                        <p:tav tm="48098">
                                          <p:val>
                                            <p:strVal val="#ppt_w*0.68206"/>
                                          </p:val>
                                        </p:tav>
                                        <p:tav tm="50503">
                                          <p:val>
                                            <p:strVal val="#ppt_w*0.76928"/>
                                          </p:val>
                                        </p:tav>
                                        <p:tav tm="52908">
                                          <p:val>
                                            <p:strVal val="#ppt_w*0.83625"/>
                                          </p:val>
                                        </p:tav>
                                        <p:tav tm="55313">
                                          <p:val>
                                            <p:strVal val="#ppt_w*0.88671"/>
                                          </p:val>
                                        </p:tav>
                                        <p:tav tm="57718">
                                          <p:val>
                                            <p:strVal val="#ppt_w*0.92456"/>
                                          </p:val>
                                        </p:tav>
                                        <p:tav tm="60122">
                                          <p:val>
                                            <p:strVal val="#ppt_w*0.95295"/>
                                          </p:val>
                                        </p:tav>
                                        <p:tav tm="64932">
                                          <p:val>
                                            <p:strVal val="#ppt_w*0.99011"/>
                                          </p:val>
                                        </p:tav>
                                        <p:tav tm="72147">
                                          <p:val>
                                            <p:strVal val="#ppt_w*1.01612"/>
                                          </p:val>
                                        </p:tav>
                                        <p:tav tm="81767">
                                          <p:val>
                                            <p:strVal val="#ppt_w*1.02206"/>
                                          </p:val>
                                        </p:tav>
                                        <p:tav tm="9860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1386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8478">
                                          <p:val>
                                            <p:strVal val="#ppt_h*0.25"/>
                                          </p:val>
                                        </p:tav>
                                        <p:tav tm="40883">
                                          <p:val>
                                            <p:strVal val="#ppt_h*0.30873"/>
                                          </p:val>
                                        </p:tav>
                                        <p:tav tm="43288">
                                          <p:val>
                                            <p:strVal val="#ppt_h*0.44627"/>
                                          </p:val>
                                        </p:tav>
                                        <p:tav tm="45693">
                                          <p:val>
                                            <p:strVal val="#ppt_h*0.57324"/>
                                          </p:val>
                                        </p:tav>
                                        <p:tav tm="48098">
                                          <p:val>
                                            <p:strVal val="#ppt_h*0.68206"/>
                                          </p:val>
                                        </p:tav>
                                        <p:tav tm="50503">
                                          <p:val>
                                            <p:strVal val="#ppt_h*0.76928"/>
                                          </p:val>
                                        </p:tav>
                                        <p:tav tm="52908">
                                          <p:val>
                                            <p:strVal val="#ppt_h*0.83625"/>
                                          </p:val>
                                        </p:tav>
                                        <p:tav tm="55313">
                                          <p:val>
                                            <p:strVal val="#ppt_h*0.88671"/>
                                          </p:val>
                                        </p:tav>
                                        <p:tav tm="57718">
                                          <p:val>
                                            <p:strVal val="#ppt_h*0.92456"/>
                                          </p:val>
                                        </p:tav>
                                        <p:tav tm="60122">
                                          <p:val>
                                            <p:strVal val="#ppt_h*0.95295"/>
                                          </p:val>
                                        </p:tav>
                                        <p:tav tm="64932">
                                          <p:val>
                                            <p:strVal val="#ppt_h*0.99011"/>
                                          </p:val>
                                        </p:tav>
                                        <p:tav tm="72147">
                                          <p:val>
                                            <p:strVal val="#ppt_h*1.01612"/>
                                          </p:val>
                                        </p:tav>
                                        <p:tav tm="81767">
                                          <p:val>
                                            <p:strVal val="#ppt_h*1.02206"/>
                                          </p:val>
                                        </p:tav>
                                        <p:tav tm="9860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1386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0"/>
                                          </p:val>
                                        </p:tav>
                                        <p:tav tm="38478">
                                          <p:val>
                                            <p:fltVal val="140"/>
                                          </p:val>
                                        </p:tav>
                                        <p:tav tm="40883">
                                          <p:val>
                                            <p:fltVal val="157.23"/>
                                          </p:val>
                                        </p:tav>
                                        <p:tav tm="43288">
                                          <p:val>
                                            <p:fltVal val="197.57"/>
                                          </p:val>
                                        </p:tav>
                                        <p:tav tm="45693">
                                          <p:val>
                                            <p:fltVal val="234.82"/>
                                          </p:val>
                                        </p:tav>
                                        <p:tav tm="48098">
                                          <p:val>
                                            <p:fltVal val="266.74"/>
                                          </p:val>
                                        </p:tav>
                                        <p:tav tm="50503">
                                          <p:val>
                                            <p:fltVal val="292.32"/>
                                          </p:val>
                                        </p:tav>
                                        <p:tav tm="52908">
                                          <p:val>
                                            <p:fltVal val="311.97"/>
                                          </p:val>
                                        </p:tav>
                                        <p:tav tm="55313">
                                          <p:val>
                                            <p:fltVal val="326.77"/>
                                          </p:val>
                                        </p:tav>
                                        <p:tav tm="57718">
                                          <p:val>
                                            <p:fltVal val="337.87"/>
                                          </p:val>
                                        </p:tav>
                                        <p:tav tm="60122">
                                          <p:val>
                                            <p:fltVal val="346.2"/>
                                          </p:val>
                                        </p:tav>
                                        <p:tav tm="62527">
                                          <p:val>
                                            <p:fltVal val="352.44"/>
                                          </p:val>
                                        </p:tav>
                                        <p:tav tm="64932">
                                          <p:val>
                                            <p:fltVal val="357.1"/>
                                          </p:val>
                                        </p:tav>
                                        <p:tav tm="67337">
                                          <p:val>
                                            <p:fltVal val="360.54"/>
                                          </p:val>
                                        </p:tav>
                                        <p:tav tm="69742">
                                          <p:val>
                                            <p:fltVal val="363.01"/>
                                          </p:val>
                                        </p:tav>
                                        <p:tav tm="72147">
                                          <p:val>
                                            <p:fltVal val="364.73"/>
                                          </p:val>
                                        </p:tav>
                                        <p:tav tm="76957">
                                          <p:val>
                                            <p:fltVal val="366.43"/>
                                          </p:val>
                                        </p:tav>
                                        <p:tav tm="81767">
                                          <p:val>
                                            <p:fltVal val="366.47"/>
                                          </p:val>
                                        </p:tav>
                                        <p:tav tm="88981">
                                          <p:val>
                                            <p:fltVal val="364.46"/>
                                          </p:val>
                                        </p:tav>
                                        <p:tav tm="98601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67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8" dur="182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006"/>
                                          </p:val>
                                        </p:tav>
                                        <p:tav tm="53122">
                                          <p:val>
                                            <p:strVal val="#ppt_x-0.04006"/>
                                          </p:val>
                                        </p:tav>
                                        <p:tav tm="54954">
                                          <p:val>
                                            <p:strVal val="#ppt_x-0.03699"/>
                                          </p:val>
                                        </p:tav>
                                        <p:tav tm="58618">
                                          <p:val>
                                            <p:strVal val="#ppt_x-0.02285"/>
                                          </p:val>
                                        </p:tav>
                                        <p:tav tm="60450">
                                          <p:val>
                                            <p:strVal val="#ppt_x-0.01703"/>
                                          </p:val>
                                        </p:tav>
                                        <p:tav tm="62281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64113">
                                          <p:val>
                                            <p:strVal val="#ppt_x-0.00877"/>
                                          </p:val>
                                        </p:tav>
                                        <p:tav tm="65945">
                                          <p:val>
                                            <p:strVal val="#ppt_x-0.00607"/>
                                          </p:val>
                                        </p:tav>
                                        <p:tav tm="67777">
                                          <p:val>
                                            <p:strVal val="#ppt_x-0.00405"/>
                                          </p:val>
                                        </p:tav>
                                        <p:tav tm="69609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73272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78768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86095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9891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182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455"/>
                                          </p:val>
                                        </p:tav>
                                        <p:tav tm="53122">
                                          <p:val>
                                            <p:strVal val="#ppt_y+0.10455"/>
                                          </p:val>
                                        </p:tav>
                                        <p:tav tm="54954">
                                          <p:val>
                                            <p:strVal val="#ppt_y+0.09654"/>
                                          </p:val>
                                        </p:tav>
                                        <p:tav tm="56786">
                                          <p:val>
                                            <p:strVal val="#ppt_y+0.07736"/>
                                          </p:val>
                                        </p:tav>
                                        <p:tav tm="58618">
                                          <p:val>
                                            <p:strVal val="#ppt_y+0.05965"/>
                                          </p:val>
                                        </p:tav>
                                        <p:tav tm="60450">
                                          <p:val>
                                            <p:strVal val="#ppt_y+0.04446"/>
                                          </p:val>
                                        </p:tav>
                                        <p:tav tm="62281">
                                          <p:val>
                                            <p:strVal val="#ppt_y+0.03228"/>
                                          </p:val>
                                        </p:tav>
                                        <p:tav tm="64113">
                                          <p:val>
                                            <p:strVal val="#ppt_y+0.02292"/>
                                          </p:val>
                                        </p:tav>
                                        <p:tav tm="65945">
                                          <p:val>
                                            <p:strVal val="#ppt_y+0.01587"/>
                                          </p:val>
                                        </p:tav>
                                        <p:tav tm="67777">
                                          <p:val>
                                            <p:strVal val="#ppt_y+0.01058"/>
                                          </p:val>
                                        </p:tav>
                                        <p:tav tm="69609">
                                          <p:val>
                                            <p:strVal val="#ppt_y+0.00661"/>
                                          </p:val>
                                        </p:tav>
                                        <p:tav tm="73272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78768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86095">
                                          <p:val>
                                            <p:strVal val="#ppt_y-0.00305"/>
                                          </p:val>
                                        </p:tav>
                                        <p:tav tm="9891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182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12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954">
                                          <p:val>
                                            <p:strVal val="#ppt_w*0.30746"/>
                                          </p:val>
                                        </p:tav>
                                        <p:tav tm="56786">
                                          <p:val>
                                            <p:strVal val="#ppt_w*0.44506"/>
                                          </p:val>
                                        </p:tav>
                                        <p:tav tm="58618">
                                          <p:val>
                                            <p:strVal val="#ppt_w*0.57216"/>
                                          </p:val>
                                        </p:tav>
                                        <p:tav tm="60450">
                                          <p:val>
                                            <p:strVal val="#ppt_w*0.68117"/>
                                          </p:val>
                                        </p:tav>
                                        <p:tav tm="62281">
                                          <p:val>
                                            <p:strVal val="#ppt_w*0.76858"/>
                                          </p:val>
                                        </p:tav>
                                        <p:tav tm="64113">
                                          <p:val>
                                            <p:strVal val="#ppt_w*0.83572"/>
                                          </p:val>
                                        </p:tav>
                                        <p:tav tm="65945">
                                          <p:val>
                                            <p:strVal val="#ppt_w*0.88632"/>
                                          </p:val>
                                        </p:tav>
                                        <p:tav tm="67777">
                                          <p:val>
                                            <p:strVal val="#ppt_w*0.92426"/>
                                          </p:val>
                                        </p:tav>
                                        <p:tav tm="69609">
                                          <p:val>
                                            <p:strVal val="#ppt_w*0.95272"/>
                                          </p:val>
                                        </p:tav>
                                        <p:tav tm="73272">
                                          <p:val>
                                            <p:strVal val="#ppt_w*0.98999"/>
                                          </p:val>
                                        </p:tav>
                                        <p:tav tm="78768">
                                          <p:val>
                                            <p:strVal val="#ppt_w*1.01608"/>
                                          </p:val>
                                        </p:tav>
                                        <p:tav tm="86095">
                                          <p:val>
                                            <p:strVal val="#ppt_w*1.02207"/>
                                          </p:val>
                                        </p:tav>
                                        <p:tav tm="989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182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12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954">
                                          <p:val>
                                            <p:strVal val="#ppt_h*0.30746"/>
                                          </p:val>
                                        </p:tav>
                                        <p:tav tm="56786">
                                          <p:val>
                                            <p:strVal val="#ppt_h*0.44506"/>
                                          </p:val>
                                        </p:tav>
                                        <p:tav tm="58618">
                                          <p:val>
                                            <p:strVal val="#ppt_h*0.57216"/>
                                          </p:val>
                                        </p:tav>
                                        <p:tav tm="60450">
                                          <p:val>
                                            <p:strVal val="#ppt_h*0.68117"/>
                                          </p:val>
                                        </p:tav>
                                        <p:tav tm="62281">
                                          <p:val>
                                            <p:strVal val="#ppt_h*0.76858"/>
                                          </p:val>
                                        </p:tav>
                                        <p:tav tm="64113">
                                          <p:val>
                                            <p:strVal val="#ppt_h*0.83572"/>
                                          </p:val>
                                        </p:tav>
                                        <p:tav tm="65945">
                                          <p:val>
                                            <p:strVal val="#ppt_h*0.88632"/>
                                          </p:val>
                                        </p:tav>
                                        <p:tav tm="67777">
                                          <p:val>
                                            <p:strVal val="#ppt_h*0.92426"/>
                                          </p:val>
                                        </p:tav>
                                        <p:tav tm="69609">
                                          <p:val>
                                            <p:strVal val="#ppt_h*0.95272"/>
                                          </p:val>
                                        </p:tav>
                                        <p:tav tm="73272">
                                          <p:val>
                                            <p:strVal val="#ppt_h*0.98999"/>
                                          </p:val>
                                        </p:tav>
                                        <p:tav tm="78768">
                                          <p:val>
                                            <p:strVal val="#ppt_h*1.01608"/>
                                          </p:val>
                                        </p:tav>
                                        <p:tav tm="86095">
                                          <p:val>
                                            <p:strVal val="#ppt_h*1.02207"/>
                                          </p:val>
                                        </p:tav>
                                        <p:tav tm="989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182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"/>
                                          </p:val>
                                        </p:tav>
                                        <p:tav tm="53122">
                                          <p:val>
                                            <p:fltVal val="-103"/>
                                          </p:val>
                                        </p:tav>
                                        <p:tav tm="54954">
                                          <p:val>
                                            <p:fltVal val="-122.69"/>
                                          </p:val>
                                        </p:tav>
                                        <p:tav tm="56786">
                                          <p:val>
                                            <p:fltVal val="-169.84"/>
                                          </p:val>
                                        </p:tav>
                                        <p:tav tm="58618">
                                          <p:val>
                                            <p:fltVal val="-213.39"/>
                                          </p:val>
                                        </p:tav>
                                        <p:tav tm="60450">
                                          <p:val>
                                            <p:fltVal val="-250.75"/>
                                          </p:val>
                                        </p:tav>
                                        <p:tav tm="62281">
                                          <p:val>
                                            <p:fltVal val="-280.7"/>
                                          </p:val>
                                        </p:tav>
                                        <p:tav tm="64113">
                                          <p:val>
                                            <p:fltVal val="-303.71"/>
                                          </p:val>
                                        </p:tav>
                                        <p:tav tm="65945">
                                          <p:val>
                                            <p:fltVal val="-321.04"/>
                                          </p:val>
                                        </p:tav>
                                        <p:tav tm="67777">
                                          <p:val>
                                            <p:fltVal val="-334.05"/>
                                          </p:val>
                                        </p:tav>
                                        <p:tav tm="69609">
                                          <p:val>
                                            <p:fltVal val="-343.8"/>
                                          </p:val>
                                        </p:tav>
                                        <p:tav tm="71440">
                                          <p:val>
                                            <p:fltVal val="-351.11"/>
                                          </p:val>
                                        </p:tav>
                                        <p:tav tm="73272">
                                          <p:val>
                                            <p:fltVal val="-356.57"/>
                                          </p:val>
                                        </p:tav>
                                        <p:tav tm="75104">
                                          <p:val>
                                            <p:fltVal val="-360.59"/>
                                          </p:val>
                                        </p:tav>
                                        <p:tav tm="76936">
                                          <p:val>
                                            <p:fltVal val="-363.5"/>
                                          </p:val>
                                        </p:tav>
                                        <p:tav tm="78768">
                                          <p:val>
                                            <p:fltVal val="-365.51"/>
                                          </p:val>
                                        </p:tav>
                                        <p:tav tm="82431">
                                          <p:val>
                                            <p:fltVal val="-367.51"/>
                                          </p:val>
                                        </p:tav>
                                        <p:tav tm="86095">
                                          <p:val>
                                            <p:fltVal val="-367.56"/>
                                          </p:val>
                                        </p:tav>
                                        <p:tav tm="91590">
                                          <p:val>
                                            <p:fltVal val="-365.22"/>
                                          </p:val>
                                        </p:tav>
                                        <p:tav tm="97086">
                                          <p:val>
                                            <p:fltVal val="-360.99"/>
                                          </p:val>
                                        </p:tav>
                                        <p:tav tm="98918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6" dur="171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429"/>
                                          </p:val>
                                        </p:tav>
                                        <p:tav tm="50584">
                                          <p:val>
                                            <p:strVal val="#ppt_x-0.02429"/>
                                          </p:val>
                                        </p:tav>
                                        <p:tav tm="52529">
                                          <p:val>
                                            <p:strVal val="#ppt_x-0.02157"/>
                                          </p:val>
                                        </p:tav>
                                        <p:tav tm="56420">
                                          <p:val>
                                            <p:strVal val="#ppt_x-0.01313"/>
                                          </p:val>
                                        </p:tav>
                                        <p:tav tm="58366">
                                          <p:val>
                                            <p:strVal val="#ppt_x-0.00973"/>
                                          </p:val>
                                        </p:tav>
                                        <p:tav tm="60311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62257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66148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71984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77821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85603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922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171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394"/>
                                          </p:val>
                                        </p:tav>
                                        <p:tav tm="50584">
                                          <p:val>
                                            <p:strVal val="#ppt_y+0.13394"/>
                                          </p:val>
                                        </p:tav>
                                        <p:tav tm="52529">
                                          <p:val>
                                            <p:strVal val="#ppt_y+0.11891"/>
                                          </p:val>
                                        </p:tav>
                                        <p:tav tm="54475">
                                          <p:val>
                                            <p:strVal val="#ppt_y+0.09459"/>
                                          </p:val>
                                        </p:tav>
                                        <p:tav tm="56420">
                                          <p:val>
                                            <p:strVal val="#ppt_y+0.07242"/>
                                          </p:val>
                                        </p:tav>
                                        <p:tav tm="58366">
                                          <p:val>
                                            <p:strVal val="#ppt_y+0.05367"/>
                                          </p:val>
                                        </p:tav>
                                        <p:tav tm="60311">
                                          <p:val>
                                            <p:strVal val="#ppt_y+0.03879"/>
                                          </p:val>
                                        </p:tav>
                                        <p:tav tm="62257">
                                          <p:val>
                                            <p:strVal val="#ppt_y+0.02743"/>
                                          </p:val>
                                        </p:tav>
                                        <p:tav tm="64202">
                                          <p:val>
                                            <p:strVal val="#ppt_y+0.01887"/>
                                          </p:val>
                                        </p:tav>
                                        <p:tav tm="66148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68093">
                                          <p:val>
                                            <p:strVal val="#ppt_y+0.00765"/>
                                          </p:val>
                                        </p:tav>
                                        <p:tav tm="71984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77821">
                                          <p:val>
                                            <p:strVal val="#ppt_y-0.003"/>
                                          </p:val>
                                        </p:tav>
                                        <p:tav tm="85603">
                                          <p:val>
                                            <p:strVal val="#ppt_y-0.00388"/>
                                          </p:val>
                                        </p:tav>
                                        <p:tav tm="99222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171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58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529">
                                          <p:val>
                                            <p:strVal val="#ppt_w*0.33415"/>
                                          </p:val>
                                        </p:tav>
                                        <p:tav tm="54475">
                                          <p:val>
                                            <p:strVal val="#ppt_w*0.47039"/>
                                          </p:val>
                                        </p:tav>
                                        <p:tav tm="56420">
                                          <p:val>
                                            <p:strVal val="#ppt_w*0.59455"/>
                                          </p:val>
                                        </p:tav>
                                        <p:tav tm="58366">
                                          <p:val>
                                            <p:strVal val="#ppt_w*0.69954"/>
                                          </p:val>
                                        </p:tav>
                                        <p:tav tm="60311">
                                          <p:val>
                                            <p:strVal val="#ppt_w*0.78287"/>
                                          </p:val>
                                        </p:tav>
                                        <p:tav tm="62257">
                                          <p:val>
                                            <p:strVal val="#ppt_w*0.84653"/>
                                          </p:val>
                                        </p:tav>
                                        <p:tav tm="64202">
                                          <p:val>
                                            <p:strVal val="#ppt_w*0.89443"/>
                                          </p:val>
                                        </p:tav>
                                        <p:tav tm="66148">
                                          <p:val>
                                            <p:strVal val="#ppt_w*0.93035"/>
                                          </p:val>
                                        </p:tav>
                                        <p:tav tm="68093">
                                          <p:val>
                                            <p:strVal val="#ppt_w*0.95729"/>
                                          </p:val>
                                        </p:tav>
                                        <p:tav tm="71984">
                                          <p:val>
                                            <p:strVal val="#ppt_w*0.99252"/>
                                          </p:val>
                                        </p:tav>
                                        <p:tav tm="77821">
                                          <p:val>
                                            <p:strVal val="#ppt_w*1.01695"/>
                                          </p:val>
                                        </p:tav>
                                        <p:tav tm="85603">
                                          <p:val>
                                            <p:strVal val="#ppt_w*1.02185"/>
                                          </p:val>
                                        </p:tav>
                                        <p:tav tm="9922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171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58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529">
                                          <p:val>
                                            <p:strVal val="#ppt_h*0.33415"/>
                                          </p:val>
                                        </p:tav>
                                        <p:tav tm="54475">
                                          <p:val>
                                            <p:strVal val="#ppt_h*0.47039"/>
                                          </p:val>
                                        </p:tav>
                                        <p:tav tm="56420">
                                          <p:val>
                                            <p:strVal val="#ppt_h*0.59455"/>
                                          </p:val>
                                        </p:tav>
                                        <p:tav tm="58366">
                                          <p:val>
                                            <p:strVal val="#ppt_h*0.69954"/>
                                          </p:val>
                                        </p:tav>
                                        <p:tav tm="60311">
                                          <p:val>
                                            <p:strVal val="#ppt_h*0.78287"/>
                                          </p:val>
                                        </p:tav>
                                        <p:tav tm="62257">
                                          <p:val>
                                            <p:strVal val="#ppt_h*0.84653"/>
                                          </p:val>
                                        </p:tav>
                                        <p:tav tm="64202">
                                          <p:val>
                                            <p:strVal val="#ppt_h*0.89443"/>
                                          </p:val>
                                        </p:tav>
                                        <p:tav tm="66148">
                                          <p:val>
                                            <p:strVal val="#ppt_h*0.93035"/>
                                          </p:val>
                                        </p:tav>
                                        <p:tav tm="68093">
                                          <p:val>
                                            <p:strVal val="#ppt_h*0.95729"/>
                                          </p:val>
                                        </p:tav>
                                        <p:tav tm="71984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7821">
                                          <p:val>
                                            <p:strVal val="#ppt_h*1.01695"/>
                                          </p:val>
                                        </p:tav>
                                        <p:tav tm="85603">
                                          <p:val>
                                            <p:strVal val="#ppt_h*1.02185"/>
                                          </p:val>
                                        </p:tav>
                                        <p:tav tm="9922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171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4"/>
                                          </p:val>
                                        </p:tav>
                                        <p:tav tm="50584">
                                          <p:val>
                                            <p:fltVal val="-134"/>
                                          </p:val>
                                        </p:tav>
                                        <p:tav tm="52529">
                                          <p:val>
                                            <p:fltVal val="-118.97"/>
                                          </p:val>
                                        </p:tav>
                                        <p:tav tm="54475">
                                          <p:val>
                                            <p:fltVal val="-94.62"/>
                                          </p:val>
                                        </p:tav>
                                        <p:tav tm="56420">
                                          <p:val>
                                            <p:fltVal val="-72.44"/>
                                          </p:val>
                                        </p:tav>
                                        <p:tav tm="58366">
                                          <p:val>
                                            <p:fltVal val="-53.68"/>
                                          </p:val>
                                        </p:tav>
                                        <p:tav tm="60311">
                                          <p:val>
                                            <p:fltVal val="-38.79"/>
                                          </p:val>
                                        </p:tav>
                                        <p:tav tm="62257">
                                          <p:val>
                                            <p:fltVal val="-27.42"/>
                                          </p:val>
                                        </p:tav>
                                        <p:tav tm="64202">
                                          <p:val>
                                            <p:fltVal val="-18.86"/>
                                          </p:val>
                                        </p:tav>
                                        <p:tav tm="66148">
                                          <p:val>
                                            <p:fltVal val="-12.44"/>
                                          </p:val>
                                        </p:tav>
                                        <p:tav tm="68093">
                                          <p:val>
                                            <p:fltVal val="-7.63"/>
                                          </p:val>
                                        </p:tav>
                                        <p:tav tm="70039">
                                          <p:val>
                                            <p:fltVal val="-4.02"/>
                                          </p:val>
                                        </p:tav>
                                        <p:tav tm="71984">
                                          <p:val>
                                            <p:fltVal val="-1.34"/>
                                          </p:val>
                                        </p:tav>
                                        <p:tav tm="73930">
                                          <p:val>
                                            <p:fltVal val="0.64"/>
                                          </p:val>
                                        </p:tav>
                                        <p:tav tm="77821">
                                          <p:val>
                                            <p:fltVal val="3.03"/>
                                          </p:val>
                                        </p:tav>
                                        <p:tav tm="81712">
                                          <p:val>
                                            <p:fltVal val="3.96"/>
                                          </p:val>
                                        </p:tav>
                                        <p:tav tm="85603">
                                          <p:val>
                                            <p:fltVal val="3.9"/>
                                          </p:val>
                                        </p:tav>
                                        <p:tav tm="89494">
                                          <p:val>
                                            <p:fltVal val="3.17"/>
                                          </p:val>
                                        </p:tav>
                                        <p:tav tm="9922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4" dur="1607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47709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56006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64303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7674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9956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1607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813"/>
                                          </p:val>
                                        </p:tav>
                                        <p:tav tm="47709">
                                          <p:val>
                                            <p:strVal val="#ppt_y+0.15813"/>
                                          </p:val>
                                        </p:tav>
                                        <p:tav tm="49783">
                                          <p:val>
                                            <p:strVal val="#ppt_y+0.13479"/>
                                          </p:val>
                                        </p:tav>
                                        <p:tav tm="51857">
                                          <p:val>
                                            <p:strVal val="#ppt_y+0.10642"/>
                                          </p:val>
                                        </p:tav>
                                        <p:tav tm="53932">
                                          <p:val>
                                            <p:strVal val="#ppt_y+0.08093"/>
                                          </p:val>
                                        </p:tav>
                                        <p:tav tm="56006">
                                          <p:val>
                                            <p:strVal val="#ppt_y+0.05966"/>
                                          </p:val>
                                        </p:tav>
                                        <p:tav tm="58080">
                                          <p:val>
                                            <p:strVal val="#ppt_y+0.04294"/>
                                          </p:val>
                                        </p:tav>
                                        <p:tav tm="60155">
                                          <p:val>
                                            <p:strVal val="#ppt_y+0.03022"/>
                                          </p:val>
                                        </p:tav>
                                        <p:tav tm="62229">
                                          <p:val>
                                            <p:strVal val="#ppt_y+0.02066"/>
                                          </p:val>
                                        </p:tav>
                                        <p:tav tm="64303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66378">
                                          <p:val>
                                            <p:strVal val="#ppt_y+0.00812"/>
                                          </p:val>
                                        </p:tav>
                                        <p:tav tm="70526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72600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76749">
                                          <p:val>
                                            <p:strVal val="#ppt_y-0.00372"/>
                                          </p:val>
                                        </p:tav>
                                        <p:tav tm="80898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85046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9956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1607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709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83">
                                          <p:val>
                                            <p:strVal val="#ppt_w*0.3607"/>
                                          </p:val>
                                        </p:tav>
                                        <p:tav tm="51857">
                                          <p:val>
                                            <p:strVal val="#ppt_w*0.49529"/>
                                          </p:val>
                                        </p:tav>
                                        <p:tav tm="53932">
                                          <p:val>
                                            <p:strVal val="#ppt_w*0.61623"/>
                                          </p:val>
                                        </p:tav>
                                        <p:tav tm="56006">
                                          <p:val>
                                            <p:strVal val="#ppt_w*0.71711"/>
                                          </p:val>
                                        </p:tav>
                                        <p:tav tm="58080">
                                          <p:val>
                                            <p:strVal val="#ppt_w*0.79643"/>
                                          </p:val>
                                        </p:tav>
                                        <p:tav tm="60155">
                                          <p:val>
                                            <p:strVal val="#ppt_w*0.85677"/>
                                          </p:val>
                                        </p:tav>
                                        <p:tav tm="62229">
                                          <p:val>
                                            <p:strVal val="#ppt_w*0.90211"/>
                                          </p:val>
                                        </p:tav>
                                        <p:tav tm="64303">
                                          <p:val>
                                            <p:strVal val="#ppt_w*0.9361"/>
                                          </p:val>
                                        </p:tav>
                                        <p:tav tm="66378">
                                          <p:val>
                                            <p:strVal val="#ppt_w*0.96161"/>
                                          </p:val>
                                        </p:tav>
                                        <p:tav tm="70526">
                                          <p:val>
                                            <p:strVal val="#ppt_w*0.99491"/>
                                          </p:val>
                                        </p:tav>
                                        <p:tav tm="76749">
                                          <p:val>
                                            <p:strVal val="#ppt_w*1.01774"/>
                                          </p:val>
                                        </p:tav>
                                        <p:tav tm="85046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995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1607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709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83">
                                          <p:val>
                                            <p:strVal val="#ppt_h*0.3607"/>
                                          </p:val>
                                        </p:tav>
                                        <p:tav tm="51857">
                                          <p:val>
                                            <p:strVal val="#ppt_h*0.49529"/>
                                          </p:val>
                                        </p:tav>
                                        <p:tav tm="53932">
                                          <p:val>
                                            <p:strVal val="#ppt_h*0.61623"/>
                                          </p:val>
                                        </p:tav>
                                        <p:tav tm="56006">
                                          <p:val>
                                            <p:strVal val="#ppt_h*0.71711"/>
                                          </p:val>
                                        </p:tav>
                                        <p:tav tm="58080">
                                          <p:val>
                                            <p:strVal val="#ppt_h*0.79643"/>
                                          </p:val>
                                        </p:tav>
                                        <p:tav tm="60155">
                                          <p:val>
                                            <p:strVal val="#ppt_h*0.85677"/>
                                          </p:val>
                                        </p:tav>
                                        <p:tav tm="62229">
                                          <p:val>
                                            <p:strVal val="#ppt_h*0.90211"/>
                                          </p:val>
                                        </p:tav>
                                        <p:tav tm="64303">
                                          <p:val>
                                            <p:strVal val="#ppt_h*0.9361"/>
                                          </p:val>
                                        </p:tav>
                                        <p:tav tm="66378">
                                          <p:val>
                                            <p:strVal val="#ppt_h*0.96161"/>
                                          </p:val>
                                        </p:tav>
                                        <p:tav tm="70526">
                                          <p:val>
                                            <p:strVal val="#ppt_h*0.99491"/>
                                          </p:val>
                                        </p:tav>
                                        <p:tav tm="76749">
                                          <p:val>
                                            <p:strVal val="#ppt_h*1.01774"/>
                                          </p:val>
                                        </p:tav>
                                        <p:tav tm="85046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995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1607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1"/>
                                          </p:val>
                                        </p:tav>
                                        <p:tav tm="47709">
                                          <p:val>
                                            <p:fltVal val="171"/>
                                          </p:val>
                                        </p:tav>
                                        <p:tav tm="49783">
                                          <p:val>
                                            <p:fltVal val="145.76"/>
                                          </p:val>
                                        </p:tav>
                                        <p:tav tm="51857">
                                          <p:val>
                                            <p:fltVal val="115.07"/>
                                          </p:val>
                                        </p:tav>
                                        <p:tav tm="53932">
                                          <p:val>
                                            <p:fltVal val="87.5"/>
                                          </p:val>
                                        </p:tav>
                                        <p:tav tm="56006">
                                          <p:val>
                                            <p:fltVal val="64.5"/>
                                          </p:val>
                                        </p:tav>
                                        <p:tav tm="58080">
                                          <p:val>
                                            <p:fltVal val="46.41"/>
                                          </p:val>
                                        </p:tav>
                                        <p:tav tm="60155">
                                          <p:val>
                                            <p:fltVal val="32.66"/>
                                          </p:val>
                                        </p:tav>
                                        <p:tav tm="62229">
                                          <p:val>
                                            <p:fltVal val="22.32"/>
                                          </p:val>
                                        </p:tav>
                                        <p:tav tm="64303">
                                          <p:val>
                                            <p:fltVal val="14.57"/>
                                          </p:val>
                                        </p:tav>
                                        <p:tav tm="66378">
                                          <p:val>
                                            <p:fltVal val="8.75"/>
                                          </p:val>
                                        </p:tav>
                                        <p:tav tm="68452">
                                          <p:val>
                                            <p:fltVal val="4.4"/>
                                          </p:val>
                                        </p:tav>
                                        <p:tav tm="70526">
                                          <p:val>
                                            <p:fltVal val="1.16"/>
                                          </p:val>
                                        </p:tav>
                                        <p:tav tm="72600">
                                          <p:val>
                                            <p:fltVal val="-1.21"/>
                                          </p:val>
                                        </p:tav>
                                        <p:tav tm="76749">
                                          <p:val>
                                            <p:fltVal val="-4.05"/>
                                          </p:val>
                                        </p:tav>
                                        <p:tav tm="80898">
                                          <p:val>
                                            <p:fltVal val="-5.09"/>
                                          </p:val>
                                        </p:tav>
                                        <p:tav tm="85046">
                                          <p:val>
                                            <p:fltVal val="-4.93"/>
                                          </p:val>
                                        </p:tav>
                                        <p:tav tm="91269">
                                          <p:val>
                                            <p:fltVal val="-3.17"/>
                                          </p:val>
                                        </p:tav>
                                        <p:tav tm="97492">
                                          <p:val>
                                            <p:fltVal val="-0.24"/>
                                          </p:val>
                                        </p:tav>
                                        <p:tav tm="995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150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507"/>
                                          </p:val>
                                        </p:tav>
                                        <p:tav tm="44426">
                                          <p:val>
                                            <p:strVal val="#ppt_x+0.06507"/>
                                          </p:val>
                                        </p:tav>
                                        <p:tav tm="48869">
                                          <p:val>
                                            <p:strVal val="#ppt_x+0.04167"/>
                                          </p:val>
                                        </p:tav>
                                        <p:tav tm="51090">
                                          <p:val>
                                            <p:strVal val="#ppt_x+0.03148"/>
                                          </p:val>
                                        </p:tav>
                                        <p:tav tm="53312">
                                          <p:val>
                                            <p:strVal val="#ppt_x+0.02309"/>
                                          </p:val>
                                        </p:tav>
                                        <p:tav tm="55533">
                                          <p:val>
                                            <p:strVal val="#ppt_x+0.01655"/>
                                          </p:val>
                                        </p:tav>
                                        <p:tav tm="57754">
                                          <p:val>
                                            <p:strVal val="#ppt_x+0.01159"/>
                                          </p:val>
                                        </p:tav>
                                        <p:tav tm="59976">
                                          <p:val>
                                            <p:strVal val="#ppt_x+0.00786"/>
                                          </p:val>
                                        </p:tav>
                                        <p:tav tm="62197">
                                          <p:val>
                                            <p:strVal val="#ppt_x+0.00507"/>
                                          </p:val>
                                        </p:tav>
                                        <p:tav tm="64418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68861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75525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84410">
                                          <p:val>
                                            <p:strVal val="#ppt_x-0.00185"/>
                                          </p:val>
                                        </p:tav>
                                        <p:tav tm="999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150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842"/>
                                          </p:val>
                                        </p:tav>
                                        <p:tav tm="44426">
                                          <p:val>
                                            <p:strVal val="#ppt_y+0.14842"/>
                                          </p:val>
                                        </p:tav>
                                        <p:tav tm="48869">
                                          <p:val>
                                            <p:strVal val="#ppt_y+0.09506"/>
                                          </p:val>
                                        </p:tav>
                                        <p:tav tm="51090">
                                          <p:val>
                                            <p:strVal val="#ppt_y+0.07182"/>
                                          </p:val>
                                        </p:tav>
                                        <p:tav tm="53312">
                                          <p:val>
                                            <p:strVal val="#ppt_y+0.05268"/>
                                          </p:val>
                                        </p:tav>
                                        <p:tav tm="55533">
                                          <p:val>
                                            <p:strVal val="#ppt_y+0.03776"/>
                                          </p:val>
                                        </p:tav>
                                        <p:tav tm="57754">
                                          <p:val>
                                            <p:strVal val="#ppt_y+0.02645"/>
                                          </p:val>
                                        </p:tav>
                                        <p:tav tm="59976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62197">
                                          <p:val>
                                            <p:strVal val="#ppt_y+0.01159"/>
                                          </p:val>
                                        </p:tav>
                                        <p:tav tm="64418">
                                          <p:val>
                                            <p:strVal val="#ppt_y+0.00681"/>
                                          </p:val>
                                        </p:tav>
                                        <p:tav tm="68861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75525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84410">
                                          <p:val>
                                            <p:strVal val="#ppt_y-0.00419"/>
                                          </p:val>
                                        </p:tav>
                                        <p:tav tm="97738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99960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150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4426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869">
                                          <p:val>
                                            <p:strVal val="#ppt_w*0.51968"/>
                                          </p:val>
                                        </p:tav>
                                        <p:tav tm="51090">
                                          <p:val>
                                            <p:strVal val="#ppt_w*0.63716"/>
                                          </p:val>
                                        </p:tav>
                                        <p:tav tm="53312">
                                          <p:val>
                                            <p:strVal val="#ppt_w*0.73388"/>
                                          </p:val>
                                        </p:tav>
                                        <p:tav tm="55533">
                                          <p:val>
                                            <p:strVal val="#ppt_w*0.8093"/>
                                          </p:val>
                                        </p:tav>
                                        <p:tav tm="57754">
                                          <p:val>
                                            <p:strVal val="#ppt_w*0.86646"/>
                                          </p:val>
                                        </p:tav>
                                        <p:tav tm="59976">
                                          <p:val>
                                            <p:strVal val="#ppt_w*0.90937"/>
                                          </p:val>
                                        </p:tav>
                                        <p:tav tm="62197">
                                          <p:val>
                                            <p:strVal val="#ppt_w*0.94156"/>
                                          </p:val>
                                        </p:tav>
                                        <p:tav tm="64418">
                                          <p:val>
                                            <p:strVal val="#ppt_w*0.9657"/>
                                          </p:val>
                                        </p:tav>
                                        <p:tav tm="68861">
                                          <p:val>
                                            <p:strVal val="#ppt_w*0.99716"/>
                                          </p:val>
                                        </p:tav>
                                        <p:tav tm="75525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84410">
                                          <p:val>
                                            <p:strVal val="#ppt_w*1.02132"/>
                                          </p:val>
                                        </p:tav>
                                        <p:tav tm="999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150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4426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869">
                                          <p:val>
                                            <p:strVal val="#ppt_h*0.51968"/>
                                          </p:val>
                                        </p:tav>
                                        <p:tav tm="51090">
                                          <p:val>
                                            <p:strVal val="#ppt_h*0.63716"/>
                                          </p:val>
                                        </p:tav>
                                        <p:tav tm="53312">
                                          <p:val>
                                            <p:strVal val="#ppt_h*0.73388"/>
                                          </p:val>
                                        </p:tav>
                                        <p:tav tm="55533">
                                          <p:val>
                                            <p:strVal val="#ppt_h*0.8093"/>
                                          </p:val>
                                        </p:tav>
                                        <p:tav tm="57754">
                                          <p:val>
                                            <p:strVal val="#ppt_h*0.86646"/>
                                          </p:val>
                                        </p:tav>
                                        <p:tav tm="59976">
                                          <p:val>
                                            <p:strVal val="#ppt_h*0.90937"/>
                                          </p:val>
                                        </p:tav>
                                        <p:tav tm="62197">
                                          <p:val>
                                            <p:strVal val="#ppt_h*0.94156"/>
                                          </p:val>
                                        </p:tav>
                                        <p:tav tm="64418">
                                          <p:val>
                                            <p:strVal val="#ppt_h*0.9657"/>
                                          </p:val>
                                        </p:tav>
                                        <p:tav tm="68861">
                                          <p:val>
                                            <p:strVal val="#ppt_h*0.99716"/>
                                          </p:val>
                                        </p:tav>
                                        <p:tav tm="75525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84410">
                                          <p:val>
                                            <p:strVal val="#ppt_h*1.02132"/>
                                          </p:val>
                                        </p:tav>
                                        <p:tav tm="999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150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2"/>
                                          </p:val>
                                        </p:tav>
                                        <p:tav tm="44426">
                                          <p:val>
                                            <p:fltVal val="152"/>
                                          </p:val>
                                        </p:tav>
                                        <p:tav tm="46648">
                                          <p:val>
                                            <p:fltVal val="190.01"/>
                                          </p:val>
                                        </p:tav>
                                        <p:tav tm="48869">
                                          <p:val>
                                            <p:fltVal val="226.79"/>
                                          </p:val>
                                        </p:tav>
                                        <p:tav tm="51090">
                                          <p:val>
                                            <p:fltVal val="259.37"/>
                                          </p:val>
                                        </p:tav>
                                        <p:tav tm="53312">
                                          <p:val>
                                            <p:fltVal val="286.2"/>
                                          </p:val>
                                        </p:tav>
                                        <p:tav tm="55533">
                                          <p:val>
                                            <p:fltVal val="307.11"/>
                                          </p:val>
                                        </p:tav>
                                        <p:tav tm="57754">
                                          <p:val>
                                            <p:fltVal val="322.97"/>
                                          </p:val>
                                        </p:tav>
                                        <p:tav tm="59976">
                                          <p:val>
                                            <p:fltVal val="334.87"/>
                                          </p:val>
                                        </p:tav>
                                        <p:tav tm="62197">
                                          <p:val>
                                            <p:fltVal val="343.79"/>
                                          </p:val>
                                        </p:tav>
                                        <p:tav tm="64418">
                                          <p:val>
                                            <p:fltVal val="350.49"/>
                                          </p:val>
                                        </p:tav>
                                        <p:tav tm="66640">
                                          <p:val>
                                            <p:fltVal val="355.5"/>
                                          </p:val>
                                        </p:tav>
                                        <p:tav tm="68861">
                                          <p:val>
                                            <p:fltVal val="359.21"/>
                                          </p:val>
                                        </p:tav>
                                        <p:tav tm="71082">
                                          <p:val>
                                            <p:fltVal val="361.92"/>
                                          </p:val>
                                        </p:tav>
                                        <p:tav tm="73304">
                                          <p:val>
                                            <p:fltVal val="363.84"/>
                                          </p:val>
                                        </p:tav>
                                        <p:tav tm="75525">
                                          <p:val>
                                            <p:fltVal val="365.12"/>
                                          </p:val>
                                        </p:tav>
                                        <p:tav tm="79968">
                                          <p:val>
                                            <p:fltVal val="366.23"/>
                                          </p:val>
                                        </p:tav>
                                        <p:tav tm="84410">
                                          <p:val>
                                            <p:fltVal val="365.91"/>
                                          </p:val>
                                        </p:tav>
                                        <p:tav tm="91074">
                                          <p:val>
                                            <p:fltVal val="363.67"/>
                                          </p:val>
                                        </p:tav>
                                        <p:tav tm="97738">
                                          <p:val>
                                            <p:fltVal val="360.03"/>
                                          </p:val>
                                        </p:tav>
                                        <p:tav tm="99960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9" dur="1394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037"/>
                                          </p:val>
                                        </p:tav>
                                        <p:tav tm="38253">
                                          <p:val>
                                            <p:strVal val="#ppt_x+0.09037"/>
                                          </p:val>
                                        </p:tav>
                                        <p:tav tm="40643">
                                          <p:val>
                                            <p:strVal val="#ppt_x+0.08744"/>
                                          </p:val>
                                        </p:tav>
                                        <p:tav tm="43034">
                                          <p:val>
                                            <p:strVal val="#ppt_x+0.07071"/>
                                          </p:val>
                                        </p:tav>
                                        <p:tav tm="45425">
                                          <p:val>
                                            <p:strVal val="#ppt_x+0.055"/>
                                          </p:val>
                                        </p:tav>
                                        <p:tav tm="47816">
                                          <p:val>
                                            <p:strVal val="#ppt_x+0.04129"/>
                                          </p:val>
                                        </p:tav>
                                        <p:tav tm="50206">
                                          <p:val>
                                            <p:strVal val="#ppt_x+0.03014"/>
                                          </p:val>
                                        </p:tav>
                                        <p:tav tm="52597">
                                          <p:val>
                                            <p:strVal val="#ppt_x+0.02151"/>
                                          </p:val>
                                        </p:tav>
                                        <p:tav tm="54988">
                                          <p:val>
                                            <p:strVal val="#ppt_x+0.01499"/>
                                          </p:val>
                                        </p:tav>
                                        <p:tav tm="57379">
                                          <p:val>
                                            <p:strVal val="#ppt_x+0.01009"/>
                                          </p:val>
                                        </p:tav>
                                        <p:tav tm="59770">
                                          <p:val>
                                            <p:strVal val="#ppt_x+0.00642"/>
                                          </p:val>
                                        </p:tav>
                                        <p:tav tm="62160">
                                          <p:val>
                                            <p:strVal val="#ppt_x+0.00367"/>
                                          </p:val>
                                        </p:tav>
                                        <p:tav tm="66942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74114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83677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9802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1394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245"/>
                                          </p:val>
                                        </p:tav>
                                        <p:tav tm="38253">
                                          <p:val>
                                            <p:strVal val="#ppt_y+0.14245"/>
                                          </p:val>
                                        </p:tav>
                                        <p:tav tm="40643">
                                          <p:val>
                                            <p:strVal val="#ppt_y+0.13784"/>
                                          </p:val>
                                        </p:tav>
                                        <p:tav tm="43034">
                                          <p:val>
                                            <p:strVal val="#ppt_y+0.11147"/>
                                          </p:val>
                                        </p:tav>
                                        <p:tav tm="45425">
                                          <p:val>
                                            <p:strVal val="#ppt_y+0.08672"/>
                                          </p:val>
                                        </p:tav>
                                        <p:tav tm="47816">
                                          <p:val>
                                            <p:strVal val="#ppt_y+0.0651"/>
                                          </p:val>
                                        </p:tav>
                                        <p:tav tm="50206">
                                          <p:val>
                                            <p:strVal val="#ppt_y+0.04753"/>
                                          </p:val>
                                        </p:tav>
                                        <p:tav tm="52597">
                                          <p:val>
                                            <p:strVal val="#ppt_y+0.03392"/>
                                          </p:val>
                                        </p:tav>
                                        <p:tav tm="54988">
                                          <p:val>
                                            <p:strVal val="#ppt_y+0.02364"/>
                                          </p:val>
                                        </p:tav>
                                        <p:tav tm="57379">
                                          <p:val>
                                            <p:strVal val="#ppt_y+0.01593"/>
                                          </p:val>
                                        </p:tav>
                                        <p:tav tm="59770">
                                          <p:val>
                                            <p:strVal val="#ppt_y+0.01014"/>
                                          </p:val>
                                        </p:tav>
                                        <p:tav tm="62160">
                                          <p:val>
                                            <p:strVal val="#ppt_y+0.00581"/>
                                          </p:val>
                                        </p:tav>
                                        <p:tav tm="66942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74114">
                                          <p:val>
                                            <p:strVal val="#ppt_y-0.00361"/>
                                          </p:val>
                                        </p:tav>
                                        <p:tav tm="83677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98022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1394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8253">
                                          <p:val>
                                            <p:strVal val="#ppt_w*0.25"/>
                                          </p:val>
                                        </p:tav>
                                        <p:tav tm="40643">
                                          <p:val>
                                            <p:strVal val="#ppt_w*0.27428"/>
                                          </p:val>
                                        </p:tav>
                                        <p:tav tm="43034">
                                          <p:val>
                                            <p:strVal val="#ppt_w*0.41316"/>
                                          </p:val>
                                        </p:tav>
                                        <p:tav tm="45425">
                                          <p:val>
                                            <p:strVal val="#ppt_w*0.54351"/>
                                          </p:val>
                                        </p:tav>
                                        <p:tav tm="47816">
                                          <p:val>
                                            <p:strVal val="#ppt_w*0.65731"/>
                                          </p:val>
                                        </p:tav>
                                        <p:tav tm="50206">
                                          <p:val>
                                            <p:strVal val="#ppt_w*0.74986"/>
                                          </p:val>
                                        </p:tav>
                                        <p:tav tm="52597">
                                          <p:val>
                                            <p:strVal val="#ppt_w*0.8215"/>
                                          </p:val>
                                        </p:tav>
                                        <p:tav tm="54988">
                                          <p:val>
                                            <p:strVal val="#ppt_w*0.87564"/>
                                          </p:val>
                                        </p:tav>
                                        <p:tav tm="57379">
                                          <p:val>
                                            <p:strVal val="#ppt_w*0.91625"/>
                                          </p:val>
                                        </p:tav>
                                        <p:tav tm="59770">
                                          <p:val>
                                            <p:strVal val="#ppt_w*0.94672"/>
                                          </p:val>
                                        </p:tav>
                                        <p:tav tm="62160">
                                          <p:val>
                                            <p:strVal val="#ppt_w*0.96956"/>
                                          </p:val>
                                        </p:tav>
                                        <p:tav tm="66942">
                                          <p:val>
                                            <p:strVal val="#ppt_w*0.99928"/>
                                          </p:val>
                                        </p:tav>
                                        <p:tav tm="74114">
                                          <p:val>
                                            <p:strVal val="#ppt_w*1.01913"/>
                                          </p:val>
                                        </p:tav>
                                        <p:tav tm="83677">
                                          <p:val>
                                            <p:strVal val="#ppt_w*1.02101"/>
                                          </p:val>
                                        </p:tav>
                                        <p:tav tm="9802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1394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8253">
                                          <p:val>
                                            <p:strVal val="#ppt_h*0.25"/>
                                          </p:val>
                                        </p:tav>
                                        <p:tav tm="40643">
                                          <p:val>
                                            <p:strVal val="#ppt_h*0.27428"/>
                                          </p:val>
                                        </p:tav>
                                        <p:tav tm="43034">
                                          <p:val>
                                            <p:strVal val="#ppt_h*0.41316"/>
                                          </p:val>
                                        </p:tav>
                                        <p:tav tm="45425">
                                          <p:val>
                                            <p:strVal val="#ppt_h*0.54351"/>
                                          </p:val>
                                        </p:tav>
                                        <p:tav tm="47816">
                                          <p:val>
                                            <p:strVal val="#ppt_h*0.65731"/>
                                          </p:val>
                                        </p:tav>
                                        <p:tav tm="50206">
                                          <p:val>
                                            <p:strVal val="#ppt_h*0.74986"/>
                                          </p:val>
                                        </p:tav>
                                        <p:tav tm="52597">
                                          <p:val>
                                            <p:strVal val="#ppt_h*0.8215"/>
                                          </p:val>
                                        </p:tav>
                                        <p:tav tm="54988">
                                          <p:val>
                                            <p:strVal val="#ppt_h*0.87564"/>
                                          </p:val>
                                        </p:tav>
                                        <p:tav tm="57379">
                                          <p:val>
                                            <p:strVal val="#ppt_h*0.91625"/>
                                          </p:val>
                                        </p:tav>
                                        <p:tav tm="59770">
                                          <p:val>
                                            <p:strVal val="#ppt_h*0.94672"/>
                                          </p:val>
                                        </p:tav>
                                        <p:tav tm="62160">
                                          <p:val>
                                            <p:strVal val="#ppt_h*0.96956"/>
                                          </p:val>
                                        </p:tav>
                                        <p:tav tm="66942">
                                          <p:val>
                                            <p:strVal val="#ppt_h*0.99928"/>
                                          </p:val>
                                        </p:tav>
                                        <p:tav tm="74114">
                                          <p:val>
                                            <p:strVal val="#ppt_h*1.01913"/>
                                          </p:val>
                                        </p:tav>
                                        <p:tav tm="83677">
                                          <p:val>
                                            <p:strVal val="#ppt_h*1.02101"/>
                                          </p:val>
                                        </p:tav>
                                        <p:tav tm="9802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1394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"/>
                                          </p:val>
                                        </p:tav>
                                        <p:tav tm="38253">
                                          <p:val>
                                            <p:fltVal val="-115"/>
                                          </p:val>
                                        </p:tav>
                                        <p:tav tm="40643">
                                          <p:val>
                                            <p:fltVal val="-122.93"/>
                                          </p:val>
                                        </p:tav>
                                        <p:tav tm="43034">
                                          <p:val>
                                            <p:fltVal val="-168.3"/>
                                          </p:val>
                                        </p:tav>
                                        <p:tav tm="45425">
                                          <p:val>
                                            <p:fltVal val="-210.88"/>
                                          </p:val>
                                        </p:tav>
                                        <p:tav tm="47816">
                                          <p:val>
                                            <p:fltVal val="-248.06"/>
                                          </p:val>
                                        </p:tav>
                                        <p:tav tm="50206">
                                          <p:val>
                                            <p:fltVal val="-278.29"/>
                                          </p:val>
                                        </p:tav>
                                        <p:tav tm="52597">
                                          <p:val>
                                            <p:fltVal val="-301.69"/>
                                          </p:val>
                                        </p:tav>
                                        <p:tav tm="54988">
                                          <p:val>
                                            <p:fltVal val="-319.37"/>
                                          </p:val>
                                        </p:tav>
                                        <p:tav tm="57379">
                                          <p:val>
                                            <p:fltVal val="-332.64"/>
                                          </p:val>
                                        </p:tav>
                                        <p:tav tm="59770">
                                          <p:val>
                                            <p:fltVal val="-342.59"/>
                                          </p:val>
                                        </p:tav>
                                        <p:tav tm="62160">
                                          <p:val>
                                            <p:fltVal val="-350.06"/>
                                          </p:val>
                                        </p:tav>
                                        <p:tav tm="64551">
                                          <p:val>
                                            <p:fltVal val="-355.64"/>
                                          </p:val>
                                        </p:tav>
                                        <p:tav tm="66942">
                                          <p:val>
                                            <p:fltVal val="-359.77"/>
                                          </p:val>
                                        </p:tav>
                                        <p:tav tm="69333">
                                          <p:val>
                                            <p:fltVal val="-362.76"/>
                                          </p:val>
                                        </p:tav>
                                        <p:tav tm="71724">
                                          <p:val>
                                            <p:fltVal val="-364.87"/>
                                          </p:val>
                                        </p:tav>
                                        <p:tav tm="74114">
                                          <p:val>
                                            <p:fltVal val="-366.25"/>
                                          </p:val>
                                        </p:tav>
                                        <p:tav tm="78896">
                                          <p:val>
                                            <p:fltVal val="-367.36"/>
                                          </p:val>
                                        </p:tav>
                                        <p:tav tm="83677">
                                          <p:val>
                                            <p:fltVal val="-366.86"/>
                                          </p:val>
                                        </p:tav>
                                        <p:tav tm="90850">
                                          <p:val>
                                            <p:fltVal val="-364.09"/>
                                          </p:val>
                                        </p:tav>
                                        <p:tav tm="98022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67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7" dur="1828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875"/>
                                          </p:val>
                                        </p:tav>
                                        <p:tav tm="52885">
                                          <p:val>
                                            <p:strVal val="#ppt_x+0.05875"/>
                                          </p:val>
                                        </p:tav>
                                        <p:tav tm="54708">
                                          <p:val>
                                            <p:strVal val="#ppt_x+0.05694"/>
                                          </p:val>
                                        </p:tav>
                                        <p:tav tm="56532">
                                          <p:val>
                                            <p:strVal val="#ppt_x+0.04606"/>
                                          </p:val>
                                        </p:tav>
                                        <p:tav tm="58355">
                                          <p:val>
                                            <p:strVal val="#ppt_x+0.03584"/>
                                          </p:val>
                                        </p:tav>
                                        <p:tav tm="60179">
                                          <p:val>
                                            <p:strVal val="#ppt_x+0.02692"/>
                                          </p:val>
                                        </p:tav>
                                        <p:tav tm="62003">
                                          <p:val>
                                            <p:strVal val="#ppt_x+0.01965"/>
                                          </p:val>
                                        </p:tav>
                                        <p:tav tm="63826">
                                          <p:val>
                                            <p:strVal val="#ppt_x+0.01403"/>
                                          </p:val>
                                        </p:tav>
                                        <p:tav tm="65650">
                                          <p:val>
                                            <p:strVal val="#ppt_x+0.00978"/>
                                          </p:val>
                                        </p:tav>
                                        <p:tav tm="67473">
                                          <p:val>
                                            <p:strVal val="#ppt_x+0.00659"/>
                                          </p:val>
                                        </p:tav>
                                        <p:tav tm="69297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71121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74768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80239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7533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9847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1828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841"/>
                                          </p:val>
                                        </p:tav>
                                        <p:tav tm="52885">
                                          <p:val>
                                            <p:strVal val="#ppt_y+0.04841"/>
                                          </p:val>
                                        </p:tav>
                                        <p:tav tm="54708">
                                          <p:val>
                                            <p:strVal val="#ppt_y+0.04693"/>
                                          </p:val>
                                        </p:tav>
                                        <p:tav tm="58355">
                                          <p:val>
                                            <p:strVal val="#ppt_y+0.02955"/>
                                          </p:val>
                                        </p:tav>
                                        <p:tav tm="60179">
                                          <p:val>
                                            <p:strVal val="#ppt_y+0.02219"/>
                                          </p:val>
                                        </p:tav>
                                        <p:tav tm="62003">
                                          <p:val>
                                            <p:strVal val="#ppt_y+0.01621"/>
                                          </p:val>
                                        </p:tav>
                                        <p:tav tm="63826">
                                          <p:val>
                                            <p:strVal val="#ppt_y+0.01158"/>
                                          </p:val>
                                        </p:tav>
                                        <p:tav tm="65650">
                                          <p:val>
                                            <p:strVal val="#ppt_y+0.00808"/>
                                          </p:val>
                                        </p:tav>
                                        <p:tav tm="69297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74768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802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87533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98475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1828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885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708">
                                          <p:val>
                                            <p:strVal val="#ppt_w*0.27301"/>
                                          </p:val>
                                        </p:tav>
                                        <p:tav tm="56532">
                                          <p:val>
                                            <p:strVal val="#ppt_w*0.41193"/>
                                          </p:val>
                                        </p:tav>
                                        <p:tav tm="58355">
                                          <p:val>
                                            <p:strVal val="#ppt_w*0.54239"/>
                                          </p:val>
                                        </p:tav>
                                        <p:tav tm="60179">
                                          <p:val>
                                            <p:strVal val="#ppt_w*0.65637"/>
                                          </p:val>
                                        </p:tav>
                                        <p:tav tm="62003">
                                          <p:val>
                                            <p:strVal val="#ppt_w*0.74912"/>
                                          </p:val>
                                        </p:tav>
                                        <p:tav tm="63826">
                                          <p:val>
                                            <p:strVal val="#ppt_w*0.82093"/>
                                          </p:val>
                                        </p:tav>
                                        <p:tav tm="65650">
                                          <p:val>
                                            <p:strVal val="#ppt_w*0.87521"/>
                                          </p:val>
                                        </p:tav>
                                        <p:tav tm="67473">
                                          <p:val>
                                            <p:strVal val="#ppt_w*0.91593"/>
                                          </p:val>
                                        </p:tav>
                                        <p:tav tm="69297">
                                          <p:val>
                                            <p:strVal val="#ppt_w*0.94648"/>
                                          </p:val>
                                        </p:tav>
                                        <p:tav tm="71121">
                                          <p:val>
                                            <p:strVal val="#ppt_w*0.96938"/>
                                          </p:val>
                                        </p:tav>
                                        <p:tav tm="74768">
                                          <p:val>
                                            <p:strVal val="#ppt_w*0.99918"/>
                                          </p:val>
                                        </p:tav>
                                        <p:tav tm="80239">
                                          <p:val>
                                            <p:strVal val="#ppt_w*1.0191"/>
                                          </p:val>
                                        </p:tav>
                                        <p:tav tm="87533">
                                          <p:val>
                                            <p:strVal val="#ppt_w*1.02103"/>
                                          </p:val>
                                        </p:tav>
                                        <p:tav tm="9847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1828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885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708">
                                          <p:val>
                                            <p:strVal val="#ppt_h*0.27301"/>
                                          </p:val>
                                        </p:tav>
                                        <p:tav tm="56532">
                                          <p:val>
                                            <p:strVal val="#ppt_h*0.41193"/>
                                          </p:val>
                                        </p:tav>
                                        <p:tav tm="58355">
                                          <p:val>
                                            <p:strVal val="#ppt_h*0.54239"/>
                                          </p:val>
                                        </p:tav>
                                        <p:tav tm="60179">
                                          <p:val>
                                            <p:strVal val="#ppt_h*0.65637"/>
                                          </p:val>
                                        </p:tav>
                                        <p:tav tm="62003">
                                          <p:val>
                                            <p:strVal val="#ppt_h*0.74912"/>
                                          </p:val>
                                        </p:tav>
                                        <p:tav tm="63826">
                                          <p:val>
                                            <p:strVal val="#ppt_h*0.82093"/>
                                          </p:val>
                                        </p:tav>
                                        <p:tav tm="65650">
                                          <p:val>
                                            <p:strVal val="#ppt_h*0.87521"/>
                                          </p:val>
                                        </p:tav>
                                        <p:tav tm="67473">
                                          <p:val>
                                            <p:strVal val="#ppt_h*0.91593"/>
                                          </p:val>
                                        </p:tav>
                                        <p:tav tm="69297">
                                          <p:val>
                                            <p:strVal val="#ppt_h*0.94648"/>
                                          </p:val>
                                        </p:tav>
                                        <p:tav tm="71121">
                                          <p:val>
                                            <p:strVal val="#ppt_h*0.96938"/>
                                          </p:val>
                                        </p:tav>
                                        <p:tav tm="74768">
                                          <p:val>
                                            <p:strVal val="#ppt_h*0.99918"/>
                                          </p:val>
                                        </p:tav>
                                        <p:tav tm="80239">
                                          <p:val>
                                            <p:strVal val="#ppt_h*1.0191"/>
                                          </p:val>
                                        </p:tav>
                                        <p:tav tm="87533">
                                          <p:val>
                                            <p:strVal val="#ppt_h*1.02103"/>
                                          </p:val>
                                        </p:tav>
                                        <p:tav tm="9847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1828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1.99"/>
                                          </p:val>
                                        </p:tav>
                                        <p:tav tm="52885">
                                          <p:val>
                                            <p:fltVal val="-121.99"/>
                                          </p:val>
                                        </p:tav>
                                        <p:tav tm="54708">
                                          <p:val>
                                            <p:fltVal val="-118.25"/>
                                          </p:val>
                                        </p:tav>
                                        <p:tav tm="56532">
                                          <p:val>
                                            <p:fltVal val="-95.65"/>
                                          </p:val>
                                        </p:tav>
                                        <p:tav tm="58355">
                                          <p:val>
                                            <p:fltVal val="-74.43"/>
                                          </p:val>
                                        </p:tav>
                                        <p:tav tm="60179">
                                          <p:val>
                                            <p:fltVal val="-55.89"/>
                                          </p:val>
                                        </p:tav>
                                        <p:tav tm="62003">
                                          <p:val>
                                            <p:fltVal val="-40.8"/>
                                          </p:val>
                                        </p:tav>
                                        <p:tav tm="63826">
                                          <p:val>
                                            <p:fltVal val="-29.12"/>
                                          </p:val>
                                        </p:tav>
                                        <p:tav tm="65650">
                                          <p:val>
                                            <p:fltVal val="-20.29"/>
                                          </p:val>
                                        </p:tav>
                                        <p:tav tm="67473">
                                          <p:val>
                                            <p:fltVal val="-13.67"/>
                                          </p:val>
                                        </p:tav>
                                        <p:tav tm="69297">
                                          <p:val>
                                            <p:fltVal val="-8.7"/>
                                          </p:val>
                                        </p:tav>
                                        <p:tav tm="71121">
                                          <p:val>
                                            <p:fltVal val="-4.97"/>
                                          </p:val>
                                        </p:tav>
                                        <p:tav tm="72944">
                                          <p:val>
                                            <p:fltVal val="-2.19"/>
                                          </p:val>
                                        </p:tav>
                                        <p:tav tm="74768">
                                          <p:val>
                                            <p:fltVal val="-0.13"/>
                                          </p:val>
                                        </p:tav>
                                        <p:tav tm="76592">
                                          <p:val>
                                            <p:fltVal val="1.37"/>
                                          </p:val>
                                        </p:tav>
                                        <p:tav tm="80239">
                                          <p:val>
                                            <p:fltVal val="3.11"/>
                                          </p:val>
                                        </p:tav>
                                        <p:tav tm="83886">
                                          <p:val>
                                            <p:fltVal val="3.67"/>
                                          </p:val>
                                        </p:tav>
                                        <p:tav tm="87533">
                                          <p:val>
                                            <p:fltVal val="3.43"/>
                                          </p:val>
                                        </p:tav>
                                        <p:tav tm="93004">
                                          <p:val>
                                            <p:fltVal val="2.05"/>
                                          </p:val>
                                        </p:tav>
                                        <p:tav tm="98475">
                                          <p:val>
                                            <p:fltVal val="0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5" dur="1722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2"/>
                                          </p:val>
                                        </p:tav>
                                        <p:tav tm="50343">
                                          <p:val>
                                            <p:strVal val="#ppt_x+0.062"/>
                                          </p:val>
                                        </p:tav>
                                        <p:tav tm="52280">
                                          <p:val>
                                            <p:strVal val="#ppt_x+0.05789"/>
                                          </p:val>
                                        </p:tav>
                                        <p:tav tm="54216">
                                          <p:val>
                                            <p:strVal val="#ppt_x+0.04648"/>
                                          </p:val>
                                        </p:tav>
                                        <p:tav tm="56152">
                                          <p:val>
                                            <p:strVal val="#ppt_x+0.03591"/>
                                          </p:val>
                                        </p:tav>
                                        <p:tav tm="58088">
                                          <p:val>
                                            <p:strVal val="#ppt_x+0.0268"/>
                                          </p:val>
                                        </p:tav>
                                        <p:tav tm="60025">
                                          <p:val>
                                            <p:strVal val="#ppt_x+0.01948"/>
                                          </p:val>
                                        </p:tav>
                                        <p:tav tm="61961">
                                          <p:val>
                                            <p:strVal val="#ppt_x+0.01385"/>
                                          </p:val>
                                        </p:tav>
                                        <p:tav tm="63897">
                                          <p:val>
                                            <p:strVal val="#ppt_x+0.0096"/>
                                          </p:val>
                                        </p:tav>
                                        <p:tav tm="65833">
                                          <p:val>
                                            <p:strVal val="#ppt_x+0.00641"/>
                                          </p:val>
                                        </p:tav>
                                        <p:tav tm="67770">
                                          <p:val>
                                            <p:strVal val="#ppt_x+0.00402"/>
                                          </p:val>
                                        </p:tav>
                                        <p:tav tm="71642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77451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85196">
                                          <p:val>
                                            <p:strVal val="#ppt_x-0.00183"/>
                                          </p:val>
                                        </p:tav>
                                        <p:tav tm="9875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1722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945"/>
                                          </p:val>
                                        </p:tav>
                                        <p:tav tm="50343">
                                          <p:val>
                                            <p:strVal val="#ppt_y+0.06945"/>
                                          </p:val>
                                        </p:tav>
                                        <p:tav tm="52280">
                                          <p:val>
                                            <p:strVal val="#ppt_y+0.06484"/>
                                          </p:val>
                                        </p:tav>
                                        <p:tav tm="56152">
                                          <p:val>
                                            <p:strVal val="#ppt_y+0.04023"/>
                                          </p:val>
                                        </p:tav>
                                        <p:tav tm="58088">
                                          <p:val>
                                            <p:strVal val="#ppt_y+0.03004"/>
                                          </p:val>
                                        </p:tav>
                                        <p:tav tm="60025">
                                          <p:val>
                                            <p:strVal val="#ppt_y+0.02184"/>
                                          </p:val>
                                        </p:tav>
                                        <p:tav tm="61961">
                                          <p:val>
                                            <p:strVal val="#ppt_y+0.01553"/>
                                          </p:val>
                                        </p:tav>
                                        <p:tav tm="63897">
                                          <p:val>
                                            <p:strVal val="#ppt_y+0.01077"/>
                                          </p:val>
                                        </p:tav>
                                        <p:tav tm="65833">
                                          <p:val>
                                            <p:strVal val="#ppt_y+0.0072"/>
                                          </p:val>
                                        </p:tav>
                                        <p:tav tm="67770">
                                          <p:val>
                                            <p:strVal val="#ppt_y+0.00453"/>
                                          </p:val>
                                        </p:tav>
                                        <p:tav tm="71642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85196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98750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1722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343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280">
                                          <p:val>
                                            <p:strVal val="#ppt_w*0.29981"/>
                                          </p:val>
                                        </p:tav>
                                        <p:tav tm="54216">
                                          <p:val>
                                            <p:strVal val="#ppt_w*0.43774"/>
                                          </p:val>
                                        </p:tav>
                                        <p:tav tm="56152">
                                          <p:val>
                                            <p:strVal val="#ppt_w*0.56563"/>
                                          </p:val>
                                        </p:tav>
                                        <p:tav tm="58088">
                                          <p:val>
                                            <p:strVal val="#ppt_w*0.67577"/>
                                          </p:val>
                                        </p:tav>
                                        <p:tav tm="60025">
                                          <p:val>
                                            <p:strVal val="#ppt_w*0.76437"/>
                                          </p:val>
                                        </p:tav>
                                        <p:tav tm="61961">
                                          <p:val>
                                            <p:strVal val="#ppt_w*0.83252"/>
                                          </p:val>
                                        </p:tav>
                                        <p:tav tm="63897">
                                          <p:val>
                                            <p:strVal val="#ppt_w*0.88392"/>
                                          </p:val>
                                        </p:tav>
                                        <p:tav tm="65833">
                                          <p:val>
                                            <p:strVal val="#ppt_w*0.92246"/>
                                          </p:val>
                                        </p:tav>
                                        <p:tav tm="67770">
                                          <p:val>
                                            <p:strVal val="#ppt_w*0.95137"/>
                                          </p:val>
                                        </p:tav>
                                        <p:tav tm="71642">
                                          <p:val>
                                            <p:strVal val="#ppt_w*0.98924"/>
                                          </p:val>
                                        </p:tav>
                                        <p:tav tm="77451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85196">
                                          <p:val>
                                            <p:strVal val="#ppt_w*1.02212"/>
                                          </p:val>
                                        </p:tav>
                                        <p:tav tm="9875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1722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343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280">
                                          <p:val>
                                            <p:strVal val="#ppt_h*0.29981"/>
                                          </p:val>
                                        </p:tav>
                                        <p:tav tm="54216">
                                          <p:val>
                                            <p:strVal val="#ppt_h*0.43774"/>
                                          </p:val>
                                        </p:tav>
                                        <p:tav tm="56152">
                                          <p:val>
                                            <p:strVal val="#ppt_h*0.56563"/>
                                          </p:val>
                                        </p:tav>
                                        <p:tav tm="58088">
                                          <p:val>
                                            <p:strVal val="#ppt_h*0.67577"/>
                                          </p:val>
                                        </p:tav>
                                        <p:tav tm="60025">
                                          <p:val>
                                            <p:strVal val="#ppt_h*0.76437"/>
                                          </p:val>
                                        </p:tav>
                                        <p:tav tm="61961">
                                          <p:val>
                                            <p:strVal val="#ppt_h*0.83252"/>
                                          </p:val>
                                        </p:tav>
                                        <p:tav tm="63897">
                                          <p:val>
                                            <p:strVal val="#ppt_h*0.88392"/>
                                          </p:val>
                                        </p:tav>
                                        <p:tav tm="65833">
                                          <p:val>
                                            <p:strVal val="#ppt_h*0.92246"/>
                                          </p:val>
                                        </p:tav>
                                        <p:tav tm="67770">
                                          <p:val>
                                            <p:strVal val="#ppt_h*0.95137"/>
                                          </p:val>
                                        </p:tav>
                                        <p:tav tm="71642">
                                          <p:val>
                                            <p:strVal val="#ppt_h*0.98924"/>
                                          </p:val>
                                        </p:tav>
                                        <p:tav tm="77451">
                                          <p:val>
                                            <p:strVal val="#ppt_h*1.01582"/>
                                          </p:val>
                                        </p:tav>
                                        <p:tav tm="85196">
                                          <p:val>
                                            <p:strVal val="#ppt_h*1.02212"/>
                                          </p:val>
                                        </p:tav>
                                        <p:tav tm="9875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1722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9.01"/>
                                          </p:val>
                                        </p:tav>
                                        <p:tav tm="50343">
                                          <p:val>
                                            <p:fltVal val="159.01"/>
                                          </p:val>
                                        </p:tav>
                                        <p:tav tm="52280">
                                          <p:val>
                                            <p:fltVal val="148.45"/>
                                          </p:val>
                                        </p:tav>
                                        <p:tav tm="54216">
                                          <p:val>
                                            <p:fltVal val="119.2"/>
                                          </p:val>
                                        </p:tav>
                                        <p:tav tm="56152">
                                          <p:val>
                                            <p:fltVal val="92.09"/>
                                          </p:val>
                                        </p:tav>
                                        <p:tav tm="58088">
                                          <p:val>
                                            <p:fltVal val="68.74"/>
                                          </p:val>
                                        </p:tav>
                                        <p:tav tm="60025">
                                          <p:val>
                                            <p:fltVal val="49.96"/>
                                          </p:val>
                                        </p:tav>
                                        <p:tav tm="61961">
                                          <p:val>
                                            <p:fltVal val="35.51"/>
                                          </p:val>
                                        </p:tav>
                                        <p:tav tm="63897">
                                          <p:val>
                                            <p:fltVal val="24.62"/>
                                          </p:val>
                                        </p:tav>
                                        <p:tav tm="65833">
                                          <p:val>
                                            <p:fltVal val="16.44"/>
                                          </p:val>
                                        </p:tav>
                                        <p:tav tm="67770">
                                          <p:val>
                                            <p:fltVal val="10.32"/>
                                          </p:val>
                                        </p:tav>
                                        <p:tav tm="69706">
                                          <p:val>
                                            <p:fltVal val="5.72"/>
                                          </p:val>
                                        </p:tav>
                                        <p:tav tm="71642">
                                          <p:val>
                                            <p:fltVal val="2.29"/>
                                          </p:val>
                                        </p:tav>
                                        <p:tav tm="73579">
                                          <p:val>
                                            <p:fltVal val="-0.24"/>
                                          </p:val>
                                        </p:tav>
                                        <p:tav tm="77451">
                                          <p:val>
                                            <p:fltVal val="-3.35"/>
                                          </p:val>
                                        </p:tav>
                                        <p:tav tm="81324">
                                          <p:val>
                                            <p:fltVal val="-4.63"/>
                                          </p:val>
                                        </p:tav>
                                        <p:tav tm="85196">
                                          <p:val>
                                            <p:fltVal val="-4.68"/>
                                          </p:val>
                                        </p:tav>
                                        <p:tav tm="91005">
                                          <p:val>
                                            <p:fltVal val="-3.26"/>
                                          </p:val>
                                        </p:tav>
                                        <p:tav tm="98750">
                                          <p:val>
                                            <p:fltVal val="0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3" dur="1615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3"/>
                                          </p:val>
                                        </p:tav>
                                        <p:tav tm="47467">
                                          <p:val>
                                            <p:strVal val="#ppt_x-0.0413"/>
                                          </p:val>
                                        </p:tav>
                                        <p:tav tm="49531">
                                          <p:val>
                                            <p:strVal val="#ppt_x-0.03709"/>
                                          </p:val>
                                        </p:tav>
                                        <p:tav tm="51595">
                                          <p:val>
                                            <p:strVal val="#ppt_x-0.02956"/>
                                          </p:val>
                                        </p:tav>
                                        <p:tav tm="53659">
                                          <p:val>
                                            <p:strVal val="#ppt_x-0.02268"/>
                                          </p:val>
                                        </p:tav>
                                        <p:tav tm="55722">
                                          <p:val>
                                            <p:strVal val="#ppt_x-0.01683"/>
                                          </p:val>
                                        </p:tav>
                                        <p:tav tm="57786">
                                          <p:val>
                                            <p:strVal val="#ppt_x-0.01218"/>
                                          </p:val>
                                        </p:tav>
                                        <p:tav tm="59850">
                                          <p:val>
                                            <p:strVal val="#ppt_x-0.00862"/>
                                          </p:val>
                                        </p:tav>
                                        <p:tav tm="61914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63977">
                                          <p:val>
                                            <p:strVal val="#ppt_x-0.00393"/>
                                          </p:val>
                                        </p:tav>
                                        <p:tav tm="66041">
                                          <p:val>
                                            <p:strVal val="#ppt_x-0.00242"/>
                                          </p:val>
                                        </p:tav>
                                        <p:tav tm="70169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76360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9906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1615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198"/>
                                          </p:val>
                                        </p:tav>
                                        <p:tav tm="47467">
                                          <p:val>
                                            <p:strVal val="#ppt_y-0.24198"/>
                                          </p:val>
                                        </p:tav>
                                        <p:tav tm="49531">
                                          <p:val>
                                            <p:strVal val="#ppt_y-0.21729"/>
                                          </p:val>
                                        </p:tav>
                                        <p:tav tm="51595">
                                          <p:val>
                                            <p:strVal val="#ppt_y-0.17319"/>
                                          </p:val>
                                        </p:tav>
                                        <p:tav tm="53659">
                                          <p:val>
                                            <p:strVal val="#ppt_y-0.13285"/>
                                          </p:val>
                                        </p:tav>
                                        <p:tav tm="55722">
                                          <p:val>
                                            <p:strVal val="#ppt_y-0.09859"/>
                                          </p:val>
                                        </p:tav>
                                        <p:tav tm="57786">
                                          <p:val>
                                            <p:strVal val="#ppt_y-0.07133"/>
                                          </p:val>
                                        </p:tav>
                                        <p:tav tm="59850">
                                          <p:val>
                                            <p:strVal val="#ppt_y-0.05047"/>
                                          </p:val>
                                        </p:tav>
                                        <p:tav tm="61914">
                                          <p:val>
                                            <p:strVal val="#ppt_y-0.03477"/>
                                          </p:val>
                                        </p:tav>
                                        <p:tav tm="63977">
                                          <p:val>
                                            <p:strVal val="#ppt_y-0.023"/>
                                          </p:val>
                                        </p:tav>
                                        <p:tav tm="66041">
                                          <p:val>
                                            <p:strVal val="#ppt_y-0.01417"/>
                                          </p:val>
                                        </p:tav>
                                        <p:tav tm="68105">
                                          <p:val>
                                            <p:strVal val="#ppt_y-0.00755"/>
                                          </p:val>
                                        </p:tav>
                                        <p:tav tm="70169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72233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76360">
                                          <p:val>
                                            <p:strVal val="#ppt_y+0.00542"/>
                                          </p:val>
                                        </p:tav>
                                        <p:tav tm="80488">
                                          <p:val>
                                            <p:strVal val="#ppt_y+0.00715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90807">
                                          <p:val>
                                            <p:strVal val="#ppt_y+0.00479"/>
                                          </p:val>
                                        </p:tav>
                                        <p:tav tm="99062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1615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467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531">
                                          <p:val>
                                            <p:strVal val="#ppt_w*0.32653"/>
                                          </p:val>
                                        </p:tav>
                                        <p:tav tm="51595">
                                          <p:val>
                                            <p:strVal val="#ppt_w*0.4632"/>
                                          </p:val>
                                        </p:tav>
                                        <p:tav tm="53659">
                                          <p:val>
                                            <p:strVal val="#ppt_w*0.58822"/>
                                          </p:val>
                                        </p:tav>
                                        <p:tav tm="55722">
                                          <p:val>
                                            <p:strVal val="#ppt_w*0.69438"/>
                                          </p:val>
                                        </p:tav>
                                        <p:tav tm="57786">
                                          <p:val>
                                            <p:strVal val="#ppt_w*0.77886"/>
                                          </p:val>
                                        </p:tav>
                                        <p:tav tm="59850">
                                          <p:val>
                                            <p:strVal val="#ppt_w*0.8435"/>
                                          </p:val>
                                        </p:tav>
                                        <p:tav tm="61914">
                                          <p:val>
                                            <p:strVal val="#ppt_w*0.89216"/>
                                          </p:val>
                                        </p:tav>
                                        <p:tav tm="63977">
                                          <p:val>
                                            <p:strVal val="#ppt_w*0.92864"/>
                                          </p:val>
                                        </p:tav>
                                        <p:tav tm="66041">
                                          <p:val>
                                            <p:strVal val="#ppt_w*0.95601"/>
                                          </p:val>
                                        </p:tav>
                                        <p:tav tm="70169">
                                          <p:val>
                                            <p:strVal val="#ppt_w*0.99181"/>
                                          </p:val>
                                        </p:tav>
                                        <p:tav tm="76360">
                                          <p:val>
                                            <p:strVal val="#ppt_w*1.0167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2192"/>
                                          </p:val>
                                        </p:tav>
                                        <p:tav tm="9906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1615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467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531">
                                          <p:val>
                                            <p:strVal val="#ppt_h*0.32653"/>
                                          </p:val>
                                        </p:tav>
                                        <p:tav tm="51595">
                                          <p:val>
                                            <p:strVal val="#ppt_h*0.4632"/>
                                          </p:val>
                                        </p:tav>
                                        <p:tav tm="53659">
                                          <p:val>
                                            <p:strVal val="#ppt_h*0.58822"/>
                                          </p:val>
                                        </p:tav>
                                        <p:tav tm="55722">
                                          <p:val>
                                            <p:strVal val="#ppt_h*0.69438"/>
                                          </p:val>
                                        </p:tav>
                                        <p:tav tm="57786">
                                          <p:val>
                                            <p:strVal val="#ppt_h*0.77886"/>
                                          </p:val>
                                        </p:tav>
                                        <p:tav tm="59850">
                                          <p:val>
                                            <p:strVal val="#ppt_h*0.8435"/>
                                          </p:val>
                                        </p:tav>
                                        <p:tav tm="61914">
                                          <p:val>
                                            <p:strVal val="#ppt_h*0.89216"/>
                                          </p:val>
                                        </p:tav>
                                        <p:tav tm="63977">
                                          <p:val>
                                            <p:strVal val="#ppt_h*0.92864"/>
                                          </p:val>
                                        </p:tav>
                                        <p:tav tm="66041">
                                          <p:val>
                                            <p:strVal val="#ppt_h*0.95601"/>
                                          </p:val>
                                        </p:tav>
                                        <p:tav tm="70169">
                                          <p:val>
                                            <p:strVal val="#ppt_h*0.99181"/>
                                          </p:val>
                                        </p:tav>
                                        <p:tav tm="76360">
                                          <p:val>
                                            <p:strVal val="#ppt_h*1.0167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2192"/>
                                          </p:val>
                                        </p:tav>
                                        <p:tav tm="9906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1615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4"/>
                                          </p:val>
                                        </p:tav>
                                        <p:tav tm="47467">
                                          <p:val>
                                            <p:fltVal val="164"/>
                                          </p:val>
                                        </p:tav>
                                        <p:tav tm="49531">
                                          <p:val>
                                            <p:fltVal val="184"/>
                                          </p:val>
                                        </p:tav>
                                        <p:tav tm="51595">
                                          <p:val>
                                            <p:fltVal val="219.71"/>
                                          </p:val>
                                        </p:tav>
                                        <p:tav tm="53659">
                                          <p:val>
                                            <p:fltVal val="252.39"/>
                                          </p:val>
                                        </p:tav>
                                        <p:tav tm="55722">
                                          <p:val>
                                            <p:fltVal val="280.13"/>
                                          </p:val>
                                        </p:tav>
                                        <p:tav tm="57786">
                                          <p:val>
                                            <p:fltVal val="302.21"/>
                                          </p:val>
                                        </p:tav>
                                        <p:tav tm="59850">
                                          <p:val>
                                            <p:fltVal val="319.1"/>
                                          </p:val>
                                        </p:tav>
                                        <p:tav tm="61914">
                                          <p:val>
                                            <p:fltVal val="331.82"/>
                                          </p:val>
                                        </p:tav>
                                        <p:tav tm="63977">
                                          <p:val>
                                            <p:fltVal val="341.35"/>
                                          </p:val>
                                        </p:tav>
                                        <p:tav tm="66041">
                                          <p:val>
                                            <p:fltVal val="348.5"/>
                                          </p:val>
                                        </p:tav>
                                        <p:tav tm="68105">
                                          <p:val>
                                            <p:fltVal val="353.86"/>
                                          </p:val>
                                        </p:tav>
                                        <p:tav tm="70169">
                                          <p:val>
                                            <p:fltVal val="357.86"/>
                                          </p:val>
                                        </p:tav>
                                        <p:tav tm="72233">
                                          <p:val>
                                            <p:fltVal val="360.8"/>
                                          </p:val>
                                        </p:tav>
                                        <p:tav tm="74296">
                                          <p:val>
                                            <p:fltVal val="362.91"/>
                                          </p:val>
                                        </p:tav>
                                        <p:tav tm="76360">
                                          <p:val>
                                            <p:fltVal val="364.37"/>
                                          </p:val>
                                        </p:tav>
                                        <p:tav tm="80488">
                                          <p:val>
                                            <p:fltVal val="365.77"/>
                                          </p:val>
                                        </p:tav>
                                        <p:tav tm="84615">
                                          <p:val>
                                            <p:fltVal val="365.73"/>
                                          </p:val>
                                        </p:tav>
                                        <p:tav tm="90807">
                                          <p:val>
                                            <p:fltVal val="363.86"/>
                                          </p:val>
                                        </p:tav>
                                        <p:tav tm="96998">
                                          <p:val>
                                            <p:fltVal val="360.58"/>
                                          </p:val>
                                        </p:tav>
                                        <p:tav tm="99062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1" dur="1509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424"/>
                                          </p:val>
                                        </p:tav>
                                        <p:tav tm="44186">
                                          <p:val>
                                            <p:strVal val="#ppt_x-0.08424"/>
                                          </p:val>
                                        </p:tav>
                                        <p:tav tm="46395">
                                          <p:val>
                                            <p:strVal val="#ppt_x-0.07265"/>
                                          </p:val>
                                        </p:tav>
                                        <p:tav tm="48604">
                                          <p:val>
                                            <p:strVal val="#ppt_x-0.05748"/>
                                          </p:val>
                                        </p:tav>
                                        <p:tav tm="50813">
                                          <p:val>
                                            <p:strVal val="#ppt_x-0.04379"/>
                                          </p:val>
                                        </p:tav>
                                        <p:tav tm="53023">
                                          <p:val>
                                            <p:strVal val="#ppt_x-0.03233"/>
                                          </p:val>
                                        </p:tav>
                                        <p:tav tm="55232">
                                          <p:val>
                                            <p:strVal val="#ppt_x-0.02329"/>
                                          </p:val>
                                        </p:tav>
                                        <p:tav tm="57441">
                                          <p:val>
                                            <p:strVal val="#ppt_x-0.01641"/>
                                          </p:val>
                                        </p:tav>
                                        <p:tav tm="59651">
                                          <p:val>
                                            <p:strVal val="#ppt_x-0.01124"/>
                                          </p:val>
                                        </p:tav>
                                        <p:tav tm="61860">
                                          <p:val>
                                            <p:strVal val="#ppt_x-0.00736"/>
                                          </p:val>
                                        </p:tav>
                                        <p:tav tm="64069">
                                          <p:val>
                                            <p:strVal val="#ppt_x-0.00445"/>
                                          </p:val>
                                        </p:tav>
                                        <p:tav tm="68488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0697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75115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83953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9941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1509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438"/>
                                          </p:val>
                                        </p:tav>
                                        <p:tav tm="44186">
                                          <p:val>
                                            <p:strVal val="#ppt_y-0.21438"/>
                                          </p:val>
                                        </p:tav>
                                        <p:tav tm="46395">
                                          <p:val>
                                            <p:strVal val="#ppt_y-0.1849"/>
                                          </p:val>
                                        </p:tav>
                                        <p:tav tm="48604">
                                          <p:val>
                                            <p:strVal val="#ppt_y-0.14628"/>
                                          </p:val>
                                        </p:tav>
                                        <p:tav tm="50813">
                                          <p:val>
                                            <p:strVal val="#ppt_y-0.11144"/>
                                          </p:val>
                                        </p:tav>
                                        <p:tav tm="53023">
                                          <p:val>
                                            <p:strVal val="#ppt_y-0.08226"/>
                                          </p:val>
                                        </p:tav>
                                        <p:tav tm="55232">
                                          <p:val>
                                            <p:strVal val="#ppt_y-0.05926"/>
                                          </p:val>
                                        </p:tav>
                                        <p:tav tm="57441">
                                          <p:val>
                                            <p:strVal val="#ppt_y-0.04174"/>
                                          </p:val>
                                        </p:tav>
                                        <p:tav tm="59651">
                                          <p:val>
                                            <p:strVal val="#ppt_y-0.02857"/>
                                          </p:val>
                                        </p:tav>
                                        <p:tav tm="61860">
                                          <p:val>
                                            <p:strVal val="#ppt_y-0.0187"/>
                                          </p:val>
                                        </p:tav>
                                        <p:tav tm="64069">
                                          <p:val>
                                            <p:strVal val="#ppt_y-0.0113"/>
                                          </p:val>
                                        </p:tav>
                                        <p:tav tm="66278">
                                          <p:val>
                                            <p:strVal val="#ppt_y-0.00575"/>
                                          </p:val>
                                        </p:tav>
                                        <p:tav tm="68488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70697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75115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79534">
                                          <p:val>
                                            <p:strVal val="#ppt_y+0.00639"/>
                                          </p:val>
                                        </p:tav>
                                        <p:tav tm="83953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9941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1509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4186">
                                          <p:val>
                                            <p:strVal val="#ppt_w*0.25"/>
                                          </p:val>
                                        </p:tav>
                                        <p:tav tm="46395">
                                          <p:val>
                                            <p:strVal val="#ppt_w*0.35313"/>
                                          </p:val>
                                        </p:tav>
                                        <p:tav tm="48604">
                                          <p:val>
                                            <p:strVal val="#ppt_w*0.48822"/>
                                          </p:val>
                                        </p:tav>
                                        <p:tav tm="50813">
                                          <p:val>
                                            <p:strVal val="#ppt_w*0.61011"/>
                                          </p:val>
                                        </p:tav>
                                        <p:tav tm="53023">
                                          <p:val>
                                            <p:strVal val="#ppt_w*0.71217"/>
                                          </p:val>
                                        </p:tav>
                                        <p:tav tm="55232">
                                          <p:val>
                                            <p:strVal val="#ppt_w*0.79263"/>
                                          </p:val>
                                        </p:tav>
                                        <p:tav tm="57441">
                                          <p:val>
                                            <p:strVal val="#ppt_w*0.8539"/>
                                          </p:val>
                                        </p:tav>
                                        <p:tav tm="59651">
                                          <p:val>
                                            <p:strVal val="#ppt_w*0.89996"/>
                                          </p:val>
                                        </p:tav>
                                        <p:tav tm="61860">
                                          <p:val>
                                            <p:strVal val="#ppt_w*0.93449"/>
                                          </p:val>
                                        </p:tav>
                                        <p:tav tm="64069">
                                          <p:val>
                                            <p:strVal val="#ppt_w*0.9604"/>
                                          </p:val>
                                        </p:tav>
                                        <p:tav tm="68488">
                                          <p:val>
                                            <p:strVal val="#ppt_w*0.99424"/>
                                          </p:val>
                                        </p:tav>
                                        <p:tav tm="75115">
                                          <p:val>
                                            <p:strVal val="#ppt_w*1.01752"/>
                                          </p:val>
                                        </p:tav>
                                        <p:tav tm="83953">
                                          <p:val>
                                            <p:strVal val="#ppt_w*1.02168"/>
                                          </p:val>
                                        </p:tav>
                                        <p:tav tm="9941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1509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4186">
                                          <p:val>
                                            <p:strVal val="#ppt_h*0.25"/>
                                          </p:val>
                                        </p:tav>
                                        <p:tav tm="46395">
                                          <p:val>
                                            <p:strVal val="#ppt_h*0.35313"/>
                                          </p:val>
                                        </p:tav>
                                        <p:tav tm="48604">
                                          <p:val>
                                            <p:strVal val="#ppt_h*0.48822"/>
                                          </p:val>
                                        </p:tav>
                                        <p:tav tm="50813">
                                          <p:val>
                                            <p:strVal val="#ppt_h*0.61011"/>
                                          </p:val>
                                        </p:tav>
                                        <p:tav tm="53023">
                                          <p:val>
                                            <p:strVal val="#ppt_h*0.71217"/>
                                          </p:val>
                                        </p:tav>
                                        <p:tav tm="55232">
                                          <p:val>
                                            <p:strVal val="#ppt_h*0.79263"/>
                                          </p:val>
                                        </p:tav>
                                        <p:tav tm="57441">
                                          <p:val>
                                            <p:strVal val="#ppt_h*0.8539"/>
                                          </p:val>
                                        </p:tav>
                                        <p:tav tm="59651">
                                          <p:val>
                                            <p:strVal val="#ppt_h*0.89996"/>
                                          </p:val>
                                        </p:tav>
                                        <p:tav tm="61860">
                                          <p:val>
                                            <p:strVal val="#ppt_h*0.93449"/>
                                          </p:val>
                                        </p:tav>
                                        <p:tav tm="64069">
                                          <p:val>
                                            <p:strVal val="#ppt_h*0.9604"/>
                                          </p:val>
                                        </p:tav>
                                        <p:tav tm="68488">
                                          <p:val>
                                            <p:strVal val="#ppt_h*0.99424"/>
                                          </p:val>
                                        </p:tav>
                                        <p:tav tm="75115">
                                          <p:val>
                                            <p:strVal val="#ppt_h*1.01752"/>
                                          </p:val>
                                        </p:tav>
                                        <p:tav tm="83953">
                                          <p:val>
                                            <p:strVal val="#ppt_h*1.02168"/>
                                          </p:val>
                                        </p:tav>
                                        <p:tav tm="9941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1509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7"/>
                                          </p:val>
                                        </p:tav>
                                        <p:tav tm="44186">
                                          <p:val>
                                            <p:fltVal val="-127"/>
                                          </p:val>
                                        </p:tav>
                                        <p:tav tm="46395">
                                          <p:val>
                                            <p:fltVal val="-159.04"/>
                                          </p:val>
                                        </p:tav>
                                        <p:tav tm="48604">
                                          <p:val>
                                            <p:fltVal val="-201.01"/>
                                          </p:val>
                                        </p:tav>
                                        <p:tav tm="50813">
                                          <p:val>
                                            <p:fltVal val="-238.87"/>
                                          </p:val>
                                        </p:tav>
                                        <p:tav tm="53023">
                                          <p:val>
                                            <p:fltVal val="-270.58"/>
                                          </p:val>
                                        </p:tav>
                                        <p:tav tm="55232">
                                          <p:val>
                                            <p:fltVal val="-295.58"/>
                                          </p:val>
                                        </p:tav>
                                        <p:tav tm="57441">
                                          <p:val>
                                            <p:fltVal val="-314.61"/>
                                          </p:val>
                                        </p:tav>
                                        <p:tav tm="59651">
                                          <p:val>
                                            <p:fltVal val="-328.92"/>
                                          </p:val>
                                        </p:tav>
                                        <p:tav tm="61860">
                                          <p:val>
                                            <p:fltVal val="-339.65"/>
                                          </p:val>
                                        </p:tav>
                                        <p:tav tm="64069">
                                          <p:val>
                                            <p:fltVal val="-347.7"/>
                                          </p:val>
                                        </p:tav>
                                        <p:tav tm="66278">
                                          <p:val>
                                            <p:fltVal val="-353.73"/>
                                          </p:val>
                                        </p:tav>
                                        <p:tav tm="68488">
                                          <p:val>
                                            <p:fltVal val="-358.21"/>
                                          </p:val>
                                        </p:tav>
                                        <p:tav tm="70697">
                                          <p:val>
                                            <p:fltVal val="-361.5"/>
                                          </p:val>
                                        </p:tav>
                                        <p:tav tm="72906">
                                          <p:val>
                                            <p:fltVal val="-363.85"/>
                                          </p:val>
                                        </p:tav>
                                        <p:tav tm="75115">
                                          <p:val>
                                            <p:fltVal val="-365.44"/>
                                          </p:val>
                                        </p:tav>
                                        <p:tav tm="79534">
                                          <p:val>
                                            <p:fltVal val="-366.92"/>
                                          </p:val>
                                        </p:tav>
                                        <p:tav tm="83953">
                                          <p:val>
                                            <p:fltVal val="-366.74"/>
                                          </p:val>
                                        </p:tav>
                                        <p:tav tm="88371">
                                          <p:val>
                                            <p:fltVal val="-365.39"/>
                                          </p:val>
                                        </p:tav>
                                        <p:tav tm="92790">
                                          <p:val>
                                            <p:fltVal val="-363.2"/>
                                          </p:val>
                                        </p:tav>
                                        <p:tav tm="97208">
                                          <p:val>
                                            <p:fltVal val="-360.41"/>
                                          </p:val>
                                        </p:tav>
                                        <p:tav tm="99418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1402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357"/>
                                          </p:val>
                                        </p:tav>
                                        <p:tav tm="40406">
                                          <p:val>
                                            <p:strVal val="#ppt_x+0.08357"/>
                                          </p:val>
                                        </p:tav>
                                        <p:tav tm="45160">
                                          <p:val>
                                            <p:strVal val="#ppt_x+0.05429"/>
                                          </p:val>
                                        </p:tav>
                                        <p:tav tm="47537">
                                          <p:val>
                                            <p:strVal val="#ppt_x+0.04109"/>
                                          </p:val>
                                        </p:tav>
                                        <p:tav tm="49914">
                                          <p:val>
                                            <p:strVal val="#ppt_x+0.03018"/>
                                          </p:val>
                                        </p:tav>
                                        <p:tav tm="52290">
                                          <p:val>
                                            <p:strVal val="#ppt_x+0.02165"/>
                                          </p:val>
                                        </p:tav>
                                        <p:tav tm="54667">
                                          <p:val>
                                            <p:strVal val="#ppt_x+0.01518"/>
                                          </p:val>
                                        </p:tav>
                                        <p:tav tm="57044">
                                          <p:val>
                                            <p:strVal val="#ppt_x+0.01032"/>
                                          </p:val>
                                        </p:tav>
                                        <p:tav tm="59421">
                                          <p:val>
                                            <p:strVal val="#ppt_x+0.00668"/>
                                          </p:val>
                                        </p:tav>
                                        <p:tav tm="61798">
                                          <p:val>
                                            <p:strVal val="#ppt_x+0.00395"/>
                                          </p:val>
                                        </p:tav>
                                        <p:tav tm="66551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73682">
                                          <p:val>
                                            <p:strVal val="#ppt_x-0.00204"/>
                                          </p:val>
                                        </p:tav>
                                        <p:tav tm="83189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9982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1402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207"/>
                                          </p:val>
                                        </p:tav>
                                        <p:tav tm="40406">
                                          <p:val>
                                            <p:strVal val="#ppt_y-0.24207"/>
                                          </p:val>
                                        </p:tav>
                                        <p:tav tm="42783">
                                          <p:val>
                                            <p:strVal val="#ppt_y-0.20025"/>
                                          </p:val>
                                        </p:tav>
                                        <p:tav tm="45160">
                                          <p:val>
                                            <p:strVal val="#ppt_y-0.15725"/>
                                          </p:val>
                                        </p:tav>
                                        <p:tav tm="47537">
                                          <p:val>
                                            <p:strVal val="#ppt_y-0.119"/>
                                          </p:val>
                                        </p:tav>
                                        <p:tav tm="49914">
                                          <p:val>
                                            <p:strVal val="#ppt_y-0.0874"/>
                                          </p:val>
                                        </p:tav>
                                        <p:tav tm="52290">
                                          <p:val>
                                            <p:strVal val="#ppt_y-0.0627"/>
                                          </p:val>
                                        </p:tav>
                                        <p:tav tm="54667">
                                          <p:val>
                                            <p:strVal val="#ppt_y-0.04396"/>
                                          </p:val>
                                        </p:tav>
                                        <p:tav tm="57044">
                                          <p:val>
                                            <p:strVal val="#ppt_y-0.02988"/>
                                          </p:val>
                                        </p:tav>
                                        <p:tav tm="59421">
                                          <p:val>
                                            <p:strVal val="#ppt_y-0.01933"/>
                                          </p:val>
                                        </p:tav>
                                        <p:tav tm="61798">
                                          <p:val>
                                            <p:strVal val="#ppt_y-0.01142"/>
                                          </p:val>
                                        </p:tav>
                                        <p:tav tm="64175">
                                          <p:val>
                                            <p:strVal val="#ppt_y-0.00549"/>
                                          </p:val>
                                        </p:tav>
                                        <p:tav tm="66551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8928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73682">
                                          <p:val>
                                            <p:strVal val="#ppt_y+0.00592"/>
                                          </p:val>
                                        </p:tav>
                                        <p:tav tm="78436">
                                          <p:val>
                                            <p:strVal val="#ppt_y+0.00726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694"/>
                                          </p:val>
                                        </p:tav>
                                        <p:tav tm="90320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97450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827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1402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0406">
                                          <p:val>
                                            <p:strVal val="#ppt_w*0.25"/>
                                          </p:val>
                                        </p:tav>
                                        <p:tav tm="45160">
                                          <p:val>
                                            <p:strVal val="#ppt_w*0.51276"/>
                                          </p:val>
                                        </p:tav>
                                        <p:tav tm="47537">
                                          <p:val>
                                            <p:strVal val="#ppt_w*0.63125"/>
                                          </p:val>
                                        </p:tav>
                                        <p:tav tm="49914">
                                          <p:val>
                                            <p:strVal val="#ppt_w*0.72917"/>
                                          </p:val>
                                        </p:tav>
                                        <p:tav tm="52290">
                                          <p:val>
                                            <p:strVal val="#ppt_w*0.80569"/>
                                          </p:val>
                                        </p:tav>
                                        <p:tav tm="54667">
                                          <p:val>
                                            <p:strVal val="#ppt_w*0.86375"/>
                                          </p:val>
                                        </p:tav>
                                        <p:tav tm="57044">
                                          <p:val>
                                            <p:strVal val="#ppt_w*0.90734"/>
                                          </p:val>
                                        </p:tav>
                                        <p:tav tm="59421">
                                          <p:val>
                                            <p:strVal val="#ppt_w*0.94003"/>
                                          </p:val>
                                        </p:tav>
                                        <p:tav tm="61798">
                                          <p:val>
                                            <p:strVal val="#ppt_w*0.96455"/>
                                          </p:val>
                                        </p:tav>
                                        <p:tav tm="66551">
                                          <p:val>
                                            <p:strVal val="#ppt_w*0.99653"/>
                                          </p:val>
                                        </p:tav>
                                        <p:tav tm="73682">
                                          <p:val>
                                            <p:strVal val="#ppt_w*1.01827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02141"/>
                                          </p:val>
                                        </p:tav>
                                        <p:tav tm="9982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1402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0406">
                                          <p:val>
                                            <p:strVal val="#ppt_h*0.25"/>
                                          </p:val>
                                        </p:tav>
                                        <p:tav tm="45160">
                                          <p:val>
                                            <p:strVal val="#ppt_h*0.51276"/>
                                          </p:val>
                                        </p:tav>
                                        <p:tav tm="47537">
                                          <p:val>
                                            <p:strVal val="#ppt_h*0.63125"/>
                                          </p:val>
                                        </p:tav>
                                        <p:tav tm="49914">
                                          <p:val>
                                            <p:strVal val="#ppt_h*0.72917"/>
                                          </p:val>
                                        </p:tav>
                                        <p:tav tm="52290">
                                          <p:val>
                                            <p:strVal val="#ppt_h*0.80569"/>
                                          </p:val>
                                        </p:tav>
                                        <p:tav tm="54667">
                                          <p:val>
                                            <p:strVal val="#ppt_h*0.86375"/>
                                          </p:val>
                                        </p:tav>
                                        <p:tav tm="57044">
                                          <p:val>
                                            <p:strVal val="#ppt_h*0.90734"/>
                                          </p:val>
                                        </p:tav>
                                        <p:tav tm="59421">
                                          <p:val>
                                            <p:strVal val="#ppt_h*0.94003"/>
                                          </p:val>
                                        </p:tav>
                                        <p:tav tm="61798">
                                          <p:val>
                                            <p:strVal val="#ppt_h*0.96455"/>
                                          </p:val>
                                        </p:tav>
                                        <p:tav tm="66551">
                                          <p:val>
                                            <p:strVal val="#ppt_h*0.99653"/>
                                          </p:val>
                                        </p:tav>
                                        <p:tav tm="73682">
                                          <p:val>
                                            <p:strVal val="#ppt_h*1.01827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02141"/>
                                          </p:val>
                                        </p:tav>
                                        <p:tav tm="9982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1402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40406">
                                          <p:val>
                                            <p:fltVal val="90"/>
                                          </p:val>
                                        </p:tav>
                                        <p:tav tm="42783">
                                          <p:val>
                                            <p:fltVal val="136.64"/>
                                          </p:val>
                                        </p:tav>
                                        <p:tav tm="45160">
                                          <p:val>
                                            <p:fltVal val="184.59"/>
                                          </p:val>
                                        </p:tav>
                                        <p:tav tm="47537">
                                          <p:val>
                                            <p:fltVal val="227.25"/>
                                          </p:val>
                                        </p:tav>
                                        <p:tav tm="49914">
                                          <p:val>
                                            <p:fltVal val="262.5"/>
                                          </p:val>
                                        </p:tav>
                                        <p:tav tm="52290">
                                          <p:val>
                                            <p:fltVal val="290.05"/>
                                          </p:val>
                                        </p:tav>
                                        <p:tav tm="54667">
                                          <p:val>
                                            <p:fltVal val="310.95"/>
                                          </p:val>
                                        </p:tav>
                                        <p:tav tm="57044">
                                          <p:val>
                                            <p:fltVal val="326.64"/>
                                          </p:val>
                                        </p:tav>
                                        <p:tav tm="59421">
                                          <p:val>
                                            <p:fltVal val="338.41"/>
                                          </p:val>
                                        </p:tav>
                                        <p:tav tm="61798">
                                          <p:val>
                                            <p:fltVal val="347.24"/>
                                          </p:val>
                                        </p:tav>
                                        <p:tav tm="64175">
                                          <p:val>
                                            <p:fltVal val="353.85"/>
                                          </p:val>
                                        </p:tav>
                                        <p:tav tm="66551">
                                          <p:val>
                                            <p:fltVal val="358.75"/>
                                          </p:val>
                                        </p:tav>
                                        <p:tav tm="68928">
                                          <p:val>
                                            <p:fltVal val="362.34"/>
                                          </p:val>
                                        </p:tav>
                                        <p:tav tm="71305">
                                          <p:val>
                                            <p:fltVal val="364.87"/>
                                          </p:val>
                                        </p:tav>
                                        <p:tav tm="73682">
                                          <p:val>
                                            <p:fltVal val="366.58"/>
                                          </p:val>
                                        </p:tav>
                                        <p:tav tm="78436">
                                          <p:val>
                                            <p:fltVal val="368.07"/>
                                          </p:val>
                                        </p:tav>
                                        <p:tav tm="83189">
                                          <p:val>
                                            <p:fltVal val="367.71"/>
                                          </p:val>
                                        </p:tav>
                                        <p:tav tm="90320">
                                          <p:val>
                                            <p:fltVal val="364.83"/>
                                          </p:val>
                                        </p:tav>
                                        <p:tav tm="97450">
                                          <p:val>
                                            <p:fltVal val="360.13"/>
                                          </p:val>
                                        </p:tav>
                                        <p:tav tm="99827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" dur="1836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427"/>
                                          </p:val>
                                        </p:tav>
                                        <p:tav tm="54464">
                                          <p:val>
                                            <p:strVal val="#ppt_x-0.07427"/>
                                          </p:val>
                                        </p:tav>
                                        <p:tav tm="58095">
                                          <p:val>
                                            <p:strVal val="#ppt_x-0.04836"/>
                                          </p:val>
                                        </p:tav>
                                        <p:tav tm="59911">
                                          <p:val>
                                            <p:strVal val="#ppt_x-0.03661"/>
                                          </p:val>
                                        </p:tav>
                                        <p:tav tm="61726">
                                          <p:val>
                                            <p:strVal val="#ppt_x-0.0269"/>
                                          </p:val>
                                        </p:tav>
                                        <p:tav tm="63542">
                                          <p:val>
                                            <p:strVal val="#ppt_x-0.0193"/>
                                          </p:val>
                                        </p:tav>
                                        <p:tav tm="65357">
                                          <p:val>
                                            <p:strVal val="#ppt_x-0.01354"/>
                                          </p:val>
                                        </p:tav>
                                        <p:tav tm="67173">
                                          <p:val>
                                            <p:strVal val="#ppt_x-0.00921"/>
                                          </p:val>
                                        </p:tav>
                                        <p:tav tm="68988">
                                          <p:val>
                                            <p:strVal val="#ppt_x-0.00596"/>
                                          </p:val>
                                        </p:tav>
                                        <p:tav tm="70804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74435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79881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87143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9985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1836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781"/>
                                          </p:val>
                                        </p:tav>
                                        <p:tav tm="54464">
                                          <p:val>
                                            <p:strVal val="#ppt_y-0.2781"/>
                                          </p:val>
                                        </p:tav>
                                        <p:tav tm="56280">
                                          <p:val>
                                            <p:strVal val="#ppt_y-0.23053"/>
                                          </p:val>
                                        </p:tav>
                                        <p:tav tm="58095">
                                          <p:val>
                                            <p:strVal val="#ppt_y-0.18109"/>
                                          </p:val>
                                        </p:tav>
                                        <p:tav tm="59911">
                                          <p:val>
                                            <p:strVal val="#ppt_y-0.13709"/>
                                          </p:val>
                                        </p:tav>
                                        <p:tav tm="61726">
                                          <p:val>
                                            <p:strVal val="#ppt_y-0.1007"/>
                                          </p:val>
                                        </p:tav>
                                        <p:tav tm="63542">
                                          <p:val>
                                            <p:strVal val="#ppt_y-0.07226"/>
                                          </p:val>
                                        </p:tav>
                                        <p:tav tm="65357">
                                          <p:val>
                                            <p:strVal val="#ppt_y-0.05067"/>
                                          </p:val>
                                        </p:tav>
                                        <p:tav tm="67173">
                                          <p:val>
                                            <p:strVal val="#ppt_y-0.03446"/>
                                          </p:val>
                                        </p:tav>
                                        <p:tav tm="68988">
                                          <p:val>
                                            <p:strVal val="#ppt_y-0.02231"/>
                                          </p:val>
                                        </p:tav>
                                        <p:tav tm="70804">
                                          <p:val>
                                            <p:strVal val="#ppt_y-0.01319"/>
                                          </p:val>
                                        </p:tav>
                                        <p:tav tm="72619">
                                          <p:val>
                                            <p:strVal val="#ppt_y-0.00637"/>
                                          </p:val>
                                        </p:tav>
                                        <p:tav tm="74435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76250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79881">
                                          <p:val>
                                            <p:strVal val="#ppt_y+0.00679"/>
                                          </p:val>
                                        </p:tav>
                                        <p:tav tm="83512">
                                          <p:val>
                                            <p:strVal val="#ppt_y+0.00834"/>
                                          </p:val>
                                        </p:tav>
                                        <p:tav tm="87143">
                                          <p:val>
                                            <p:strVal val="#ppt_y+0.00797"/>
                                          </p:val>
                                        </p:tav>
                                        <p:tav tm="92590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98036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9851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1836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46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095">
                                          <p:val>
                                            <p:strVal val="#ppt_w*0.51161"/>
                                          </p:val>
                                        </p:tav>
                                        <p:tav tm="59911">
                                          <p:val>
                                            <p:strVal val="#ppt_w*0.63026"/>
                                          </p:val>
                                        </p:tav>
                                        <p:tav tm="61726">
                                          <p:val>
                                            <p:strVal val="#ppt_w*0.72838"/>
                                          </p:val>
                                        </p:tav>
                                        <p:tav tm="63542">
                                          <p:val>
                                            <p:strVal val="#ppt_w*0.80508"/>
                                          </p:val>
                                        </p:tav>
                                        <p:tav tm="65357">
                                          <p:val>
                                            <p:strVal val="#ppt_w*0.86329"/>
                                          </p:val>
                                        </p:tav>
                                        <p:tav tm="67173">
                                          <p:val>
                                            <p:strVal val="#ppt_w*0.907"/>
                                          </p:val>
                                        </p:tav>
                                        <p:tav tm="68988">
                                          <p:val>
                                            <p:strVal val="#ppt_w*0.93977"/>
                                          </p:val>
                                        </p:tav>
                                        <p:tav tm="70804">
                                          <p:val>
                                            <p:strVal val="#ppt_w*0.96436"/>
                                          </p:val>
                                        </p:tav>
                                        <p:tav tm="74435">
                                          <p:val>
                                            <p:strVal val="#ppt_w*0.99643"/>
                                          </p:val>
                                        </p:tav>
                                        <p:tav tm="79881">
                                          <p:val>
                                            <p:strVal val="#ppt_w*1.01824"/>
                                          </p:val>
                                        </p:tav>
                                        <p:tav tm="87143">
                                          <p:val>
                                            <p:strVal val="#ppt_w*1.02142"/>
                                          </p:val>
                                        </p:tav>
                                        <p:tav tm="9985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1836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46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095">
                                          <p:val>
                                            <p:strVal val="#ppt_h*0.51161"/>
                                          </p:val>
                                        </p:tav>
                                        <p:tav tm="59911">
                                          <p:val>
                                            <p:strVal val="#ppt_h*0.63026"/>
                                          </p:val>
                                        </p:tav>
                                        <p:tav tm="61726">
                                          <p:val>
                                            <p:strVal val="#ppt_h*0.72838"/>
                                          </p:val>
                                        </p:tav>
                                        <p:tav tm="63542">
                                          <p:val>
                                            <p:strVal val="#ppt_h*0.80508"/>
                                          </p:val>
                                        </p:tav>
                                        <p:tav tm="65357">
                                          <p:val>
                                            <p:strVal val="#ppt_h*0.86329"/>
                                          </p:val>
                                        </p:tav>
                                        <p:tav tm="67173">
                                          <p:val>
                                            <p:strVal val="#ppt_h*0.907"/>
                                          </p:val>
                                        </p:tav>
                                        <p:tav tm="68988">
                                          <p:val>
                                            <p:strVal val="#ppt_h*0.93977"/>
                                          </p:val>
                                        </p:tav>
                                        <p:tav tm="70804">
                                          <p:val>
                                            <p:strVal val="#ppt_h*0.96436"/>
                                          </p:val>
                                        </p:tav>
                                        <p:tav tm="74435">
                                          <p:val>
                                            <p:strVal val="#ppt_h*0.99643"/>
                                          </p:val>
                                        </p:tav>
                                        <p:tav tm="79881">
                                          <p:val>
                                            <p:strVal val="#ppt_h*1.01824"/>
                                          </p:val>
                                        </p:tav>
                                        <p:tav tm="87143">
                                          <p:val>
                                            <p:strVal val="#ppt_h*1.02142"/>
                                          </p:val>
                                        </p:tav>
                                        <p:tav tm="9985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1836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7"/>
                                          </p:val>
                                        </p:tav>
                                        <p:tav tm="54464">
                                          <p:val>
                                            <p:fltVal val="147"/>
                                          </p:val>
                                        </p:tav>
                                        <p:tav tm="56280">
                                          <p:val>
                                            <p:fltVal val="121.85"/>
                                          </p:val>
                                        </p:tav>
                                        <p:tav tm="58095">
                                          <p:val>
                                            <p:fltVal val="95.73"/>
                                          </p:val>
                                        </p:tav>
                                        <p:tav tm="59911">
                                          <p:val>
                                            <p:fltVal val="72.47"/>
                                          </p:val>
                                        </p:tav>
                                        <p:tav tm="61726">
                                          <p:val>
                                            <p:fltVal val="53.24"/>
                                          </p:val>
                                        </p:tav>
                                        <p:tav tm="63542">
                                          <p:val>
                                            <p:fltVal val="38.2"/>
                                          </p:val>
                                        </p:tav>
                                        <p:tav tm="65357">
                                          <p:val>
                                            <p:fltVal val="26.8"/>
                                          </p:val>
                                        </p:tav>
                                        <p:tav tm="67173">
                                          <p:val>
                                            <p:fltVal val="18.23"/>
                                          </p:val>
                                        </p:tav>
                                        <p:tav tm="68988">
                                          <p:val>
                                            <p:fltVal val="11.8"/>
                                          </p:val>
                                        </p:tav>
                                        <p:tav tm="70804">
                                          <p:val>
                                            <p:fltVal val="6.99"/>
                                          </p:val>
                                        </p:tav>
                                        <p:tav tm="72619">
                                          <p:val>
                                            <p:fltVal val="3.38"/>
                                          </p:val>
                                        </p:tav>
                                        <p:tav tm="74435">
                                          <p:val>
                                            <p:fltVal val="0.7"/>
                                          </p:val>
                                        </p:tav>
                                        <p:tav tm="76250">
                                          <p:val>
                                            <p:fltVal val="-1.26"/>
                                          </p:val>
                                        </p:tav>
                                        <p:tav tm="79881">
                                          <p:val>
                                            <p:fltVal val="-3.57"/>
                                          </p:val>
                                        </p:tav>
                                        <p:tav tm="83512">
                                          <p:val>
                                            <p:fltVal val="-4.39"/>
                                          </p:val>
                                        </p:tav>
                                        <p:tav tm="87143">
                                          <p:val>
                                            <p:fltVal val="-4.2"/>
                                          </p:val>
                                        </p:tav>
                                        <p:tav tm="92590">
                                          <p:val>
                                            <p:fltVal val="-2.64"/>
                                          </p:val>
                                        </p:tav>
                                        <p:tav tm="98036">
                                          <p:val>
                                            <p:fltVal val="-0.08"/>
                                          </p:val>
                                        </p:tav>
                                        <p:tav tm="9985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3" dur="173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4955"/>
                                          </p:val>
                                        </p:tav>
                                        <p:tav tm="50105">
                                          <p:val>
                                            <p:strVal val="#ppt_x+0.14955"/>
                                          </p:val>
                                        </p:tav>
                                        <p:tav tm="52032">
                                          <p:val>
                                            <p:strVal val="#ppt_x+0.14649"/>
                                          </p:val>
                                        </p:tav>
                                        <p:tav tm="53959">
                                          <p:val>
                                            <p:strVal val="#ppt_x+0.11874"/>
                                          </p:val>
                                        </p:tav>
                                        <p:tav tm="55886">
                                          <p:val>
                                            <p:strVal val="#ppt_x+0.09259"/>
                                          </p:val>
                                        </p:tav>
                                        <p:tav tm="57814">
                                          <p:val>
                                            <p:strVal val="#ppt_x+0.06965"/>
                                          </p:val>
                                        </p:tav>
                                        <p:tav tm="59741">
                                          <p:val>
                                            <p:strVal val="#ppt_x+0.05092"/>
                                          </p:val>
                                        </p:tav>
                                        <p:tav tm="61668">
                                          <p:val>
                                            <p:strVal val="#ppt_x+0.03639"/>
                                          </p:val>
                                        </p:tav>
                                        <p:tav tm="63595">
                                          <p:val>
                                            <p:strVal val="#ppt_x+0.0254"/>
                                          </p:val>
                                        </p:tav>
                                        <p:tav tm="65522">
                                          <p:val>
                                            <p:strVal val="#ppt_x+0.01715"/>
                                          </p:val>
                                        </p:tav>
                                        <p:tav tm="67449">
                                          <p:val>
                                            <p:strVal val="#ppt_x+0.01096"/>
                                          </p:val>
                                        </p:tav>
                                        <p:tav tm="69376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71303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73231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75158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79012">
                                          <p:val>
                                            <p:strVal val="#ppt_x-0.00377"/>
                                          </p:val>
                                        </p:tav>
                                        <p:tav tm="82866">
                                          <p:val>
                                            <p:strVal val="#ppt_x-0.00449"/>
                                          </p:val>
                                        </p:tav>
                                        <p:tav tm="86720">
                                          <p:val>
                                            <p:strVal val="#ppt_x-0.00421"/>
                                          </p:val>
                                        </p:tav>
                                        <p:tav tm="92502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9828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173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787"/>
                                          </p:val>
                                        </p:tav>
                                        <p:tav tm="50105">
                                          <p:val>
                                            <p:strVal val="#ppt_y-0.11787"/>
                                          </p:val>
                                        </p:tav>
                                        <p:tav tm="52032">
                                          <p:val>
                                            <p:strVal val="#ppt_y-0.11546"/>
                                          </p:val>
                                        </p:tav>
                                        <p:tav tm="53959">
                                          <p:val>
                                            <p:strVal val="#ppt_y-0.09358"/>
                                          </p:val>
                                        </p:tav>
                                        <p:tav tm="55886">
                                          <p:val>
                                            <p:strVal val="#ppt_y-0.07297"/>
                                          </p:val>
                                        </p:tav>
                                        <p:tav tm="57814">
                                          <p:val>
                                            <p:strVal val="#ppt_y-0.05489"/>
                                          </p:val>
                                        </p:tav>
                                        <p:tav tm="59741">
                                          <p:val>
                                            <p:strVal val="#ppt_y-0.04012"/>
                                          </p:val>
                                        </p:tav>
                                        <p:tav tm="61668">
                                          <p:val>
                                            <p:strVal val="#ppt_y-0.02866"/>
                                          </p:val>
                                        </p:tav>
                                        <p:tav tm="63595">
                                          <p:val>
                                            <p:strVal val="#ppt_y-0.02"/>
                                          </p:val>
                                        </p:tav>
                                        <p:tav tm="65522">
                                          <p:val>
                                            <p:strVal val="#ppt_y-0.01349"/>
                                          </p:val>
                                        </p:tav>
                                        <p:tav tm="67449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69376">
                                          <p:val>
                                            <p:strVal val="#ppt_y-0.00496"/>
                                          </p:val>
                                        </p:tav>
                                        <p:tav tm="73231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79012">
                                          <p:val>
                                            <p:strVal val="#ppt_y+0.003"/>
                                          </p:val>
                                        </p:tav>
                                        <p:tav tm="86720">
                                          <p:val>
                                            <p:strVal val="#ppt_y+0.00334"/>
                                          </p:val>
                                        </p:tav>
                                        <p:tav tm="98283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173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105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032">
                                          <p:val>
                                            <p:strVal val="#ppt_w*0.26534"/>
                                          </p:val>
                                        </p:tav>
                                        <p:tav tm="53959">
                                          <p:val>
                                            <p:strVal val="#ppt_w*0.40449"/>
                                          </p:val>
                                        </p:tav>
                                        <p:tav tm="55886">
                                          <p:val>
                                            <p:strVal val="#ppt_w*0.53563"/>
                                          </p:val>
                                        </p:tav>
                                        <p:tav tm="57814">
                                          <p:val>
                                            <p:strVal val="#ppt_w*0.65068"/>
                                          </p:val>
                                        </p:tav>
                                        <p:tav tm="59741">
                                          <p:val>
                                            <p:strVal val="#ppt_w*0.74462"/>
                                          </p:val>
                                        </p:tav>
                                        <p:tav tm="61668">
                                          <p:val>
                                            <p:strVal val="#ppt_w*0.8175"/>
                                          </p:val>
                                        </p:tav>
                                        <p:tav tm="63595">
                                          <p:val>
                                            <p:strVal val="#ppt_w*0.87263"/>
                                          </p:val>
                                        </p:tav>
                                        <p:tav tm="65522">
                                          <p:val>
                                            <p:strVal val="#ppt_w*0.914"/>
                                          </p:val>
                                        </p:tav>
                                        <p:tav tm="67449">
                                          <p:val>
                                            <p:strVal val="#ppt_w*0.94503"/>
                                          </p:val>
                                        </p:tav>
                                        <p:tav tm="69376">
                                          <p:val>
                                            <p:strVal val="#ppt_w*0.9683"/>
                                          </p:val>
                                        </p:tav>
                                        <p:tav tm="73231">
                                          <p:val>
                                            <p:strVal val="#ppt_w*0.99859"/>
                                          </p:val>
                                        </p:tav>
                                        <p:tav tm="79012">
                                          <p:val>
                                            <p:strVal val="#ppt_w*1.01892"/>
                                          </p:val>
                                        </p:tav>
                                        <p:tav tm="86720">
                                          <p:val>
                                            <p:strVal val="#ppt_w*1.02112"/>
                                          </p:val>
                                        </p:tav>
                                        <p:tav tm="9828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173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105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032">
                                          <p:val>
                                            <p:strVal val="#ppt_h*0.26534"/>
                                          </p:val>
                                        </p:tav>
                                        <p:tav tm="53959">
                                          <p:val>
                                            <p:strVal val="#ppt_h*0.40449"/>
                                          </p:val>
                                        </p:tav>
                                        <p:tav tm="55886">
                                          <p:val>
                                            <p:strVal val="#ppt_h*0.53563"/>
                                          </p:val>
                                        </p:tav>
                                        <p:tav tm="57814">
                                          <p:val>
                                            <p:strVal val="#ppt_h*0.65068"/>
                                          </p:val>
                                        </p:tav>
                                        <p:tav tm="59741">
                                          <p:val>
                                            <p:strVal val="#ppt_h*0.74462"/>
                                          </p:val>
                                        </p:tav>
                                        <p:tav tm="61668">
                                          <p:val>
                                            <p:strVal val="#ppt_h*0.8175"/>
                                          </p:val>
                                        </p:tav>
                                        <p:tav tm="63595">
                                          <p:val>
                                            <p:strVal val="#ppt_h*0.87263"/>
                                          </p:val>
                                        </p:tav>
                                        <p:tav tm="65522">
                                          <p:val>
                                            <p:strVal val="#ppt_h*0.914"/>
                                          </p:val>
                                        </p:tav>
                                        <p:tav tm="67449">
                                          <p:val>
                                            <p:strVal val="#ppt_h*0.94503"/>
                                          </p:val>
                                        </p:tav>
                                        <p:tav tm="69376">
                                          <p:val>
                                            <p:strVal val="#ppt_h*0.9683"/>
                                          </p:val>
                                        </p:tav>
                                        <p:tav tm="73231">
                                          <p:val>
                                            <p:strVal val="#ppt_h*0.99859"/>
                                          </p:val>
                                        </p:tav>
                                        <p:tav tm="79012">
                                          <p:val>
                                            <p:strVal val="#ppt_h*1.01892"/>
                                          </p:val>
                                        </p:tav>
                                        <p:tav tm="86720">
                                          <p:val>
                                            <p:strVal val="#ppt_h*1.02112"/>
                                          </p:val>
                                        </p:tav>
                                        <p:tav tm="9828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173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6"/>
                                          </p:val>
                                        </p:tav>
                                        <p:tav tm="50105">
                                          <p:val>
                                            <p:fltVal val="176"/>
                                          </p:val>
                                        </p:tav>
                                        <p:tav tm="52032">
                                          <p:val>
                                            <p:fltVal val="179.76"/>
                                          </p:val>
                                        </p:tav>
                                        <p:tav tm="53959">
                                          <p:val>
                                            <p:fltVal val="213.9"/>
                                          </p:val>
                                        </p:tav>
                                        <p:tav tm="55886">
                                          <p:val>
                                            <p:fltVal val="246.07"/>
                                          </p:val>
                                        </p:tav>
                                        <p:tav tm="57814">
                                          <p:val>
                                            <p:fltVal val="274.3"/>
                                          </p:val>
                                        </p:tav>
                                        <p:tav tm="59741">
                                          <p:val>
                                            <p:fltVal val="297.35"/>
                                          </p:val>
                                        </p:tav>
                                        <p:tav tm="61668">
                                          <p:val>
                                            <p:fltVal val="315.23"/>
                                          </p:val>
                                        </p:tav>
                                        <p:tav tm="63595">
                                          <p:val>
                                            <p:fltVal val="328.75"/>
                                          </p:val>
                                        </p:tav>
                                        <p:tav tm="65522">
                                          <p:val>
                                            <p:fltVal val="338.9"/>
                                          </p:val>
                                        </p:tav>
                                        <p:tav tm="67449">
                                          <p:val>
                                            <p:fltVal val="346.51"/>
                                          </p:val>
                                        </p:tav>
                                        <p:tav tm="69376">
                                          <p:val>
                                            <p:fltVal val="352.22"/>
                                          </p:val>
                                        </p:tav>
                                        <p:tav tm="71303">
                                          <p:val>
                                            <p:fltVal val="356.49"/>
                                          </p:val>
                                        </p:tav>
                                        <p:tav tm="73231">
                                          <p:val>
                                            <p:fltVal val="359.65"/>
                                          </p:val>
                                        </p:tav>
                                        <p:tav tm="75158">
                                          <p:val>
                                            <p:fltVal val="361.95"/>
                                          </p:val>
                                        </p:tav>
                                        <p:tav tm="79012">
                                          <p:val>
                                            <p:fltVal val="364.64"/>
                                          </p:val>
                                        </p:tav>
                                        <p:tav tm="82866">
                                          <p:val>
                                            <p:fltVal val="365.52"/>
                                          </p:val>
                                        </p:tav>
                                        <p:tav tm="86720">
                                          <p:val>
                                            <p:fltVal val="365.18"/>
                                          </p:val>
                                        </p:tav>
                                        <p:tav tm="92502">
                                          <p:val>
                                            <p:fltVal val="363.13"/>
                                          </p:val>
                                        </p:tav>
                                        <p:tav tm="98283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1" dur="162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393"/>
                                          </p:val>
                                        </p:tav>
                                        <p:tav tm="47228">
                                          <p:val>
                                            <p:strVal val="#ppt_x-0.07393"/>
                                          </p:val>
                                        </p:tav>
                                        <p:tav tm="49281">
                                          <p:val>
                                            <p:strVal val="#ppt_x-0.06978"/>
                                          </p:val>
                                        </p:tav>
                                        <p:tav tm="51335">
                                          <p:val>
                                            <p:strVal val="#ppt_x-0.05615"/>
                                          </p:val>
                                        </p:tav>
                                        <p:tav tm="53388">
                                          <p:val>
                                            <p:strVal val="#ppt_x-0.04347"/>
                                          </p:val>
                                        </p:tav>
                                        <p:tav tm="55441">
                                          <p:val>
                                            <p:strVal val="#ppt_x-0.0325"/>
                                          </p:val>
                                        </p:tav>
                                        <p:tav tm="57495">
                                          <p:val>
                                            <p:strVal val="#ppt_x-0.02365"/>
                                          </p:val>
                                        </p:tav>
                                        <p:tav tm="59548">
                                          <p:val>
                                            <p:strVal val="#ppt_x-0.01683"/>
                                          </p:val>
                                        </p:tav>
                                        <p:tav tm="61602">
                                          <p:val>
                                            <p:strVal val="#ppt_x-0.01168"/>
                                          </p:val>
                                        </p:tav>
                                        <p:tav tm="63655">
                                          <p:val>
                                            <p:strVal val="#ppt_x-0.00782"/>
                                          </p:val>
                                        </p:tav>
                                        <p:tav tm="65708">
                                          <p:val>
                                            <p:strVal val="#ppt_x-0.00493"/>
                                          </p:val>
                                        </p:tav>
                                        <p:tav tm="6981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75975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80082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86242">
                                          <p:val>
                                            <p:strVal val="#ppt_x+0.00205"/>
                                          </p:val>
                                        </p:tav>
                                        <p:tav tm="9856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162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82"/>
                                          </p:val>
                                        </p:tav>
                                        <p:tav tm="47228">
                                          <p:val>
                                            <p:strVal val="#ppt_y+0.03282"/>
                                          </p:val>
                                        </p:tav>
                                        <p:tav tm="49281">
                                          <p:val>
                                            <p:strVal val="#ppt_y+0.03098"/>
                                          </p:val>
                                        </p:tav>
                                        <p:tav tm="53388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57495">
                                          <p:val>
                                            <p:strVal val="#ppt_y+0.01052"/>
                                          </p:val>
                                        </p:tav>
                                        <p:tav tm="59548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63655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69815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75975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98563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162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228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281">
                                          <p:val>
                                            <p:strVal val="#ppt_w*0.29216"/>
                                          </p:val>
                                        </p:tav>
                                        <p:tav tm="51335">
                                          <p:val>
                                            <p:strVal val="#ppt_w*0.4304"/>
                                          </p:val>
                                        </p:tav>
                                        <p:tav tm="53388">
                                          <p:val>
                                            <p:strVal val="#ppt_w*0.55906"/>
                                          </p:val>
                                        </p:tav>
                                        <p:tav tm="55441">
                                          <p:val>
                                            <p:strVal val="#ppt_w*0.67031"/>
                                          </p:val>
                                        </p:tav>
                                        <p:tav tm="57495">
                                          <p:val>
                                            <p:strVal val="#ppt_w*0.76009"/>
                                          </p:val>
                                        </p:tav>
                                        <p:tav tm="59548">
                                          <p:val>
                                            <p:strVal val="#ppt_w*0.82928"/>
                                          </p:val>
                                        </p:tav>
                                        <p:tav tm="61602">
                                          <p:val>
                                            <p:strVal val="#ppt_w*0.88148"/>
                                          </p:val>
                                        </p:tav>
                                        <p:tav tm="63655">
                                          <p:val>
                                            <p:strVal val="#ppt_w*0.92063"/>
                                          </p:val>
                                        </p:tav>
                                        <p:tav tm="65708">
                                          <p:val>
                                            <p:strVal val="#ppt_w*0.95"/>
                                          </p:val>
                                        </p:tav>
                                        <p:tav tm="69815">
                                          <p:val>
                                            <p:strVal val="#ppt_w*0.98847"/>
                                          </p:val>
                                        </p:tav>
                                        <p:tav tm="75975">
                                          <p:val>
                                            <p:strVal val="#ppt_w*1.01555"/>
                                          </p:val>
                                        </p:tav>
                                        <p:tav tm="80082">
                                          <p:val>
                                            <p:strVal val="#ppt_w*1.02177"/>
                                          </p:val>
                                        </p:tav>
                                        <p:tav tm="86242">
                                          <p:val>
                                            <p:strVal val="#ppt_w*1.02078"/>
                                          </p:val>
                                        </p:tav>
                                        <p:tav tm="9856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162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228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281">
                                          <p:val>
                                            <p:strVal val="#ppt_h*0.29216"/>
                                          </p:val>
                                        </p:tav>
                                        <p:tav tm="51335">
                                          <p:val>
                                            <p:strVal val="#ppt_h*0.4304"/>
                                          </p:val>
                                        </p:tav>
                                        <p:tav tm="53388">
                                          <p:val>
                                            <p:strVal val="#ppt_h*0.55906"/>
                                          </p:val>
                                        </p:tav>
                                        <p:tav tm="55441">
                                          <p:val>
                                            <p:strVal val="#ppt_h*0.67031"/>
                                          </p:val>
                                        </p:tav>
                                        <p:tav tm="57495">
                                          <p:val>
                                            <p:strVal val="#ppt_h*0.76009"/>
                                          </p:val>
                                        </p:tav>
                                        <p:tav tm="59548">
                                          <p:val>
                                            <p:strVal val="#ppt_h*0.82928"/>
                                          </p:val>
                                        </p:tav>
                                        <p:tav tm="61602">
                                          <p:val>
                                            <p:strVal val="#ppt_h*0.88148"/>
                                          </p:val>
                                        </p:tav>
                                        <p:tav tm="63655">
                                          <p:val>
                                            <p:strVal val="#ppt_h*0.92063"/>
                                          </p:val>
                                        </p:tav>
                                        <p:tav tm="65708">
                                          <p:val>
                                            <p:strVal val="#ppt_h*0.95"/>
                                          </p:val>
                                        </p:tav>
                                        <p:tav tm="69815">
                                          <p:val>
                                            <p:strVal val="#ppt_h*0.98847"/>
                                          </p:val>
                                        </p:tav>
                                        <p:tav tm="75975">
                                          <p:val>
                                            <p:strVal val="#ppt_h*1.01555"/>
                                          </p:val>
                                        </p:tav>
                                        <p:tav tm="80082">
                                          <p:val>
                                            <p:strVal val="#ppt_h*1.02177"/>
                                          </p:val>
                                        </p:tav>
                                        <p:tav tm="86242">
                                          <p:val>
                                            <p:strVal val="#ppt_h*1.02078"/>
                                          </p:val>
                                        </p:tav>
                                        <p:tav tm="9856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162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9"/>
                                          </p:val>
                                        </p:tav>
                                        <p:tav tm="47228">
                                          <p:val>
                                            <p:fltVal val="-139"/>
                                          </p:val>
                                        </p:tav>
                                        <p:tav tm="49281">
                                          <p:val>
                                            <p:fltVal val="-151.42"/>
                                          </p:val>
                                        </p:tav>
                                        <p:tav tm="51335">
                                          <p:val>
                                            <p:fltVal val="-192.16"/>
                                          </p:val>
                                        </p:tav>
                                        <p:tav tm="53388">
                                          <p:val>
                                            <p:fltVal val="-230.07"/>
                                          </p:val>
                                        </p:tav>
                                        <p:tav tm="55441">
                                          <p:val>
                                            <p:fltVal val="-262.85"/>
                                          </p:val>
                                        </p:tav>
                                        <p:tav tm="57495">
                                          <p:val>
                                            <p:fltVal val="-289.31"/>
                                          </p:val>
                                        </p:tav>
                                        <p:tav tm="59548">
                                          <p:val>
                                            <p:fltVal val="-309.69"/>
                                          </p:val>
                                        </p:tav>
                                        <p:tav tm="61602">
                                          <p:val>
                                            <p:fltVal val="-325.08"/>
                                          </p:val>
                                        </p:tav>
                                        <p:tav tm="63655">
                                          <p:val>
                                            <p:fltVal val="-336.61"/>
                                          </p:val>
                                        </p:tav>
                                        <p:tav tm="65708">
                                          <p:val>
                                            <p:fltVal val="-345.27"/>
                                          </p:val>
                                        </p:tav>
                                        <p:tav tm="67762">
                                          <p:val>
                                            <p:fltVal val="-351.76"/>
                                          </p:val>
                                        </p:tav>
                                        <p:tav tm="69815">
                                          <p:val>
                                            <p:fltVal val="-356.6"/>
                                          </p:val>
                                        </p:tav>
                                        <p:tav tm="71869">
                                          <p:val>
                                            <p:fltVal val="-360.18"/>
                                          </p:val>
                                        </p:tav>
                                        <p:tav tm="73922">
                                          <p:val>
                                            <p:fltVal val="-362.78"/>
                                          </p:val>
                                        </p:tav>
                                        <p:tav tm="75975">
                                          <p:val>
                                            <p:fltVal val="-364.58"/>
                                          </p:val>
                                        </p:tav>
                                        <p:tav tm="80082">
                                          <p:val>
                                            <p:fltVal val="-366.41"/>
                                          </p:val>
                                        </p:tav>
                                        <p:tav tm="82136">
                                          <p:val>
                                            <p:fltVal val="-366.65"/>
                                          </p:val>
                                        </p:tav>
                                        <p:tav tm="86242">
                                          <p:val>
                                            <p:fltVal val="-366.12"/>
                                          </p:val>
                                        </p:tav>
                                        <p:tav tm="90349">
                                          <p:val>
                                            <p:fltVal val="-364.6"/>
                                          </p:val>
                                        </p:tav>
                                        <p:tav tm="98563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9" dur="1517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0067"/>
                                          </p:val>
                                        </p:tav>
                                        <p:tav tm="43947">
                                          <p:val>
                                            <p:strVal val="#ppt_x-0.10067"/>
                                          </p:val>
                                        </p:tav>
                                        <p:tav tm="46145">
                                          <p:val>
                                            <p:strVal val="#ppt_x-0.09142"/>
                                          </p:val>
                                        </p:tav>
                                        <p:tav tm="48342">
                                          <p:val>
                                            <p:strVal val="#ppt_x-0.07303"/>
                                          </p:val>
                                        </p:tav>
                                        <p:tav tm="50539">
                                          <p:val>
                                            <p:strVal val="#ppt_x-0.05613"/>
                                          </p:val>
                                        </p:tav>
                                        <p:tav tm="52737">
                                          <p:val>
                                            <p:strVal val="#ppt_x-0.04173"/>
                                          </p:val>
                                        </p:tav>
                                        <p:tav tm="54934">
                                          <p:val>
                                            <p:strVal val="#ppt_x-0.03023"/>
                                          </p:val>
                                        </p:tav>
                                        <p:tav tm="57131">
                                          <p:val>
                                            <p:strVal val="#ppt_x-0.02142"/>
                                          </p:val>
                                        </p:tav>
                                        <p:tav tm="59329">
                                          <p:val>
                                            <p:strVal val="#ppt_x-0.01479"/>
                                          </p:val>
                                        </p:tav>
                                        <p:tav tm="61526">
                                          <p:val>
                                            <p:strVal val="#ppt_x-0.00981"/>
                                          </p:val>
                                        </p:tav>
                                        <p:tav tm="63724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65921">
                                          <p:val>
                                            <p:strVal val="#ppt_x-0.00328"/>
                                          </p:val>
                                        </p:tav>
                                        <p:tav tm="68118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70316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4710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79105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83500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9009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888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1517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55"/>
                                          </p:val>
                                        </p:tav>
                                        <p:tav tm="43947">
                                          <p:val>
                                            <p:strVal val="#ppt_y-0.02655"/>
                                          </p:val>
                                        </p:tav>
                                        <p:tav tm="46145">
                                          <p:val>
                                            <p:strVal val="#ppt_y-0.02411"/>
                                          </p:val>
                                        </p:tav>
                                        <p:tav tm="50539">
                                          <p:val>
                                            <p:strVal val="#ppt_y-0.01479"/>
                                          </p:val>
                                        </p:tav>
                                        <p:tav tm="54934">
                                          <p:val>
                                            <p:strVal val="#ppt_y-0.00796"/>
                                          </p:val>
                                        </p:tav>
                                        <p:tav tm="61526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68118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74710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98881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1517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3947">
                                          <p:val>
                                            <p:strVal val="#ppt_w*0.25"/>
                                          </p:val>
                                        </p:tav>
                                        <p:tav tm="46145">
                                          <p:val>
                                            <p:strVal val="#ppt_w*0.31891"/>
                                          </p:val>
                                        </p:tav>
                                        <p:tav tm="48342">
                                          <p:val>
                                            <p:strVal val="#ppt_w*0.45596"/>
                                          </p:val>
                                        </p:tav>
                                        <p:tav tm="50539">
                                          <p:val>
                                            <p:strVal val="#ppt_w*0.58184"/>
                                          </p:val>
                                        </p:tav>
                                        <p:tav tm="52737">
                                          <p:val>
                                            <p:strVal val="#ppt_w*0.68914"/>
                                          </p:val>
                                        </p:tav>
                                        <p:tav tm="54934">
                                          <p:val>
                                            <p:strVal val="#ppt_w*0.77479"/>
                                          </p:val>
                                        </p:tav>
                                        <p:tav tm="57131">
                                          <p:val>
                                            <p:strVal val="#ppt_w*0.84043"/>
                                          </p:val>
                                        </p:tav>
                                        <p:tav tm="59329">
                                          <p:val>
                                            <p:strVal val="#ppt_w*0.88985"/>
                                          </p:val>
                                        </p:tav>
                                        <p:tav tm="61526">
                                          <p:val>
                                            <p:strVal val="#ppt_w*0.92691"/>
                                          </p:val>
                                        </p:tav>
                                        <p:tav tm="63724">
                                          <p:val>
                                            <p:strVal val="#ppt_w*0.95471"/>
                                          </p:val>
                                        </p:tav>
                                        <p:tav tm="68118">
                                          <p:val>
                                            <p:strVal val="#ppt_w*0.99109"/>
                                          </p:val>
                                        </p:tav>
                                        <p:tav tm="74710">
                                          <p:val>
                                            <p:strVal val="#ppt_w*1.01646"/>
                                          </p:val>
                                        </p:tav>
                                        <p:tav tm="83500">
                                          <p:val>
                                            <p:strVal val="#ppt_w*1.02198"/>
                                          </p:val>
                                        </p:tav>
                                        <p:tav tm="9888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1517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3947">
                                          <p:val>
                                            <p:strVal val="#ppt_h*0.25"/>
                                          </p:val>
                                        </p:tav>
                                        <p:tav tm="46145">
                                          <p:val>
                                            <p:strVal val="#ppt_h*0.31891"/>
                                          </p:val>
                                        </p:tav>
                                        <p:tav tm="48342">
                                          <p:val>
                                            <p:strVal val="#ppt_h*0.45596"/>
                                          </p:val>
                                        </p:tav>
                                        <p:tav tm="50539">
                                          <p:val>
                                            <p:strVal val="#ppt_h*0.58184"/>
                                          </p:val>
                                        </p:tav>
                                        <p:tav tm="52737">
                                          <p:val>
                                            <p:strVal val="#ppt_h*0.68914"/>
                                          </p:val>
                                        </p:tav>
                                        <p:tav tm="54934">
                                          <p:val>
                                            <p:strVal val="#ppt_h*0.77479"/>
                                          </p:val>
                                        </p:tav>
                                        <p:tav tm="57131">
                                          <p:val>
                                            <p:strVal val="#ppt_h*0.84043"/>
                                          </p:val>
                                        </p:tav>
                                        <p:tav tm="59329">
                                          <p:val>
                                            <p:strVal val="#ppt_h*0.88985"/>
                                          </p:val>
                                        </p:tav>
                                        <p:tav tm="61526">
                                          <p:val>
                                            <p:strVal val="#ppt_h*0.92691"/>
                                          </p:val>
                                        </p:tav>
                                        <p:tav tm="63724">
                                          <p:val>
                                            <p:strVal val="#ppt_h*0.95471"/>
                                          </p:val>
                                        </p:tav>
                                        <p:tav tm="68118">
                                          <p:val>
                                            <p:strVal val="#ppt_h*0.99109"/>
                                          </p:val>
                                        </p:tav>
                                        <p:tav tm="74710">
                                          <p:val>
                                            <p:strVal val="#ppt_h*1.01646"/>
                                          </p:val>
                                        </p:tav>
                                        <p:tav tm="83500">
                                          <p:val>
                                            <p:strVal val="#ppt_h*1.02198"/>
                                          </p:val>
                                        </p:tav>
                                        <p:tav tm="9888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1517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2"/>
                                          </p:val>
                                        </p:tav>
                                        <p:tav tm="43947">
                                          <p:val>
                                            <p:fltVal val="102"/>
                                          </p:val>
                                        </p:tav>
                                        <p:tav tm="46145">
                                          <p:val>
                                            <p:fltVal val="125.7"/>
                                          </p:val>
                                        </p:tav>
                                        <p:tav tm="48342">
                                          <p:val>
                                            <p:fltVal val="172.85"/>
                                          </p:val>
                                        </p:tav>
                                        <p:tav tm="50539">
                                          <p:val>
                                            <p:fltVal val="216.15"/>
                                          </p:val>
                                        </p:tav>
                                        <p:tav tm="52737">
                                          <p:val>
                                            <p:fltVal val="253.06"/>
                                          </p:val>
                                        </p:tav>
                                        <p:tav tm="54934">
                                          <p:val>
                                            <p:fltVal val="282.53"/>
                                          </p:val>
                                        </p:tav>
                                        <p:tav tm="57131">
                                          <p:val>
                                            <p:fltVal val="305.11"/>
                                          </p:val>
                                        </p:tav>
                                        <p:tav tm="59329">
                                          <p:val>
                                            <p:fltVal val="322.11"/>
                                          </p:val>
                                        </p:tav>
                                        <p:tav tm="61526">
                                          <p:val>
                                            <p:fltVal val="334.86"/>
                                          </p:val>
                                        </p:tav>
                                        <p:tav tm="63724">
                                          <p:val>
                                            <p:fltVal val="344.42"/>
                                          </p:val>
                                        </p:tav>
                                        <p:tav tm="65921">
                                          <p:val>
                                            <p:fltVal val="351.59"/>
                                          </p:val>
                                        </p:tav>
                                        <p:tav tm="68118">
                                          <p:val>
                                            <p:fltVal val="356.94"/>
                                          </p:val>
                                        </p:tav>
                                        <p:tav tm="70316">
                                          <p:val>
                                            <p:fltVal val="360.87"/>
                                          </p:val>
                                        </p:tav>
                                        <p:tav tm="72513">
                                          <p:val>
                                            <p:fltVal val="363.71"/>
                                          </p:val>
                                        </p:tav>
                                        <p:tav tm="74710">
                                          <p:val>
                                            <p:fltVal val="365.66"/>
                                          </p:val>
                                        </p:tav>
                                        <p:tav tm="79105">
                                          <p:val>
                                            <p:fltVal val="367.58"/>
                                          </p:val>
                                        </p:tav>
                                        <p:tav tm="83500">
                                          <p:val>
                                            <p:fltVal val="367.56"/>
                                          </p:val>
                                        </p:tav>
                                        <p:tav tm="90092">
                                          <p:val>
                                            <p:fltVal val="365.15"/>
                                          </p:val>
                                        </p:tav>
                                        <p:tav tm="96684">
                                          <p:val>
                                            <p:fltVal val="360.86"/>
                                          </p:val>
                                        </p:tav>
                                        <p:tav tm="98881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7" dur="141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877"/>
                                          </p:val>
                                        </p:tav>
                                        <p:tav tm="40172">
                                          <p:val>
                                            <p:strVal val="#ppt_x-0.07877"/>
                                          </p:val>
                                        </p:tav>
                                        <p:tav tm="42535">
                                          <p:val>
                                            <p:strVal val="#ppt_x-0.06874"/>
                                          </p:val>
                                        </p:tav>
                                        <p:tav tm="44898">
                                          <p:val>
                                            <p:strVal val="#ppt_x-0.0545"/>
                                          </p:val>
                                        </p:tav>
                                        <p:tav tm="47261">
                                          <p:val>
                                            <p:strVal val="#ppt_x-0.0416"/>
                                          </p:val>
                                        </p:tav>
                                        <p:tav tm="49624">
                                          <p:val>
                                            <p:strVal val="#ppt_x-0.03076"/>
                                          </p:val>
                                        </p:tav>
                                        <p:tav tm="51987">
                                          <p:val>
                                            <p:strVal val="#ppt_x-0.02219"/>
                                          </p:val>
                                        </p:tav>
                                        <p:tav tm="54350">
                                          <p:val>
                                            <p:strVal val="#ppt_x-0.01565"/>
                                          </p:val>
                                        </p:tav>
                                        <p:tav tm="56713">
                                          <p:val>
                                            <p:strVal val="#ppt_x-0.01074"/>
                                          </p:val>
                                        </p:tav>
                                        <p:tav tm="59076">
                                          <p:val>
                                            <p:strVal val="#ppt_x-0.00705"/>
                                          </p:val>
                                        </p:tav>
                                        <p:tav tm="61439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66165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73255">
                                          <p:val>
                                            <p:strVal val="#ppt_x+0.00182"/>
                                          </p:val>
                                        </p:tav>
                                        <p:tav tm="82707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9924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141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231"/>
                                          </p:val>
                                        </p:tav>
                                        <p:tav tm="40172">
                                          <p:val>
                                            <p:strVal val="#ppt_y+0.08231"/>
                                          </p:val>
                                        </p:tav>
                                        <p:tav tm="42535">
                                          <p:val>
                                            <p:strVal val="#ppt_y+0.07183"/>
                                          </p:val>
                                        </p:tav>
                                        <p:tav tm="44898">
                                          <p:val>
                                            <p:strVal val="#ppt_y+0.05696"/>
                                          </p:val>
                                        </p:tav>
                                        <p:tav tm="47261">
                                          <p:val>
                                            <p:strVal val="#ppt_y+0.04348"/>
                                          </p:val>
                                        </p:tav>
                                        <p:tav tm="49624">
                                          <p:val>
                                            <p:strVal val="#ppt_y+0.03215"/>
                                          </p:val>
                                        </p:tav>
                                        <p:tav tm="51987">
                                          <p:val>
                                            <p:strVal val="#ppt_y+0.0232"/>
                                          </p:val>
                                        </p:tav>
                                        <p:tav tm="54350">
                                          <p:val>
                                            <p:strVal val="#ppt_y+0.01637"/>
                                          </p:val>
                                        </p:tav>
                                        <p:tav tm="56713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59076">
                                          <p:val>
                                            <p:strVal val="#ppt_y+0.00739"/>
                                          </p:val>
                                        </p:tav>
                                        <p:tav tm="61439">
                                          <p:val>
                                            <p:strVal val="#ppt_y+0.00451"/>
                                          </p:val>
                                        </p:tav>
                                        <p:tav tm="66165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73255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82707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9924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141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01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42535">
                                          <p:val>
                                            <p:strVal val="#ppt_w*0.34555"/>
                                          </p:val>
                                        </p:tav>
                                        <p:tav tm="44898">
                                          <p:val>
                                            <p:strVal val="#ppt_w*0.48112"/>
                                          </p:val>
                                        </p:tav>
                                        <p:tav tm="47261">
                                          <p:val>
                                            <p:strVal val="#ppt_w*0.60393"/>
                                          </p:val>
                                        </p:tav>
                                        <p:tav tm="49624">
                                          <p:val>
                                            <p:strVal val="#ppt_w*0.70717"/>
                                          </p:val>
                                        </p:tav>
                                        <p:tav tm="51987">
                                          <p:val>
                                            <p:strVal val="#ppt_w*0.78877"/>
                                          </p:val>
                                        </p:tav>
                                        <p:tav tm="54350">
                                          <p:val>
                                            <p:strVal val="#ppt_w*0.85099"/>
                                          </p:val>
                                        </p:tav>
                                        <p:tav tm="56713">
                                          <p:val>
                                            <p:strVal val="#ppt_w*0.89777"/>
                                          </p:val>
                                        </p:tav>
                                        <p:tav tm="59076">
                                          <p:val>
                                            <p:strVal val="#ppt_w*0.93285"/>
                                          </p:val>
                                        </p:tav>
                                        <p:tav tm="61439">
                                          <p:val>
                                            <p:strVal val="#ppt_w*0.95917"/>
                                          </p:val>
                                        </p:tav>
                                        <p:tav tm="66165">
                                          <p:val>
                                            <p:strVal val="#ppt_w*0.99356"/>
                                          </p:val>
                                        </p:tav>
                                        <p:tav tm="73255">
                                          <p:val>
                                            <p:strVal val="#ppt_w*1.0173"/>
                                          </p:val>
                                        </p:tav>
                                        <p:tav tm="82707">
                                          <p:val>
                                            <p:strVal val="#ppt_w*1.02175"/>
                                          </p:val>
                                        </p:tav>
                                        <p:tav tm="9924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141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0172">
                                          <p:val>
                                            <p:strVal val="#ppt_h*0.25"/>
                                          </p:val>
                                        </p:tav>
                                        <p:tav tm="42535">
                                          <p:val>
                                            <p:strVal val="#ppt_h*0.34555"/>
                                          </p:val>
                                        </p:tav>
                                        <p:tav tm="44898">
                                          <p:val>
                                            <p:strVal val="#ppt_h*0.48112"/>
                                          </p:val>
                                        </p:tav>
                                        <p:tav tm="47261">
                                          <p:val>
                                            <p:strVal val="#ppt_h*0.60393"/>
                                          </p:val>
                                        </p:tav>
                                        <p:tav tm="49624">
                                          <p:val>
                                            <p:strVal val="#ppt_h*0.70717"/>
                                          </p:val>
                                        </p:tav>
                                        <p:tav tm="51987">
                                          <p:val>
                                            <p:strVal val="#ppt_h*0.78877"/>
                                          </p:val>
                                        </p:tav>
                                        <p:tav tm="54350">
                                          <p:val>
                                            <p:strVal val="#ppt_h*0.85099"/>
                                          </p:val>
                                        </p:tav>
                                        <p:tav tm="56713">
                                          <p:val>
                                            <p:strVal val="#ppt_h*0.89777"/>
                                          </p:val>
                                        </p:tav>
                                        <p:tav tm="59076">
                                          <p:val>
                                            <p:strVal val="#ppt_h*0.93285"/>
                                          </p:val>
                                        </p:tav>
                                        <p:tav tm="61439">
                                          <p:val>
                                            <p:strVal val="#ppt_h*0.95917"/>
                                          </p:val>
                                        </p:tav>
                                        <p:tav tm="66165">
                                          <p:val>
                                            <p:strVal val="#ppt_h*0.99356"/>
                                          </p:val>
                                        </p:tav>
                                        <p:tav tm="73255">
                                          <p:val>
                                            <p:strVal val="#ppt_h*1.0173"/>
                                          </p:val>
                                        </p:tav>
                                        <p:tav tm="82707">
                                          <p:val>
                                            <p:strVal val="#ppt_h*1.02175"/>
                                          </p:val>
                                        </p:tav>
                                        <p:tav tm="9924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141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"/>
                                          </p:val>
                                        </p:tav>
                                        <p:tav tm="40172">
                                          <p:val>
                                            <p:fltVal val="135"/>
                                          </p:val>
                                        </p:tav>
                                        <p:tav tm="42535">
                                          <p:val>
                                            <p:fltVal val="117.8"/>
                                          </p:val>
                                        </p:tav>
                                        <p:tav tm="44898">
                                          <p:val>
                                            <p:fltVal val="93.4"/>
                                          </p:val>
                                        </p:tav>
                                        <p:tav tm="47261">
                                          <p:val>
                                            <p:fltVal val="71.29"/>
                                          </p:val>
                                        </p:tav>
                                        <p:tav tm="49624">
                                          <p:val>
                                            <p:fltVal val="52.71"/>
                                          </p:val>
                                        </p:tav>
                                        <p:tav tm="51987">
                                          <p:val>
                                            <p:fltVal val="38.02"/>
                                          </p:val>
                                        </p:tav>
                                        <p:tav tm="54350">
                                          <p:val>
                                            <p:fltVal val="26.82"/>
                                          </p:val>
                                        </p:tav>
                                        <p:tav tm="56713">
                                          <p:val>
                                            <p:fltVal val="18.4"/>
                                          </p:val>
                                        </p:tav>
                                        <p:tav tm="59076">
                                          <p:val>
                                            <p:fltVal val="12.09"/>
                                          </p:val>
                                        </p:tav>
                                        <p:tav tm="61439">
                                          <p:val>
                                            <p:fltVal val="7.35"/>
                                          </p:val>
                                        </p:tav>
                                        <p:tav tm="63802">
                                          <p:val>
                                            <p:fltVal val="3.8"/>
                                          </p:val>
                                        </p:tav>
                                        <p:tav tm="66165">
                                          <p:val>
                                            <p:fltVal val="1.16"/>
                                          </p:val>
                                        </p:tav>
                                        <p:tav tm="68528">
                                          <p:val>
                                            <p:fltVal val="-0.78"/>
                                          </p:val>
                                        </p:tav>
                                        <p:tav tm="73255">
                                          <p:val>
                                            <p:fltVal val="-3.11"/>
                                          </p:val>
                                        </p:tav>
                                        <p:tav tm="77981">
                                          <p:val>
                                            <p:fltVal val="-4"/>
                                          </p:val>
                                        </p:tav>
                                        <p:tav tm="82707">
                                          <p:val>
                                            <p:fltVal val="-3.92"/>
                                          </p:val>
                                        </p:tav>
                                        <p:tav tm="87433">
                                          <p:val>
                                            <p:fltVal val="-3.15"/>
                                          </p:val>
                                        </p:tav>
                                        <p:tav tm="96885">
                                          <p:val>
                                            <p:fltVal val="-0.28"/>
                                          </p:val>
                                        </p:tav>
                                        <p:tav tm="9924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5" dur="1844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54223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68682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940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1844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821"/>
                                          </p:val>
                                        </p:tav>
                                        <p:tav tm="54223">
                                          <p:val>
                                            <p:strVal val="#ppt_y+0.15821"/>
                                          </p:val>
                                        </p:tav>
                                        <p:tav tm="56030">
                                          <p:val>
                                            <p:strVal val="#ppt_y+0.13833"/>
                                          </p:val>
                                        </p:tav>
                                        <p:tav tm="57838">
                                          <p:val>
                                            <p:strVal val="#ppt_y+0.10972"/>
                                          </p:val>
                                        </p:tav>
                                        <p:tav tm="59645">
                                          <p:val>
                                            <p:strVal val="#ppt_y+0.08378"/>
                                          </p:val>
                                        </p:tav>
                                        <p:tav tm="61453">
                                          <p:val>
                                            <p:strVal val="#ppt_y+0.06197"/>
                                          </p:val>
                                        </p:tav>
                                        <p:tav tm="63260">
                                          <p:val>
                                            <p:strVal val="#ppt_y+0.04471"/>
                                          </p:val>
                                        </p:tav>
                                        <p:tav tm="65067">
                                          <p:val>
                                            <p:strVal val="#ppt_y+0.03156"/>
                                          </p:val>
                                        </p:tav>
                                        <p:tav tm="66875">
                                          <p:val>
                                            <p:strVal val="#ppt_y+0.02166"/>
                                          </p:val>
                                        </p:tav>
                                        <p:tav tm="68682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70490">
                                          <p:val>
                                            <p:strVal val="#ppt_y+0.00868"/>
                                          </p:val>
                                        </p:tav>
                                        <p:tav tm="74105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75912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79527">
                                          <p:val>
                                            <p:strVal val="#ppt_y-0.00362"/>
                                          </p:val>
                                        </p:tav>
                                        <p:tav tm="83142">
                                          <p:val>
                                            <p:strVal val="#ppt_y-0.00466"/>
                                          </p:val>
                                        </p:tav>
                                        <p:tav tm="86756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9940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1844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223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030">
                                          <p:val>
                                            <p:strVal val="#ppt_w*0.34428"/>
                                          </p:val>
                                        </p:tav>
                                        <p:tav tm="57838">
                                          <p:val>
                                            <p:strVal val="#ppt_w*0.47993"/>
                                          </p:val>
                                        </p:tav>
                                        <p:tav tm="59645">
                                          <p:val>
                                            <p:strVal val="#ppt_w*0.60289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70633"/>
                                          </p:val>
                                        </p:tav>
                                        <p:tav tm="63260">
                                          <p:val>
                                            <p:strVal val="#ppt_w*0.78812"/>
                                          </p:val>
                                        </p:tav>
                                        <p:tav tm="65067">
                                          <p:val>
                                            <p:strVal val="#ppt_w*0.8505"/>
                                          </p:val>
                                        </p:tav>
                                        <p:tav tm="66875">
                                          <p:val>
                                            <p:strVal val="#ppt_w*0.8974"/>
                                          </p:val>
                                        </p:tav>
                                        <p:tav tm="68682">
                                          <p:val>
                                            <p:strVal val="#ppt_w*0.93258"/>
                                          </p:val>
                                        </p:tav>
                                        <p:tav tm="70490">
                                          <p:val>
                                            <p:strVal val="#ppt_w*0.95896"/>
                                          </p:val>
                                        </p:tav>
                                        <p:tav tm="74105">
                                          <p:val>
                                            <p:strVal val="#ppt_w*0.99345"/>
                                          </p:val>
                                        </p:tav>
                                        <p:tav tm="79527">
                                          <p:val>
                                            <p:strVal val="#ppt_w*1.01726"/>
                                          </p:val>
                                        </p:tav>
                                        <p:tav tm="86756">
                                          <p:val>
                                            <p:strVal val="#ppt_w*1.02176"/>
                                          </p:val>
                                        </p:tav>
                                        <p:tav tm="9940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1844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223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030">
                                          <p:val>
                                            <p:strVal val="#ppt_h*0.34428"/>
                                          </p:val>
                                        </p:tav>
                                        <p:tav tm="57838">
                                          <p:val>
                                            <p:strVal val="#ppt_h*0.47993"/>
                                          </p:val>
                                        </p:tav>
                                        <p:tav tm="59645">
                                          <p:val>
                                            <p:strVal val="#ppt_h*0.60289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70633"/>
                                          </p:val>
                                        </p:tav>
                                        <p:tav tm="63260">
                                          <p:val>
                                            <p:strVal val="#ppt_h*0.78812"/>
                                          </p:val>
                                        </p:tav>
                                        <p:tav tm="65067">
                                          <p:val>
                                            <p:strVal val="#ppt_h*0.8505"/>
                                          </p:val>
                                        </p:tav>
                                        <p:tav tm="66875">
                                          <p:val>
                                            <p:strVal val="#ppt_h*0.8974"/>
                                          </p:val>
                                        </p:tav>
                                        <p:tav tm="68682">
                                          <p:val>
                                            <p:strVal val="#ppt_h*0.93258"/>
                                          </p:val>
                                        </p:tav>
                                        <p:tav tm="70490">
                                          <p:val>
                                            <p:strVal val="#ppt_h*0.95896"/>
                                          </p:val>
                                        </p:tav>
                                        <p:tav tm="74105">
                                          <p:val>
                                            <p:strVal val="#ppt_h*0.99345"/>
                                          </p:val>
                                        </p:tav>
                                        <p:tav tm="79527">
                                          <p:val>
                                            <p:strVal val="#ppt_h*1.01726"/>
                                          </p:val>
                                        </p:tav>
                                        <p:tav tm="86756">
                                          <p:val>
                                            <p:strVal val="#ppt_h*1.02176"/>
                                          </p:val>
                                        </p:tav>
                                        <p:tav tm="9940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1844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2"/>
                                          </p:val>
                                        </p:tav>
                                        <p:tav tm="54223">
                                          <p:val>
                                            <p:fltVal val="-172"/>
                                          </p:val>
                                        </p:tav>
                                        <p:tav tm="56030">
                                          <p:val>
                                            <p:fltVal val="-150.38"/>
                                          </p:val>
                                        </p:tav>
                                        <p:tav tm="57838">
                                          <p:val>
                                            <p:fltVal val="-119.27"/>
                                          </p:val>
                                        </p:tav>
                                        <p:tav tm="59645">
                                          <p:val>
                                            <p:fltVal val="-91.07"/>
                                          </p:val>
                                        </p:tav>
                                        <p:tav tm="61453">
                                          <p:val>
                                            <p:fltVal val="-67.35"/>
                                          </p:val>
                                        </p:tav>
                                        <p:tav tm="63260">
                                          <p:val>
                                            <p:fltVal val="-48.59"/>
                                          </p:val>
                                        </p:tav>
                                        <p:tav tm="65067">
                                          <p:val>
                                            <p:fltVal val="-34.29"/>
                                          </p:val>
                                        </p:tav>
                                        <p:tav tm="66875">
                                          <p:val>
                                            <p:fltVal val="-23.53"/>
                                          </p:val>
                                        </p:tav>
                                        <p:tav tm="68682">
                                          <p:val>
                                            <p:fltVal val="-15.46"/>
                                          </p:val>
                                        </p:tav>
                                        <p:tav tm="70490">
                                          <p:val>
                                            <p:fltVal val="-9.41"/>
                                          </p:val>
                                        </p:tav>
                                        <p:tav tm="72297">
                                          <p:val>
                                            <p:fltVal val="-4.88"/>
                                          </p:val>
                                        </p:tav>
                                        <p:tav tm="74105">
                                          <p:val>
                                            <p:fltVal val="-1.5"/>
                                          </p:val>
                                        </p:tav>
                                        <p:tav tm="75912">
                                          <p:val>
                                            <p:fltVal val="0.98"/>
                                          </p:val>
                                        </p:tav>
                                        <p:tav tm="79527">
                                          <p:val>
                                            <p:fltVal val="3.96"/>
                                          </p:val>
                                        </p:tav>
                                        <p:tav tm="83142">
                                          <p:val>
                                            <p:fltVal val="5.1"/>
                                          </p:val>
                                        </p:tav>
                                        <p:tav tm="86756">
                                          <p:val>
                                            <p:fltVal val="4.99"/>
                                          </p:val>
                                        </p:tav>
                                        <p:tav tm="90371">
                                          <p:val>
                                            <p:fltVal val="4.02"/>
                                          </p:val>
                                        </p:tav>
                                        <p:tav tm="97601">
                                          <p:val>
                                            <p:fltVal val="0.37"/>
                                          </p:val>
                                        </p:tav>
                                        <p:tav tm="9940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" dur="1738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79"/>
                                          </p:val>
                                        </p:tav>
                                        <p:tav tm="51787">
                                          <p:val>
                                            <p:strVal val="#ppt_x+0.04279"/>
                                          </p:val>
                                        </p:tav>
                                        <p:tav tm="57541">
                                          <p:val>
                                            <p:strVal val="#ppt_x+0.02144"/>
                                          </p:val>
                                        </p:tav>
                                        <p:tav tm="59459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61378">
                                          <p:val>
                                            <p:strVal val="#ppt_x+0.01133"/>
                                          </p:val>
                                        </p:tav>
                                        <p:tav tm="63296">
                                          <p:val>
                                            <p:strVal val="#ppt_x+0.00796"/>
                                          </p:val>
                                        </p:tav>
                                        <p:tav tm="65214">
                                          <p:val>
                                            <p:strVal val="#ppt_x+0.00542"/>
                                          </p:val>
                                        </p:tav>
                                        <p:tav tm="67132">
                                          <p:val>
                                            <p:strVal val="#ppt_x+0.00352"/>
                                          </p:val>
                                        </p:tav>
                                        <p:tav tm="69050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72886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78640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86312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9973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1738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562"/>
                                          </p:val>
                                        </p:tav>
                                        <p:tav tm="51787">
                                          <p:val>
                                            <p:strVal val="#ppt_y+0.16562"/>
                                          </p:val>
                                        </p:tav>
                                        <p:tav tm="53705">
                                          <p:val>
                                            <p:strVal val="#ppt_y+0.13896"/>
                                          </p:val>
                                        </p:tav>
                                        <p:tav tm="55623">
                                          <p:val>
                                            <p:strVal val="#ppt_y+0.1094"/>
                                          </p:val>
                                        </p:tav>
                                        <p:tav tm="57541">
                                          <p:val>
                                            <p:strVal val="#ppt_y+0.08298"/>
                                          </p:val>
                                        </p:tav>
                                        <p:tav tm="59459">
                                          <p:val>
                                            <p:strVal val="#ppt_y+0.06106"/>
                                          </p:val>
                                        </p:tav>
                                        <p:tav tm="61378">
                                          <p:val>
                                            <p:strVal val="#ppt_y+0.04387"/>
                                          </p:val>
                                        </p:tav>
                                        <p:tav tm="63296">
                                          <p:val>
                                            <p:strVal val="#ppt_y+0.03082"/>
                                          </p:val>
                                        </p:tav>
                                        <p:tav tm="65214">
                                          <p:val>
                                            <p:strVal val="#ppt_y+0.02102"/>
                                          </p:val>
                                        </p:tav>
                                        <p:tav tm="67132">
                                          <p:val>
                                            <p:strVal val="#ppt_y+0.01367"/>
                                          </p:val>
                                        </p:tav>
                                        <p:tav tm="69050">
                                          <p:val>
                                            <p:strVal val="#ppt_y+0.00815"/>
                                          </p:val>
                                        </p:tav>
                                        <p:tav tm="72886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74804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78640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82476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86312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9973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1738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787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705">
                                          <p:val>
                                            <p:strVal val="#ppt_w*0.37076"/>
                                          </p:val>
                                        </p:tav>
                                        <p:tav tm="55623">
                                          <p:val>
                                            <p:strVal val="#ppt_w*0.50464"/>
                                          </p:val>
                                        </p:tav>
                                        <p:tav tm="57541">
                                          <p:val>
                                            <p:strVal val="#ppt_w*0.62429"/>
                                          </p:val>
                                        </p:tav>
                                        <p:tav tm="59459">
                                          <p:val>
                                            <p:strVal val="#ppt_w*0.72359"/>
                                          </p:val>
                                        </p:tav>
                                        <p:tav tm="61378">
                                          <p:val>
                                            <p:strVal val="#ppt_w*0.80141"/>
                                          </p:val>
                                        </p:tav>
                                        <p:tav tm="63296">
                                          <p:val>
                                            <p:strVal val="#ppt_w*0.86052"/>
                                          </p:val>
                                        </p:tav>
                                        <p:tav tm="65214">
                                          <p:val>
                                            <p:strVal val="#ppt_w*0.90492"/>
                                          </p:val>
                                        </p:tav>
                                        <p:tav tm="67132">
                                          <p:val>
                                            <p:strVal val="#ppt_w*0.93822"/>
                                          </p:val>
                                        </p:tav>
                                        <p:tav tm="69050">
                                          <p:val>
                                            <p:strVal val="#ppt_w*0.96319"/>
                                          </p:val>
                                        </p:tav>
                                        <p:tav tm="72886">
                                          <p:val>
                                            <p:strVal val="#ppt_w*0.99578"/>
                                          </p:val>
                                        </p:tav>
                                        <p:tav tm="78640">
                                          <p:val>
                                            <p:strVal val="#ppt_w*1.01803"/>
                                          </p:val>
                                        </p:tav>
                                        <p:tav tm="86312">
                                          <p:val>
                                            <p:strVal val="#ppt_w*1.0215"/>
                                          </p:val>
                                        </p:tav>
                                        <p:tav tm="9973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1738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787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705">
                                          <p:val>
                                            <p:strVal val="#ppt_h*0.37076"/>
                                          </p:val>
                                        </p:tav>
                                        <p:tav tm="55623">
                                          <p:val>
                                            <p:strVal val="#ppt_h*0.50464"/>
                                          </p:val>
                                        </p:tav>
                                        <p:tav tm="57541">
                                          <p:val>
                                            <p:strVal val="#ppt_h*0.62429"/>
                                          </p:val>
                                        </p:tav>
                                        <p:tav tm="59459">
                                          <p:val>
                                            <p:strVal val="#ppt_h*0.72359"/>
                                          </p:val>
                                        </p:tav>
                                        <p:tav tm="61378">
                                          <p:val>
                                            <p:strVal val="#ppt_h*0.80141"/>
                                          </p:val>
                                        </p:tav>
                                        <p:tav tm="63296">
                                          <p:val>
                                            <p:strVal val="#ppt_h*0.86052"/>
                                          </p:val>
                                        </p:tav>
                                        <p:tav tm="65214">
                                          <p:val>
                                            <p:strVal val="#ppt_h*0.90492"/>
                                          </p:val>
                                        </p:tav>
                                        <p:tav tm="67132">
                                          <p:val>
                                            <p:strVal val="#ppt_h*0.93822"/>
                                          </p:val>
                                        </p:tav>
                                        <p:tav tm="69050">
                                          <p:val>
                                            <p:strVal val="#ppt_h*0.96319"/>
                                          </p:val>
                                        </p:tav>
                                        <p:tav tm="72886">
                                          <p:val>
                                            <p:strVal val="#ppt_h*0.99578"/>
                                          </p:val>
                                        </p:tav>
                                        <p:tav tm="78640">
                                          <p:val>
                                            <p:strVal val="#ppt_h*1.01803"/>
                                          </p:val>
                                        </p:tav>
                                        <p:tav tm="86312">
                                          <p:val>
                                            <p:strVal val="#ppt_h*1.0215"/>
                                          </p:val>
                                        </p:tav>
                                        <p:tav tm="9973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1738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1"/>
                                          </p:val>
                                        </p:tav>
                                        <p:tav tm="51787">
                                          <p:val>
                                            <p:fltVal val="-151"/>
                                          </p:val>
                                        </p:tav>
                                        <p:tav tm="53705">
                                          <p:val>
                                            <p:fltVal val="-184.65"/>
                                          </p:val>
                                        </p:tav>
                                        <p:tav tm="55623">
                                          <p:val>
                                            <p:fltVal val="-221.96"/>
                                          </p:val>
                                        </p:tav>
                                        <p:tav tm="57541">
                                          <p:val>
                                            <p:fltVal val="-255.3"/>
                                          </p:val>
                                        </p:tav>
                                        <p:tav tm="59459">
                                          <p:val>
                                            <p:fltVal val="-282.97"/>
                                          </p:val>
                                        </p:tav>
                                        <p:tav tm="61378">
                                          <p:val>
                                            <p:fltVal val="-304.66"/>
                                          </p:val>
                                        </p:tav>
                                        <p:tav tm="63296">
                                          <p:val>
                                            <p:fltVal val="-321.13"/>
                                          </p:val>
                                        </p:tav>
                                        <p:tav tm="65214">
                                          <p:val>
                                            <p:fltVal val="-333.51"/>
                                          </p:val>
                                        </p:tav>
                                        <p:tav tm="67132">
                                          <p:val>
                                            <p:fltVal val="-342.78"/>
                                          </p:val>
                                        </p:tav>
                                        <p:tav tm="69050">
                                          <p:val>
                                            <p:fltVal val="-349.74"/>
                                          </p:val>
                                        </p:tav>
                                        <p:tav tm="70968">
                                          <p:val>
                                            <p:fltVal val="-354.95"/>
                                          </p:val>
                                        </p:tav>
                                        <p:tav tm="72886">
                                          <p:val>
                                            <p:fltVal val="-358.83"/>
                                          </p:val>
                                        </p:tav>
                                        <p:tav tm="74804">
                                          <p:val>
                                            <p:fltVal val="-361.66"/>
                                          </p:val>
                                        </p:tav>
                                        <p:tav tm="76722">
                                          <p:val>
                                            <p:fltVal val="-363.67"/>
                                          </p:val>
                                        </p:tav>
                                        <p:tav tm="78640">
                                          <p:val>
                                            <p:fltVal val="-365.02"/>
                                          </p:val>
                                        </p:tav>
                                        <p:tav tm="82476">
                                          <p:val>
                                            <p:fltVal val="-366.24"/>
                                          </p:val>
                                        </p:tav>
                                        <p:tav tm="86312">
                                          <p:val>
                                            <p:fltVal val="-365.99"/>
                                          </p:val>
                                        </p:tav>
                                        <p:tav tm="92066">
                                          <p:val>
                                            <p:fltVal val="-363.81"/>
                                          </p:val>
                                        </p:tav>
                                        <p:tav tm="97820">
                                          <p:val>
                                            <p:fltVal val="-360.19"/>
                                          </p:val>
                                        </p:tav>
                                        <p:tav tm="99738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0" dur="1632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2449"/>
                                          </p:val>
                                        </p:tav>
                                        <p:tav tm="46991">
                                          <p:val>
                                            <p:strVal val="#ppt_x+0.12449"/>
                                          </p:val>
                                        </p:tav>
                                        <p:tav tm="49034">
                                          <p:val>
                                            <p:strVal val="#ppt_x+0.12321"/>
                                          </p:val>
                                        </p:tav>
                                        <p:tav tm="51077">
                                          <p:val>
                                            <p:strVal val="#ppt_x+0.10008"/>
                                          </p:val>
                                        </p:tav>
                                        <p:tav tm="53120">
                                          <p:val>
                                            <p:strVal val="#ppt_x+0.07821"/>
                                          </p:val>
                                        </p:tav>
                                        <p:tav tm="55163">
                                          <p:val>
                                            <p:strVal val="#ppt_x+0.05894"/>
                                          </p:val>
                                        </p:tav>
                                        <p:tav tm="57207">
                                          <p:val>
                                            <p:strVal val="#ppt_x+0.04315"/>
                                          </p:val>
                                        </p:tav>
                                        <p:tav tm="59250">
                                          <p:val>
                                            <p:strVal val="#ppt_x+0.03087"/>
                                          </p:val>
                                        </p:tav>
                                        <p:tav tm="61293">
                                          <p:val>
                                            <p:strVal val="#ppt_x+0.02157"/>
                                          </p:val>
                                        </p:tav>
                                        <p:tav tm="63336">
                                          <p:val>
                                            <p:strVal val="#ppt_x+0.0146"/>
                                          </p:val>
                                        </p:tav>
                                        <p:tav tm="65379">
                                          <p:val>
                                            <p:strVal val="#ppt_x+0.00937"/>
                                          </p:val>
                                        </p:tav>
                                        <p:tav tm="67422">
                                          <p:val>
                                            <p:strVal val="#ppt_x+0.00545"/>
                                          </p:val>
                                        </p:tav>
                                        <p:tav tm="69465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71508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73551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77637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81724">
                                          <p:val>
                                            <p:strVal val="#ppt_x-0.00373"/>
                                          </p:val>
                                        </p:tav>
                                        <p:tav tm="85810">
                                          <p:val>
                                            <p:strVal val="#ppt_x-0.00352"/>
                                          </p:val>
                                        </p:tav>
                                        <p:tav tm="91939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9806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1632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533"/>
                                          </p:val>
                                        </p:tav>
                                        <p:tav tm="46991">
                                          <p:val>
                                            <p:strVal val="#ppt_y+0.07533"/>
                                          </p:val>
                                        </p:tav>
                                        <p:tav tm="49034">
                                          <p:val>
                                            <p:strVal val="#ppt_y+0.07456"/>
                                          </p:val>
                                        </p:tav>
                                        <p:tav tm="53120">
                                          <p:val>
                                            <p:strVal val="#ppt_y+0.04733"/>
                                          </p:val>
                                        </p:tav>
                                        <p:tav tm="55163">
                                          <p:val>
                                            <p:strVal val="#ppt_y+0.03568"/>
                                          </p:val>
                                        </p:tav>
                                        <p:tav tm="57207">
                                          <p:val>
                                            <p:strVal val="#ppt_y+0.02612"/>
                                          </p:val>
                                        </p:tav>
                                        <p:tav tm="59250">
                                          <p:val>
                                            <p:strVal val="#ppt_y+0.0187"/>
                                          </p:val>
                                        </p:tav>
                                        <p:tav tm="61293">
                                          <p:val>
                                            <p:strVal val="#ppt_y+0.01308"/>
                                          </p:val>
                                        </p:tav>
                                        <p:tav tm="65379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7150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77637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85810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9806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1632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6991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034">
                                          <p:val>
                                            <p:strVal val="#ppt_w*0.25767"/>
                                          </p:val>
                                        </p:tav>
                                        <p:tav tm="53120">
                                          <p:val>
                                            <p:strVal val="#ppt_w*0.52882"/>
                                          </p:val>
                                        </p:tav>
                                        <p:tav tm="55163">
                                          <p:val>
                                            <p:strVal val="#ppt_w*0.64493"/>
                                          </p:val>
                                        </p:tav>
                                        <p:tav tm="57207">
                                          <p:val>
                                            <p:strVal val="#ppt_w*0.74006"/>
                                          </p:val>
                                        </p:tav>
                                        <p:tav tm="59250">
                                          <p:val>
                                            <p:strVal val="#ppt_w*0.81402"/>
                                          </p:val>
                                        </p:tav>
                                        <p:tav tm="61293">
                                          <p:val>
                                            <p:strVal val="#ppt_w*0.87002"/>
                                          </p:val>
                                        </p:tav>
                                        <p:tav tm="63336">
                                          <p:val>
                                            <p:strVal val="#ppt_w*0.91204"/>
                                          </p:val>
                                        </p:tav>
                                        <p:tav tm="65379">
                                          <p:val>
                                            <p:strVal val="#ppt_w*0.94355"/>
                                          </p:val>
                                        </p:tav>
                                        <p:tav tm="67422">
                                          <p:val>
                                            <p:strVal val="#ppt_w*0.96719"/>
                                          </p:val>
                                        </p:tav>
                                        <p:tav tm="71508">
                                          <p:val>
                                            <p:strVal val="#ppt_w*0.99799"/>
                                          </p:val>
                                        </p:tav>
                                        <p:tav tm="77637">
                                          <p:val>
                                            <p:strVal val="#ppt_w*1.01873"/>
                                          </p:val>
                                        </p:tav>
                                        <p:tav tm="85810">
                                          <p:val>
                                            <p:strVal val="#ppt_w*1.02121"/>
                                          </p:val>
                                        </p:tav>
                                        <p:tav tm="980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1632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6991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034">
                                          <p:val>
                                            <p:strVal val="#ppt_h*0.25767"/>
                                          </p:val>
                                        </p:tav>
                                        <p:tav tm="53120">
                                          <p:val>
                                            <p:strVal val="#ppt_h*0.52882"/>
                                          </p:val>
                                        </p:tav>
                                        <p:tav tm="55163">
                                          <p:val>
                                            <p:strVal val="#ppt_h*0.64493"/>
                                          </p:val>
                                        </p:tav>
                                        <p:tav tm="57207">
                                          <p:val>
                                            <p:strVal val="#ppt_h*0.74006"/>
                                          </p:val>
                                        </p:tav>
                                        <p:tav tm="59250">
                                          <p:val>
                                            <p:strVal val="#ppt_h*0.81402"/>
                                          </p:val>
                                        </p:tav>
                                        <p:tav tm="61293">
                                          <p:val>
                                            <p:strVal val="#ppt_h*0.87002"/>
                                          </p:val>
                                        </p:tav>
                                        <p:tav tm="63336">
                                          <p:val>
                                            <p:strVal val="#ppt_h*0.91204"/>
                                          </p:val>
                                        </p:tav>
                                        <p:tav tm="65379">
                                          <p:val>
                                            <p:strVal val="#ppt_h*0.94355"/>
                                          </p:val>
                                        </p:tav>
                                        <p:tav tm="67422">
                                          <p:val>
                                            <p:strVal val="#ppt_h*0.96719"/>
                                          </p:val>
                                        </p:tav>
                                        <p:tav tm="71508">
                                          <p:val>
                                            <p:strVal val="#ppt_h*0.99799"/>
                                          </p:val>
                                        </p:tav>
                                        <p:tav tm="77637">
                                          <p:val>
                                            <p:strVal val="#ppt_h*1.01873"/>
                                          </p:val>
                                        </p:tav>
                                        <p:tav tm="85810">
                                          <p:val>
                                            <p:strVal val="#ppt_h*1.02121"/>
                                          </p:val>
                                        </p:tav>
                                        <p:tav tm="980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1632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"/>
                                          </p:val>
                                        </p:tav>
                                        <p:tav tm="46991">
                                          <p:val>
                                            <p:fltVal val="114"/>
                                          </p:val>
                                        </p:tav>
                                        <p:tav tm="49034">
                                          <p:val>
                                            <p:fltVal val="116.52"/>
                                          </p:val>
                                        </p:tav>
                                        <p:tav tm="51077">
                                          <p:val>
                                            <p:fltVal val="162.23"/>
                                          </p:val>
                                        </p:tav>
                                        <p:tav tm="53120">
                                          <p:val>
                                            <p:fltVal val="205.45"/>
                                          </p:val>
                                        </p:tav>
                                        <p:tav tm="55163">
                                          <p:val>
                                            <p:fltVal val="243.54"/>
                                          </p:val>
                                        </p:tav>
                                        <p:tav tm="57207">
                                          <p:val>
                                            <p:fltVal val="274.74"/>
                                          </p:val>
                                        </p:tav>
                                        <p:tav tm="59250">
                                          <p:val>
                                            <p:fltVal val="299"/>
                                          </p:val>
                                        </p:tav>
                                        <p:tav tm="61293">
                                          <p:val>
                                            <p:fltVal val="317.37"/>
                                          </p:val>
                                        </p:tav>
                                        <p:tav tm="63336">
                                          <p:val>
                                            <p:fltVal val="331.15"/>
                                          </p:val>
                                        </p:tav>
                                        <p:tav tm="65379">
                                          <p:val>
                                            <p:fltVal val="341.49"/>
                                          </p:val>
                                        </p:tav>
                                        <p:tav tm="67422">
                                          <p:val>
                                            <p:fltVal val="349.24"/>
                                          </p:val>
                                        </p:tav>
                                        <p:tav tm="69465">
                                          <p:val>
                                            <p:fltVal val="355.04"/>
                                          </p:val>
                                        </p:tav>
                                        <p:tav tm="71508">
                                          <p:val>
                                            <p:fltVal val="359.34"/>
                                          </p:val>
                                        </p:tav>
                                        <p:tav tm="73551">
                                          <p:val>
                                            <p:fltVal val="362.47"/>
                                          </p:val>
                                        </p:tav>
                                        <p:tav tm="75594">
                                          <p:val>
                                            <p:fltVal val="364.68"/>
                                          </p:val>
                                        </p:tav>
                                        <p:tav tm="77637">
                                          <p:val>
                                            <p:fltVal val="366.14"/>
                                          </p:val>
                                        </p:tav>
                                        <p:tav tm="81724">
                                          <p:val>
                                            <p:fltVal val="367.38"/>
                                          </p:val>
                                        </p:tav>
                                        <p:tav tm="85810">
                                          <p:val>
                                            <p:fltVal val="366.96"/>
                                          </p:val>
                                        </p:tav>
                                        <p:tav tm="91939">
                                          <p:val>
                                            <p:fltVal val="364.25"/>
                                          </p:val>
                                        </p:tav>
                                        <p:tav tm="98068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8" dur="3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396"/>
                                          </p:val>
                                        </p:tav>
                                        <p:tav tm="20812">
                                          <p:val>
                                            <p:strVal val="#ppt_x-0.02396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2286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143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1071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078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556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0387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289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412"/>
                                          </p:val>
                                        </p:tav>
                                        <p:tav tm="63476">
                                          <p:val>
                                            <p:strVal val="#ppt_x-0.00494"/>
                                          </p:val>
                                        </p:tav>
                                        <p:tav tm="70760">
                                          <p:val>
                                            <p:strVal val="#ppt_x-0.0052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522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115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21115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20143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16243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2599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9436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6875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4897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340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2284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144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081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344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548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529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3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284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42303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55243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66478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7557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82598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879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1878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4861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877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0901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1869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284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42303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55243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66478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7557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82598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879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1878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4861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877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0901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2256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1869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3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3"/>
                                          </p:val>
                                        </p:tav>
                                        <p:tav tm="20812">
                                          <p:val>
                                            <p:fltVal val="123"/>
                                          </p:val>
                                        </p:tav>
                                        <p:tav tm="21852">
                                          <p:val>
                                            <p:fltVal val="117.34"/>
                                          </p:val>
                                        </p:tav>
                                        <p:tav tm="22893">
                                          <p:val>
                                            <p:fltVal val="94.62"/>
                                          </p:val>
                                        </p:tav>
                                        <p:tav tm="23933">
                                          <p:val>
                                            <p:fltVal val="73.4"/>
                                          </p:val>
                                        </p:tav>
                                        <p:tav tm="24974">
                                          <p:val>
                                            <p:fltVal val="54.98"/>
                                          </p:val>
                                        </p:tav>
                                        <p:tav tm="26015">
                                          <p:val>
                                            <p:fltVal val="40.06"/>
                                          </p:val>
                                        </p:tav>
                                        <p:tav tm="27055">
                                          <p:val>
                                            <p:fltVal val="28.54"/>
                                          </p:val>
                                        </p:tav>
                                        <p:tav tm="28096">
                                          <p:val>
                                            <p:fltVal val="19.84"/>
                                          </p:val>
                                        </p:tav>
                                        <p:tav tm="29136">
                                          <p:val>
                                            <p:fltVal val="13.32"/>
                                          </p:val>
                                        </p:tav>
                                        <p:tav tm="30177">
                                          <p:val>
                                            <p:fltVal val="8.43"/>
                                          </p:val>
                                        </p:tav>
                                        <p:tav tm="31217">
                                          <p:val>
                                            <p:fltVal val="4.76"/>
                                          </p:val>
                                        </p:tav>
                                        <p:tav tm="32258">
                                          <p:val>
                                            <p:fltVal val="2.02"/>
                                          </p:val>
                                        </p:tav>
                                        <p:tav tm="34339">
                                          <p:val>
                                            <p:fltVal val="-1.48"/>
                                          </p:val>
                                        </p:tav>
                                        <p:tav tm="36420">
                                          <p:val>
                                            <p:fltVal val="-3.18"/>
                                          </p:val>
                                        </p:tav>
                                        <p:tav tm="39542">
                                          <p:val>
                                            <p:fltVal val="-3.64"/>
                                          </p:val>
                                        </p:tav>
                                        <p:tav tm="42664">
                                          <p:val>
                                            <p:fltVal val="-2.59"/>
                                          </p:val>
                                        </p:tav>
                                        <p:tav tm="46826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6" dur="3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517"/>
                                          </p:val>
                                        </p:tav>
                                        <p:tav tm="17690">
                                          <p:val>
                                            <p:strVal val="#ppt_x-0.03517"/>
                                          </p:val>
                                        </p:tav>
                                        <p:tav tm="18730">
                                          <p:val>
                                            <p:strVal val="#ppt_x-0.0323"/>
                                          </p:val>
                                        </p:tav>
                                        <p:tav tm="20812">
                                          <p:val>
                                            <p:strVal val="#ppt_x-0.01991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1483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1075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0763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0528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43704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69719">
                                          <p:val>
                                            <p:strVal val="#ppt_x-0.00358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359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52"/>
                                          </p:val>
                                        </p:tav>
                                        <p:tav tm="17690">
                                          <p:val>
                                            <p:strVal val="#ppt_y-0.2252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2068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16553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12748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09492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6884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4883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3376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2245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1397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315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601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681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549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3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7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31128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4487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5754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68384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77067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8373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87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9251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5339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9036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104"/>
                                          </p:val>
                                        </p:tav>
                                        <p:tav tm="35380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1818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7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31128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4487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5754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68384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77067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8373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87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9251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5339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9036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104"/>
                                          </p:val>
                                        </p:tav>
                                        <p:tav tm="35380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1818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3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0"/>
                                          </p:val>
                                        </p:tav>
                                        <p:tav tm="17690">
                                          <p:val>
                                            <p:fltVal val="-160"/>
                                          </p:val>
                                        </p:tav>
                                        <p:tav tm="18730">
                                          <p:val>
                                            <p:fltVal val="-146.93"/>
                                          </p:val>
                                        </p:tav>
                                        <p:tav tm="19771">
                                          <p:val>
                                            <p:fltVal val="-117.61"/>
                                          </p:val>
                                        </p:tav>
                                        <p:tav tm="20812">
                                          <p:val>
                                            <p:fltVal val="-90.58"/>
                                          </p:val>
                                        </p:tav>
                                        <p:tav tm="21852">
                                          <p:val>
                                            <p:fltVal val="-67.45"/>
                                          </p:val>
                                        </p:tav>
                                        <p:tav tm="22893">
                                          <p:val>
                                            <p:fltVal val="-48.92"/>
                                          </p:val>
                                        </p:tav>
                                        <p:tav tm="23933">
                                          <p:val>
                                            <p:fltVal val="-34.71"/>
                                          </p:val>
                                        </p:tav>
                                        <p:tav tm="24974">
                                          <p:val>
                                            <p:fltVal val="-24"/>
                                          </p:val>
                                        </p:tav>
                                        <p:tav tm="26015">
                                          <p:val>
                                            <p:fltVal val="-15.97"/>
                                          </p:val>
                                        </p:tav>
                                        <p:tav tm="27055">
                                          <p:val>
                                            <p:fltVal val="-9.94"/>
                                          </p:val>
                                        </p:tav>
                                        <p:tav tm="28096">
                                          <p:val>
                                            <p:fltVal val="-5.43"/>
                                          </p:val>
                                        </p:tav>
                                        <p:tav tm="29136">
                                          <p:val>
                                            <p:fltVal val="-2.06"/>
                                          </p:val>
                                        </p:tav>
                                        <p:tav tm="30177">
                                          <p:val>
                                            <p:fltVal val="0.43"/>
                                          </p:val>
                                        </p:tav>
                                        <p:tav tm="31217">
                                          <p:val>
                                            <p:fltVal val="2.22"/>
                                          </p:val>
                                        </p:tav>
                                        <p:tav tm="33299">
                                          <p:val>
                                            <p:fltVal val="4.25"/>
                                          </p:val>
                                        </p:tav>
                                        <p:tav tm="36420">
                                          <p:val>
                                            <p:fltVal val="4.7"/>
                                          </p:val>
                                        </p:tav>
                                        <p:tav tm="39542">
                                          <p:val>
                                            <p:fltVal val="3.23"/>
                                          </p:val>
                                        </p:tav>
                                        <p:tav tm="43704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9313">
                                          <p:val>
                                            <p:fltVal val="-5.54"/>
                                          </p:val>
                                        </p:tav>
                                        <p:tav tm="62435">
                                          <p:val>
                                            <p:fltVal val="-6.48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4" dur="3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608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3608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3319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2048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1525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1107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785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543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42664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4786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50989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187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89490">
                                          <p:val>
                                            <p:strVal val="#ppt_x-0.00036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548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2454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22584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18083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13931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10375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7527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534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3693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2457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153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836"/>
                                          </p:val>
                                        </p:tav>
                                        <p:tav tm="42664">
                                          <p:val>
                                            <p:strVal val="#ppt_y-0.00317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341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724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019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3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31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44749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57432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68295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76998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83678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88711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2486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5317"/>
                                          </p:val>
                                        </p:tav>
                                        <p:tav tm="42664">
                                          <p:val>
                                            <p:strVal val="#ppt_w*0.99024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1034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52029">
                                          <p:val>
                                            <p:strVal val="#ppt_w*1.01821"/>
                                          </p:val>
                                        </p:tav>
                                        <p:tav tm="57232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31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44749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57432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68295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76998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83678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88711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2486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5317"/>
                                          </p:val>
                                        </p:tav>
                                        <p:tav tm="42664">
                                          <p:val>
                                            <p:strVal val="#ppt_h*0.99024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1034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52029">
                                          <p:val>
                                            <p:strVal val="#ppt_h*1.01821"/>
                                          </p:val>
                                        </p:tav>
                                        <p:tav tm="57232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3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3"/>
                                          </p:val>
                                        </p:tav>
                                        <p:tav tm="31217">
                                          <p:val>
                                            <p:fltVal val="-163"/>
                                          </p:val>
                                        </p:tav>
                                        <p:tav tm="32258">
                                          <p:val>
                                            <p:fltVal val="-178.76"/>
                                          </p:val>
                                        </p:tav>
                                        <p:tav tm="33299">
                                          <p:val>
                                            <p:fltVal val="-214.87"/>
                                          </p:val>
                                        </p:tav>
                                        <p:tav tm="34339">
                                          <p:val>
                                            <p:fltVal val="-248.19"/>
                                          </p:val>
                                        </p:tav>
                                        <p:tav tm="35380">
                                          <p:val>
                                            <p:fltVal val="-276.72"/>
                                          </p:val>
                                        </p:tav>
                                        <p:tav tm="36420">
                                          <p:val>
                                            <p:fltVal val="-299.58"/>
                                          </p:val>
                                        </p:tav>
                                        <p:tav tm="37461">
                                          <p:val>
                                            <p:fltVal val="-317.13"/>
                                          </p:val>
                                        </p:tav>
                                        <p:tav tm="38502">
                                          <p:val>
                                            <p:fltVal val="-330.35"/>
                                          </p:val>
                                        </p:tav>
                                        <p:tav tm="39542">
                                          <p:val>
                                            <p:fltVal val="-340.26"/>
                                          </p:val>
                                        </p:tav>
                                        <p:tav tm="40583">
                                          <p:val>
                                            <p:fltVal val="-347.7"/>
                                          </p:val>
                                        </p:tav>
                                        <p:tav tm="41623">
                                          <p:val>
                                            <p:fltVal val="-353.27"/>
                                          </p:val>
                                        </p:tav>
                                        <p:tav tm="42664">
                                          <p:val>
                                            <p:fltVal val="-357.44"/>
                                          </p:val>
                                        </p:tav>
                                        <p:tav tm="43704">
                                          <p:val>
                                            <p:fltVal val="-360.5"/>
                                          </p:val>
                                        </p:tav>
                                        <p:tav tm="44745">
                                          <p:val>
                                            <p:fltVal val="-362.71"/>
                                          </p:val>
                                        </p:tav>
                                        <p:tav tm="46826">
                                          <p:val>
                                            <p:fltVal val="-365.23"/>
                                          </p:val>
                                        </p:tav>
                                        <p:tav tm="48907">
                                          <p:val>
                                            <p:fltVal val="-365.93"/>
                                          </p:val>
                                        </p:tav>
                                        <p:tav tm="50989">
                                          <p:val>
                                            <p:fltVal val="-365.4"/>
                                          </p:val>
                                        </p:tav>
                                        <p:tav tm="54110">
                                          <p:val>
                                            <p:fltVal val="-363.03"/>
                                          </p:val>
                                        </p:tav>
                                        <p:tav tm="55151">
                                          <p:val>
                                            <p:fltVal val="-362.78"/>
                                          </p:val>
                                        </p:tav>
                                        <p:tav tm="59313">
                                          <p:val>
                                            <p:fltVal val="-365.54"/>
                                          </p:val>
                                        </p:tav>
                                        <p:tav tm="63476">
                                          <p:val>
                                            <p:fltVal val="-366.64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2" dur="3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692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8692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7687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611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467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3462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2501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1767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1215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0801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049"/>
                                          </p:val>
                                        </p:tav>
                                        <p:tav tm="39542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41623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43704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64516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944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2094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18523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1263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8341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6025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4256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2925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1927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1179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0618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573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496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3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33668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47278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59664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7012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78419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8475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9518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3091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5771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9275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1163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54110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33668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47278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59664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7012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78419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8475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9518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3091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5771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9275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1163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2256"/>
                                          </p:val>
                                        </p:tav>
                                        <p:tav tm="54110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3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6"/>
                                          </p:val>
                                        </p:tav>
                                        <p:tav tm="28096">
                                          <p:val>
                                            <p:fltVal val="126"/>
                                          </p:val>
                                        </p:tav>
                                        <p:tav tm="29136">
                                          <p:val>
                                            <p:fltVal val="153.05"/>
                                          </p:val>
                                        </p:tav>
                                        <p:tav tm="30177">
                                          <p:val>
                                            <p:fltVal val="195.51"/>
                                          </p:val>
                                        </p:tav>
                                        <p:tav tm="31217">
                                          <p:val>
                                            <p:fltVal val="234.15"/>
                                          </p:val>
                                        </p:tav>
                                        <p:tav tm="32258">
                                          <p:val>
                                            <p:fltVal val="266.79"/>
                                          </p:val>
                                        </p:tav>
                                        <p:tav tm="33299">
                                          <p:val>
                                            <p:fltVal val="292.67"/>
                                          </p:val>
                                        </p:tav>
                                        <p:tav tm="34339">
                                          <p:val>
                                            <p:fltVal val="312.43"/>
                                          </p:val>
                                        </p:tav>
                                        <p:tav tm="35380">
                                          <p:val>
                                            <p:fltVal val="327.3"/>
                                          </p:val>
                                        </p:tav>
                                        <p:tav tm="36420">
                                          <p:val>
                                            <p:fltVal val="338.44"/>
                                          </p:val>
                                        </p:tav>
                                        <p:tav tm="37461">
                                          <p:val>
                                            <p:fltVal val="346.81"/>
                                          </p:val>
                                        </p:tav>
                                        <p:tav tm="38502">
                                          <p:val>
                                            <p:fltVal val="353.07"/>
                                          </p:val>
                                        </p:tav>
                                        <p:tav tm="39542">
                                          <p:val>
                                            <p:fltVal val="357.74"/>
                                          </p:val>
                                        </p:tav>
                                        <p:tav tm="40583">
                                          <p:val>
                                            <p:fltVal val="361.17"/>
                                          </p:val>
                                        </p:tav>
                                        <p:tav tm="41623">
                                          <p:val>
                                            <p:fltVal val="363.63"/>
                                          </p:val>
                                        </p:tav>
                                        <p:tav tm="42664">
                                          <p:val>
                                            <p:fltVal val="365.31"/>
                                          </p:val>
                                        </p:tav>
                                        <p:tav tm="43704">
                                          <p:val>
                                            <p:fltVal val="366.37"/>
                                          </p:val>
                                        </p:tav>
                                        <p:tav tm="44745">
                                          <p:val>
                                            <p:fltVal val="366.92"/>
                                          </p:val>
                                        </p:tav>
                                        <p:tav tm="46826">
                                          <p:val>
                                            <p:fltVal val="366.81"/>
                                          </p:val>
                                        </p:tav>
                                        <p:tav tm="49948">
                                          <p:val>
                                            <p:fltVal val="364.53"/>
                                          </p:val>
                                        </p:tav>
                                        <p:tav tm="53070">
                                          <p:val>
                                            <p:fltVal val="360.59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8273">
                                          <p:val>
                                            <p:fltVal val="355.11"/>
                                          </p:val>
                                        </p:tav>
                                        <p:tav tm="61394">
                                          <p:val>
                                            <p:fltVal val="353.73"/>
                                          </p:val>
                                        </p:tav>
                                        <p:tav tm="65557">
                                          <p:val>
                                            <p:fltVal val="353.17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0" dur="3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413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7413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6294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4965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3773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278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2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140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626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40583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43704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49948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69719">
                                          <p:val>
                                            <p:strVal val="#ppt_x-0.00339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34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476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25476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2163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17064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12966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9552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687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483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3299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215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0643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608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767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584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5098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287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36322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49763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618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71874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7976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85772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0282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3664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981"/>
                                          </p:val>
                                        </p:tav>
                                        <p:tav tm="37461">
                                          <p:val>
                                            <p:strVal val="#ppt_w*1.00547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1782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225"/>
                                          </p:val>
                                        </p:tav>
                                        <p:tav tm="5098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36322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49763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618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71874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7976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85772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0282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3664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981"/>
                                          </p:val>
                                        </p:tav>
                                        <p:tav tm="37461">
                                          <p:val>
                                            <p:strVal val="#ppt_h*1.00547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1782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225"/>
                                          </p:val>
                                        </p:tav>
                                        <p:tav tm="5098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3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9"/>
                                          </p:val>
                                        </p:tav>
                                        <p:tav tm="24974">
                                          <p:val>
                                            <p:fltVal val="-89"/>
                                          </p:val>
                                        </p:tav>
                                        <p:tav tm="26015">
                                          <p:val>
                                            <p:fltVal val="-129.91"/>
                                          </p:val>
                                        </p:tav>
                                        <p:tav tm="27055">
                                          <p:val>
                                            <p:fltVal val="-178.48"/>
                                          </p:val>
                                        </p:tav>
                                        <p:tav tm="28096">
                                          <p:val>
                                            <p:fltVal val="-222.06"/>
                                          </p:val>
                                        </p:tav>
                                        <p:tav tm="29136">
                                          <p:val>
                                            <p:fltVal val="-258.37"/>
                                          </p:val>
                                        </p:tav>
                                        <p:tav tm="30177">
                                          <p:val>
                                            <p:fltVal val="-286.9"/>
                                          </p:val>
                                        </p:tav>
                                        <p:tav tm="31217">
                                          <p:val>
                                            <p:fltVal val="-308.59"/>
                                          </p:val>
                                        </p:tav>
                                        <p:tav tm="32258">
                                          <p:val>
                                            <p:fltVal val="-324.88"/>
                                          </p:val>
                                        </p:tav>
                                        <p:tav tm="33299">
                                          <p:val>
                                            <p:fltVal val="-337.1"/>
                                          </p:val>
                                        </p:tav>
                                        <p:tav tm="34339">
                                          <p:val>
                                            <p:fltVal val="-346.27"/>
                                          </p:val>
                                        </p:tav>
                                        <p:tav tm="35380">
                                          <p:val>
                                            <p:fltVal val="-353.14"/>
                                          </p:val>
                                        </p:tav>
                                        <p:tav tm="36420">
                                          <p:val>
                                            <p:fltVal val="-358.24"/>
                                          </p:val>
                                        </p:tav>
                                        <p:tav tm="37461">
                                          <p:val>
                                            <p:fltVal val="-361.98"/>
                                          </p:val>
                                        </p:tav>
                                        <p:tav tm="38502">
                                          <p:val>
                                            <p:fltVal val="-364.64"/>
                                          </p:val>
                                        </p:tav>
                                        <p:tav tm="39542">
                                          <p:val>
                                            <p:fltVal val="-366.44"/>
                                          </p:val>
                                        </p:tav>
                                        <p:tav tm="41623">
                                          <p:val>
                                            <p:fltVal val="-368.07"/>
                                          </p:val>
                                        </p:tav>
                                        <p:tav tm="42664">
                                          <p:val>
                                            <p:fltVal val="-368.13"/>
                                          </p:val>
                                        </p:tav>
                                        <p:tav tm="44745">
                                          <p:val>
                                            <p:fltVal val="-367.13"/>
                                          </p:val>
                                        </p:tav>
                                        <p:tav tm="46826">
                                          <p:val>
                                            <p:fltVal val="-365.01"/>
                                          </p:val>
                                        </p:tav>
                                        <p:tav tm="49948">
                                          <p:val>
                                            <p:fltVal val="-360.34"/>
                                          </p:val>
                                        </p:tav>
                                        <p:tav tm="50989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3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212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4212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2685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2027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1486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1064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0745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09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401"/>
                                          </p:val>
                                        </p:tav>
                                        <p:tav tm="63476">
                                          <p:val>
                                            <p:strVal val="#ppt_x-0.00479"/>
                                          </p:val>
                                        </p:tav>
                                        <p:tav tm="70760">
                                          <p:val>
                                            <p:strVal val="#ppt_x-0.00505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505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3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0408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30408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2475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938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14631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0725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7682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5376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3645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2347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1373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645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754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911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674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52197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63911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73544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81049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8673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100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4206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8404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0709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1854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2241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2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52197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63911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73544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81049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8673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100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4206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8404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0709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1854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2241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8"/>
                                          </p:val>
                                        </p:tav>
                                        <p:tav tm="21852">
                                          <p:val>
                                            <p:fltVal val="-148"/>
                                          </p:val>
                                        </p:tav>
                                        <p:tav tm="22893">
                                          <p:val>
                                            <p:fltVal val="-120.46"/>
                                          </p:val>
                                        </p:tav>
                                        <p:tav tm="23933">
                                          <p:val>
                                            <p:fltVal val="-94.33"/>
                                          </p:val>
                                        </p:tav>
                                        <p:tav tm="24974">
                                          <p:val>
                                            <p:fltVal val="-71.22"/>
                                          </p:val>
                                        </p:tav>
                                        <p:tav tm="26015">
                                          <p:val>
                                            <p:fltVal val="-52.21"/>
                                          </p:val>
                                        </p:tav>
                                        <p:tav tm="27055">
                                          <p:val>
                                            <p:fltVal val="-37.4"/>
                                          </p:val>
                                        </p:tav>
                                        <p:tav tm="28096">
                                          <p:val>
                                            <p:fltVal val="-26.17"/>
                                          </p:val>
                                        </p:tav>
                                        <p:tav tm="29136">
                                          <p:val>
                                            <p:fltVal val="-17.75"/>
                                          </p:val>
                                        </p:tav>
                                        <p:tav tm="30177">
                                          <p:val>
                                            <p:fltVal val="-11.43"/>
                                          </p:val>
                                        </p:tav>
                                        <p:tav tm="31217">
                                          <p:val>
                                            <p:fltVal val="-6.69"/>
                                          </p:val>
                                        </p:tav>
                                        <p:tav tm="32258">
                                          <p:val>
                                            <p:fltVal val="-3.15"/>
                                          </p:val>
                                        </p:tav>
                                        <p:tav tm="33299">
                                          <p:val>
                                            <p:fltVal val="-0.52"/>
                                          </p:val>
                                        </p:tav>
                                        <p:tav tm="34339">
                                          <p:val>
                                            <p:fltVal val="1.4"/>
                                          </p:val>
                                        </p:tav>
                                        <p:tav tm="35380">
                                          <p:val>
                                            <p:fltVal val="2.75"/>
                                          </p:val>
                                        </p:tav>
                                        <p:tav tm="37461">
                                          <p:val>
                                            <p:fltVal val="4.2"/>
                                          </p:val>
                                        </p:tav>
                                        <p:tav tm="40583">
                                          <p:val>
                                            <p:fltVal val="4.2"/>
                                          </p:val>
                                        </p:tav>
                                        <p:tav tm="43704">
                                          <p:val>
                                            <p:fltVal val="2.6"/>
                                          </p:val>
                                        </p:tav>
                                        <p:tav tm="46826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60354">
                                          <p:val>
                                            <p:fltVal val="-5.97"/>
                                          </p:val>
                                        </p:tav>
                                        <p:tav tm="68678">
                                          <p:val>
                                            <p:fltVal val="-6.96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5" dur="3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38"/>
                                          </p:val>
                                        </p:tav>
                                        <p:tav tm="17690">
                                          <p:val>
                                            <p:strVal val="#ppt_x-0.00738"/>
                                          </p:val>
                                        </p:tav>
                                        <p:tav tm="18730">
                                          <p:val>
                                            <p:strVal val="#ppt_x-0.00712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326"/>
                                          </p:val>
                                        </p:tav>
                                        <p:tav tm="60354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64516">
                                          <p:val>
                                            <p:strVal val="#ppt_x-0.0056"/>
                                          </p:val>
                                        </p:tav>
                                        <p:tav tm="71800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3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3483"/>
                                          </p:val>
                                        </p:tav>
                                        <p:tav tm="17690">
                                          <p:val>
                                            <p:strVal val="#ppt_y-0.33483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32285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26088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20279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15214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11099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7917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5512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3708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2355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13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0582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387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859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1009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7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27684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41563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5457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65919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75134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82263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7648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91689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4719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8691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086"/>
                                          </p:val>
                                        </p:tav>
                                        <p:tav tm="35380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1883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7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27684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41563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5457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65919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75134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82263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7648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91689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4719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8691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086"/>
                                          </p:val>
                                        </p:tav>
                                        <p:tav tm="35380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1883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5"/>
                                          </p:val>
                                        </p:tav>
                                        <p:tav tm="17690">
                                          <p:val>
                                            <p:fltVal val="-175"/>
                                          </p:val>
                                        </p:tav>
                                        <p:tav tm="18730">
                                          <p:val>
                                            <p:fltVal val="-181.62"/>
                                          </p:val>
                                        </p:tav>
                                        <p:tav tm="19771">
                                          <p:val>
                                            <p:fltVal val="-215.86"/>
                                          </p:val>
                                        </p:tav>
                                        <p:tav tm="20812">
                                          <p:val>
                                            <p:fltVal val="-247.95"/>
                                          </p:val>
                                        </p:tav>
                                        <p:tav tm="21852">
                                          <p:val>
                                            <p:fltVal val="-275.93"/>
                                          </p:val>
                                        </p:tav>
                                        <p:tav tm="22893">
                                          <p:val>
                                            <p:fltVal val="-298.66"/>
                                          </p:val>
                                        </p:tav>
                                        <p:tav tm="23933">
                                          <p:val>
                                            <p:fltVal val="-316.25"/>
                                          </p:val>
                                        </p:tav>
                                        <p:tav tm="24974">
                                          <p:val>
                                            <p:fltVal val="-329.53"/>
                                          </p:val>
                                        </p:tav>
                                        <p:tav tm="26015">
                                          <p:val>
                                            <p:fltVal val="-339.5"/>
                                          </p:val>
                                        </p:tav>
                                        <p:tav tm="27055">
                                          <p:val>
                                            <p:fltVal val="-346.97"/>
                                          </p:val>
                                        </p:tav>
                                        <p:tav tm="28096">
                                          <p:val>
                                            <p:fltVal val="-352.58"/>
                                          </p:val>
                                        </p:tav>
                                        <p:tav tm="29136">
                                          <p:val>
                                            <p:fltVal val="-356.77"/>
                                          </p:val>
                                        </p:tav>
                                        <p:tav tm="30177">
                                          <p:val>
                                            <p:fltVal val="-359.87"/>
                                          </p:val>
                                        </p:tav>
                                        <p:tav tm="31217">
                                          <p:val>
                                            <p:fltVal val="-362.12"/>
                                          </p:val>
                                        </p:tav>
                                        <p:tav tm="33299">
                                          <p:val>
                                            <p:fltVal val="-364.73"/>
                                          </p:val>
                                        </p:tav>
                                        <p:tav tm="34339">
                                          <p:val>
                                            <p:fltVal val="-365.33"/>
                                          </p:val>
                                        </p:tav>
                                        <p:tav tm="36420">
                                          <p:val>
                                            <p:fltVal val="-365.49"/>
                                          </p:val>
                                        </p:tav>
                                        <p:tav tm="39542">
                                          <p:val>
                                            <p:fltVal val="-363.93"/>
                                          </p:val>
                                        </p:tav>
                                        <p:tav tm="43704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3" dur="3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38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2338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142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1065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0778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41623">
                                          <p:val>
                                            <p:strVal val="#ppt_x+0.00094"/>
                                          </p:val>
                                        </p:tav>
                                        <p:tav tm="44745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48907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54110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41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524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584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492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3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162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2216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21407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17304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13455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10097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7368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5256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366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2463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1565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892"/>
                                          </p:val>
                                        </p:tav>
                                        <p:tav tm="42664">
                                          <p:val>
                                            <p:strVal val="#ppt_y-0.00388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52029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57232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3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7556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4144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5446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65825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7506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82206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87606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1657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4695"/>
                                          </p:val>
                                        </p:tav>
                                        <p:tav tm="42664">
                                          <p:val>
                                            <p:strVal val="#ppt_w*0.98677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0853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52029">
                                          <p:val>
                                            <p:strVal val="#ppt_w*1.01885"/>
                                          </p:val>
                                        </p:tav>
                                        <p:tav tm="57232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7556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4144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5446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65825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7506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82206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87606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1657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4695"/>
                                          </p:val>
                                        </p:tav>
                                        <p:tav tm="42664">
                                          <p:val>
                                            <p:strVal val="#ppt_h*0.98677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0853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52029">
                                          <p:val>
                                            <p:strVal val="#ppt_h*1.01885"/>
                                          </p:val>
                                        </p:tav>
                                        <p:tav tm="57232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8"/>
                                          </p:val>
                                        </p:tav>
                                        <p:tav tm="31217">
                                          <p:val>
                                            <p:fltVal val="138"/>
                                          </p:val>
                                        </p:tav>
                                        <p:tav tm="32258">
                                          <p:val>
                                            <p:fltVal val="145.57"/>
                                          </p:val>
                                        </p:tav>
                                        <p:tav tm="33299">
                                          <p:val>
                                            <p:fltVal val="186.66"/>
                                          </p:val>
                                        </p:tav>
                                        <p:tav tm="34339">
                                          <p:val>
                                            <p:fltVal val="225.21"/>
                                          </p:val>
                                        </p:tav>
                                        <p:tav tm="35380">
                                          <p:val>
                                            <p:fltVal val="258.84"/>
                                          </p:val>
                                        </p:tav>
                                        <p:tav tm="36420">
                                          <p:val>
                                            <p:fltVal val="286.18"/>
                                          </p:val>
                                        </p:tav>
                                        <p:tav tm="37461">
                                          <p:val>
                                            <p:fltVal val="307.33"/>
                                          </p:val>
                                        </p:tav>
                                        <p:tav tm="38502">
                                          <p:val>
                                            <p:fltVal val="323.31"/>
                                          </p:val>
                                        </p:tav>
                                        <p:tav tm="39542">
                                          <p:val>
                                            <p:fltVal val="335.31"/>
                                          </p:val>
                                        </p:tav>
                                        <p:tav tm="40583">
                                          <p:val>
                                            <p:fltVal val="344.3"/>
                                          </p:val>
                                        </p:tav>
                                        <p:tav tm="41623">
                                          <p:val>
                                            <p:fltVal val="351.04"/>
                                          </p:val>
                                        </p:tav>
                                        <p:tav tm="42664">
                                          <p:val>
                                            <p:fltVal val="356.08"/>
                                          </p:val>
                                        </p:tav>
                                        <p:tav tm="43704">
                                          <p:val>
                                            <p:fltVal val="359.82"/>
                                          </p:val>
                                        </p:tav>
                                        <p:tav tm="44745">
                                          <p:val>
                                            <p:fltVal val="362.53"/>
                                          </p:val>
                                        </p:tav>
                                        <p:tav tm="45786">
                                          <p:val>
                                            <p:fltVal val="364.42"/>
                                          </p:val>
                                        </p:tav>
                                        <p:tav tm="47867">
                                          <p:val>
                                            <p:fltVal val="366.39"/>
                                          </p:val>
                                        </p:tav>
                                        <p:tav tm="48907">
                                          <p:val>
                                            <p:fltVal val="366.67"/>
                                          </p:val>
                                        </p:tav>
                                        <p:tav tm="50989">
                                          <p:val>
                                            <p:fltVal val="366.21"/>
                                          </p:val>
                                        </p:tav>
                                        <p:tav tm="54110">
                                          <p:val>
                                            <p:fltVal val="363.69"/>
                                          </p:val>
                                        </p:tav>
                                        <p:tav tm="55151">
                                          <p:val>
                                            <p:fltVal val="361.6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8273">
                                          <p:val>
                                            <p:fltVal val="355.11"/>
                                          </p:val>
                                        </p:tav>
                                        <p:tav tm="61394">
                                          <p:val>
                                            <p:fltVal val="353.73"/>
                                          </p:val>
                                        </p:tav>
                                        <p:tav tm="66597">
                                          <p:val>
                                            <p:fltVal val="353.11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1" dur="3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047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6047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5625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4514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3485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26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1888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1342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0929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062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388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41623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43704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46826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415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533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59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596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5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3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174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2117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19696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580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2201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9101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6611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4696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3252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217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1358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0294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64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521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3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30236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44018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56781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67758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76578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8336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8472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2307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5183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8949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0995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.01835"/>
                                          </p:val>
                                        </p:tav>
                                        <p:tav tm="54110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30236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44018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56781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67758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76578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8336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8472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2307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5183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8949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0995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.01835"/>
                                          </p:val>
                                        </p:tav>
                                        <p:tav tm="54110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1"/>
                                          </p:val>
                                        </p:tav>
                                        <p:tav tm="28096">
                                          <p:val>
                                            <p:fltVal val="-101"/>
                                          </p:val>
                                        </p:tav>
                                        <p:tav tm="29136">
                                          <p:val>
                                            <p:fltVal val="-119.08"/>
                                          </p:val>
                                        </p:tav>
                                        <p:tav tm="30177">
                                          <p:val>
                                            <p:fltVal val="-166.68"/>
                                          </p:val>
                                        </p:tav>
                                        <p:tav tm="31217">
                                          <p:val>
                                            <p:fltVal val="-210.75"/>
                                          </p:val>
                                        </p:tav>
                                        <p:tav tm="32258">
                                          <p:val>
                                            <p:fltVal val="-248.66"/>
                                          </p:val>
                                        </p:tav>
                                        <p:tav tm="33299">
                                          <p:val>
                                            <p:fltVal val="-279.12"/>
                                          </p:val>
                                        </p:tav>
                                        <p:tav tm="34339">
                                          <p:val>
                                            <p:fltVal val="-302.53"/>
                                          </p:val>
                                        </p:tav>
                                        <p:tav tm="35380">
                                          <p:val>
                                            <p:fltVal val="-320.19"/>
                                          </p:val>
                                        </p:tav>
                                        <p:tav tm="36420">
                                          <p:val>
                                            <p:fltVal val="-333.43"/>
                                          </p:val>
                                        </p:tav>
                                        <p:tav tm="37461">
                                          <p:val>
                                            <p:fltVal val="-343.36"/>
                                          </p:val>
                                        </p:tav>
                                        <p:tav tm="38502">
                                          <p:val>
                                            <p:fltVal val="-350.81"/>
                                          </p:val>
                                        </p:tav>
                                        <p:tav tm="39542">
                                          <p:val>
                                            <p:fltVal val="-356.37"/>
                                          </p:val>
                                        </p:tav>
                                        <p:tav tm="40583">
                                          <p:val>
                                            <p:fltVal val="-360.47"/>
                                          </p:val>
                                        </p:tav>
                                        <p:tav tm="41623">
                                          <p:val>
                                            <p:fltVal val="-363.44"/>
                                          </p:val>
                                        </p:tav>
                                        <p:tav tm="42664">
                                          <p:val>
                                            <p:fltVal val="-365.49"/>
                                          </p:val>
                                        </p:tav>
                                        <p:tav tm="43704">
                                          <p:val>
                                            <p:fltVal val="-366.82"/>
                                          </p:val>
                                        </p:tav>
                                        <p:tav tm="44745">
                                          <p:val>
                                            <p:fltVal val="-367.55"/>
                                          </p:val>
                                        </p:tav>
                                        <p:tav tm="46826">
                                          <p:val>
                                            <p:fltVal val="-367.63"/>
                                          </p:val>
                                        </p:tav>
                                        <p:tav tm="49948">
                                          <p:val>
                                            <p:fltVal val="-365.3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9" dur="3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959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7959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712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5671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4347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3225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2332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165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1136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43704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4994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417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537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6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93652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3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868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20868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866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14868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11397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8454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611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4324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2977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1967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121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0642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316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612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5098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3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32907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4656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59034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6961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7802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84452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9292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2921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5644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9205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1127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5098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32907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4656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59034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6961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7802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84452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9292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2921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5644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9205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1127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5098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6"/>
                                          </p:val>
                                        </p:tav>
                                        <p:tav tm="24974">
                                          <p:val>
                                            <p:fltVal val="-136"/>
                                          </p:val>
                                        </p:tav>
                                        <p:tav tm="26015">
                                          <p:val>
                                            <p:fltVal val="-121.66"/>
                                          </p:val>
                                        </p:tav>
                                        <p:tav tm="27055">
                                          <p:val>
                                            <p:fltVal val="-96.9"/>
                                          </p:val>
                                        </p:tav>
                                        <p:tav tm="28096">
                                          <p:val>
                                            <p:fltVal val="-74.29"/>
                                          </p:val>
                                        </p:tav>
                                        <p:tav tm="29136">
                                          <p:val>
                                            <p:fltVal val="-55.11"/>
                                          </p:val>
                                        </p:tav>
                                        <p:tav tm="30177">
                                          <p:val>
                                            <p:fltVal val="-39.86"/>
                                          </p:val>
                                        </p:tav>
                                        <p:tav tm="31217">
                                          <p:val>
                                            <p:fltVal val="-28.19"/>
                                          </p:val>
                                        </p:tav>
                                        <p:tav tm="32258">
                                          <p:val>
                                            <p:fltVal val="-19.42"/>
                                          </p:val>
                                        </p:tav>
                                        <p:tav tm="33299">
                                          <p:val>
                                            <p:fltVal val="-12.84"/>
                                          </p:val>
                                        </p:tav>
                                        <p:tav tm="34339">
                                          <p:val>
                                            <p:fltVal val="-7.9"/>
                                          </p:val>
                                        </p:tav>
                                        <p:tav tm="35380">
                                          <p:val>
                                            <p:fltVal val="-4.2"/>
                                          </p:val>
                                        </p:tav>
                                        <p:tav tm="36420">
                                          <p:val>
                                            <p:fltVal val="-1.44"/>
                                          </p:val>
                                        </p:tav>
                                        <p:tav tm="38502">
                                          <p:val>
                                            <p:fltVal val="2.04"/>
                                          </p:val>
                                        </p:tav>
                                        <p:tav tm="39542">
                                          <p:val>
                                            <p:fltVal val="3.04"/>
                                          </p:val>
                                        </p:tav>
                                        <p:tav tm="41623">
                                          <p:val>
                                            <p:fltVal val="4.01"/>
                                          </p:val>
                                        </p:tav>
                                        <p:tav tm="44745">
                                          <p:val>
                                            <p:fltVal val="3.68"/>
                                          </p:val>
                                        </p:tav>
                                        <p:tav tm="46826">
                                          <p:val>
                                            <p:fltVal val="2.67"/>
                                          </p:val>
                                        </p:tav>
                                        <p:tav tm="49948">
                                          <p:val>
                                            <p:fltVal val="0.39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9313">
                                          <p:val>
                                            <p:fltVal val="-5.54"/>
                                          </p:val>
                                        </p:tav>
                                        <p:tav tm="62435">
                                          <p:val>
                                            <p:fltVal val="-6.48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7" dur="3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495"/>
                                          </p:val>
                                        </p:tav>
                                        <p:tav tm="21852">
                                          <p:val>
                                            <p:strVal val="#ppt_x+0.01495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0773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0411"/>
                                          </p:val>
                                        </p:tav>
                                        <p:tav tm="30177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39542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187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3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441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28441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24434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9317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14706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085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7814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5502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3764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2461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1484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752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67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789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658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273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3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3556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49058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6121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71383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7939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8548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0068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3503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98011"/>
                                          </p:val>
                                        </p:tav>
                                        <p:tav tm="34339">
                                          <p:val>
                                            <p:strVal val="#ppt_w*1.00499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176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2252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3556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49058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6121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71383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7939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8548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0068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3503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98011"/>
                                          </p:val>
                                        </p:tav>
                                        <p:tav tm="34339">
                                          <p:val>
                                            <p:strVal val="#ppt_h*1.00499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176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2252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3"/>
                                          </p:val>
                                        </p:tav>
                                        <p:tav tm="21852">
                                          <p:val>
                                            <p:fltVal val="173"/>
                                          </p:val>
                                        </p:tav>
                                        <p:tav tm="22893">
                                          <p:val>
                                            <p:fltVal val="148.63"/>
                                          </p:val>
                                        </p:tav>
                                        <p:tav tm="23933">
                                          <p:val>
                                            <p:fltVal val="117.51"/>
                                          </p:val>
                                        </p:tav>
                                        <p:tav tm="24974">
                                          <p:val>
                                            <p:fltVal val="89.46"/>
                                          </p:val>
                                        </p:tav>
                                        <p:tav tm="26015">
                                          <p:val>
                                            <p:fltVal val="66.01"/>
                                          </p:val>
                                        </p:tav>
                                        <p:tav tm="27055">
                                          <p:val>
                                            <p:fltVal val="47.54"/>
                                          </p:val>
                                        </p:tav>
                                        <p:tav tm="28096">
                                          <p:val>
                                            <p:fltVal val="33.48"/>
                                          </p:val>
                                        </p:tav>
                                        <p:tav tm="29136">
                                          <p:val>
                                            <p:fltVal val="22.91"/>
                                          </p:val>
                                        </p:tav>
                                        <p:tav tm="30177">
                                          <p:val>
                                            <p:fltVal val="14.99"/>
                                          </p:val>
                                        </p:tav>
                                        <p:tav tm="31217">
                                          <p:val>
                                            <p:fltVal val="9.04"/>
                                          </p:val>
                                        </p:tav>
                                        <p:tav tm="32258">
                                          <p:val>
                                            <p:fltVal val="4.59"/>
                                          </p:val>
                                        </p:tav>
                                        <p:tav tm="33299">
                                          <p:val>
                                            <p:fltVal val="1.28"/>
                                          </p:val>
                                        </p:tav>
                                        <p:tav tm="34339">
                                          <p:val>
                                            <p:fltVal val="-1.15"/>
                                          </p:val>
                                        </p:tav>
                                        <p:tav tm="36420">
                                          <p:val>
                                            <p:fltVal val="-4.06"/>
                                          </p:val>
                                        </p:tav>
                                        <p:tav tm="38502">
                                          <p:val>
                                            <p:fltVal val="-5.14"/>
                                          </p:val>
                                        </p:tav>
                                        <p:tav tm="40583">
                                          <p:val>
                                            <p:fltVal val="-5"/>
                                          </p:val>
                                        </p:tav>
                                        <p:tav tm="42664">
                                          <p:val>
                                            <p:fltVal val="-3.99"/>
                                          </p:val>
                                        </p:tav>
                                        <p:tav tm="46826">
                                          <p:val>
                                            <p:fltVal val="-0.28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4" dur="3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542"/>
                                          </p:val>
                                        </p:tav>
                                        <p:tav tm="18730">
                                          <p:val>
                                            <p:strVal val="#ppt_x+0.10542"/>
                                          </p:val>
                                        </p:tav>
                                        <p:tav tm="20812">
                                          <p:val>
                                            <p:strVal val="#ppt_x+0.06816"/>
                                          </p:val>
                                        </p:tav>
                                        <p:tav tm="21852">
                                          <p:val>
                                            <p:strVal val="#ppt_x+0.05155"/>
                                          </p:val>
                                        </p:tav>
                                        <p:tav tm="22893">
                                          <p:val>
                                            <p:strVal val="#ppt_x+0.03784"/>
                                          </p:val>
                                        </p:tav>
                                        <p:tav tm="23933">
                                          <p:val>
                                            <p:strVal val="#ppt_x+0.02714"/>
                                          </p:val>
                                        </p:tav>
                                        <p:tav tm="24974">
                                          <p:val>
                                            <p:strVal val="#ppt_x+0.01902"/>
                                          </p:val>
                                        </p:tav>
                                        <p:tav tm="26015">
                                          <p:val>
                                            <p:strVal val="#ppt_x+0.01293"/>
                                          </p:val>
                                        </p:tav>
                                        <p:tav tm="27055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43704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205"/>
                                          </p:val>
                                        </p:tav>
                                        <p:tav tm="62435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298"/>
                                          </p:val>
                                        </p:tav>
                                        <p:tav tm="8949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668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21668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14009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10595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7777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5577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3908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2655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1716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651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486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0389"/>
                                          </p:val>
                                        </p:tav>
                                        <p:tav tm="66597">
                                          <p:val>
                                            <p:strVal val="#ppt_y-0.00479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486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3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51507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63323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7307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8069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6466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90802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4054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831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0664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1834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.00027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3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51507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63323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7307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8069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6466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90802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4054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831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0664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1834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.00027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0"/>
                                          </p:val>
                                        </p:tav>
                                        <p:tav tm="18730">
                                          <p:val>
                                            <p:fltVal val="150"/>
                                          </p:val>
                                        </p:tav>
                                        <p:tav tm="20812">
                                          <p:val>
                                            <p:fltVal val="224.22"/>
                                          </p:val>
                                        </p:tav>
                                        <p:tav tm="21852">
                                          <p:val>
                                            <p:fltVal val="257.3"/>
                                          </p:val>
                                        </p:tav>
                                        <p:tav tm="22893">
                                          <p:val>
                                            <p:fltVal val="284.61"/>
                                          </p:val>
                                        </p:tav>
                                        <p:tav tm="23933">
                                          <p:val>
                                            <p:fltVal val="305.93"/>
                                          </p:val>
                                        </p:tav>
                                        <p:tav tm="24974">
                                          <p:val>
                                            <p:fltVal val="322.1"/>
                                          </p:val>
                                        </p:tav>
                                        <p:tav tm="26015">
                                          <p:val>
                                            <p:fltVal val="334.25"/>
                                          </p:val>
                                        </p:tav>
                                        <p:tav tm="27055">
                                          <p:val>
                                            <p:fltVal val="343.35"/>
                                          </p:val>
                                        </p:tav>
                                        <p:tav tm="28096">
                                          <p:val>
                                            <p:fltVal val="350.18"/>
                                          </p:val>
                                        </p:tav>
                                        <p:tav tm="29136">
                                          <p:val>
                                            <p:fltVal val="355.29"/>
                                          </p:val>
                                        </p:tav>
                                        <p:tav tm="30177">
                                          <p:val>
                                            <p:fltVal val="359.09"/>
                                          </p:val>
                                        </p:tav>
                                        <p:tav tm="31217">
                                          <p:val>
                                            <p:fltVal val="361.86"/>
                                          </p:val>
                                        </p:tav>
                                        <p:tav tm="32258">
                                          <p:val>
                                            <p:fltVal val="363.82"/>
                                          </p:val>
                                        </p:tav>
                                        <p:tav tm="33299">
                                          <p:val>
                                            <p:fltVal val="365.13"/>
                                          </p:val>
                                        </p:tav>
                                        <p:tav tm="34339">
                                          <p:val>
                                            <p:fltVal val="365.92"/>
                                          </p:val>
                                        </p:tav>
                                        <p:tav tm="36420">
                                          <p:val>
                                            <p:fltVal val="366.28"/>
                                          </p:val>
                                        </p:tav>
                                        <p:tav tm="39542">
                                          <p:val>
                                            <p:fltVal val="364.68"/>
                                          </p:val>
                                        </p:tav>
                                        <p:tav tm="43704">
                                          <p:val>
                                            <p:fltVal val="360.08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9313">
                                          <p:val>
                                            <p:fltVal val="354.46"/>
                                          </p:val>
                                        </p:tav>
                                        <p:tav tm="62435">
                                          <p:val>
                                            <p:fltVal val="353.52"/>
                                          </p:val>
                                        </p:tav>
                                        <p:tav tm="68678">
                                          <p:val>
                                            <p:fltVal val="353.04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2" dur="3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139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24139"/>
                                          </p:val>
                                        </p:tav>
                                        <p:tav tm="35380">
                                          <p:val>
                                            <p:strVal val="#ppt_x-1.24422"/>
                                          </p:val>
                                        </p:tav>
                                        <p:tav tm="38502">
                                          <p:val>
                                            <p:strVal val="#ppt_x-1.24588"/>
                                          </p:val>
                                        </p:tav>
                                        <p:tav tm="43704">
                                          <p:val>
                                            <p:strVal val="#ppt_x-1.2467"/>
                                          </p:val>
                                        </p:tav>
                                        <p:tav tm="54110">
                                          <p:val>
                                            <p:strVal val="#ppt_x-1.2468"/>
                                          </p:val>
                                        </p:tav>
                                        <p:tav tm="58273">
                                          <p:val>
                                            <p:strVal val="#ppt_x-1.2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1.25116"/>
                                          </p:val>
                                        </p:tav>
                                        <p:tav tm="85328">
                                          <p:val>
                                            <p:strVal val="#ppt_x-1.25131"/>
                                          </p:val>
                                        </p:tav>
                                        <p:tav tm="86368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88450">
                                          <p:val>
                                            <p:strVal val="#ppt_x-1.24827"/>
                                          </p:val>
                                        </p:tav>
                                        <p:tav tm="90531">
                                          <p:val>
                                            <p:strVal val="#ppt_x-1.24733"/>
                                          </p:val>
                                        </p:tav>
                                        <p:tav tm="99896">
                                          <p:val>
                                            <p:strVal val="#ppt_x-1.24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99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32992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21565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16431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12183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8861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6341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445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3032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1969"/>
                                          </p:val>
                                        </p:tav>
                                        <p:tav tm="42664">
                                          <p:val>
                                            <p:strVal val="#ppt_y-0.01174"/>
                                          </p:val>
                                        </p:tav>
                                        <p:tav tm="43704">
                                          <p:val>
                                            <p:strVal val="#ppt_y-0.00584"/>
                                          </p:val>
                                        </p:tav>
                                        <p:tav tm="44745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479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91571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99896">
                                          <p:val>
                                            <p:strVal val="#ppt_y-0.004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3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5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51392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63224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72996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8063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8642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0768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4028"/>
                                          </p:val>
                                        </p:tav>
                                        <p:tav tm="42664">
                                          <p:val>
                                            <p:strVal val="#ppt_w*0.98305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0656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183"/>
                                          </p:val>
                                        </p:tav>
                                        <p:tav tm="49948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57232">
                                          <p:val>
                                            <p:strVal val="#ppt_w*1.00032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3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5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51392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63224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72996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8063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8642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0768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4028"/>
                                          </p:val>
                                        </p:tav>
                                        <p:tav tm="4266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0656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183"/>
                                          </p:val>
                                        </p:tav>
                                        <p:tav tm="49948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57232">
                                          <p:val>
                                            <p:strVal val="#ppt_h*1.00032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3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8.11"/>
                                          </p:val>
                                        </p:tav>
                                        <p:tav tm="32258">
                                          <p:val>
                                            <p:fltVal val="-108.11"/>
                                          </p:val>
                                        </p:tav>
                                        <p:tav tm="33299">
                                          <p:val>
                                            <p:fltVal val="-151.19"/>
                                          </p:val>
                                        </p:tav>
                                        <p:tav tm="34339">
                                          <p:val>
                                            <p:fltVal val="-195.03"/>
                                          </p:val>
                                        </p:tav>
                                        <p:tav tm="35380">
                                          <p:val>
                                            <p:fltVal val="-234"/>
                                          </p:val>
                                        </p:tav>
                                        <p:tav tm="36420">
                                          <p:val>
                                            <p:fltVal val="-266.18"/>
                                          </p:val>
                                        </p:tav>
                                        <p:tav tm="37461">
                                          <p:val>
                                            <p:fltVal val="-291.32"/>
                                          </p:val>
                                        </p:tav>
                                        <p:tav tm="38502">
                                          <p:val>
                                            <p:fltVal val="-310.39"/>
                                          </p:val>
                                        </p:tav>
                                        <p:tav tm="39542">
                                          <p:val>
                                            <p:fltVal val="-324.71"/>
                                          </p:val>
                                        </p:tav>
                                        <p:tav tm="40583">
                                          <p:val>
                                            <p:fltVal val="-335.45"/>
                                          </p:val>
                                        </p:tav>
                                        <p:tav tm="41623">
                                          <p:val>
                                            <p:fltVal val="-343.5"/>
                                          </p:val>
                                        </p:tav>
                                        <p:tav tm="42664">
                                          <p:val>
                                            <p:fltVal val="-349.53"/>
                                          </p:val>
                                        </p:tav>
                                        <p:tav tm="43704">
                                          <p:val>
                                            <p:fltVal val="-354.01"/>
                                          </p:val>
                                        </p:tav>
                                        <p:tav tm="44745">
                                          <p:val>
                                            <p:fltVal val="-357.27"/>
                                          </p:val>
                                        </p:tav>
                                        <p:tav tm="45786">
                                          <p:val>
                                            <p:fltVal val="-359.59"/>
                                          </p:val>
                                        </p:tav>
                                        <p:tav tm="46826">
                                          <p:val>
                                            <p:fltVal val="-361.14"/>
                                          </p:val>
                                        </p:tav>
                                        <p:tav tm="48907">
                                          <p:val>
                                            <p:fltVal val="-362.5"/>
                                          </p:val>
                                        </p:tav>
                                        <p:tav tm="50989">
                                          <p:val>
                                            <p:fltVal val="-362.16"/>
                                          </p:val>
                                        </p:tav>
                                        <p:tav tm="54110">
                                          <p:val>
                                            <p:fltVal val="-359.52"/>
                                          </p:val>
                                        </p:tav>
                                        <p:tav tm="55151">
                                          <p:val>
                                            <p:fltVal val="-359.08"/>
                                          </p:val>
                                        </p:tav>
                                        <p:tav tm="57232">
                                          <p:val>
                                            <p:fltVal val="-359.12"/>
                                          </p:val>
                                        </p:tav>
                                        <p:tav tm="60354">
                                          <p:val>
                                            <p:fltVal val="-361.08"/>
                                          </p:val>
                                        </p:tav>
                                        <p:tav tm="64516">
                                          <p:val>
                                            <p:fltVal val="-361.86"/>
                                          </p:val>
                                        </p:tav>
                                        <p:tav tm="85328">
                                          <p:val>
                                            <p:fltVal val="-362.11"/>
                                          </p:val>
                                        </p:tav>
                                        <p:tav tm="86368">
                                          <p:val>
                                            <p:fltVal val="-360.99"/>
                                          </p:val>
                                        </p:tav>
                                        <p:tav tm="87409">
                                          <p:val>
                                            <p:fltVal val="-358.87"/>
                                          </p:val>
                                        </p:tav>
                                        <p:tav tm="88450">
                                          <p:val>
                                            <p:fltVal val="-357.36"/>
                                          </p:val>
                                        </p:tav>
                                        <p:tav tm="90531">
                                          <p:val>
                                            <p:fltVal val="-355.98"/>
                                          </p:val>
                                        </p:tav>
                                        <p:tav tm="93652">
                                          <p:val>
                                            <p:fltVal val="-355.32"/>
                                          </p:val>
                                        </p:tav>
                                        <p:tav tm="99896">
                                          <p:val>
                                            <p:fltVal val="-355.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9" dur="3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66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0566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64516">
                                          <p:val>
                                            <p:strVal val="#ppt_x-0.00426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441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3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84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3284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27244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21513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16337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11999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8587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6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4065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262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1542"/>
                                          </p:val>
                                        </p:tav>
                                        <p:tav tm="42664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43704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46826">
                                          <p:val>
                                            <p:strVal val="#ppt_y+0.008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923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98"/>
                                          </p:val>
                                        </p:tav>
                                        <p:tav tm="57232">
                                          <p:val>
                                            <p:strVal val="#ppt_y+0.0036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544"/>
                                          </p:val>
                                        </p:tav>
                                        <p:tav tm="64516">
                                          <p:val>
                                            <p:strVal val="#ppt_y+0.00621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647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91571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5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51392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63224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72996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8063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8642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0768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4028"/>
                                          </p:val>
                                        </p:tav>
                                        <p:tav tm="42664">
                                          <p:val>
                                            <p:strVal val="#ppt_w*0.98305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0656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183"/>
                                          </p:val>
                                        </p:tav>
                                        <p:tav tm="49948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57232">
                                          <p:val>
                                            <p:strVal val="#ppt_w*1.00032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3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5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51392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63224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72996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8063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8642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0768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4028"/>
                                          </p:val>
                                        </p:tav>
                                        <p:tav tm="4266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0656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183"/>
                                          </p:val>
                                        </p:tav>
                                        <p:tav tm="49948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57232">
                                          <p:val>
                                            <p:strVal val="#ppt_h*1.00032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3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3"/>
                                          </p:val>
                                        </p:tav>
                                        <p:tav tm="32258">
                                          <p:val>
                                            <p:fltVal val="-113"/>
                                          </p:val>
                                        </p:tav>
                                        <p:tav tm="33299">
                                          <p:val>
                                            <p:fltVal val="-156.08"/>
                                          </p:val>
                                        </p:tav>
                                        <p:tav tm="34339">
                                          <p:val>
                                            <p:fltVal val="-199.92"/>
                                          </p:val>
                                        </p:tav>
                                        <p:tav tm="35380">
                                          <p:val>
                                            <p:fltVal val="-238.88"/>
                                          </p:val>
                                        </p:tav>
                                        <p:tav tm="36420">
                                          <p:val>
                                            <p:fltVal val="-271.07"/>
                                          </p:val>
                                        </p:tav>
                                        <p:tav tm="37461">
                                          <p:val>
                                            <p:fltVal val="-296.21"/>
                                          </p:val>
                                        </p:tav>
                                        <p:tav tm="38502">
                                          <p:val>
                                            <p:fltVal val="-315.28"/>
                                          </p:val>
                                        </p:tav>
                                        <p:tav tm="39542">
                                          <p:val>
                                            <p:fltVal val="-329.6"/>
                                          </p:val>
                                        </p:tav>
                                        <p:tav tm="40583">
                                          <p:val>
                                            <p:fltVal val="-340.33"/>
                                          </p:val>
                                        </p:tav>
                                        <p:tav tm="41623">
                                          <p:val>
                                            <p:fltVal val="-348.39"/>
                                          </p:val>
                                        </p:tav>
                                        <p:tav tm="42664">
                                          <p:val>
                                            <p:fltVal val="-354.42"/>
                                          </p:val>
                                        </p:tav>
                                        <p:tav tm="43704">
                                          <p:val>
                                            <p:fltVal val="-358.89"/>
                                          </p:val>
                                        </p:tav>
                                        <p:tav tm="44745">
                                          <p:val>
                                            <p:fltVal val="-362.16"/>
                                          </p:val>
                                        </p:tav>
                                        <p:tav tm="45786">
                                          <p:val>
                                            <p:fltVal val="-364.48"/>
                                          </p:val>
                                        </p:tav>
                                        <p:tav tm="46826">
                                          <p:val>
                                            <p:fltVal val="-366.03"/>
                                          </p:val>
                                        </p:tav>
                                        <p:tav tm="48907">
                                          <p:val>
                                            <p:fltVal val="-367.39"/>
                                          </p:val>
                                        </p:tav>
                                        <p:tav tm="50989">
                                          <p:val>
                                            <p:fltVal val="-367.05"/>
                                          </p:val>
                                        </p:tav>
                                        <p:tav tm="54110">
                                          <p:val>
                                            <p:fltVal val="-364.41"/>
                                          </p:val>
                                        </p:tav>
                                        <p:tav tm="55151">
                                          <p:val>
                                            <p:fltVal val="-363.97"/>
                                          </p:val>
                                        </p:tav>
                                        <p:tav tm="57232">
                                          <p:val>
                                            <p:fltVal val="-364"/>
                                          </p:val>
                                        </p:tav>
                                        <p:tav tm="60354">
                                          <p:val>
                                            <p:fltVal val="-365.97"/>
                                          </p:val>
                                        </p:tav>
                                        <p:tav tm="64516">
                                          <p:val>
                                            <p:fltVal val="-366.75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8" dur="3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083"/>
                                          </p:val>
                                        </p:tav>
                                        <p:tav tm="28096">
                                          <p:val>
                                            <p:strVal val="#ppt_x-1.23083"/>
                                          </p:val>
                                        </p:tav>
                                        <p:tav tm="29136">
                                          <p:val>
                                            <p:strVal val="#ppt_x-1.2312"/>
                                          </p:val>
                                        </p:tav>
                                        <p:tav tm="31217">
                                          <p:val>
                                            <p:strVal val="#ppt_x-1.23684"/>
                                          </p:val>
                                        </p:tav>
                                        <p:tav tm="33299">
                                          <p:val>
                                            <p:strVal val="#ppt_x-1.24127"/>
                                          </p:val>
                                        </p:tav>
                                        <p:tav tm="35380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37461">
                                          <p:val>
                                            <p:strVal val="#ppt_x-1.24549"/>
                                          </p:val>
                                        </p:tav>
                                        <p:tav tm="40583">
                                          <p:val>
                                            <p:strVal val="#ppt_x-1.2466"/>
                                          </p:val>
                                        </p:tav>
                                        <p:tav tm="43704">
                                          <p:val>
                                            <p:strVal val="#ppt_x-1.24702"/>
                                          </p:val>
                                        </p:tav>
                                        <p:tav tm="54110">
                                          <p:val>
                                            <p:strVal val="#ppt_x-1.24662"/>
                                          </p:val>
                                        </p:tav>
                                        <p:tav tm="58273">
                                          <p:val>
                                            <p:strVal val="#ppt_x-1.25"/>
                                          </p:val>
                                        </p:tav>
                                        <p:tav tm="61394">
                                          <p:val>
                                            <p:strVal val="#ppt_x-1.25092"/>
                                          </p:val>
                                        </p:tav>
                                        <p:tav tm="85328">
                                          <p:val>
                                            <p:strVal val="#ppt_x-1.2514"/>
                                          </p:val>
                                        </p:tav>
                                        <p:tav tm="86368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88450">
                                          <p:val>
                                            <p:strVal val="#ppt_x-1.2482"/>
                                          </p:val>
                                        </p:tav>
                                        <p:tav tm="90531">
                                          <p:val>
                                            <p:strVal val="#ppt_x-1.24723"/>
                                          </p:val>
                                        </p:tav>
                                        <p:tav tm="99896">
                                          <p:val>
                                            <p:strVal val="#ppt_x-1.246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565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21565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21051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7058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3302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0018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7344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5274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371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2538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166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43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43"/>
                                          </p:val>
                                        </p:tav>
                                        <p:tav tm="5411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99896">
                                          <p:val>
                                            <p:strVal val="#ppt_y-0.001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3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26789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40697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53789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65258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74613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81865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735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1465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4551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8597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0811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2252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.01899"/>
                                          </p:val>
                                        </p:tav>
                                        <p:tav tm="54110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3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26789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40697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53789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65258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74613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81865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735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1465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4551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8597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0811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2252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.01899"/>
                                          </p:val>
                                        </p:tav>
                                        <p:tav tm="54110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3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11"/>
                                          </p:val>
                                        </p:tav>
                                        <p:tav tm="28096">
                                          <p:val>
                                            <p:fltVal val="-119.11"/>
                                          </p:val>
                                        </p:tav>
                                        <p:tav tm="29136">
                                          <p:val>
                                            <p:fltVal val="-116.15"/>
                                          </p:val>
                                        </p:tav>
                                        <p:tav tm="30177">
                                          <p:val>
                                            <p:fltVal val="-93.16"/>
                                          </p:val>
                                        </p:tav>
                                        <p:tav tm="31217">
                                          <p:val>
                                            <p:fltVal val="-71.51"/>
                                          </p:val>
                                        </p:tav>
                                        <p:tav tm="32258">
                                          <p:val>
                                            <p:fltVal val="-52.55"/>
                                          </p:val>
                                        </p:tav>
                                        <p:tav tm="33299">
                                          <p:val>
                                            <p:fltVal val="-37.09"/>
                                          </p:val>
                                        </p:tav>
                                        <p:tav tm="34339">
                                          <p:val>
                                            <p:fltVal val="-25.1"/>
                                          </p:val>
                                        </p:tav>
                                        <p:tav tm="35380">
                                          <p:val>
                                            <p:fltVal val="-16.03"/>
                                          </p:val>
                                        </p:tav>
                                        <p:tav tm="36420">
                                          <p:val>
                                            <p:fltVal val="-9.22"/>
                                          </p:val>
                                        </p:tav>
                                        <p:tav tm="37461">
                                          <p:val>
                                            <p:fltVal val="-4.12"/>
                                          </p:val>
                                        </p:tav>
                                        <p:tav tm="38502">
                                          <p:val>
                                            <p:fltVal val="-0.29"/>
                                          </p:val>
                                        </p:tav>
                                        <p:tav tm="39542">
                                          <p:val>
                                            <p:fltVal val="2.57"/>
                                          </p:val>
                                        </p:tav>
                                        <p:tav tm="41623">
                                          <p:val>
                                            <p:fltVal val="6.23"/>
                                          </p:val>
                                        </p:tav>
                                        <p:tav tm="42664">
                                          <p:val>
                                            <p:fltVal val="7.31"/>
                                          </p:val>
                                        </p:tav>
                                        <p:tav tm="44745">
                                          <p:val>
                                            <p:fltVal val="8.44"/>
                                          </p:val>
                                        </p:tav>
                                        <p:tav tm="47867">
                                          <p:val>
                                            <p:fltVal val="8.37"/>
                                          </p:val>
                                        </p:tav>
                                        <p:tav tm="50989">
                                          <p:val>
                                            <p:fltVal val="6.99"/>
                                          </p:val>
                                        </p:tav>
                                        <p:tav tm="54110">
                                          <p:val>
                                            <p:fltVal val="4.89"/>
                                          </p:val>
                                        </p:tav>
                                        <p:tav tm="55151">
                                          <p:val>
                                            <p:fltVal val="4.05"/>
                                          </p:val>
                                        </p:tav>
                                        <p:tav tm="57232">
                                          <p:val>
                                            <p:fltVal val="0.99"/>
                                          </p:val>
                                        </p:tav>
                                        <p:tav tm="59313">
                                          <p:val>
                                            <p:fltVal val="-0.65"/>
                                          </p:val>
                                        </p:tav>
                                        <p:tav tm="62435">
                                          <p:val>
                                            <p:fltVal val="-1.59"/>
                                          </p:val>
                                        </p:tav>
                                        <p:tav tm="68678">
                                          <p:val>
                                            <p:fltVal val="-2.08"/>
                                          </p:val>
                                        </p:tav>
                                        <p:tav tm="85328">
                                          <p:val>
                                            <p:fltVal val="-2.11"/>
                                          </p:val>
                                        </p:tav>
                                        <p:tav tm="86368">
                                          <p:val>
                                            <p:fltVal val="-0.99"/>
                                          </p:val>
                                        </p:tav>
                                        <p:tav tm="87409">
                                          <p:val>
                                            <p:fltVal val="1.13"/>
                                          </p:val>
                                        </p:tav>
                                        <p:tav tm="88450">
                                          <p:val>
                                            <p:fltVal val="2.64"/>
                                          </p:val>
                                        </p:tav>
                                        <p:tav tm="90531">
                                          <p:val>
                                            <p:fltVal val="4.02"/>
                                          </p:val>
                                        </p:tav>
                                        <p:tav tm="93652">
                                          <p:val>
                                            <p:fltVal val="4.68"/>
                                          </p:val>
                                        </p:tav>
                                        <p:tav tm="99896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5" dur="3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73"/>
                                          </p:val>
                                        </p:tav>
                                        <p:tav tm="28096">
                                          <p:val>
                                            <p:strVal val="#ppt_x+0.01573"/>
                                          </p:val>
                                        </p:tav>
                                        <p:tav tm="29136">
                                          <p:val>
                                            <p:strVal val="#ppt_x+0.0154"/>
                                          </p:val>
                                        </p:tav>
                                        <p:tav tm="31217">
                                          <p:val>
                                            <p:strVal val="#ppt_x+0.01035"/>
                                          </p:val>
                                        </p:tav>
                                        <p:tav tm="33299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40583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43704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412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6368">
                                          <p:val>
                                            <p:strVal val="#ppt_x-0.00387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812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21812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21299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17293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1349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0139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7399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5277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3675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2475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1577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0905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41623">
                                          <p:val>
                                            <p:strVal val="#ppt_y+0.00237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653"/>
                                          </p:val>
                                        </p:tav>
                                        <p:tav tm="48907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0354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26789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40697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53789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65258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74613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81865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735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1465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4551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8597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0811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2252"/>
                                          </p:val>
                                        </p:tav>
                                        <p:tav tm="48907">
                                          <p:val>
                                            <p:strVal val="#ppt_w*1.01899"/>
                                          </p:val>
                                        </p:tav>
                                        <p:tav tm="54110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3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26789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40697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53789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65258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74613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81865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735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1465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4551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8597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0811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2252"/>
                                          </p:val>
                                        </p:tav>
                                        <p:tav tm="48907">
                                          <p:val>
                                            <p:strVal val="#ppt_h*1.01899"/>
                                          </p:val>
                                        </p:tav>
                                        <p:tav tm="54110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3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4"/>
                                          </p:val>
                                        </p:tav>
                                        <p:tav tm="28096">
                                          <p:val>
                                            <p:fltVal val="-124"/>
                                          </p:val>
                                        </p:tav>
                                        <p:tav tm="29136">
                                          <p:val>
                                            <p:fltVal val="-121.04"/>
                                          </p:val>
                                        </p:tav>
                                        <p:tav tm="30177">
                                          <p:val>
                                            <p:fltVal val="-98.05"/>
                                          </p:val>
                                        </p:tav>
                                        <p:tav tm="31217">
                                          <p:val>
                                            <p:fltVal val="-76.4"/>
                                          </p:val>
                                        </p:tav>
                                        <p:tav tm="32258">
                                          <p:val>
                                            <p:fltVal val="-57.44"/>
                                          </p:val>
                                        </p:tav>
                                        <p:tav tm="33299">
                                          <p:val>
                                            <p:fltVal val="-41.97"/>
                                          </p:val>
                                        </p:tav>
                                        <p:tav tm="34339">
                                          <p:val>
                                            <p:fltVal val="-29.98"/>
                                          </p:val>
                                        </p:tav>
                                        <p:tav tm="35380">
                                          <p:val>
                                            <p:fltVal val="-20.92"/>
                                          </p:val>
                                        </p:tav>
                                        <p:tav tm="36420">
                                          <p:val>
                                            <p:fltVal val="-14.11"/>
                                          </p:val>
                                        </p:tav>
                                        <p:tav tm="37461">
                                          <p:val>
                                            <p:fltVal val="-9.01"/>
                                          </p:val>
                                        </p:tav>
                                        <p:tav tm="38502">
                                          <p:val>
                                            <p:fltVal val="-5.18"/>
                                          </p:val>
                                        </p:tav>
                                        <p:tav tm="39542">
                                          <p:val>
                                            <p:fltVal val="-2.32"/>
                                          </p:val>
                                        </p:tav>
                                        <p:tav tm="41623">
                                          <p:val>
                                            <p:fltVal val="1.34"/>
                                          </p:val>
                                        </p:tav>
                                        <p:tav tm="42664">
                                          <p:val>
                                            <p:fltVal val="2.42"/>
                                          </p:val>
                                        </p:tav>
                                        <p:tav tm="44745">
                                          <p:val>
                                            <p:fltVal val="3.55"/>
                                          </p:val>
                                        </p:tav>
                                        <p:tav tm="47867">
                                          <p:val>
                                            <p:fltVal val="3.49"/>
                                          </p:val>
                                        </p:tav>
                                        <p:tav tm="50989">
                                          <p:val>
                                            <p:fltVal val="2.1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9313">
                                          <p:val>
                                            <p:fltVal val="-5.54"/>
                                          </p:val>
                                        </p:tav>
                                        <p:tav tm="62435">
                                          <p:val>
                                            <p:fltVal val="-6.48"/>
                                          </p:val>
                                        </p:tav>
                                        <p:tav tm="68678">
                                          <p:val>
                                            <p:fltVal val="-6.96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4" dur="3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542"/>
                                          </p:val>
                                        </p:tav>
                                        <p:tav tm="24974">
                                          <p:val>
                                            <p:strVal val="#ppt_x-1.28542"/>
                                          </p:val>
                                        </p:tav>
                                        <p:tav tm="26015">
                                          <p:val>
                                            <p:strVal val="#ppt_x-1.28312"/>
                                          </p:val>
                                        </p:tav>
                                        <p:tav tm="28096">
                                          <p:val>
                                            <p:strVal val="#ppt_x-1.26943"/>
                                          </p:val>
                                        </p:tav>
                                        <p:tav tm="29136">
                                          <p:val>
                                            <p:strVal val="#ppt_x-1.26373"/>
                                          </p:val>
                                        </p:tav>
                                        <p:tav tm="30177">
                                          <p:val>
                                            <p:strVal val="#ppt_x-1.25914"/>
                                          </p:val>
                                        </p:tav>
                                        <p:tav tm="31217">
                                          <p:val>
                                            <p:strVal val="#ppt_x-1.255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1.25294"/>
                                          </p:val>
                                        </p:tav>
                                        <p:tav tm="34339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6420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38502">
                                          <p:val>
                                            <p:strVal val="#ppt_x-1.2464"/>
                                          </p:val>
                                        </p:tav>
                                        <p:tav tm="43704">
                                          <p:val>
                                            <p:strVal val="#ppt_x-1.24575"/>
                                          </p:val>
                                        </p:tav>
                                        <p:tav tm="50989">
                                          <p:val>
                                            <p:strVal val="#ppt_x-1.24689"/>
                                          </p:val>
                                        </p:tav>
                                        <p:tav tm="54110">
                                          <p:val>
                                            <p:strVal val="#ppt_x-1.24689"/>
                                          </p:val>
                                        </p:tav>
                                        <p:tav tm="57232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9313">
                                          <p:val>
                                            <p:strVal val="#ppt_x-1.25041"/>
                                          </p:val>
                                        </p:tav>
                                        <p:tav tm="63476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69719">
                                          <p:val>
                                            <p:strVal val="#ppt_x-1.2513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1.25132"/>
                                          </p:val>
                                        </p:tav>
                                        <p:tav tm="88450">
                                          <p:val>
                                            <p:strVal val="#ppt_x-1.24833"/>
                                          </p:val>
                                        </p:tav>
                                        <p:tav tm="90531">
                                          <p:val>
                                            <p:strVal val="#ppt_x-1.24745"/>
                                          </p:val>
                                        </p:tav>
                                        <p:tav tm="99896">
                                          <p:val>
                                            <p:strVal val="#ppt_x-1.246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441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22441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21113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1701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13197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9903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7248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5204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3661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2504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1637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0986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05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416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505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384"/>
                                          </p:val>
                                        </p:tav>
                                        <p:tav tm="50989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54110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99896">
                                          <p:val>
                                            <p:strVal val="#ppt_y-0.0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3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29471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4328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5612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67214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76152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83036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823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2125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5046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8873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0955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185"/>
                                          </p:val>
                                        </p:tav>
                                        <p:tav tm="5098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" dur="3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29471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4328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5612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67214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76152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83036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823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2125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5046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8873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0955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185"/>
                                          </p:val>
                                        </p:tav>
                                        <p:tav tm="5098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3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5.89"/>
                                          </p:val>
                                        </p:tav>
                                        <p:tav tm="24974">
                                          <p:val>
                                            <p:fltVal val="165.89"/>
                                          </p:val>
                                        </p:tav>
                                        <p:tav tm="26015">
                                          <p:val>
                                            <p:fltVal val="156.29"/>
                                          </p:val>
                                        </p:tav>
                                        <p:tav tm="27055">
                                          <p:val>
                                            <p:fltVal val="126.64"/>
                                          </p:val>
                                        </p:tav>
                                        <p:tav tm="28096">
                                          <p:val>
                                            <p:fltVal val="99.07"/>
                                          </p:val>
                                        </p:tav>
                                        <p:tav tm="29136">
                                          <p:val>
                                            <p:fltVal val="75.27"/>
                                          </p:val>
                                        </p:tav>
                                        <p:tav tm="30177">
                                          <p:val>
                                            <p:fltVal val="56.08"/>
                                          </p:val>
                                        </p:tav>
                                        <p:tav tm="31217">
                                          <p:val>
                                            <p:fltVal val="41.3"/>
                                          </p:val>
                                        </p:tav>
                                        <p:tav tm="32258">
                                          <p:val>
                                            <p:fltVal val="30.15"/>
                                          </p:val>
                                        </p:tav>
                                        <p:tav tm="33299">
                                          <p:val>
                                            <p:fltVal val="21.79"/>
                                          </p:val>
                                        </p:tav>
                                        <p:tav tm="34339">
                                          <p:val>
                                            <p:fltVal val="15.52"/>
                                          </p:val>
                                        </p:tav>
                                        <p:tav tm="35380">
                                          <p:val>
                                            <p:fltVal val="10.82"/>
                                          </p:val>
                                        </p:tav>
                                        <p:tav tm="36420">
                                          <p:val>
                                            <p:fltVal val="7.31"/>
                                          </p:val>
                                        </p:tav>
                                        <p:tav tm="37461">
                                          <p:val>
                                            <p:fltVal val="4.71"/>
                                          </p:val>
                                        </p:tav>
                                        <p:tav tm="38502">
                                          <p:val>
                                            <p:fltVal val="2.84"/>
                                          </p:val>
                                        </p:tav>
                                        <p:tav tm="40583">
                                          <p:val>
                                            <p:fltVal val="0.68"/>
                                          </p:val>
                                        </p:tav>
                                        <p:tav tm="43704">
                                          <p:val>
                                            <p:fltVal val="0.13"/>
                                          </p:val>
                                        </p:tav>
                                        <p:tav tm="46826">
                                          <p:val>
                                            <p:fltVal val="1.55"/>
                                          </p:val>
                                        </p:tav>
                                        <p:tav tm="50989">
                                          <p:val>
                                            <p:fltVal val="4.89"/>
                                          </p:val>
                                        </p:tav>
                                        <p:tav tm="54110">
                                          <p:val>
                                            <p:fltVal val="4.89"/>
                                          </p:val>
                                        </p:tav>
                                        <p:tav tm="55151">
                                          <p:val>
                                            <p:fltVal val="4.05"/>
                                          </p:val>
                                        </p:tav>
                                        <p:tav tm="57232">
                                          <p:val>
                                            <p:fltVal val="0.99"/>
                                          </p:val>
                                        </p:tav>
                                        <p:tav tm="58273">
                                          <p:val>
                                            <p:fltVal val="0"/>
                                          </p:val>
                                        </p:tav>
                                        <p:tav tm="61394">
                                          <p:val>
                                            <p:fltVal val="-1.38"/>
                                          </p:val>
                                        </p:tav>
                                        <p:tav tm="67638">
                                          <p:val>
                                            <p:fltVal val="-2.05"/>
                                          </p:val>
                                        </p:tav>
                                        <p:tav tm="85328">
                                          <p:val>
                                            <p:fltVal val="-2.11"/>
                                          </p:val>
                                        </p:tav>
                                        <p:tav tm="86368">
                                          <p:val>
                                            <p:fltVal val="-0.99"/>
                                          </p:val>
                                        </p:tav>
                                        <p:tav tm="87409">
                                          <p:val>
                                            <p:fltVal val="1.13"/>
                                          </p:val>
                                        </p:tav>
                                        <p:tav tm="88450">
                                          <p:val>
                                            <p:fltVal val="2.64"/>
                                          </p:val>
                                        </p:tav>
                                        <p:tav tm="90531">
                                          <p:val>
                                            <p:fltVal val="4.02"/>
                                          </p:val>
                                        </p:tav>
                                        <p:tav tm="93652">
                                          <p:val>
                                            <p:fltVal val="4.68"/>
                                          </p:val>
                                        </p:tav>
                                        <p:tav tm="99896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1" dur="3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87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387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3653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2374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1821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1353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0978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686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38502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43704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50989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69719">
                                          <p:val>
                                            <p:strVal val="#ppt_x-0.00415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416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36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" dur="3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747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22747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21428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17313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13428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10032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7281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5163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3571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2382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1494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0831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68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5098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1394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72841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88450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29471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43285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5612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67214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76152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83036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823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2125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5046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8873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0955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185"/>
                                          </p:val>
                                        </p:tav>
                                        <p:tav tm="5098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3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29471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43285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5612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67214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76152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83036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823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2125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5046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8873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0955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185"/>
                                          </p:val>
                                        </p:tav>
                                        <p:tav tm="5098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3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1"/>
                                          </p:val>
                                        </p:tav>
                                        <p:tav tm="24974">
                                          <p:val>
                                            <p:fltVal val="161"/>
                                          </p:val>
                                        </p:tav>
                                        <p:tav tm="26015">
                                          <p:val>
                                            <p:fltVal val="151.4"/>
                                          </p:val>
                                        </p:tav>
                                        <p:tav tm="27055">
                                          <p:val>
                                            <p:fltVal val="121.75"/>
                                          </p:val>
                                        </p:tav>
                                        <p:tav tm="28096">
                                          <p:val>
                                            <p:fltVal val="94.18"/>
                                          </p:val>
                                        </p:tav>
                                        <p:tav tm="29136">
                                          <p:val>
                                            <p:fltVal val="70.38"/>
                                          </p:val>
                                        </p:tav>
                                        <p:tav tm="30177">
                                          <p:val>
                                            <p:fltVal val="51.19"/>
                                          </p:val>
                                        </p:tav>
                                        <p:tav tm="31217">
                                          <p:val>
                                            <p:fltVal val="36.42"/>
                                          </p:val>
                                        </p:tav>
                                        <p:tav tm="32258">
                                          <p:val>
                                            <p:fltVal val="25.27"/>
                                          </p:val>
                                        </p:tav>
                                        <p:tav tm="33299">
                                          <p:val>
                                            <p:fltVal val="16.91"/>
                                          </p:val>
                                        </p:tav>
                                        <p:tav tm="34339">
                                          <p:val>
                                            <p:fltVal val="10.63"/>
                                          </p:val>
                                        </p:tav>
                                        <p:tav tm="35380">
                                          <p:val>
                                            <p:fltVal val="5.93"/>
                                          </p:val>
                                        </p:tav>
                                        <p:tav tm="36420">
                                          <p:val>
                                            <p:fltVal val="2.42"/>
                                          </p:val>
                                        </p:tav>
                                        <p:tav tm="37461">
                                          <p:val>
                                            <p:fltVal val="-0.17"/>
                                          </p:val>
                                        </p:tav>
                                        <p:tav tm="38502">
                                          <p:val>
                                            <p:fltVal val="-2.05"/>
                                          </p:val>
                                        </p:tav>
                                        <p:tav tm="40583">
                                          <p:val>
                                            <p:fltVal val="-4.2"/>
                                          </p:val>
                                        </p:tav>
                                        <p:tav tm="43704">
                                          <p:val>
                                            <p:fltVal val="-4.76"/>
                                          </p:val>
                                        </p:tav>
                                        <p:tav tm="46826">
                                          <p:val>
                                            <p:fltVal val="-3.33"/>
                                          </p:val>
                                        </p:tav>
                                        <p:tav tm="50989">
                                          <p:val>
                                            <p:fltVal val="0"/>
                                          </p:val>
                                        </p:tav>
                                        <p:tav tm="54110">
                                          <p:val>
                                            <p:fltVal val="0"/>
                                          </p:val>
                                        </p:tav>
                                        <p:tav tm="55151">
                                          <p:val>
                                            <p:fltVal val="-0.84"/>
                                          </p:val>
                                        </p:tav>
                                        <p:tav tm="57232">
                                          <p:val>
                                            <p:fltVal val="-3.9"/>
                                          </p:val>
                                        </p:tav>
                                        <p:tav tm="58273">
                                          <p:val>
                                            <p:fltVal val="-4.89"/>
                                          </p:val>
                                        </p:tav>
                                        <p:tav tm="61394">
                                          <p:val>
                                            <p:fltVal val="-6.27"/>
                                          </p:val>
                                        </p:tav>
                                        <p:tav tm="67638">
                                          <p:val>
                                            <p:fltVal val="-6.93"/>
                                          </p:val>
                                        </p:tav>
                                        <p:tav tm="85328">
                                          <p:val>
                                            <p:fltVal val="-7"/>
                                          </p:val>
                                        </p:tav>
                                        <p:tav tm="86368">
                                          <p:val>
                                            <p:fltVal val="-5.88"/>
                                          </p:val>
                                        </p:tav>
                                        <p:tav tm="87409">
                                          <p:val>
                                            <p:fltVal val="-3.75"/>
                                          </p:val>
                                        </p:tav>
                                        <p:tav tm="88450">
                                          <p:val>
                                            <p:fltVal val="-2.25"/>
                                          </p:val>
                                        </p:tav>
                                        <p:tav tm="90531">
                                          <p:val>
                                            <p:fltVal val="-0.87"/>
                                          </p:val>
                                        </p:tav>
                                        <p:tav tm="93652">
                                          <p:val>
                                            <p:fltVal val="-0.21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0" dur="3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036"/>
                                          </p:val>
                                        </p:tav>
                                        <p:tav tm="21852">
                                          <p:val>
                                            <p:strVal val="#ppt_x-1.28036"/>
                                          </p:val>
                                        </p:tav>
                                        <p:tav tm="22893">
                                          <p:val>
                                            <p:strVal val="#ppt_x-1.27717"/>
                                          </p:val>
                                        </p:tav>
                                        <p:tav tm="24974">
                                          <p:val>
                                            <p:strVal val="#ppt_x-1.26543"/>
                                          </p:val>
                                        </p:tav>
                                        <p:tav tm="26015">
                                          <p:val>
                                            <p:strVal val="#ppt_x-1.26065"/>
                                          </p:val>
                                        </p:tav>
                                        <p:tav tm="27055">
                                          <p:val>
                                            <p:strVal val="#ppt_x-1.25683"/>
                                          </p:val>
                                        </p:tav>
                                        <p:tav tm="28096">
                                          <p:val>
                                            <p:strVal val="#ppt_x-1.25391"/>
                                          </p:val>
                                        </p:tav>
                                        <p:tav tm="29136">
                                          <p:val>
                                            <p:strVal val="#ppt_x-1.25171"/>
                                          </p:val>
                                        </p:tav>
                                        <p:tav tm="31217">
                                          <p:val>
                                            <p:strVal val="#ppt_x-1.24883"/>
                                          </p:val>
                                        </p:tav>
                                        <p:tav tm="33299">
                                          <p:val>
                                            <p:strVal val="#ppt_x-1.24721"/>
                                          </p:val>
                                        </p:tav>
                                        <p:tav tm="35380">
                                          <p:val>
                                            <p:strVal val="#ppt_x-1.24633"/>
                                          </p:val>
                                        </p:tav>
                                        <p:tav tm="39542">
                                          <p:val>
                                            <p:strVal val="#ppt_x-1.24581"/>
                                          </p:val>
                                        </p:tav>
                                        <p:tav tm="47867">
                                          <p:val>
                                            <p:strVal val="#ppt_x-1.24682"/>
                                          </p:val>
                                        </p:tav>
                                        <p:tav tm="54110">
                                          <p:val>
                                            <p:strVal val="#ppt_x-1.24682"/>
                                          </p:val>
                                        </p:tav>
                                        <p:tav tm="5723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59313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63476">
                                          <p:val>
                                            <p:strVal val="#ppt_x-1.25115"/>
                                          </p:val>
                                        </p:tav>
                                        <p:tav tm="69719">
                                          <p:val>
                                            <p:strVal val="#ppt_x-1.25138"/>
                                          </p:val>
                                        </p:tav>
                                        <p:tav tm="85328">
                                          <p:val>
                                            <p:strVal val="#ppt_x-1.25139"/>
                                          </p:val>
                                        </p:tav>
                                        <p:tav tm="88450">
                                          <p:val>
                                            <p:strVal val="#ppt_x-1.24828"/>
                                          </p:val>
                                        </p:tav>
                                        <p:tav tm="90531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99896">
                                          <p:val>
                                            <p:strVal val="#ppt_x-1.246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594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24594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2224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7728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1359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006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7258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5106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3486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2271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136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677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781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862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3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3214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45838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58397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69089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77616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8414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9062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274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551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913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1.0109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3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3214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45838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58397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69089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77616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8414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9062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274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551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913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1.0109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3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.89"/>
                                          </p:val>
                                        </p:tav>
                                        <p:tav tm="21852">
                                          <p:val>
                                            <p:fltVal val="166.89"/>
                                          </p:val>
                                        </p:tav>
                                        <p:tav tm="22893">
                                          <p:val>
                                            <p:fltVal val="185.75"/>
                                          </p:val>
                                        </p:tav>
                                        <p:tav tm="23933">
                                          <p:val>
                                            <p:fltVal val="221.9"/>
                                          </p:val>
                                        </p:tav>
                                        <p:tav tm="24974">
                                          <p:val>
                                            <p:fltVal val="255.06"/>
                                          </p:val>
                                        </p:tav>
                                        <p:tav tm="26015">
                                          <p:val>
                                            <p:fltVal val="283.28"/>
                                          </p:val>
                                        </p:tav>
                                        <p:tav tm="27055">
                                          <p:val>
                                            <p:fltVal val="305.79"/>
                                          </p:val>
                                        </p:tav>
                                        <p:tav tm="28096">
                                          <p:val>
                                            <p:fltVal val="323.03"/>
                                          </p:val>
                                        </p:tav>
                                        <p:tav tm="29136">
                                          <p:val>
                                            <p:fltVal val="336.01"/>
                                          </p:val>
                                        </p:tav>
                                        <p:tav tm="30177">
                                          <p:val>
                                            <p:fltVal val="345.75"/>
                                          </p:val>
                                        </p:tav>
                                        <p:tav tm="31217">
                                          <p:val>
                                            <p:fltVal val="353.05"/>
                                          </p:val>
                                        </p:tav>
                                        <p:tav tm="32258">
                                          <p:val>
                                            <p:fltVal val="358.52"/>
                                          </p:val>
                                        </p:tav>
                                        <p:tav tm="33299">
                                          <p:val>
                                            <p:fltVal val="362.6"/>
                                          </p:val>
                                        </p:tav>
                                        <p:tav tm="34339">
                                          <p:val>
                                            <p:fltVal val="365.6"/>
                                          </p:val>
                                        </p:tav>
                                        <p:tav tm="35380">
                                          <p:val>
                                            <p:fltVal val="367.77"/>
                                          </p:val>
                                        </p:tav>
                                        <p:tav tm="37461">
                                          <p:val>
                                            <p:fltVal val="370.2"/>
                                          </p:val>
                                        </p:tav>
                                        <p:tav tm="38502">
                                          <p:val>
                                            <p:fltVal val="370.71"/>
                                          </p:val>
                                        </p:tav>
                                        <p:tav tm="40583">
                                          <p:val>
                                            <p:fltVal val="370.69"/>
                                          </p:val>
                                        </p:tav>
                                        <p:tav tm="43704">
                                          <p:val>
                                            <p:fltVal val="368.82"/>
                                          </p:val>
                                        </p:tav>
                                        <p:tav tm="46826">
                                          <p:val>
                                            <p:fltVal val="365.52"/>
                                          </p:val>
                                        </p:tav>
                                        <p:tav tm="47867">
                                          <p:val>
                                            <p:fltVal val="364.89"/>
                                          </p:val>
                                        </p:tav>
                                        <p:tav tm="54110">
                                          <p:val>
                                            <p:fltVal val="364.89"/>
                                          </p:val>
                                        </p:tav>
                                        <p:tav tm="55151">
                                          <p:val>
                                            <p:fltVal val="364.05"/>
                                          </p:val>
                                        </p:tav>
                                        <p:tav tm="57232">
                                          <p:val>
                                            <p:fltVal val="360.99"/>
                                          </p:val>
                                        </p:tav>
                                        <p:tav tm="59313">
                                          <p:val>
                                            <p:fltVal val="359.35"/>
                                          </p:val>
                                        </p:tav>
                                        <p:tav tm="62435">
                                          <p:val>
                                            <p:fltVal val="358.41"/>
                                          </p:val>
                                        </p:tav>
                                        <p:tav tm="66597">
                                          <p:val>
                                            <p:fltVal val="358"/>
                                          </p:val>
                                        </p:tav>
                                        <p:tav tm="85328">
                                          <p:val>
                                            <p:fltVal val="357.89"/>
                                          </p:val>
                                        </p:tav>
                                        <p:tav tm="86368">
                                          <p:val>
                                            <p:fltVal val="359.01"/>
                                          </p:val>
                                        </p:tav>
                                        <p:tav tm="87409">
                                          <p:val>
                                            <p:fltVal val="361.13"/>
                                          </p:val>
                                        </p:tav>
                                        <p:tav tm="88450">
                                          <p:val>
                                            <p:fltVal val="362.64"/>
                                          </p:val>
                                        </p:tav>
                                        <p:tav tm="90531">
                                          <p:val>
                                            <p:fltVal val="364.02"/>
                                          </p:val>
                                        </p:tav>
                                        <p:tav tm="93652">
                                          <p:val>
                                            <p:fltVal val="364.68"/>
                                          </p:val>
                                        </p:tav>
                                        <p:tav tm="99896">
                                          <p:val>
                                            <p:fltVal val="36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7" dur="3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371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3371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3034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1742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1235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857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0588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47867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60354">
                                          <p:val>
                                            <p:strVal val="#ppt_x-0.00367"/>
                                          </p:val>
                                        </p:tav>
                                        <p:tav tm="71800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3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184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25184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22862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18367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14165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10527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7603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5364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3686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2434"/>
                                          </p:val>
                                        </p:tav>
                                        <p:tav tm="31217">
                                          <p:val>
                                            <p:strVal val="#ppt_y-0.015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00804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672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601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3214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45838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58397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69089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77616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84146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9062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274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551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913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1.0109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3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3214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45838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58397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69089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77616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84146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9062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274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551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913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1.0109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3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2"/>
                                          </p:val>
                                        </p:tav>
                                        <p:tav tm="21852">
                                          <p:val>
                                            <p:fltVal val="162"/>
                                          </p:val>
                                        </p:tav>
                                        <p:tav tm="22893">
                                          <p:val>
                                            <p:fltVal val="180.86"/>
                                          </p:val>
                                        </p:tav>
                                        <p:tav tm="23933">
                                          <p:val>
                                            <p:fltVal val="217.01"/>
                                          </p:val>
                                        </p:tav>
                                        <p:tav tm="24974">
                                          <p:val>
                                            <p:fltVal val="250.17"/>
                                          </p:val>
                                        </p:tav>
                                        <p:tav tm="26015">
                                          <p:val>
                                            <p:fltVal val="278.4"/>
                                          </p:val>
                                        </p:tav>
                                        <p:tav tm="27055">
                                          <p:val>
                                            <p:fltVal val="300.91"/>
                                          </p:val>
                                        </p:tav>
                                        <p:tav tm="28096">
                                          <p:val>
                                            <p:fltVal val="318.14"/>
                                          </p:val>
                                        </p:tav>
                                        <p:tav tm="29136">
                                          <p:val>
                                            <p:fltVal val="331.12"/>
                                          </p:val>
                                        </p:tav>
                                        <p:tav tm="30177">
                                          <p:val>
                                            <p:fltVal val="340.86"/>
                                          </p:val>
                                        </p:tav>
                                        <p:tav tm="31217">
                                          <p:val>
                                            <p:fltVal val="348.16"/>
                                          </p:val>
                                        </p:tav>
                                        <p:tav tm="32258">
                                          <p:val>
                                            <p:fltVal val="353.63"/>
                                          </p:val>
                                        </p:tav>
                                        <p:tav tm="33299">
                                          <p:val>
                                            <p:fltVal val="357.71"/>
                                          </p:val>
                                        </p:tav>
                                        <p:tav tm="34339">
                                          <p:val>
                                            <p:fltVal val="360.72"/>
                                          </p:val>
                                        </p:tav>
                                        <p:tav tm="35380">
                                          <p:val>
                                            <p:fltVal val="362.88"/>
                                          </p:val>
                                        </p:tav>
                                        <p:tav tm="37461">
                                          <p:val>
                                            <p:fltVal val="365.31"/>
                                          </p:val>
                                        </p:tav>
                                        <p:tav tm="38502">
                                          <p:val>
                                            <p:fltVal val="365.82"/>
                                          </p:val>
                                        </p:tav>
                                        <p:tav tm="40583">
                                          <p:val>
                                            <p:fltVal val="365.8"/>
                                          </p:val>
                                        </p:tav>
                                        <p:tav tm="43704">
                                          <p:val>
                                            <p:fltVal val="363.93"/>
                                          </p:val>
                                        </p:tav>
                                        <p:tav tm="46826">
                                          <p:val>
                                            <p:fltVal val="360.64"/>
                                          </p:val>
                                        </p:tav>
                                        <p:tav tm="47867">
                                          <p:val>
                                            <p:fltVal val="360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59.16"/>
                                          </p:val>
                                        </p:tav>
                                        <p:tav tm="57232">
                                          <p:val>
                                            <p:fltVal val="356.1"/>
                                          </p:val>
                                        </p:tav>
                                        <p:tav tm="59313">
                                          <p:val>
                                            <p:fltVal val="354.46"/>
                                          </p:val>
                                        </p:tav>
                                        <p:tav tm="62435">
                                          <p:val>
                                            <p:fltVal val="353.52"/>
                                          </p:val>
                                        </p:tav>
                                        <p:tav tm="66597">
                                          <p:val>
                                            <p:fltVal val="353.11"/>
                                          </p:val>
                                        </p:tav>
                                        <p:tav tm="85328">
                                          <p:val>
                                            <p:fltVal val="353"/>
                                          </p:val>
                                        </p:tav>
                                        <p:tav tm="86368">
                                          <p:val>
                                            <p:fltVal val="354.12"/>
                                          </p:val>
                                        </p:tav>
                                        <p:tav tm="87409">
                                          <p:val>
                                            <p:fltVal val="356.25"/>
                                          </p:val>
                                        </p:tav>
                                        <p:tav tm="88450">
                                          <p:val>
                                            <p:fltVal val="357.75"/>
                                          </p:val>
                                        </p:tav>
                                        <p:tav tm="90531">
                                          <p:val>
                                            <p:fltVal val="359.13"/>
                                          </p:val>
                                        </p:tav>
                                        <p:tav tm="93652">
                                          <p:val>
                                            <p:fltVal val="359.79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6" dur="3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1419"/>
                                          </p:val>
                                        </p:tav>
                                        <p:tav tm="18730">
                                          <p:val>
                                            <p:strVal val="#ppt_x-1.31419"/>
                                          </p:val>
                                        </p:tav>
                                        <p:tav tm="19771">
                                          <p:val>
                                            <p:strVal val="#ppt_x-1.30565"/>
                                          </p:val>
                                        </p:tav>
                                        <p:tav tm="20812">
                                          <p:val>
                                            <p:strVal val="#ppt_x-1.29382"/>
                                          </p:val>
                                        </p:tav>
                                        <p:tav tm="21852">
                                          <p:val>
                                            <p:strVal val="#ppt_x-1.2831"/>
                                          </p:val>
                                        </p:tav>
                                        <p:tav tm="22893">
                                          <p:val>
                                            <p:strVal val="#ppt_x-1.27412"/>
                                          </p:val>
                                        </p:tav>
                                        <p:tav tm="23933">
                                          <p:val>
                                            <p:strVal val="#ppt_x-1.26706"/>
                                          </p:val>
                                        </p:tav>
                                        <p:tav tm="24974">
                                          <p:val>
                                            <p:strVal val="#ppt_x-1.2617"/>
                                          </p:val>
                                        </p:tav>
                                        <p:tav tm="26015">
                                          <p:val>
                                            <p:strVal val="#ppt_x-1.25768"/>
                                          </p:val>
                                        </p:tav>
                                        <p:tav tm="27055">
                                          <p:val>
                                            <p:strVal val="#ppt_x-1.25467"/>
                                          </p:val>
                                        </p:tav>
                                        <p:tav tm="29136">
                                          <p:val>
                                            <p:strVal val="#ppt_x-1.25073"/>
                                          </p:val>
                                        </p:tav>
                                        <p:tav tm="31217">
                                          <p:val>
                                            <p:strVal val="#ppt_x-1.24856"/>
                                          </p:val>
                                        </p:tav>
                                        <p:tav tm="33299">
                                          <p:val>
                                            <p:strVal val="#ppt_x-1.24745"/>
                                          </p:val>
                                        </p:tav>
                                        <p:tav tm="36420">
                                          <p:val>
                                            <p:strVal val="#ppt_x-1.24701"/>
                                          </p:val>
                                        </p:tav>
                                        <p:tav tm="44745">
                                          <p:val>
                                            <p:strVal val="#ppt_x-1.24894"/>
                                          </p:val>
                                        </p:tav>
                                        <p:tav tm="54110">
                                          <p:val>
                                            <p:strVal val="#ppt_x-1.24894"/>
                                          </p:val>
                                        </p:tav>
                                        <p:tav tm="59313">
                                          <p:val>
                                            <p:strVal val="#ppt_x-1.25014"/>
                                          </p:val>
                                        </p:tav>
                                        <p:tav tm="68678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85328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90531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99896">
                                          <p:val>
                                            <p:strVal val="#ppt_x-1.248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146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24146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20979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16609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12665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936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6754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4767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3272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2151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1309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0678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718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554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44745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99896">
                                          <p:val>
                                            <p:strVal val="#ppt_y-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3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34808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48349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60599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70884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79006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5196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98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334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791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04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1737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3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34808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48349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60599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70884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79006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5196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98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334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791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04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1737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.11"/>
                                          </p:val>
                                        </p:tav>
                                        <p:tav tm="18730">
                                          <p:val>
                                            <p:fltVal val="-120.11"/>
                                          </p:val>
                                        </p:tav>
                                        <p:tav tm="19771">
                                          <p:val>
                                            <p:fltVal val="-150.84"/>
                                          </p:val>
                                        </p:tav>
                                        <p:tav tm="20812">
                                          <p:val>
                                            <p:fltVal val="-193.27"/>
                                          </p:val>
                                        </p:tav>
                                        <p:tav tm="21852">
                                          <p:val>
                                            <p:fltVal val="-231.66"/>
                                          </p:val>
                                        </p:tav>
                                        <p:tav tm="22893">
                                          <p:val>
                                            <p:fltVal val="-263.88"/>
                                          </p:val>
                                        </p:tav>
                                        <p:tav tm="23933">
                                          <p:val>
                                            <p:fltVal val="-289.33"/>
                                          </p:val>
                                        </p:tav>
                                        <p:tav tm="24974">
                                          <p:val>
                                            <p:fltVal val="-308.73"/>
                                          </p:val>
                                        </p:tav>
                                        <p:tav tm="26015">
                                          <p:val>
                                            <p:fltVal val="-323.31"/>
                                          </p:val>
                                        </p:tav>
                                        <p:tav tm="27055">
                                          <p:val>
                                            <p:fltVal val="-334.24"/>
                                          </p:val>
                                        </p:tav>
                                        <p:tav tm="28096">
                                          <p:val>
                                            <p:fltVal val="-342.45"/>
                                          </p:val>
                                        </p:tav>
                                        <p:tav tm="29136">
                                          <p:val>
                                            <p:fltVal val="-348.59"/>
                                          </p:val>
                                        </p:tav>
                                        <p:tav tm="30177">
                                          <p:val>
                                            <p:fltVal val="-353.17"/>
                                          </p:val>
                                        </p:tav>
                                        <p:tav tm="31217">
                                          <p:val>
                                            <p:fltVal val="-356.52"/>
                                          </p:val>
                                        </p:tav>
                                        <p:tav tm="32258">
                                          <p:val>
                                            <p:fltVal val="-358.92"/>
                                          </p:val>
                                        </p:tav>
                                        <p:tav tm="33299">
                                          <p:val>
                                            <p:fltVal val="-360.56"/>
                                          </p:val>
                                        </p:tav>
                                        <p:tav tm="35380">
                                          <p:val>
                                            <p:fltVal val="-362.08"/>
                                          </p:val>
                                        </p:tav>
                                        <p:tav tm="36420">
                                          <p:val>
                                            <p:fltVal val="-362.18"/>
                                          </p:val>
                                        </p:tav>
                                        <p:tav tm="38502">
                                          <p:val>
                                            <p:fltVal val="-361.37"/>
                                          </p:val>
                                        </p:tav>
                                        <p:tav tm="40583">
                                          <p:val>
                                            <p:fltVal val="-359.57"/>
                                          </p:val>
                                        </p:tav>
                                        <p:tav tm="43704">
                                          <p:val>
                                            <p:fltVal val="-355.58"/>
                                          </p:val>
                                        </p:tav>
                                        <p:tav tm="44745">
                                          <p:val>
                                            <p:fltVal val="-355.11"/>
                                          </p:val>
                                        </p:tav>
                                        <p:tav tm="54110">
                                          <p:val>
                                            <p:fltVal val="-355.11"/>
                                          </p:val>
                                        </p:tav>
                                        <p:tav tm="55151">
                                          <p:val>
                                            <p:fltVal val="-355.95"/>
                                          </p:val>
                                        </p:tav>
                                        <p:tav tm="57232">
                                          <p:val>
                                            <p:fltVal val="-359.01"/>
                                          </p:val>
                                        </p:tav>
                                        <p:tav tm="58273">
                                          <p:val>
                                            <p:fltVal val="-360"/>
                                          </p:val>
                                        </p:tav>
                                        <p:tav tm="61394">
                                          <p:val>
                                            <p:fltVal val="-361.38"/>
                                          </p:val>
                                        </p:tav>
                                        <p:tav tm="67638">
                                          <p:val>
                                            <p:fltVal val="-362.05"/>
                                          </p:val>
                                        </p:tav>
                                        <p:tav tm="85328">
                                          <p:val>
                                            <p:fltVal val="-362.11"/>
                                          </p:val>
                                        </p:tav>
                                        <p:tav tm="86368">
                                          <p:val>
                                            <p:fltVal val="-360.99"/>
                                          </p:val>
                                        </p:tav>
                                        <p:tav tm="87409">
                                          <p:val>
                                            <p:fltVal val="-358.87"/>
                                          </p:val>
                                        </p:tav>
                                        <p:tav tm="88450">
                                          <p:val>
                                            <p:fltVal val="-357.36"/>
                                          </p:val>
                                        </p:tav>
                                        <p:tav tm="90531">
                                          <p:val>
                                            <p:fltVal val="-355.98"/>
                                          </p:val>
                                        </p:tav>
                                        <p:tav tm="93652">
                                          <p:val>
                                            <p:fltVal val="-355.32"/>
                                          </p:val>
                                        </p:tav>
                                        <p:tav tm="99896">
                                          <p:val>
                                            <p:fltVal val="-355.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3" dur="3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502"/>
                                          </p:val>
                                        </p:tav>
                                        <p:tav tm="18730">
                                          <p:val>
                                            <p:strVal val="#ppt_x-0.06502"/>
                                          </p:val>
                                        </p:tav>
                                        <p:tav tm="19771">
                                          <p:val>
                                            <p:strVal val="#ppt_x-0.05655"/>
                                          </p:val>
                                        </p:tav>
                                        <p:tav tm="20812">
                                          <p:val>
                                            <p:strVal val="#ppt_x-0.04506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3474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26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1895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1346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0928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64516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3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368"/>
                                          </p:val>
                                        </p:tav>
                                        <p:tav tm="18730">
                                          <p:val>
                                            <p:strVal val="#ppt_y-0.24368"/>
                                          </p:val>
                                        </p:tav>
                                        <p:tav tm="19771">
                                          <p:val>
                                            <p:strVal val="#ppt_y-0.21236"/>
                                          </p:val>
                                        </p:tav>
                                        <p:tav tm="20812">
                                          <p:val>
                                            <p:strVal val="#ppt_y-0.16895"/>
                                          </p:val>
                                        </p:tav>
                                        <p:tav tm="21852">
                                          <p:val>
                                            <p:strVal val="#ppt_y-0.12925"/>
                                          </p:val>
                                        </p:tav>
                                        <p:tav tm="22893">
                                          <p:val>
                                            <p:strVal val="#ppt_y-0.09555"/>
                                          </p:val>
                                        </p:tav>
                                        <p:tav tm="23933">
                                          <p:val>
                                            <p:strVal val="#ppt_y-0.0688"/>
                                          </p:val>
                                        </p:tav>
                                        <p:tav tm="24974">
                                          <p:val>
                                            <p:strVal val="#ppt_y-0.04839"/>
                                          </p:val>
                                        </p:tav>
                                        <p:tav tm="26015">
                                          <p:val>
                                            <p:strVal val="#ppt_y-0.03309"/>
                                          </p:val>
                                        </p:tav>
                                        <p:tav tm="27055">
                                          <p:val>
                                            <p:strVal val="#ppt_y-0.02166"/>
                                          </p:val>
                                        </p:tav>
                                        <p:tav tm="28096">
                                          <p:val>
                                            <p:strVal val="#ppt_y-0.01311"/>
                                          </p:val>
                                        </p:tav>
                                        <p:tav tm="29136">
                                          <p:val>
                                            <p:strVal val="#ppt_y-0.00673"/>
                                          </p:val>
                                        </p:tav>
                                        <p:tav tm="30177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565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732"/>
                                          </p:val>
                                        </p:tav>
                                        <p:tav tm="39542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43704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532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34808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48349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60599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70884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79006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5196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985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334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9791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1.004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1.01737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3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34808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48349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60599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70884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79006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5196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985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334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9791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1.004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1.01737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3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5"/>
                                          </p:val>
                                        </p:tav>
                                        <p:tav tm="18730">
                                          <p:val>
                                            <p:fltVal val="-125"/>
                                          </p:val>
                                        </p:tav>
                                        <p:tav tm="19771">
                                          <p:val>
                                            <p:fltVal val="-155.73"/>
                                          </p:val>
                                        </p:tav>
                                        <p:tav tm="20812">
                                          <p:val>
                                            <p:fltVal val="-198.16"/>
                                          </p:val>
                                        </p:tav>
                                        <p:tav tm="21852">
                                          <p:val>
                                            <p:fltVal val="-236.54"/>
                                          </p:val>
                                        </p:tav>
                                        <p:tav tm="22893">
                                          <p:val>
                                            <p:fltVal val="-268.77"/>
                                          </p:val>
                                        </p:tav>
                                        <p:tav tm="23933">
                                          <p:val>
                                            <p:fltVal val="-294.22"/>
                                          </p:val>
                                        </p:tav>
                                        <p:tav tm="24974">
                                          <p:val>
                                            <p:fltVal val="-313.62"/>
                                          </p:val>
                                        </p:tav>
                                        <p:tav tm="26015">
                                          <p:val>
                                            <p:fltVal val="-328.2"/>
                                          </p:val>
                                        </p:tav>
                                        <p:tav tm="27055">
                                          <p:val>
                                            <p:fltVal val="-339.13"/>
                                          </p:val>
                                        </p:tav>
                                        <p:tav tm="28096">
                                          <p:val>
                                            <p:fltVal val="-347.34"/>
                                          </p:val>
                                        </p:tav>
                                        <p:tav tm="29136">
                                          <p:val>
                                            <p:fltVal val="-353.48"/>
                                          </p:val>
                                        </p:tav>
                                        <p:tav tm="30177">
                                          <p:val>
                                            <p:fltVal val="-358.05"/>
                                          </p:val>
                                        </p:tav>
                                        <p:tav tm="31217">
                                          <p:val>
                                            <p:fltVal val="-361.41"/>
                                          </p:val>
                                        </p:tav>
                                        <p:tav tm="32258">
                                          <p:val>
                                            <p:fltVal val="-363.81"/>
                                          </p:val>
                                        </p:tav>
                                        <p:tav tm="33299">
                                          <p:val>
                                            <p:fltVal val="-365.44"/>
                                          </p:val>
                                        </p:tav>
                                        <p:tav tm="35380">
                                          <p:val>
                                            <p:fltVal val="-366.97"/>
                                          </p:val>
                                        </p:tav>
                                        <p:tav tm="36420">
                                          <p:val>
                                            <p:fltVal val="-367.06"/>
                                          </p:val>
                                        </p:tav>
                                        <p:tav tm="38502">
                                          <p:val>
                                            <p:fltVal val="-366.26"/>
                                          </p:val>
                                        </p:tav>
                                        <p:tav tm="40583">
                                          <p:val>
                                            <p:fltVal val="-364.46"/>
                                          </p:val>
                                        </p:tav>
                                        <p:tav tm="43704">
                                          <p:val>
                                            <p:fltVal val="-360.46"/>
                                          </p:val>
                                        </p:tav>
                                        <p:tav tm="44745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60.84"/>
                                          </p:val>
                                        </p:tav>
                                        <p:tav tm="57232">
                                          <p:val>
                                            <p:fltVal val="-363.9"/>
                                          </p:val>
                                        </p:tav>
                                        <p:tav tm="58273">
                                          <p:val>
                                            <p:fltVal val="-364.89"/>
                                          </p:val>
                                        </p:tav>
                                        <p:tav tm="61394">
                                          <p:val>
                                            <p:fltVal val="-366.27"/>
                                          </p:val>
                                        </p:tav>
                                        <p:tav tm="67638">
                                          <p:val>
                                            <p:fltVal val="-366.93"/>
                                          </p:val>
                                        </p:tav>
                                        <p:tav tm="85328">
                                          <p:val>
                                            <p:fltVal val="-367"/>
                                          </p:val>
                                        </p:tav>
                                        <p:tav tm="86368">
                                          <p:val>
                                            <p:fltVal val="-365.88"/>
                                          </p:val>
                                        </p:tav>
                                        <p:tav tm="87409">
                                          <p:val>
                                            <p:fltVal val="-363.75"/>
                                          </p:val>
                                        </p:tav>
                                        <p:tav tm="88450">
                                          <p:val>
                                            <p:fltVal val="-362.25"/>
                                          </p:val>
                                        </p:tav>
                                        <p:tav tm="90531">
                                          <p:val>
                                            <p:fltVal val="-360.87"/>
                                          </p:val>
                                        </p:tav>
                                        <p:tav tm="93652">
                                          <p:val>
                                            <p:fltVal val="-360.21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0" dur="67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1" dur="3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233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12336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10758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8553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6545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4843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3492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246"/>
                                          </p:val>
                                        </p:tav>
                                        <p:tav tm="39542">
                                          <p:val>
                                            <p:strVal val="#ppt_x-0.01684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1104"/>
                                          </p:val>
                                        </p:tav>
                                        <p:tav tm="41623">
                                          <p:val>
                                            <p:strVal val="#ppt_x-0.0067"/>
                                          </p:val>
                                        </p:tav>
                                        <p:tav tm="42664">
                                          <p:val>
                                            <p:strVal val="#ppt_x-0.00345"/>
                                          </p:val>
                                        </p:tav>
                                        <p:tav tm="43704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49948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5307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57232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9313">
                                          <p:val>
                                            <p:strVal val="#ppt_x-0.00081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3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878"/>
                                          </p:val>
                                        </p:tav>
                                        <p:tav tm="32258">
                                          <p:val>
                                            <p:strVal val="#ppt_y-0.10878"/>
                                          </p:val>
                                        </p:tav>
                                        <p:tav tm="33299">
                                          <p:val>
                                            <p:strVal val="#ppt_y-0.09465"/>
                                          </p:val>
                                        </p:tav>
                                        <p:tav tm="34339">
                                          <p:val>
                                            <p:strVal val="#ppt_y-0.07512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5764"/>
                                          </p:val>
                                        </p:tav>
                                        <p:tav tm="36420">
                                          <p:val>
                                            <p:strVal val="#ppt_y-0.04294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312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2212"/>
                                          </p:val>
                                        </p:tav>
                                        <p:tav tm="39542">
                                          <p:val>
                                            <p:strVal val="#ppt_y-0.01523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608"/>
                                          </p:val>
                                        </p:tav>
                                        <p:tav tm="43704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45786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49948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53070">
                                          <p:val>
                                            <p:strVal val="#ppt_y+0.00266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34681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4823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60496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70801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78941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85148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89814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3313"/>
                                          </p:val>
                                        </p:tav>
                                        <p:tav tm="42664">
                                          <p:val>
                                            <p:strVal val="#ppt_w*0.97904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.00442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1734"/>
                                          </p:val>
                                        </p:tav>
                                        <p:tav tm="49948">
                                          <p:val>
                                            <p:strVal val="#ppt_w*1.02255"/>
                                          </p:val>
                                        </p:tav>
                                        <p:tav tm="58273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3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34681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4823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60496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70801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78941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85148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89814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3313"/>
                                          </p:val>
                                        </p:tav>
                                        <p:tav tm="42664">
                                          <p:val>
                                            <p:strVal val="#ppt_h*0.97904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.00442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1734"/>
                                          </p:val>
                                        </p:tav>
                                        <p:tav tm="49948">
                                          <p:val>
                                            <p:strVal val="#ppt_h*1.02255"/>
                                          </p:val>
                                        </p:tav>
                                        <p:tav tm="58273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" dur="3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8"/>
                                          </p:val>
                                        </p:tav>
                                        <p:tav tm="32258">
                                          <p:val>
                                            <p:fltVal val="88"/>
                                          </p:val>
                                        </p:tav>
                                        <p:tav tm="33299">
                                          <p:val>
                                            <p:fltVal val="123.11"/>
                                          </p:val>
                                        </p:tav>
                                        <p:tav tm="34339">
                                          <p:val>
                                            <p:fltVal val="172.25"/>
                                          </p:val>
                                        </p:tav>
                                        <p:tav tm="35380">
                                          <p:val>
                                            <p:fltVal val="216.73"/>
                                          </p:val>
                                        </p:tav>
                                        <p:tav tm="36420">
                                          <p:val>
                                            <p:fltVal val="254.1"/>
                                          </p:val>
                                        </p:tav>
                                        <p:tav tm="37461">
                                          <p:val>
                                            <p:fltVal val="283.63"/>
                                          </p:val>
                                        </p:tav>
                                        <p:tav tm="38502">
                                          <p:val>
                                            <p:fltVal val="306.14"/>
                                          </p:val>
                                        </p:tav>
                                        <p:tav tm="39542">
                                          <p:val>
                                            <p:fltVal val="323.06"/>
                                          </p:val>
                                        </p:tav>
                                        <p:tav tm="40583">
                                          <p:val>
                                            <p:fltVal val="335.75"/>
                                          </p:val>
                                        </p:tav>
                                        <p:tav tm="41623">
                                          <p:val>
                                            <p:fltVal val="345.27"/>
                                          </p:val>
                                        </p:tav>
                                        <p:tav tm="42664">
                                          <p:val>
                                            <p:fltVal val="352.4"/>
                                          </p:val>
                                        </p:tav>
                                        <p:tav tm="43704">
                                          <p:val>
                                            <p:fltVal val="357.71"/>
                                          </p:val>
                                        </p:tav>
                                        <p:tav tm="44745">
                                          <p:val>
                                            <p:fltVal val="361.6"/>
                                          </p:val>
                                        </p:tav>
                                        <p:tav tm="45786">
                                          <p:val>
                                            <p:fltVal val="364.39"/>
                                          </p:val>
                                        </p:tav>
                                        <p:tav tm="46826">
                                          <p:val>
                                            <p:fltVal val="366.29"/>
                                          </p:val>
                                        </p:tav>
                                        <p:tav tm="48907">
                                          <p:val>
                                            <p:fltVal val="368.06"/>
                                          </p:val>
                                        </p:tav>
                                        <p:tav tm="50989">
                                          <p:val>
                                            <p:fltVal val="367.88"/>
                                          </p:val>
                                        </p:tav>
                                        <p:tav tm="54110">
                                          <p:val>
                                            <p:fltVal val="365.18"/>
                                          </p:val>
                                        </p:tav>
                                        <p:tav tm="55151">
                                          <p:val>
                                            <p:fltVal val="365.25"/>
                                          </p:val>
                                        </p:tav>
                                        <p:tav tm="59313">
                                          <p:val>
                                            <p:fltVal val="369.49"/>
                                          </p:val>
                                        </p:tav>
                                        <p:tav tm="61394">
                                          <p:val>
                                            <p:fltVal val="370.75"/>
                                          </p:val>
                                        </p:tav>
                                        <p:tav tm="63476">
                                          <p:val>
                                            <p:fltVal val="371.38"/>
                                          </p:val>
                                        </p:tav>
                                        <p:tav tm="69719">
                                          <p:val>
                                            <p:fltVal val="371.97"/>
                                          </p:val>
                                        </p:tav>
                                        <p:tav tm="85328">
                                          <p:val>
                                            <p:fltVal val="372"/>
                                          </p:val>
                                        </p:tav>
                                        <p:tav tm="86368">
                                          <p:val>
                                            <p:fltVal val="370.07"/>
                                          </p:val>
                                        </p:tav>
                                        <p:tav tm="87409">
                                          <p:val>
                                            <p:fltVal val="366.44"/>
                                          </p:val>
                                        </p:tav>
                                        <p:tav tm="88450">
                                          <p:val>
                                            <p:fltVal val="363.86"/>
                                          </p:val>
                                        </p:tav>
                                        <p:tav tm="89490">
                                          <p:val>
                                            <p:fltVal val="362.36"/>
                                          </p:val>
                                        </p:tav>
                                        <p:tav tm="90531">
                                          <p:val>
                                            <p:fltVal val="361.48"/>
                                          </p:val>
                                        </p:tav>
                                        <p:tav tm="93652">
                                          <p:val>
                                            <p:fltVal val="360.36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8" dur="3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3017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13017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10881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8562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649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4771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3425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2404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1637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1062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39542">
                                          <p:val>
                                            <p:strVal val="#ppt_x-0.00309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4162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42664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.00364"/>
                                          </p:val>
                                        </p:tav>
                                        <p:tav tm="47867">
                                          <p:val>
                                            <p:strVal val="#ppt_x+0.00372"/>
                                          </p:val>
                                        </p:tav>
                                        <p:tav tm="50989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58273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61394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67638">
                                          <p:val>
                                            <p:strVal val="#ppt_x-0.00348"/>
                                          </p:val>
                                        </p:tav>
                                        <p:tav tm="85328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88450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90531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3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29136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0683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037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65557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92612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3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37328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50697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62629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72519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80264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86145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0562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93874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98218"/>
                                          </p:val>
                                        </p:tav>
                                        <p:tav tm="41623">
                                          <p:val>
                                            <p:strVal val="#ppt_w*1.0061"/>
                                          </p:val>
                                        </p:tav>
                                        <p:tav tm="43704">
                                          <p:val>
                                            <p:strVal val="#ppt_w*1.0181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2247"/>
                                          </p:val>
                                        </p:tav>
                                        <p:tav tm="55151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2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37328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50697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62629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72519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80264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86145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0562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93874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98218"/>
                                          </p:val>
                                        </p:tav>
                                        <p:tav tm="41623">
                                          <p:val>
                                            <p:strVal val="#ppt_h*1.0061"/>
                                          </p:val>
                                        </p:tav>
                                        <p:tav tm="43704">
                                          <p:val>
                                            <p:strVal val="#ppt_h*1.0181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2247"/>
                                          </p:val>
                                        </p:tav>
                                        <p:tav tm="55151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3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9"/>
                                          </p:val>
                                        </p:tav>
                                        <p:tav tm="29136">
                                          <p:val>
                                            <p:fltVal val="149"/>
                                          </p:val>
                                        </p:tav>
                                        <p:tav tm="30177">
                                          <p:val>
                                            <p:fltVal val="124.51"/>
                                          </p:val>
                                        </p:tav>
                                        <p:tav tm="31217">
                                          <p:val>
                                            <p:fltVal val="97.95"/>
                                          </p:val>
                                        </p:tav>
                                        <p:tav tm="32258">
                                          <p:val>
                                            <p:fltVal val="74.24"/>
                                          </p:val>
                                        </p:tav>
                                        <p:tav tm="33299">
                                          <p:val>
                                            <p:fltVal val="54.59"/>
                                          </p:val>
                                        </p:tav>
                                        <p:tav tm="34339">
                                          <p:val>
                                            <p:fltVal val="39.21"/>
                                          </p:val>
                                        </p:tav>
                                        <p:tav tm="35380">
                                          <p:val>
                                            <p:fltVal val="27.52"/>
                                          </p:val>
                                        </p:tav>
                                        <p:tav tm="36420">
                                          <p:val>
                                            <p:fltVal val="18.75"/>
                                          </p:val>
                                        </p:tav>
                                        <p:tav tm="37461">
                                          <p:val>
                                            <p:fltVal val="12.17"/>
                                          </p:val>
                                        </p:tav>
                                        <p:tav tm="38502">
                                          <p:val>
                                            <p:fltVal val="7.23"/>
                                          </p:val>
                                        </p:tav>
                                        <p:tav tm="39542">
                                          <p:val>
                                            <p:fltVal val="3.54"/>
                                          </p:val>
                                        </p:tav>
                                        <p:tav tm="40583">
                                          <p:val>
                                            <p:fltVal val="0.79"/>
                                          </p:val>
                                        </p:tav>
                                        <p:tav tm="41623">
                                          <p:val>
                                            <p:fltVal val="-1.21"/>
                                          </p:val>
                                        </p:tav>
                                        <p:tav tm="42664">
                                          <p:val>
                                            <p:fltVal val="-2.64"/>
                                          </p:val>
                                        </p:tav>
                                        <p:tav tm="44745">
                                          <p:val>
                                            <p:fltVal val="-4.18"/>
                                          </p:val>
                                        </p:tav>
                                        <p:tav tm="46826">
                                          <p:val>
                                            <p:fltVal val="-4.46"/>
                                          </p:val>
                                        </p:tav>
                                        <p:tav tm="48907">
                                          <p:val>
                                            <p:fltVal val="-3.89"/>
                                          </p:val>
                                        </p:tav>
                                        <p:tav tm="50989">
                                          <p:val>
                                            <p:fltVal val="-2.7"/>
                                          </p:val>
                                        </p:tav>
                                        <p:tav tm="54110">
                                          <p:val>
                                            <p:fltVal val="-0.12"/>
                                          </p:val>
                                        </p:tav>
                                        <p:tav tm="55151">
                                          <p:val>
                                            <p:fltVal val="1.44"/>
                                          </p:val>
                                        </p:tav>
                                        <p:tav tm="57232">
                                          <p:val>
                                            <p:fltVal val="6.68"/>
                                          </p:val>
                                        </p:tav>
                                        <p:tav tm="59313">
                                          <p:val>
                                            <p:fltVal val="9.49"/>
                                          </p:val>
                                        </p:tav>
                                        <p:tav tm="61394">
                                          <p:val>
                                            <p:fltVal val="10.75"/>
                                          </p:val>
                                        </p:tav>
                                        <p:tav tm="63476">
                                          <p:val>
                                            <p:fltVal val="11.38"/>
                                          </p:val>
                                        </p:tav>
                                        <p:tav tm="69719">
                                          <p:val>
                                            <p:fltVal val="11.97"/>
                                          </p:val>
                                        </p:tav>
                                        <p:tav tm="85328">
                                          <p:val>
                                            <p:fltVal val="12"/>
                                          </p:val>
                                        </p:tav>
                                        <p:tav tm="86368">
                                          <p:val>
                                            <p:fltVal val="10.07"/>
                                          </p:val>
                                        </p:tav>
                                        <p:tav tm="87409">
                                          <p:val>
                                            <p:fltVal val="6.44"/>
                                          </p:val>
                                        </p:tav>
                                        <p:tav tm="88450">
                                          <p:val>
                                            <p:fltVal val="3.86"/>
                                          </p:val>
                                        </p:tav>
                                        <p:tav tm="89490">
                                          <p:val>
                                            <p:fltVal val="2.36"/>
                                          </p:val>
                                        </p:tav>
                                        <p:tav tm="90531">
                                          <p:val>
                                            <p:fltVal val="1.48"/>
                                          </p:val>
                                        </p:tav>
                                        <p:tav tm="93652">
                                          <p:val>
                                            <p:fltVal val="0.36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5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6" dur="3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781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8781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8662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7039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5501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4144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3032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2167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1513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1023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0655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038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38502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40583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43704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50989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56191">
                                          <p:val>
                                            <p:strVal val="#ppt_x+0.00467"/>
                                          </p:val>
                                        </p:tav>
                                        <p:tav tm="57232">
                                          <p:val>
                                            <p:strVal val="#ppt_x+0.00573"/>
                                          </p:val>
                                        </p:tav>
                                        <p:tav tm="62435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66597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86368">
                                          <p:val>
                                            <p:strVal val="#ppt_x+0.00434"/>
                                          </p:val>
                                        </p:tav>
                                        <p:tav tm="87409">
                                          <p:val>
                                            <p:strVal val="#ppt_x+0.00569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91571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9469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3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683"/>
                                          </p:val>
                                        </p:tav>
                                        <p:tav tm="24974">
                                          <p:val>
                                            <p:strVal val="#ppt_y+0.15683"/>
                                          </p:val>
                                        </p:tav>
                                        <p:tav tm="26015">
                                          <p:val>
                                            <p:strVal val="#ppt_y+0.15468"/>
                                          </p:val>
                                        </p:tav>
                                        <p:tav tm="27055">
                                          <p:val>
                                            <p:strVal val="#ppt_y+0.12547"/>
                                          </p:val>
                                        </p:tav>
                                        <p:tav tm="28096">
                                          <p:val>
                                            <p:strVal val="#ppt_y+0.09786"/>
                                          </p:val>
                                        </p:tav>
                                        <p:tav tm="29136">
                                          <p:val>
                                            <p:strVal val="#ppt_y+0.07358"/>
                                          </p:val>
                                        </p:tav>
                                        <p:tav tm="30177">
                                          <p:val>
                                            <p:strVal val="#ppt_y+0.05377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3841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2682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1813"/>
                                          </p:val>
                                        </p:tav>
                                        <p:tav tm="34339">
                                          <p:val>
                                            <p:strVal val="#ppt_y+0.01163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0675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38502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40583">
                                          <p:val>
                                            <p:strVal val="#ppt_y-0.00387"/>
                                          </p:val>
                                        </p:tav>
                                        <p:tav tm="43704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46826">
                                          <p:val>
                                            <p:strVal val="#ppt_y-0.00336"/>
                                          </p:val>
                                        </p:tav>
                                        <p:tav tm="5098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5151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56191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1202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1728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2077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2453"/>
                                          </p:val>
                                        </p:tav>
                                        <p:tav tm="63476">
                                          <p:val>
                                            <p:strVal val="#ppt_y-0.02627"/>
                                          </p:val>
                                        </p:tav>
                                        <p:tav tm="69719">
                                          <p:val>
                                            <p:strVal val="#ppt_y-0.02783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2789"/>
                                          </p:val>
                                        </p:tav>
                                        <p:tav tm="86368">
                                          <p:val>
                                            <p:strVal val="#ppt_y-0.02267"/>
                                          </p:val>
                                        </p:tav>
                                        <p:tav tm="87409">
                                          <p:val>
                                            <p:strVal val="#ppt_y-0.01166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522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3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26023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5311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64685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74159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81519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87089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127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94405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98515"/>
                                          </p:val>
                                        </p:tav>
                                        <p:tav tm="38502">
                                          <p:val>
                                            <p:strVal val="#ppt_w*1.00768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225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01632"/>
                                          </p:val>
                                        </p:tav>
                                        <p:tav tm="50989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2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26023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5311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64685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74159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81519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87089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127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94405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98515"/>
                                          </p:val>
                                        </p:tav>
                                        <p:tav tm="38502">
                                          <p:val>
                                            <p:strVal val="#ppt_h*1.00768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225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01632"/>
                                          </p:val>
                                        </p:tav>
                                        <p:tav tm="50989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3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4"/>
                                          </p:val>
                                        </p:tav>
                                        <p:tav tm="24974">
                                          <p:val>
                                            <p:fltVal val="174"/>
                                          </p:val>
                                        </p:tav>
                                        <p:tav tm="26015">
                                          <p:val>
                                            <p:fltVal val="176.54"/>
                                          </p:val>
                                        </p:tav>
                                        <p:tav tm="27055">
                                          <p:val>
                                            <p:fltVal val="211.08"/>
                                          </p:val>
                                        </p:tav>
                                        <p:tav tm="28096">
                                          <p:val>
                                            <p:fltVal val="243.71"/>
                                          </p:val>
                                        </p:tav>
                                        <p:tav tm="29136">
                                          <p:val>
                                            <p:fltVal val="272.42"/>
                                          </p:val>
                                        </p:tav>
                                        <p:tav tm="30177">
                                          <p:val>
                                            <p:fltVal val="295.91"/>
                                          </p:val>
                                        </p:tav>
                                        <p:tav tm="31217">
                                          <p:val>
                                            <p:fltVal val="314.17"/>
                                          </p:val>
                                        </p:tav>
                                        <p:tav tm="32258">
                                          <p:val>
                                            <p:fltVal val="327.98"/>
                                          </p:val>
                                        </p:tav>
                                        <p:tav tm="33299">
                                          <p:val>
                                            <p:fltVal val="338.35"/>
                                          </p:val>
                                        </p:tav>
                                        <p:tav tm="34339">
                                          <p:val>
                                            <p:fltVal val="346.12"/>
                                          </p:val>
                                        </p:tav>
                                        <p:tav tm="35380">
                                          <p:val>
                                            <p:fltVal val="351.96"/>
                                          </p:val>
                                        </p:tav>
                                        <p:tav tm="36420">
                                          <p:val>
                                            <p:fltVal val="356.32"/>
                                          </p:val>
                                        </p:tav>
                                        <p:tav tm="37461">
                                          <p:val>
                                            <p:fltVal val="359.55"/>
                                          </p:val>
                                        </p:tav>
                                        <p:tav tm="38502">
                                          <p:val>
                                            <p:fltVal val="361.9"/>
                                          </p:val>
                                        </p:tav>
                                        <p:tav tm="40583">
                                          <p:val>
                                            <p:fltVal val="364.66"/>
                                          </p:val>
                                        </p:tav>
                                        <p:tav tm="41623">
                                          <p:val>
                                            <p:fltVal val="365.31"/>
                                          </p:val>
                                        </p:tav>
                                        <p:tav tm="43704">
                                          <p:val>
                                            <p:fltVal val="365.54"/>
                                          </p:val>
                                        </p:tav>
                                        <p:tav tm="46826">
                                          <p:val>
                                            <p:fltVal val="364.05"/>
                                          </p:val>
                                        </p:tav>
                                        <p:tav tm="50989">
                                          <p:val>
                                            <p:fltVal val="360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44.5"/>
                                          </p:val>
                                        </p:tav>
                                        <p:tav tm="56191">
                                          <p:val>
                                            <p:fltVal val="313.97"/>
                                          </p:val>
                                        </p:tav>
                                        <p:tav tm="57232">
                                          <p:val>
                                            <p:fltVal val="288.16"/>
                                          </p:val>
                                        </p:tav>
                                        <p:tav tm="58273">
                                          <p:val>
                                            <p:fltVal val="269.93"/>
                                          </p:val>
                                        </p:tav>
                                        <p:tav tm="59313">
                                          <p:val>
                                            <p:fltVal val="257.93"/>
                                          </p:val>
                                        </p:tav>
                                        <p:tav tm="60354">
                                          <p:val>
                                            <p:fltVal val="249.94"/>
                                          </p:val>
                                        </p:tav>
                                        <p:tav tm="61394">
                                          <p:val>
                                            <p:fltVal val="244.44"/>
                                          </p:val>
                                        </p:tav>
                                        <p:tav tm="62435">
                                          <p:val>
                                            <p:fltVal val="240.54"/>
                                          </p:val>
                                        </p:tav>
                                        <p:tav tm="63476">
                                          <p:val>
                                            <p:fltVal val="237.71"/>
                                          </p:val>
                                        </p:tav>
                                        <p:tav tm="64516">
                                          <p:val>
                                            <p:fltVal val="235.64"/>
                                          </p:val>
                                        </p:tav>
                                        <p:tav tm="65557">
                                          <p:val>
                                            <p:fltVal val="234.12"/>
                                          </p:val>
                                        </p:tav>
                                        <p:tav tm="67638">
                                          <p:val>
                                            <p:fltVal val="232.21"/>
                                          </p:val>
                                        </p:tav>
                                        <p:tav tm="69719">
                                          <p:val>
                                            <p:fltVal val="231.3"/>
                                          </p:val>
                                        </p:tav>
                                        <p:tav tm="71800">
                                          <p:val>
                                            <p:fltVal val="231"/>
                                          </p:val>
                                        </p:tav>
                                        <p:tav tm="85328">
                                          <p:val>
                                            <p:fltVal val="231"/>
                                          </p:val>
                                        </p:tav>
                                        <p:tav tm="86368">
                                          <p:val>
                                            <p:fltVal val="251.7"/>
                                          </p:val>
                                        </p:tav>
                                        <p:tav tm="87409">
                                          <p:val>
                                            <p:fltVal val="290.82"/>
                                          </p:val>
                                        </p:tav>
                                        <p:tav tm="88450">
                                          <p:val>
                                            <p:fltVal val="318.53"/>
                                          </p:val>
                                        </p:tav>
                                        <p:tav tm="89490">
                                          <p:val>
                                            <p:fltVal val="334.63"/>
                                          </p:val>
                                        </p:tav>
                                        <p:tav tm="90531">
                                          <p:val>
                                            <p:fltVal val="344.05"/>
                                          </p:val>
                                        </p:tav>
                                        <p:tav tm="91571">
                                          <p:val>
                                            <p:fltVal val="349.9"/>
                                          </p:val>
                                        </p:tav>
                                        <p:tav tm="92612">
                                          <p:val>
                                            <p:fltVal val="353.68"/>
                                          </p:val>
                                        </p:tav>
                                        <p:tav tm="93652">
                                          <p:val>
                                            <p:fltVal val="356.18"/>
                                          </p:val>
                                        </p:tav>
                                        <p:tav tm="94693">
                                          <p:val>
                                            <p:fltVal val="357.83"/>
                                          </p:val>
                                        </p:tav>
                                        <p:tav tm="96774">
                                          <p:val>
                                            <p:fltVal val="359.54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4" dur="3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764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5764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5479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4415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3422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2562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1866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1329"/>
                                          </p:val>
                                        </p:tav>
                                        <p:tav tm="29136">
                                          <p:val>
                                            <p:strVal val="#ppt_x-0.00923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619"/>
                                          </p:val>
                                        </p:tav>
                                        <p:tav tm="31217">
                                          <p:val>
                                            <p:strVal val="#ppt_x-0.00391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3538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37461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40583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47867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56191">
                                          <p:val>
                                            <p:strVal val="#ppt_x+0.00842"/>
                                          </p:val>
                                        </p:tav>
                                        <p:tav tm="57232">
                                          <p:val>
                                            <p:strVal val="#ppt_x+0.0108"/>
                                          </p:val>
                                        </p:tav>
                                        <p:tav tm="58273">
                                          <p:val>
                                            <p:strVal val="#ppt_x+0.01093"/>
                                          </p:val>
                                        </p:tav>
                                        <p:tav tm="61394">
                                          <p:val>
                                            <p:strVal val="#ppt_x+0.00878"/>
                                          </p:val>
                                        </p:tav>
                                        <p:tav tm="64516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71800">
                                          <p:val>
                                            <p:strVal val="#ppt_x+0.00663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663"/>
                                          </p:val>
                                        </p:tav>
                                        <p:tav tm="86368">
                                          <p:val>
                                            <p:strVal val="#ppt_x+0.00966"/>
                                          </p:val>
                                        </p:tav>
                                        <p:tav tm="87409">
                                          <p:val>
                                            <p:strVal val="#ppt_x+0.01067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90531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91571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94693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3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131"/>
                                          </p:val>
                                        </p:tav>
                                        <p:tav tm="21852">
                                          <p:val>
                                            <p:strVal val="#ppt_y+0.06131"/>
                                          </p:val>
                                        </p:tav>
                                        <p:tav tm="22893">
                                          <p:val>
                                            <p:strVal val="#ppt_y+0.05828"/>
                                          </p:val>
                                        </p:tav>
                                        <p:tav tm="24974">
                                          <p:val>
                                            <p:strVal val="#ppt_y+0.03642"/>
                                          </p:val>
                                        </p:tav>
                                        <p:tav tm="26015">
                                          <p:val>
                                            <p:strVal val="#ppt_y+0.02727"/>
                                          </p:val>
                                        </p:tav>
                                        <p:tav tm="27055">
                                          <p:val>
                                            <p:strVal val="#ppt_y+0.01987"/>
                                          </p:val>
                                        </p:tav>
                                        <p:tav tm="28096">
                                          <p:val>
                                            <p:strVal val="#ppt_y+0.01416"/>
                                          </p:val>
                                        </p:tav>
                                        <p:tav tm="30177">
                                          <p:val>
                                            <p:strVal val="#ppt_y+0.00661"/>
                                          </p:val>
                                        </p:tav>
                                        <p:tav tm="31217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37461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41623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4786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5151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56191">
                                          <p:val>
                                            <p:strVal val="#ppt_y-0.00774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1748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2551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3088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3436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3668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4018"/>
                                          </p:val>
                                        </p:tav>
                                        <p:tav tm="69719">
                                          <p:val>
                                            <p:strVal val="#ppt_y-0.0418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4191"/>
                                          </p:val>
                                        </p:tav>
                                        <p:tav tm="86368">
                                          <p:val>
                                            <p:strVal val="#ppt_y-0.03373"/>
                                          </p:val>
                                        </p:tav>
                                        <p:tav tm="87409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698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90531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3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28705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42549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55464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66663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7572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82708"/>
                                          </p:val>
                                        </p:tav>
                                        <p:tav tm="29136">
                                          <p:val>
                                            <p:strVal val="#ppt_w*0.87983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194"/>
                                          </p:val>
                                        </p:tav>
                                        <p:tav tm="31217">
                                          <p:val>
                                            <p:strVal val="#ppt_w*0.94908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98796"/>
                                          </p:val>
                                        </p:tav>
                                        <p:tav tm="35380">
                                          <p:val>
                                            <p:strVal val="#ppt_w*1.00915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42664">
                                          <p:val>
                                            <p:strVal val="#ppt_w*1.01864"/>
                                          </p:val>
                                        </p:tav>
                                        <p:tav tm="47867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28705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42549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55464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66663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7572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82708"/>
                                          </p:val>
                                        </p:tav>
                                        <p:tav tm="29136">
                                          <p:val>
                                            <p:strVal val="#ppt_h*0.87983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194"/>
                                          </p:val>
                                        </p:tav>
                                        <p:tav tm="31217">
                                          <p:val>
                                            <p:strVal val="#ppt_h*0.94908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98796"/>
                                          </p:val>
                                        </p:tav>
                                        <p:tav tm="35380">
                                          <p:val>
                                            <p:strVal val="#ppt_h*1.00915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2256"/>
                                          </p:val>
                                        </p:tav>
                                        <p:tav tm="42664">
                                          <p:val>
                                            <p:strVal val="#ppt_h*1.01864"/>
                                          </p:val>
                                        </p:tav>
                                        <p:tav tm="47867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3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7"/>
                                          </p:val>
                                        </p:tav>
                                        <p:tav tm="21852">
                                          <p:val>
                                            <p:fltVal val="-137"/>
                                          </p:val>
                                        </p:tav>
                                        <p:tav tm="22893">
                                          <p:val>
                                            <p:fltVal val="-148.02"/>
                                          </p:val>
                                        </p:tav>
                                        <p:tav tm="23933">
                                          <p:val>
                                            <p:fltVal val="-189.18"/>
                                          </p:val>
                                        </p:tav>
                                        <p:tav tm="24974">
                                          <p:val>
                                            <p:fltVal val="-227.58"/>
                                          </p:val>
                                        </p:tav>
                                        <p:tav tm="26015">
                                          <p:val>
                                            <p:fltVal val="-260.88"/>
                                          </p:val>
                                        </p:tav>
                                        <p:tav tm="27055">
                                          <p:val>
                                            <p:fltVal val="-287.81"/>
                                          </p:val>
                                        </p:tav>
                                        <p:tav tm="28096">
                                          <p:val>
                                            <p:fltVal val="-308.59"/>
                                          </p:val>
                                        </p:tav>
                                        <p:tav tm="29136">
                                          <p:val>
                                            <p:fltVal val="-324.27"/>
                                          </p:val>
                                        </p:tav>
                                        <p:tav tm="30177">
                                          <p:val>
                                            <p:fltVal val="-336.03"/>
                                          </p:val>
                                        </p:tav>
                                        <p:tav tm="31217">
                                          <p:val>
                                            <p:fltVal val="-344.86"/>
                                          </p:val>
                                        </p:tav>
                                        <p:tav tm="32258">
                                          <p:val>
                                            <p:fltVal val="-351.48"/>
                                          </p:val>
                                        </p:tav>
                                        <p:tav tm="33299">
                                          <p:val>
                                            <p:fltVal val="-356.42"/>
                                          </p:val>
                                        </p:tav>
                                        <p:tav tm="34339">
                                          <p:val>
                                            <p:fltVal val="-360.07"/>
                                          </p:val>
                                        </p:tav>
                                        <p:tav tm="35380">
                                          <p:val>
                                            <p:fltVal val="-362.72"/>
                                          </p:val>
                                        </p:tav>
                                        <p:tav tm="36420">
                                          <p:val>
                                            <p:fltVal val="-364.57"/>
                                          </p:val>
                                        </p:tav>
                                        <p:tav tm="37461">
                                          <p:val>
                                            <p:fltVal val="-365.77"/>
                                          </p:val>
                                        </p:tav>
                                        <p:tav tm="39542">
                                          <p:val>
                                            <p:fltVal val="-366.71"/>
                                          </p:val>
                                        </p:tav>
                                        <p:tav tm="41623">
                                          <p:val>
                                            <p:fltVal val="-366.2"/>
                                          </p:val>
                                        </p:tav>
                                        <p:tav tm="43704">
                                          <p:val>
                                            <p:fltVal val="-364.67"/>
                                          </p:val>
                                        </p:tav>
                                        <p:tav tm="47867">
                                          <p:val>
                                            <p:fltVal val="-360"/>
                                          </p:val>
                                        </p:tav>
                                        <p:tav tm="54110">
                                          <p:val>
                                            <p:fltVal val="-360"/>
                                          </p:val>
                                        </p:tav>
                                        <p:tav tm="55151">
                                          <p:val>
                                            <p:fltVal val="-375.5"/>
                                          </p:val>
                                        </p:tav>
                                        <p:tav tm="56191">
                                          <p:val>
                                            <p:fltVal val="-406.03"/>
                                          </p:val>
                                        </p:tav>
                                        <p:tav tm="57232">
                                          <p:val>
                                            <p:fltVal val="-431.84"/>
                                          </p:val>
                                        </p:tav>
                                        <p:tav tm="58273">
                                          <p:val>
                                            <p:fltVal val="-450.07"/>
                                          </p:val>
                                        </p:tav>
                                        <p:tav tm="59313">
                                          <p:val>
                                            <p:fltVal val="-462.07"/>
                                          </p:val>
                                        </p:tav>
                                        <p:tav tm="60354">
                                          <p:val>
                                            <p:fltVal val="-470.06"/>
                                          </p:val>
                                        </p:tav>
                                        <p:tav tm="61394">
                                          <p:val>
                                            <p:fltVal val="-475.56"/>
                                          </p:val>
                                        </p:tav>
                                        <p:tav tm="62435">
                                          <p:val>
                                            <p:fltVal val="-479.46"/>
                                          </p:val>
                                        </p:tav>
                                        <p:tav tm="63476">
                                          <p:val>
                                            <p:fltVal val="-482.29"/>
                                          </p:val>
                                        </p:tav>
                                        <p:tav tm="64516">
                                          <p:val>
                                            <p:fltVal val="-484.36"/>
                                          </p:val>
                                        </p:tav>
                                        <p:tav tm="66597">
                                          <p:val>
                                            <p:fltVal val="-486.99"/>
                                          </p:val>
                                        </p:tav>
                                        <p:tav tm="69719">
                                          <p:val>
                                            <p:fltVal val="-488.7"/>
                                          </p:val>
                                        </p:tav>
                                        <p:tav tm="85328">
                                          <p:val>
                                            <p:fltVal val="-489"/>
                                          </p:val>
                                        </p:tav>
                                        <p:tav tm="86368">
                                          <p:val>
                                            <p:fltVal val="-468.3"/>
                                          </p:val>
                                        </p:tav>
                                        <p:tav tm="87409">
                                          <p:val>
                                            <p:fltVal val="-429.18"/>
                                          </p:val>
                                        </p:tav>
                                        <p:tav tm="88450">
                                          <p:val>
                                            <p:fltVal val="-401.47"/>
                                          </p:val>
                                        </p:tav>
                                        <p:tav tm="89490">
                                          <p:val>
                                            <p:fltVal val="-385.37"/>
                                          </p:val>
                                        </p:tav>
                                        <p:tav tm="90531">
                                          <p:val>
                                            <p:fltVal val="-375.95"/>
                                          </p:val>
                                        </p:tav>
                                        <p:tav tm="91571">
                                          <p:val>
                                            <p:fltVal val="-370.1"/>
                                          </p:val>
                                        </p:tav>
                                        <p:tav tm="92612">
                                          <p:val>
                                            <p:fltVal val="-366.32"/>
                                          </p:val>
                                        </p:tav>
                                        <p:tav tm="93652">
                                          <p:val>
                                            <p:fltVal val="-363.82"/>
                                          </p:val>
                                        </p:tav>
                                        <p:tav tm="94693">
                                          <p:val>
                                            <p:fltVal val="-362.17"/>
                                          </p:val>
                                        </p:tav>
                                        <p:tav tm="96774">
                                          <p:val>
                                            <p:fltVal val="-360.46"/>
                                          </p:val>
                                        </p:tav>
                                        <p:tav tm="9989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2" dur="3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23"/>
                                          </p:val>
                                        </p:tav>
                                        <p:tav tm="18730">
                                          <p:val>
                                            <p:strVal val="#ppt_x-0.0823"/>
                                          </p:val>
                                        </p:tav>
                                        <p:tav tm="19771">
                                          <p:val>
                                            <p:strVal val="#ppt_x-0.0753"/>
                                          </p:val>
                                        </p:tav>
                                        <p:tav tm="20812">
                                          <p:val>
                                            <p:strVal val="#ppt_x-0.06023"/>
                                          </p:val>
                                        </p:tav>
                                        <p:tav tm="21852">
                                          <p:val>
                                            <p:strVal val="#ppt_x-0.04636"/>
                                          </p:val>
                                        </p:tav>
                                        <p:tav tm="22893">
                                          <p:val>
                                            <p:strVal val="#ppt_x-0.0345"/>
                                          </p:val>
                                        </p:tav>
                                        <p:tav tm="23933">
                                          <p:val>
                                            <p:strVal val="#ppt_x-0.02501"/>
                                          </p:val>
                                        </p:tav>
                                        <p:tav tm="24974">
                                          <p:val>
                                            <p:strVal val="#ppt_x-0.01774"/>
                                          </p:val>
                                        </p:tav>
                                        <p:tav tm="26015">
                                          <p:val>
                                            <p:strVal val="#ppt_x-0.01226"/>
                                          </p:val>
                                        </p:tav>
                                        <p:tav tm="27055">
                                          <p:val>
                                            <p:strVal val="#ppt_x-0.00815"/>
                                          </p:val>
                                        </p:tav>
                                        <p:tav tm="28096">
                                          <p:val>
                                            <p:strVal val="#ppt_x-0.00507"/>
                                          </p:val>
                                        </p:tav>
                                        <p:tav tm="30177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32258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34339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36420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39542">
                                          <p:val>
                                            <p:strVal val="#ppt_x+0.00199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"/>
                                          </p:val>
                                        </p:tav>
                                        <p:tav tm="55151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56191">
                                          <p:val>
                                            <p:strVal val="#ppt_x+0.00842"/>
                                          </p:val>
                                        </p:tav>
                                        <p:tav tm="57232">
                                          <p:val>
                                            <p:strVal val="#ppt_x+0.0108"/>
                                          </p:val>
                                        </p:tav>
                                        <p:tav tm="58273">
                                          <p:val>
                                            <p:strVal val="#ppt_x+0.01093"/>
                                          </p:val>
                                        </p:tav>
                                        <p:tav tm="61394">
                                          <p:val>
                                            <p:strVal val="#ppt_x+0.00878"/>
                                          </p:val>
                                        </p:tav>
                                        <p:tav tm="64516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71800">
                                          <p:val>
                                            <p:strVal val="#ppt_x+0.00663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0663"/>
                                          </p:val>
                                        </p:tav>
                                        <p:tav tm="86368">
                                          <p:val>
                                            <p:strVal val="#ppt_x+0.00966"/>
                                          </p:val>
                                        </p:tav>
                                        <p:tav tm="87409">
                                          <p:val>
                                            <p:strVal val="#ppt_x+0.01067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90531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91571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94693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3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282"/>
                                          </p:val>
                                        </p:tav>
                                        <p:tav tm="18730">
                                          <p:val>
                                            <p:strVal val="#ppt_y+0.04282"/>
                                          </p:val>
                                        </p:tav>
                                        <p:tav tm="19771">
                                          <p:val>
                                            <p:strVal val="#ppt_y+0.03918"/>
                                          </p:val>
                                        </p:tav>
                                        <p:tav tm="21852">
                                          <p:val>
                                            <p:strVal val="#ppt_y+0.02413"/>
                                          </p:val>
                                        </p:tav>
                                        <p:tav tm="22893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23933">
                                          <p:val>
                                            <p:strVal val="#ppt_y+0.01303"/>
                                          </p:val>
                                        </p:tav>
                                        <p:tav tm="24974">
                                          <p:val>
                                            <p:strVal val="#ppt_y+0.00925"/>
                                          </p:val>
                                        </p:tav>
                                        <p:tav tm="27055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30177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3538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44745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411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5151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56191">
                                          <p:val>
                                            <p:strVal val="#ppt_y-0.00774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1748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2551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3088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3436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3668"/>
                                          </p:val>
                                        </p:tav>
                                        <p:tav tm="63476">
                                          <p:val>
                                            <p:strVal val="#ppt_y-0.03938"/>
                                          </p:val>
                                        </p:tav>
                                        <p:tav tm="65557">
                                          <p:val>
                                            <p:strVal val="#ppt_y-0.04076"/>
                                          </p:val>
                                        </p:tav>
                                        <p:tav tm="70760">
                                          <p:val>
                                            <p:strVal val="#ppt_y-0.04188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4191"/>
                                          </p:val>
                                        </p:tav>
                                        <p:tav tm="86368">
                                          <p:val>
                                            <p:strVal val="#ppt_y-0.03373"/>
                                          </p:val>
                                        </p:tav>
                                        <p:tav tm="87409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0698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90531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3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w*0.31382"/>
                                          </p:val>
                                        </p:tav>
                                        <p:tav tm="20812">
                                          <p:val>
                                            <p:strVal val="#ppt_w*0.45112"/>
                                          </p:val>
                                        </p:tav>
                                        <p:tav tm="21852">
                                          <p:val>
                                            <p:strVal val="#ppt_w*0.57755"/>
                                          </p:val>
                                        </p:tav>
                                        <p:tav tm="22893">
                                          <p:val>
                                            <p:strVal val="#ppt_w*0.68562"/>
                                          </p:val>
                                        </p:tav>
                                        <p:tav tm="23933">
                                          <p:val>
                                            <p:strVal val="#ppt_w*0.77205"/>
                                          </p:val>
                                        </p:tav>
                                        <p:tav tm="24974">
                                          <p:val>
                                            <p:strVal val="#ppt_w*0.83835"/>
                                          </p:val>
                                        </p:tav>
                                        <p:tav tm="26015">
                                          <p:val>
                                            <p:strVal val="#ppt_w*0.88829"/>
                                          </p:val>
                                        </p:tav>
                                        <p:tav tm="27055">
                                          <p:val>
                                            <p:strVal val="#ppt_w*0.92574"/>
                                          </p:val>
                                        </p:tav>
                                        <p:tav tm="28096">
                                          <p:val>
                                            <p:strVal val="#ppt_w*0.95383"/>
                                          </p:val>
                                        </p:tav>
                                        <p:tav tm="30177">
                                          <p:val>
                                            <p:strVal val="#ppt_w*0.9906"/>
                                          </p:val>
                                        </p:tav>
                                        <p:tav tm="32258">
                                          <p:val>
                                            <p:strVal val="#ppt_w*1.01053"/>
                                          </p:val>
                                        </p:tav>
                                        <p:tav tm="36420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39542">
                                          <p:val>
                                            <p:strVal val="#ppt_w*1.01813"/>
                                          </p:val>
                                        </p:tav>
                                        <p:tav tm="44745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73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9771">
                                          <p:val>
                                            <p:strVal val="#ppt_h*0.31382"/>
                                          </p:val>
                                        </p:tav>
                                        <p:tav tm="20812">
                                          <p:val>
                                            <p:strVal val="#ppt_h*0.45112"/>
                                          </p:val>
                                        </p:tav>
                                        <p:tav tm="21852">
                                          <p:val>
                                            <p:strVal val="#ppt_h*0.57755"/>
                                          </p:val>
                                        </p:tav>
                                        <p:tav tm="22893">
                                          <p:val>
                                            <p:strVal val="#ppt_h*0.68562"/>
                                          </p:val>
                                        </p:tav>
                                        <p:tav tm="23933">
                                          <p:val>
                                            <p:strVal val="#ppt_h*0.77205"/>
                                          </p:val>
                                        </p:tav>
                                        <p:tav tm="24974">
                                          <p:val>
                                            <p:strVal val="#ppt_h*0.83835"/>
                                          </p:val>
                                        </p:tav>
                                        <p:tav tm="26015">
                                          <p:val>
                                            <p:strVal val="#ppt_h*0.88829"/>
                                          </p:val>
                                        </p:tav>
                                        <p:tav tm="27055">
                                          <p:val>
                                            <p:strVal val="#ppt_h*0.92574"/>
                                          </p:val>
                                        </p:tav>
                                        <p:tav tm="28096">
                                          <p:val>
                                            <p:strVal val="#ppt_h*0.95383"/>
                                          </p:val>
                                        </p:tav>
                                        <p:tav tm="30177">
                                          <p:val>
                                            <p:strVal val="#ppt_h*0.9906"/>
                                          </p:val>
                                        </p:tav>
                                        <p:tav tm="32258">
                                          <p:val>
                                            <p:strVal val="#ppt_h*1.01053"/>
                                          </p:val>
                                        </p:tav>
                                        <p:tav tm="36420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39542">
                                          <p:val>
                                            <p:strVal val="#ppt_h*1.01813"/>
                                          </p:val>
                                        </p:tav>
                                        <p:tav tm="44745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3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0"/>
                                          </p:val>
                                        </p:tav>
                                        <p:tav tm="18730">
                                          <p:val>
                                            <p:fltVal val="100"/>
                                          </p:val>
                                        </p:tav>
                                        <p:tav tm="19771">
                                          <p:val>
                                            <p:fltVal val="122.12"/>
                                          </p:val>
                                        </p:tav>
                                        <p:tav tm="20812">
                                          <p:val>
                                            <p:fltVal val="169.72"/>
                                          </p:val>
                                        </p:tav>
                                        <p:tav tm="21852">
                                          <p:val>
                                            <p:fltVal val="213.55"/>
                                          </p:val>
                                        </p:tav>
                                        <p:tav tm="22893">
                                          <p:val>
                                            <p:fltVal val="251.01"/>
                                          </p:val>
                                        </p:tav>
                                        <p:tav tm="23933">
                                          <p:val>
                                            <p:fltVal val="280.98"/>
                                          </p:val>
                                        </p:tav>
                                        <p:tav tm="24974">
                                          <p:val>
                                            <p:fltVal val="303.96"/>
                                          </p:val>
                                        </p:tav>
                                        <p:tav tm="26015">
                                          <p:val>
                                            <p:fltVal val="321.27"/>
                                          </p:val>
                                        </p:tav>
                                        <p:tav tm="27055">
                                          <p:val>
                                            <p:fltVal val="334.26"/>
                                          </p:val>
                                        </p:tav>
                                        <p:tav tm="28096">
                                          <p:val>
                                            <p:fltVal val="344"/>
                                          </p:val>
                                        </p:tav>
                                        <p:tav tm="29136">
                                          <p:val>
                                            <p:fltVal val="351.3"/>
                                          </p:val>
                                        </p:tav>
                                        <p:tav tm="30177">
                                          <p:val>
                                            <p:fltVal val="356.74"/>
                                          </p:val>
                                        </p:tav>
                                        <p:tav tm="31217">
                                          <p:val>
                                            <p:fltVal val="360.76"/>
                                          </p:val>
                                        </p:tav>
                                        <p:tav tm="32258">
                                          <p:val>
                                            <p:fltVal val="363.65"/>
                                          </p:val>
                                        </p:tav>
                                        <p:tav tm="33299">
                                          <p:val>
                                            <p:fltVal val="365.65"/>
                                          </p:val>
                                        </p:tav>
                                        <p:tav tm="34339">
                                          <p:val>
                                            <p:fltVal val="366.93"/>
                                          </p:val>
                                        </p:tav>
                                        <p:tav tm="36420">
                                          <p:val>
                                            <p:fltVal val="367.83"/>
                                          </p:val>
                                        </p:tav>
                                        <p:tav tm="37461">
                                          <p:val>
                                            <p:fltVal val="367.63"/>
                                          </p:val>
                                        </p:tav>
                                        <p:tav tm="39542">
                                          <p:val>
                                            <p:fltVal val="366.29"/>
                                          </p:val>
                                        </p:tav>
                                        <p:tav tm="41623">
                                          <p:val>
                                            <p:fltVal val="363.96"/>
                                          </p:val>
                                        </p:tav>
                                        <p:tav tm="43704">
                                          <p:val>
                                            <p:fltVal val="360.93"/>
                                          </p:val>
                                        </p:tav>
                                        <p:tav tm="44745">
                                          <p:val>
                                            <p:fltVal val="360"/>
                                          </p:val>
                                        </p:tav>
                                        <p:tav tm="54110">
                                          <p:val>
                                            <p:fltVal val="360"/>
                                          </p:val>
                                        </p:tav>
                                        <p:tav tm="55151">
                                          <p:val>
                                            <p:fltVal val="344.5"/>
                                          </p:val>
                                        </p:tav>
                                        <p:tav tm="56191">
                                          <p:val>
                                            <p:fltVal val="313.97"/>
                                          </p:val>
                                        </p:tav>
                                        <p:tav tm="57232">
                                          <p:val>
                                            <p:fltVal val="288.16"/>
                                          </p:val>
                                        </p:tav>
                                        <p:tav tm="58273">
                                          <p:val>
                                            <p:fltVal val="269.93"/>
                                          </p:val>
                                        </p:tav>
                                        <p:tav tm="59313">
                                          <p:val>
                                            <p:fltVal val="257.93"/>
                                          </p:val>
                                        </p:tav>
                                        <p:tav tm="60354">
                                          <p:val>
                                            <p:fltVal val="249.94"/>
                                          </p:val>
                                        </p:tav>
                                        <p:tav tm="61394">
                                          <p:val>
                                            <p:fltVal val="244.44"/>
                                          </p:val>
                                        </p:tav>
                                        <p:tav tm="62435">
                                          <p:val>
                                            <p:fltVal val="240.54"/>
                                          </p:val>
                                        </p:tav>
                                        <p:tav tm="63476">
                                          <p:val>
                                            <p:fltVal val="237.71"/>
                                          </p:val>
                                        </p:tav>
                                        <p:tav tm="64516">
                                          <p:val>
                                            <p:fltVal val="235.64"/>
                                          </p:val>
                                        </p:tav>
                                        <p:tav tm="65557">
                                          <p:val>
                                            <p:fltVal val="234.12"/>
                                          </p:val>
                                        </p:tav>
                                        <p:tav tm="67638">
                                          <p:val>
                                            <p:fltVal val="232.21"/>
                                          </p:val>
                                        </p:tav>
                                        <p:tav tm="69719">
                                          <p:val>
                                            <p:fltVal val="231.3"/>
                                          </p:val>
                                        </p:tav>
                                        <p:tav tm="71800">
                                          <p:val>
                                            <p:fltVal val="231"/>
                                          </p:val>
                                        </p:tav>
                                        <p:tav tm="85328">
                                          <p:val>
                                            <p:fltVal val="231"/>
                                          </p:val>
                                        </p:tav>
                                        <p:tav tm="86368">
                                          <p:val>
                                            <p:fltVal val="251.7"/>
                                          </p:val>
                                        </p:tav>
                                        <p:tav tm="87409">
                                          <p:val>
                                            <p:fltVal val="290.82"/>
                                          </p:val>
                                        </p:tav>
                                        <p:tav tm="88450">
                                          <p:val>
                                            <p:fltVal val="318.53"/>
                                          </p:val>
                                        </p:tav>
                                        <p:tav tm="89490">
                                          <p:val>
                                            <p:fltVal val="334.63"/>
                                          </p:val>
                                        </p:tav>
                                        <p:tav tm="90531">
                                          <p:val>
                                            <p:fltVal val="344.05"/>
                                          </p:val>
                                        </p:tav>
                                        <p:tav tm="91571">
                                          <p:val>
                                            <p:fltVal val="349.9"/>
                                          </p:val>
                                        </p:tav>
                                        <p:tav tm="92612">
                                          <p:val>
                                            <p:fltVal val="353.68"/>
                                          </p:val>
                                        </p:tav>
                                        <p:tav tm="93652">
                                          <p:val>
                                            <p:fltVal val="356.18"/>
                                          </p:val>
                                        </p:tav>
                                        <p:tav tm="94693">
                                          <p:val>
                                            <p:fltVal val="357.83"/>
                                          </p:val>
                                        </p:tav>
                                        <p:tav tm="96774">
                                          <p:val>
                                            <p:fltVal val="359.54"/>
                                          </p:val>
                                        </p:tav>
                                        <p:tav tm="998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9" dur="67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0" dur="3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386"/>
                                          </p:val>
                                        </p:tav>
                                        <p:tav tm="32258">
                                          <p:val>
                                            <p:strVal val="#ppt_x-0.09386"/>
                                          </p:val>
                                        </p:tav>
                                        <p:tav tm="33299">
                                          <p:val>
                                            <p:strVal val="#ppt_x-0.08603"/>
                                          </p:val>
                                        </p:tav>
                                        <p:tav tm="34339">
                                          <p:val>
                                            <p:strVal val="#ppt_x-0.06883"/>
                                          </p:val>
                                        </p:tav>
                                        <p:tav tm="35380">
                                          <p:val>
                                            <p:strVal val="#ppt_x-0.05298"/>
                                          </p:val>
                                        </p:tav>
                                        <p:tav tm="36420">
                                          <p:val>
                                            <p:strVal val="#ppt_x-0.03944"/>
                                          </p:val>
                                        </p:tav>
                                        <p:tav tm="37461">
                                          <p:val>
                                            <p:strVal val="#ppt_x-0.0286"/>
                                          </p:val>
                                        </p:tav>
                                        <p:tav tm="38502">
                                          <p:val>
                                            <p:strVal val="#ppt_x-0.02028"/>
                                          </p:val>
                                        </p:tav>
                                        <p:tav tm="39542">
                                          <p:val>
                                            <p:strVal val="#ppt_x-0.01402"/>
                                          </p:val>
                                        </p:tav>
                                        <p:tav tm="40583">
                                          <p:val>
                                            <p:strVal val="#ppt_x-0.00932"/>
                                          </p:val>
                                        </p:tav>
                                        <p:tav tm="41623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42664">
                                          <p:val>
                                            <p:strVal val="#ppt_x-0.00316"/>
                                          </p:val>
                                        </p:tav>
                                        <p:tav tm="4474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46826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48907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50989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54110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55151">
                                          <p:val>
                                            <p:strVal val="#ppt_x+0.00668"/>
                                          </p:val>
                                        </p:tav>
                                        <p:tav tm="56191">
                                          <p:val>
                                            <p:strVal val="#ppt_x+0.01497"/>
                                          </p:val>
                                        </p:tav>
                                        <p:tav tm="57232">
                                          <p:val>
                                            <p:strVal val="#ppt_x+0.01896"/>
                                          </p:val>
                                        </p:tav>
                                        <p:tav tm="58273">
                                          <p:val>
                                            <p:strVal val="#ppt_x+0.01959"/>
                                          </p:val>
                                        </p:tav>
                                        <p:tav tm="62435">
                                          <p:val>
                                            <p:strVal val="#ppt_x+0.01597"/>
                                          </p:val>
                                        </p:tav>
                                        <p:tav tm="64516">
                                          <p:val>
                                            <p:strVal val="#ppt_x+0.01483"/>
                                          </p:val>
                                        </p:tav>
                                        <p:tav tm="67638">
                                          <p:val>
                                            <p:strVal val="#ppt_x+0.01396"/>
                                          </p:val>
                                        </p:tav>
                                        <p:tav tm="71800">
                                          <p:val>
                                            <p:strVal val="#ppt_x+0.01364"/>
                                          </p:val>
                                        </p:tav>
                                        <p:tav tm="85328">
                                          <p:val>
                                            <p:strVal val="#ppt_x+0.01364"/>
                                          </p:val>
                                        </p:tav>
                                        <p:tav tm="86368">
                                          <p:val>
                                            <p:strVal val="#ppt_x+0.018"/>
                                          </p:val>
                                        </p:tav>
                                        <p:tav tm="87409">
                                          <p:val>
                                            <p:strVal val="#ppt_x+0.01867"/>
                                          </p:val>
                                        </p:tav>
                                        <p:tav tm="89490">
                                          <p:val>
                                            <p:strVal val="#ppt_x+0.00867"/>
                                          </p:val>
                                        </p:tav>
                                        <p:tav tm="90531">
                                          <p:val>
                                            <p:strVal val="#ppt_x+0.00556"/>
                                          </p:val>
                                        </p:tav>
                                        <p:tav tm="91571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92612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94693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98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3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753"/>
                                          </p:val>
                                        </p:tav>
                                        <p:tav tm="32258">
                                          <p:val>
                                            <p:strVal val="#ppt_y+0.04753"/>
                                          </p:val>
                                        </p:tav>
                                        <p:tav tm="33299">
                                          <p:val>
                                            <p:strVal val="#ppt_y+0.04357"/>
                                          </p:val>
                                        </p:tav>
                                        <p:tav tm="35380">
                                          <p:val>
                                            <p:strVal val="#ppt_y+0.02684"/>
                                          </p:val>
                                        </p:tav>
                                        <p:tav tm="36420">
                                          <p:val>
                                            <p:strVal val="#ppt_y+0.01998"/>
                                          </p:val>
                                        </p:tav>
                                        <p:tav tm="37461">
                                          <p:val>
                                            <p:strVal val="#ppt_y+0.01449"/>
                                          </p:val>
                                        </p:tav>
                                        <p:tav tm="38502">
                                          <p:val>
                                            <p:strVal val="#ppt_y+0.01028"/>
                                          </p:val>
                                        </p:tav>
                                        <p:tav tm="40583">
                                          <p:val>
                                            <p:strVal val="#ppt_y+0.00474"/>
                                          </p:val>
                                        </p:tav>
                                        <p:tav tm="42664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44745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48907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54110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55151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56191">
                                          <p:val>
                                            <p:strVal val="#ppt_y-0.01336"/>
                                          </p:val>
                                        </p:tav>
                                        <p:tav tm="57232">
                                          <p:val>
                                            <p:strVal val="#ppt_y-0.02779"/>
                                          </p:val>
                                        </p:tav>
                                        <p:tav tm="58273">
                                          <p:val>
                                            <p:strVal val="#ppt_y-0.0398"/>
                                          </p:val>
                                        </p:tav>
                                        <p:tav tm="59313">
                                          <p:val>
                                            <p:strVal val="#ppt_y-0.04827"/>
                                          </p:val>
                                        </p:tav>
                                        <p:tav tm="60354">
                                          <p:val>
                                            <p:strVal val="#ppt_y-0.05376"/>
                                          </p:val>
                                        </p:tav>
                                        <p:tav tm="61394">
                                          <p:val>
                                            <p:strVal val="#ppt_y-0.05741"/>
                                          </p:val>
                                        </p:tav>
                                        <p:tav tm="62435">
                                          <p:val>
                                            <p:strVal val="#ppt_y-0.05991"/>
                                          </p:val>
                                        </p:tav>
                                        <p:tav tm="64516">
                                          <p:val>
                                            <p:strVal val="#ppt_y-0.06293"/>
                                          </p:val>
                                        </p:tav>
                                        <p:tav tm="66597">
                                          <p:val>
                                            <p:strVal val="#ppt_y-0.06449"/>
                                          </p:val>
                                        </p:tav>
                                        <p:tav tm="70760">
                                          <p:val>
                                            <p:strVal val="#ppt_y-0.0656"/>
                                          </p:val>
                                        </p:tav>
                                        <p:tav tm="85328">
                                          <p:val>
                                            <p:strVal val="#ppt_y-0.06565"/>
                                          </p:val>
                                        </p:tav>
                                        <p:tav tm="86368">
                                          <p:val>
                                            <p:strVal val="#ppt_y-0.0527"/>
                                          </p:val>
                                        </p:tav>
                                        <p:tav tm="87409">
                                          <p:val>
                                            <p:strVal val="#ppt_y-0.02578"/>
                                          </p:val>
                                        </p:tav>
                                        <p:tav tm="88450">
                                          <p:val>
                                            <p:strVal val="#ppt_y-0.01032"/>
                                          </p:val>
                                        </p:tav>
                                        <p:tav tm="89490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90531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91571">
                                          <p:val>
                                            <p:strVal val="#ppt_y-0.0019"/>
                                          </p:val>
                                        </p:tav>
                                        <p:tav tm="9989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3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w*0.25"/>
                                          </p:val>
                                        </p:tav>
                                        <p:tav tm="33299">
                                          <p:val>
                                            <p:strVal val="#ppt_w*0.31255"/>
                                          </p:val>
                                        </p:tav>
                                        <p:tav tm="34339">
                                          <p:val>
                                            <p:strVal val="#ppt_w*0.44991"/>
                                          </p:val>
                                        </p:tav>
                                        <p:tav tm="35380">
                                          <p:val>
                                            <p:strVal val="#ppt_w*0.57648"/>
                                          </p:val>
                                        </p:tav>
                                        <p:tav tm="36420">
                                          <p:val>
                                            <p:strVal val="#ppt_w*0.68473"/>
                                          </p:val>
                                        </p:tav>
                                        <p:tav tm="37461">
                                          <p:val>
                                            <p:strVal val="#ppt_w*0.77136"/>
                                          </p:val>
                                        </p:tav>
                                        <p:tav tm="38502">
                                          <p:val>
                                            <p:strVal val="#ppt_w*0.83783"/>
                                          </p:val>
                                        </p:tav>
                                        <p:tav tm="39542">
                                          <p:val>
                                            <p:strVal val="#ppt_w*0.8879"/>
                                          </p:val>
                                        </p:tav>
                                        <p:tav tm="40583">
                                          <p:val>
                                            <p:strVal val="#ppt_w*0.92545"/>
                                          </p:val>
                                        </p:tav>
                                        <p:tav tm="41623">
                                          <p:val>
                                            <p:strVal val="#ppt_w*0.95361"/>
                                          </p:val>
                                        </p:tav>
                                        <p:tav tm="43704">
                                          <p:val>
                                            <p:strVal val="#ppt_w*0.99048"/>
                                          </p:val>
                                        </p:tav>
                                        <p:tav tm="45786">
                                          <p:val>
                                            <p:strVal val="#ppt_w*1.01046"/>
                                          </p:val>
                                        </p:tav>
                                        <p:tav tm="49948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53070">
                                          <p:val>
                                            <p:strVal val="#ppt_w*1.01816"/>
                                          </p:val>
                                        </p:tav>
                                        <p:tav tm="58273">
                                          <p:val>
                                            <p:strVal val="#ppt_w*1"/>
                                          </p:val>
                                        </p:tav>
                                        <p:tav tm="998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32258">
                                          <p:val>
                                            <p:strVal val="#ppt_h*0.25"/>
                                          </p:val>
                                        </p:tav>
                                        <p:tav tm="33299">
                                          <p:val>
                                            <p:strVal val="#ppt_h*0.31255"/>
                                          </p:val>
                                        </p:tav>
                                        <p:tav tm="34339">
                                          <p:val>
                                            <p:strVal val="#ppt_h*0.44991"/>
                                          </p:val>
                                        </p:tav>
                                        <p:tav tm="35380">
                                          <p:val>
                                            <p:strVal val="#ppt_h*0.57648"/>
                                          </p:val>
                                        </p:tav>
                                        <p:tav tm="36420">
                                          <p:val>
                                            <p:strVal val="#ppt_h*0.68473"/>
                                          </p:val>
                                        </p:tav>
                                        <p:tav tm="37461">
                                          <p:val>
                                            <p:strVal val="#ppt_h*0.77136"/>
                                          </p:val>
                                        </p:tav>
                                        <p:tav tm="38502">
                                          <p:val>
                                            <p:strVal val="#ppt_h*0.83783"/>
                                          </p:val>
                                        </p:tav>
                                        <p:tav tm="39542">
                                          <p:val>
                                            <p:strVal val="#ppt_h*0.8879"/>
                                          </p:val>
                                        </p:tav>
                                        <p:tav tm="40583">
                                          <p:val>
                                            <p:strVal val="#ppt_h*0.92545"/>
                                          </p:val>
                                        </p:tav>
                                        <p:tav tm="41623">
                                          <p:val>
                                            <p:strVal val="#ppt_h*0.95361"/>
                                          </p:val>
                                        </p:tav>
                                        <p:tav tm="43704">
                                          <p:val>
                                            <p:strVal val="#ppt_h*0.99048"/>
                                          </p:val>
                                        </p:tav>
                                        <p:tav tm="45786">
                                          <p:val>
                                            <p:strVal val="#ppt_h*1.01046"/>
                                          </p:val>
                                        </p:tav>
                                        <p:tav tm="49948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53070">
                                          <p:val>
                                            <p:strVal val="#ppt_h*1.01816"/>
                                          </p:val>
                                        </p:tav>
                                        <p:tav tm="58273">
                                          <p:val>
                                            <p:strVal val="#ppt_h*1"/>
                                          </p:val>
                                        </p:tav>
                                        <p:tav tm="998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3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7"/>
                                          </p:val>
                                        </p:tav>
                                        <p:tav tm="32258">
                                          <p:val>
                                            <p:fltVal val="137"/>
                                          </p:val>
                                        </p:tav>
                                        <p:tav tm="33299">
                                          <p:val>
                                            <p:fltVal val="125.57"/>
                                          </p:val>
                                        </p:tav>
                                        <p:tav tm="34339">
                                          <p:val>
                                            <p:fltVal val="100.48"/>
                                          </p:val>
                                        </p:tav>
                                        <p:tav tm="35380">
                                          <p:val>
                                            <p:fltVal val="77.36"/>
                                          </p:val>
                                        </p:tav>
                                        <p:tav tm="36420">
                                          <p:val>
                                            <p:fltVal val="57.59"/>
                                          </p:val>
                                        </p:tav>
                                        <p:tav tm="37461">
                                          <p:val>
                                            <p:fltVal val="41.76"/>
                                          </p:val>
                                        </p:tav>
                                        <p:tav tm="38502">
                                          <p:val>
                                            <p:fltVal val="29.62"/>
                                          </p:val>
                                        </p:tav>
                                        <p:tav tm="39542">
                                          <p:val>
                                            <p:fltVal val="20.48"/>
                                          </p:val>
                                        </p:tav>
                                        <p:tav tm="40583">
                                          <p:val>
                                            <p:fltVal val="13.62"/>
                                          </p:val>
                                        </p:tav>
                                        <p:tav tm="41623">
                                          <p:val>
                                            <p:fltVal val="8.47"/>
                                          </p:val>
                                        </p:tav>
                                        <p:tav tm="42664">
                                          <p:val>
                                            <p:fltVal val="4.62"/>
                                          </p:val>
                                        </p:tav>
                                        <p:tav tm="43704">
                                          <p:val>
                                            <p:fltVal val="1.74"/>
                                          </p:val>
                                        </p:tav>
                                        <p:tav tm="44745">
                                          <p:val>
                                            <p:fltVal val="-0.38"/>
                                          </p:val>
                                        </p:tav>
                                        <p:tav tm="46826">
                                          <p:val>
                                            <p:fltVal val="-2.97"/>
                                          </p:val>
                                        </p:tav>
                                        <p:tav tm="48907">
                                          <p:val>
                                            <p:fltVal val="-4.01"/>
                                          </p:val>
                                        </p:tav>
                                        <p:tav tm="50989">
                                          <p:val>
                                            <p:fltVal val="-4.02"/>
                                          </p:val>
                                        </p:tav>
                                        <p:tav tm="54110">
                                          <p:val>
                                            <p:fltVal val="-2.76"/>
                                          </p:val>
                                        </p:tav>
                                        <p:tav tm="55151">
                                          <p:val>
                                            <p:fltVal val="-17.6"/>
                                          </p:val>
                                        </p:tav>
                                        <p:tav tm="56191">
                                          <p:val>
                                            <p:fltVal val="-47.37"/>
                                          </p:val>
                                        </p:tav>
                                        <p:tav tm="57232">
                                          <p:val>
                                            <p:fltVal val="-72.34"/>
                                          </p:val>
                                        </p:tav>
                                        <p:tav tm="58273">
                                          <p:val>
                                            <p:fltVal val="-90.07"/>
                                          </p:val>
                                        </p:tav>
                                        <p:tav tm="59313">
                                          <p:val>
                                            <p:fltVal val="-102.07"/>
                                          </p:val>
                                        </p:tav>
                                        <p:tav tm="60354">
                                          <p:val>
                                            <p:fltVal val="-110.06"/>
                                          </p:val>
                                        </p:tav>
                                        <p:tav tm="61394">
                                          <p:val>
                                            <p:fltVal val="-115.56"/>
                                          </p:val>
                                        </p:tav>
                                        <p:tav tm="62435">
                                          <p:val>
                                            <p:fltVal val="-119.46"/>
                                          </p:val>
                                        </p:tav>
                                        <p:tav tm="63476">
                                          <p:val>
                                            <p:fltVal val="-122.29"/>
                                          </p:val>
                                        </p:tav>
                                        <p:tav tm="65557">
                                          <p:val>
                                            <p:fltVal val="-125.88"/>
                                          </p:val>
                                        </p:tav>
                                        <p:tav tm="67638">
                                          <p:val>
                                            <p:fltVal val="-127.79"/>
                                          </p:val>
                                        </p:tav>
                                        <p:tav tm="70760">
                                          <p:val>
                                            <p:fltVal val="-128.91"/>
                                          </p:val>
                                        </p:tav>
                                        <p:tav tm="85328">
                                          <p:val>
                                            <p:fltVal val="-129"/>
                                          </p:val>
                                        </p:tav>
                                        <p:tav tm="86368">
                                          <p:val>
                                            <p:fltVal val="-108.3"/>
                                          </p:val>
                                        </p:tav>
                                        <p:tav tm="87409">
                                          <p:val>
                                            <p:fltVal val="-69.18"/>
                                          </p:val>
                                        </p:tav>
                                        <p:tav tm="88450">
                                          <p:val>
                                            <p:fltVal val="-41.47"/>
                                          </p:val>
                                        </p:tav>
                                        <p:tav tm="89490">
                                          <p:val>
                                            <p:fltVal val="-25.37"/>
                                          </p:val>
                                        </p:tav>
                                        <p:tav tm="90531">
                                          <p:val>
                                            <p:fltVal val="-15.95"/>
                                          </p:val>
                                        </p:tav>
                                        <p:tav tm="91571">
                                          <p:val>
                                            <p:fltVal val="-10.1"/>
                                          </p:val>
                                        </p:tav>
                                        <p:tav tm="92612">
                                          <p:val>
                                            <p:fltVal val="-6.32"/>
                                          </p:val>
                                        </p:tav>
                                        <p:tav tm="93652">
                                          <p:val>
                                            <p:fltVal val="-3.82"/>
                                          </p:val>
                                        </p:tav>
                                        <p:tav tm="94693">
                                          <p:val>
                                            <p:fltVal val="-2.17"/>
                                          </p:val>
                                        </p:tav>
                                        <p:tav tm="96774">
                                          <p:val>
                                            <p:fltVal val="-0.46"/>
                                          </p:val>
                                        </p:tav>
                                        <p:tav tm="9989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8" dur="1779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659"/>
                                          </p:val>
                                        </p:tav>
                                        <p:tav tm="52470">
                                          <p:val>
                                            <p:strVal val="#ppt_x+0.11659"/>
                                          </p:val>
                                        </p:tav>
                                        <p:tav tm="54344">
                                          <p:val>
                                            <p:strVal val="#ppt_x+0.10281"/>
                                          </p:val>
                                        </p:tav>
                                        <p:tav tm="56218">
                                          <p:val>
                                            <p:strVal val="#ppt_x+0.08175"/>
                                          </p:val>
                                        </p:tav>
                                        <p:tav tm="58092">
                                          <p:val>
                                            <p:strVal val="#ppt_x+0.06253"/>
                                          </p:val>
                                        </p:tav>
                                        <p:tav tm="59966">
                                          <p:val>
                                            <p:strVal val="#ppt_x+0.04627"/>
                                          </p:val>
                                        </p:tav>
                                        <p:tav tm="61840">
                                          <p:val>
                                            <p:strVal val="#ppt_x+0.03339"/>
                                          </p:val>
                                        </p:tav>
                                        <p:tav tm="63714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65588">
                                          <p:val>
                                            <p:strVal val="#ppt_x+0.01617"/>
                                          </p:val>
                                        </p:tav>
                                        <p:tav tm="67462">
                                          <p:val>
                                            <p:strVal val="#ppt_x+0.01064"/>
                                          </p:val>
                                        </p:tav>
                                        <p:tav tm="69336">
                                          <p:val>
                                            <p:strVal val="#ppt_x+0.0065"/>
                                          </p:val>
                                        </p:tav>
                                        <p:tav tm="71210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73083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74957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78705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82453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86201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89949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9931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1779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849"/>
                                          </p:val>
                                        </p:tav>
                                        <p:tav tm="52470">
                                          <p:val>
                                            <p:strVal val="#ppt_y-0.11849"/>
                                          </p:val>
                                        </p:tav>
                                        <p:tav tm="54344">
                                          <p:val>
                                            <p:strVal val="#ppt_y-0.10427"/>
                                          </p:val>
                                        </p:tav>
                                        <p:tav tm="56218">
                                          <p:val>
                                            <p:strVal val="#ppt_y-0.08256"/>
                                          </p:val>
                                        </p:tav>
                                        <p:tav tm="58092">
                                          <p:val>
                                            <p:strVal val="#ppt_y-0.06287"/>
                                          </p:val>
                                        </p:tav>
                                        <p:tav tm="59966">
                                          <p:val>
                                            <p:strVal val="#ppt_y-0.04636"/>
                                          </p:val>
                                        </p:tav>
                                        <p:tav tm="61840">
                                          <p:val>
                                            <p:strVal val="#ppt_y-0.03336"/>
                                          </p:val>
                                        </p:tav>
                                        <p:tav tm="63714">
                                          <p:val>
                                            <p:strVal val="#ppt_y-0.0235"/>
                                          </p:val>
                                        </p:tav>
                                        <p:tav tm="65588">
                                          <p:val>
                                            <p:strVal val="#ppt_y-0.01611"/>
                                          </p:val>
                                        </p:tav>
                                        <p:tav tm="67462">
                                          <p:val>
                                            <p:strVal val="#ppt_y-0.01059"/>
                                          </p:val>
                                        </p:tav>
                                        <p:tav tm="69336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73083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78705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86201">
                                          <p:val>
                                            <p:strVal val="#ppt_y+0.0034"/>
                                          </p:val>
                                        </p:tav>
                                        <p:tav tm="99319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1779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47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344">
                                          <p:val>
                                            <p:strVal val="#ppt_w*0.33922"/>
                                          </p:val>
                                        </p:tav>
                                        <p:tav tm="56218">
                                          <p:val>
                                            <p:strVal val="#ppt_w*0.47517"/>
                                          </p:val>
                                        </p:tav>
                                        <p:tav tm="58092">
                                          <p:val>
                                            <p:strVal val="#ppt_w*0.59873"/>
                                          </p:val>
                                        </p:tav>
                                        <p:tav tm="59966">
                                          <p:val>
                                            <p:strVal val="#ppt_w*0.70295"/>
                                          </p:val>
                                        </p:tav>
                                        <p:tav tm="61840">
                                          <p:val>
                                            <p:strVal val="#ppt_w*0.78551"/>
                                          </p:val>
                                        </p:tav>
                                        <p:tav tm="63714">
                                          <p:val>
                                            <p:strVal val="#ppt_w*0.84853"/>
                                          </p:val>
                                        </p:tav>
                                        <p:tav tm="65588">
                                          <p:val>
                                            <p:strVal val="#ppt_w*0.89593"/>
                                          </p:val>
                                        </p:tav>
                                        <p:tav tm="67462">
                                          <p:val>
                                            <p:strVal val="#ppt_w*0.93147"/>
                                          </p:val>
                                        </p:tav>
                                        <p:tav tm="69336">
                                          <p:val>
                                            <p:strVal val="#ppt_w*0.95813"/>
                                          </p:val>
                                        </p:tav>
                                        <p:tav tm="73083">
                                          <p:val>
                                            <p:strVal val="#ppt_w*0.99299"/>
                                          </p:val>
                                        </p:tav>
                                        <p:tav tm="78705">
                                          <p:val>
                                            <p:strVal val="#ppt_w*1.01711"/>
                                          </p:val>
                                        </p:tav>
                                        <p:tav tm="86201">
                                          <p:val>
                                            <p:strVal val="#ppt_w*1.02181"/>
                                          </p:val>
                                        </p:tav>
                                        <p:tav tm="9931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1779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47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344">
                                          <p:val>
                                            <p:strVal val="#ppt_h*0.33922"/>
                                          </p:val>
                                        </p:tav>
                                        <p:tav tm="56218">
                                          <p:val>
                                            <p:strVal val="#ppt_h*0.47517"/>
                                          </p:val>
                                        </p:tav>
                                        <p:tav tm="58092">
                                          <p:val>
                                            <p:strVal val="#ppt_h*0.59873"/>
                                          </p:val>
                                        </p:tav>
                                        <p:tav tm="59966">
                                          <p:val>
                                            <p:strVal val="#ppt_h*0.70295"/>
                                          </p:val>
                                        </p:tav>
                                        <p:tav tm="61840">
                                          <p:val>
                                            <p:strVal val="#ppt_h*0.78551"/>
                                          </p:val>
                                        </p:tav>
                                        <p:tav tm="63714">
                                          <p:val>
                                            <p:strVal val="#ppt_h*0.84853"/>
                                          </p:val>
                                        </p:tav>
                                        <p:tav tm="65588">
                                          <p:val>
                                            <p:strVal val="#ppt_h*0.89593"/>
                                          </p:val>
                                        </p:tav>
                                        <p:tav tm="67462">
                                          <p:val>
                                            <p:strVal val="#ppt_h*0.93147"/>
                                          </p:val>
                                        </p:tav>
                                        <p:tav tm="69336">
                                          <p:val>
                                            <p:strVal val="#ppt_h*0.95813"/>
                                          </p:val>
                                        </p:tav>
                                        <p:tav tm="73083">
                                          <p:val>
                                            <p:strVal val="#ppt_h*0.99299"/>
                                          </p:val>
                                        </p:tav>
                                        <p:tav tm="78705">
                                          <p:val>
                                            <p:strVal val="#ppt_h*1.01711"/>
                                          </p:val>
                                        </p:tav>
                                        <p:tav tm="86201">
                                          <p:val>
                                            <p:strVal val="#ppt_h*1.02181"/>
                                          </p:val>
                                        </p:tav>
                                        <p:tav tm="9931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1779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6"/>
                                          </p:val>
                                        </p:tav>
                                        <p:tav tm="52470">
                                          <p:val>
                                            <p:fltVal val="186"/>
                                          </p:val>
                                        </p:tav>
                                        <p:tav tm="54344">
                                          <p:val>
                                            <p:fltVal val="206.7"/>
                                          </p:val>
                                        </p:tav>
                                        <p:tav tm="56218">
                                          <p:val>
                                            <p:fltVal val="238.24"/>
                                          </p:val>
                                        </p:tav>
                                        <p:tav tm="58092">
                                          <p:val>
                                            <p:fltVal val="266.91"/>
                                          </p:val>
                                        </p:tav>
                                        <p:tav tm="59966">
                                          <p:val>
                                            <p:fltVal val="291.08"/>
                                          </p:val>
                                        </p:tav>
                                        <p:tav tm="61840">
                                          <p:val>
                                            <p:fltVal val="310.24"/>
                                          </p:val>
                                        </p:tav>
                                        <p:tav tm="63714">
                                          <p:val>
                                            <p:fltVal val="324.86"/>
                                          </p:val>
                                        </p:tav>
                                        <p:tav tm="65588">
                                          <p:val>
                                            <p:fltVal val="335.85"/>
                                          </p:val>
                                        </p:tav>
                                        <p:tav tm="67462">
                                          <p:val>
                                            <p:fltVal val="344.1"/>
                                          </p:val>
                                        </p:tav>
                                        <p:tav tm="69336">
                                          <p:val>
                                            <p:fltVal val="350.29"/>
                                          </p:val>
                                        </p:tav>
                                        <p:tav tm="71210">
                                          <p:val>
                                            <p:fltVal val="354.92"/>
                                          </p:val>
                                        </p:tav>
                                        <p:tav tm="73083">
                                          <p:val>
                                            <p:fltVal val="358.37"/>
                                          </p:val>
                                        </p:tav>
                                        <p:tav tm="74957">
                                          <p:val>
                                            <p:fltVal val="360.91"/>
                                          </p:val>
                                        </p:tav>
                                        <p:tav tm="78705">
                                          <p:val>
                                            <p:fltVal val="363.97"/>
                                          </p:val>
                                        </p:tav>
                                        <p:tav tm="82453">
                                          <p:val>
                                            <p:fltVal val="365.15"/>
                                          </p:val>
                                        </p:tav>
                                        <p:tav tm="86201">
                                          <p:val>
                                            <p:fltVal val="365.06"/>
                                          </p:val>
                                        </p:tav>
                                        <p:tav tm="89949">
                                          <p:val>
                                            <p:fltVal val="364.09"/>
                                          </p:val>
                                        </p:tav>
                                        <p:tav tm="97445">
                                          <p:val>
                                            <p:fltVal val="360.42"/>
                                          </p:val>
                                        </p:tav>
                                        <p:tav tm="99319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6" dur="1672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2033"/>
                                          </p:val>
                                        </p:tav>
                                        <p:tav tm="49828">
                                          <p:val>
                                            <p:strVal val="#ppt_x+0.12033"/>
                                          </p:val>
                                        </p:tav>
                                        <p:tav tm="51821">
                                          <p:val>
                                            <p:strVal val="#ppt_x+0.10184"/>
                                          </p:val>
                                        </p:tav>
                                        <p:tav tm="53814">
                                          <p:val>
                                            <p:strVal val="#ppt_x+0.08037"/>
                                          </p:val>
                                        </p:tav>
                                        <p:tav tm="55807">
                                          <p:val>
                                            <p:strVal val="#ppt_x+0.06108"/>
                                          </p:val>
                                        </p:tav>
                                        <p:tav tm="57800">
                                          <p:val>
                                            <p:strVal val="#ppt_x+0.04499"/>
                                          </p:val>
                                        </p:tav>
                                        <p:tav tm="59793">
                                          <p:val>
                                            <p:strVal val="#ppt_x+0.03234"/>
                                          </p:val>
                                        </p:tav>
                                        <p:tav tm="61787">
                                          <p:val>
                                            <p:strVal val="#ppt_x+0.02272"/>
                                          </p:val>
                                        </p:tav>
                                        <p:tav tm="63780">
                                          <p:val>
                                            <p:strVal val="#ppt_x+0.0155"/>
                                          </p:val>
                                        </p:tav>
                                        <p:tav tm="65773">
                                          <p:val>
                                            <p:strVal val="#ppt_x+0.01009"/>
                                          </p:val>
                                        </p:tav>
                                        <p:tav tm="67766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69759">
                                          <p:val>
                                            <p:strVal val="#ppt_x+0.003"/>
                                          </p:val>
                                        </p:tav>
                                        <p:tav tm="71752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3745">
                                          <p:val>
                                            <p:strVal val="#ppt_x-0.0009"/>
                                          </p:val>
                                        </p:tav>
                                        <p:tav tm="77731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81718">
                                          <p:val>
                                            <p:strVal val="#ppt_x-0.00359"/>
                                          </p:val>
                                        </p:tav>
                                        <p:tav tm="85704">
                                          <p:val>
                                            <p:strVal val="#ppt_x-0.00346"/>
                                          </p:val>
                                        </p:tav>
                                        <p:tav tm="91683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7663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9965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1672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92"/>
                                          </p:val>
                                        </p:tav>
                                        <p:tav tm="49828">
                                          <p:val>
                                            <p:strVal val="#ppt_y+0.03192"/>
                                          </p:val>
                                        </p:tav>
                                        <p:tav tm="55807">
                                          <p:val>
                                            <p:strVal val="#ppt_y+0.01593"/>
                                          </p:val>
                                        </p:tav>
                                        <p:tav tm="57800">
                                          <p:val>
                                            <p:strVal val="#ppt_y+0.01162"/>
                                          </p:val>
                                        </p:tav>
                                        <p:tav tm="61787">
                                          <p:val>
                                            <p:strVal val="#ppt_y+0.0058"/>
                                          </p:val>
                                        </p:tav>
                                        <p:tav tm="65773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71752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77731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99656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1672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828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821">
                                          <p:val>
                                            <p:strVal val="#ppt_w*0.36574"/>
                                          </p:val>
                                        </p:tav>
                                        <p:tav tm="53814">
                                          <p:val>
                                            <p:strVal val="#ppt_w*0.49997"/>
                                          </p:val>
                                        </p:tav>
                                        <p:tav tm="55807">
                                          <p:val>
                                            <p:strVal val="#ppt_w*0.62027"/>
                                          </p:val>
                                        </p:tav>
                                        <p:tav tm="57800">
                                          <p:val>
                                            <p:strVal val="#ppt_w*0.72037"/>
                                          </p:val>
                                        </p:tav>
                                        <p:tav tm="59793">
                                          <p:val>
                                            <p:strVal val="#ppt_w*0.79893"/>
                                          </p:val>
                                        </p:tav>
                                        <p:tav tm="61787">
                                          <p:val>
                                            <p:strVal val="#ppt_w*0.85866"/>
                                          </p:val>
                                        </p:tav>
                                        <p:tav tm="63780">
                                          <p:val>
                                            <p:strVal val="#ppt_w*0.90352"/>
                                          </p:val>
                                        </p:tav>
                                        <p:tav tm="65773">
                                          <p:val>
                                            <p:strVal val="#ppt_w*0.93717"/>
                                          </p:val>
                                        </p:tav>
                                        <p:tav tm="67766">
                                          <p:val>
                                            <p:strVal val="#ppt_w*0.9624"/>
                                          </p:val>
                                        </p:tav>
                                        <p:tav tm="71752">
                                          <p:val>
                                            <p:strVal val="#ppt_w*0.99535"/>
                                          </p:val>
                                        </p:tav>
                                        <p:tav tm="77731">
                                          <p:val>
                                            <p:strVal val="#ppt_w*1.01789"/>
                                          </p:val>
                                        </p:tav>
                                        <p:tav tm="85704">
                                          <p:val>
                                            <p:strVal val="#ppt_w*1.02155"/>
                                          </p:val>
                                        </p:tav>
                                        <p:tav tm="9965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1672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828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821">
                                          <p:val>
                                            <p:strVal val="#ppt_h*0.36574"/>
                                          </p:val>
                                        </p:tav>
                                        <p:tav tm="53814">
                                          <p:val>
                                            <p:strVal val="#ppt_h*0.49997"/>
                                          </p:val>
                                        </p:tav>
                                        <p:tav tm="55807">
                                          <p:val>
                                            <p:strVal val="#ppt_h*0.62027"/>
                                          </p:val>
                                        </p:tav>
                                        <p:tav tm="57800">
                                          <p:val>
                                            <p:strVal val="#ppt_h*0.72037"/>
                                          </p:val>
                                        </p:tav>
                                        <p:tav tm="59793">
                                          <p:val>
                                            <p:strVal val="#ppt_h*0.79893"/>
                                          </p:val>
                                        </p:tav>
                                        <p:tav tm="61787">
                                          <p:val>
                                            <p:strVal val="#ppt_h*0.85866"/>
                                          </p:val>
                                        </p:tav>
                                        <p:tav tm="63780">
                                          <p:val>
                                            <p:strVal val="#ppt_h*0.90352"/>
                                          </p:val>
                                        </p:tav>
                                        <p:tav tm="65773">
                                          <p:val>
                                            <p:strVal val="#ppt_h*0.93717"/>
                                          </p:val>
                                        </p:tav>
                                        <p:tav tm="67766">
                                          <p:val>
                                            <p:strVal val="#ppt_h*0.9624"/>
                                          </p:val>
                                        </p:tav>
                                        <p:tav tm="71752">
                                          <p:val>
                                            <p:strVal val="#ppt_h*0.99535"/>
                                          </p:val>
                                        </p:tav>
                                        <p:tav tm="77731">
                                          <p:val>
                                            <p:strVal val="#ppt_h*1.01789"/>
                                          </p:val>
                                        </p:tav>
                                        <p:tav tm="85704">
                                          <p:val>
                                            <p:strVal val="#ppt_h*1.02155"/>
                                          </p:val>
                                        </p:tav>
                                        <p:tav tm="9965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1672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9"/>
                                          </p:val>
                                        </p:tav>
                                        <p:tav tm="49828">
                                          <p:val>
                                            <p:fltVal val="-149"/>
                                          </p:val>
                                        </p:tav>
                                        <p:tav tm="51821">
                                          <p:val>
                                            <p:fltVal val="-181.56"/>
                                          </p:val>
                                        </p:tav>
                                        <p:tav tm="53814">
                                          <p:val>
                                            <p:fltVal val="-219.33"/>
                                          </p:val>
                                        </p:tav>
                                        <p:tav tm="55807">
                                          <p:val>
                                            <p:fltVal val="-253.17"/>
                                          </p:val>
                                        </p:tav>
                                        <p:tav tm="57800">
                                          <p:val>
                                            <p:fltVal val="-281.33"/>
                                          </p:val>
                                        </p:tav>
                                        <p:tav tm="59793">
                                          <p:val>
                                            <p:fltVal val="-303.43"/>
                                          </p:val>
                                        </p:tav>
                                        <p:tav tm="61787">
                                          <p:val>
                                            <p:fltVal val="-320.24"/>
                                          </p:val>
                                        </p:tav>
                                        <p:tav tm="63780">
                                          <p:val>
                                            <p:fltVal val="-332.86"/>
                                          </p:val>
                                        </p:tav>
                                        <p:tav tm="65773">
                                          <p:val>
                                            <p:fltVal val="-342.32"/>
                                          </p:val>
                                        </p:tav>
                                        <p:tav tm="67766">
                                          <p:val>
                                            <p:fltVal val="-349.42"/>
                                          </p:val>
                                        </p:tav>
                                        <p:tav tm="69759">
                                          <p:val>
                                            <p:fltVal val="-354.74"/>
                                          </p:val>
                                        </p:tav>
                                        <p:tav tm="71752">
                                          <p:val>
                                            <p:fltVal val="-358.69"/>
                                          </p:val>
                                        </p:tav>
                                        <p:tav tm="73745">
                                          <p:val>
                                            <p:fltVal val="-361.58"/>
                                          </p:val>
                                        </p:tav>
                                        <p:tav tm="75738">
                                          <p:val>
                                            <p:fltVal val="-363.64"/>
                                          </p:val>
                                        </p:tav>
                                        <p:tav tm="77731">
                                          <p:val>
                                            <p:fltVal val="-365.03"/>
                                          </p:val>
                                        </p:tav>
                                        <p:tav tm="81718">
                                          <p:val>
                                            <p:fltVal val="-366.29"/>
                                          </p:val>
                                        </p:tav>
                                        <p:tav tm="85704">
                                          <p:val>
                                            <p:fltVal val="-366.06"/>
                                          </p:val>
                                        </p:tav>
                                        <p:tav tm="91683">
                                          <p:val>
                                            <p:fltVal val="-363.88"/>
                                          </p:val>
                                        </p:tav>
                                        <p:tav tm="97663">
                                          <p:val>
                                            <p:fltVal val="-360.24"/>
                                          </p:val>
                                        </p:tav>
                                        <p:tav tm="9965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1566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534"/>
                                          </p:val>
                                        </p:tav>
                                        <p:tav tm="46827">
                                          <p:val>
                                            <p:strVal val="#ppt_x+0.05516"/>
                                          </p:val>
                                        </p:tav>
                                        <p:tav tm="51084">
                                          <p:val>
                                            <p:strVal val="#ppt_x+0.03529"/>
                                          </p:val>
                                        </p:tav>
                                        <p:tav tm="53212">
                                          <p:val>
                                            <p:strVal val="#ppt_x+0.02667"/>
                                          </p:val>
                                        </p:tav>
                                        <p:tav tm="55341">
                                          <p:val>
                                            <p:strVal val="#ppt_x+0.01954"/>
                                          </p:val>
                                        </p:tav>
                                        <p:tav tm="57469">
                                          <p:val>
                                            <p:strVal val="#ppt_x+0.01397"/>
                                          </p:val>
                                        </p:tav>
                                        <p:tav tm="59598">
                                          <p:val>
                                            <p:strVal val="#ppt_x+0.00976"/>
                                          </p:val>
                                        </p:tav>
                                        <p:tav tm="61726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63854">
                                          <p:val>
                                            <p:strVal val="#ppt_x+0.00424"/>
                                          </p:val>
                                        </p:tav>
                                        <p:tav tm="65983">
                                          <p:val>
                                            <p:strVal val="#ppt_x+0.00247"/>
                                          </p:val>
                                        </p:tav>
                                        <p:tav tm="70240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76625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85139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9791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1566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765"/>
                                          </p:val>
                                        </p:tav>
                                        <p:tav tm="44698">
                                          <p:val>
                                            <p:strVal val="#ppt_y+0.17765"/>
                                          </p:val>
                                        </p:tav>
                                        <p:tav tm="46827">
                                          <p:val>
                                            <p:strVal val="#ppt_y+0.17704"/>
                                          </p:val>
                                        </p:tav>
                                        <p:tav tm="48955">
                                          <p:val>
                                            <p:strVal val="#ppt_y+0.14404"/>
                                          </p:val>
                                        </p:tav>
                                        <p:tav tm="51084">
                                          <p:val>
                                            <p:strVal val="#ppt_y+0.11286"/>
                                          </p:val>
                                        </p:tav>
                                        <p:tav tm="53212">
                                          <p:val>
                                            <p:strVal val="#ppt_y+0.08533"/>
                                          </p:val>
                                        </p:tav>
                                        <p:tav tm="55341">
                                          <p:val>
                                            <p:strVal val="#ppt_y+0.06267"/>
                                          </p:val>
                                        </p:tav>
                                        <p:tav tm="57469">
                                          <p:val>
                                            <p:strVal val="#ppt_y+0.04496"/>
                                          </p:val>
                                        </p:tav>
                                        <p:tav tm="59598">
                                          <p:val>
                                            <p:strVal val="#ppt_y+0.0315"/>
                                          </p:val>
                                        </p:tav>
                                        <p:tav tm="61726">
                                          <p:val>
                                            <p:strVal val="#ppt_y+0.02138"/>
                                          </p:val>
                                        </p:tav>
                                        <p:tav tm="63854">
                                          <p:val>
                                            <p:strVal val="#ppt_y+0.01377"/>
                                          </p:val>
                                        </p:tav>
                                        <p:tav tm="65983">
                                          <p:val>
                                            <p:strVal val="#ppt_y+0.00806"/>
                                          </p:val>
                                        </p:tav>
                                        <p:tav tm="70240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72368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76625">
                                          <p:val>
                                            <p:strVal val="#ppt_y-0.00443"/>
                                          </p:val>
                                        </p:tav>
                                        <p:tav tm="80882">
                                          <p:val>
                                            <p:strVal val="#ppt_y-0.00536"/>
                                          </p:val>
                                        </p:tav>
                                        <p:tav tm="85139">
                                          <p:val>
                                            <p:strVal val="#ppt_y-0.00507"/>
                                          </p:val>
                                        </p:tav>
                                        <p:tav tm="91525">
                                          <p:val>
                                            <p:strVal val="#ppt_y-0.00311"/>
                                          </p:val>
                                        </p:tav>
                                        <p:tav tm="97910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" dur="1566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6827">
                                          <p:val>
                                            <p:strVal val="#ppt_w*0.25256"/>
                                          </p:val>
                                        </p:tav>
                                        <p:tav tm="51084">
                                          <p:val>
                                            <p:strVal val="#ppt_w*0.52426"/>
                                          </p:val>
                                        </p:tav>
                                        <p:tav tm="53212">
                                          <p:val>
                                            <p:strVal val="#ppt_w*0.64106"/>
                                          </p:val>
                                        </p:tav>
                                        <p:tav tm="55341">
                                          <p:val>
                                            <p:strVal val="#ppt_w*0.73698"/>
                                          </p:val>
                                        </p:tav>
                                        <p:tav tm="57469">
                                          <p:val>
                                            <p:strVal val="#ppt_w*0.81167"/>
                                          </p:val>
                                        </p:tav>
                                        <p:tav tm="59598">
                                          <p:val>
                                            <p:strVal val="#ppt_w*0.86825"/>
                                          </p:val>
                                        </p:tav>
                                        <p:tav tm="61726">
                                          <p:val>
                                            <p:strVal val="#ppt_w*0.91071"/>
                                          </p:val>
                                        </p:tav>
                                        <p:tav tm="63854">
                                          <p:val>
                                            <p:strVal val="#ppt_w*0.94256"/>
                                          </p:val>
                                        </p:tav>
                                        <p:tav tm="65983">
                                          <p:val>
                                            <p:strVal val="#ppt_w*0.96645"/>
                                          </p:val>
                                        </p:tav>
                                        <p:tav tm="70240">
                                          <p:val>
                                            <p:strVal val="#ppt_w*0.99758"/>
                                          </p:val>
                                        </p:tav>
                                        <p:tav tm="76625">
                                          <p:val>
                                            <p:strVal val="#ppt_w*1.0186"/>
                                          </p:val>
                                        </p:tav>
                                        <p:tav tm="85139">
                                          <p:val>
                                            <p:strVal val="#ppt_w*1.02127"/>
                                          </p:val>
                                        </p:tav>
                                        <p:tav tm="9791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1566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6827">
                                          <p:val>
                                            <p:strVal val="#ppt_h*0.25256"/>
                                          </p:val>
                                        </p:tav>
                                        <p:tav tm="51084">
                                          <p:val>
                                            <p:strVal val="#ppt_h*0.52426"/>
                                          </p:val>
                                        </p:tav>
                                        <p:tav tm="53212">
                                          <p:val>
                                            <p:strVal val="#ppt_h*0.64106"/>
                                          </p:val>
                                        </p:tav>
                                        <p:tav tm="55341">
                                          <p:val>
                                            <p:strVal val="#ppt_h*0.73698"/>
                                          </p:val>
                                        </p:tav>
                                        <p:tav tm="57469">
                                          <p:val>
                                            <p:strVal val="#ppt_h*0.81167"/>
                                          </p:val>
                                        </p:tav>
                                        <p:tav tm="59598">
                                          <p:val>
                                            <p:strVal val="#ppt_h*0.86825"/>
                                          </p:val>
                                        </p:tav>
                                        <p:tav tm="61726">
                                          <p:val>
                                            <p:strVal val="#ppt_h*0.91071"/>
                                          </p:val>
                                        </p:tav>
                                        <p:tav tm="63854">
                                          <p:val>
                                            <p:strVal val="#ppt_h*0.94256"/>
                                          </p:val>
                                        </p:tav>
                                        <p:tav tm="65983">
                                          <p:val>
                                            <p:strVal val="#ppt_h*0.96645"/>
                                          </p:val>
                                        </p:tav>
                                        <p:tav tm="70240">
                                          <p:val>
                                            <p:strVal val="#ppt_h*0.99758"/>
                                          </p:val>
                                        </p:tav>
                                        <p:tav tm="76625">
                                          <p:val>
                                            <p:strVal val="#ppt_h*1.0186"/>
                                          </p:val>
                                        </p:tav>
                                        <p:tav tm="85139">
                                          <p:val>
                                            <p:strVal val="#ppt_h*1.02127"/>
                                          </p:val>
                                        </p:tav>
                                        <p:tav tm="9791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1566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2"/>
                                          </p:val>
                                        </p:tav>
                                        <p:tav tm="44698">
                                          <p:val>
                                            <p:fltVal val="112"/>
                                          </p:val>
                                        </p:tav>
                                        <p:tav tm="46827">
                                          <p:val>
                                            <p:fltVal val="112.85"/>
                                          </p:val>
                                        </p:tav>
                                        <p:tav tm="48955">
                                          <p:val>
                                            <p:fltVal val="158.97"/>
                                          </p:val>
                                        </p:tav>
                                        <p:tav tm="51084">
                                          <p:val>
                                            <p:fltVal val="202.69"/>
                                          </p:val>
                                        </p:tav>
                                        <p:tav tm="53212">
                                          <p:val>
                                            <p:fltVal val="241.31"/>
                                          </p:val>
                                        </p:tav>
                                        <p:tav tm="55341">
                                          <p:val>
                                            <p:fltVal val="273.03"/>
                                          </p:val>
                                        </p:tav>
                                        <p:tav tm="57469">
                                          <p:val>
                                            <p:fltVal val="297.73"/>
                                          </p:val>
                                        </p:tav>
                                        <p:tav tm="59598">
                                          <p:val>
                                            <p:fltVal val="316.43"/>
                                          </p:val>
                                        </p:tav>
                                        <p:tav tm="61726">
                                          <p:val>
                                            <p:fltVal val="330.48"/>
                                          </p:val>
                                        </p:tav>
                                        <p:tav tm="63854">
                                          <p:val>
                                            <p:fltVal val="341.01"/>
                                          </p:val>
                                        </p:tav>
                                        <p:tav tm="65983">
                                          <p:val>
                                            <p:fltVal val="348.91"/>
                                          </p:val>
                                        </p:tav>
                                        <p:tav tm="68111">
                                          <p:val>
                                            <p:fltVal val="354.82"/>
                                          </p:val>
                                        </p:tav>
                                        <p:tav tm="70240">
                                          <p:val>
                                            <p:fltVal val="359.2"/>
                                          </p:val>
                                        </p:tav>
                                        <p:tav tm="72368">
                                          <p:val>
                                            <p:fltVal val="362.39"/>
                                          </p:val>
                                        </p:tav>
                                        <p:tav tm="74497">
                                          <p:val>
                                            <p:fltVal val="364.65"/>
                                          </p:val>
                                        </p:tav>
                                        <p:tav tm="76625">
                                          <p:val>
                                            <p:fltVal val="366.15"/>
                                          </p:val>
                                        </p:tav>
                                        <p:tav tm="80882">
                                          <p:val>
                                            <p:fltVal val="367.43"/>
                                          </p:val>
                                        </p:tav>
                                        <p:tav tm="85139">
                                          <p:val>
                                            <p:fltVal val="367.03"/>
                                          </p:val>
                                        </p:tav>
                                        <p:tav tm="91525">
                                          <p:val>
                                            <p:fltVal val="364.33"/>
                                          </p:val>
                                        </p:tav>
                                        <p:tav tm="97910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0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1" dur="146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39"/>
                                          </p:val>
                                        </p:tav>
                                        <p:tav tm="41104">
                                          <p:val>
                                            <p:strVal val="#ppt_x+0.01539"/>
                                          </p:val>
                                        </p:tav>
                                        <p:tav tm="43388">
                                          <p:val>
                                            <p:strVal val="#ppt_x+0.01479"/>
                                          </p:val>
                                        </p:tav>
                                        <p:tav tm="47955">
                                          <p:val>
                                            <p:strVal val="#ppt_x+0.00929"/>
                                          </p:val>
                                        </p:tav>
                                        <p:tav tm="52522">
                                          <p:val>
                                            <p:strVal val="#ppt_x+0.00509"/>
                                          </p:val>
                                        </p:tav>
                                        <p:tav tm="57089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6165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8507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75358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9819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146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668"/>
                                          </p:val>
                                        </p:tav>
                                        <p:tav tm="41104">
                                          <p:val>
                                            <p:strVal val="#ppt_y+0.08668"/>
                                          </p:val>
                                        </p:tav>
                                        <p:tav tm="43388">
                                          <p:val>
                                            <p:strVal val="#ppt_y+0.08329"/>
                                          </p:val>
                                        </p:tav>
                                        <p:tav tm="47955">
                                          <p:val>
                                            <p:strVal val="#ppt_y+0.05228"/>
                                          </p:val>
                                        </p:tav>
                                        <p:tav tm="50239">
                                          <p:val>
                                            <p:strVal val="#ppt_y+0.03922"/>
                                          </p:val>
                                        </p:tav>
                                        <p:tav tm="52522">
                                          <p:val>
                                            <p:strVal val="#ppt_y+0.02861"/>
                                          </p:val>
                                        </p:tav>
                                        <p:tav tm="54806">
                                          <p:val>
                                            <p:strVal val="#ppt_y+0.02041"/>
                                          </p:val>
                                        </p:tav>
                                        <p:tav tm="57089">
                                          <p:val>
                                            <p:strVal val="#ppt_y+0.01421"/>
                                          </p:val>
                                        </p:tav>
                                        <p:tav tm="59373">
                                          <p:val>
                                            <p:strVal val="#ppt_y+0.00956"/>
                                          </p:val>
                                        </p:tav>
                                        <p:tav tm="61657">
                                          <p:val>
                                            <p:strVal val="#ppt_y+0.00608"/>
                                          </p:val>
                                        </p:tav>
                                        <p:tav tm="63940">
                                          <p:val>
                                            <p:strVal val="#ppt_y+0.00346"/>
                                          </p:val>
                                        </p:tav>
                                        <p:tav tm="68507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75358">
                                          <p:val>
                                            <p:strVal val="#ppt_y-0.0022"/>
                                          </p:val>
                                        </p:tav>
                                        <p:tav tm="84492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98194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146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1104">
                                          <p:val>
                                            <p:strVal val="#ppt_w*0.25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27939"/>
                                          </p:val>
                                        </p:tav>
                                        <p:tav tm="45672">
                                          <p:val>
                                            <p:strVal val="#ppt_w*0.4181"/>
                                          </p:val>
                                        </p:tav>
                                        <p:tav tm="47955">
                                          <p:val>
                                            <p:strVal val="#ppt_w*0.54798"/>
                                          </p:val>
                                        </p:tav>
                                        <p:tav tm="50239">
                                          <p:val>
                                            <p:strVal val="#ppt_w*0.66106"/>
                                          </p:val>
                                        </p:tav>
                                        <p:tav tm="52522">
                                          <p:val>
                                            <p:strVal val="#ppt_w*0.75282"/>
                                          </p:val>
                                        </p:tav>
                                        <p:tav tm="54806">
                                          <p:val>
                                            <p:strVal val="#ppt_w*0.82375"/>
                                          </p:val>
                                        </p:tav>
                                        <p:tav tm="57089">
                                          <p:val>
                                            <p:strVal val="#ppt_w*0.87733"/>
                                          </p:val>
                                        </p:tav>
                                        <p:tav tm="59373">
                                          <p:val>
                                            <p:strVal val="#ppt_w*0.91752"/>
                                          </p:val>
                                        </p:tav>
                                        <p:tav tm="61657">
                                          <p:val>
                                            <p:strVal val="#ppt_w*0.94767"/>
                                          </p:val>
                                        </p:tav>
                                        <p:tav tm="63940">
                                          <p:val>
                                            <p:strVal val="#ppt_w*0.97028"/>
                                          </p:val>
                                        </p:tav>
                                        <p:tav tm="68507">
                                          <p:val>
                                            <p:strVal val="#ppt_w*0.99967"/>
                                          </p:val>
                                        </p:tav>
                                        <p:tav tm="75358">
                                          <p:val>
                                            <p:strVal val="#ppt_w*1.01925"/>
                                          </p:val>
                                        </p:tav>
                                        <p:tav tm="84492">
                                          <p:val>
                                            <p:strVal val="#ppt_w*1.02095"/>
                                          </p:val>
                                        </p:tav>
                                        <p:tav tm="9819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146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1104">
                                          <p:val>
                                            <p:strVal val="#ppt_h*0.25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27939"/>
                                          </p:val>
                                        </p:tav>
                                        <p:tav tm="45672">
                                          <p:val>
                                            <p:strVal val="#ppt_h*0.4181"/>
                                          </p:val>
                                        </p:tav>
                                        <p:tav tm="47955">
                                          <p:val>
                                            <p:strVal val="#ppt_h*0.54798"/>
                                          </p:val>
                                        </p:tav>
                                        <p:tav tm="50239">
                                          <p:val>
                                            <p:strVal val="#ppt_h*0.66106"/>
                                          </p:val>
                                        </p:tav>
                                        <p:tav tm="52522">
                                          <p:val>
                                            <p:strVal val="#ppt_h*0.75282"/>
                                          </p:val>
                                        </p:tav>
                                        <p:tav tm="54806">
                                          <p:val>
                                            <p:strVal val="#ppt_h*0.82375"/>
                                          </p:val>
                                        </p:tav>
                                        <p:tav tm="57089">
                                          <p:val>
                                            <p:strVal val="#ppt_h*0.87733"/>
                                          </p:val>
                                        </p:tav>
                                        <p:tav tm="59373">
                                          <p:val>
                                            <p:strVal val="#ppt_h*0.91752"/>
                                          </p:val>
                                        </p:tav>
                                        <p:tav tm="61657">
                                          <p:val>
                                            <p:strVal val="#ppt_h*0.94767"/>
                                          </p:val>
                                        </p:tav>
                                        <p:tav tm="63940">
                                          <p:val>
                                            <p:strVal val="#ppt_h*0.97028"/>
                                          </p:val>
                                        </p:tav>
                                        <p:tav tm="68507">
                                          <p:val>
                                            <p:strVal val="#ppt_h*0.99967"/>
                                          </p:val>
                                        </p:tav>
                                        <p:tav tm="75358">
                                          <p:val>
                                            <p:strVal val="#ppt_h*1.01925"/>
                                          </p:val>
                                        </p:tav>
                                        <p:tav tm="84492">
                                          <p:val>
                                            <p:strVal val="#ppt_h*1.02095"/>
                                          </p:val>
                                        </p:tav>
                                        <p:tav tm="9819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146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5"/>
                                          </p:val>
                                        </p:tav>
                                        <p:tav tm="41104">
                                          <p:val>
                                            <p:fltVal val="125"/>
                                          </p:val>
                                        </p:tav>
                                        <p:tav tm="43388">
                                          <p:val>
                                            <p:fltVal val="120.1"/>
                                          </p:val>
                                        </p:tav>
                                        <p:tav tm="45672">
                                          <p:val>
                                            <p:fltVal val="96.98"/>
                                          </p:val>
                                        </p:tav>
                                        <p:tav tm="47955">
                                          <p:val>
                                            <p:fltVal val="75.34"/>
                                          </p:val>
                                        </p:tav>
                                        <p:tav tm="50239">
                                          <p:val>
                                            <p:fltVal val="56.49"/>
                                          </p:val>
                                        </p:tav>
                                        <p:tav tm="52522">
                                          <p:val>
                                            <p:fltVal val="41.2"/>
                                          </p:val>
                                        </p:tav>
                                        <p:tav tm="54806">
                                          <p:val>
                                            <p:fltVal val="29.38"/>
                                          </p:val>
                                        </p:tav>
                                        <p:tav tm="57089">
                                          <p:val>
                                            <p:fltVal val="20.45"/>
                                          </p:val>
                                        </p:tav>
                                        <p:tav tm="59373">
                                          <p:val>
                                            <p:fltVal val="13.75"/>
                                          </p:val>
                                        </p:tav>
                                        <p:tav tm="61657">
                                          <p:val>
                                            <p:fltVal val="8.72"/>
                                          </p:val>
                                        </p:tav>
                                        <p:tav tm="63940">
                                          <p:val>
                                            <p:fltVal val="4.95"/>
                                          </p:val>
                                        </p:tav>
                                        <p:tav tm="66224">
                                          <p:val>
                                            <p:fltVal val="2.14"/>
                                          </p:val>
                                        </p:tav>
                                        <p:tav tm="68507">
                                          <p:val>
                                            <p:fltVal val="0.05"/>
                                          </p:val>
                                        </p:tav>
                                        <p:tav tm="70791">
                                          <p:val>
                                            <p:fltVal val="-1.46"/>
                                          </p:val>
                                        </p:tav>
                                        <p:tav tm="75358">
                                          <p:val>
                                            <p:fltVal val="-3.21"/>
                                          </p:val>
                                        </p:tav>
                                        <p:tav tm="79925">
                                          <p:val>
                                            <p:fltVal val="-3.76"/>
                                          </p:val>
                                        </p:tav>
                                        <p:tav tm="84492">
                                          <p:val>
                                            <p:fltVal val="-3.49"/>
                                          </p:val>
                                        </p:tav>
                                        <p:tav tm="89060">
                                          <p:val>
                                            <p:fltVal val="-2.65"/>
                                          </p:val>
                                        </p:tav>
                                        <p:tav tm="9819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7" dur="576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6938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13703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38161">
                                          <p:val>
                                            <p:strVal val="#ppt_x+0.00737"/>
                                          </p:val>
                                        </p:tav>
                                        <p:tav tm="50014">
                                          <p:val>
                                            <p:strVal val="#ppt_x+0.00838"/>
                                          </p:val>
                                        </p:tav>
                                        <p:tav tm="61810">
                                          <p:val>
                                            <p:strVal val="#ppt_x+0.00737"/>
                                          </p:val>
                                        </p:tav>
                                        <p:tav tm="86326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3090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99971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576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6881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13646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38161">
                                          <p:val>
                                            <p:strVal val="#ppt_y-0.01365"/>
                                          </p:val>
                                        </p:tav>
                                        <p:tav tm="50014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61810">
                                          <p:val>
                                            <p:strVal val="#ppt_y-0.01366"/>
                                          </p:val>
                                        </p:tav>
                                        <p:tav tm="86326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93090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99971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576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19"/>
                                          </p:val>
                                        </p:tav>
                                        <p:tav tm="13646">
                                          <p:val>
                                            <p:fltVal val="-0.57"/>
                                          </p:val>
                                        </p:tav>
                                        <p:tav tm="38161">
                                          <p:val>
                                            <p:fltVal val="-4.2"/>
                                          </p:val>
                                        </p:tav>
                                        <p:tav tm="50014">
                                          <p:val>
                                            <p:fltVal val="-4.77"/>
                                          </p:val>
                                        </p:tav>
                                        <p:tav tm="61810">
                                          <p:val>
                                            <p:fltVal val="-4.2"/>
                                          </p:val>
                                        </p:tav>
                                        <p:tav tm="86326">
                                          <p:val>
                                            <p:fltVal val="-0.58"/>
                                          </p:val>
                                        </p:tav>
                                        <p:tav tm="99971">
                                          <p:val>
                                            <p:fltVal val="0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1" dur="5117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6905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13615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31920">
                                          <p:val>
                                            <p:strVal val="#ppt_x-0.00874"/>
                                          </p:val>
                                        </p:tav>
                                        <p:tav tm="38173">
                                          <p:val>
                                            <p:strVal val="#ppt_x-0.01077"/>
                                          </p:val>
                                        </p:tav>
                                        <p:tav tm="44036">
                                          <p:val>
                                            <p:strVal val="#ppt_x-0.0119"/>
                                          </p:val>
                                        </p:tav>
                                        <p:tav tm="50029">
                                          <p:val>
                                            <p:strVal val="#ppt_x-0.01226"/>
                                          </p:val>
                                        </p:tav>
                                        <p:tav tm="56934">
                                          <p:val>
                                            <p:strVal val="#ppt_x-0.01176"/>
                                          </p:val>
                                        </p:tav>
                                        <p:tav tm="63709">
                                          <p:val>
                                            <p:strVal val="#ppt_x-0.01025"/>
                                          </p:val>
                                        </p:tav>
                                        <p:tav tm="81884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88138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93935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99993">
                                          <p:val>
                                            <p:strVal val="#ppt_x+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5117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11856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36284">
                                          <p:val>
                                            <p:strVal val="#ppt_y+0.01245"/>
                                          </p:val>
                                        </p:tav>
                                        <p:tav tm="43059">
                                          <p:val>
                                            <p:strVal val="#ppt_y+0.01429"/>
                                          </p:val>
                                        </p:tav>
                                        <p:tav tm="49964">
                                          <p:val>
                                            <p:strVal val="#ppt_y+0.0149"/>
                                          </p:val>
                                        </p:tav>
                                        <p:tav tm="61820">
                                          <p:val>
                                            <p:strVal val="#ppt_y+0.01309"/>
                                          </p:val>
                                        </p:tav>
                                        <p:tav tm="86314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93088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99993">
                                          <p:val>
                                            <p:strVal val="#ppt_y-0.00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5117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21"/>
                                          </p:val>
                                        </p:tav>
                                        <p:tav tm="13680">
                                          <p:val>
                                            <p:fltVal val="-0.43"/>
                                          </p:val>
                                        </p:tav>
                                        <p:tav tm="38173">
                                          <p:val>
                                            <p:fltVal val="-3.43"/>
                                          </p:val>
                                        </p:tav>
                                        <p:tav tm="50029">
                                          <p:val>
                                            <p:fltVal val="-3.91"/>
                                          </p:val>
                                        </p:tav>
                                        <p:tav tm="63709">
                                          <p:val>
                                            <p:fltVal val="-3.27"/>
                                          </p:val>
                                        </p:tav>
                                        <p:tav tm="88138">
                                          <p:val>
                                            <p:fltVal val="-0.27"/>
                                          </p:val>
                                        </p:tav>
                                        <p:tav tm="99993">
                                          <p:val>
                                            <p:fltVal val="0.2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5" dur="5684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692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13664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38177">
                                          <p:val>
                                            <p:strVal val="#ppt_x-0.00669"/>
                                          </p:val>
                                        </p:tav>
                                        <p:tav tm="50023">
                                          <p:val>
                                            <p:strVal val="#ppt_x-0.0076"/>
                                          </p:val>
                                        </p:tav>
                                        <p:tav tm="61811">
                                          <p:val>
                                            <p:strVal val="#ppt_x-0.00669"/>
                                          </p:val>
                                        </p:tav>
                                        <p:tav tm="86324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93068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99988">
                                          <p:val>
                                            <p:strVal val="#ppt_x+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5684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49906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99988">
                                          <p:val>
                                            <p:strVal val="#ppt_y-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5684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19"/>
                                          </p:val>
                                        </p:tav>
                                        <p:tav tm="13664">
                                          <p:val>
                                            <p:fltVal val="0.54"/>
                                          </p:val>
                                        </p:tav>
                                        <p:tav tm="38177">
                                          <p:val>
                                            <p:fltVal val="4.01"/>
                                          </p:val>
                                        </p:tav>
                                        <p:tav tm="50023">
                                          <p:val>
                                            <p:fltVal val="4.56"/>
                                          </p:val>
                                        </p:tav>
                                        <p:tav tm="63688">
                                          <p:val>
                                            <p:fltVal val="3.82"/>
                                          </p:val>
                                        </p:tav>
                                        <p:tav tm="88201">
                                          <p:val>
                                            <p:fltVal val="0.35"/>
                                          </p:val>
                                        </p:tav>
                                        <p:tav tm="99988">
                                          <p:val>
                                            <p:fltVal val="-0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9" dur="4672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6921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13699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31892">
                                          <p:val>
                                            <p:strVal val="#ppt_x+0.00765"/>
                                          </p:val>
                                        </p:tav>
                                        <p:tav tm="38171">
                                          <p:val>
                                            <p:strVal val="#ppt_x+0.00947"/>
                                          </p:val>
                                        </p:tav>
                                        <p:tav tm="44021">
                                          <p:val>
                                            <p:strVal val="#ppt_x+0.01046"/>
                                          </p:val>
                                        </p:tav>
                                        <p:tav tm="50014">
                                          <p:val>
                                            <p:strVal val="#ppt_x+0.01079"/>
                                          </p:val>
                                        </p:tav>
                                        <p:tav tm="56007">
                                          <p:val>
                                            <p:strVal val="#ppt_x+0.01046"/>
                                          </p:val>
                                        </p:tav>
                                        <p:tav tm="61858">
                                          <p:val>
                                            <p:strVal val="#ppt_x+0.00946"/>
                                          </p:val>
                                        </p:tav>
                                        <p:tav tm="68065">
                                          <p:val>
                                            <p:strVal val="#ppt_x+0.00767"/>
                                          </p:val>
                                        </p:tav>
                                        <p:tav tm="86330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93108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99957">
                                          <p:val>
                                            <p:strVal val="#ppt_x-0.00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4672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692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3699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19478">
                                          <p:val>
                                            <p:strVal val="#ppt_y-0.00701"/>
                                          </p:val>
                                        </p:tav>
                                        <p:tav tm="31892">
                                          <p:val>
                                            <p:strVal val="#ppt_y-0.01832"/>
                                          </p:val>
                                        </p:tav>
                                        <p:tav tm="38171">
                                          <p:val>
                                            <p:strVal val="#ppt_y-0.02266"/>
                                          </p:val>
                                        </p:tav>
                                        <p:tav tm="44021">
                                          <p:val>
                                            <p:strVal val="#ppt_y-0.02506"/>
                                          </p:val>
                                        </p:tav>
                                        <p:tav tm="50014">
                                          <p:val>
                                            <p:strVal val="#ppt_y-0.02584"/>
                                          </p:val>
                                        </p:tav>
                                        <p:tav tm="56007">
                                          <p:val>
                                            <p:strVal val="#ppt_y-0.02505"/>
                                          </p:val>
                                        </p:tav>
                                        <p:tav tm="61858">
                                          <p:val>
                                            <p:strVal val="#ppt_y-0.02265"/>
                                          </p:val>
                                        </p:tav>
                                        <p:tav tm="68065">
                                          <p:val>
                                            <p:strVal val="#ppt_y-0.01836"/>
                                          </p:val>
                                        </p:tav>
                                        <p:tav tm="80551">
                                          <p:val>
                                            <p:strVal val="#ppt_y-0.00699"/>
                                          </p:val>
                                        </p:tav>
                                        <p:tav tm="86330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93037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957">
                                          <p:val>
                                            <p:strVal val="#ppt_y+0.00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672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06"/>
                                          </p:val>
                                        </p:tav>
                                        <p:tav tm="50014">
                                          <p:val>
                                            <p:fltVal val="0.93"/>
                                          </p:val>
                                        </p:tav>
                                        <p:tav tm="99957">
                                          <p:val>
                                            <p:fltVal val="-0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3" dur="51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11831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36333">
                                          <p:val>
                                            <p:strVal val="#ppt_x+0.00646"/>
                                          </p:val>
                                        </p:tav>
                                        <p:tav tm="43121">
                                          <p:val>
                                            <p:strVal val="#ppt_x+0.00742"/>
                                          </p:val>
                                        </p:tav>
                                        <p:tav tm="49974">
                                          <p:val>
                                            <p:strVal val="#ppt_x+0.00772"/>
                                          </p:val>
                                        </p:tav>
                                        <p:tav tm="61870">
                                          <p:val>
                                            <p:strVal val="#ppt_x+0.00678"/>
                                          </p:val>
                                        </p:tav>
                                        <p:tav tm="86307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93031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99948">
                                          <p:val>
                                            <p:strVal val="#ppt_x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51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11831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36333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43057">
                                          <p:val>
                                            <p:strVal val="#ppt_y-0.01608"/>
                                          </p:val>
                                        </p:tav>
                                        <p:tav tm="49974">
                                          <p:val>
                                            <p:strVal val="#ppt_y-0.01676"/>
                                          </p:val>
                                        </p:tav>
                                        <p:tav tm="61805">
                                          <p:val>
                                            <p:strVal val="#ppt_y-0.01474"/>
                                          </p:val>
                                        </p:tav>
                                        <p:tav tm="86307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93031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9948">
                                          <p:val>
                                            <p:strVal val="#ppt_y+0.00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51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19"/>
                                          </p:val>
                                        </p:tav>
                                        <p:tav tm="11831">
                                          <p:val>
                                            <p:fltVal val="-0.26"/>
                                          </p:val>
                                        </p:tav>
                                        <p:tav tm="36333">
                                          <p:val>
                                            <p:fltVal val="-3.12"/>
                                          </p:val>
                                        </p:tav>
                                        <p:tav tm="49974">
                                          <p:val>
                                            <p:fltVal val="-3.73"/>
                                          </p:val>
                                        </p:tav>
                                        <p:tav tm="61805">
                                          <p:val>
                                            <p:fltVal val="-3.28"/>
                                          </p:val>
                                        </p:tav>
                                        <p:tav tm="86307">
                                          <p:val>
                                            <p:fltVal val="-0.42"/>
                                          </p:val>
                                        </p:tav>
                                        <p:tav tm="99948">
                                          <p:val>
                                            <p:fltVal val="0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7" dur="3976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13665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38229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50050">
                                          <p:val>
                                            <p:strVal val="#ppt_x+0.00499"/>
                                          </p:val>
                                        </p:tav>
                                        <p:tav tm="61787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86351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99933">
                                          <p:val>
                                            <p:strVal val="#ppt_x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3976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11821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36301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43092">
                                          <p:val>
                                            <p:strVal val="#ppt_y-0.01372"/>
                                          </p:val>
                                        </p:tav>
                                        <p:tav tm="49966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61787">
                                          <p:val>
                                            <p:strVal val="#ppt_y-0.01253"/>
                                          </p:val>
                                        </p:tav>
                                        <p:tav tm="86351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93058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99933">
                                          <p:val>
                                            <p:strVal val="#ppt_y+0.00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976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9"/>
                                          </p:val>
                                        </p:tav>
                                        <p:tav tm="49966">
                                          <p:val>
                                            <p:fltVal val="-0.93"/>
                                          </p:val>
                                        </p:tav>
                                        <p:tav tm="99933">
                                          <p:val>
                                            <p:fltVal val="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1" dur="3853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6921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13669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19465">
                                          <p:val>
                                            <p:strVal val="#ppt_x+0.0045"/>
                                          </p:val>
                                        </p:tav>
                                        <p:tav tm="31923">
                                          <p:val>
                                            <p:strVal val="#ppt_x+0.01274"/>
                                          </p:val>
                                        </p:tav>
                                        <p:tav tm="38152">
                                          <p:val>
                                            <p:strVal val="#ppt_x+0.01588"/>
                                          </p:val>
                                        </p:tav>
                                        <p:tav tm="44035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50004">
                                          <p:val>
                                            <p:strVal val="#ppt_x+0.01819"/>
                                          </p:val>
                                        </p:tav>
                                        <p:tav tm="56060">
                                          <p:val>
                                            <p:strVal val="#ppt_x+0.0176"/>
                                          </p:val>
                                        </p:tav>
                                        <p:tav tm="61857">
                                          <p:val>
                                            <p:strVal val="#ppt_x+0.01587"/>
                                          </p:val>
                                        </p:tav>
                                        <p:tav tm="68085">
                                          <p:val>
                                            <p:strVal val="#ppt_x+0.01274"/>
                                          </p:val>
                                        </p:tav>
                                        <p:tav tm="80543">
                                          <p:val>
                                            <p:strVal val="#ppt_x+0.00449"/>
                                          </p:val>
                                        </p:tav>
                                        <p:tav tm="86253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93001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99922">
                                          <p:val>
                                            <p:strVal val="#ppt_x-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3853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6921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13669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38152">
                                          <p:val>
                                            <p:strVal val="#ppt_y+0.01284"/>
                                          </p:val>
                                        </p:tav>
                                        <p:tav tm="50004">
                                          <p:val>
                                            <p:strVal val="#ppt_y+0.01471"/>
                                          </p:val>
                                        </p:tav>
                                        <p:tav tm="61857">
                                          <p:val>
                                            <p:strVal val="#ppt_y+0.01283"/>
                                          </p:val>
                                        </p:tav>
                                        <p:tav tm="86253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3001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99922">
                                          <p:val>
                                            <p:strVal val="#ppt_y-0.001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853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37"/>
                                          </p:val>
                                        </p:tav>
                                        <p:tav tm="13669">
                                          <p:val>
                                            <p:fltVal val="0.27"/>
                                          </p:val>
                                        </p:tav>
                                        <p:tav tm="38152">
                                          <p:val>
                                            <p:fltVal val="3.28"/>
                                          </p:val>
                                        </p:tav>
                                        <p:tav tm="50004">
                                          <p:val>
                                            <p:fltVal val="3.76"/>
                                          </p:val>
                                        </p:tav>
                                        <p:tav tm="61857">
                                          <p:val>
                                            <p:fltVal val="3.28"/>
                                          </p:val>
                                        </p:tav>
                                        <p:tav tm="86340">
                                          <p:val>
                                            <p:fltVal val="0.27"/>
                                          </p:val>
                                        </p:tav>
                                        <p:tav tm="99922">
                                          <p:val>
                                            <p:fltVal val="-0.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5" dur="3613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5997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11809">
                                          <p:val>
                                            <p:strVal val="#ppt_x-0.00015"/>
                                          </p:val>
                                        </p:tav>
                                        <p:tav tm="18083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36350">
                                          <p:val>
                                            <p:strVal val="#ppt_x-0.00909"/>
                                          </p:val>
                                        </p:tav>
                                        <p:tav tm="43085">
                                          <p:val>
                                            <p:strVal val="#ppt_x-0.01052"/>
                                          </p:val>
                                        </p:tav>
                                        <p:tav tm="50005">
                                          <p:val>
                                            <p:strVal val="#ppt_x-0.01099"/>
                                          </p:val>
                                        </p:tav>
                                        <p:tav tm="56001">
                                          <p:val>
                                            <p:strVal val="#ppt_x-0.01064"/>
                                          </p:val>
                                        </p:tav>
                                        <p:tav tm="61814">
                                          <p:val>
                                            <p:strVal val="#ppt_x-0.00958"/>
                                          </p:val>
                                        </p:tav>
                                        <p:tav tm="68087">
                                          <p:val>
                                            <p:strVal val="#ppt_x-0.00765"/>
                                          </p:val>
                                        </p:tav>
                                        <p:tav tm="86263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92998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9917">
                                          <p:val>
                                            <p:strVal val="#ppt_x+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3613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5997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11809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18083">
                                          <p:val>
                                            <p:strVal val="#ppt_y+0.00447"/>
                                          </p:val>
                                        </p:tav>
                                        <p:tav tm="30538">
                                          <p:val>
                                            <p:strVal val="#ppt_y+0.01531"/>
                                          </p:val>
                                        </p:tav>
                                        <p:tav tm="36350">
                                          <p:val>
                                            <p:strVal val="#ppt_y+0.01952"/>
                                          </p:val>
                                        </p:tav>
                                        <p:tav tm="43085">
                                          <p:val>
                                            <p:strVal val="#ppt_y+0.02258"/>
                                          </p:val>
                                        </p:tav>
                                        <p:tav tm="50005">
                                          <p:val>
                                            <p:strVal val="#ppt_y+0.02359"/>
                                          </p:val>
                                        </p:tav>
                                        <p:tav tm="56001">
                                          <p:val>
                                            <p:strVal val="#ppt_y+0.02284"/>
                                          </p:val>
                                        </p:tav>
                                        <p:tav tm="61814">
                                          <p:val>
                                            <p:strVal val="#ppt_y+0.02057"/>
                                          </p:val>
                                        </p:tav>
                                        <p:tav tm="68087">
                                          <p:val>
                                            <p:strVal val="#ppt_y+0.01643"/>
                                          </p:val>
                                        </p:tav>
                                        <p:tav tm="80542">
                                          <p:val>
                                            <p:strVal val="#ppt_y+0.00559"/>
                                          </p:val>
                                        </p:tav>
                                        <p:tav tm="86355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93090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99917">
                                          <p:val>
                                            <p:strVal val="#ppt_y-0.002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613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27"/>
                                          </p:val>
                                        </p:tav>
                                        <p:tav tm="11809">
                                          <p:val>
                                            <p:fltVal val="0.03"/>
                                          </p:val>
                                        </p:tav>
                                        <p:tav tm="36350">
                                          <p:val>
                                            <p:fltVal val="1.95"/>
                                          </p:val>
                                        </p:tav>
                                        <p:tav tm="50005">
                                          <p:val>
                                            <p:fltVal val="2.36"/>
                                          </p:val>
                                        </p:tav>
                                        <p:tav tm="61814">
                                          <p:val>
                                            <p:fltVal val="2.05"/>
                                          </p:val>
                                        </p:tav>
                                        <p:tav tm="86263">
                                          <p:val>
                                            <p:fltVal val="0.14"/>
                                          </p:val>
                                        </p:tav>
                                        <p:tav tm="99917">
                                          <p:val>
                                            <p:fltVal val="-0.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9" dur="3969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11842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36281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49971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61812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86336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99941">
                                          <p:val>
                                            <p:strVal val="#ppt_x-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3969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93"/>
                                          </p:val>
                                        </p:tav>
                                        <p:tav tm="6047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11842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18057">
                                          <p:val>
                                            <p:strVal val="#ppt_y+0.00428"/>
                                          </p:val>
                                        </p:tav>
                                        <p:tav tm="36365">
                                          <p:val>
                                            <p:strVal val="#ppt_y+0.01737"/>
                                          </p:val>
                                        </p:tav>
                                        <p:tav tm="43084">
                                          <p:val>
                                            <p:strVal val="#ppt_y+0.02001"/>
                                          </p:val>
                                        </p:tav>
                                        <p:tav tm="49971">
                                          <p:val>
                                            <p:strVal val="#ppt_y+0.02089"/>
                                          </p:val>
                                        </p:tav>
                                        <p:tav tm="55933">
                                          <p:val>
                                            <p:strVal val="#ppt_y+0.02025"/>
                                          </p:val>
                                        </p:tav>
                                        <p:tav tm="61812">
                                          <p:val>
                                            <p:strVal val="#ppt_y+0.01826"/>
                                          </p:val>
                                        </p:tav>
                                        <p:tav tm="68111">
                                          <p:val>
                                            <p:strVal val="#ppt_y+0.01465"/>
                                          </p:val>
                                        </p:tav>
                                        <p:tav tm="86336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3055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9941">
                                          <p:val>
                                            <p:strVal val="#ppt_y-0.00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969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36"/>
                                          </p:val>
                                        </p:tav>
                                        <p:tav tm="11842">
                                          <p:val>
                                            <p:fltVal val="-0.13"/>
                                          </p:val>
                                        </p:tav>
                                        <p:tav tm="36281">
                                          <p:val>
                                            <p:fltVal val="-3.22"/>
                                          </p:val>
                                        </p:tav>
                                        <p:tav tm="49971">
                                          <p:val>
                                            <p:fltVal val="-3.88"/>
                                          </p:val>
                                        </p:tav>
                                        <p:tav tm="61812">
                                          <p:val>
                                            <p:fltVal val="-3.39"/>
                                          </p:val>
                                        </p:tav>
                                        <p:tav tm="86336">
                                          <p:val>
                                            <p:fltVal val="-0.3"/>
                                          </p:val>
                                        </p:tav>
                                        <p:tav tm="99941">
                                          <p:val>
                                            <p:fltVal val="0.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3" dur="536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0006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99950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" dur="536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21"/>
                                          </p:val>
                                        </p:tav>
                                        <p:tav tm="13666">
                                          <p:val>
                                            <p:fltVal val="-0.5"/>
                                          </p:val>
                                        </p:tav>
                                        <p:tav tm="38204">
                                          <p:val>
                                            <p:fltVal val="-3.86"/>
                                          </p:val>
                                        </p:tav>
                                        <p:tav tm="50006">
                                          <p:val>
                                            <p:fltVal val="-4.38"/>
                                          </p:val>
                                        </p:tav>
                                        <p:tav tm="61809">
                                          <p:val>
                                            <p:fltVal val="-3.85"/>
                                          </p:val>
                                        </p:tav>
                                        <p:tav tm="86284">
                                          <p:val>
                                            <p:fltVal val="-0.51"/>
                                          </p:val>
                                        </p:tav>
                                        <p:tav tm="99950">
                                          <p:val>
                                            <p:fltVal val="0.2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6" dur="411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6975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13706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19384">
                                          <p:val>
                                            <p:strVal val="#ppt_x-0.00369"/>
                                          </p:val>
                                        </p:tav>
                                        <p:tav tm="31955">
                                          <p:val>
                                            <p:strVal val="#ppt_x-0.01025"/>
                                          </p:val>
                                        </p:tav>
                                        <p:tav tm="38200">
                                          <p:val>
                                            <p:strVal val="#ppt_x-0.01272"/>
                                          </p:val>
                                        </p:tav>
                                        <p:tav tm="44039">
                                          <p:val>
                                            <p:strVal val="#ppt_x-0.01409"/>
                                          </p:val>
                                        </p:tav>
                                        <p:tav tm="50041">
                                          <p:val>
                                            <p:strVal val="#ppt_x-0.01454"/>
                                          </p:val>
                                        </p:tav>
                                        <p:tav tm="56934">
                                          <p:val>
                                            <p:strVal val="#ppt_x-0.01393"/>
                                          </p:val>
                                        </p:tav>
                                        <p:tav tm="63666">
                                          <p:val>
                                            <p:strVal val="#ppt_x-0.01209"/>
                                          </p:val>
                                        </p:tav>
                                        <p:tav tm="69424">
                                          <p:val>
                                            <p:strVal val="#ppt_x-0.00959"/>
                                          </p:val>
                                        </p:tav>
                                        <p:tav tm="81914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88159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93998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411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6002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11841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18086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36334">
                                          <p:val>
                                            <p:strVal val="#ppt_y-0.01482"/>
                                          </p:val>
                                        </p:tav>
                                        <p:tav tm="43066">
                                          <p:val>
                                            <p:strVal val="#ppt_y-0.01707"/>
                                          </p:val>
                                        </p:tav>
                                        <p:tav tm="49959">
                                          <p:val>
                                            <p:strVal val="#ppt_y-0.01781"/>
                                          </p:val>
                                        </p:tav>
                                        <p:tav tm="55961">
                                          <p:val>
                                            <p:strVal val="#ppt_y-0.01727"/>
                                          </p:val>
                                        </p:tav>
                                        <p:tav tm="61800">
                                          <p:val>
                                            <p:strVal val="#ppt_y-0.0156"/>
                                          </p:val>
                                        </p:tav>
                                        <p:tav tm="68045">
                                          <p:val>
                                            <p:strVal val="#ppt_y-0.01257"/>
                                          </p:val>
                                        </p:tav>
                                        <p:tav tm="86375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93106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411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31"/>
                                          </p:val>
                                        </p:tav>
                                        <p:tav tm="13706">
                                          <p:val>
                                            <p:fltVal val="0.3"/>
                                          </p:val>
                                        </p:tav>
                                        <p:tav tm="38200">
                                          <p:val>
                                            <p:fltVal val="3.14"/>
                                          </p:val>
                                        </p:tav>
                                        <p:tav tm="50041">
                                          <p:val>
                                            <p:fltVal val="3.59"/>
                                          </p:val>
                                        </p:tav>
                                        <p:tav tm="63666">
                                          <p:val>
                                            <p:fltVal val="2.99"/>
                                          </p:val>
                                        </p:tav>
                                        <p:tav tm="88159">
                                          <p:val>
                                            <p:fltVal val="0.15"/>
                                          </p:val>
                                        </p:tav>
                                        <p:tav tm="100000">
                                          <p:val>
                                            <p:fltVal val="-0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4144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918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13674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31934">
                                          <p:val>
                                            <p:strVal val="#ppt_x-0.00907"/>
                                          </p:val>
                                        </p:tav>
                                        <p:tav tm="38208">
                                          <p:val>
                                            <p:strVal val="#ppt_x-0.01127"/>
                                          </p:val>
                                        </p:tav>
                                        <p:tav tm="43999">
                                          <p:val>
                                            <p:strVal val="#ppt_x-0.01246"/>
                                          </p:val>
                                        </p:tav>
                                        <p:tav tm="50032">
                                          <p:val>
                                            <p:strVal val="#ppt_x-0.01286"/>
                                          </p:val>
                                        </p:tav>
                                        <p:tav tm="56950">
                                          <p:val>
                                            <p:strVal val="#ppt_x-0.01232"/>
                                          </p:val>
                                        </p:tav>
                                        <p:tav tm="63707">
                                          <p:val>
                                            <p:strVal val="#ppt_x-0.01069"/>
                                          </p:val>
                                        </p:tav>
                                        <p:tav tm="81885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88160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4032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99984">
                                          <p:val>
                                            <p:strVal val="#ppt_x+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4144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11824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36358">
                                          <p:val>
                                            <p:strVal val="#ppt_y+0.01215"/>
                                          </p:val>
                                        </p:tav>
                                        <p:tav tm="43115">
                                          <p:val>
                                            <p:strVal val="#ppt_y+0.01399"/>
                                          </p:val>
                                        </p:tav>
                                        <p:tav tm="49952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61776">
                                          <p:val>
                                            <p:strVal val="#ppt_y+0.01279"/>
                                          </p:val>
                                        </p:tav>
                                        <p:tav tm="86310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3066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99984">
                                          <p:val>
                                            <p:strVal val="#ppt_y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4144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28"/>
                                          </p:val>
                                        </p:tav>
                                        <p:tav tm="13674">
                                          <p:val>
                                            <p:fltVal val="0.29"/>
                                          </p:val>
                                        </p:tav>
                                        <p:tav tm="38208">
                                          <p:val>
                                            <p:fltVal val="2.98"/>
                                          </p:val>
                                        </p:tav>
                                        <p:tav tm="50032">
                                          <p:val>
                                            <p:fltVal val="3.4"/>
                                          </p:val>
                                        </p:tav>
                                        <p:tav tm="63707">
                                          <p:val>
                                            <p:fltVal val="2.82"/>
                                          </p:val>
                                        </p:tav>
                                        <p:tav tm="88160">
                                          <p:val>
                                            <p:fltVal val="0.14"/>
                                          </p:val>
                                        </p:tav>
                                        <p:tav tm="99984">
                                          <p:val>
                                            <p:fltVal val="-0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4" dur="4041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022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1796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18065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36377">
                                          <p:val>
                                            <p:strVal val="#ppt_x-0.00989"/>
                                          </p:val>
                                        </p:tav>
                                        <p:tav tm="43059">
                                          <p:val>
                                            <p:strVal val="#ppt_x-0.01138"/>
                                          </p:val>
                                        </p:tav>
                                        <p:tav tm="49988">
                                          <p:val>
                                            <p:strVal val="#ppt_x-0.01188"/>
                                          </p:val>
                                        </p:tav>
                                        <p:tav tm="55927">
                                          <p:val>
                                            <p:strVal val="#ppt_x-0.01152"/>
                                          </p:val>
                                        </p:tav>
                                        <p:tav tm="61783">
                                          <p:val>
                                            <p:strVal val="#ppt_x-0.0104"/>
                                          </p:val>
                                        </p:tav>
                                        <p:tav tm="68052">
                                          <p:val>
                                            <p:strVal val="#ppt_x-0.00836"/>
                                          </p:val>
                                        </p:tav>
                                        <p:tav tm="86282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93046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9975">
                                          <p:val>
                                            <p:strVal val="#ppt_x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" dur="4041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11796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36295">
                                          <p:val>
                                            <p:strVal val="#ppt_y-0.01422"/>
                                          </p:val>
                                        </p:tav>
                                        <p:tav tm="43059">
                                          <p:val>
                                            <p:strVal val="#ppt_y-0.01641"/>
                                          </p:val>
                                        </p:tav>
                                        <p:tav tm="49988">
                                          <p:val>
                                            <p:strVal val="#ppt_y-0.01713"/>
                                          </p:val>
                                        </p:tav>
                                        <p:tav tm="61783">
                                          <p:val>
                                            <p:strVal val="#ppt_y-0.015"/>
                                          </p:val>
                                        </p:tav>
                                        <p:tav tm="86282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93046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99975">
                                          <p:val>
                                            <p:strVal val="#ppt_y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" dur="4041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35"/>
                                          </p:val>
                                        </p:tav>
                                        <p:tav tm="11796">
                                          <p:val>
                                            <p:fltVal val="0.14"/>
                                          </p:val>
                                        </p:tav>
                                        <p:tav tm="36295">
                                          <p:val>
                                            <p:fltVal val="3.29"/>
                                          </p:val>
                                        </p:tav>
                                        <p:tav tm="49988">
                                          <p:val>
                                            <p:fltVal val="3.96"/>
                                          </p:val>
                                        </p:tav>
                                        <p:tav tm="61783">
                                          <p:val>
                                            <p:fltVal val="3.47"/>
                                          </p:val>
                                        </p:tav>
                                        <p:tav tm="86282">
                                          <p:val>
                                            <p:fltVal val="0.32"/>
                                          </p:val>
                                        </p:tav>
                                        <p:tav tm="99975">
                                          <p:val>
                                            <p:fltVal val="-0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7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8" dur="14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1" dur="1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8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31" presetClass="entr" presetSubtype="0" fill="hold" grpId="0" nodeType="withEffect">
                                  <p:stCondLst>
                                    <p:cond delay="98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5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8" presetID="3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0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12" presetClass="entr" presetSubtype="4" fill="hold" grpId="0" nodeType="withEffect">
                                  <p:stCondLst>
                                    <p:cond delay="120"/>
                                  </p:stCondLst>
                                  <p:iterate type="lt">
                                    <p:tmAbs val="30"/>
                                  </p:iterate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5" dur="760" fill="hold" decel="100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46" dur="760" decel="100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7" presetID="31" presetClass="entr" presetSubtype="0" fill="hold" grpId="0" nodeType="withEffect">
                                  <p:stCondLst>
                                    <p:cond delay="121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9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125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4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" presetID="31" presetClass="entr" presetSubtype="0" fill="hold" grpId="0" nodeType="withEffect">
                                  <p:stCondLst>
                                    <p:cond delay="137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9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2" presetID="31" presetClass="entr" presetSubtype="0" fill="hold" grpId="0" nodeType="withEffect">
                                  <p:stCondLst>
                                    <p:cond delay="138"/>
                                  </p:stCondLst>
                                  <p:childTnLs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4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7" presetID="31" presetClass="entr" presetSubtype="0" fill="hold" grpId="0" nodeType="withEffect">
                                  <p:stCondLst>
                                    <p:cond delay="148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9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" presetID="31" presetClass="entr" presetSubtype="0" fill="hold" grpId="0" nodeType="withEffect">
                                  <p:stCondLst>
                                    <p:cond delay="149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4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31" presetClass="entr" presetSubtype="0" fill="hold" grpId="0" nodeType="withEffect">
                                  <p:stCondLst>
                                    <p:cond delay="165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9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166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4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7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9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4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" presetID="31" presetClass="entr" presetSubtype="0" fill="hold" grpId="0" nodeType="withEffect">
                                  <p:stCondLst>
                                    <p:cond delay="175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9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2" presetID="31" presetClass="entr" presetSubtype="0" fill="hold" grpId="0" nodeType="withEffect">
                                  <p:stCondLst>
                                    <p:cond delay="178"/>
                                  </p:stCondLst>
                                  <p:childTnLs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4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9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192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4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9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4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5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6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7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9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0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2" presetID="31" presetClass="entr" presetSubtype="0" fill="hold" grpId="0" nodeType="withEffect">
                                  <p:stCondLst>
                                    <p:cond delay="205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4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9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212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4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6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7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9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2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4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7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9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2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4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6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7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9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0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4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7" presetID="31" presetClass="entr" presetSubtype="0" fill="hold" grpId="0" nodeType="withEffect">
                                  <p:stCondLst>
                                    <p:cond delay="234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9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2" presetID="31" presetClass="entr" presetSubtype="0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4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5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6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7" presetID="31" presetClass="entr" presetSubtype="0" fill="hold" grpId="0" nodeType="withEffect">
                                  <p:stCondLst>
                                    <p:cond delay="236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9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2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4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7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9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4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5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7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9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2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4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7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9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2" presetID="31" presetClass="entr" presetSubtype="0" fill="hold" grpId="0" nodeType="withEffect">
                                  <p:stCondLst>
                                    <p:cond delay="251"/>
                                  </p:stCondLst>
                                  <p:childTnLs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4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7" presetID="31" presetClass="entr" presetSubtype="0" fill="hold" grpId="0" nodeType="withEffect">
                                  <p:stCondLst>
                                    <p:cond delay="252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9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0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4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9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2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4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5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7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9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0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2" presetID="31" presetClass="entr" presetSubtype="0" fill="hold" grpId="0" nodeType="withEffect">
                                  <p:stCondLst>
                                    <p:cond delay="264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4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6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7" presetID="31" presetClass="entr" presetSubtype="0" fill="hold" grpId="0" nodeType="withEffect">
                                  <p:stCondLst>
                                    <p:cond delay="265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9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0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1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4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5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6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7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9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2" presetID="31" presetClass="entr" presetSubtype="0" fill="hold" grpId="0" nodeType="withEffect">
                                  <p:stCondLst>
                                    <p:cond delay="272"/>
                                  </p:stCondLst>
                                  <p:childTnLs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4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6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7" presetID="31" presetClass="entr" presetSubtype="0" fill="hold" grpId="0" nodeType="withEffect">
                                  <p:stCondLst>
                                    <p:cond delay="273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9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0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1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2" presetID="31" presetClass="entr" presetSubtype="0" fill="hold" grpId="0" nodeType="withEffect">
                                  <p:stCondLst>
                                    <p:cond delay="275"/>
                                  </p:stCondLst>
                                  <p:childTnLs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4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6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7" presetID="31" presetClass="entr" presetSubtype="0" fill="hold" grpId="0" nodeType="withEffect">
                                  <p:stCondLst>
                                    <p:cond delay="279"/>
                                  </p:stCondLst>
                                  <p:childTnLs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9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0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2" presetID="1" presetClass="entr" presetSubtype="0" fill="hold" grpId="0" nodeType="withEffect">
                                  <p:stCondLst>
                                    <p:cond delay="28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4" dur="1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52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6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8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1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3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4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5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6" presetID="31" presetClass="entr" presetSubtype="0" fill="hold" grpId="0" nodeType="withEffect">
                                  <p:stCondLst>
                                    <p:cond delay="292"/>
                                  </p:stCondLst>
                                  <p:childTnLs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8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9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0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1" presetID="31" presetClass="entr" presetSubtype="0" fill="hold" grpId="0" nodeType="withEffect">
                                  <p:stCondLst>
                                    <p:cond delay="297"/>
                                  </p:stCondLst>
                                  <p:childTnLs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3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4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8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0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1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3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4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5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6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8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9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1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3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4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6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8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0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1" presetID="31" presetClass="entr" presetSubtype="0" fill="hold" grpId="0" nodeType="withEffect">
                                  <p:stCondLst>
                                    <p:cond delay="311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3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4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8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9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0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1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3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4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6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8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1" presetID="31" presetClass="entr" presetSubtype="0" fill="hold" grpId="0" nodeType="withEffect">
                                  <p:stCondLst>
                                    <p:cond delay="324"/>
                                  </p:stCondLst>
                                  <p:childTnLst>
                                    <p:set>
                                      <p:cBhvr>
                                        <p:cTn id="9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3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4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5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6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8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9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0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1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3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4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6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8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0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1" presetID="31" presetClass="entr" presetSubtype="0" fill="hold" grpId="0" nodeType="withEffect">
                                  <p:stCondLst>
                                    <p:cond delay="343"/>
                                  </p:stCondLst>
                                  <p:childTnLs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3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4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5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6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9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1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3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4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6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8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0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1" presetID="31" presetClass="entr" presetSubtype="0" fill="hold" grpId="0" nodeType="withEffect">
                                  <p:stCondLst>
                                    <p:cond delay="353"/>
                                  </p:stCondLst>
                                  <p:childTnLs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3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4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6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10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8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9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0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1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3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4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6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8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1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3" dur="3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4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6" dur="3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7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9" dur="3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0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2" dur="3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5" dur="3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8" dur="3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3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4" dur="3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5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7" dur="3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8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0" dur="3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1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3" dur="3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4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6" dur="3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7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9" dur="3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0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2" dur="3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5" dur="3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6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10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8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9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0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1" presetID="31" presetClass="entr" presetSubtype="0" fill="hold" grpId="0" nodeType="withEffect">
                                  <p:stCondLst>
                                    <p:cond delay="368"/>
                                  </p:stCondLst>
                                  <p:childTnLst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3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4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6" presetID="31" presetClass="entr" presetSubtype="0" fill="hold" grpId="0" nodeType="withEffect">
                                  <p:stCondLst>
                                    <p:cond delay="370"/>
                                  </p:stCondLst>
                                  <p:childTnLs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8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0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1" presetID="31" presetClass="entr" presetSubtype="0" fill="hold" grpId="0" nodeType="withEffect">
                                  <p:stCondLst>
                                    <p:cond delay="371"/>
                                  </p:stCondLst>
                                  <p:childTnLst>
                                    <p:set>
                                      <p:cBhvr>
                                        <p:cTn id="10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3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4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5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6" presetID="31" presetClass="entr" presetSubtype="0" fill="hold" grpId="0" nodeType="withEffect">
                                  <p:stCondLst>
                                    <p:cond delay="375"/>
                                  </p:stCondLst>
                                  <p:childTnLst>
                                    <p:set>
                                      <p:cBhvr>
                                        <p:cTn id="10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8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9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0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1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3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4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6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8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9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0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1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3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5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6" presetID="31" presetClass="entr" presetSubtype="0" fill="hold" grpId="0" nodeType="withEffect">
                                  <p:stCondLst>
                                    <p:cond delay="392"/>
                                  </p:stCondLst>
                                  <p:childTnLs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8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9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0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1" presetID="31" presetClass="entr" presetSubtype="0" fill="hold" grpId="0" nodeType="withEffect">
                                  <p:stCondLst>
                                    <p:cond delay="394"/>
                                  </p:stCondLst>
                                  <p:childTnLst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3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4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6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8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0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1" presetID="31" presetClass="entr" presetSubtype="0" fill="hold" grpId="0" nodeType="withEffect">
                                  <p:stCondLst>
                                    <p:cond delay="407"/>
                                  </p:stCondLst>
                                  <p:childTnLs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3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5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6" presetID="31" presetClass="entr" presetSubtype="0" fill="hold" grpId="0" nodeType="withEffect">
                                  <p:stCondLst>
                                    <p:cond delay="414"/>
                                  </p:stCondLst>
                                  <p:childTnLst>
                                    <p:set>
                                      <p:cBhvr>
                                        <p:cTn id="1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8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9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0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1" presetID="31" presetClass="entr" presetSubtype="0" fill="hold" grpId="0" nodeType="withEffect">
                                  <p:stCondLst>
                                    <p:cond delay="416"/>
                                  </p:stCondLst>
                                  <p:childTnLst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3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4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6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8" dur="1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9" dur="1" fill="hold">
                                          <p:stCondLst>
                                            <p:cond delay="32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0" presetID="1" presetClass="entr" presetSubtype="0" fill="hold" grpId="0" nodeType="withEffect">
                                  <p:stCondLst>
                                    <p:cond delay="1120"/>
                                  </p:stCondLst>
                                  <p:childTnLs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2" dur="1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3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4" presetID="1" presetClass="entr" presetSubtype="0" fill="hold" grpId="0" nodeType="withEffect">
                                  <p:stCondLst>
                                    <p:cond delay="1720"/>
                                  </p:stCondLst>
                                  <p:childTnLst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6" dur="1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7" dur="1" fill="hold">
                                          <p:stCondLst>
                                            <p:cond delay="32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8" presetID="1" presetClass="entr" presetSubtype="0" fill="hold" grpId="0" nodeType="withEffect">
                                  <p:stCondLst>
                                    <p:cond delay="2040"/>
                                  </p:stCondLst>
                                  <p:childTnLs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0" dur="1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1" dur="1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2" presetID="1" presetClass="entr" presetSubtype="0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4" dur="1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5" dur="1" fill="hold">
                                          <p:stCondLst>
                                            <p:cond delay="32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6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7" dur="64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8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9" dur="64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0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1" dur="64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2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3" dur="64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4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5" dur="64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6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7" dur="64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8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9" dur="64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5625">
                                          <p:val>
                                            <p:strVal val="#ppt_x-0.00086"/>
                                          </p:val>
                                        </p:tav>
                                        <p:tav tm="26042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"/>
                                          </p:val>
                                        </p:tav>
                                        <p:tav tm="9895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0" dur="64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26042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57292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1" dur="64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1"/>
                                          </p:val>
                                        </p:tav>
                                        <p:tav tm="5208">
                                          <p:val>
                                            <p:fltVal val="-0.68"/>
                                          </p:val>
                                        </p:tav>
                                        <p:tav tm="10417">
                                          <p:val>
                                            <p:fltVal val="-2.92"/>
                                          </p:val>
                                        </p:tav>
                                        <p:tav tm="15625">
                                          <p:val>
                                            <p:fltVal val="-6.93"/>
                                          </p:val>
                                        </p:tav>
                                        <p:tav tm="20833">
                                          <p:val>
                                            <p:fltVal val="-12.62"/>
                                          </p:val>
                                        </p:tav>
                                        <p:tav tm="26042">
                                          <p:val>
                                            <p:fltVal val="-19.44"/>
                                          </p:val>
                                        </p:tav>
                                        <p:tav tm="31250">
                                          <p:val>
                                            <p:fltVal val="-15.63"/>
                                          </p:val>
                                        </p:tav>
                                        <p:tav tm="36458">
                                          <p:val>
                                            <p:fltVal val="-6.27"/>
                                          </p:val>
                                        </p:tav>
                                        <p:tav tm="41667">
                                          <p:val>
                                            <p:fltVal val="0.01"/>
                                          </p:val>
                                        </p:tav>
                                        <p:tav tm="98958">
                                          <p:val>
                                            <p:fltVal val="0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2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3" dur="64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5625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26042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"/>
                                          </p:val>
                                        </p:tav>
                                        <p:tav tm="9895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4" dur="64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26042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501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5" dur="64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1"/>
                                          </p:val>
                                        </p:tav>
                                        <p:tav tm="5208">
                                          <p:val>
                                            <p:fltVal val="-0.68"/>
                                          </p:val>
                                        </p:tav>
                                        <p:tav tm="10417">
                                          <p:val>
                                            <p:fltVal val="-2.92"/>
                                          </p:val>
                                        </p:tav>
                                        <p:tav tm="15625">
                                          <p:val>
                                            <p:fltVal val="-6.93"/>
                                          </p:val>
                                        </p:tav>
                                        <p:tav tm="20833">
                                          <p:val>
                                            <p:fltVal val="-12.62"/>
                                          </p:val>
                                        </p:tav>
                                        <p:tav tm="26042">
                                          <p:val>
                                            <p:fltVal val="-19.44"/>
                                          </p:val>
                                        </p:tav>
                                        <p:tav tm="31250">
                                          <p:val>
                                            <p:fltVal val="-15.63"/>
                                          </p:val>
                                        </p:tav>
                                        <p:tav tm="36458">
                                          <p:val>
                                            <p:fltVal val="-6.27"/>
                                          </p:val>
                                        </p:tav>
                                        <p:tav tm="41667">
                                          <p:val>
                                            <p:fltVal val="0.01"/>
                                          </p:val>
                                        </p:tav>
                                        <p:tav tm="98958">
                                          <p:val>
                                            <p:fltVal val="0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6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7" dur="64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8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9" dur="64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0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1" dur="64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2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3" dur="64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4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5" dur="64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6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7" dur="64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8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9" dur="64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0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1" dur="64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2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3" dur="64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4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5" dur="64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6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7" dur="64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8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9" dur="64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0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1" dur="64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2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3" dur="64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4" presetID="0" presetClass="path" presetSubtype="0" repeatCount="indefinite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5" dur="64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6458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6" presetID="1" presetClass="entr" presetSubtype="0" fill="hold" grpId="0" nodeType="withEffect">
                                  <p:stCondLst>
                                    <p:cond delay="2920"/>
                                  </p:stCondLst>
                                  <p:childTnLst>
                                    <p:set>
                                      <p:cBhvr>
                                        <p:cTn id="1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8" dur="1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1" dur="64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3" dur="64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5" dur="64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7" dur="64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9" dur="64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1" dur="64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3" dur="64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5" dur="64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7" dur="64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9" dur="64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1" dur="64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3" dur="64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5" dur="64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7" dur="64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9" dur="64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1" dur="64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3" dur="64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5" dur="64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7" dur="64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9" dur="64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1" dur="64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3" dur="64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5" dur="64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7" dur="64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9" dur="64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1" dur="64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3" dur="64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5" dur="64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7" dur="64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9" dur="64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1" dur="64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3" dur="64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5" dur="3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6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6" dur="3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448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6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443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595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43137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598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64706">
                                          <p:val>
                                            <p:strVal val="#ppt_y-0.00392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605"/>
                                          </p:val>
                                        </p:tav>
                                        <p:tav tm="73529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80392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605"/>
                                          </p:val>
                                        </p:tav>
                                        <p:tav tm="92157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4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7" dur="3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"/>
                                          </p:val>
                                        </p:tav>
                                        <p:tav tm="61765">
                                          <p:val>
                                            <p:strVal val="#ppt_h*0.93386"/>
                                          </p:val>
                                        </p:tav>
                                        <p:tav tm="63725">
                                          <p:val>
                                            <p:strVal val="#ppt_h*0.33255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1281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294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8" dur="3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89"/>
                                          </p:val>
                                        </p:tav>
                                        <p:tav tm="100000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9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0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1764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54902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078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4706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7352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0392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9215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1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"/>
                                          </p:val>
                                        </p:tav>
                                        <p:tav tm="61765">
                                          <p:val>
                                            <p:strVal val="#ppt_h*0.93386"/>
                                          </p:val>
                                        </p:tav>
                                        <p:tav tm="63725">
                                          <p:val>
                                            <p:strVal val="#ppt_h*0.33255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1281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294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3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6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6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4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4313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4706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73529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80392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9215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5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"/>
                                          </p:val>
                                        </p:tav>
                                        <p:tav tm="61765">
                                          <p:val>
                                            <p:strVal val="#ppt_h*0.93386"/>
                                          </p:val>
                                        </p:tav>
                                        <p:tav tm="63725">
                                          <p:val>
                                            <p:strVal val="#ppt_h*0.33255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1281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294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6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89"/>
                                          </p:val>
                                        </p:tav>
                                        <p:tav tm="100000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7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8" dur="3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1764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54902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078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4706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7352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0392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9215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9" dur="3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"/>
                                          </p:val>
                                        </p:tav>
                                        <p:tav tm="61765">
                                          <p:val>
                                            <p:strVal val="#ppt_h*0.93386"/>
                                          </p:val>
                                        </p:tav>
                                        <p:tav tm="63725">
                                          <p:val>
                                            <p:strVal val="#ppt_h*0.33255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1281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294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1" dur="64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689"/>
                                          </p:val>
                                        </p:tav>
                                        <p:tav tm="98958">
                                          <p:val>
                                            <p:strVal val="#ppt_x-1.246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2" dur="64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98958">
                                          <p:val>
                                            <p:strVal val="#ppt_y-0.0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3" dur="64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89"/>
                                          </p:val>
                                        </p:tav>
                                        <p:tav tm="98958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5" dur="64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7" dur="64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682"/>
                                          </p:val>
                                        </p:tav>
                                        <p:tav tm="98958">
                                          <p:val>
                                            <p:strVal val="#ppt_x-1.246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8" dur="64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64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89"/>
                                          </p:val>
                                        </p:tav>
                                        <p:tav tm="98958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1" dur="64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3" dur="64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94"/>
                                          </p:val>
                                        </p:tav>
                                        <p:tav tm="98958">
                                          <p:val>
                                            <p:strVal val="#ppt_x-1.248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4" dur="64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98958">
                                          <p:val>
                                            <p:strVal val="#ppt_y-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5" dur="64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89"/>
                                          </p:val>
                                        </p:tav>
                                        <p:tav tm="98958">
                                          <p:val>
                                            <p:fltVal val="4.8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7" dur="64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9" dur="64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0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1" dur="64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2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3" dur="64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4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5" dur="64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6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7" dur="64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8" presetID="0" presetClass="path" presetSubtype="0" repeatCount="indefinite" fill="hold" grpId="0" nodeType="withEffect">
                                  <p:stCondLst>
                                    <p:cond delay="3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9" dur="64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0" presetID="1" presetClass="entr" presetSubtype="0" fill="hold" grpId="0" nodeType="withEffect">
                                  <p:stCondLst>
                                    <p:cond delay="3480"/>
                                  </p:stCondLst>
                                  <p:childTnLst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2" dur="1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3" dur="1" fill="hold">
                                          <p:stCondLst>
                                            <p:cond delay="28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4" presetID="1" presetClass="entr" presetSubtype="0" fill="hold" grpId="0" nodeType="withEffect">
                                  <p:stCondLst>
                                    <p:cond delay="3760"/>
                                  </p:stCondLst>
                                  <p:childTnLst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6" dur="1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7" dur="1" fill="hold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8" presetID="1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 animBg="1"/>
      <p:bldP spid="106" grpId="0" animBg="1"/>
      <p:bldP spid="108" grpId="0" animBg="1"/>
      <p:bldP spid="109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19" grpId="0" animBg="1"/>
      <p:bldP spid="74" grpId="0" animBg="1"/>
      <p:bldP spid="75" grpId="0" animBg="1"/>
      <p:bldP spid="107" grpId="0" animBg="1"/>
      <p:bldP spid="57" grpId="0" animBg="1"/>
      <p:bldP spid="77" grpId="0" animBg="1"/>
      <p:bldP spid="56" grpId="0" animBg="1"/>
      <p:bldP spid="76" grpId="0" animBg="1"/>
      <p:bldP spid="59" grpId="0" animBg="1"/>
      <p:bldP spid="58" grpId="0" animBg="1"/>
      <p:bldP spid="39" grpId="0" animBg="1"/>
      <p:bldP spid="78" grpId="0" animBg="1"/>
      <p:bldP spid="79" grpId="0" animBg="1"/>
      <p:bldP spid="61" grpId="0" animBg="1"/>
      <p:bldP spid="41" grpId="0" animBg="1"/>
      <p:bldP spid="38" grpId="0" animBg="1"/>
      <p:bldP spid="60" grpId="0" animBg="1"/>
      <p:bldP spid="40" grpId="0" animBg="1"/>
      <p:bldP spid="81" grpId="0" animBg="1"/>
      <p:bldP spid="42" grpId="0" animBg="1"/>
      <p:bldP spid="43" grpId="0" animBg="1"/>
      <p:bldP spid="21" grpId="0" animBg="1"/>
      <p:bldP spid="62" grpId="0" animBg="1"/>
      <p:bldP spid="80" grpId="0" animBg="1"/>
      <p:bldP spid="20" grpId="0" animBg="1"/>
      <p:bldP spid="23" grpId="0" animBg="1"/>
      <p:bldP spid="45" grpId="0" animBg="1"/>
      <p:bldP spid="25" grpId="0" animBg="1"/>
      <p:bldP spid="63" grpId="0" animBg="1"/>
      <p:bldP spid="22" grpId="0" animBg="1"/>
      <p:bldP spid="3" grpId="0" animBg="1"/>
      <p:bldP spid="82" grpId="0" animBg="1"/>
      <p:bldP spid="44" grpId="0" animBg="1"/>
      <p:bldP spid="5" grpId="0" animBg="1"/>
      <p:bldP spid="24" grpId="0" animBg="1"/>
      <p:bldP spid="65" grpId="0" animBg="1"/>
      <p:bldP spid="83" grpId="0" animBg="1"/>
      <p:bldP spid="2" grpId="0" animBg="1"/>
      <p:bldP spid="64" grpId="0" animBg="1"/>
      <p:bldP spid="27" grpId="0" animBg="1"/>
      <p:bldP spid="26" grpId="0" animBg="1"/>
      <p:bldP spid="47" grpId="0" animBg="1"/>
      <p:bldP spid="4" grpId="0" animBg="1"/>
      <p:bldP spid="46" grpId="0" animBg="1"/>
      <p:bldP spid="7" grpId="0" animBg="1"/>
      <p:bldP spid="6" grpId="0" animBg="1"/>
      <p:bldP spid="85" grpId="0" animBg="1"/>
      <p:bldP spid="29" grpId="0" animBg="1"/>
      <p:bldP spid="66" grpId="0" animBg="1"/>
      <p:bldP spid="9" grpId="0" animBg="1"/>
      <p:bldP spid="84" grpId="0" animBg="1"/>
      <p:bldP spid="49" grpId="0" animBg="1"/>
      <p:bldP spid="67" grpId="0" animBg="1"/>
      <p:bldP spid="118" grpId="0" animBg="1"/>
      <p:bldP spid="28" grpId="0" animBg="1"/>
      <p:bldP spid="8" grpId="0" animBg="1"/>
      <p:bldP spid="48" grpId="0" animBg="1"/>
      <p:bldP spid="86" grpId="0" animBg="1"/>
      <p:bldP spid="69" grpId="0" animBg="1"/>
      <p:bldP spid="30" grpId="0" animBg="1"/>
      <p:bldP spid="11" grpId="0" animBg="1"/>
      <p:bldP spid="31" grpId="0" animBg="1"/>
      <p:bldP spid="10" grpId="0" animBg="1"/>
      <p:bldP spid="87" grpId="0" animBg="1"/>
      <p:bldP spid="50" grpId="0" animBg="1"/>
      <p:bldP spid="68" grpId="0" animBg="1"/>
      <p:bldP spid="13" grpId="0" animBg="1"/>
      <p:bldP spid="51" grpId="0" animBg="1"/>
      <p:bldP spid="33" grpId="0" animBg="1"/>
      <p:bldP spid="89" grpId="0" animBg="1"/>
      <p:bldP spid="12" grpId="0" animBg="1"/>
      <p:bldP spid="32" grpId="0" animBg="1"/>
      <p:bldP spid="70" grpId="0" animBg="1"/>
      <p:bldP spid="88" grpId="0" animBg="1"/>
      <p:bldP spid="53" grpId="0" animBg="1"/>
      <p:bldP spid="71" grpId="0" animBg="1"/>
      <p:bldP spid="15" grpId="0" animBg="1"/>
      <p:bldP spid="14" grpId="0" animBg="1"/>
      <p:bldP spid="34" grpId="0" animBg="1"/>
      <p:bldP spid="52" grpId="0" animBg="1"/>
      <p:bldP spid="90" grpId="0" animBg="1"/>
      <p:bldP spid="35" grpId="0" animBg="1"/>
      <p:bldP spid="17" grpId="0" animBg="1"/>
      <p:bldP spid="73" grpId="0" animBg="1"/>
      <p:bldP spid="91" grpId="0" animBg="1"/>
      <p:bldP spid="72" grpId="0" animBg="1"/>
      <p:bldP spid="54" grpId="0" animBg="1"/>
      <p:bldP spid="16" grpId="0" animBg="1"/>
      <p:bldP spid="37" grpId="0" animBg="1"/>
      <p:bldP spid="55" grpId="0" animBg="1"/>
      <p:bldP spid="36" grpId="0" animBg="1"/>
      <p:bldP spid="18" grpId="0" animBg="1"/>
      <p:bldP spid="19" grpId="0" animBg="1"/>
      <p:bldP spid="117" grpId="0" animBg="1"/>
      <p:bldP spid="116" grpId="0" animBg="1"/>
      <p:bldP spid="115" grpId="0" animBg="1"/>
      <p:bldP spid="114" grpId="0" animBg="1"/>
      <p:bldP spid="113" grpId="0" animBg="1"/>
      <p:bldP spid="112" grpId="0" animBg="1"/>
      <p:bldP spid="111" grpId="0" animBg="1"/>
      <p:bldP spid="110" grpId="0" animBg="1"/>
      <p:bldP spid="120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Prezentacja zacznie się za chwilę">
    <p:bg>
      <p:bgPr>
        <a:solidFill>
          <a:srgbClr val="11111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!!Tło 1"/>
          <p:cNvSpPr/>
          <p:nvPr/>
        </p:nvSpPr>
        <p:spPr>
          <a:xfrm>
            <a:off x="-557530" y="-1584325"/>
            <a:ext cx="3181985" cy="3776345"/>
          </a:xfrm>
          <a:custGeom>
            <a:avLst/>
            <a:gdLst/>
            <a:ahLst/>
            <a:cxnLst/>
            <a:rect l="0" t="0" r="r" b="b"/>
            <a:pathLst>
              <a:path w="3181985" h="3776345">
                <a:moveTo>
                  <a:pt x="1356360" y="3776345"/>
                </a:moveTo>
                <a:lnTo>
                  <a:pt x="0" y="0"/>
                </a:lnTo>
                <a:lnTo>
                  <a:pt x="3181985" y="2229485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!!Tło 2"/>
          <p:cNvSpPr/>
          <p:nvPr/>
        </p:nvSpPr>
        <p:spPr>
          <a:xfrm>
            <a:off x="-564279" y="-1581035"/>
            <a:ext cx="3204733" cy="3762204"/>
          </a:xfrm>
          <a:custGeom>
            <a:avLst/>
            <a:gdLst/>
            <a:ahLst/>
            <a:cxnLst/>
            <a:rect l="0" t="0" r="r" b="b"/>
            <a:pathLst>
              <a:path w="3204733" h="3762204">
                <a:moveTo>
                  <a:pt x="1395104" y="3762204"/>
                </a:moveTo>
                <a:lnTo>
                  <a:pt x="0" y="0"/>
                </a:lnTo>
                <a:lnTo>
                  <a:pt x="3204733" y="2196660"/>
                </a:lnTo>
                <a:close/>
              </a:path>
            </a:pathLst>
          </a:custGeom>
          <a:solidFill>
            <a:srgbClr val="95161D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!!Tło 3"/>
          <p:cNvSpPr/>
          <p:nvPr/>
        </p:nvSpPr>
        <p:spPr>
          <a:xfrm>
            <a:off x="8385810" y="1318260"/>
            <a:ext cx="4237990" cy="2672080"/>
          </a:xfrm>
          <a:custGeom>
            <a:avLst/>
            <a:gdLst/>
            <a:ahLst/>
            <a:cxnLst/>
            <a:rect l="0" t="0" r="r" b="b"/>
            <a:pathLst>
              <a:path w="4237990" h="2672080">
                <a:moveTo>
                  <a:pt x="4237990" y="2672080"/>
                </a:moveTo>
                <a:lnTo>
                  <a:pt x="0" y="2418080"/>
                </a:lnTo>
                <a:lnTo>
                  <a:pt x="2108835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!!Tło 4"/>
          <p:cNvSpPr/>
          <p:nvPr/>
        </p:nvSpPr>
        <p:spPr>
          <a:xfrm>
            <a:off x="8373908" y="1334788"/>
            <a:ext cx="4240501" cy="2648769"/>
          </a:xfrm>
          <a:custGeom>
            <a:avLst/>
            <a:gdLst/>
            <a:ahLst/>
            <a:cxnLst/>
            <a:rect l="0" t="0" r="r" b="b"/>
            <a:pathLst>
              <a:path w="4240501" h="2648769">
                <a:moveTo>
                  <a:pt x="4240501" y="2648769"/>
                </a:moveTo>
                <a:lnTo>
                  <a:pt x="0" y="2440869"/>
                </a:lnTo>
                <a:lnTo>
                  <a:pt x="2082415" y="0"/>
                </a:lnTo>
                <a:close/>
              </a:path>
            </a:pathLst>
          </a:custGeom>
          <a:solidFill>
            <a:srgbClr val="5C1014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!!Tło 5"/>
          <p:cNvSpPr/>
          <p:nvPr/>
        </p:nvSpPr>
        <p:spPr>
          <a:xfrm>
            <a:off x="2368550" y="518795"/>
            <a:ext cx="4458970" cy="5109210"/>
          </a:xfrm>
          <a:custGeom>
            <a:avLst/>
            <a:gdLst/>
            <a:ahLst/>
            <a:cxnLst/>
            <a:rect l="0" t="0" r="r" b="b"/>
            <a:pathLst>
              <a:path w="4458970" h="5109210">
                <a:moveTo>
                  <a:pt x="3594100" y="0"/>
                </a:moveTo>
                <a:lnTo>
                  <a:pt x="4458970" y="5109210"/>
                </a:lnTo>
                <a:lnTo>
                  <a:pt x="0" y="3502025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!!Tło 7"/>
          <p:cNvSpPr/>
          <p:nvPr/>
        </p:nvSpPr>
        <p:spPr>
          <a:xfrm>
            <a:off x="8328660" y="3310255"/>
            <a:ext cx="2503170" cy="2330450"/>
          </a:xfrm>
          <a:custGeom>
            <a:avLst/>
            <a:gdLst/>
            <a:ahLst/>
            <a:cxnLst/>
            <a:rect l="0" t="0" r="r" b="b"/>
            <a:pathLst>
              <a:path w="2503170" h="2330450">
                <a:moveTo>
                  <a:pt x="2503170" y="24130"/>
                </a:moveTo>
                <a:lnTo>
                  <a:pt x="1282065" y="2330450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!!Tło 8"/>
          <p:cNvSpPr/>
          <p:nvPr/>
        </p:nvSpPr>
        <p:spPr>
          <a:xfrm>
            <a:off x="8357835" y="3271963"/>
            <a:ext cx="2503082" cy="2334457"/>
          </a:xfrm>
          <a:custGeom>
            <a:avLst/>
            <a:gdLst/>
            <a:ahLst/>
            <a:cxnLst/>
            <a:rect l="0" t="0" r="r" b="b"/>
            <a:pathLst>
              <a:path w="2503082" h="2334457">
                <a:moveTo>
                  <a:pt x="2503082" y="31975"/>
                </a:moveTo>
                <a:lnTo>
                  <a:pt x="1274755" y="2334457"/>
                </a:lnTo>
                <a:lnTo>
                  <a:pt x="0" y="0"/>
                </a:lnTo>
                <a:close/>
              </a:path>
            </a:pathLst>
          </a:custGeom>
          <a:solidFill>
            <a:srgbClr val="95161D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!!Tło 9"/>
          <p:cNvSpPr/>
          <p:nvPr/>
        </p:nvSpPr>
        <p:spPr>
          <a:xfrm>
            <a:off x="8206740" y="613410"/>
            <a:ext cx="2186940" cy="2498090"/>
          </a:xfrm>
          <a:custGeom>
            <a:avLst/>
            <a:gdLst/>
            <a:ahLst/>
            <a:cxnLst/>
            <a:rect l="0" t="0" r="r" b="b"/>
            <a:pathLst>
              <a:path w="2186940" h="2498090">
                <a:moveTo>
                  <a:pt x="2186940" y="1733550"/>
                </a:moveTo>
                <a:lnTo>
                  <a:pt x="0" y="2498090"/>
                </a:lnTo>
                <a:lnTo>
                  <a:pt x="71501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!!Tło 10"/>
          <p:cNvSpPr/>
          <p:nvPr/>
        </p:nvSpPr>
        <p:spPr>
          <a:xfrm>
            <a:off x="8234293" y="599348"/>
            <a:ext cx="2179020" cy="2505260"/>
          </a:xfrm>
          <a:custGeom>
            <a:avLst/>
            <a:gdLst/>
            <a:ahLst/>
            <a:cxnLst/>
            <a:rect l="0" t="0" r="r" b="b"/>
            <a:pathLst>
              <a:path w="2179020" h="2505260">
                <a:moveTo>
                  <a:pt x="2179020" y="1718430"/>
                </a:moveTo>
                <a:lnTo>
                  <a:pt x="0" y="2505260"/>
                </a:lnTo>
                <a:lnTo>
                  <a:pt x="689466" y="0"/>
                </a:lnTo>
                <a:close/>
              </a:path>
            </a:pathLst>
          </a:custGeom>
          <a:solidFill>
            <a:srgbClr val="5C1014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!!Tło 11"/>
          <p:cNvSpPr/>
          <p:nvPr/>
        </p:nvSpPr>
        <p:spPr>
          <a:xfrm>
            <a:off x="5572125" y="1104900"/>
            <a:ext cx="2019935" cy="1752600"/>
          </a:xfrm>
          <a:custGeom>
            <a:avLst/>
            <a:gdLst/>
            <a:ahLst/>
            <a:cxnLst/>
            <a:rect l="0" t="0" r="r" b="b"/>
            <a:pathLst>
              <a:path w="2019935" h="1752600">
                <a:moveTo>
                  <a:pt x="2019935" y="0"/>
                </a:moveTo>
                <a:lnTo>
                  <a:pt x="1430020" y="1752600"/>
                </a:lnTo>
                <a:lnTo>
                  <a:pt x="0" y="138176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!!Tło 13"/>
          <p:cNvSpPr/>
          <p:nvPr/>
        </p:nvSpPr>
        <p:spPr>
          <a:xfrm>
            <a:off x="1796415" y="922020"/>
            <a:ext cx="3673475" cy="6204585"/>
          </a:xfrm>
          <a:custGeom>
            <a:avLst/>
            <a:gdLst/>
            <a:ahLst/>
            <a:cxnLst/>
            <a:rect l="0" t="0" r="r" b="b"/>
            <a:pathLst>
              <a:path w="3673475" h="6204585">
                <a:moveTo>
                  <a:pt x="3673475" y="3769995"/>
                </a:moveTo>
                <a:lnTo>
                  <a:pt x="0" y="6204585"/>
                </a:lnTo>
                <a:lnTo>
                  <a:pt x="161925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!!Tło 14"/>
          <p:cNvSpPr/>
          <p:nvPr/>
        </p:nvSpPr>
        <p:spPr>
          <a:xfrm>
            <a:off x="1801958" y="920195"/>
            <a:ext cx="3719855" cy="6200295"/>
          </a:xfrm>
          <a:custGeom>
            <a:avLst/>
            <a:gdLst/>
            <a:ahLst/>
            <a:cxnLst/>
            <a:rect l="0" t="0" r="r" b="b"/>
            <a:pathLst>
              <a:path w="3719855" h="6200295">
                <a:moveTo>
                  <a:pt x="3719855" y="3837177"/>
                </a:moveTo>
                <a:lnTo>
                  <a:pt x="0" y="6200295"/>
                </a:lnTo>
                <a:lnTo>
                  <a:pt x="281845" y="0"/>
                </a:lnTo>
                <a:close/>
              </a:path>
            </a:pathLst>
          </a:custGeom>
          <a:solidFill>
            <a:srgbClr val="95161D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!!Tło 15"/>
          <p:cNvSpPr/>
          <p:nvPr/>
        </p:nvSpPr>
        <p:spPr>
          <a:xfrm>
            <a:off x="-975360" y="3815715"/>
            <a:ext cx="3752215" cy="3879850"/>
          </a:xfrm>
          <a:custGeom>
            <a:avLst/>
            <a:gdLst/>
            <a:ahLst/>
            <a:cxnLst/>
            <a:rect l="0" t="0" r="r" b="b"/>
            <a:pathLst>
              <a:path w="3752215" h="3879850">
                <a:moveTo>
                  <a:pt x="0" y="0"/>
                </a:moveTo>
                <a:lnTo>
                  <a:pt x="3752215" y="688975"/>
                </a:lnTo>
                <a:lnTo>
                  <a:pt x="2256790" y="387985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!!Tło 17"/>
          <p:cNvSpPr/>
          <p:nvPr/>
        </p:nvSpPr>
        <p:spPr>
          <a:xfrm>
            <a:off x="979170" y="4888230"/>
            <a:ext cx="1603375" cy="2202815"/>
          </a:xfrm>
          <a:custGeom>
            <a:avLst/>
            <a:gdLst/>
            <a:ahLst/>
            <a:cxnLst/>
            <a:rect l="0" t="0" r="r" b="b"/>
            <a:pathLst>
              <a:path w="1603375" h="2202815">
                <a:moveTo>
                  <a:pt x="0" y="2202815"/>
                </a:moveTo>
                <a:lnTo>
                  <a:pt x="358775" y="0"/>
                </a:lnTo>
                <a:lnTo>
                  <a:pt x="1603375" y="2158365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!!Tło 18"/>
          <p:cNvSpPr/>
          <p:nvPr/>
        </p:nvSpPr>
        <p:spPr>
          <a:xfrm>
            <a:off x="1010891" y="4936447"/>
            <a:ext cx="1602262" cy="2209147"/>
          </a:xfrm>
          <a:custGeom>
            <a:avLst/>
            <a:gdLst/>
            <a:ahLst/>
            <a:cxnLst/>
            <a:rect l="0" t="0" r="r" b="b"/>
            <a:pathLst>
              <a:path w="1602262" h="2209147">
                <a:moveTo>
                  <a:pt x="0" y="2209147"/>
                </a:moveTo>
                <a:lnTo>
                  <a:pt x="317465" y="0"/>
                </a:lnTo>
                <a:lnTo>
                  <a:pt x="1602262" y="2134682"/>
                </a:lnTo>
                <a:close/>
              </a:path>
            </a:pathLst>
          </a:custGeom>
          <a:solidFill>
            <a:srgbClr val="CF1723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!!Tło 19"/>
          <p:cNvSpPr/>
          <p:nvPr/>
        </p:nvSpPr>
        <p:spPr>
          <a:xfrm>
            <a:off x="4709160" y="-875665"/>
            <a:ext cx="2571750" cy="3023870"/>
          </a:xfrm>
          <a:custGeom>
            <a:avLst/>
            <a:gdLst/>
            <a:ahLst/>
            <a:cxnLst/>
            <a:rect l="0" t="0" r="r" b="b"/>
            <a:pathLst>
              <a:path w="2571750" h="3023870">
                <a:moveTo>
                  <a:pt x="0" y="1351280"/>
                </a:moveTo>
                <a:lnTo>
                  <a:pt x="1868805" y="0"/>
                </a:lnTo>
                <a:lnTo>
                  <a:pt x="2571750" y="302387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!!Tło 20"/>
          <p:cNvSpPr/>
          <p:nvPr/>
        </p:nvSpPr>
        <p:spPr>
          <a:xfrm>
            <a:off x="4707209" y="-882657"/>
            <a:ext cx="2590009" cy="3015947"/>
          </a:xfrm>
          <a:custGeom>
            <a:avLst/>
            <a:gdLst/>
            <a:ahLst/>
            <a:cxnLst/>
            <a:rect l="0" t="0" r="r" b="b"/>
            <a:pathLst>
              <a:path w="2590009" h="3015947">
                <a:moveTo>
                  <a:pt x="0" y="1371773"/>
                </a:moveTo>
                <a:lnTo>
                  <a:pt x="1853814" y="0"/>
                </a:lnTo>
                <a:lnTo>
                  <a:pt x="2590009" y="3015947"/>
                </a:lnTo>
                <a:close/>
              </a:path>
            </a:pathLst>
          </a:custGeom>
          <a:solidFill>
            <a:srgbClr val="95161D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!!Tło 21"/>
          <p:cNvSpPr/>
          <p:nvPr/>
        </p:nvSpPr>
        <p:spPr>
          <a:xfrm>
            <a:off x="9114790" y="-36195"/>
            <a:ext cx="3592195" cy="3613150"/>
          </a:xfrm>
          <a:custGeom>
            <a:avLst/>
            <a:gdLst/>
            <a:ahLst/>
            <a:cxnLst/>
            <a:rect l="0" t="0" r="r" b="b"/>
            <a:pathLst>
              <a:path w="3592195" h="3613150">
                <a:moveTo>
                  <a:pt x="0" y="1466215"/>
                </a:moveTo>
                <a:lnTo>
                  <a:pt x="3592195" y="0"/>
                </a:lnTo>
                <a:lnTo>
                  <a:pt x="2491105" y="361315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!!Tło 23"/>
          <p:cNvSpPr/>
          <p:nvPr/>
        </p:nvSpPr>
        <p:spPr>
          <a:xfrm>
            <a:off x="5821045" y="2726690"/>
            <a:ext cx="4717415" cy="4845050"/>
          </a:xfrm>
          <a:custGeom>
            <a:avLst/>
            <a:gdLst/>
            <a:ahLst/>
            <a:cxnLst/>
            <a:rect l="0" t="0" r="r" b="b"/>
            <a:pathLst>
              <a:path w="4717415" h="4845050">
                <a:moveTo>
                  <a:pt x="4717415" y="4845050"/>
                </a:moveTo>
                <a:lnTo>
                  <a:pt x="0" y="2976880"/>
                </a:lnTo>
                <a:lnTo>
                  <a:pt x="277114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!!Tło 24"/>
          <p:cNvSpPr/>
          <p:nvPr/>
        </p:nvSpPr>
        <p:spPr>
          <a:xfrm>
            <a:off x="5773661" y="2758422"/>
            <a:ext cx="4689004" cy="4873562"/>
          </a:xfrm>
          <a:custGeom>
            <a:avLst/>
            <a:gdLst/>
            <a:ahLst/>
            <a:cxnLst/>
            <a:rect l="0" t="0" r="r" b="b"/>
            <a:pathLst>
              <a:path w="4689004" h="4873562">
                <a:moveTo>
                  <a:pt x="4689004" y="4873562"/>
                </a:moveTo>
                <a:lnTo>
                  <a:pt x="0" y="2935184"/>
                </a:lnTo>
                <a:lnTo>
                  <a:pt x="2815266" y="0"/>
                </a:lnTo>
                <a:close/>
              </a:path>
            </a:pathLst>
          </a:custGeom>
          <a:solidFill>
            <a:srgbClr val="CF1723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!!Tło 25"/>
          <p:cNvSpPr/>
          <p:nvPr/>
        </p:nvSpPr>
        <p:spPr>
          <a:xfrm>
            <a:off x="4133850" y="2793365"/>
            <a:ext cx="3596640" cy="3698875"/>
          </a:xfrm>
          <a:custGeom>
            <a:avLst/>
            <a:gdLst/>
            <a:ahLst/>
            <a:cxnLst/>
            <a:rect l="0" t="0" r="r" b="b"/>
            <a:pathLst>
              <a:path w="3596640" h="3698875">
                <a:moveTo>
                  <a:pt x="3345815" y="249555"/>
                </a:moveTo>
                <a:lnTo>
                  <a:pt x="3596640" y="3698875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!!Tło 26"/>
          <p:cNvSpPr/>
          <p:nvPr/>
        </p:nvSpPr>
        <p:spPr>
          <a:xfrm>
            <a:off x="4129650" y="2729377"/>
            <a:ext cx="3528026" cy="3764376"/>
          </a:xfrm>
          <a:custGeom>
            <a:avLst/>
            <a:gdLst/>
            <a:ahLst/>
            <a:cxnLst/>
            <a:rect l="0" t="0" r="r" b="b"/>
            <a:pathLst>
              <a:path w="3528026" h="3764376">
                <a:moveTo>
                  <a:pt x="3340661" y="311028"/>
                </a:moveTo>
                <a:lnTo>
                  <a:pt x="3528026" y="3764376"/>
                </a:lnTo>
                <a:lnTo>
                  <a:pt x="0" y="0"/>
                </a:lnTo>
                <a:close/>
              </a:path>
            </a:pathLst>
          </a:custGeom>
          <a:solidFill>
            <a:srgbClr val="95161D">
              <a:alpha val="26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!!Spinner – pierścień"/>
          <p:cNvSpPr/>
          <p:nvPr/>
        </p:nvSpPr>
        <p:spPr>
          <a:xfrm>
            <a:off x="5873750" y="2043410"/>
            <a:ext cx="444500" cy="444500"/>
          </a:xfrm>
          <a:prstGeom prst="ellipse">
            <a:avLst/>
          </a:prstGeom>
          <a:noFill/>
          <a:ln w="25400">
            <a:solidFill>
              <a:srgbClr val="35353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!!Spinner – łuk"/>
          <p:cNvSpPr/>
          <p:nvPr/>
        </p:nvSpPr>
        <p:spPr>
          <a:xfrm>
            <a:off x="5873750" y="2043410"/>
            <a:ext cx="444500" cy="444500"/>
          </a:xfrm>
          <a:prstGeom prst="arc">
            <a:avLst>
              <a:gd name="adj1" fmla="val 13500000"/>
              <a:gd name="adj2" fmla="val 18900000"/>
            </a:avLst>
          </a:prstGeom>
          <a:noFill/>
          <a:ln w="254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!!Proszę czekać"/>
          <p:cNvSpPr txBox="1"/>
          <p:nvPr/>
        </p:nvSpPr>
        <p:spPr>
          <a:xfrm>
            <a:off x="4365625" y="2910815"/>
            <a:ext cx="4301847" cy="656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17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700" kern="100" spc="-164" dirty="0">
                <a:solidFill>
                  <a:srgbClr val="FFFFFF"/>
                </a:solidFill>
                <a:latin typeface="Lato Black"/>
                <a:cs typeface="Lato Black"/>
              </a:rPr>
              <a:t>Proszę czekać</a:t>
            </a:r>
            <a:endParaRPr lang="pl-PL" sz="4700" kern="100" spc="-16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7" name="Tekst: Prezentacja zacznie się za chwilę"/>
          <p:cNvSpPr txBox="1"/>
          <p:nvPr/>
        </p:nvSpPr>
        <p:spPr>
          <a:xfrm>
            <a:off x="4286250" y="3709640"/>
            <a:ext cx="4497348" cy="3048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999999"/>
                </a:solidFill>
                <a:latin typeface="Lato"/>
                <a:cs typeface="Lato"/>
              </a:rPr>
              <a:t>Prezentacja zacznie się za chwilę</a:t>
            </a:r>
            <a:endParaRPr lang="pl-PL" sz="2000" kern="100" dirty="0">
              <a:solidFill>
                <a:srgbClr val="999999"/>
              </a:solidFill>
              <a:latin typeface="Lato"/>
              <a:cs typeface="Lato"/>
            </a:endParaRPr>
          </a:p>
        </p:txBody>
      </p:sp>
      <p:sp>
        <p:nvSpPr>
          <p:cNvPr id="28" name="!!Loader – tor"/>
          <p:cNvSpPr/>
          <p:nvPr/>
        </p:nvSpPr>
        <p:spPr>
          <a:xfrm>
            <a:off x="3873500" y="4439890"/>
            <a:ext cx="4445000" cy="31750"/>
          </a:xfrm>
          <a:prstGeom prst="roundRect">
            <a:avLst>
              <a:gd name="adj" fmla="val 50000"/>
            </a:avLst>
          </a:prstGeom>
          <a:solidFill>
            <a:srgbClr val="35353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!!Loader – pasek"/>
          <p:cNvSpPr/>
          <p:nvPr/>
        </p:nvSpPr>
        <p:spPr>
          <a:xfrm>
            <a:off x="3873500" y="4439890"/>
            <a:ext cx="386715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Loader – procent 99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99%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1" name="Loader – procent 98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98%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2" name="Loader – procent 97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97%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3" name="Loader – procent 96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96%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4" name="Loader – procent 95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95%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5" name="Loader – procent 93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93%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6" name="Loader – procent 92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92%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7" name="Loader – procent 90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90%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8" name="Loader – procent 89"/>
          <p:cNvSpPr txBox="1"/>
          <p:nvPr/>
        </p:nvSpPr>
        <p:spPr>
          <a:xfrm>
            <a:off x="2114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89%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39" name="!!Loader – procent"/>
          <p:cNvSpPr txBox="1"/>
          <p:nvPr/>
        </p:nvSpPr>
        <p:spPr>
          <a:xfrm>
            <a:off x="5908675" y="4624040"/>
            <a:ext cx="604957" cy="190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888888"/>
                </a:solidFill>
                <a:latin typeface="Lato"/>
                <a:cs typeface="Lato"/>
              </a:rPr>
              <a:t>87%</a:t>
            </a:r>
            <a:endParaRPr lang="pl-PL" sz="1500" b="1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40" name="!!Postać 1"/>
          <p:cNvSpPr/>
          <p:nvPr/>
        </p:nvSpPr>
        <p:spPr>
          <a:xfrm>
            <a:off x="8150354" y="3048336"/>
            <a:ext cx="514091" cy="514091"/>
          </a:xfrm>
          <a:custGeom>
            <a:avLst/>
            <a:gdLst/>
            <a:ahLst/>
            <a:cxnLst/>
            <a:rect l="0" t="0" r="r" b="b"/>
            <a:pathLst>
              <a:path w="514091" h="514091">
                <a:moveTo>
                  <a:pt x="0" y="0"/>
                </a:moveTo>
                <a:lnTo>
                  <a:pt x="514091" y="0"/>
                </a:lnTo>
                <a:lnTo>
                  <a:pt x="490723" y="514091"/>
                </a:lnTo>
                <a:lnTo>
                  <a:pt x="23368" y="514091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!!Postać 2"/>
          <p:cNvSpPr/>
          <p:nvPr/>
        </p:nvSpPr>
        <p:spPr>
          <a:xfrm>
            <a:off x="8150354" y="2557613"/>
            <a:ext cx="257045" cy="151890"/>
          </a:xfrm>
          <a:custGeom>
            <a:avLst/>
            <a:gdLst/>
            <a:ahLst/>
            <a:cxnLst/>
            <a:rect l="0" t="0" r="r" b="b"/>
            <a:pathLst>
              <a:path w="257045" h="151890">
                <a:moveTo>
                  <a:pt x="257045" y="0"/>
                </a:moveTo>
                <a:lnTo>
                  <a:pt x="0" y="58419"/>
                </a:lnTo>
                <a:lnTo>
                  <a:pt x="128523" y="15189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!!Postać 3"/>
          <p:cNvSpPr/>
          <p:nvPr/>
        </p:nvSpPr>
        <p:spPr>
          <a:xfrm>
            <a:off x="8027673" y="2616032"/>
            <a:ext cx="251203" cy="210310"/>
          </a:xfrm>
          <a:custGeom>
            <a:avLst/>
            <a:gdLst/>
            <a:ahLst/>
            <a:cxnLst/>
            <a:rect l="0" t="0" r="r" b="b"/>
            <a:pathLst>
              <a:path w="251203" h="210310">
                <a:moveTo>
                  <a:pt x="122681" y="0"/>
                </a:moveTo>
                <a:lnTo>
                  <a:pt x="0" y="210310"/>
                </a:lnTo>
                <a:lnTo>
                  <a:pt x="251203" y="93471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!!Postać 4"/>
          <p:cNvSpPr/>
          <p:nvPr/>
        </p:nvSpPr>
        <p:spPr>
          <a:xfrm>
            <a:off x="8027673" y="2709504"/>
            <a:ext cx="251203" cy="292097"/>
          </a:xfrm>
          <a:custGeom>
            <a:avLst/>
            <a:gdLst/>
            <a:ahLst/>
            <a:cxnLst/>
            <a:rect l="0" t="0" r="r" b="b"/>
            <a:pathLst>
              <a:path w="251203" h="292097">
                <a:moveTo>
                  <a:pt x="0" y="116839"/>
                </a:moveTo>
                <a:lnTo>
                  <a:pt x="116839" y="292097"/>
                </a:lnTo>
                <a:lnTo>
                  <a:pt x="251203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!!Postać 5"/>
          <p:cNvSpPr/>
          <p:nvPr/>
        </p:nvSpPr>
        <p:spPr>
          <a:xfrm>
            <a:off x="7992622" y="2826342"/>
            <a:ext cx="151890" cy="292097"/>
          </a:xfrm>
          <a:custGeom>
            <a:avLst/>
            <a:gdLst/>
            <a:ahLst/>
            <a:cxnLst/>
            <a:rect l="0" t="0" r="r" b="b"/>
            <a:pathLst>
              <a:path w="151890" h="292097">
                <a:moveTo>
                  <a:pt x="35052" y="0"/>
                </a:moveTo>
                <a:lnTo>
                  <a:pt x="0" y="292097"/>
                </a:lnTo>
                <a:lnTo>
                  <a:pt x="151890" y="175258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!!Postać 6"/>
          <p:cNvSpPr/>
          <p:nvPr/>
        </p:nvSpPr>
        <p:spPr>
          <a:xfrm>
            <a:off x="7992622" y="3001601"/>
            <a:ext cx="163574" cy="257045"/>
          </a:xfrm>
          <a:custGeom>
            <a:avLst/>
            <a:gdLst/>
            <a:ahLst/>
            <a:cxnLst/>
            <a:rect l="0" t="0" r="r" b="b"/>
            <a:pathLst>
              <a:path w="163574" h="257045">
                <a:moveTo>
                  <a:pt x="0" y="116839"/>
                </a:moveTo>
                <a:lnTo>
                  <a:pt x="163574" y="257045"/>
                </a:lnTo>
                <a:lnTo>
                  <a:pt x="151890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!!Postać 7"/>
          <p:cNvSpPr/>
          <p:nvPr/>
        </p:nvSpPr>
        <p:spPr>
          <a:xfrm>
            <a:off x="7992622" y="3118439"/>
            <a:ext cx="163574" cy="245362"/>
          </a:xfrm>
          <a:custGeom>
            <a:avLst/>
            <a:gdLst/>
            <a:ahLst/>
            <a:cxnLst/>
            <a:rect l="0" t="0" r="r" b="b"/>
            <a:pathLst>
              <a:path w="163574" h="245362">
                <a:moveTo>
                  <a:pt x="0" y="0"/>
                </a:moveTo>
                <a:lnTo>
                  <a:pt x="17526" y="245362"/>
                </a:lnTo>
                <a:lnTo>
                  <a:pt x="163574" y="140207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!!Postać 8"/>
          <p:cNvSpPr/>
          <p:nvPr/>
        </p:nvSpPr>
        <p:spPr>
          <a:xfrm>
            <a:off x="8010148" y="3258646"/>
            <a:ext cx="198626" cy="303781"/>
          </a:xfrm>
          <a:custGeom>
            <a:avLst/>
            <a:gdLst/>
            <a:ahLst/>
            <a:cxnLst/>
            <a:rect l="0" t="0" r="r" b="b"/>
            <a:pathLst>
              <a:path w="198626" h="303781">
                <a:moveTo>
                  <a:pt x="0" y="105155"/>
                </a:moveTo>
                <a:lnTo>
                  <a:pt x="198626" y="303781"/>
                </a:lnTo>
                <a:lnTo>
                  <a:pt x="146049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!!Postać 9"/>
          <p:cNvSpPr/>
          <p:nvPr/>
        </p:nvSpPr>
        <p:spPr>
          <a:xfrm>
            <a:off x="8010148" y="3363801"/>
            <a:ext cx="110997" cy="257045"/>
          </a:xfrm>
          <a:custGeom>
            <a:avLst/>
            <a:gdLst/>
            <a:ahLst/>
            <a:cxnLst/>
            <a:rect l="0" t="0" r="r" b="b"/>
            <a:pathLst>
              <a:path w="110997" h="257045">
                <a:moveTo>
                  <a:pt x="0" y="0"/>
                </a:moveTo>
                <a:lnTo>
                  <a:pt x="46736" y="198626"/>
                </a:lnTo>
                <a:lnTo>
                  <a:pt x="110997" y="25704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!!Postać 10"/>
          <p:cNvSpPr/>
          <p:nvPr/>
        </p:nvSpPr>
        <p:spPr>
          <a:xfrm>
            <a:off x="8010148" y="3363801"/>
            <a:ext cx="198626" cy="257045"/>
          </a:xfrm>
          <a:custGeom>
            <a:avLst/>
            <a:gdLst/>
            <a:ahLst/>
            <a:cxnLst/>
            <a:rect l="0" t="0" r="r" b="b"/>
            <a:pathLst>
              <a:path w="198626" h="257045">
                <a:moveTo>
                  <a:pt x="0" y="0"/>
                </a:moveTo>
                <a:lnTo>
                  <a:pt x="110997" y="257045"/>
                </a:lnTo>
                <a:lnTo>
                  <a:pt x="198626" y="198626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!!Postać 11"/>
          <p:cNvSpPr/>
          <p:nvPr/>
        </p:nvSpPr>
        <p:spPr>
          <a:xfrm>
            <a:off x="8407400" y="2557613"/>
            <a:ext cx="257045" cy="151890"/>
          </a:xfrm>
          <a:custGeom>
            <a:avLst/>
            <a:gdLst/>
            <a:ahLst/>
            <a:cxnLst/>
            <a:rect l="0" t="0" r="r" b="b"/>
            <a:pathLst>
              <a:path w="257045" h="151890">
                <a:moveTo>
                  <a:pt x="0" y="0"/>
                </a:moveTo>
                <a:lnTo>
                  <a:pt x="257045" y="58419"/>
                </a:lnTo>
                <a:lnTo>
                  <a:pt x="128523" y="15189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!!Postać 12"/>
          <p:cNvSpPr/>
          <p:nvPr/>
        </p:nvSpPr>
        <p:spPr>
          <a:xfrm>
            <a:off x="8535922" y="2616032"/>
            <a:ext cx="251203" cy="210310"/>
          </a:xfrm>
          <a:custGeom>
            <a:avLst/>
            <a:gdLst/>
            <a:ahLst/>
            <a:cxnLst/>
            <a:rect l="0" t="0" r="r" b="b"/>
            <a:pathLst>
              <a:path w="251203" h="210310">
                <a:moveTo>
                  <a:pt x="128523" y="0"/>
                </a:moveTo>
                <a:lnTo>
                  <a:pt x="251203" y="210310"/>
                </a:lnTo>
                <a:lnTo>
                  <a:pt x="0" y="93471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!!Postać 13"/>
          <p:cNvSpPr/>
          <p:nvPr/>
        </p:nvSpPr>
        <p:spPr>
          <a:xfrm>
            <a:off x="8535922" y="2709504"/>
            <a:ext cx="251203" cy="292097"/>
          </a:xfrm>
          <a:custGeom>
            <a:avLst/>
            <a:gdLst/>
            <a:ahLst/>
            <a:cxnLst/>
            <a:rect l="0" t="0" r="r" b="b"/>
            <a:pathLst>
              <a:path w="251203" h="292097">
                <a:moveTo>
                  <a:pt x="251203" y="116839"/>
                </a:moveTo>
                <a:lnTo>
                  <a:pt x="134365" y="292097"/>
                </a:lnTo>
                <a:lnTo>
                  <a:pt x="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!!Postać 14"/>
          <p:cNvSpPr/>
          <p:nvPr/>
        </p:nvSpPr>
        <p:spPr>
          <a:xfrm>
            <a:off x="8670287" y="2826342"/>
            <a:ext cx="151890" cy="292097"/>
          </a:xfrm>
          <a:custGeom>
            <a:avLst/>
            <a:gdLst/>
            <a:ahLst/>
            <a:cxnLst/>
            <a:rect l="0" t="0" r="r" b="b"/>
            <a:pathLst>
              <a:path w="151890" h="292097">
                <a:moveTo>
                  <a:pt x="116839" y="0"/>
                </a:moveTo>
                <a:lnTo>
                  <a:pt x="151890" y="292097"/>
                </a:lnTo>
                <a:lnTo>
                  <a:pt x="0" y="175258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!!Postać 15"/>
          <p:cNvSpPr/>
          <p:nvPr/>
        </p:nvSpPr>
        <p:spPr>
          <a:xfrm>
            <a:off x="8658603" y="3001601"/>
            <a:ext cx="163574" cy="257045"/>
          </a:xfrm>
          <a:custGeom>
            <a:avLst/>
            <a:gdLst/>
            <a:ahLst/>
            <a:cxnLst/>
            <a:rect l="0" t="0" r="r" b="b"/>
            <a:pathLst>
              <a:path w="163574" h="257045">
                <a:moveTo>
                  <a:pt x="163574" y="116839"/>
                </a:moveTo>
                <a:lnTo>
                  <a:pt x="0" y="257045"/>
                </a:lnTo>
                <a:lnTo>
                  <a:pt x="11684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!!Postać 16"/>
          <p:cNvSpPr/>
          <p:nvPr/>
        </p:nvSpPr>
        <p:spPr>
          <a:xfrm>
            <a:off x="8658603" y="3118439"/>
            <a:ext cx="163574" cy="245362"/>
          </a:xfrm>
          <a:custGeom>
            <a:avLst/>
            <a:gdLst/>
            <a:ahLst/>
            <a:cxnLst/>
            <a:rect l="0" t="0" r="r" b="b"/>
            <a:pathLst>
              <a:path w="163574" h="245362">
                <a:moveTo>
                  <a:pt x="163574" y="0"/>
                </a:moveTo>
                <a:lnTo>
                  <a:pt x="146049" y="245362"/>
                </a:lnTo>
                <a:lnTo>
                  <a:pt x="0" y="140207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!!Postać 17"/>
          <p:cNvSpPr/>
          <p:nvPr/>
        </p:nvSpPr>
        <p:spPr>
          <a:xfrm>
            <a:off x="8606026" y="3258646"/>
            <a:ext cx="198626" cy="303781"/>
          </a:xfrm>
          <a:custGeom>
            <a:avLst/>
            <a:gdLst/>
            <a:ahLst/>
            <a:cxnLst/>
            <a:rect l="0" t="0" r="r" b="b"/>
            <a:pathLst>
              <a:path w="198626" h="303781">
                <a:moveTo>
                  <a:pt x="198626" y="105155"/>
                </a:moveTo>
                <a:lnTo>
                  <a:pt x="0" y="303781"/>
                </a:lnTo>
                <a:lnTo>
                  <a:pt x="52577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!!Postać 18"/>
          <p:cNvSpPr/>
          <p:nvPr/>
        </p:nvSpPr>
        <p:spPr>
          <a:xfrm>
            <a:off x="8693655" y="3363801"/>
            <a:ext cx="110997" cy="257045"/>
          </a:xfrm>
          <a:custGeom>
            <a:avLst/>
            <a:gdLst/>
            <a:ahLst/>
            <a:cxnLst/>
            <a:rect l="0" t="0" r="r" b="b"/>
            <a:pathLst>
              <a:path w="110997" h="257045">
                <a:moveTo>
                  <a:pt x="110997" y="0"/>
                </a:moveTo>
                <a:lnTo>
                  <a:pt x="64261" y="198626"/>
                </a:lnTo>
                <a:lnTo>
                  <a:pt x="0" y="257045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!!Postać 19"/>
          <p:cNvSpPr/>
          <p:nvPr/>
        </p:nvSpPr>
        <p:spPr>
          <a:xfrm>
            <a:off x="8606026" y="3363801"/>
            <a:ext cx="198626" cy="257045"/>
          </a:xfrm>
          <a:custGeom>
            <a:avLst/>
            <a:gdLst/>
            <a:ahLst/>
            <a:cxnLst/>
            <a:rect l="0" t="0" r="r" b="b"/>
            <a:pathLst>
              <a:path w="198626" h="257045">
                <a:moveTo>
                  <a:pt x="198626" y="0"/>
                </a:moveTo>
                <a:lnTo>
                  <a:pt x="87629" y="257045"/>
                </a:lnTo>
                <a:lnTo>
                  <a:pt x="0" y="198626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!!Postać 20"/>
          <p:cNvSpPr/>
          <p:nvPr/>
        </p:nvSpPr>
        <p:spPr>
          <a:xfrm>
            <a:off x="8278877" y="2557613"/>
            <a:ext cx="257045" cy="151890"/>
          </a:xfrm>
          <a:custGeom>
            <a:avLst/>
            <a:gdLst/>
            <a:ahLst/>
            <a:cxnLst/>
            <a:rect l="0" t="0" r="r" b="b"/>
            <a:pathLst>
              <a:path w="257045" h="151890">
                <a:moveTo>
                  <a:pt x="128523" y="0"/>
                </a:moveTo>
                <a:lnTo>
                  <a:pt x="0" y="151890"/>
                </a:lnTo>
                <a:lnTo>
                  <a:pt x="257045" y="15189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!!Postać 21"/>
          <p:cNvSpPr/>
          <p:nvPr/>
        </p:nvSpPr>
        <p:spPr>
          <a:xfrm>
            <a:off x="8302245" y="4029782"/>
            <a:ext cx="87629" cy="327149"/>
          </a:xfrm>
          <a:custGeom>
            <a:avLst/>
            <a:gdLst/>
            <a:ahLst/>
            <a:cxnLst/>
            <a:rect l="0" t="0" r="r" b="b"/>
            <a:pathLst>
              <a:path w="87629" h="327149">
                <a:moveTo>
                  <a:pt x="0" y="0"/>
                </a:moveTo>
                <a:lnTo>
                  <a:pt x="87629" y="0"/>
                </a:lnTo>
                <a:lnTo>
                  <a:pt x="17526" y="327149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!!Postać 22"/>
          <p:cNvSpPr/>
          <p:nvPr/>
        </p:nvSpPr>
        <p:spPr>
          <a:xfrm>
            <a:off x="8319770" y="4029782"/>
            <a:ext cx="70103" cy="327149"/>
          </a:xfrm>
          <a:custGeom>
            <a:avLst/>
            <a:gdLst/>
            <a:ahLst/>
            <a:cxnLst/>
            <a:rect l="0" t="0" r="r" b="b"/>
            <a:pathLst>
              <a:path w="70103" h="327149">
                <a:moveTo>
                  <a:pt x="70103" y="0"/>
                </a:moveTo>
                <a:lnTo>
                  <a:pt x="58419" y="327149"/>
                </a:lnTo>
                <a:lnTo>
                  <a:pt x="0" y="327149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!!Postać 23"/>
          <p:cNvSpPr/>
          <p:nvPr/>
        </p:nvSpPr>
        <p:spPr>
          <a:xfrm>
            <a:off x="8185406" y="4345247"/>
            <a:ext cx="221994" cy="70103"/>
          </a:xfrm>
          <a:custGeom>
            <a:avLst/>
            <a:gdLst/>
            <a:ahLst/>
            <a:cxnLst/>
            <a:rect l="0" t="0" r="r" b="b"/>
            <a:pathLst>
              <a:path w="221994" h="70103">
                <a:moveTo>
                  <a:pt x="70103" y="0"/>
                </a:moveTo>
                <a:lnTo>
                  <a:pt x="210310" y="0"/>
                </a:lnTo>
                <a:lnTo>
                  <a:pt x="221994" y="70103"/>
                </a:lnTo>
                <a:lnTo>
                  <a:pt x="0" y="58419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!!Postać 24"/>
          <p:cNvSpPr/>
          <p:nvPr/>
        </p:nvSpPr>
        <p:spPr>
          <a:xfrm>
            <a:off x="8173722" y="4403667"/>
            <a:ext cx="233678" cy="58419"/>
          </a:xfrm>
          <a:custGeom>
            <a:avLst/>
            <a:gdLst/>
            <a:ahLst/>
            <a:cxnLst/>
            <a:rect l="0" t="0" r="r" b="b"/>
            <a:pathLst>
              <a:path w="233678" h="58419">
                <a:moveTo>
                  <a:pt x="11684" y="0"/>
                </a:moveTo>
                <a:lnTo>
                  <a:pt x="233678" y="11684"/>
                </a:lnTo>
                <a:lnTo>
                  <a:pt x="221994" y="58419"/>
                </a:lnTo>
                <a:lnTo>
                  <a:pt x="0" y="5841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!!Postać 25"/>
          <p:cNvSpPr/>
          <p:nvPr/>
        </p:nvSpPr>
        <p:spPr>
          <a:xfrm>
            <a:off x="8424925" y="4029782"/>
            <a:ext cx="70103" cy="327149"/>
          </a:xfrm>
          <a:custGeom>
            <a:avLst/>
            <a:gdLst/>
            <a:ahLst/>
            <a:cxnLst/>
            <a:rect l="0" t="0" r="r" b="b"/>
            <a:pathLst>
              <a:path w="70103" h="327149">
                <a:moveTo>
                  <a:pt x="0" y="0"/>
                </a:moveTo>
                <a:lnTo>
                  <a:pt x="70103" y="327149"/>
                </a:lnTo>
                <a:lnTo>
                  <a:pt x="11684" y="327149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!!Postać 26"/>
          <p:cNvSpPr/>
          <p:nvPr/>
        </p:nvSpPr>
        <p:spPr>
          <a:xfrm>
            <a:off x="8424925" y="4029782"/>
            <a:ext cx="87629" cy="327149"/>
          </a:xfrm>
          <a:custGeom>
            <a:avLst/>
            <a:gdLst/>
            <a:ahLst/>
            <a:cxnLst/>
            <a:rect l="0" t="0" r="r" b="b"/>
            <a:pathLst>
              <a:path w="87629" h="327149">
                <a:moveTo>
                  <a:pt x="0" y="0"/>
                </a:moveTo>
                <a:lnTo>
                  <a:pt x="87629" y="0"/>
                </a:lnTo>
                <a:lnTo>
                  <a:pt x="70103" y="327149"/>
                </a:lnTo>
                <a:close/>
              </a:path>
            </a:pathLst>
          </a:custGeom>
          <a:solidFill>
            <a:srgbClr val="BABAB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!!Postać 27"/>
          <p:cNvSpPr/>
          <p:nvPr/>
        </p:nvSpPr>
        <p:spPr>
          <a:xfrm>
            <a:off x="8407400" y="4345247"/>
            <a:ext cx="221994" cy="70103"/>
          </a:xfrm>
          <a:custGeom>
            <a:avLst/>
            <a:gdLst/>
            <a:ahLst/>
            <a:cxnLst/>
            <a:rect l="0" t="0" r="r" b="b"/>
            <a:pathLst>
              <a:path w="221994" h="70103">
                <a:moveTo>
                  <a:pt x="11684" y="0"/>
                </a:moveTo>
                <a:lnTo>
                  <a:pt x="151890" y="0"/>
                </a:lnTo>
                <a:lnTo>
                  <a:pt x="221994" y="58419"/>
                </a:lnTo>
                <a:lnTo>
                  <a:pt x="0" y="70103"/>
                </a:lnTo>
                <a:close/>
              </a:path>
            </a:pathLst>
          </a:custGeom>
          <a:solidFill>
            <a:srgbClr val="DCDC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!!Postać 28"/>
          <p:cNvSpPr/>
          <p:nvPr/>
        </p:nvSpPr>
        <p:spPr>
          <a:xfrm>
            <a:off x="8407400" y="4403667"/>
            <a:ext cx="233678" cy="58419"/>
          </a:xfrm>
          <a:custGeom>
            <a:avLst/>
            <a:gdLst/>
            <a:ahLst/>
            <a:cxnLst/>
            <a:rect l="0" t="0" r="r" b="b"/>
            <a:pathLst>
              <a:path w="233678" h="58419">
                <a:moveTo>
                  <a:pt x="0" y="11684"/>
                </a:moveTo>
                <a:lnTo>
                  <a:pt x="221994" y="0"/>
                </a:lnTo>
                <a:lnTo>
                  <a:pt x="233678" y="58419"/>
                </a:lnTo>
                <a:lnTo>
                  <a:pt x="11684" y="5841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!!Postać 29"/>
          <p:cNvSpPr/>
          <p:nvPr/>
        </p:nvSpPr>
        <p:spPr>
          <a:xfrm>
            <a:off x="8360664" y="3282014"/>
            <a:ext cx="93471" cy="105155"/>
          </a:xfrm>
          <a:custGeom>
            <a:avLst/>
            <a:gdLst/>
            <a:ahLst/>
            <a:cxnLst/>
            <a:rect l="0" t="0" r="r" b="b"/>
            <a:pathLst>
              <a:path w="93471" h="105155">
                <a:moveTo>
                  <a:pt x="0" y="0"/>
                </a:moveTo>
                <a:lnTo>
                  <a:pt x="93471" y="0"/>
                </a:lnTo>
                <a:lnTo>
                  <a:pt x="93471" y="105155"/>
                </a:lnTo>
                <a:lnTo>
                  <a:pt x="0" y="105155"/>
                </a:lnTo>
                <a:close/>
              </a:path>
            </a:pathLst>
          </a:cu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!!Postać 30"/>
          <p:cNvSpPr/>
          <p:nvPr/>
        </p:nvSpPr>
        <p:spPr>
          <a:xfrm>
            <a:off x="8185406" y="3352117"/>
            <a:ext cx="221994" cy="268729"/>
          </a:xfrm>
          <a:custGeom>
            <a:avLst/>
            <a:gdLst/>
            <a:ahLst/>
            <a:cxnLst/>
            <a:rect l="0" t="0" r="r" b="b"/>
            <a:pathLst>
              <a:path w="221994" h="268729">
                <a:moveTo>
                  <a:pt x="0" y="58419"/>
                </a:moveTo>
                <a:lnTo>
                  <a:pt x="221994" y="0"/>
                </a:lnTo>
                <a:lnTo>
                  <a:pt x="221994" y="26872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!!Postać 31"/>
          <p:cNvSpPr/>
          <p:nvPr/>
        </p:nvSpPr>
        <p:spPr>
          <a:xfrm>
            <a:off x="8407400" y="3352117"/>
            <a:ext cx="221994" cy="268729"/>
          </a:xfrm>
          <a:custGeom>
            <a:avLst/>
            <a:gdLst/>
            <a:ahLst/>
            <a:cxnLst/>
            <a:rect l="0" t="0" r="r" b="b"/>
            <a:pathLst>
              <a:path w="221994" h="268729">
                <a:moveTo>
                  <a:pt x="0" y="0"/>
                </a:moveTo>
                <a:lnTo>
                  <a:pt x="221994" y="58419"/>
                </a:lnTo>
                <a:lnTo>
                  <a:pt x="0" y="26872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!!Postać 32"/>
          <p:cNvSpPr/>
          <p:nvPr/>
        </p:nvSpPr>
        <p:spPr>
          <a:xfrm>
            <a:off x="8185406" y="3410536"/>
            <a:ext cx="221994" cy="280413"/>
          </a:xfrm>
          <a:custGeom>
            <a:avLst/>
            <a:gdLst/>
            <a:ahLst/>
            <a:cxnLst/>
            <a:rect l="0" t="0" r="r" b="b"/>
            <a:pathLst>
              <a:path w="221994" h="280413">
                <a:moveTo>
                  <a:pt x="0" y="0"/>
                </a:moveTo>
                <a:lnTo>
                  <a:pt x="221994" y="210310"/>
                </a:lnTo>
                <a:lnTo>
                  <a:pt x="221994" y="280413"/>
                </a:lnTo>
                <a:lnTo>
                  <a:pt x="58419" y="28041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!!Postać 33"/>
          <p:cNvSpPr/>
          <p:nvPr/>
        </p:nvSpPr>
        <p:spPr>
          <a:xfrm>
            <a:off x="8407400" y="3410536"/>
            <a:ext cx="221994" cy="280413"/>
          </a:xfrm>
          <a:custGeom>
            <a:avLst/>
            <a:gdLst/>
            <a:ahLst/>
            <a:cxnLst/>
            <a:rect l="0" t="0" r="r" b="b"/>
            <a:pathLst>
              <a:path w="221994" h="280413">
                <a:moveTo>
                  <a:pt x="221994" y="0"/>
                </a:moveTo>
                <a:lnTo>
                  <a:pt x="163574" y="280413"/>
                </a:lnTo>
                <a:lnTo>
                  <a:pt x="0" y="280413"/>
                </a:lnTo>
                <a:lnTo>
                  <a:pt x="0" y="21031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!!Postać 34"/>
          <p:cNvSpPr/>
          <p:nvPr/>
        </p:nvSpPr>
        <p:spPr>
          <a:xfrm>
            <a:off x="8243825" y="3679266"/>
            <a:ext cx="163574" cy="385568"/>
          </a:xfrm>
          <a:custGeom>
            <a:avLst/>
            <a:gdLst/>
            <a:ahLst/>
            <a:cxnLst/>
            <a:rect l="0" t="0" r="r" b="b"/>
            <a:pathLst>
              <a:path w="163574" h="385568">
                <a:moveTo>
                  <a:pt x="0" y="0"/>
                </a:moveTo>
                <a:lnTo>
                  <a:pt x="163574" y="0"/>
                </a:lnTo>
                <a:lnTo>
                  <a:pt x="23368" y="385568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!!Postać 35"/>
          <p:cNvSpPr/>
          <p:nvPr/>
        </p:nvSpPr>
        <p:spPr>
          <a:xfrm>
            <a:off x="8091935" y="3679266"/>
            <a:ext cx="175258" cy="385568"/>
          </a:xfrm>
          <a:custGeom>
            <a:avLst/>
            <a:gdLst/>
            <a:ahLst/>
            <a:cxnLst/>
            <a:rect l="0" t="0" r="r" b="b"/>
            <a:pathLst>
              <a:path w="175258" h="385568">
                <a:moveTo>
                  <a:pt x="151890" y="0"/>
                </a:moveTo>
                <a:lnTo>
                  <a:pt x="175258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!!Postać 36"/>
          <p:cNvSpPr/>
          <p:nvPr/>
        </p:nvSpPr>
        <p:spPr>
          <a:xfrm>
            <a:off x="8267193" y="3679266"/>
            <a:ext cx="140207" cy="385568"/>
          </a:xfrm>
          <a:custGeom>
            <a:avLst/>
            <a:gdLst/>
            <a:ahLst/>
            <a:cxnLst/>
            <a:rect l="0" t="0" r="r" b="b"/>
            <a:pathLst>
              <a:path w="140207" h="385568">
                <a:moveTo>
                  <a:pt x="140207" y="0"/>
                </a:moveTo>
                <a:lnTo>
                  <a:pt x="140207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!!Postać 37"/>
          <p:cNvSpPr/>
          <p:nvPr/>
        </p:nvSpPr>
        <p:spPr>
          <a:xfrm>
            <a:off x="8407400" y="3679266"/>
            <a:ext cx="140207" cy="385568"/>
          </a:xfrm>
          <a:custGeom>
            <a:avLst/>
            <a:gdLst/>
            <a:ahLst/>
            <a:cxnLst/>
            <a:rect l="0" t="0" r="r" b="b"/>
            <a:pathLst>
              <a:path w="140207" h="385568">
                <a:moveTo>
                  <a:pt x="0" y="0"/>
                </a:moveTo>
                <a:lnTo>
                  <a:pt x="140207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!!Postać 38"/>
          <p:cNvSpPr/>
          <p:nvPr/>
        </p:nvSpPr>
        <p:spPr>
          <a:xfrm>
            <a:off x="8407400" y="3679266"/>
            <a:ext cx="163574" cy="385568"/>
          </a:xfrm>
          <a:custGeom>
            <a:avLst/>
            <a:gdLst/>
            <a:ahLst/>
            <a:cxnLst/>
            <a:rect l="0" t="0" r="r" b="b"/>
            <a:pathLst>
              <a:path w="163574" h="385568">
                <a:moveTo>
                  <a:pt x="0" y="0"/>
                </a:moveTo>
                <a:lnTo>
                  <a:pt x="163574" y="0"/>
                </a:lnTo>
                <a:lnTo>
                  <a:pt x="140207" y="38556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!!Postać 39"/>
          <p:cNvSpPr/>
          <p:nvPr/>
        </p:nvSpPr>
        <p:spPr>
          <a:xfrm>
            <a:off x="8547606" y="3679266"/>
            <a:ext cx="175258" cy="385568"/>
          </a:xfrm>
          <a:custGeom>
            <a:avLst/>
            <a:gdLst/>
            <a:ahLst/>
            <a:cxnLst/>
            <a:rect l="0" t="0" r="r" b="b"/>
            <a:pathLst>
              <a:path w="175258" h="385568">
                <a:moveTo>
                  <a:pt x="23368" y="0"/>
                </a:moveTo>
                <a:lnTo>
                  <a:pt x="175258" y="385568"/>
                </a:lnTo>
                <a:lnTo>
                  <a:pt x="0" y="385568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!!Postać 40"/>
          <p:cNvSpPr/>
          <p:nvPr/>
        </p:nvSpPr>
        <p:spPr>
          <a:xfrm>
            <a:off x="8372348" y="2651084"/>
            <a:ext cx="327149" cy="303781"/>
          </a:xfrm>
          <a:custGeom>
            <a:avLst/>
            <a:gdLst/>
            <a:ahLst/>
            <a:cxnLst/>
            <a:rect l="0" t="0" r="r" b="b"/>
            <a:pathLst>
              <a:path w="327149" h="303781">
                <a:moveTo>
                  <a:pt x="35052" y="0"/>
                </a:moveTo>
                <a:lnTo>
                  <a:pt x="327149" y="128523"/>
                </a:lnTo>
                <a:lnTo>
                  <a:pt x="0" y="303781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!!Postać 41"/>
          <p:cNvSpPr/>
          <p:nvPr/>
        </p:nvSpPr>
        <p:spPr>
          <a:xfrm>
            <a:off x="8372348" y="2779607"/>
            <a:ext cx="338833" cy="373884"/>
          </a:xfrm>
          <a:custGeom>
            <a:avLst/>
            <a:gdLst/>
            <a:ahLst/>
            <a:cxnLst/>
            <a:rect l="0" t="0" r="r" b="b"/>
            <a:pathLst>
              <a:path w="338833" h="373884">
                <a:moveTo>
                  <a:pt x="327149" y="0"/>
                </a:moveTo>
                <a:lnTo>
                  <a:pt x="338833" y="373884"/>
                </a:lnTo>
                <a:lnTo>
                  <a:pt x="0" y="175258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!!Postać 42"/>
          <p:cNvSpPr/>
          <p:nvPr/>
        </p:nvSpPr>
        <p:spPr>
          <a:xfrm>
            <a:off x="8372348" y="2954865"/>
            <a:ext cx="338833" cy="362200"/>
          </a:xfrm>
          <a:custGeom>
            <a:avLst/>
            <a:gdLst/>
            <a:ahLst/>
            <a:cxnLst/>
            <a:rect l="0" t="0" r="r" b="b"/>
            <a:pathLst>
              <a:path w="338833" h="362200">
                <a:moveTo>
                  <a:pt x="338833" y="198626"/>
                </a:moveTo>
                <a:lnTo>
                  <a:pt x="35052" y="362200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!!Postać 43"/>
          <p:cNvSpPr/>
          <p:nvPr/>
        </p:nvSpPr>
        <p:spPr>
          <a:xfrm>
            <a:off x="8103619" y="2954865"/>
            <a:ext cx="303781" cy="362200"/>
          </a:xfrm>
          <a:custGeom>
            <a:avLst/>
            <a:gdLst/>
            <a:ahLst/>
            <a:cxnLst/>
            <a:rect l="0" t="0" r="r" b="b"/>
            <a:pathLst>
              <a:path w="303781" h="362200">
                <a:moveTo>
                  <a:pt x="303781" y="362200"/>
                </a:moveTo>
                <a:lnTo>
                  <a:pt x="0" y="198626"/>
                </a:lnTo>
                <a:lnTo>
                  <a:pt x="268729" y="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!!Postać 44"/>
          <p:cNvSpPr/>
          <p:nvPr/>
        </p:nvSpPr>
        <p:spPr>
          <a:xfrm>
            <a:off x="8103619" y="2779607"/>
            <a:ext cx="268729" cy="373884"/>
          </a:xfrm>
          <a:custGeom>
            <a:avLst/>
            <a:gdLst/>
            <a:ahLst/>
            <a:cxnLst/>
            <a:rect l="0" t="0" r="r" b="b"/>
            <a:pathLst>
              <a:path w="268729" h="373884">
                <a:moveTo>
                  <a:pt x="0" y="373884"/>
                </a:moveTo>
                <a:lnTo>
                  <a:pt x="11684" y="0"/>
                </a:lnTo>
                <a:lnTo>
                  <a:pt x="268729" y="175258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!!Postać 45"/>
          <p:cNvSpPr/>
          <p:nvPr/>
        </p:nvSpPr>
        <p:spPr>
          <a:xfrm>
            <a:off x="8115303" y="2651084"/>
            <a:ext cx="292097" cy="303781"/>
          </a:xfrm>
          <a:custGeom>
            <a:avLst/>
            <a:gdLst/>
            <a:ahLst/>
            <a:cxnLst/>
            <a:rect l="0" t="0" r="r" b="b"/>
            <a:pathLst>
              <a:path w="292097" h="303781">
                <a:moveTo>
                  <a:pt x="0" y="128523"/>
                </a:moveTo>
                <a:lnTo>
                  <a:pt x="292097" y="0"/>
                </a:lnTo>
                <a:lnTo>
                  <a:pt x="257045" y="303781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!!Postać 46"/>
          <p:cNvSpPr/>
          <p:nvPr/>
        </p:nvSpPr>
        <p:spPr>
          <a:xfrm>
            <a:off x="8110519" y="2655279"/>
            <a:ext cx="614629" cy="665069"/>
          </a:xfrm>
          <a:custGeom>
            <a:avLst/>
            <a:gdLst/>
            <a:ahLst/>
            <a:cxnLst/>
            <a:rect l="0" t="0" r="r" b="b"/>
            <a:pathLst>
              <a:path w="614629" h="665069">
                <a:moveTo>
                  <a:pt x="329659" y="0"/>
                </a:moveTo>
                <a:lnTo>
                  <a:pt x="614629" y="143634"/>
                </a:lnTo>
                <a:lnTo>
                  <a:pt x="606729" y="517617"/>
                </a:lnTo>
                <a:lnTo>
                  <a:pt x="294804" y="665069"/>
                </a:lnTo>
                <a:lnTo>
                  <a:pt x="0" y="485820"/>
                </a:lnTo>
                <a:lnTo>
                  <a:pt x="31235" y="113059"/>
                </a:lnTo>
                <a:close/>
              </a:path>
            </a:pathLst>
          </a:custGeom>
          <a:solidFill>
            <a:srgbClr val="EE312F">
              <a:alpha val="4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!!Postać 47"/>
          <p:cNvSpPr/>
          <p:nvPr/>
        </p:nvSpPr>
        <p:spPr>
          <a:xfrm>
            <a:off x="8091935" y="2604349"/>
            <a:ext cx="315465" cy="245362"/>
          </a:xfrm>
          <a:custGeom>
            <a:avLst/>
            <a:gdLst/>
            <a:ahLst/>
            <a:cxnLst/>
            <a:rect l="0" t="0" r="r" b="b"/>
            <a:pathLst>
              <a:path w="315465" h="245362">
                <a:moveTo>
                  <a:pt x="0" y="210310"/>
                </a:moveTo>
                <a:lnTo>
                  <a:pt x="315465" y="0"/>
                </a:lnTo>
                <a:lnTo>
                  <a:pt x="128523" y="245362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!!Postać 48"/>
          <p:cNvSpPr/>
          <p:nvPr/>
        </p:nvSpPr>
        <p:spPr>
          <a:xfrm>
            <a:off x="8220457" y="2604349"/>
            <a:ext cx="198626" cy="245362"/>
          </a:xfrm>
          <a:custGeom>
            <a:avLst/>
            <a:gdLst/>
            <a:ahLst/>
            <a:cxnLst/>
            <a:rect l="0" t="0" r="r" b="b"/>
            <a:pathLst>
              <a:path w="198626" h="245362">
                <a:moveTo>
                  <a:pt x="0" y="245362"/>
                </a:moveTo>
                <a:lnTo>
                  <a:pt x="186942" y="0"/>
                </a:lnTo>
                <a:lnTo>
                  <a:pt x="198626" y="198626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!!Postać 49"/>
          <p:cNvSpPr/>
          <p:nvPr/>
        </p:nvSpPr>
        <p:spPr>
          <a:xfrm>
            <a:off x="8407400" y="2604349"/>
            <a:ext cx="198626" cy="245362"/>
          </a:xfrm>
          <a:custGeom>
            <a:avLst/>
            <a:gdLst/>
            <a:ahLst/>
            <a:cxnLst/>
            <a:rect l="0" t="0" r="r" b="b"/>
            <a:pathLst>
              <a:path w="198626" h="245362">
                <a:moveTo>
                  <a:pt x="11684" y="198626"/>
                </a:moveTo>
                <a:lnTo>
                  <a:pt x="0" y="0"/>
                </a:lnTo>
                <a:lnTo>
                  <a:pt x="198626" y="245362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!!Postać 50"/>
          <p:cNvSpPr/>
          <p:nvPr/>
        </p:nvSpPr>
        <p:spPr>
          <a:xfrm>
            <a:off x="8407400" y="2604349"/>
            <a:ext cx="327149" cy="245362"/>
          </a:xfrm>
          <a:custGeom>
            <a:avLst/>
            <a:gdLst/>
            <a:ahLst/>
            <a:cxnLst/>
            <a:rect l="0" t="0" r="r" b="b"/>
            <a:pathLst>
              <a:path w="327149" h="245362">
                <a:moveTo>
                  <a:pt x="198626" y="245362"/>
                </a:moveTo>
                <a:lnTo>
                  <a:pt x="0" y="0"/>
                </a:lnTo>
                <a:lnTo>
                  <a:pt x="327149" y="198626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!!Postać 51"/>
          <p:cNvSpPr/>
          <p:nvPr/>
        </p:nvSpPr>
        <p:spPr>
          <a:xfrm>
            <a:off x="8056883" y="2791291"/>
            <a:ext cx="116839" cy="490723"/>
          </a:xfrm>
          <a:custGeom>
            <a:avLst/>
            <a:gdLst/>
            <a:ahLst/>
            <a:cxnLst/>
            <a:rect l="0" t="0" r="r" b="b"/>
            <a:pathLst>
              <a:path w="116839" h="490723">
                <a:moveTo>
                  <a:pt x="17526" y="0"/>
                </a:moveTo>
                <a:lnTo>
                  <a:pt x="116839" y="58419"/>
                </a:lnTo>
                <a:lnTo>
                  <a:pt x="81787" y="408936"/>
                </a:lnTo>
                <a:lnTo>
                  <a:pt x="0" y="490723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!!Postać 52"/>
          <p:cNvSpPr/>
          <p:nvPr/>
        </p:nvSpPr>
        <p:spPr>
          <a:xfrm>
            <a:off x="8641077" y="2791291"/>
            <a:ext cx="116839" cy="490723"/>
          </a:xfrm>
          <a:custGeom>
            <a:avLst/>
            <a:gdLst/>
            <a:ahLst/>
            <a:cxnLst/>
            <a:rect l="0" t="0" r="r" b="b"/>
            <a:pathLst>
              <a:path w="116839" h="490723">
                <a:moveTo>
                  <a:pt x="99313" y="0"/>
                </a:moveTo>
                <a:lnTo>
                  <a:pt x="0" y="58419"/>
                </a:lnTo>
                <a:lnTo>
                  <a:pt x="35052" y="408936"/>
                </a:lnTo>
                <a:lnTo>
                  <a:pt x="116839" y="490723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!!Postać oko L"/>
          <p:cNvSpPr/>
          <p:nvPr/>
        </p:nvSpPr>
        <p:spPr>
          <a:xfrm>
            <a:off x="8226299" y="2949023"/>
            <a:ext cx="93471" cy="75945"/>
          </a:xfrm>
          <a:custGeom>
            <a:avLst/>
            <a:gdLst/>
            <a:ahLst/>
            <a:cxnLst/>
            <a:rect l="0" t="0" r="r" b="b"/>
            <a:pathLst>
              <a:path w="93471" h="75945">
                <a:moveTo>
                  <a:pt x="35052" y="17526"/>
                </a:moveTo>
                <a:lnTo>
                  <a:pt x="64261" y="17526"/>
                </a:lnTo>
                <a:lnTo>
                  <a:pt x="93471" y="17526"/>
                </a:lnTo>
                <a:lnTo>
                  <a:pt x="93471" y="75945"/>
                </a:lnTo>
                <a:lnTo>
                  <a:pt x="64261" y="75945"/>
                </a:lnTo>
                <a:lnTo>
                  <a:pt x="35052" y="75945"/>
                </a:lnTo>
                <a:lnTo>
                  <a:pt x="35052" y="2921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Postać oko L (wariant)"/>
          <p:cNvSpPr/>
          <p:nvPr/>
        </p:nvSpPr>
        <p:spPr>
          <a:xfrm>
            <a:off x="23485700" y="2933565"/>
            <a:ext cx="92329" cy="62934"/>
          </a:xfrm>
          <a:custGeom>
            <a:avLst/>
            <a:gdLst/>
            <a:ahLst/>
            <a:cxnLst/>
            <a:rect l="0" t="0" r="r" b="b"/>
            <a:pathLst>
              <a:path w="92329" h="62934">
                <a:moveTo>
                  <a:pt x="34395" y="13443"/>
                </a:moveTo>
                <a:lnTo>
                  <a:pt x="63362" y="18841"/>
                </a:lnTo>
                <a:lnTo>
                  <a:pt x="92329" y="24239"/>
                </a:lnTo>
                <a:lnTo>
                  <a:pt x="90301" y="62934"/>
                </a:lnTo>
                <a:lnTo>
                  <a:pt x="61131" y="61405"/>
                </a:lnTo>
                <a:lnTo>
                  <a:pt x="31962" y="59876"/>
                </a:lnTo>
                <a:lnTo>
                  <a:pt x="33787" y="25051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Postać oko L (wariant) 2"/>
          <p:cNvSpPr/>
          <p:nvPr/>
        </p:nvSpPr>
        <p:spPr>
          <a:xfrm>
            <a:off x="23484650" y="2925830"/>
            <a:ext cx="90591" cy="98235"/>
          </a:xfrm>
          <a:custGeom>
            <a:avLst/>
            <a:gdLst/>
            <a:ahLst/>
            <a:cxnLst/>
            <a:rect l="0" t="0" r="r" b="b"/>
            <a:pathLst>
              <a:path w="90591" h="98235">
                <a:moveTo>
                  <a:pt x="33781" y="25170"/>
                </a:moveTo>
                <a:lnTo>
                  <a:pt x="62186" y="41284"/>
                </a:lnTo>
                <a:lnTo>
                  <a:pt x="90591" y="57397"/>
                </a:lnTo>
                <a:lnTo>
                  <a:pt x="88451" y="98235"/>
                </a:lnTo>
                <a:lnTo>
                  <a:pt x="59281" y="96706"/>
                </a:lnTo>
                <a:lnTo>
                  <a:pt x="30112" y="95177"/>
                </a:lnTo>
                <a:lnTo>
                  <a:pt x="32863" y="42672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!!Postać oko P"/>
          <p:cNvSpPr/>
          <p:nvPr/>
        </p:nvSpPr>
        <p:spPr>
          <a:xfrm>
            <a:off x="8495029" y="2949023"/>
            <a:ext cx="93471" cy="75945"/>
          </a:xfrm>
          <a:custGeom>
            <a:avLst/>
            <a:gdLst/>
            <a:ahLst/>
            <a:cxnLst/>
            <a:rect l="0" t="0" r="r" b="b"/>
            <a:pathLst>
              <a:path w="93471" h="75945">
                <a:moveTo>
                  <a:pt x="58419" y="17526"/>
                </a:moveTo>
                <a:lnTo>
                  <a:pt x="29210" y="17526"/>
                </a:lnTo>
                <a:lnTo>
                  <a:pt x="0" y="17526"/>
                </a:lnTo>
                <a:lnTo>
                  <a:pt x="0" y="75945"/>
                </a:lnTo>
                <a:lnTo>
                  <a:pt x="29210" y="75945"/>
                </a:lnTo>
                <a:lnTo>
                  <a:pt x="58419" y="75945"/>
                </a:lnTo>
                <a:lnTo>
                  <a:pt x="58419" y="29210"/>
                </a:lnTo>
                <a:lnTo>
                  <a:pt x="93471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Postać oko P (wariant)"/>
          <p:cNvSpPr/>
          <p:nvPr/>
        </p:nvSpPr>
        <p:spPr>
          <a:xfrm>
            <a:off x="23751019" y="2952521"/>
            <a:ext cx="96385" cy="56207"/>
          </a:xfrm>
          <a:custGeom>
            <a:avLst/>
            <a:gdLst/>
            <a:ahLst/>
            <a:cxnLst/>
            <a:rect l="0" t="0" r="r" b="b"/>
            <a:pathLst>
              <a:path w="96385" h="56207">
                <a:moveTo>
                  <a:pt x="60773" y="9774"/>
                </a:moveTo>
                <a:lnTo>
                  <a:pt x="31400" y="12115"/>
                </a:lnTo>
                <a:lnTo>
                  <a:pt x="2028" y="14455"/>
                </a:lnTo>
                <a:lnTo>
                  <a:pt x="0" y="53150"/>
                </a:lnTo>
                <a:lnTo>
                  <a:pt x="29170" y="54679"/>
                </a:lnTo>
                <a:lnTo>
                  <a:pt x="58339" y="56207"/>
                </a:lnTo>
                <a:lnTo>
                  <a:pt x="60164" y="21382"/>
                </a:lnTo>
                <a:lnTo>
                  <a:pt x="96385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Postać oko P (wariant) 2"/>
          <p:cNvSpPr/>
          <p:nvPr/>
        </p:nvSpPr>
        <p:spPr>
          <a:xfrm>
            <a:off x="23748119" y="2944786"/>
            <a:ext cx="98235" cy="91509"/>
          </a:xfrm>
          <a:custGeom>
            <a:avLst/>
            <a:gdLst/>
            <a:ahLst/>
            <a:cxnLst/>
            <a:rect l="0" t="0" r="r" b="b"/>
            <a:pathLst>
              <a:path w="98235" h="91509">
                <a:moveTo>
                  <a:pt x="62008" y="21501"/>
                </a:moveTo>
                <a:lnTo>
                  <a:pt x="32074" y="34557"/>
                </a:lnTo>
                <a:lnTo>
                  <a:pt x="2140" y="47614"/>
                </a:lnTo>
                <a:lnTo>
                  <a:pt x="0" y="88451"/>
                </a:lnTo>
                <a:lnTo>
                  <a:pt x="29170" y="89980"/>
                </a:lnTo>
                <a:lnTo>
                  <a:pt x="58339" y="91509"/>
                </a:lnTo>
                <a:lnTo>
                  <a:pt x="61091" y="39003"/>
                </a:lnTo>
                <a:lnTo>
                  <a:pt x="98235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!!Postać brew L"/>
          <p:cNvSpPr/>
          <p:nvPr/>
        </p:nvSpPr>
        <p:spPr>
          <a:xfrm>
            <a:off x="8232141" y="2884762"/>
            <a:ext cx="122681" cy="17526"/>
          </a:xfrm>
          <a:custGeom>
            <a:avLst/>
            <a:gdLst/>
            <a:ahLst/>
            <a:cxnLst/>
            <a:rect l="0" t="0" r="r" b="b"/>
            <a:pathLst>
              <a:path w="122681" h="17526">
                <a:moveTo>
                  <a:pt x="0" y="0"/>
                </a:moveTo>
                <a:lnTo>
                  <a:pt x="122681" y="0"/>
                </a:lnTo>
                <a:lnTo>
                  <a:pt x="122681" y="17526"/>
                </a:lnTo>
                <a:lnTo>
                  <a:pt x="0" y="1752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Postać brew L (wariant)"/>
          <p:cNvSpPr/>
          <p:nvPr/>
        </p:nvSpPr>
        <p:spPr>
          <a:xfrm>
            <a:off x="23495924" y="2826776"/>
            <a:ext cx="128041" cy="59232"/>
          </a:xfrm>
          <a:custGeom>
            <a:avLst/>
            <a:gdLst/>
            <a:ahLst/>
            <a:cxnLst/>
            <a:rect l="0" t="0" r="r" b="b"/>
            <a:pathLst>
              <a:path w="128041" h="59232">
                <a:moveTo>
                  <a:pt x="1223" y="0"/>
                </a:moveTo>
                <a:lnTo>
                  <a:pt x="128041" y="35896"/>
                </a:lnTo>
                <a:lnTo>
                  <a:pt x="126818" y="59232"/>
                </a:lnTo>
                <a:lnTo>
                  <a:pt x="0" y="2333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Postać brew L (wariant) 2"/>
          <p:cNvSpPr/>
          <p:nvPr/>
        </p:nvSpPr>
        <p:spPr>
          <a:xfrm>
            <a:off x="23488930" y="2814985"/>
            <a:ext cx="138180" cy="100681"/>
          </a:xfrm>
          <a:custGeom>
            <a:avLst/>
            <a:gdLst/>
            <a:ahLst/>
            <a:cxnLst/>
            <a:rect l="0" t="0" r="r" b="b"/>
            <a:pathLst>
              <a:path w="138180" h="100681">
                <a:moveTo>
                  <a:pt x="1529" y="0"/>
                </a:moveTo>
                <a:lnTo>
                  <a:pt x="138180" y="71511"/>
                </a:lnTo>
                <a:lnTo>
                  <a:pt x="136651" y="100681"/>
                </a:lnTo>
                <a:lnTo>
                  <a:pt x="0" y="2917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!!Postać brew P"/>
          <p:cNvSpPr/>
          <p:nvPr/>
        </p:nvSpPr>
        <p:spPr>
          <a:xfrm>
            <a:off x="8459977" y="2884762"/>
            <a:ext cx="122681" cy="17526"/>
          </a:xfrm>
          <a:custGeom>
            <a:avLst/>
            <a:gdLst/>
            <a:ahLst/>
            <a:cxnLst/>
            <a:rect l="0" t="0" r="r" b="b"/>
            <a:pathLst>
              <a:path w="122681" h="17526">
                <a:moveTo>
                  <a:pt x="122681" y="0"/>
                </a:moveTo>
                <a:lnTo>
                  <a:pt x="0" y="0"/>
                </a:lnTo>
                <a:lnTo>
                  <a:pt x="0" y="17526"/>
                </a:lnTo>
                <a:lnTo>
                  <a:pt x="122681" y="1752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Postać brew P (wariant)"/>
          <p:cNvSpPr/>
          <p:nvPr/>
        </p:nvSpPr>
        <p:spPr>
          <a:xfrm>
            <a:off x="23716085" y="2845121"/>
            <a:ext cx="131098" cy="45779"/>
          </a:xfrm>
          <a:custGeom>
            <a:avLst/>
            <a:gdLst/>
            <a:ahLst/>
            <a:cxnLst/>
            <a:rect l="0" t="0" r="r" b="b"/>
            <a:pathLst>
              <a:path w="131098" h="45779">
                <a:moveTo>
                  <a:pt x="131098" y="0"/>
                </a:moveTo>
                <a:lnTo>
                  <a:pt x="1223" y="22443"/>
                </a:lnTo>
                <a:lnTo>
                  <a:pt x="0" y="45779"/>
                </a:lnTo>
                <a:lnTo>
                  <a:pt x="129875" y="2333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Postać brew P (wariant) 2"/>
          <p:cNvSpPr/>
          <p:nvPr/>
        </p:nvSpPr>
        <p:spPr>
          <a:xfrm>
            <a:off x="23707256" y="2833942"/>
            <a:ext cx="144906" cy="86005"/>
          </a:xfrm>
          <a:custGeom>
            <a:avLst/>
            <a:gdLst/>
            <a:ahLst/>
            <a:cxnLst/>
            <a:rect l="0" t="0" r="r" b="b"/>
            <a:pathLst>
              <a:path w="144906" h="86005">
                <a:moveTo>
                  <a:pt x="144906" y="0"/>
                </a:moveTo>
                <a:lnTo>
                  <a:pt x="1529" y="56835"/>
                </a:lnTo>
                <a:lnTo>
                  <a:pt x="0" y="86005"/>
                </a:lnTo>
                <a:lnTo>
                  <a:pt x="143378" y="2917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!!Postać usta"/>
          <p:cNvSpPr/>
          <p:nvPr/>
        </p:nvSpPr>
        <p:spPr>
          <a:xfrm>
            <a:off x="8343138" y="3165175"/>
            <a:ext cx="128523" cy="29210"/>
          </a:xfrm>
          <a:custGeom>
            <a:avLst/>
            <a:gdLst/>
            <a:ahLst/>
            <a:cxnLst/>
            <a:rect l="0" t="0" r="r" b="b"/>
            <a:pathLst>
              <a:path w="128523" h="29210">
                <a:moveTo>
                  <a:pt x="0" y="11684"/>
                </a:moveTo>
                <a:lnTo>
                  <a:pt x="64261" y="0"/>
                </a:lnTo>
                <a:lnTo>
                  <a:pt x="128523" y="11684"/>
                </a:lnTo>
                <a:lnTo>
                  <a:pt x="128523" y="29210"/>
                </a:lnTo>
                <a:lnTo>
                  <a:pt x="64261" y="17526"/>
                </a:lnTo>
                <a:lnTo>
                  <a:pt x="0" y="29210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Postać usta (wariant)"/>
          <p:cNvSpPr/>
          <p:nvPr/>
        </p:nvSpPr>
        <p:spPr>
          <a:xfrm>
            <a:off x="23589035" y="3145147"/>
            <a:ext cx="129264" cy="55869"/>
          </a:xfrm>
          <a:custGeom>
            <a:avLst/>
            <a:gdLst/>
            <a:ahLst/>
            <a:cxnLst/>
            <a:rect l="0" t="0" r="r" b="b"/>
            <a:pathLst>
              <a:path w="129264" h="55869">
                <a:moveTo>
                  <a:pt x="917" y="31640"/>
                </a:moveTo>
                <a:lnTo>
                  <a:pt x="66925" y="0"/>
                </a:lnTo>
                <a:lnTo>
                  <a:pt x="129264" y="38367"/>
                </a:lnTo>
                <a:lnTo>
                  <a:pt x="128347" y="55869"/>
                </a:lnTo>
                <a:lnTo>
                  <a:pt x="65702" y="23336"/>
                </a:lnTo>
                <a:lnTo>
                  <a:pt x="0" y="49142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Postać usta (wariant) 2"/>
          <p:cNvSpPr/>
          <p:nvPr/>
        </p:nvSpPr>
        <p:spPr>
          <a:xfrm>
            <a:off x="23578654" y="3133662"/>
            <a:ext cx="151682" cy="122513"/>
          </a:xfrm>
          <a:custGeom>
            <a:avLst/>
            <a:gdLst/>
            <a:ahLst/>
            <a:cxnLst/>
            <a:rect l="0" t="0" r="r" b="b"/>
            <a:pathLst>
              <a:path w="151682" h="122513">
                <a:moveTo>
                  <a:pt x="0" y="7693"/>
                </a:moveTo>
                <a:lnTo>
                  <a:pt x="76453" y="0"/>
                </a:lnTo>
                <a:lnTo>
                  <a:pt x="151682" y="15643"/>
                </a:lnTo>
                <a:lnTo>
                  <a:pt x="123455" y="107763"/>
                </a:lnTo>
                <a:lnTo>
                  <a:pt x="70032" y="122513"/>
                </a:lnTo>
                <a:lnTo>
                  <a:pt x="18444" y="102259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!!Postać 58"/>
          <p:cNvSpPr/>
          <p:nvPr/>
        </p:nvSpPr>
        <p:spPr>
          <a:xfrm>
            <a:off x="8130483" y="3390950"/>
            <a:ext cx="127710" cy="183215"/>
          </a:xfrm>
          <a:custGeom>
            <a:avLst/>
            <a:gdLst/>
            <a:ahLst/>
            <a:cxnLst/>
            <a:rect l="0" t="0" r="r" b="b"/>
            <a:pathLst>
              <a:path w="127710" h="183215">
                <a:moveTo>
                  <a:pt x="12008" y="0"/>
                </a:moveTo>
                <a:lnTo>
                  <a:pt x="127710" y="16261"/>
                </a:lnTo>
                <a:lnTo>
                  <a:pt x="98346" y="183215"/>
                </a:lnTo>
                <a:lnTo>
                  <a:pt x="0" y="16939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!!Postać 59"/>
          <p:cNvSpPr/>
          <p:nvPr/>
        </p:nvSpPr>
        <p:spPr>
          <a:xfrm>
            <a:off x="8123353" y="3555371"/>
            <a:ext cx="100504" cy="150225"/>
          </a:xfrm>
          <a:custGeom>
            <a:avLst/>
            <a:gdLst/>
            <a:ahLst/>
            <a:cxnLst/>
            <a:rect l="0" t="0" r="r" b="b"/>
            <a:pathLst>
              <a:path w="100504" h="150225">
                <a:moveTo>
                  <a:pt x="13728" y="0"/>
                </a:moveTo>
                <a:lnTo>
                  <a:pt x="100504" y="12196"/>
                </a:lnTo>
                <a:lnTo>
                  <a:pt x="75206" y="150225"/>
                </a:lnTo>
                <a:lnTo>
                  <a:pt x="0" y="139655"/>
                </a:lnTo>
                <a:close/>
              </a:path>
            </a:pathLst>
          </a:custGeom>
          <a:solidFill>
            <a:srgbClr val="E8E8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!!Postać 60"/>
          <p:cNvSpPr/>
          <p:nvPr/>
        </p:nvSpPr>
        <p:spPr>
          <a:xfrm>
            <a:off x="8121937" y="3687058"/>
            <a:ext cx="78012" cy="230143"/>
          </a:xfrm>
          <a:custGeom>
            <a:avLst/>
            <a:gdLst/>
            <a:ahLst/>
            <a:cxnLst/>
            <a:rect l="0" t="0" r="r" b="b"/>
            <a:pathLst>
              <a:path w="78012" h="230143">
                <a:moveTo>
                  <a:pt x="2113" y="0"/>
                </a:moveTo>
                <a:lnTo>
                  <a:pt x="78012" y="2650"/>
                </a:lnTo>
                <a:lnTo>
                  <a:pt x="64222" y="230143"/>
                </a:lnTo>
                <a:lnTo>
                  <a:pt x="0" y="227901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!!Postać 61"/>
          <p:cNvSpPr/>
          <p:nvPr/>
        </p:nvSpPr>
        <p:spPr>
          <a:xfrm>
            <a:off x="8111076" y="3832814"/>
            <a:ext cx="89615" cy="61442"/>
          </a:xfrm>
          <a:custGeom>
            <a:avLst/>
            <a:gdLst/>
            <a:ahLst/>
            <a:cxnLst/>
            <a:rect l="0" t="0" r="r" b="b"/>
            <a:pathLst>
              <a:path w="89615" h="61442">
                <a:moveTo>
                  <a:pt x="2039" y="0"/>
                </a:moveTo>
                <a:lnTo>
                  <a:pt x="89615" y="3058"/>
                </a:lnTo>
                <a:lnTo>
                  <a:pt x="87576" y="61442"/>
                </a:lnTo>
                <a:lnTo>
                  <a:pt x="0" y="58384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!!Postać 62"/>
          <p:cNvSpPr/>
          <p:nvPr/>
        </p:nvSpPr>
        <p:spPr>
          <a:xfrm>
            <a:off x="8134837" y="3845306"/>
            <a:ext cx="42092" cy="36457"/>
          </a:xfrm>
          <a:custGeom>
            <a:avLst/>
            <a:gdLst/>
            <a:ahLst/>
            <a:cxnLst/>
            <a:rect l="0" t="0" r="r" b="b"/>
            <a:pathLst>
              <a:path w="42092" h="36457">
                <a:moveTo>
                  <a:pt x="1223" y="0"/>
                </a:moveTo>
                <a:lnTo>
                  <a:pt x="42092" y="1427"/>
                </a:lnTo>
                <a:lnTo>
                  <a:pt x="40869" y="36457"/>
                </a:lnTo>
                <a:lnTo>
                  <a:pt x="0" y="3503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!!Postać 63"/>
          <p:cNvSpPr/>
          <p:nvPr/>
        </p:nvSpPr>
        <p:spPr>
          <a:xfrm>
            <a:off x="8096545" y="3902670"/>
            <a:ext cx="110929" cy="125256"/>
          </a:xfrm>
          <a:custGeom>
            <a:avLst/>
            <a:gdLst/>
            <a:ahLst/>
            <a:cxnLst/>
            <a:rect l="0" t="0" r="r" b="b"/>
            <a:pathLst>
              <a:path w="110929" h="125256">
                <a:moveTo>
                  <a:pt x="8285" y="0"/>
                </a:moveTo>
                <a:lnTo>
                  <a:pt x="107537" y="3466"/>
                </a:lnTo>
                <a:lnTo>
                  <a:pt x="110929" y="73730"/>
                </a:lnTo>
                <a:lnTo>
                  <a:pt x="79902" y="125256"/>
                </a:lnTo>
                <a:lnTo>
                  <a:pt x="27357" y="123422"/>
                </a:lnTo>
                <a:lnTo>
                  <a:pt x="0" y="69857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!!Postać 64"/>
          <p:cNvSpPr/>
          <p:nvPr/>
        </p:nvSpPr>
        <p:spPr>
          <a:xfrm>
            <a:off x="8556606" y="3390950"/>
            <a:ext cx="127710" cy="183215"/>
          </a:xfrm>
          <a:custGeom>
            <a:avLst/>
            <a:gdLst/>
            <a:ahLst/>
            <a:cxnLst/>
            <a:rect l="0" t="0" r="r" b="b"/>
            <a:pathLst>
              <a:path w="127710" h="183215">
                <a:moveTo>
                  <a:pt x="115702" y="0"/>
                </a:moveTo>
                <a:lnTo>
                  <a:pt x="0" y="16261"/>
                </a:lnTo>
                <a:lnTo>
                  <a:pt x="29363" y="183215"/>
                </a:lnTo>
                <a:lnTo>
                  <a:pt x="127710" y="16939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!!Postać 65"/>
          <p:cNvSpPr/>
          <p:nvPr/>
        </p:nvSpPr>
        <p:spPr>
          <a:xfrm>
            <a:off x="8590942" y="3555371"/>
            <a:ext cx="100504" cy="150225"/>
          </a:xfrm>
          <a:custGeom>
            <a:avLst/>
            <a:gdLst/>
            <a:ahLst/>
            <a:cxnLst/>
            <a:rect l="0" t="0" r="r" b="b"/>
            <a:pathLst>
              <a:path w="100504" h="150225">
                <a:moveTo>
                  <a:pt x="86776" y="0"/>
                </a:moveTo>
                <a:lnTo>
                  <a:pt x="0" y="12196"/>
                </a:lnTo>
                <a:lnTo>
                  <a:pt x="25298" y="150225"/>
                </a:lnTo>
                <a:lnTo>
                  <a:pt x="100504" y="139655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!!Postać 66"/>
          <p:cNvSpPr/>
          <p:nvPr/>
        </p:nvSpPr>
        <p:spPr>
          <a:xfrm>
            <a:off x="8614850" y="3687058"/>
            <a:ext cx="78012" cy="230143"/>
          </a:xfrm>
          <a:custGeom>
            <a:avLst/>
            <a:gdLst/>
            <a:ahLst/>
            <a:cxnLst/>
            <a:rect l="0" t="0" r="r" b="b"/>
            <a:pathLst>
              <a:path w="78012" h="230143">
                <a:moveTo>
                  <a:pt x="75899" y="0"/>
                </a:moveTo>
                <a:lnTo>
                  <a:pt x="0" y="2650"/>
                </a:lnTo>
                <a:lnTo>
                  <a:pt x="13790" y="230143"/>
                </a:lnTo>
                <a:lnTo>
                  <a:pt x="78012" y="227901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!!Postać 67"/>
          <p:cNvSpPr/>
          <p:nvPr/>
        </p:nvSpPr>
        <p:spPr>
          <a:xfrm>
            <a:off x="8607325" y="3902670"/>
            <a:ext cx="110929" cy="125256"/>
          </a:xfrm>
          <a:custGeom>
            <a:avLst/>
            <a:gdLst/>
            <a:ahLst/>
            <a:cxnLst/>
            <a:rect l="0" t="0" r="r" b="b"/>
            <a:pathLst>
              <a:path w="110929" h="125256">
                <a:moveTo>
                  <a:pt x="102644" y="0"/>
                </a:moveTo>
                <a:lnTo>
                  <a:pt x="3392" y="3466"/>
                </a:lnTo>
                <a:lnTo>
                  <a:pt x="0" y="73730"/>
                </a:lnTo>
                <a:lnTo>
                  <a:pt x="31027" y="125256"/>
                </a:lnTo>
                <a:lnTo>
                  <a:pt x="83572" y="123422"/>
                </a:lnTo>
                <a:lnTo>
                  <a:pt x="110929" y="69857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Postać 69 (wariant)"/>
          <p:cNvSpPr/>
          <p:nvPr/>
        </p:nvSpPr>
        <p:spPr>
          <a:xfrm>
            <a:off x="23277429" y="2245516"/>
            <a:ext cx="124123" cy="120020"/>
          </a:xfrm>
          <a:custGeom>
            <a:avLst/>
            <a:gdLst/>
            <a:ahLst/>
            <a:cxnLst/>
            <a:rect l="0" t="0" r="r" b="b"/>
            <a:pathLst>
              <a:path w="124123" h="120020">
                <a:moveTo>
                  <a:pt x="0" y="0"/>
                </a:moveTo>
                <a:lnTo>
                  <a:pt x="124123" y="51805"/>
                </a:lnTo>
                <a:lnTo>
                  <a:pt x="8205" y="120020"/>
                </a:lnTo>
                <a:close/>
              </a:path>
            </a:pathLst>
          </a:custGeom>
          <a:solidFill>
            <a:srgbClr val="95161D">
              <a:alpha val="9494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Postać 70 (wariant)"/>
          <p:cNvSpPr/>
          <p:nvPr/>
        </p:nvSpPr>
        <p:spPr>
          <a:xfrm>
            <a:off x="23877387" y="2441113"/>
            <a:ext cx="103237" cy="111913"/>
          </a:xfrm>
          <a:custGeom>
            <a:avLst/>
            <a:gdLst/>
            <a:ahLst/>
            <a:cxnLst/>
            <a:rect l="0" t="0" r="r" b="b"/>
            <a:pathLst>
              <a:path w="103237" h="111913">
                <a:moveTo>
                  <a:pt x="0" y="48872"/>
                </a:moveTo>
                <a:lnTo>
                  <a:pt x="103237" y="0"/>
                </a:lnTo>
                <a:lnTo>
                  <a:pt x="80392" y="111913"/>
                </a:lnTo>
                <a:close/>
              </a:path>
            </a:pathLst>
          </a:custGeom>
          <a:solidFill>
            <a:srgbClr val="CF1723">
              <a:alpha val="9494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Postać 71 (wariant)"/>
          <p:cNvSpPr/>
          <p:nvPr/>
        </p:nvSpPr>
        <p:spPr>
          <a:xfrm>
            <a:off x="23558421" y="1934893"/>
            <a:ext cx="145429" cy="117053"/>
          </a:xfrm>
          <a:custGeom>
            <a:avLst/>
            <a:gdLst/>
            <a:ahLst/>
            <a:cxnLst/>
            <a:rect l="0" t="0" r="r" b="b"/>
            <a:pathLst>
              <a:path w="145429" h="117053">
                <a:moveTo>
                  <a:pt x="56750" y="0"/>
                </a:moveTo>
                <a:lnTo>
                  <a:pt x="145429" y="115277"/>
                </a:lnTo>
                <a:lnTo>
                  <a:pt x="0" y="117053"/>
                </a:lnTo>
                <a:close/>
              </a:path>
            </a:pathLst>
          </a:custGeom>
          <a:solidFill>
            <a:srgbClr val="95161D">
              <a:alpha val="9494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6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222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4444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12778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20000">
                                          <p:val>
                                            <p:strVal val="#ppt_x+0.00481"/>
                                          </p:val>
                                        </p:tav>
                                        <p:tav tm="22222">
                                          <p:val>
                                            <p:strVal val="#ppt_x+0.00781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937"/>
                                          </p:val>
                                        </p:tav>
                                        <p:tav tm="33889">
                                          <p:val>
                                            <p:strVal val="#ppt_x+0.01047"/>
                                          </p:val>
                                        </p:tav>
                                        <p:tav tm="42778">
                                          <p:val>
                                            <p:strVal val="#ppt_x+0.01072"/>
                                          </p:val>
                                        </p:tav>
                                        <p:tav tm="45556">
                                          <p:val>
                                            <p:strVal val="#ppt_x+0.01356"/>
                                          </p:val>
                                        </p:tav>
                                        <p:tav tm="47778">
                                          <p:val>
                                            <p:strVal val="#ppt_x+0.0146"/>
                                          </p:val>
                                        </p:tav>
                                        <p:tav tm="56667">
                                          <p:val>
                                            <p:strVal val="#ppt_x+0.01556"/>
                                          </p:val>
                                        </p:tav>
                                        <p:tav tm="65000">
                                          <p:val>
                                            <p:strVal val="#ppt_x+0.01575"/>
                                          </p:val>
                                        </p:tav>
                                        <p:tav tm="67222">
                                          <p:val>
                                            <p:strVal val="#ppt_x+0.01779"/>
                                          </p:val>
                                        </p:tav>
                                        <p:tav tm="70000">
                                          <p:val>
                                            <p:strVal val="#ppt_x+0.01886"/>
                                          </p:val>
                                        </p:tav>
                                        <p:tav tm="78889">
                                          <p:val>
                                            <p:strVal val="#ppt_x+0.01973"/>
                                          </p:val>
                                        </p:tav>
                                        <p:tav tm="86667">
                                          <p:val>
                                            <p:strVal val="#ppt_x+0.01991"/>
                                          </p:val>
                                        </p:tav>
                                        <p:tav tm="90556">
                                          <p:val>
                                            <p:strVal val="#ppt_x+0.021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6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111">
                                          <p:val>
                                            <p:strVal val="#ppt_w*1.00985"/>
                                          </p:val>
                                        </p:tav>
                                        <p:tav tm="2222">
                                          <p:val>
                                            <p:strVal val="#ppt_w*1.01642"/>
                                          </p:val>
                                        </p:tav>
                                        <p:tav tm="4444">
                                          <p:val>
                                            <p:strVal val="#ppt_w*1.02299"/>
                                          </p:val>
                                        </p:tav>
                                        <p:tav tm="7222">
                                          <p:val>
                                            <p:strVal val="#ppt_w*1.02299"/>
                                          </p:val>
                                        </p:tav>
                                        <p:tav tm="10000">
                                          <p:val>
                                            <p:strVal val="#ppt_w*1.02791"/>
                                          </p:val>
                                        </p:tav>
                                        <p:tav tm="11667">
                                          <p:val>
                                            <p:strVal val="#ppt_w*1.02791"/>
                                          </p:val>
                                        </p:tav>
                                        <p:tav tm="12222">
                                          <p:val>
                                            <p:strVal val="#ppt_w*1.02956"/>
                                          </p:val>
                                        </p:tav>
                                        <p:tav tm="20000">
                                          <p:val>
                                            <p:strVal val="#ppt_w*1.02956"/>
                                          </p:val>
                                        </p:tav>
                                        <p:tav tm="20556">
                                          <p:val>
                                            <p:strVal val="#ppt_w*1.03612"/>
                                          </p:val>
                                        </p:tav>
                                        <p:tav tm="21667">
                                          <p:val>
                                            <p:strVal val="#ppt_w*1.04598"/>
                                          </p:val>
                                        </p:tav>
                                        <p:tav tm="22778">
                                          <p:val>
                                            <p:strVal val="#ppt_w*1.05255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5911"/>
                                          </p:val>
                                        </p:tav>
                                        <p:tav tm="25556">
                                          <p:val>
                                            <p:strVal val="#ppt_w*1.05911"/>
                                          </p:val>
                                        </p:tav>
                                        <p:tav tm="26111">
                                          <p:val>
                                            <p:strVal val="#ppt_w*1.06076"/>
                                          </p:val>
                                        </p:tav>
                                        <p:tav tm="28333">
                                          <p:val>
                                            <p:strVal val="#ppt_w*1.06076"/>
                                          </p:val>
                                        </p:tav>
                                        <p:tav tm="28889">
                                          <p:val>
                                            <p:strVal val="#ppt_w*1.0624"/>
                                          </p:val>
                                        </p:tav>
                                        <p:tav tm="30000">
                                          <p:val>
                                            <p:strVal val="#ppt_w*1.0624"/>
                                          </p:val>
                                        </p:tav>
                                        <p:tav tm="30556">
                                          <p:val>
                                            <p:strVal val="#ppt_w*1.06404"/>
                                          </p:val>
                                        </p:tav>
                                        <p:tav tm="31667">
                                          <p:val>
                                            <p:strVal val="#ppt_w*1.06404"/>
                                          </p:val>
                                        </p:tav>
                                        <p:tav tm="32222">
                                          <p:val>
                                            <p:strVal val="#ppt_w*1.06568"/>
                                          </p:val>
                                        </p:tav>
                                        <p:tav tm="34444">
                                          <p:val>
                                            <p:strVal val="#ppt_w*1.06568"/>
                                          </p:val>
                                        </p:tav>
                                        <p:tav tm="35000">
                                          <p:val>
                                            <p:strVal val="#ppt_w*1.06732"/>
                                          </p:val>
                                        </p:tav>
                                        <p:tav tm="42778">
                                          <p:val>
                                            <p:strVal val="#ppt_w*1.06732"/>
                                          </p:val>
                                        </p:tav>
                                        <p:tav tm="43889">
                                          <p:val>
                                            <p:strVal val="#ppt_w*1.07553"/>
                                          </p:val>
                                        </p:tav>
                                        <p:tav tm="45556">
                                          <p:val>
                                            <p:strVal val="#ppt_w*1.08539"/>
                                          </p:val>
                                        </p:tav>
                                        <p:tav tm="46667">
                                          <p:val>
                                            <p:strVal val="#ppt_w*1.09031"/>
                                          </p:val>
                                        </p:tav>
                                        <p:tav tm="47222">
                                          <p:val>
                                            <p:strVal val="#ppt_w*1.09031"/>
                                          </p:val>
                                        </p:tav>
                                        <p:tav tm="48333">
                                          <p:val>
                                            <p:strVal val="#ppt_w*1.0936"/>
                                          </p:val>
                                        </p:tav>
                                        <p:tav tm="51111">
                                          <p:val>
                                            <p:strVal val="#ppt_w*1.0936"/>
                                          </p:val>
                                        </p:tav>
                                        <p:tav tm="51667">
                                          <p:val>
                                            <p:strVal val="#ppt_w*1.09524"/>
                                          </p:val>
                                        </p:tav>
                                        <p:tav tm="52778">
                                          <p:val>
                                            <p:strVal val="#ppt_w*1.09524"/>
                                          </p:val>
                                        </p:tav>
                                        <p:tav tm="53333">
                                          <p:val>
                                            <p:strVal val="#ppt_w*1.09688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9688"/>
                                          </p:val>
                                        </p:tav>
                                        <p:tav tm="56111">
                                          <p:val>
                                            <p:strVal val="#ppt_w*1.09852"/>
                                          </p:val>
                                        </p:tav>
                                        <p:tav tm="65000">
                                          <p:val>
                                            <p:strVal val="#ppt_w*1.09852"/>
                                          </p:val>
                                        </p:tav>
                                        <p:tav tm="65556">
                                          <p:val>
                                            <p:strVal val="#ppt_w*1.10345"/>
                                          </p:val>
                                        </p:tav>
                                        <p:tav tm="67778">
                                          <p:val>
                                            <p:strVal val="#ppt_w*1.11494"/>
                                          </p:val>
                                        </p:tav>
                                        <p:tav tm="70556">
                                          <p:val>
                                            <p:strVal val="#ppt_w*1.11987"/>
                                          </p:val>
                                        </p:tav>
                                        <p:tav tm="73333">
                                          <p:val>
                                            <p:strVal val="#ppt_w*1.11987"/>
                                          </p:val>
                                        </p:tav>
                                        <p:tav tm="73889">
                                          <p:val>
                                            <p:strVal val="#ppt_w*1.121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12151"/>
                                          </p:val>
                                        </p:tav>
                                        <p:tav tm="75556">
                                          <p:val>
                                            <p:strVal val="#ppt_w*1.12315"/>
                                          </p:val>
                                        </p:tav>
                                        <p:tav tm="77778">
                                          <p:val>
                                            <p:strVal val="#ppt_w*1.12315"/>
                                          </p:val>
                                        </p:tav>
                                        <p:tav tm="78333">
                                          <p:val>
                                            <p:strVal val="#ppt_w*1.12479"/>
                                          </p:val>
                                        </p:tav>
                                        <p:tav tm="86667">
                                          <p:val>
                                            <p:strVal val="#ppt_w*1.12479"/>
                                          </p:val>
                                        </p:tav>
                                        <p:tav tm="88889">
                                          <p:val>
                                            <p:strVal val="#ppt_w*1.13136"/>
                                          </p:val>
                                        </p:tav>
                                        <p:tav tm="90000">
                                          <p:val>
                                            <p:strVal val="#ppt_w*1.133"/>
                                          </p:val>
                                        </p:tav>
                                        <p:tav tm="93889">
                                          <p:val>
                                            <p:strVal val="#ppt_w*1.133"/>
                                          </p:val>
                                        </p:tav>
                                        <p:tav tm="95000">
                                          <p:val>
                                            <p:strVal val="#ppt_w*1.13629"/>
                                          </p:val>
                                        </p:tav>
                                        <p:tav tm="96111">
                                          <p:val>
                                            <p:strVal val="#ppt_w*1.13629"/>
                                          </p:val>
                                        </p:tav>
                                        <p:tav tm="96667">
                                          <p:val>
                                            <p:strVal val="#ppt_w*1.137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137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2980" fill="hold">
                                          <p:stCondLst>
                                            <p:cond delay="39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2"/>
                                      </p:to>
                                    </p:set>
                                    <p:animEffect filter="image" prLst="opacity: 0.42">
                                      <p:cBhvr rctx="IE">
                                        <p:cTn id="12" dur="2980" fill="hold">
                                          <p:stCondLst>
                                            <p:cond delay="39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" dur="691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303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70395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7087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72324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72806">
                                          <p:val>
                                            <p:strVal val="#ppt_x-1.24896"/>
                                          </p:val>
                                        </p:tav>
                                        <p:tav tm="73770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74253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75699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76181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76663">
                                          <p:val>
                                            <p:strVal val="#ppt_x-1.24973"/>
                                          </p:val>
                                        </p:tav>
                                        <p:tav tm="77628">
                                          <p:val>
                                            <p:strVal val="#ppt_x-1.24969"/>
                                          </p:val>
                                        </p:tav>
                                        <p:tav tm="78110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78592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79074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79556">
                                          <p:val>
                                            <p:strVal val="#ppt_x-1.24958"/>
                                          </p:val>
                                        </p:tav>
                                        <p:tav tm="80039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80521">
                                          <p:val>
                                            <p:strVal val="#ppt_x-1.24951"/>
                                          </p:val>
                                        </p:tav>
                                        <p:tav tm="81003">
                                          <p:val>
                                            <p:strVal val="#ppt_x-1.24973"/>
                                          </p:val>
                                        </p:tav>
                                        <p:tav tm="81485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81967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82932">
                                          <p:val>
                                            <p:strVal val="#ppt_x-1.24979"/>
                                          </p:val>
                                        </p:tav>
                                        <p:tav tm="83414">
                                          <p:val>
                                            <p:strVal val="#ppt_x-1.24883"/>
                                          </p:val>
                                        </p:tav>
                                        <p:tav tm="83896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85824">
                                          <p:val>
                                            <p:strVal val="#ppt_x-1.24901"/>
                                          </p:val>
                                        </p:tav>
                                        <p:tav tm="86789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87271">
                                          <p:val>
                                            <p:strVal val="#ppt_x-1.24936"/>
                                          </p:val>
                                        </p:tav>
                                        <p:tav tm="88717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89200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89682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90646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91128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91610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2093">
                                          <p:val>
                                            <p:strVal val="#ppt_x-1.25033"/>
                                          </p:val>
                                        </p:tav>
                                        <p:tav tm="92575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3057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93539">
                                          <p:val>
                                            <p:strVal val="#ppt_x-1.24956"/>
                                          </p:val>
                                        </p:tav>
                                        <p:tav tm="94503">
                                          <p:val>
                                            <p:strVal val="#ppt_x-1.25022"/>
                                          </p:val>
                                        </p:tav>
                                        <p:tav tm="94986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96432">
                                          <p:val>
                                            <p:strVal val="#ppt_x-1.24884"/>
                                          </p:val>
                                        </p:tav>
                                        <p:tav tm="96914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9787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98361">
                                          <p:val>
                                            <p:strVal val="#ppt_x-1.24971"/>
                                          </p:val>
                                        </p:tav>
                                        <p:tav tm="98843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99807">
                                          <p:val>
                                            <p:strVal val="#ppt_x-1.250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691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5"/>
                                          </p:val>
                                        </p:tav>
                                        <p:tav tm="53038">
                                          <p:val>
                                            <p:strVal val="#ppt_y+0.0345"/>
                                          </p:val>
                                        </p:tav>
                                        <p:tav tm="53520">
                                          <p:val>
                                            <p:strVal val="#ppt_y+0.04284"/>
                                          </p:val>
                                        </p:tav>
                                        <p:tav tm="56895">
                                          <p:val>
                                            <p:strVal val="#ppt_y+0.0228"/>
                                          </p:val>
                                        </p:tav>
                                        <p:tav tm="59788">
                                          <p:val>
                                            <p:strVal val="#ppt_y+0.00986"/>
                                          </p:val>
                                        </p:tav>
                                        <p:tav tm="62199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64609">
                                          <p:val>
                                            <p:strVal val="#ppt_y-0.00758"/>
                                          </p:val>
                                        </p:tav>
                                        <p:tav tm="66538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68467">
                                          <p:val>
                                            <p:strVal val="#ppt_y-0.01637"/>
                                          </p:val>
                                        </p:tav>
                                        <p:tav tm="70395">
                                          <p:val>
                                            <p:strVal val="#ppt_y-0.01817"/>
                                          </p:val>
                                        </p:tav>
                                        <p:tav tm="70878">
                                          <p:val>
                                            <p:strVal val="#ppt_y+0.04284"/>
                                          </p:val>
                                        </p:tav>
                                        <p:tav tm="72324">
                                          <p:val>
                                            <p:strVal val="#ppt_y+0.03383"/>
                                          </p:val>
                                        </p:tav>
                                        <p:tav tm="72806">
                                          <p:val>
                                            <p:strVal val="#ppt_y+0.03749"/>
                                          </p:val>
                                        </p:tav>
                                        <p:tav tm="75217">
                                          <p:val>
                                            <p:strVal val="#ppt_y+0.01696"/>
                                          </p:val>
                                        </p:tav>
                                        <p:tav tm="75699">
                                          <p:val>
                                            <p:strVal val="#ppt_y+0.01345"/>
                                          </p:val>
                                        </p:tav>
                                        <p:tav tm="76663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78110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79074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80521">
                                          <p:val>
                                            <p:strVal val="#ppt_y-0.01292"/>
                                          </p:val>
                                        </p:tav>
                                        <p:tav tm="82932">
                                          <p:val>
                                            <p:strVal val="#ppt_y-0.01832"/>
                                          </p:val>
                                        </p:tav>
                                        <p:tav tm="83414">
                                          <p:val>
                                            <p:strVal val="#ppt_y+0.04121"/>
                                          </p:val>
                                        </p:tav>
                                        <p:tav tm="84378">
                                          <p:val>
                                            <p:strVal val="#ppt_y+0.03315"/>
                                          </p:val>
                                        </p:tav>
                                        <p:tav tm="85824">
                                          <p:val>
                                            <p:strVal val="#ppt_y+0.01955"/>
                                          </p:val>
                                        </p:tav>
                                        <p:tav tm="86789">
                                          <p:val>
                                            <p:strVal val="#ppt_y+0.01389"/>
                                          </p:val>
                                        </p:tav>
                                        <p:tav tm="88717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89200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91128">
                                          <p:val>
                                            <p:strVal val="#ppt_y-0.01163"/>
                                          </p:val>
                                        </p:tav>
                                        <p:tav tm="93539">
                                          <p:val>
                                            <p:strVal val="#ppt_y-0.01814"/>
                                          </p:val>
                                        </p:tav>
                                        <p:tav tm="94021">
                                          <p:val>
                                            <p:strVal val="#ppt_y-0.0184"/>
                                          </p:val>
                                        </p:tav>
                                        <p:tav tm="94503">
                                          <p:val>
                                            <p:strVal val="#ppt_y+0.04155"/>
                                          </p:val>
                                        </p:tav>
                                        <p:tav tm="96432">
                                          <p:val>
                                            <p:strVal val="#ppt_y+0.02231"/>
                                          </p:val>
                                        </p:tav>
                                        <p:tav tm="97396">
                                          <p:val>
                                            <p:strVal val="#ppt_y+0.01658"/>
                                          </p:val>
                                        </p:tav>
                                        <p:tav tm="98843">
                                          <p:val>
                                            <p:strVal val="#ppt_y+0.005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691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741"/>
                                          </p:val>
                                        </p:tav>
                                        <p:tav tm="53038">
                                          <p:val>
                                            <p:strVal val="#ppt_w*0.8741"/>
                                          </p:val>
                                        </p:tav>
                                        <p:tav tm="53520">
                                          <p:val>
                                            <p:strVal val="#ppt_w*0.34964"/>
                                          </p:val>
                                        </p:tav>
                                        <p:tav tm="54966">
                                          <p:val>
                                            <p:strVal val="#ppt_w*0.58533"/>
                                          </p:val>
                                        </p:tav>
                                        <p:tav tm="56895">
                                          <p:val>
                                            <p:strVal val="#ppt_w*0.87424"/>
                                          </p:val>
                                        </p:tav>
                                        <p:tav tm="60752">
                                          <p:val>
                                            <p:strVal val="#ppt_w*0.96485"/>
                                          </p:val>
                                        </p:tav>
                                        <p:tav tm="64127">
                                          <p:val>
                                            <p:strVal val="#ppt_w*1.02876"/>
                                          </p:val>
                                        </p:tav>
                                        <p:tav tm="67502">
                                          <p:val>
                                            <p:strVal val="#ppt_w*1.07417"/>
                                          </p:val>
                                        </p:tav>
                                        <p:tav tm="70395">
                                          <p:val>
                                            <p:strVal val="#ppt_w*1.09219"/>
                                          </p:val>
                                        </p:tav>
                                        <p:tav tm="70878">
                                          <p:val>
                                            <p:strVal val="#ppt_w*0.34964"/>
                                          </p:val>
                                        </p:tav>
                                        <p:tav tm="72324">
                                          <p:val>
                                            <p:strVal val="#ppt_w*0.58533"/>
                                          </p:val>
                                        </p:tav>
                                        <p:tav tm="72806">
                                          <p:val>
                                            <p:strVal val="#ppt_w*0.47619"/>
                                          </p:val>
                                        </p:tav>
                                        <p:tav tm="73288">
                                          <p:val>
                                            <p:strVal val="#ppt_w*0.59724"/>
                                          </p:val>
                                        </p:tav>
                                        <p:tav tm="74253">
                                          <p:val>
                                            <p:strVal val="#ppt_w*0.82707"/>
                                          </p:val>
                                        </p:tav>
                                        <p:tav tm="74735">
                                          <p:val>
                                            <p:strVal val="#ppt_w*0.88522"/>
                                          </p:val>
                                        </p:tav>
                                        <p:tav tm="77628">
                                          <p:val>
                                            <p:strVal val="#ppt_w*0.98824"/>
                                          </p:val>
                                        </p:tav>
                                        <p:tav tm="80039">
                                          <p:val>
                                            <p:strVal val="#ppt_w*1.0526"/>
                                          </p:val>
                                        </p:tav>
                                        <p:tav tm="81485">
                                          <p:val>
                                            <p:strVal val="#ppt_w*1.07874"/>
                                          </p:val>
                                        </p:tav>
                                        <p:tav tm="82932">
                                          <p:val>
                                            <p:strVal val="#ppt_w*1.09193"/>
                                          </p:val>
                                        </p:tav>
                                        <p:tav tm="83414">
                                          <p:val>
                                            <p:strVal val="#ppt_w*0.37561"/>
                                          </p:val>
                                        </p:tav>
                                        <p:tav tm="84378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85342">
                                          <p:val>
                                            <p:strVal val="#ppt_w*0.84922"/>
                                          </p:val>
                                        </p:tav>
                                        <p:tav tm="85824">
                                          <p:val>
                                            <p:strVal val="#ppt_w*0.88905"/>
                                          </p:val>
                                        </p:tav>
                                        <p:tav tm="86307">
                                          <p:val>
                                            <p:strVal val="#ppt_w*0.90778"/>
                                          </p:val>
                                        </p:tav>
                                        <p:tav tm="88717">
                                          <p:val>
                                            <p:strVal val="#ppt_w*0.99123"/>
                                          </p:val>
                                        </p:tav>
                                        <p:tav tm="90646">
                                          <p:val>
                                            <p:strVal val="#ppt_w*1.04388"/>
                                          </p:val>
                                        </p:tav>
                                        <p:tav tm="92575">
                                          <p:val>
                                            <p:strVal val="#ppt_w*1.08007"/>
                                          </p:val>
                                        </p:tav>
                                        <p:tav tm="94021">
                                          <p:val>
                                            <p:strVal val="#ppt_w*1.09223"/>
                                          </p:val>
                                        </p:tav>
                                        <p:tav tm="94503">
                                          <p:val>
                                            <p:strVal val="#ppt_w*0.40115"/>
                                          </p:val>
                                        </p:tav>
                                        <p:tav tm="95468">
                                          <p:val>
                                            <p:strVal val="#ppt_w*0.64445"/>
                                          </p:val>
                                        </p:tav>
                                        <p:tav tm="96432">
                                          <p:val>
                                            <p:strVal val="#ppt_w*0.87123"/>
                                          </p:val>
                                        </p:tav>
                                        <p:tav tm="97878">
                                          <p:val>
                                            <p:strVal val="#ppt_w*0.929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691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741"/>
                                          </p:val>
                                        </p:tav>
                                        <p:tav tm="53038">
                                          <p:val>
                                            <p:strVal val="#ppt_h*0.8741"/>
                                          </p:val>
                                        </p:tav>
                                        <p:tav tm="53520">
                                          <p:val>
                                            <p:strVal val="#ppt_h*0.34964"/>
                                          </p:val>
                                        </p:tav>
                                        <p:tav tm="54966">
                                          <p:val>
                                            <p:strVal val="#ppt_h*0.58533"/>
                                          </p:val>
                                        </p:tav>
                                        <p:tav tm="56895">
                                          <p:val>
                                            <p:strVal val="#ppt_h*0.87424"/>
                                          </p:val>
                                        </p:tav>
                                        <p:tav tm="60752">
                                          <p:val>
                                            <p:strVal val="#ppt_h*0.96485"/>
                                          </p:val>
                                        </p:tav>
                                        <p:tav tm="64127">
                                          <p:val>
                                            <p:strVal val="#ppt_h*1.02876"/>
                                          </p:val>
                                        </p:tav>
                                        <p:tav tm="67502">
                                          <p:val>
                                            <p:strVal val="#ppt_h*1.07417"/>
                                          </p:val>
                                        </p:tav>
                                        <p:tav tm="70395">
                                          <p:val>
                                            <p:strVal val="#ppt_h*1.09219"/>
                                          </p:val>
                                        </p:tav>
                                        <p:tav tm="70878">
                                          <p:val>
                                            <p:strVal val="#ppt_h*0.34964"/>
                                          </p:val>
                                        </p:tav>
                                        <p:tav tm="72324">
                                          <p:val>
                                            <p:strVal val="#ppt_h*0.58533"/>
                                          </p:val>
                                        </p:tav>
                                        <p:tav tm="72806">
                                          <p:val>
                                            <p:strVal val="#ppt_h*0.47619"/>
                                          </p:val>
                                        </p:tav>
                                        <p:tav tm="73288">
                                          <p:val>
                                            <p:strVal val="#ppt_h*0.59724"/>
                                          </p:val>
                                        </p:tav>
                                        <p:tav tm="74253">
                                          <p:val>
                                            <p:strVal val="#ppt_h*0.82707"/>
                                          </p:val>
                                        </p:tav>
                                        <p:tav tm="74735">
                                          <p:val>
                                            <p:strVal val="#ppt_h*0.88522"/>
                                          </p:val>
                                        </p:tav>
                                        <p:tav tm="77628">
                                          <p:val>
                                            <p:strVal val="#ppt_h*0.98824"/>
                                          </p:val>
                                        </p:tav>
                                        <p:tav tm="80039">
                                          <p:val>
                                            <p:strVal val="#ppt_h*1.0526"/>
                                          </p:val>
                                        </p:tav>
                                        <p:tav tm="81485">
                                          <p:val>
                                            <p:strVal val="#ppt_h*1.07874"/>
                                          </p:val>
                                        </p:tav>
                                        <p:tav tm="82932">
                                          <p:val>
                                            <p:strVal val="#ppt_h*1.09193"/>
                                          </p:val>
                                        </p:tav>
                                        <p:tav tm="83414">
                                          <p:val>
                                            <p:strVal val="#ppt_h*0.37561"/>
                                          </p:val>
                                        </p:tav>
                                        <p:tav tm="84378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85342">
                                          <p:val>
                                            <p:strVal val="#ppt_h*0.84922"/>
                                          </p:val>
                                        </p:tav>
                                        <p:tav tm="85824">
                                          <p:val>
                                            <p:strVal val="#ppt_h*0.88905"/>
                                          </p:val>
                                        </p:tav>
                                        <p:tav tm="86307">
                                          <p:val>
                                            <p:strVal val="#ppt_h*0.90778"/>
                                          </p:val>
                                        </p:tav>
                                        <p:tav tm="88717">
                                          <p:val>
                                            <p:strVal val="#ppt_h*0.99123"/>
                                          </p:val>
                                        </p:tav>
                                        <p:tav tm="90646">
                                          <p:val>
                                            <p:strVal val="#ppt_h*1.04388"/>
                                          </p:val>
                                        </p:tav>
                                        <p:tav tm="92575">
                                          <p:val>
                                            <p:strVal val="#ppt_h*1.08007"/>
                                          </p:val>
                                        </p:tav>
                                        <p:tav tm="94021">
                                          <p:val>
                                            <p:strVal val="#ppt_h*1.09223"/>
                                          </p:val>
                                        </p:tav>
                                        <p:tav tm="94503">
                                          <p:val>
                                            <p:strVal val="#ppt_h*0.40115"/>
                                          </p:val>
                                        </p:tav>
                                        <p:tav tm="95468">
                                          <p:val>
                                            <p:strVal val="#ppt_h*0.64445"/>
                                          </p:val>
                                        </p:tav>
                                        <p:tav tm="96432">
                                          <p:val>
                                            <p:strVal val="#ppt_h*0.87123"/>
                                          </p:val>
                                        </p:tav>
                                        <p:tav tm="97878">
                                          <p:val>
                                            <p:strVal val="#ppt_h*0.929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691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6.09"/>
                                          </p:val>
                                        </p:tav>
                                        <p:tav tm="53520">
                                          <p:val>
                                            <p:fltVal val="-86.09"/>
                                          </p:val>
                                        </p:tav>
                                        <p:tav tm="54966">
                                          <p:val>
                                            <p:fltVal val="-68.11"/>
                                          </p:val>
                                        </p:tav>
                                        <p:tav tm="56895">
                                          <p:val>
                                            <p:fltVal val="-46.04"/>
                                          </p:val>
                                        </p:tav>
                                        <p:tav tm="58341">
                                          <p:val>
                                            <p:fltVal val="-32.86"/>
                                          </p:val>
                                        </p:tav>
                                        <p:tav tm="59788">
                                          <p:val>
                                            <p:fltVal val="-20.56"/>
                                          </p:val>
                                        </p:tav>
                                        <p:tav tm="61234">
                                          <p:val>
                                            <p:fltVal val="-9.18"/>
                                          </p:val>
                                        </p:tav>
                                        <p:tav tm="62199">
                                          <p:val>
                                            <p:fltVal val="-2.13"/>
                                          </p:val>
                                        </p:tav>
                                        <p:tav tm="63645">
                                          <p:val>
                                            <p:fltVal val="7.55"/>
                                          </p:val>
                                        </p:tav>
                                        <p:tav tm="64609">
                                          <p:val>
                                            <p:fltVal val="13.37"/>
                                          </p:val>
                                        </p:tav>
                                        <p:tav tm="65574">
                                          <p:val>
                                            <p:fltVal val="18.61"/>
                                          </p:val>
                                        </p:tav>
                                        <p:tav tm="66538">
                                          <p:val>
                                            <p:fltVal val="23.23"/>
                                          </p:val>
                                        </p:tav>
                                        <p:tav tm="67502">
                                          <p:val>
                                            <p:fltVal val="27.15"/>
                                          </p:val>
                                        </p:tav>
                                        <p:tav tm="68467">
                                          <p:val>
                                            <p:fltVal val="30.29"/>
                                          </p:val>
                                        </p:tav>
                                        <p:tav tm="69431">
                                          <p:val>
                                            <p:fltVal val="32.54"/>
                                          </p:val>
                                        </p:tav>
                                        <p:tav tm="70395">
                                          <p:val>
                                            <p:fltVal val="33.75"/>
                                          </p:val>
                                        </p:tav>
                                        <p:tav tm="70878">
                                          <p:val>
                                            <p:fltVal val="-86.09"/>
                                          </p:val>
                                        </p:tav>
                                        <p:tav tm="72324">
                                          <p:val>
                                            <p:fltVal val="-68.11"/>
                                          </p:val>
                                        </p:tav>
                                        <p:tav tm="72806">
                                          <p:val>
                                            <p:fltVal val="-76.44"/>
                                          </p:val>
                                        </p:tav>
                                        <p:tav tm="73288">
                                          <p:val>
                                            <p:fltVal val="-67.21"/>
                                          </p:val>
                                        </p:tav>
                                        <p:tav tm="74253">
                                          <p:val>
                                            <p:fltVal val="-49.68"/>
                                          </p:val>
                                        </p:tav>
                                        <p:tav tm="74735">
                                          <p:val>
                                            <p:fltVal val="-42.02"/>
                                          </p:val>
                                        </p:tav>
                                        <p:tav tm="75217">
                                          <p:val>
                                            <p:fltVal val="-35.11"/>
                                          </p:val>
                                        </p:tav>
                                        <p:tav tm="76181">
                                          <p:val>
                                            <p:fltVal val="-22.02"/>
                                          </p:val>
                                        </p:tav>
                                        <p:tav tm="77146">
                                          <p:val>
                                            <p:fltVal val="-9.94"/>
                                          </p:val>
                                        </p:tav>
                                        <p:tav tm="78592">
                                          <p:val>
                                            <p:fltVal val="6.1"/>
                                          </p:val>
                                        </p:tav>
                                        <p:tav tm="79556">
                                          <p:val>
                                            <p:fltVal val="15.23"/>
                                          </p:val>
                                        </p:tav>
                                        <p:tav tm="80039">
                                          <p:val>
                                            <p:fltVal val="19.26"/>
                                          </p:val>
                                        </p:tav>
                                        <p:tav tm="81003">
                                          <p:val>
                                            <p:fltVal val="26.09"/>
                                          </p:val>
                                        </p:tav>
                                        <p:tav tm="81967">
                                          <p:val>
                                            <p:fltVal val="31.04"/>
                                          </p:val>
                                        </p:tav>
                                        <p:tav tm="82449">
                                          <p:val>
                                            <p:fltVal val="32.67"/>
                                          </p:val>
                                        </p:tav>
                                        <p:tav tm="82932">
                                          <p:val>
                                            <p:fltVal val="33.66"/>
                                          </p:val>
                                        </p:tav>
                                        <p:tav tm="83414">
                                          <p:val>
                                            <p:fltVal val="-84.11"/>
                                          </p:val>
                                        </p:tav>
                                        <p:tav tm="83896">
                                          <p:val>
                                            <p:fltVal val="-74.56"/>
                                          </p:val>
                                        </p:tav>
                                        <p:tav tm="84860">
                                          <p:val>
                                            <p:fltVal val="-56.55"/>
                                          </p:val>
                                        </p:tav>
                                        <p:tav tm="85342">
                                          <p:val>
                                            <p:fltVal val="-47.99"/>
                                          </p:val>
                                        </p:tav>
                                        <p:tav tm="85824">
                                          <p:val>
                                            <p:fltVal val="-40.62"/>
                                          </p:val>
                                        </p:tav>
                                        <p:tav tm="87271">
                                          <p:val>
                                            <p:fltVal val="-20.77"/>
                                          </p:val>
                                        </p:tav>
                                        <p:tav tm="88717">
                                          <p:val>
                                            <p:fltVal val="-3.21"/>
                                          </p:val>
                                        </p:tav>
                                        <p:tav tm="89682">
                                          <p:val>
                                            <p:fltVal val="7.07"/>
                                          </p:val>
                                        </p:tav>
                                        <p:tav tm="90164">
                                          <p:val>
                                            <p:fltVal val="11.74"/>
                                          </p:val>
                                        </p:tav>
                                        <p:tav tm="91128">
                                          <p:val>
                                            <p:fltVal val="20.02"/>
                                          </p:val>
                                        </p:tav>
                                        <p:tav tm="91610">
                                          <p:val>
                                            <p:fltVal val="23.57"/>
                                          </p:val>
                                        </p:tav>
                                        <p:tav tm="92575">
                                          <p:val>
                                            <p:fltVal val="29.31"/>
                                          </p:val>
                                        </p:tav>
                                        <p:tav tm="93057">
                                          <p:val>
                                            <p:fltVal val="31.41"/>
                                          </p:val>
                                        </p:tav>
                                        <p:tav tm="93539">
                                          <p:val>
                                            <p:fltVal val="32.92"/>
                                          </p:val>
                                        </p:tav>
                                        <p:tav tm="94021">
                                          <p:val>
                                            <p:fltVal val="33.77"/>
                                          </p:val>
                                        </p:tav>
                                        <p:tav tm="94503">
                                          <p:val>
                                            <p:fltVal val="-82.16"/>
                                          </p:val>
                                        </p:tav>
                                        <p:tav tm="95468">
                                          <p:val>
                                            <p:fltVal val="-63.6"/>
                                          </p:val>
                                        </p:tav>
                                        <p:tav tm="96432">
                                          <p:val>
                                            <p:fltVal val="-46.31"/>
                                          </p:val>
                                        </p:tav>
                                        <p:tav tm="97396">
                                          <p:val>
                                            <p:fltVal val="-32.42"/>
                                          </p:val>
                                        </p:tav>
                                        <p:tav tm="98361">
                                          <p:val>
                                            <p:fltVal val="-19.53"/>
                                          </p:val>
                                        </p:tav>
                                        <p:tav tm="99325">
                                          <p:val>
                                            <p:fltVal val="-7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1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200">
                                          <p:stCondLst>
                                            <p:cond delay="41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2580" fill="hold">
                                          <p:stCondLst>
                                            <p:cond delay="43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5"/>
                                      </p:to>
                                    </p:set>
                                    <p:animEffect filter="image" prLst="opacity: 0.95">
                                      <p:cBhvr rctx="IE">
                                        <p:cTn id="22" dur="2580" fill="hold">
                                          <p:stCondLst>
                                            <p:cond delay="43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" dur="691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7"/>
                                          </p:val>
                                        </p:tav>
                                        <p:tav tm="59306">
                                          <p:val>
                                            <p:strVal val="#ppt_x-1.24839"/>
                                          </p:val>
                                        </p:tav>
                                        <p:tav tm="63163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68467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72324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72806">
                                          <p:val>
                                            <p:strVal val="#ppt_x-1.24813"/>
                                          </p:val>
                                        </p:tav>
                                        <p:tav tm="73770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74253">
                                          <p:val>
                                            <p:strVal val="#ppt_x-1.24835"/>
                                          </p:val>
                                        </p:tav>
                                        <p:tav tm="75699">
                                          <p:val>
                                            <p:strVal val="#ppt_x-1.24821"/>
                                          </p:val>
                                        </p:tav>
                                        <p:tav tm="76181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76663">
                                          <p:val>
                                            <p:strVal val="#ppt_x-1.24877"/>
                                          </p:val>
                                        </p:tav>
                                        <p:tav tm="77628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78110">
                                          <p:val>
                                            <p:strVal val="#ppt_x-1.24923"/>
                                          </p:val>
                                        </p:tav>
                                        <p:tav tm="78592">
                                          <p:val>
                                            <p:strVal val="#ppt_x-1.2503"/>
                                          </p:val>
                                        </p:tav>
                                        <p:tav tm="79074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79556">
                                          <p:val>
                                            <p:strVal val="#ppt_x-1.25004"/>
                                          </p:val>
                                        </p:tav>
                                        <p:tav tm="8100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1485">
                                          <p:val>
                                            <p:strVal val="#ppt_x-1.25129"/>
                                          </p:val>
                                        </p:tav>
                                        <p:tav tm="81967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82932">
                                          <p:val>
                                            <p:strVal val="#ppt_x-1.25031"/>
                                          </p:val>
                                        </p:tav>
                                        <p:tav tm="83414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83896">
                                          <p:val>
                                            <p:strVal val="#ppt_x-1.25085"/>
                                          </p:val>
                                        </p:tav>
                                        <p:tav tm="85824">
                                          <p:val>
                                            <p:strVal val="#ppt_x-1.24962"/>
                                          </p:val>
                                        </p:tav>
                                        <p:tav tm="86789">
                                          <p:val>
                                            <p:strVal val="#ppt_x-1.25064"/>
                                          </p:val>
                                        </p:tav>
                                        <p:tav tm="87271">
                                          <p:val>
                                            <p:strVal val="#ppt_x-1.24819"/>
                                          </p:val>
                                        </p:tav>
                                        <p:tav tm="88717">
                                          <p:val>
                                            <p:strVal val="#ppt_x-1.24911"/>
                                          </p:val>
                                        </p:tav>
                                        <p:tav tm="89200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91128">
                                          <p:val>
                                            <p:strVal val="#ppt_x-1.24982"/>
                                          </p:val>
                                        </p:tav>
                                        <p:tav tm="91610">
                                          <p:val>
                                            <p:strVal val="#ppt_x-1.25076"/>
                                          </p:val>
                                        </p:tav>
                                        <p:tav tm="92093">
                                          <p:val>
                                            <p:strVal val="#ppt_x-1.25094"/>
                                          </p:val>
                                        </p:tav>
                                        <p:tav tm="92575">
                                          <p:val>
                                            <p:strVal val="#ppt_x-1.25027"/>
                                          </p:val>
                                        </p:tav>
                                        <p:tav tm="93057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93539">
                                          <p:val>
                                            <p:strVal val="#ppt_x-1.25012"/>
                                          </p:val>
                                        </p:tav>
                                        <p:tav tm="94021">
                                          <p:val>
                                            <p:strVal val="#ppt_x-1.25027"/>
                                          </p:val>
                                        </p:tav>
                                        <p:tav tm="94503">
                                          <p:val>
                                            <p:strVal val="#ppt_x-1.25115"/>
                                          </p:val>
                                        </p:tav>
                                        <p:tav tm="94986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6432">
                                          <p:val>
                                            <p:strVal val="#ppt_x-1.24951"/>
                                          </p:val>
                                        </p:tav>
                                        <p:tav tm="96914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7396">
                                          <p:val>
                                            <p:strVal val="#ppt_x-1.25031"/>
                                          </p:val>
                                        </p:tav>
                                        <p:tav tm="97878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98361">
                                          <p:val>
                                            <p:strVal val="#ppt_x-1.24859"/>
                                          </p:val>
                                        </p:tav>
                                        <p:tav tm="98843">
                                          <p:val>
                                            <p:strVal val="#ppt_x-1.24834"/>
                                          </p:val>
                                        </p:tav>
                                        <p:tav tm="99807">
                                          <p:val>
                                            <p:strVal val="#ppt_x-1.250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691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7"/>
                                          </p:val>
                                        </p:tav>
                                        <p:tav tm="58824">
                                          <p:val>
                                            <p:strVal val="#ppt_y+0.0117"/>
                                          </p:val>
                                        </p:tav>
                                        <p:tav tm="59306">
                                          <p:val>
                                            <p:strVal val="#ppt_y+0.01798"/>
                                          </p:val>
                                        </p:tav>
                                        <p:tav tm="62681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66056">
                                          <p:val>
                                            <p:strVal val="#ppt_y-0.0185"/>
                                          </p:val>
                                        </p:tav>
                                        <p:tav tm="69431">
                                          <p:val>
                                            <p:strVal val="#ppt_y-0.03271"/>
                                          </p:val>
                                        </p:tav>
                                        <p:tav tm="72324">
                                          <p:val>
                                            <p:strVal val="#ppt_y-0.04193"/>
                                          </p:val>
                                        </p:tav>
                                        <p:tav tm="72806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73770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75699">
                                          <p:val>
                                            <p:strVal val="#ppt_y+0.01127"/>
                                          </p:val>
                                        </p:tav>
                                        <p:tav tm="76181">
                                          <p:val>
                                            <p:strVal val="#ppt_y+0.01674"/>
                                          </p:val>
                                        </p:tav>
                                        <p:tav tm="78110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79074">
                                          <p:val>
                                            <p:strVal val="#ppt_y-0.00872"/>
                                          </p:val>
                                        </p:tav>
                                        <p:tav tm="80521">
                                          <p:val>
                                            <p:strVal val="#ppt_y-0.02077"/>
                                          </p:val>
                                        </p:tav>
                                        <p:tav tm="81003">
                                          <p:val>
                                            <p:strVal val="#ppt_y-0.02399"/>
                                          </p:val>
                                        </p:tav>
                                        <p:tav tm="81485">
                                          <p:val>
                                            <p:strVal val="#ppt_y-0.02632"/>
                                          </p:val>
                                        </p:tav>
                                        <p:tav tm="83414">
                                          <p:val>
                                            <p:strVal val="#ppt_y-0.03883"/>
                                          </p:val>
                                        </p:tav>
                                        <p:tav tm="85824">
                                          <p:val>
                                            <p:strVal val="#ppt_y-0.04741"/>
                                          </p:val>
                                        </p:tav>
                                        <p:tav tm="86307">
                                          <p:val>
                                            <p:strVal val="#ppt_y-0.04774"/>
                                          </p:val>
                                        </p:tav>
                                        <p:tav tm="86789">
                                          <p:val>
                                            <p:strVal val="#ppt_y-0.04743"/>
                                          </p:val>
                                        </p:tav>
                                        <p:tav tm="87271">
                                          <p:val>
                                            <p:strVal val="#ppt_y+0.01595"/>
                                          </p:val>
                                        </p:tav>
                                        <p:tav tm="88717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89682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91128">
                                          <p:val>
                                            <p:strVal val="#ppt_y-0.01815"/>
                                          </p:val>
                                        </p:tav>
                                        <p:tav tm="92093">
                                          <p:val>
                                            <p:strVal val="#ppt_y-0.02374"/>
                                          </p:val>
                                        </p:tav>
                                        <p:tav tm="93539">
                                          <p:val>
                                            <p:strVal val="#ppt_y-0.03395"/>
                                          </p:val>
                                        </p:tav>
                                        <p:tav tm="96432">
                                          <p:val>
                                            <p:strVal val="#ppt_y-0.04664"/>
                                          </p:val>
                                        </p:tav>
                                        <p:tav tm="97878">
                                          <p:val>
                                            <p:strVal val="#ppt_y-0.04764"/>
                                          </p:val>
                                        </p:tav>
                                        <p:tav tm="98361">
                                          <p:val>
                                            <p:strVal val="#ppt_y+0.01437"/>
                                          </p:val>
                                        </p:tav>
                                        <p:tav tm="98843">
                                          <p:val>
                                            <p:strVal val="#ppt_y+0.009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691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58824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59306">
                                          <p:val>
                                            <p:strVal val="#ppt_w*0.41172"/>
                                          </p:val>
                                        </p:tav>
                                        <p:tav tm="60752">
                                          <p:val>
                                            <p:strVal val="#ppt_w*0.68926"/>
                                          </p:val>
                                        </p:tav>
                                        <p:tav tm="62681">
                                          <p:val>
                                            <p:strVal val="#ppt_w*1.02946"/>
                                          </p:val>
                                        </p:tav>
                                        <p:tav tm="65574">
                                          <p:val>
                                            <p:strVal val="#ppt_w*1.11141"/>
                                          </p:val>
                                        </p:tav>
                                        <p:tav tm="67985">
                                          <p:val>
                                            <p:strVal val="#ppt_w*1.17069"/>
                                          </p:val>
                                        </p:tav>
                                        <p:tav tm="70395">
                                          <p:val>
                                            <p:strVal val="#ppt_w*1.22054"/>
                                          </p:val>
                                        </p:tav>
                                        <p:tav tm="72324">
                                          <p:val>
                                            <p:strVal val="#ppt_w*1.25226"/>
                                          </p:val>
                                        </p:tav>
                                        <p:tav tm="72806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75699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76181">
                                          <p:val>
                                            <p:strVal val="#ppt_w*0.47237"/>
                                          </p:val>
                                        </p:tav>
                                        <p:tav tm="77146">
                                          <p:val>
                                            <p:strVal val="#ppt_w*0.75887"/>
                                          </p:val>
                                        </p:tav>
                                        <p:tav tm="78110">
                                          <p:val>
                                            <p:strVal val="#ppt_w*1.02591"/>
                                          </p:val>
                                        </p:tav>
                                        <p:tav tm="79556">
                                          <p:val>
                                            <p:strVal val="#ppt_w*1.0944"/>
                                          </p:val>
                                        </p:tav>
                                        <p:tav tm="81485">
                                          <p:val>
                                            <p:strVal val="#ppt_w*1.17069"/>
                                          </p:val>
                                        </p:tav>
                                        <p:tav tm="82932">
                                          <p:val>
                                            <p:strVal val="#ppt_w*1.21818"/>
                                          </p:val>
                                        </p:tav>
                                        <p:tav tm="84378">
                                          <p:val>
                                            <p:strVal val="#ppt_w*1.25546"/>
                                          </p:val>
                                        </p:tav>
                                        <p:tav tm="85824">
                                          <p:val>
                                            <p:strVal val="#ppt_w*1.27972"/>
                                          </p:val>
                                        </p:tav>
                                        <p:tav tm="86789">
                                          <p:val>
                                            <p:strVal val="#ppt_w*1.28641"/>
                                          </p:val>
                                        </p:tav>
                                        <p:tav tm="87271">
                                          <p:val>
                                            <p:strVal val="#ppt_w*0.50211"/>
                                          </p:val>
                                        </p:tav>
                                        <p:tav tm="87753">
                                          <p:val>
                                            <p:strVal val="#ppt_w*0.6469"/>
                                          </p:val>
                                        </p:tav>
                                        <p:tav tm="88717">
                                          <p:val>
                                            <p:strVal val="#ppt_w*0.92122"/>
                                          </p:val>
                                        </p:tav>
                                        <p:tav tm="89200">
                                          <p:val>
                                            <p:strVal val="#ppt_w*1.03329"/>
                                          </p:val>
                                        </p:tav>
                                        <p:tav tm="91610">
                                          <p:val>
                                            <p:strVal val="#ppt_w*1.13806"/>
                                          </p:val>
                                        </p:tav>
                                        <p:tav tm="93539">
                                          <p:val>
                                            <p:strVal val="#ppt_w*1.20643"/>
                                          </p:val>
                                        </p:tav>
                                        <p:tav tm="94986">
                                          <p:val>
                                            <p:strVal val="#ppt_w*1.24665"/>
                                          </p:val>
                                        </p:tav>
                                        <p:tav tm="96432">
                                          <p:val>
                                            <p:strVal val="#ppt_w*1.27475"/>
                                          </p:val>
                                        </p:tav>
                                        <p:tav tm="97878">
                                          <p:val>
                                            <p:strVal val="#ppt_w*1.28657"/>
                                          </p:val>
                                        </p:tav>
                                        <p:tav tm="98361">
                                          <p:val>
                                            <p:strVal val="#ppt_w*0.53155"/>
                                          </p:val>
                                        </p:tav>
                                        <p:tav tm="99325">
                                          <p:val>
                                            <p:strVal val="#ppt_w*0.813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691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58824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59306">
                                          <p:val>
                                            <p:strVal val="#ppt_h*0.41172"/>
                                          </p:val>
                                        </p:tav>
                                        <p:tav tm="60752">
                                          <p:val>
                                            <p:strVal val="#ppt_h*0.68926"/>
                                          </p:val>
                                        </p:tav>
                                        <p:tav tm="62681">
                                          <p:val>
                                            <p:strVal val="#ppt_h*1.02946"/>
                                          </p:val>
                                        </p:tav>
                                        <p:tav tm="65574">
                                          <p:val>
                                            <p:strVal val="#ppt_h*1.11141"/>
                                          </p:val>
                                        </p:tav>
                                        <p:tav tm="67985">
                                          <p:val>
                                            <p:strVal val="#ppt_h*1.17069"/>
                                          </p:val>
                                        </p:tav>
                                        <p:tav tm="70395">
                                          <p:val>
                                            <p:strVal val="#ppt_h*1.22054"/>
                                          </p:val>
                                        </p:tav>
                                        <p:tav tm="72324">
                                          <p:val>
                                            <p:strVal val="#ppt_h*1.25226"/>
                                          </p:val>
                                        </p:tav>
                                        <p:tav tm="72806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75699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76181">
                                          <p:val>
                                            <p:strVal val="#ppt_h*0.47237"/>
                                          </p:val>
                                        </p:tav>
                                        <p:tav tm="77146">
                                          <p:val>
                                            <p:strVal val="#ppt_h*0.75887"/>
                                          </p:val>
                                        </p:tav>
                                        <p:tav tm="78110">
                                          <p:val>
                                            <p:strVal val="#ppt_h*1.02591"/>
                                          </p:val>
                                        </p:tav>
                                        <p:tav tm="79556">
                                          <p:val>
                                            <p:strVal val="#ppt_h*1.0944"/>
                                          </p:val>
                                        </p:tav>
                                        <p:tav tm="81485">
                                          <p:val>
                                            <p:strVal val="#ppt_h*1.17069"/>
                                          </p:val>
                                        </p:tav>
                                        <p:tav tm="82932">
                                          <p:val>
                                            <p:strVal val="#ppt_h*1.21818"/>
                                          </p:val>
                                        </p:tav>
                                        <p:tav tm="84378">
                                          <p:val>
                                            <p:strVal val="#ppt_h*1.25546"/>
                                          </p:val>
                                        </p:tav>
                                        <p:tav tm="85824">
                                          <p:val>
                                            <p:strVal val="#ppt_h*1.27972"/>
                                          </p:val>
                                        </p:tav>
                                        <p:tav tm="86789">
                                          <p:val>
                                            <p:strVal val="#ppt_h*1.28641"/>
                                          </p:val>
                                        </p:tav>
                                        <p:tav tm="87271">
                                          <p:val>
                                            <p:strVal val="#ppt_h*0.50211"/>
                                          </p:val>
                                        </p:tav>
                                        <p:tav tm="87753">
                                          <p:val>
                                            <p:strVal val="#ppt_h*0.6469"/>
                                          </p:val>
                                        </p:tav>
                                        <p:tav tm="88717">
                                          <p:val>
                                            <p:strVal val="#ppt_h*0.92122"/>
                                          </p:val>
                                        </p:tav>
                                        <p:tav tm="89200">
                                          <p:val>
                                            <p:strVal val="#ppt_h*1.03329"/>
                                          </p:val>
                                        </p:tav>
                                        <p:tav tm="91610">
                                          <p:val>
                                            <p:strVal val="#ppt_h*1.13806"/>
                                          </p:val>
                                        </p:tav>
                                        <p:tav tm="93539">
                                          <p:val>
                                            <p:strVal val="#ppt_h*1.20643"/>
                                          </p:val>
                                        </p:tav>
                                        <p:tav tm="94986">
                                          <p:val>
                                            <p:strVal val="#ppt_h*1.24665"/>
                                          </p:val>
                                        </p:tav>
                                        <p:tav tm="96432">
                                          <p:val>
                                            <p:strVal val="#ppt_h*1.27475"/>
                                          </p:val>
                                        </p:tav>
                                        <p:tav tm="97878">
                                          <p:val>
                                            <p:strVal val="#ppt_h*1.28657"/>
                                          </p:val>
                                        </p:tav>
                                        <p:tav tm="98361">
                                          <p:val>
                                            <p:strVal val="#ppt_h*0.53155"/>
                                          </p:val>
                                        </p:tav>
                                        <p:tav tm="99325">
                                          <p:val>
                                            <p:strVal val="#ppt_h*0.813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691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8.1"/>
                                          </p:val>
                                        </p:tav>
                                        <p:tav tm="59306">
                                          <p:val>
                                            <p:fltVal val="-38.1"/>
                                          </p:val>
                                        </p:tav>
                                        <p:tav tm="60752">
                                          <p:val>
                                            <p:fltVal val="-20.13"/>
                                          </p:val>
                                        </p:tav>
                                        <p:tav tm="62681">
                                          <p:val>
                                            <p:fltVal val="1.95"/>
                                          </p:val>
                                        </p:tav>
                                        <p:tav tm="65092">
                                          <p:val>
                                            <p:fltVal val="23.42"/>
                                          </p:val>
                                        </p:tav>
                                        <p:tav tm="67020">
                                          <p:val>
                                            <p:fltVal val="38.81"/>
                                          </p:val>
                                        </p:tav>
                                        <p:tav tm="68949">
                                          <p:val>
                                            <p:fltVal val="52.44"/>
                                          </p:val>
                                        </p:tav>
                                        <p:tav tm="70878">
                                          <p:val>
                                            <p:fltVal val="64.05"/>
                                          </p:val>
                                        </p:tav>
                                        <p:tav tm="72324">
                                          <p:val>
                                            <p:fltVal val="71.22"/>
                                          </p:val>
                                        </p:tav>
                                        <p:tav tm="72806">
                                          <p:val>
                                            <p:fltVal val="-38.1"/>
                                          </p:val>
                                        </p:tav>
                                        <p:tav tm="75699">
                                          <p:val>
                                            <p:fltVal val="-38.1"/>
                                          </p:val>
                                        </p:tav>
                                        <p:tav tm="76181">
                                          <p:val>
                                            <p:fltVal val="-34.17"/>
                                          </p:val>
                                        </p:tav>
                                        <p:tav tm="76663">
                                          <p:val>
                                            <p:fltVal val="-24.72"/>
                                          </p:val>
                                        </p:tav>
                                        <p:tav tm="77628">
                                          <p:val>
                                            <p:fltVal val="-6.83"/>
                                          </p:val>
                                        </p:tav>
                                        <p:tav tm="78110">
                                          <p:val>
                                            <p:fltVal val="1.68"/>
                                          </p:val>
                                        </p:tav>
                                        <p:tav tm="78592">
                                          <p:val>
                                            <p:fltVal val="8.76"/>
                                          </p:val>
                                        </p:tav>
                                        <p:tav tm="79556">
                                          <p:val>
                                            <p:fltVal val="22.14"/>
                                          </p:val>
                                        </p:tav>
                                        <p:tav tm="80521">
                                          <p:val>
                                            <p:fltVal val="34.53"/>
                                          </p:val>
                                        </p:tav>
                                        <p:tav tm="81967">
                                          <p:val>
                                            <p:fltVal val="51.09"/>
                                          </p:val>
                                        </p:tav>
                                        <p:tav tm="82932">
                                          <p:val>
                                            <p:fltVal val="60.62"/>
                                          </p:val>
                                        </p:tav>
                                        <p:tav tm="83414">
                                          <p:val>
                                            <p:fltVal val="64.87"/>
                                          </p:val>
                                        </p:tav>
                                        <p:tav tm="84378">
                                          <p:val>
                                            <p:fltVal val="72.21"/>
                                          </p:val>
                                        </p:tav>
                                        <p:tav tm="85342">
                                          <p:val>
                                            <p:fltVal val="77.76"/>
                                          </p:val>
                                        </p:tav>
                                        <p:tav tm="85824">
                                          <p:val>
                                            <p:fltVal val="79.75"/>
                                          </p:val>
                                        </p:tav>
                                        <p:tav tm="86307">
                                          <p:val>
                                            <p:fltVal val="81.14"/>
                                          </p:val>
                                        </p:tav>
                                        <p:tav tm="86789">
                                          <p:val>
                                            <p:fltVal val="81.83"/>
                                          </p:val>
                                        </p:tav>
                                        <p:tav tm="87271">
                                          <p:val>
                                            <p:fltVal val="-32.25"/>
                                          </p:val>
                                        </p:tav>
                                        <p:tav tm="88235">
                                          <p:val>
                                            <p:fltVal val="-13.84"/>
                                          </p:val>
                                        </p:tav>
                                        <p:tav tm="89200">
                                          <p:val>
                                            <p:fltVal val="3.14"/>
                                          </p:val>
                                        </p:tav>
                                        <p:tav tm="90164">
                                          <p:val>
                                            <p:fltVal val="16.9"/>
                                          </p:val>
                                        </p:tav>
                                        <p:tav tm="91128">
                                          <p:val>
                                            <p:fltVal val="29.69"/>
                                          </p:val>
                                        </p:tav>
                                        <p:tav tm="92575">
                                          <p:val>
                                            <p:fltVal val="46.93"/>
                                          </p:val>
                                        </p:tav>
                                        <p:tav tm="93539">
                                          <p:val>
                                            <p:fltVal val="56.97"/>
                                          </p:val>
                                        </p:tav>
                                        <p:tav tm="94021">
                                          <p:val>
                                            <p:fltVal val="61.5"/>
                                          </p:val>
                                        </p:tav>
                                        <p:tav tm="94986">
                                          <p:val>
                                            <p:fltVal val="69.47"/>
                                          </p:val>
                                        </p:tav>
                                        <p:tav tm="95950">
                                          <p:val>
                                            <p:fltVal val="75.78"/>
                                          </p:val>
                                        </p:tav>
                                        <p:tav tm="96432">
                                          <p:val>
                                            <p:fltVal val="78.21"/>
                                          </p:val>
                                        </p:tav>
                                        <p:tav tm="96914">
                                          <p:val>
                                            <p:fltVal val="80.08"/>
                                          </p:val>
                                        </p:tav>
                                        <p:tav tm="97396">
                                          <p:val>
                                            <p:fltVal val="81.33"/>
                                          </p:val>
                                        </p:tav>
                                        <p:tav tm="97878">
                                          <p:val>
                                            <p:fltVal val="81.88"/>
                                          </p:val>
                                        </p:tav>
                                        <p:tav tm="98361">
                                          <p:val>
                                            <p:fltVal val="-30.34"/>
                                          </p:val>
                                        </p:tav>
                                        <p:tav tm="99325">
                                          <p:val>
                                            <p:fltVal val="-12.0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5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200">
                                          <p:stCondLst>
                                            <p:cond delay="45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2180" fill="hold">
                                          <p:stCondLst>
                                            <p:cond delay="47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5"/>
                                      </p:to>
                                    </p:set>
                                    <p:animEffect filter="image" prLst="opacity: 0.05">
                                      <p:cBhvr rctx="IE">
                                        <p:cTn id="32" dur="2180" fill="hold">
                                          <p:stCondLst>
                                            <p:cond delay="47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" dur="691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64609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65092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68467">
                                          <p:val>
                                            <p:strVal val="#ppt_x-1.25072"/>
                                          </p:val>
                                        </p:tav>
                                        <p:tav tm="70878">
                                          <p:val>
                                            <p:strVal val="#ppt_x-1.25088"/>
                                          </p:val>
                                        </p:tav>
                                        <p:tav tm="72324">
                                          <p:val>
                                            <p:strVal val="#ppt_x-1.25084"/>
                                          </p:val>
                                        </p:tav>
                                        <p:tav tm="7280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73770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74253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75699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76181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76663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762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8110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78592">
                                          <p:val>
                                            <p:strVal val="#ppt_x-1.25015"/>
                                          </p:val>
                                        </p:tav>
                                        <p:tav tm="79074">
                                          <p:val>
                                            <p:strVal val="#ppt_x-1.25029"/>
                                          </p:val>
                                        </p:tav>
                                        <p:tav tm="79556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80521">
                                          <p:val>
                                            <p:strVal val="#ppt_x-1.24934"/>
                                          </p:val>
                                        </p:tav>
                                        <p:tav tm="81003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81485">
                                          <p:val>
                                            <p:strVal val="#ppt_x-1.25119"/>
                                          </p:val>
                                        </p:tav>
                                        <p:tav tm="81967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82932">
                                          <p:val>
                                            <p:strVal val="#ppt_x-1.25064"/>
                                          </p:val>
                                        </p:tav>
                                        <p:tav tm="8341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83896">
                                          <p:val>
                                            <p:strVal val="#ppt_x-1.25129"/>
                                          </p:val>
                                        </p:tav>
                                        <p:tav tm="84860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85342">
                                          <p:val>
                                            <p:strVal val="#ppt_x-1.25067"/>
                                          </p:val>
                                        </p:tav>
                                        <p:tav tm="85824">
                                          <p:val>
                                            <p:strVal val="#ppt_x-1.25"/>
                                          </p:val>
                                        </p:tav>
                                        <p:tav tm="86789">
                                          <p:val>
                                            <p:strVal val="#ppt_x-1.25085"/>
                                          </p:val>
                                        </p:tav>
                                        <p:tav tm="87271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88717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89200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89682">
                                          <p:val>
                                            <p:strVal val="#ppt_x-1.24973"/>
                                          </p:val>
                                        </p:tav>
                                        <p:tav tm="90646">
                                          <p:val>
                                            <p:strVal val="#ppt_x-1.24956"/>
                                          </p:val>
                                        </p:tav>
                                        <p:tav tm="91128">
                                          <p:val>
                                            <p:strVal val="#ppt_x-1.24883"/>
                                          </p:val>
                                        </p:tav>
                                        <p:tav tm="91610">
                                          <p:val>
                                            <p:strVal val="#ppt_x-1.25006"/>
                                          </p:val>
                                        </p:tav>
                                        <p:tav tm="92093">
                                          <p:val>
                                            <p:strVal val="#ppt_x-1.25057"/>
                                          </p:val>
                                        </p:tav>
                                        <p:tav tm="93539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94021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94503">
                                          <p:val>
                                            <p:strVal val="#ppt_x-1.25156"/>
                                          </p:val>
                                        </p:tav>
                                        <p:tav tm="94986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95950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6432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96914">
                                          <p:val>
                                            <p:strVal val="#ppt_x-1.25097"/>
                                          </p:val>
                                        </p:tav>
                                        <p:tav tm="97878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8361">
                                          <p:val>
                                            <p:strVal val="#ppt_x-1.25019"/>
                                          </p:val>
                                        </p:tav>
                                        <p:tav tm="98843">
                                          <p:val>
                                            <p:strVal val="#ppt_x-1.24951"/>
                                          </p:val>
                                        </p:tav>
                                        <p:tav tm="99807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691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12"/>
                                          </p:val>
                                        </p:tav>
                                        <p:tav tm="64609">
                                          <p:val>
                                            <p:strVal val="#ppt_y+0.05712"/>
                                          </p:val>
                                        </p:tav>
                                        <p:tav tm="65092">
                                          <p:val>
                                            <p:strVal val="#ppt_y+0.06386"/>
                                          </p:val>
                                        </p:tav>
                                        <p:tav tm="68467">
                                          <p:val>
                                            <p:strVal val="#ppt_y+0.04301"/>
                                          </p:val>
                                        </p:tav>
                                        <p:tav tm="72324">
                                          <p:val>
                                            <p:strVal val="#ppt_y+0.02379"/>
                                          </p:val>
                                        </p:tav>
                                        <p:tav tm="72806">
                                          <p:val>
                                            <p:strVal val="#ppt_y+0.05662"/>
                                          </p:val>
                                        </p:tav>
                                        <p:tav tm="73770">
                                          <p:val>
                                            <p:strVal val="#ppt_y+0.0578"/>
                                          </p:val>
                                        </p:tav>
                                        <p:tav tm="75699">
                                          <p:val>
                                            <p:strVal val="#ppt_y+0.05669"/>
                                          </p:val>
                                        </p:tav>
                                        <p:tav tm="76663">
                                          <p:val>
                                            <p:strVal val="#ppt_y+0.0578"/>
                                          </p:val>
                                        </p:tav>
                                        <p:tav tm="78110">
                                          <p:val>
                                            <p:strVal val="#ppt_y+0.05652"/>
                                          </p:val>
                                        </p:tav>
                                        <p:tav tm="79556">
                                          <p:val>
                                            <p:strVal val="#ppt_y+0.05773"/>
                                          </p:val>
                                        </p:tav>
                                        <p:tav tm="80039">
                                          <p:val>
                                            <p:strVal val="#ppt_y+0.06017"/>
                                          </p:val>
                                        </p:tav>
                                        <p:tav tm="81003">
                                          <p:val>
                                            <p:strVal val="#ppt_y+0.05045"/>
                                          </p:val>
                                        </p:tav>
                                        <p:tav tm="83414">
                                          <p:val>
                                            <p:strVal val="#ppt_y+0.02923"/>
                                          </p:val>
                                        </p:tav>
                                        <p:tav tm="84378">
                                          <p:val>
                                            <p:strVal val="#ppt_y+0.02344"/>
                                          </p:val>
                                        </p:tav>
                                        <p:tav tm="85824">
                                          <p:val>
                                            <p:strVal val="#ppt_y+0.01284"/>
                                          </p:val>
                                        </p:tav>
                                        <p:tav tm="88717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90646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91128">
                                          <p:val>
                                            <p:strVal val="#ppt_y+0.05852"/>
                                          </p:val>
                                        </p:tav>
                                        <p:tav tm="92093">
                                          <p:val>
                                            <p:strVal val="#ppt_y+0.05042"/>
                                          </p:val>
                                        </p:tav>
                                        <p:tav tm="93539">
                                          <p:val>
                                            <p:strVal val="#ppt_y+0.03632"/>
                                          </p:val>
                                        </p:tav>
                                        <p:tav tm="94503">
                                          <p:val>
                                            <p:strVal val="#ppt_y+0.0298"/>
                                          </p:val>
                                        </p:tav>
                                        <p:tav tm="96432">
                                          <p:val>
                                            <p:strVal val="#ppt_y+0.01507"/>
                                          </p:val>
                                        </p:tav>
                                        <p:tav tm="97396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98843">
                                          <p:val>
                                            <p:strVal val="#ppt_y+0.002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691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64609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65092">
                                          <p:val>
                                            <p:strVal val="#ppt_w*0.32334"/>
                                          </p:val>
                                        </p:tav>
                                        <p:tav tm="66538">
                                          <p:val>
                                            <p:strVal val="#ppt_w*0.54131"/>
                                          </p:val>
                                        </p:tav>
                                        <p:tav tm="68467">
                                          <p:val>
                                            <p:strVal val="#ppt_w*0.80848"/>
                                          </p:val>
                                        </p:tav>
                                        <p:tav tm="72324">
                                          <p:val>
                                            <p:strVal val="#ppt_w*0.89228"/>
                                          </p:val>
                                        </p:tav>
                                        <p:tav tm="72806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79556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80039">
                                          <p:val>
                                            <p:strVal val="#ppt_w*0.41745"/>
                                          </p:val>
                                        </p:tav>
                                        <p:tav tm="81485">
                                          <p:val>
                                            <p:strVal val="#ppt_w*0.74424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1508"/>
                                          </p:val>
                                        </p:tav>
                                        <p:tav tm="84378">
                                          <p:val>
                                            <p:strVal val="#ppt_w*0.89673"/>
                                          </p:val>
                                        </p:tav>
                                        <p:tav tm="86789">
                                          <p:val>
                                            <p:strVal val="#ppt_w*0.9611"/>
                                          </p:val>
                                        </p:tav>
                                        <p:tav tm="88717">
                                          <p:val>
                                            <p:strVal val="#ppt_w*0.99632"/>
                                          </p:val>
                                        </p:tav>
                                        <p:tav tm="90646">
                                          <p:val>
                                            <p:strVal val="#ppt_w*1.01044"/>
                                          </p:val>
                                        </p:tav>
                                        <p:tav tm="91128">
                                          <p:val>
                                            <p:strVal val="#ppt_w*0.44037"/>
                                          </p:val>
                                        </p:tav>
                                        <p:tav tm="92575">
                                          <p:val>
                                            <p:strVal val="#ppt_w*0.76486"/>
                                          </p:val>
                                        </p:tav>
                                        <p:tav tm="93057">
                                          <p:val>
                                            <p:strVal val="#ppt_w*0.81864"/>
                                          </p:val>
                                        </p:tav>
                                        <p:tav tm="94986">
                                          <p:val>
                                            <p:strVal val="#ppt_w*0.88473"/>
                                          </p:val>
                                        </p:tav>
                                        <p:tav tm="96914">
                                          <p:val>
                                            <p:strVal val="#ppt_w*0.94019"/>
                                          </p:val>
                                        </p:tav>
                                        <p:tav tm="98361">
                                          <p:val>
                                            <p:strVal val="#ppt_w*0.973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691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64609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65092">
                                          <p:val>
                                            <p:strVal val="#ppt_h*0.32334"/>
                                          </p:val>
                                        </p:tav>
                                        <p:tav tm="66538">
                                          <p:val>
                                            <p:strVal val="#ppt_h*0.54131"/>
                                          </p:val>
                                        </p:tav>
                                        <p:tav tm="68467">
                                          <p:val>
                                            <p:strVal val="#ppt_h*0.80848"/>
                                          </p:val>
                                        </p:tav>
                                        <p:tav tm="72324">
                                          <p:val>
                                            <p:strVal val="#ppt_h*0.89228"/>
                                          </p:val>
                                        </p:tav>
                                        <p:tav tm="72806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79556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80039">
                                          <p:val>
                                            <p:strVal val="#ppt_h*0.41745"/>
                                          </p:val>
                                        </p:tav>
                                        <p:tav tm="81485">
                                          <p:val>
                                            <p:strVal val="#ppt_h*0.74424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1508"/>
                                          </p:val>
                                        </p:tav>
                                        <p:tav tm="84378">
                                          <p:val>
                                            <p:strVal val="#ppt_h*0.89673"/>
                                          </p:val>
                                        </p:tav>
                                        <p:tav tm="86789">
                                          <p:val>
                                            <p:strVal val="#ppt_h*0.9611"/>
                                          </p:val>
                                        </p:tav>
                                        <p:tav tm="88717">
                                          <p:val>
                                            <p:strVal val="#ppt_h*0.99632"/>
                                          </p:val>
                                        </p:tav>
                                        <p:tav tm="90646">
                                          <p:val>
                                            <p:strVal val="#ppt_h*1.01044"/>
                                          </p:val>
                                        </p:tav>
                                        <p:tav tm="91128">
                                          <p:val>
                                            <p:strVal val="#ppt_h*0.44037"/>
                                          </p:val>
                                        </p:tav>
                                        <p:tav tm="92575">
                                          <p:val>
                                            <p:strVal val="#ppt_h*0.76486"/>
                                          </p:val>
                                        </p:tav>
                                        <p:tav tm="93057">
                                          <p:val>
                                            <p:strVal val="#ppt_h*0.81864"/>
                                          </p:val>
                                        </p:tav>
                                        <p:tav tm="94986">
                                          <p:val>
                                            <p:strVal val="#ppt_h*0.88473"/>
                                          </p:val>
                                        </p:tav>
                                        <p:tav tm="96914">
                                          <p:val>
                                            <p:strVal val="#ppt_h*0.94019"/>
                                          </p:val>
                                        </p:tav>
                                        <p:tav tm="98361">
                                          <p:val>
                                            <p:strVal val="#ppt_h*0.973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691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.87"/>
                                          </p:val>
                                        </p:tav>
                                        <p:tav tm="65092">
                                          <p:val>
                                            <p:fltVal val="-115.87"/>
                                          </p:val>
                                        </p:tav>
                                        <p:tav tm="66538">
                                          <p:val>
                                            <p:fltVal val="-97.89"/>
                                          </p:val>
                                        </p:tav>
                                        <p:tav tm="68467">
                                          <p:val>
                                            <p:fltVal val="-75.81"/>
                                          </p:val>
                                        </p:tav>
                                        <p:tav tm="70395">
                                          <p:val>
                                            <p:fltVal val="-58.44"/>
                                          </p:val>
                                        </p:tav>
                                        <p:tav tm="72324">
                                          <p:val>
                                            <p:fltVal val="-42.64"/>
                                          </p:val>
                                        </p:tav>
                                        <p:tav tm="72806">
                                          <p:val>
                                            <p:fltVal val="-115.87"/>
                                          </p:val>
                                        </p:tav>
                                        <p:tav tm="79556">
                                          <p:val>
                                            <p:fltVal val="-115.87"/>
                                          </p:val>
                                        </p:tav>
                                        <p:tav tm="80039">
                                          <p:val>
                                            <p:fltVal val="-108.1"/>
                                          </p:val>
                                        </p:tav>
                                        <p:tav tm="81003">
                                          <p:val>
                                            <p:fltVal val="-89.83"/>
                                          </p:val>
                                        </p:tav>
                                        <p:tav tm="81485">
                                          <p:val>
                                            <p:fltVal val="-81.15"/>
                                          </p:val>
                                        </p:tav>
                                        <p:tav tm="81967">
                                          <p:val>
                                            <p:fltVal val="-73.2"/>
                                          </p:val>
                                        </p:tav>
                                        <p:tav tm="82932">
                                          <p:val>
                                            <p:fltVal val="-59.54"/>
                                          </p:val>
                                        </p:tav>
                                        <p:tav tm="83896">
                                          <p:val>
                                            <p:fltVal val="-46.84"/>
                                          </p:val>
                                        </p:tav>
                                        <p:tav tm="85342">
                                          <p:val>
                                            <p:fltVal val="-29.78"/>
                                          </p:val>
                                        </p:tav>
                                        <p:tav tm="86307">
                                          <p:val>
                                            <p:fltVal val="-19.86"/>
                                          </p:val>
                                        </p:tav>
                                        <p:tav tm="86789">
                                          <p:val>
                                            <p:fltVal val="-15.4"/>
                                          </p:val>
                                        </p:tav>
                                        <p:tav tm="87753">
                                          <p:val>
                                            <p:fltVal val="-7.58"/>
                                          </p:val>
                                        </p:tav>
                                        <p:tav tm="88235">
                                          <p:val>
                                            <p:fltVal val="-4.29"/>
                                          </p:val>
                                        </p:tav>
                                        <p:tav tm="89200">
                                          <p:val>
                                            <p:fltVal val="0.86"/>
                                          </p:val>
                                        </p:tav>
                                        <p:tav tm="89682">
                                          <p:val>
                                            <p:fltVal val="2.62"/>
                                          </p:val>
                                        </p:tav>
                                        <p:tav tm="90164">
                                          <p:val>
                                            <p:fltVal val="3.74"/>
                                          </p:val>
                                        </p:tav>
                                        <p:tav tm="90646">
                                          <p:val>
                                            <p:fltVal val="4.13"/>
                                          </p:val>
                                        </p:tav>
                                        <p:tav tm="91128">
                                          <p:val>
                                            <p:fltVal val="-106.21"/>
                                          </p:val>
                                        </p:tav>
                                        <p:tav tm="91610">
                                          <p:val>
                                            <p:fltVal val="-96.98"/>
                                          </p:val>
                                        </p:tav>
                                        <p:tav tm="92575">
                                          <p:val>
                                            <p:fltVal val="-79.45"/>
                                          </p:val>
                                        </p:tav>
                                        <p:tav tm="93057">
                                          <p:val>
                                            <p:fltVal val="-71.79"/>
                                          </p:val>
                                        </p:tav>
                                        <p:tav tm="94503">
                                          <p:val>
                                            <p:fltVal val="-51.8"/>
                                          </p:val>
                                        </p:tav>
                                        <p:tav tm="95468">
                                          <p:val>
                                            <p:fltVal val="-39.72"/>
                                          </p:val>
                                        </p:tav>
                                        <p:tav tm="96914">
                                          <p:val>
                                            <p:fltVal val="-23.68"/>
                                          </p:val>
                                        </p:tav>
                                        <p:tav tm="97878">
                                          <p:val>
                                            <p:fltVal val="-14.55"/>
                                          </p:val>
                                        </p:tav>
                                        <p:tav tm="98843">
                                          <p:val>
                                            <p:fltVal val="-6.89"/>
                                          </p:val>
                                        </p:tav>
                                        <p:tav tm="99325">
                                          <p:val>
                                            <p:fltVal val="-3.6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" dur="576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93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13703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38161">
                                          <p:val>
                                            <p:strVal val="#ppt_x+0.00769"/>
                                          </p:val>
                                        </p:tav>
                                        <p:tav tm="50014">
                                          <p:val>
                                            <p:strVal val="#ppt_x+0.0087"/>
                                          </p:val>
                                        </p:tav>
                                        <p:tav tm="61810">
                                          <p:val>
                                            <p:strVal val="#ppt_x+0.0077"/>
                                          </p:val>
                                        </p:tav>
                                        <p:tav tm="86326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93090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997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76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81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13646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38161">
                                          <p:val>
                                            <p:strVal val="#ppt_y-0.01431"/>
                                          </p:val>
                                        </p:tav>
                                        <p:tav tm="50014">
                                          <p:val>
                                            <p:strVal val="#ppt_y-0.01618"/>
                                          </p:val>
                                        </p:tav>
                                        <p:tav tm="61810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86326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9309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9997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76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646">
                                          <p:val>
                                            <p:fltVal val="-0.77"/>
                                          </p:val>
                                        </p:tav>
                                        <p:tav tm="38161">
                                          <p:val>
                                            <p:fltVal val="-4.39"/>
                                          </p:val>
                                        </p:tav>
                                        <p:tav tm="50014">
                                          <p:val>
                                            <p:fltVal val="-4.97"/>
                                          </p:val>
                                        </p:tav>
                                        <p:tav tm="61810">
                                          <p:val>
                                            <p:fltVal val="-4.39"/>
                                          </p:val>
                                        </p:tav>
                                        <p:tav tm="86326">
                                          <p:val>
                                            <p:fltVal val="-0.77"/>
                                          </p:val>
                                        </p:tav>
                                        <p:tav tm="9997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" dur="5117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993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11791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18110">
                                          <p:val>
                                            <p:strVal val="#ppt_x-0.00352"/>
                                          </p:val>
                                        </p:tav>
                                        <p:tav tm="36284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43059">
                                          <p:val>
                                            <p:strVal val="#ppt_x-0.01239"/>
                                          </p:val>
                                        </p:tav>
                                        <p:tav tm="49964">
                                          <p:val>
                                            <p:strVal val="#ppt_x-0.01288"/>
                                          </p:val>
                                        </p:tav>
                                        <p:tav tm="55957">
                                          <p:val>
                                            <p:strVal val="#ppt_x-0.01252"/>
                                          </p:val>
                                        </p:tav>
                                        <p:tav tm="61755">
                                          <p:val>
                                            <p:strVal val="#ppt_x-0.01142"/>
                                          </p:val>
                                        </p:tav>
                                        <p:tav tm="68074">
                                          <p:val>
                                            <p:strVal val="#ppt_x-0.00937"/>
                                          </p:val>
                                        </p:tav>
                                        <p:tav tm="86314">
                                          <p:val>
                                            <p:strVal val="#ppt_x-0.002"/>
                                          </p:val>
                                        </p:tav>
                                        <p:tav tm="93088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9999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117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905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13680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38173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50029">
                                          <p:val>
                                            <p:strVal val="#ppt_y+0.01573"/>
                                          </p:val>
                                        </p:tav>
                                        <p:tav tm="56934">
                                          <p:val>
                                            <p:strVal val="#ppt_y+0.01512"/>
                                          </p:val>
                                        </p:tav>
                                        <p:tav tm="63709">
                                          <p:val>
                                            <p:strVal val="#ppt_y+0.01327"/>
                                          </p:val>
                                        </p:tav>
                                        <p:tav tm="88203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9999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117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680">
                                          <p:val>
                                            <p:fltVal val="-0.64"/>
                                          </p:val>
                                        </p:tav>
                                        <p:tav tm="38173">
                                          <p:val>
                                            <p:fltVal val="-3.64"/>
                                          </p:val>
                                        </p:tav>
                                        <p:tav tm="50029">
                                          <p:val>
                                            <p:fltVal val="-4.11"/>
                                          </p:val>
                                        </p:tav>
                                        <p:tav tm="63709">
                                          <p:val>
                                            <p:fltVal val="-3.47"/>
                                          </p:val>
                                        </p:tav>
                                        <p:tav tm="88138">
                                          <p:val>
                                            <p:fltVal val="-0.48"/>
                                          </p:val>
                                        </p:tav>
                                        <p:tav tm="99993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" dur="5684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920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13664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38177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50023">
                                          <p:val>
                                            <p:strVal val="#ppt_x-0.00788"/>
                                          </p:val>
                                        </p:tav>
                                        <p:tav tm="56943">
                                          <p:val>
                                            <p:strVal val="#ppt_x-0.00758"/>
                                          </p:val>
                                        </p:tav>
                                        <p:tav tm="63688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88201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9998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684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0023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99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684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664">
                                          <p:val>
                                            <p:fltVal val="0.74"/>
                                          </p:val>
                                        </p:tav>
                                        <p:tav tm="38177">
                                          <p:val>
                                            <p:fltVal val="4.2"/>
                                          </p:val>
                                        </p:tav>
                                        <p:tav tm="50023">
                                          <p:val>
                                            <p:fltVal val="4.75"/>
                                          </p:val>
                                        </p:tav>
                                        <p:tav tm="63688">
                                          <p:val>
                                            <p:fltVal val="4.01"/>
                                          </p:val>
                                        </p:tav>
                                        <p:tav tm="88201">
                                          <p:val>
                                            <p:fltVal val="0.55"/>
                                          </p:val>
                                        </p:tav>
                                        <p:tav tm="9998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4672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921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13699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31892">
                                          <p:val>
                                            <p:strVal val="#ppt_x+0.00834"/>
                                          </p:val>
                                        </p:tav>
                                        <p:tav tm="38171">
                                          <p:val>
                                            <p:strVal val="#ppt_x+0.01016"/>
                                          </p:val>
                                        </p:tav>
                                        <p:tav tm="44021">
                                          <p:val>
                                            <p:strVal val="#ppt_x+0.01116"/>
                                          </p:val>
                                        </p:tav>
                                        <p:tav tm="50014">
                                          <p:val>
                                            <p:strVal val="#ppt_x+0.01148"/>
                                          </p:val>
                                        </p:tav>
                                        <p:tav tm="56007">
                                          <p:val>
                                            <p:strVal val="#ppt_x+0.01115"/>
                                          </p:val>
                                        </p:tav>
                                        <p:tav tm="61858">
                                          <p:val>
                                            <p:strVal val="#ppt_x+0.01015"/>
                                          </p:val>
                                        </p:tav>
                                        <p:tav tm="68065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86330">
                                          <p:val>
                                            <p:strVal val="#ppt_x+0.00178"/>
                                          </p:val>
                                        </p:tav>
                                        <p:tav tm="93108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9995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672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921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13699">
                                          <p:val>
                                            <p:strVal val="#ppt_y-0.00428"/>
                                          </p:val>
                                        </p:tav>
                                        <p:tav tm="19478">
                                          <p:val>
                                            <p:strVal val="#ppt_y-0.00867"/>
                                          </p:val>
                                        </p:tav>
                                        <p:tav tm="31892">
                                          <p:val>
                                            <p:strVal val="#ppt_y-0.01998"/>
                                          </p:val>
                                        </p:tav>
                                        <p:tav tm="38171">
                                          <p:val>
                                            <p:strVal val="#ppt_y-0.02433"/>
                                          </p:val>
                                        </p:tav>
                                        <p:tav tm="44021">
                                          <p:val>
                                            <p:strVal val="#ppt_y-0.02672"/>
                                          </p:val>
                                        </p:tav>
                                        <p:tav tm="50014">
                                          <p:val>
                                            <p:strVal val="#ppt_y-0.0275"/>
                                          </p:val>
                                        </p:tav>
                                        <p:tav tm="56007">
                                          <p:val>
                                            <p:strVal val="#ppt_y-0.02671"/>
                                          </p:val>
                                        </p:tav>
                                        <p:tav tm="61858">
                                          <p:val>
                                            <p:strVal val="#ppt_y-0.02432"/>
                                          </p:val>
                                        </p:tav>
                                        <p:tav tm="68065">
                                          <p:val>
                                            <p:strVal val="#ppt_y-0.02002"/>
                                          </p:val>
                                        </p:tav>
                                        <p:tav tm="80551">
                                          <p:val>
                                            <p:strVal val="#ppt_y-0.00865"/>
                                          </p:val>
                                        </p:tav>
                                        <p:tav tm="86330">
                                          <p:val>
                                            <p:strVal val="#ppt_y-0.00427"/>
                                          </p:val>
                                        </p:tav>
                                        <p:tav tm="93037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9995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672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50014">
                                          <p:val>
                                            <p:fltVal val="0.99"/>
                                          </p:val>
                                        </p:tav>
                                        <p:tav tm="9995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" dur="5156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831">
                                          <p:val>
                                            <p:strVal val="#ppt_x+0.00094"/>
                                          </p:val>
                                        </p:tav>
                                        <p:tav tm="36333">
                                          <p:val>
                                            <p:strVal val="#ppt_x+0.00685"/>
                                          </p:val>
                                        </p:tav>
                                        <p:tav tm="43121">
                                          <p:val>
                                            <p:strVal val="#ppt_x+0.0078"/>
                                          </p:val>
                                        </p:tav>
                                        <p:tav tm="49974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61870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86307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93031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9994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156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1831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36333">
                                          <p:val>
                                            <p:strVal val="#ppt_y-0.01487"/>
                                          </p:val>
                                        </p:tav>
                                        <p:tav tm="43057">
                                          <p:val>
                                            <p:strVal val="#ppt_y-0.01692"/>
                                          </p:val>
                                        </p:tav>
                                        <p:tav tm="49974">
                                          <p:val>
                                            <p:strVal val="#ppt_y-0.0176"/>
                                          </p:val>
                                        </p:tav>
                                        <p:tav tm="61805">
                                          <p:val>
                                            <p:strVal val="#ppt_y-0.01558"/>
                                          </p:val>
                                        </p:tav>
                                        <p:tav tm="86307">
                                          <p:val>
                                            <p:strVal val="#ppt_y-0.00274"/>
                                          </p:val>
                                        </p:tav>
                                        <p:tav tm="93031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9994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156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1831">
                                          <p:val>
                                            <p:fltVal val="-0.45"/>
                                          </p:val>
                                        </p:tav>
                                        <p:tav tm="36333">
                                          <p:val>
                                            <p:fltVal val="-3.32"/>
                                          </p:val>
                                        </p:tav>
                                        <p:tav tm="49974">
                                          <p:val>
                                            <p:fltVal val="-3.92"/>
                                          </p:val>
                                        </p:tav>
                                        <p:tav tm="61805">
                                          <p:val>
                                            <p:fltVal val="-3.47"/>
                                          </p:val>
                                        </p:tav>
                                        <p:tav tm="86307">
                                          <p:val>
                                            <p:fltVal val="-0.61"/>
                                          </p:val>
                                        </p:tav>
                                        <p:tav tm="9994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3976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737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36301">
                                          <p:val>
                                            <p:strVal val="#ppt_x+0.0046"/>
                                          </p:val>
                                        </p:tav>
                                        <p:tav tm="49966">
                                          <p:val>
                                            <p:strVal val="#ppt_x+0.00544"/>
                                          </p:val>
                                        </p:tav>
                                        <p:tav tm="61787">
                                          <p:val>
                                            <p:strVal val="#ppt_x+0.00482"/>
                                          </p:val>
                                        </p:tav>
                                        <p:tav tm="86351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9993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976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1821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36301">
                                          <p:val>
                                            <p:strVal val="#ppt_y-0.0132"/>
                                          </p:val>
                                        </p:tav>
                                        <p:tav tm="43092">
                                          <p:val>
                                            <p:strVal val="#ppt_y-0.01504"/>
                                          </p:val>
                                        </p:tav>
                                        <p:tav tm="49966">
                                          <p:val>
                                            <p:strVal val="#ppt_y-0.01564"/>
                                          </p:val>
                                        </p:tav>
                                        <p:tav tm="61787">
                                          <p:val>
                                            <p:strVal val="#ppt_y-0.01385"/>
                                          </p:val>
                                        </p:tav>
                                        <p:tav tm="86351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93058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9993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976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49966">
                                          <p:val>
                                            <p:fltVal val="-1.02"/>
                                          </p:val>
                                        </p:tav>
                                        <p:tav tm="99933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" dur="3853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921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13669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19465">
                                          <p:val>
                                            <p:strVal val="#ppt_x+0.00627"/>
                                          </p:val>
                                        </p:tav>
                                        <p:tav tm="31923">
                                          <p:val>
                                            <p:strVal val="#ppt_x+0.01449"/>
                                          </p:val>
                                        </p:tav>
                                        <p:tav tm="38152">
                                          <p:val>
                                            <p:strVal val="#ppt_x+0.01761"/>
                                          </p:val>
                                        </p:tav>
                                        <p:tav tm="44035">
                                          <p:val>
                                            <p:strVal val="#ppt_x+0.01935"/>
                                          </p:val>
                                        </p:tav>
                                        <p:tav tm="50004">
                                          <p:val>
                                            <p:strVal val="#ppt_x+0.01991"/>
                                          </p:val>
                                        </p:tav>
                                        <p:tav tm="56060">
                                          <p:val>
                                            <p:strVal val="#ppt_x+0.01933"/>
                                          </p:val>
                                        </p:tav>
                                        <p:tav tm="61857">
                                          <p:val>
                                            <p:strVal val="#ppt_x+0.0176"/>
                                          </p:val>
                                        </p:tav>
                                        <p:tav tm="68085">
                                          <p:val>
                                            <p:strVal val="#ppt_x+0.01448"/>
                                          </p:val>
                                        </p:tav>
                                        <p:tav tm="80543">
                                          <p:val>
                                            <p:strVal val="#ppt_x+0.00626"/>
                                          </p:val>
                                        </p:tav>
                                        <p:tav tm="86253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93001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9992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853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921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13669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38152">
                                          <p:val>
                                            <p:strVal val="#ppt_y+0.0144"/>
                                          </p:val>
                                        </p:tav>
                                        <p:tav tm="50004">
                                          <p:val>
                                            <p:strVal val="#ppt_y+0.01628"/>
                                          </p:val>
                                        </p:tav>
                                        <p:tav tm="61857">
                                          <p:val>
                                            <p:strVal val="#ppt_y+0.01439"/>
                                          </p:val>
                                        </p:tav>
                                        <p:tav tm="86253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93001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9992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3853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669">
                                          <p:val>
                                            <p:fltVal val="0.64"/>
                                          </p:val>
                                        </p:tav>
                                        <p:tav tm="38152">
                                          <p:val>
                                            <p:fltVal val="3.65"/>
                                          </p:val>
                                        </p:tav>
                                        <p:tav tm="50004">
                                          <p:val>
                                            <p:fltVal val="4.13"/>
                                          </p:val>
                                        </p:tav>
                                        <p:tav tm="61857">
                                          <p:val>
                                            <p:fltVal val="3.65"/>
                                          </p:val>
                                        </p:tav>
                                        <p:tav tm="86340">
                                          <p:val>
                                            <p:fltVal val="0.64"/>
                                          </p:val>
                                        </p:tav>
                                        <p:tav tm="9992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" dur="3613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997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11809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18083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36350">
                                          <p:val>
                                            <p:strVal val="#ppt_x-0.01036"/>
                                          </p:val>
                                        </p:tav>
                                        <p:tav tm="43085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50005">
                                          <p:val>
                                            <p:strVal val="#ppt_x-0.01225"/>
                                          </p:val>
                                        </p:tav>
                                        <p:tav tm="56001">
                                          <p:val>
                                            <p:strVal val="#ppt_x-0.0119"/>
                                          </p:val>
                                        </p:tav>
                                        <p:tav tm="61814">
                                          <p:val>
                                            <p:strVal val="#ppt_x-0.01084"/>
                                          </p:val>
                                        </p:tav>
                                        <p:tav tm="68087">
                                          <p:val>
                                            <p:strVal val="#ppt_x-0.00891"/>
                                          </p:val>
                                        </p:tav>
                                        <p:tav tm="86263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92998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9991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613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997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11809">
                                          <p:val>
                                            <p:strVal val="#ppt_y+0.00301"/>
                                          </p:val>
                                        </p:tav>
                                        <p:tav tm="18083">
                                          <p:val>
                                            <p:strVal val="#ppt_y+0.00715"/>
                                          </p:val>
                                        </p:tav>
                                        <p:tav tm="30538">
                                          <p:val>
                                            <p:strVal val="#ppt_y+0.01797"/>
                                          </p:val>
                                        </p:tav>
                                        <p:tav tm="36350">
                                          <p:val>
                                            <p:strVal val="#ppt_y+0.02217"/>
                                          </p:val>
                                        </p:tav>
                                        <p:tav tm="43085">
                                          <p:val>
                                            <p:strVal val="#ppt_y+0.02522"/>
                                          </p:val>
                                        </p:tav>
                                        <p:tav tm="50005">
                                          <p:val>
                                            <p:strVal val="#ppt_y+0.02623"/>
                                          </p:val>
                                        </p:tav>
                                        <p:tav tm="56001">
                                          <p:val>
                                            <p:strVal val="#ppt_y+0.02548"/>
                                          </p:val>
                                        </p:tav>
                                        <p:tav tm="61814">
                                          <p:val>
                                            <p:strVal val="#ppt_y+0.02321"/>
                                          </p:val>
                                        </p:tav>
                                        <p:tav tm="68087">
                                          <p:val>
                                            <p:strVal val="#ppt_y+0.01908"/>
                                          </p:val>
                                        </p:tav>
                                        <p:tav tm="80542">
                                          <p:val>
                                            <p:strVal val="#ppt_y+0.00826"/>
                                          </p:val>
                                        </p:tav>
                                        <p:tav tm="86355">
                                          <p:val>
                                            <p:strVal val="#ppt_y+0.00406"/>
                                          </p:val>
                                        </p:tav>
                                        <p:tav tm="93090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9991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3613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1809">
                                          <p:val>
                                            <p:fltVal val="0.3"/>
                                          </p:val>
                                        </p:tav>
                                        <p:tav tm="36350">
                                          <p:val>
                                            <p:fltVal val="2.22"/>
                                          </p:val>
                                        </p:tav>
                                        <p:tav tm="50005">
                                          <p:val>
                                            <p:fltVal val="2.62"/>
                                          </p:val>
                                        </p:tav>
                                        <p:tav tm="61814">
                                          <p:val>
                                            <p:fltVal val="2.32"/>
                                          </p:val>
                                        </p:tav>
                                        <p:tav tm="86263">
                                          <p:val>
                                            <p:fltVal val="0.41"/>
                                          </p:val>
                                        </p:tav>
                                        <p:tav tm="9991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" dur="3969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842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36281">
                                          <p:val>
                                            <p:strVal val="#ppt_x+0.003"/>
                                          </p:val>
                                        </p:tav>
                                        <p:tav tm="49971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61812">
                                          <p:val>
                                            <p:strVal val="#ppt_x+0.00314"/>
                                          </p:val>
                                        </p:tav>
                                        <p:tav tm="86336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994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969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047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11842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18057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36365">
                                          <p:val>
                                            <p:strVal val="#ppt_y+0.01936"/>
                                          </p:val>
                                        </p:tav>
                                        <p:tav tm="43084">
                                          <p:val>
                                            <p:strVal val="#ppt_y+0.02201"/>
                                          </p:val>
                                        </p:tav>
                                        <p:tav tm="49971">
                                          <p:val>
                                            <p:strVal val="#ppt_y+0.02289"/>
                                          </p:val>
                                        </p:tav>
                                        <p:tav tm="55933">
                                          <p:val>
                                            <p:strVal val="#ppt_y+0.02225"/>
                                          </p:val>
                                        </p:tav>
                                        <p:tav tm="61812">
                                          <p:val>
                                            <p:strVal val="#ppt_y+0.02025"/>
                                          </p:val>
                                        </p:tav>
                                        <p:tav tm="68111">
                                          <p:val>
                                            <p:strVal val="#ppt_y+0.01663"/>
                                          </p:val>
                                        </p:tav>
                                        <p:tav tm="86336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93055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9994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3969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1842">
                                          <p:val>
                                            <p:fltVal val="-0.49"/>
                                          </p:val>
                                        </p:tav>
                                        <p:tav tm="36281">
                                          <p:val>
                                            <p:fltVal val="-3.58"/>
                                          </p:val>
                                        </p:tav>
                                        <p:tav tm="49971">
                                          <p:val>
                                            <p:fltVal val="-4.24"/>
                                          </p:val>
                                        </p:tav>
                                        <p:tav tm="61812">
                                          <p:val>
                                            <p:fltVal val="-3.75"/>
                                          </p:val>
                                        </p:tav>
                                        <p:tav tm="86336">
                                          <p:val>
                                            <p:fltVal val="-0.66"/>
                                          </p:val>
                                        </p:tav>
                                        <p:tav tm="9994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" dur="5366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0006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999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366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666">
                                          <p:val>
                                            <p:fltVal val="-0.71"/>
                                          </p:val>
                                        </p:tav>
                                        <p:tav tm="38204">
                                          <p:val>
                                            <p:fltVal val="-4.06"/>
                                          </p:val>
                                        </p:tav>
                                        <p:tav tm="50006">
                                          <p:val>
                                            <p:fltVal val="-4.59"/>
                                          </p:val>
                                        </p:tav>
                                        <p:tav tm="61809">
                                          <p:val>
                                            <p:fltVal val="-4.06"/>
                                          </p:val>
                                        </p:tav>
                                        <p:tav tm="86284">
                                          <p:val>
                                            <p:fltVal val="-0.72"/>
                                          </p:val>
                                        </p:tav>
                                        <p:tav tm="9995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41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975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13706">
                                          <p:val>
                                            <p:strVal val="#ppt_x-0.00245"/>
                                          </p:val>
                                        </p:tav>
                                        <p:tav tm="19384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31955">
                                          <p:val>
                                            <p:strVal val="#ppt_x-0.01146"/>
                                          </p:val>
                                        </p:tav>
                                        <p:tav tm="38200">
                                          <p:val>
                                            <p:strVal val="#ppt_x-0.01393"/>
                                          </p:val>
                                        </p:tav>
                                        <p:tav tm="44039">
                                          <p:val>
                                            <p:strVal val="#ppt_x-0.01529"/>
                                          </p:val>
                                        </p:tav>
                                        <p:tav tm="50041">
                                          <p:val>
                                            <p:strVal val="#ppt_x-0.01574"/>
                                          </p:val>
                                        </p:tav>
                                        <p:tav tm="56934">
                                          <p:val>
                                            <p:strVal val="#ppt_x-0.01513"/>
                                          </p:val>
                                        </p:tav>
                                        <p:tav tm="63666">
                                          <p:val>
                                            <p:strVal val="#ppt_x-0.0133"/>
                                          </p:val>
                                        </p:tav>
                                        <p:tav tm="69424">
                                          <p:val>
                                            <p:strVal val="#ppt_x-0.0108"/>
                                          </p:val>
                                        </p:tav>
                                        <p:tav tm="81914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88159">
                                          <p:val>
                                            <p:strVal val="#ppt_x-0.00182"/>
                                          </p:val>
                                        </p:tav>
                                        <p:tav tm="93998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41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002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11841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18086">
                                          <p:val>
                                            <p:strVal val="#ppt_y-0.00529"/>
                                          </p:val>
                                        </p:tav>
                                        <p:tav tm="36334">
                                          <p:val>
                                            <p:strVal val="#ppt_y-0.01638"/>
                                          </p:val>
                                        </p:tav>
                                        <p:tav tm="43066">
                                          <p:val>
                                            <p:strVal val="#ppt_y-0.01864"/>
                                          </p:val>
                                        </p:tav>
                                        <p:tav tm="49959">
                                          <p:val>
                                            <p:strVal val="#ppt_y-0.01939"/>
                                          </p:val>
                                        </p:tav>
                                        <p:tav tm="55961">
                                          <p:val>
                                            <p:strVal val="#ppt_y-0.01884"/>
                                          </p:val>
                                        </p:tav>
                                        <p:tav tm="61800">
                                          <p:val>
                                            <p:strVal val="#ppt_y-0.01717"/>
                                          </p:val>
                                        </p:tav>
                                        <p:tav tm="68045">
                                          <p:val>
                                            <p:strVal val="#ppt_y-0.01413"/>
                                          </p:val>
                                        </p:tav>
                                        <p:tav tm="86375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93106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1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706">
                                          <p:val>
                                            <p:fltVal val="0.61"/>
                                          </p:val>
                                        </p:tav>
                                        <p:tav tm="38200">
                                          <p:val>
                                            <p:fltVal val="3.45"/>
                                          </p:val>
                                        </p:tav>
                                        <p:tav tm="50041">
                                          <p:val>
                                            <p:fltVal val="3.9"/>
                                          </p:val>
                                        </p:tav>
                                        <p:tav tm="63666">
                                          <p:val>
                                            <p:fltVal val="3.29"/>
                                          </p:val>
                                        </p:tav>
                                        <p:tav tm="88159">
                                          <p:val>
                                            <p:fltVal val="0.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144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033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11824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18098">
                                          <p:val>
                                            <p:strVal val="#ppt_x-0.0038"/>
                                          </p:val>
                                        </p:tav>
                                        <p:tav tm="36277">
                                          <p:val>
                                            <p:strVal val="#ppt_x-0.01173"/>
                                          </p:val>
                                        </p:tav>
                                        <p:tav tm="43034">
                                          <p:val>
                                            <p:strVal val="#ppt_x-0.01336"/>
                                          </p:val>
                                        </p:tav>
                                        <p:tav tm="49952">
                                          <p:val>
                                            <p:strVal val="#ppt_x-0.0139"/>
                                          </p:val>
                                        </p:tav>
                                        <p:tav tm="55985">
                                          <p:val>
                                            <p:strVal val="#ppt_x-0.01351"/>
                                          </p:val>
                                        </p:tav>
                                        <p:tav tm="61776">
                                          <p:val>
                                            <p:strVal val="#ppt_x-0.01231"/>
                                          </p:val>
                                        </p:tav>
                                        <p:tav tm="68050">
                                          <p:val>
                                            <p:strVal val="#ppt_x-0.01012"/>
                                          </p:val>
                                        </p:tav>
                                        <p:tav tm="86310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93066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98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144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1824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36358">
                                          <p:val>
                                            <p:strVal val="#ppt_y+0.01343"/>
                                          </p:val>
                                        </p:tav>
                                        <p:tav tm="43115">
                                          <p:val>
                                            <p:strVal val="#ppt_y+0.01529"/>
                                          </p:val>
                                        </p:tav>
                                        <p:tav tm="49952">
                                          <p:val>
                                            <p:strVal val="#ppt_y+0.01589"/>
                                          </p:val>
                                        </p:tav>
                                        <p:tav tm="61776">
                                          <p:val>
                                            <p:strVal val="#ppt_y+0.01407"/>
                                          </p:val>
                                        </p:tav>
                                        <p:tav tm="86310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93066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9998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4144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3674">
                                          <p:val>
                                            <p:fltVal val="0.57"/>
                                          </p:val>
                                        </p:tav>
                                        <p:tav tm="38208">
                                          <p:val>
                                            <p:fltVal val="3.26"/>
                                          </p:val>
                                        </p:tav>
                                        <p:tav tm="50032">
                                          <p:val>
                                            <p:fltVal val="3.68"/>
                                          </p:val>
                                        </p:tav>
                                        <p:tav tm="63707">
                                          <p:val>
                                            <p:fltVal val="3.11"/>
                                          </p:val>
                                        </p:tav>
                                        <p:tav tm="88160">
                                          <p:val>
                                            <p:fltVal val="0.42"/>
                                          </p:val>
                                        </p:tav>
                                        <p:tav tm="9998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41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022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11796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18065">
                                          <p:val>
                                            <p:strVal val="#ppt_x-0.00352"/>
                                          </p:val>
                                        </p:tav>
                                        <p:tav tm="36377">
                                          <p:val>
                                            <p:strVal val="#ppt_x-0.01094"/>
                                          </p:val>
                                        </p:tav>
                                        <p:tav tm="43059">
                                          <p:val>
                                            <p:strVal val="#ppt_x-0.01243"/>
                                          </p:val>
                                        </p:tav>
                                        <p:tav tm="49988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55927">
                                          <p:val>
                                            <p:strVal val="#ppt_x-0.01257"/>
                                          </p:val>
                                        </p:tav>
                                        <p:tav tm="61783">
                                          <p:val>
                                            <p:strVal val="#ppt_x-0.01145"/>
                                          </p:val>
                                        </p:tav>
                                        <p:tav tm="68052">
                                          <p:val>
                                            <p:strVal val="#ppt_x-0.00942"/>
                                          </p:val>
                                        </p:tav>
                                        <p:tav tm="86282">
                                          <p:val>
                                            <p:strVal val="#ppt_x-0.00202"/>
                                          </p:val>
                                        </p:tav>
                                        <p:tav tm="93046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9997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41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1796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36295">
                                          <p:val>
                                            <p:strVal val="#ppt_y-0.01574"/>
                                          </p:val>
                                        </p:tav>
                                        <p:tav tm="43059">
                                          <p:val>
                                            <p:strVal val="#ppt_y-0.01793"/>
                                          </p:val>
                                        </p:tav>
                                        <p:tav tm="49988">
                                          <p:val>
                                            <p:strVal val="#ppt_y-0.01865"/>
                                          </p:val>
                                        </p:tav>
                                        <p:tav tm="61783">
                                          <p:val>
                                            <p:strVal val="#ppt_y-0.01651"/>
                                          </p:val>
                                        </p:tav>
                                        <p:tav tm="86282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93046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9997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41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1796">
                                          <p:val>
                                            <p:fltVal val="0.49"/>
                                          </p:val>
                                        </p:tav>
                                        <p:tav tm="36295">
                                          <p:val>
                                            <p:fltVal val="3.64"/>
                                          </p:val>
                                        </p:tav>
                                        <p:tav tm="49988">
                                          <p:val>
                                            <p:fltVal val="4.31"/>
                                          </p:val>
                                        </p:tav>
                                        <p:tav tm="61783">
                                          <p:val>
                                            <p:fltVal val="3.82"/>
                                          </p:val>
                                        </p:tav>
                                        <p:tav tm="86282">
                                          <p:val>
                                            <p:fltVal val="0.67"/>
                                          </p:val>
                                        </p:tav>
                                        <p:tav tm="9997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54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54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54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" dur="54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54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54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4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346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24691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30864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37037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3210">
                                          <p:val>
                                            <p:strVal val="#ppt_x+0"/>
                                          </p:val>
                                        </p:tav>
                                        <p:tav tm="98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4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2346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24691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30864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43210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55556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4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173">
                                          <p:val>
                                            <p:fltVal val="-0.97"/>
                                          </p:val>
                                        </p:tav>
                                        <p:tav tm="12346">
                                          <p:val>
                                            <p:fltVal val="-4.2"/>
                                          </p:val>
                                        </p:tav>
                                        <p:tav tm="18519">
                                          <p:val>
                                            <p:fltVal val="-9.91"/>
                                          </p:val>
                                        </p:tav>
                                        <p:tav tm="24691">
                                          <p:val>
                                            <p:fltVal val="-17.61"/>
                                          </p:val>
                                        </p:tav>
                                        <p:tav tm="30864">
                                          <p:val>
                                            <p:fltVal val="-16.36"/>
                                          </p:val>
                                        </p:tav>
                                        <p:tav tm="37037">
                                          <p:val>
                                            <p:fltVal val="-5.3"/>
                                          </p:val>
                                        </p:tav>
                                        <p:tav tm="43210">
                                          <p:val>
                                            <p:fltVal val="0"/>
                                          </p:val>
                                        </p:tav>
                                        <p:tav tm="98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54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346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24691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43210">
                                          <p:val>
                                            <p:strVal val="#ppt_x+0"/>
                                          </p:val>
                                        </p:tav>
                                        <p:tav tm="98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4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2346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24691">
                                          <p:val>
                                            <p:strVal val="#ppt_y-0.00513"/>
                                          </p:val>
                                        </p:tav>
                                        <p:tav tm="30864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43210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4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173">
                                          <p:val>
                                            <p:fltVal val="-0.97"/>
                                          </p:val>
                                        </p:tav>
                                        <p:tav tm="12346">
                                          <p:val>
                                            <p:fltVal val="-4.2"/>
                                          </p:val>
                                        </p:tav>
                                        <p:tav tm="18519">
                                          <p:val>
                                            <p:fltVal val="-9.91"/>
                                          </p:val>
                                        </p:tav>
                                        <p:tav tm="24691">
                                          <p:val>
                                            <p:fltVal val="-17.61"/>
                                          </p:val>
                                        </p:tav>
                                        <p:tav tm="30864">
                                          <p:val>
                                            <p:fltVal val="-16.36"/>
                                          </p:val>
                                        </p:tav>
                                        <p:tav tm="37037">
                                          <p:val>
                                            <p:fltVal val="-5.3"/>
                                          </p:val>
                                        </p:tav>
                                        <p:tav tm="43210">
                                          <p:val>
                                            <p:fltVal val="0"/>
                                          </p:val>
                                        </p:tav>
                                        <p:tav tm="98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54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54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54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" dur="54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54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" dur="54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54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" dur="54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54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" dur="54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0" presetClass="path" presetSubtype="0" repeatCount="240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54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1728">
                                          <p:val>
                                            <p:strVal val="#ppt_y+0"/>
                                          </p:val>
                                        </p:tav>
                                        <p:tav tm="98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2" dur="14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3" presetID="12" presetClass="entr" presetSubtype="4" fill="hold" grpId="0" nodeType="withEffect">
                                  <p:stCondLst>
                                    <p:cond delay="12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900" fill="hold" decel="1000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36" dur="900" decel="1000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grpId="0" nodeType="withEffect">
                                  <p:stCondLst>
                                    <p:cond delay="42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ntr" presetSubtype="0" fill="hold" grpId="0" nodeType="withEffect">
                                  <p:stCondLst>
                                    <p:cond delay="42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1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78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1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29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0" dur="30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3956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42857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49451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1099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4396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8791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13187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18681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23077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2747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32967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3736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41758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47253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51648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56044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61538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64835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033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75824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79121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2418">
                                          <p:val>
                                            <p:strVal val="#ppt_y-0.002"/>
                                          </p:val>
                                        </p:tav>
                                        <p:tav tm="85714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9011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3407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95604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39560">
                                          <p:val>
                                            <p:fltVal val="-3"/>
                                          </p:val>
                                        </p:tav>
                                        <p:tav tm="42857">
                                          <p:val>
                                            <p:fltVal val="-0.91"/>
                                          </p:val>
                                        </p:tav>
                                        <p:tav tm="49451">
                                          <p:val>
                                            <p:fltVal val="-0.0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7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43902">
                                          <p:val>
                                            <p:strVal val="#ppt_x+0"/>
                                          </p:val>
                                        </p:tav>
                                        <p:tav tm="47561">
                                          <p:val>
                                            <p:strVal val="#ppt_x+0.001"/>
                                          </p:val>
                                        </p:tav>
                                        <p:tav tm="52439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7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43902">
                                          <p:val>
                                            <p:strVal val="#ppt_y+0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53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63415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66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92683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27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0244">
                                          <p:val>
                                            <p:strVal val="#ppt_h*1"/>
                                          </p:val>
                                        </p:tav>
                                        <p:tav tm="91463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3902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5122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878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7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43902">
                                          <p:val>
                                            <p:fltVal val="0"/>
                                          </p:val>
                                        </p:tav>
                                        <p:tav tm="47561">
                                          <p:val>
                                            <p:fltVal val="2.09"/>
                                          </p:val>
                                        </p:tav>
                                        <p:tav tm="52439">
                                          <p:val>
                                            <p:fltVal val="2.82"/>
                                          </p:val>
                                        </p:tav>
                                        <p:tav tm="100000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7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46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46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5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7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1220">
                                          <p:val>
                                            <p:strVal val="#ppt_y+0.00196"/>
                                          </p:val>
                                        </p:tav>
                                        <p:tav tm="4878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20732">
                                          <p:val>
                                            <p:strVal val="#ppt_y+0.00079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36585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439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63415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5122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7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0244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1463">
                                          <p:val>
                                            <p:strVal val="#ppt_h*1.45329"/>
                                          </p:val>
                                        </p:tav>
                                        <p:tav tm="93902">
                                          <p:val>
                                            <p:strVal val="#ppt_h*0.54671"/>
                                          </p:val>
                                        </p:tav>
                                        <p:tav tm="95122">
                                          <p:val>
                                            <p:strVal val="#ppt_h*0.14781"/>
                                          </p:val>
                                        </p:tav>
                                        <p:tav tm="9878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507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27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27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3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3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28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49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27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1220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43902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63415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2"/>
                                          </p:val>
                                        </p:tav>
                                        <p:tav tm="95122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7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0244">
                                          <p:val>
                                            <p:strVal val="#ppt_h*1"/>
                                          </p:val>
                                        </p:tav>
                                        <p:tav tm="91463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3902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5122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878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7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7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43902">
                                          <p:val>
                                            <p:strVal val="#ppt_x+0"/>
                                          </p:val>
                                        </p:tav>
                                        <p:tav tm="47561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52439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7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46341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63415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2683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7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0244">
                                          <p:val>
                                            <p:strVal val="#ppt_h*1"/>
                                          </p:val>
                                        </p:tav>
                                        <p:tav tm="91463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3902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5122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878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27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43902">
                                          <p:val>
                                            <p:fltVal val="0"/>
                                          </p:val>
                                        </p:tav>
                                        <p:tav tm="47561">
                                          <p:val>
                                            <p:fltVal val="2.09"/>
                                          </p:val>
                                        </p:tav>
                                        <p:tav tm="52439">
                                          <p:val>
                                            <p:fltVal val="2.82"/>
                                          </p:val>
                                        </p:tav>
                                        <p:tav tm="100000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27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42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42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5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7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1220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13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46341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63415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133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7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0244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1463">
                                          <p:val>
                                            <p:strVal val="#ppt_h*1.45329"/>
                                          </p:val>
                                        </p:tav>
                                        <p:tav tm="93902">
                                          <p:val>
                                            <p:strVal val="#ppt_h*0.54671"/>
                                          </p:val>
                                        </p:tav>
                                        <p:tav tm="95122">
                                          <p:val>
                                            <p:strVal val="#ppt_h*0.14781"/>
                                          </p:val>
                                        </p:tav>
                                        <p:tav tm="9878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507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7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7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26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26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7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9756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14634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312"/>
                                          </p:val>
                                        </p:tav>
                                        <p:tav tm="25610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30488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316"/>
                                          </p:val>
                                        </p:tav>
                                        <p:tav tm="41463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47561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63415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201"/>
                                          </p:val>
                                        </p:tav>
                                        <p:tav tm="95122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27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0244">
                                          <p:val>
                                            <p:strVal val="#ppt_h*1"/>
                                          </p:val>
                                        </p:tav>
                                        <p:tav tm="91463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3902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5122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878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27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7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43902">
                                          <p:val>
                                            <p:strVal val="#ppt_x+0"/>
                                          </p:val>
                                        </p:tav>
                                        <p:tav tm="47561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52439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7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43902">
                                          <p:val>
                                            <p:strVal val="#ppt_y+0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63415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45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95122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7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43902">
                                          <p:val>
                                            <p:fltVal val="0"/>
                                          </p:val>
                                        </p:tav>
                                        <p:tav tm="47561">
                                          <p:val>
                                            <p:fltVal val="2.09"/>
                                          </p:val>
                                        </p:tav>
                                        <p:tav tm="52439">
                                          <p:val>
                                            <p:fltVal val="2.82"/>
                                          </p:val>
                                        </p:tav>
                                        <p:tav tm="100000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7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93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93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5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7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1220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4878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20732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36585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43902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63415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95122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27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" dur="27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77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77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42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27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43902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63415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2"/>
                                          </p:val>
                                        </p:tav>
                                        <p:tav tm="95122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7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27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43902">
                                          <p:val>
                                            <p:strVal val="#ppt_x+0"/>
                                          </p:val>
                                        </p:tav>
                                        <p:tav tm="47561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52439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27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4634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63415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95122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7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43902">
                                          <p:val>
                                            <p:fltVal val="0"/>
                                          </p:val>
                                        </p:tav>
                                        <p:tav tm="47561">
                                          <p:val>
                                            <p:fltVal val="2.09"/>
                                          </p:val>
                                        </p:tav>
                                        <p:tav tm="52439">
                                          <p:val>
                                            <p:fltVal val="2.82"/>
                                          </p:val>
                                        </p:tav>
                                        <p:tav tm="100000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7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91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91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57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5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7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41463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46341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63415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95122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27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" dur="27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75"/>
                                          </p:val>
                                        </p:tav>
                                        <p:tav tm="43902">
                                          <p:val>
                                            <p:strVal val="#ppt_x-1.25175"/>
                                          </p:val>
                                        </p:tav>
                                        <p:tav tm="47561">
                                          <p:val>
                                            <p:strVal val="#ppt_x-1.25041"/>
                                          </p:val>
                                        </p:tav>
                                        <p:tav tm="52439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27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9756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14634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25610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30488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3"/>
                                          </p:val>
                                        </p:tav>
                                        <p:tav tm="41463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46341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63415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2"/>
                                          </p:val>
                                        </p:tav>
                                        <p:tav tm="95122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27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" dur="27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" dur="27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41463">
                                          <p:val>
                                            <p:strVal val="#ppt_y+0"/>
                                          </p:val>
                                        </p:tav>
                                        <p:tav tm="46341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2195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95122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7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43902">
                                          <p:val>
                                            <p:fltVal val="0"/>
                                          </p:val>
                                        </p:tav>
                                        <p:tav tm="47561">
                                          <p:val>
                                            <p:fltVal val="2.09"/>
                                          </p:val>
                                        </p:tav>
                                        <p:tav tm="52439">
                                          <p:val>
                                            <p:fltVal val="2.82"/>
                                          </p:val>
                                        </p:tav>
                                        <p:tav tm="100000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7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7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1220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25610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30488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41463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46341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57317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62195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71951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78049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87805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95122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7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6" dur="27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27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4"/>
                                          </p:val>
                                        </p:tav>
                                        <p:tav tm="122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4878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9756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14634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20732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25610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30488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36585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41463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46341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52439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5731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6219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68293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1951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804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14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780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1463">
                                          <p:val>
                                            <p:strVal val="#ppt_y-0.002"/>
                                          </p:val>
                                        </p:tav>
                                        <p:tav tm="95122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27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"/>
                                          </p:val>
                                        </p:tav>
                                        <p:tav tm="43902">
                                          <p:val>
                                            <p:fltVal val="-3"/>
                                          </p:val>
                                        </p:tav>
                                        <p:tav tm="47561">
                                          <p:val>
                                            <p:fltVal val="-0.91"/>
                                          </p:val>
                                        </p:tav>
                                        <p:tav tm="52439">
                                          <p:val>
                                            <p:fltVal val="-0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43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3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43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43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43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43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3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5504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23256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31008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38760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46512">
                                          <p:val>
                                            <p:strVal val="#ppt_x+0"/>
                                          </p:val>
                                        </p:tav>
                                        <p:tav tm="9302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3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52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23256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46512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43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7752">
                                          <p:val>
                                            <p:fltVal val="-1.56"/>
                                          </p:val>
                                        </p:tav>
                                        <p:tav tm="15504">
                                          <p:val>
                                            <p:fltVal val="-6.82"/>
                                          </p:val>
                                        </p:tav>
                                        <p:tav tm="23256">
                                          <p:val>
                                            <p:fltVal val="-15.71"/>
                                          </p:val>
                                        </p:tav>
                                        <p:tav tm="31008">
                                          <p:val>
                                            <p:fltVal val="-16.09"/>
                                          </p:val>
                                        </p:tav>
                                        <p:tav tm="38760">
                                          <p:val>
                                            <p:fltVal val="-2.47"/>
                                          </p:val>
                                        </p:tav>
                                        <p:tav tm="46512">
                                          <p:val>
                                            <p:fltVal val="0"/>
                                          </p:val>
                                        </p:tav>
                                        <p:tav tm="93023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43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1008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38760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9302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43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52">
                                          <p:val>
                                            <p:strVal val="#ppt_y-0.00075"/>
                                          </p:val>
                                        </p:tav>
                                        <p:tav tm="23256">
                                          <p:val>
                                            <p:strVal val="#ppt_y-0.00466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46512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43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7752">
                                          <p:val>
                                            <p:fltVal val="-1.56"/>
                                          </p:val>
                                        </p:tav>
                                        <p:tav tm="15504">
                                          <p:val>
                                            <p:fltVal val="-6.82"/>
                                          </p:val>
                                        </p:tav>
                                        <p:tav tm="23256">
                                          <p:val>
                                            <p:fltVal val="-15.71"/>
                                          </p:val>
                                        </p:tav>
                                        <p:tav tm="31008">
                                          <p:val>
                                            <p:fltVal val="-16.09"/>
                                          </p:val>
                                        </p:tav>
                                        <p:tav tm="38760">
                                          <p:val>
                                            <p:fltVal val="-2.47"/>
                                          </p:val>
                                        </p:tav>
                                        <p:tav tm="46512">
                                          <p:val>
                                            <p:fltVal val="0"/>
                                          </p:val>
                                        </p:tav>
                                        <p:tav tm="93023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43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3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43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3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43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43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3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43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43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3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0" presetClass="path" presetSubtype="0" repeatCount="558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43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008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1" presetClass="entr" presetSubtype="0" fill="hold" grpId="0" nodeType="withEffect">
                                  <p:stCondLst>
                                    <p:cond delay="168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1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51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1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1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1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1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33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5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39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5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5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37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5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0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41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5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379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5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5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5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5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5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0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5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1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54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1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5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5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5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5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2468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5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5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5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2468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5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5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5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5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5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51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51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51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51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51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51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51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51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51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51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51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51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51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51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51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4" dur="51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78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51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51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8" dur="51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05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51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51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51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51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51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6" dur="51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" dur="51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51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0" dur="51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51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51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4" dur="51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51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36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51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8" dur="51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51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481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27"/>
                                          </p:val>
                                        </p:tav>
                                        <p:tav tm="97403">
                                          <p:val>
                                            <p:strVal val="#ppt_y+0.00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51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2987">
                                          <p:val>
                                            <p:fltVal val="1.58"/>
                                          </p:val>
                                        </p:tav>
                                        <p:tav tm="25974">
                                          <p:val>
                                            <p:fltVal val="2.41"/>
                                          </p:val>
                                        </p:tav>
                                        <p:tav tm="97403">
                                          <p:val>
                                            <p:fltVal val="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1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51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51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51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-6.44"/>
                                          </p:val>
                                        </p:tav>
                                        <p:tav tm="12987">
                                          <p:val>
                                            <p:fltVal val="-12.13"/>
                                          </p:val>
                                        </p:tav>
                                        <p:tav tm="19481">
                                          <p:val>
                                            <p:fltVal val="-16.06"/>
                                          </p:val>
                                        </p:tav>
                                        <p:tav tm="25974">
                                          <p:val>
                                            <p:fltVal val="-18.48"/>
                                          </p:val>
                                        </p:tav>
                                        <p:tav tm="38961">
                                          <p:val>
                                            <p:fltVal val="-20.98"/>
                                          </p:val>
                                        </p:tav>
                                        <p:tav tm="51948">
                                          <p:val>
                                            <p:fltVal val="-22.12"/>
                                          </p:val>
                                        </p:tav>
                                        <p:tav tm="71429">
                                          <p:val>
                                            <p:fltVal val="-22.82"/>
                                          </p:val>
                                        </p:tav>
                                        <p:tav tm="97403">
                                          <p:val>
                                            <p:fltVal val="-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6" dur="51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0363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0551"/>
                                          </p:val>
                                        </p:tav>
                                        <p:tav tm="51948">
                                          <p:val>
                                            <p:strVal val="#ppt_x+0.00657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06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51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51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-6.44"/>
                                          </p:val>
                                        </p:tav>
                                        <p:tav tm="12987">
                                          <p:val>
                                            <p:fltVal val="-12.13"/>
                                          </p:val>
                                        </p:tav>
                                        <p:tav tm="19481">
                                          <p:val>
                                            <p:fltVal val="-16.06"/>
                                          </p:val>
                                        </p:tav>
                                        <p:tav tm="25974">
                                          <p:val>
                                            <p:fltVal val="-18.48"/>
                                          </p:val>
                                        </p:tav>
                                        <p:tav tm="38961">
                                          <p:val>
                                            <p:fltVal val="-20.98"/>
                                          </p:val>
                                        </p:tav>
                                        <p:tav tm="51948">
                                          <p:val>
                                            <p:fltVal val="-22.12"/>
                                          </p:val>
                                        </p:tav>
                                        <p:tav tm="71429">
                                          <p:val>
                                            <p:fltVal val="-22.82"/>
                                          </p:val>
                                        </p:tav>
                                        <p:tav tm="97403">
                                          <p:val>
                                            <p:fltVal val="-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0" dur="51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494">
                                          <p:val>
                                            <p:strVal val="#ppt_x+0.00636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1134"/>
                                          </p:val>
                                        </p:tav>
                                        <p:tav tm="19481">
                                          <p:val>
                                            <p:strVal val="#ppt_x+0.01417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1562"/>
                                          </p:val>
                                        </p:tav>
                                        <p:tav tm="38961">
                                          <p:val>
                                            <p:strVal val="#ppt_x+0.01685"/>
                                          </p:val>
                                        </p:tav>
                                        <p:tav tm="51948">
                                          <p:val>
                                            <p:strVal val="#ppt_x+0.01732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17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51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494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0929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748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17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51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-25.76"/>
                                          </p:val>
                                        </p:tav>
                                        <p:tav tm="12987">
                                          <p:val>
                                            <p:fltVal val="-48.53"/>
                                          </p:val>
                                        </p:tav>
                                        <p:tav tm="19481">
                                          <p:val>
                                            <p:fltVal val="-64.24"/>
                                          </p:val>
                                        </p:tav>
                                        <p:tav tm="25974">
                                          <p:val>
                                            <p:fltVal val="-73.9"/>
                                          </p:val>
                                        </p:tav>
                                        <p:tav tm="32468">
                                          <p:val>
                                            <p:fltVal val="-79.96"/>
                                          </p:val>
                                        </p:tav>
                                        <p:tav tm="38961">
                                          <p:val>
                                            <p:fltVal val="-83.92"/>
                                          </p:val>
                                        </p:tav>
                                        <p:tav tm="45455">
                                          <p:val>
                                            <p:fltVal val="-86.61"/>
                                          </p:val>
                                        </p:tav>
                                        <p:tav tm="51948">
                                          <p:val>
                                            <p:fltVal val="-88.47"/>
                                          </p:val>
                                        </p:tav>
                                        <p:tav tm="58442">
                                          <p:val>
                                            <p:fltVal val="-89.77"/>
                                          </p:val>
                                        </p:tav>
                                        <p:tav tm="71429">
                                          <p:val>
                                            <p:fltVal val="-91.28"/>
                                          </p:val>
                                        </p:tav>
                                        <p:tav tm="97403">
                                          <p:val>
                                            <p:fltVal val="-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4" dur="51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494">
                                          <p:val>
                                            <p:strVal val="#ppt_x+0.00859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1525"/>
                                          </p:val>
                                        </p:tav>
                                        <p:tav tm="19481">
                                          <p:val>
                                            <p:strVal val="#ppt_x+0.0189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2076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217"/>
                                          </p:val>
                                        </p:tav>
                                        <p:tav tm="45455">
                                          <p:val>
                                            <p:strVal val="#ppt_x+0.02255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51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49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1369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82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2353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2572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2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51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-25.76"/>
                                          </p:val>
                                        </p:tav>
                                        <p:tav tm="12987">
                                          <p:val>
                                            <p:fltVal val="-48.53"/>
                                          </p:val>
                                        </p:tav>
                                        <p:tav tm="19481">
                                          <p:val>
                                            <p:fltVal val="-64.24"/>
                                          </p:val>
                                        </p:tav>
                                        <p:tav tm="25974">
                                          <p:val>
                                            <p:fltVal val="-73.9"/>
                                          </p:val>
                                        </p:tav>
                                        <p:tav tm="32468">
                                          <p:val>
                                            <p:fltVal val="-79.96"/>
                                          </p:val>
                                        </p:tav>
                                        <p:tav tm="38961">
                                          <p:val>
                                            <p:fltVal val="-83.92"/>
                                          </p:val>
                                        </p:tav>
                                        <p:tav tm="45455">
                                          <p:val>
                                            <p:fltVal val="-86.61"/>
                                          </p:val>
                                        </p:tav>
                                        <p:tav tm="51948">
                                          <p:val>
                                            <p:fltVal val="-88.47"/>
                                          </p:val>
                                        </p:tav>
                                        <p:tav tm="58442">
                                          <p:val>
                                            <p:fltVal val="-89.77"/>
                                          </p:val>
                                        </p:tav>
                                        <p:tav tm="71429">
                                          <p:val>
                                            <p:fltVal val="-91.28"/>
                                          </p:val>
                                        </p:tav>
                                        <p:tav tm="97403">
                                          <p:val>
                                            <p:fltVal val="-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8" dur="51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494">
                                          <p:val>
                                            <p:strVal val="#ppt_x+0.00859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1525"/>
                                          </p:val>
                                        </p:tav>
                                        <p:tav tm="19481">
                                          <p:val>
                                            <p:strVal val="#ppt_x+0.0189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2076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217"/>
                                          </p:val>
                                        </p:tav>
                                        <p:tav tm="45455">
                                          <p:val>
                                            <p:strVal val="#ppt_x+0.02255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" dur="51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49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1369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82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2353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2572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2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51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-25.76"/>
                                          </p:val>
                                        </p:tav>
                                        <p:tav tm="12987">
                                          <p:val>
                                            <p:fltVal val="-48.53"/>
                                          </p:val>
                                        </p:tav>
                                        <p:tav tm="19481">
                                          <p:val>
                                            <p:fltVal val="-64.24"/>
                                          </p:val>
                                        </p:tav>
                                        <p:tav tm="25974">
                                          <p:val>
                                            <p:fltVal val="-73.9"/>
                                          </p:val>
                                        </p:tav>
                                        <p:tav tm="32468">
                                          <p:val>
                                            <p:fltVal val="-79.96"/>
                                          </p:val>
                                        </p:tav>
                                        <p:tav tm="38961">
                                          <p:val>
                                            <p:fltVal val="-83.92"/>
                                          </p:val>
                                        </p:tav>
                                        <p:tav tm="45455">
                                          <p:val>
                                            <p:fltVal val="-86.61"/>
                                          </p:val>
                                        </p:tav>
                                        <p:tav tm="51948">
                                          <p:val>
                                            <p:fltVal val="-88.47"/>
                                          </p:val>
                                        </p:tav>
                                        <p:tav tm="58442">
                                          <p:val>
                                            <p:fltVal val="-89.77"/>
                                          </p:val>
                                        </p:tav>
                                        <p:tav tm="71429">
                                          <p:val>
                                            <p:fltVal val="-91.28"/>
                                          </p:val>
                                        </p:tav>
                                        <p:tav tm="97403">
                                          <p:val>
                                            <p:fltVal val="-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51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494">
                                          <p:val>
                                            <p:strVal val="#ppt_x+0.01225"/>
                                          </p:val>
                                        </p:tav>
                                        <p:tav tm="12987">
                                          <p:val>
                                            <p:strVal val="#ppt_x+0.02162"/>
                                          </p:val>
                                        </p:tav>
                                        <p:tav tm="19481">
                                          <p:val>
                                            <p:strVal val="#ppt_x+0.02664"/>
                                          </p:val>
                                        </p:tav>
                                        <p:tav tm="25974">
                                          <p:val>
                                            <p:strVal val="#ppt_x+0.02901"/>
                                          </p:val>
                                        </p:tav>
                                        <p:tav tm="32468">
                                          <p:val>
                                            <p:strVal val="#ppt_x+0.03018"/>
                                          </p:val>
                                        </p:tav>
                                        <p:tav tm="45455">
                                          <p:val>
                                            <p:strVal val="#ppt_x+0.03118"/>
                                          </p:val>
                                        </p:tav>
                                        <p:tav tm="97403">
                                          <p:val>
                                            <p:strVal val="#ppt_x+0.031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51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494">
                                          <p:val>
                                            <p:strVal val="#ppt_y-0.00312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2157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2839"/>
                                          </p:val>
                                        </p:tav>
                                        <p:tav tm="32468">
                                          <p:val>
                                            <p:strVal val="#ppt_y-0.03301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362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3857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396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4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" dur="51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-25.76"/>
                                          </p:val>
                                        </p:tav>
                                        <p:tav tm="12987">
                                          <p:val>
                                            <p:fltVal val="-48.53"/>
                                          </p:val>
                                        </p:tav>
                                        <p:tav tm="19481">
                                          <p:val>
                                            <p:fltVal val="-64.24"/>
                                          </p:val>
                                        </p:tav>
                                        <p:tav tm="25974">
                                          <p:val>
                                            <p:fltVal val="-73.9"/>
                                          </p:val>
                                        </p:tav>
                                        <p:tav tm="32468">
                                          <p:val>
                                            <p:fltVal val="-79.96"/>
                                          </p:val>
                                        </p:tav>
                                        <p:tav tm="38961">
                                          <p:val>
                                            <p:fltVal val="-83.92"/>
                                          </p:val>
                                        </p:tav>
                                        <p:tav tm="45455">
                                          <p:val>
                                            <p:fltVal val="-86.61"/>
                                          </p:val>
                                        </p:tav>
                                        <p:tav tm="51948">
                                          <p:val>
                                            <p:fltVal val="-88.47"/>
                                          </p:val>
                                        </p:tav>
                                        <p:tav tm="58442">
                                          <p:val>
                                            <p:fltVal val="-89.77"/>
                                          </p:val>
                                        </p:tav>
                                        <p:tav tm="71429">
                                          <p:val>
                                            <p:fltVal val="-91.28"/>
                                          </p:val>
                                        </p:tav>
                                        <p:tav tm="97403">
                                          <p:val>
                                            <p:fltVal val="-9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5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6" dur="51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5974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51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51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6.44"/>
                                          </p:val>
                                        </p:tav>
                                        <p:tav tm="12987">
                                          <p:val>
                                            <p:fltVal val="12.13"/>
                                          </p:val>
                                        </p:tav>
                                        <p:tav tm="19481">
                                          <p:val>
                                            <p:fltVal val="16.06"/>
                                          </p:val>
                                        </p:tav>
                                        <p:tav tm="25974">
                                          <p:val>
                                            <p:fltVal val="18.48"/>
                                          </p:val>
                                        </p:tav>
                                        <p:tav tm="38961">
                                          <p:val>
                                            <p:fltVal val="20.98"/>
                                          </p:val>
                                        </p:tav>
                                        <p:tav tm="51948">
                                          <p:val>
                                            <p:fltVal val="22.12"/>
                                          </p:val>
                                        </p:tav>
                                        <p:tav tm="71429">
                                          <p:val>
                                            <p:fltVal val="22.82"/>
                                          </p:val>
                                        </p:tav>
                                        <p:tav tm="97403">
                                          <p:val>
                                            <p:fltVal val="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0" dur="51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2987">
                                          <p:val>
                                            <p:strVal val="#ppt_x-0.0036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0.00551"/>
                                          </p:val>
                                        </p:tav>
                                        <p:tav tm="51948">
                                          <p:val>
                                            <p:strVal val="#ppt_x-0.00657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06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51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51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6.44"/>
                                          </p:val>
                                        </p:tav>
                                        <p:tav tm="12987">
                                          <p:val>
                                            <p:fltVal val="12.13"/>
                                          </p:val>
                                        </p:tav>
                                        <p:tav tm="19481">
                                          <p:val>
                                            <p:fltVal val="16.06"/>
                                          </p:val>
                                        </p:tav>
                                        <p:tav tm="25974">
                                          <p:val>
                                            <p:fltVal val="18.48"/>
                                          </p:val>
                                        </p:tav>
                                        <p:tav tm="38961">
                                          <p:val>
                                            <p:fltVal val="20.98"/>
                                          </p:val>
                                        </p:tav>
                                        <p:tav tm="51948">
                                          <p:val>
                                            <p:fltVal val="22.12"/>
                                          </p:val>
                                        </p:tav>
                                        <p:tav tm="71429">
                                          <p:val>
                                            <p:fltVal val="22.82"/>
                                          </p:val>
                                        </p:tav>
                                        <p:tav tm="97403">
                                          <p:val>
                                            <p:fltVal val="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4" dur="51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494">
                                          <p:val>
                                            <p:strVal val="#ppt_x-0.0061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0.01107"/>
                                          </p:val>
                                        </p:tav>
                                        <p:tav tm="19481">
                                          <p:val>
                                            <p:strVal val="#ppt_x-0.0139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0.0154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0.01676"/>
                                          </p:val>
                                        </p:tav>
                                        <p:tav tm="51948">
                                          <p:val>
                                            <p:strVal val="#ppt_x-0.01728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17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51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494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619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51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24.36"/>
                                          </p:val>
                                        </p:tav>
                                        <p:tav tm="12987">
                                          <p:val>
                                            <p:fltVal val="45.9"/>
                                          </p:val>
                                        </p:tav>
                                        <p:tav tm="19481">
                                          <p:val>
                                            <p:fltVal val="60.75"/>
                                          </p:val>
                                        </p:tav>
                                        <p:tav tm="25974">
                                          <p:val>
                                            <p:fltVal val="69.89"/>
                                          </p:val>
                                        </p:tav>
                                        <p:tav tm="32468">
                                          <p:val>
                                            <p:fltVal val="75.61"/>
                                          </p:val>
                                        </p:tav>
                                        <p:tav tm="38961">
                                          <p:val>
                                            <p:fltVal val="79.36"/>
                                          </p:val>
                                        </p:tav>
                                        <p:tav tm="45455">
                                          <p:val>
                                            <p:fltVal val="81.9"/>
                                          </p:val>
                                        </p:tav>
                                        <p:tav tm="51948">
                                          <p:val>
                                            <p:fltVal val="83.67"/>
                                          </p:val>
                                        </p:tav>
                                        <p:tav tm="58442">
                                          <p:val>
                                            <p:fltVal val="84.89"/>
                                          </p:val>
                                        </p:tav>
                                        <p:tav tm="71429">
                                          <p:val>
                                            <p:fltVal val="86.32"/>
                                          </p:val>
                                        </p:tav>
                                        <p:tav tm="97403">
                                          <p:val>
                                            <p:fltVal val="8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8" dur="51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494">
                                          <p:val>
                                            <p:strVal val="#ppt_x-0.0117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0.0209"/>
                                          </p:val>
                                        </p:tav>
                                        <p:tav tm="19481">
                                          <p:val>
                                            <p:strVal val="#ppt_x-0.02599"/>
                                          </p:val>
                                        </p:tav>
                                        <p:tav tm="25974">
                                          <p:val>
                                            <p:strVal val="#ppt_x-0.02848"/>
                                          </p:val>
                                        </p:tav>
                                        <p:tav tm="32468">
                                          <p:val>
                                            <p:strVal val="#ppt_x-0.02978"/>
                                          </p:val>
                                        </p:tav>
                                        <p:tav tm="45455">
                                          <p:val>
                                            <p:strVal val="#ppt_x-0.03095"/>
                                          </p:val>
                                        </p:tav>
                                        <p:tav tm="97403">
                                          <p:val>
                                            <p:strVal val="#ppt_x-0.031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51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494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19481">
                                          <p:val>
                                            <p:strVal val="#ppt_y-0.01946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2577"/>
                                          </p:val>
                                        </p:tav>
                                        <p:tav tm="32468">
                                          <p:val>
                                            <p:strVal val="#ppt_y-0.0301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331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3535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3629"/>
                                          </p:val>
                                        </p:tav>
                                        <p:tav tm="97403">
                                          <p:val>
                                            <p:strVal val="#ppt_y-0.037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51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6494">
                                          <p:val>
                                            <p:fltVal val="24.36"/>
                                          </p:val>
                                        </p:tav>
                                        <p:tav tm="12987">
                                          <p:val>
                                            <p:fltVal val="45.9"/>
                                          </p:val>
                                        </p:tav>
                                        <p:tav tm="19481">
                                          <p:val>
                                            <p:fltVal val="60.75"/>
                                          </p:val>
                                        </p:tav>
                                        <p:tav tm="25974">
                                          <p:val>
                                            <p:fltVal val="69.89"/>
                                          </p:val>
                                        </p:tav>
                                        <p:tav tm="32468">
                                          <p:val>
                                            <p:fltVal val="75.61"/>
                                          </p:val>
                                        </p:tav>
                                        <p:tav tm="38961">
                                          <p:val>
                                            <p:fltVal val="79.36"/>
                                          </p:val>
                                        </p:tav>
                                        <p:tav tm="45455">
                                          <p:val>
                                            <p:fltVal val="81.9"/>
                                          </p:val>
                                        </p:tav>
                                        <p:tav tm="51948">
                                          <p:val>
                                            <p:fltVal val="83.67"/>
                                          </p:val>
                                        </p:tav>
                                        <p:tav tm="58442">
                                          <p:val>
                                            <p:fltVal val="84.89"/>
                                          </p:val>
                                        </p:tav>
                                        <p:tav tm="71429">
                                          <p:val>
                                            <p:fltVal val="86.32"/>
                                          </p:val>
                                        </p:tav>
                                        <p:tav tm="97403">
                                          <p:val>
                                            <p:fltVal val="8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1" presetClass="entr" presetSubtype="0" fill="hold" grpId="0" nodeType="withEffect">
                                  <p:stCondLst>
                                    <p:cond delay="258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3" dur="1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6" dur="43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43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08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0" dur="43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8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43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34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43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5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43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406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8" dur="43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53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408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53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5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3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2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2" dur="43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6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43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386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6" dur="43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1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43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0" dur="43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43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4" dur="43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43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1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8" dur="43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43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2" dur="43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2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3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0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6" dur="43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1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43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0" dur="43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1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43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4" dur="43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2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3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8" dur="43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43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2" dur="43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08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43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1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6" dur="43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373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43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38760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62016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93023">
                                          <p:val>
                                            <p:strVal val="#ppt_y+0.0022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43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43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43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57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1913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1757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17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43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2766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26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8" dur="43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2766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26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3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09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4245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409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4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2" dur="43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43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5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6" dur="43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62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1775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162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1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0" presetClass="path" presetSubtype="0" repeatCount="1597" fill="hold" grpId="0" nodeType="withEffect">
                                  <p:stCondLst>
                                    <p:cond delay="30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43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45"/>
                                          </p:val>
                                        </p:tav>
                                        <p:tav tm="38760">
                                          <p:val>
                                            <p:strVal val="#ppt_y-0.039"/>
                                          </p:val>
                                        </p:tav>
                                        <p:tav tm="62016">
                                          <p:val>
                                            <p:strVal val="#ppt_y-0.03745"/>
                                          </p:val>
                                        </p:tav>
                                        <p:tav tm="93023">
                                          <p:val>
                                            <p:strVal val="#ppt_y-0.037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1" presetClass="entr" presetSubtype="0" fill="hold" grpId="0" nodeType="withEffect">
                                  <p:stCondLst>
                                    <p:cond delay="306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1" dur="1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84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10" presetClass="entr" presetSubtype="0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5" dur="1067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6" dur="14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14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14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45"/>
                                          </p:val>
                                        </p:tav>
                                        <p:tav tm="100000">
                                          <p:val>
                                            <p:fltVal val="0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0" presetClass="entr" presetSubtype="0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1" dur="10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2" dur="15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89"/>
                                          </p:val>
                                        </p:tav>
                                        <p:tav tm="98326">
                                          <p:val>
                                            <p:strVal val="#ppt_x-0.002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15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07"/>
                                          </p:val>
                                        </p:tav>
                                        <p:tav tm="98326">
                                          <p:val>
                                            <p:strVal val="#ppt_y-0.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159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8"/>
                                          </p:val>
                                        </p:tav>
                                        <p:tav tm="98326">
                                          <p:val>
                                            <p:fltVal val="-0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6" dur="96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18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93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96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55556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86806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96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96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1" dur="96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96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6806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96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96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96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9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96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44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351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86806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96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" dur="96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1" dur="96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96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44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86806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96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96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6" dur="96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86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96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55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487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69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96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96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1" dur="96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202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96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55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57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3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48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67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96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96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96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96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53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495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69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96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" dur="96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1" dur="96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48611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4"/>
                                          </p:val>
                                        </p:tav>
                                        <p:tav tm="69444">
                                          <p:val>
                                            <p:strVal val="#ppt_x-0.003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96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49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4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96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96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6" dur="96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428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48611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481"/>
                                          </p:val>
                                        </p:tav>
                                        <p:tav tm="69444">
                                          <p:val>
                                            <p:strVal val="#ppt_x-0.0040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" dur="96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612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567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67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79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2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96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96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1" dur="96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45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48611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462"/>
                                          </p:val>
                                        </p:tav>
                                        <p:tav tm="69444">
                                          <p:val>
                                            <p:strVal val="#ppt_x-0.0038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96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52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54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4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284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48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96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96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96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37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96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2"/>
                                          </p:val>
                                        </p:tav>
                                        <p:tav tm="79861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96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" dur="96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96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66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69444">
                                          <p:val>
                                            <p:strVal val="#ppt_x+0.0036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96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13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79861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96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" dur="96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6" dur="96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324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96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79861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96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96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1" dur="96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49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96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478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96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96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96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313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96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46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96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96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96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2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96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3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453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96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" dur="96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6" dur="96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48611">
                                          <p:val>
                                            <p:strVal val="#ppt_x-0.00015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96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33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393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96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96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1" dur="96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167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45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48611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18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96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9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45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96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96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96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17361">
                                          <p:val>
                                            <p:strVal val="#ppt_x-0.00187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48611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96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328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388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96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" dur="96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" presetID="0" presetClass="path" presetSubtype="0" repeatCount="1354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96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55556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86806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96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736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34722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48611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1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96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17361">
                                          <p:val>
                                            <p:fltVal val="5.2"/>
                                          </p:val>
                                        </p:tav>
                                        <p:tav tm="31250">
                                          <p:val>
                                            <p:fltVal val="1.2"/>
                                          </p:val>
                                        </p:tav>
                                        <p:tav tm="34722">
                                          <p:val>
                                            <p:fltVal val="0.8"/>
                                          </p:val>
                                        </p:tav>
                                        <p:tav tm="65972">
                                          <p:val>
                                            <p:fltVal val="5.3"/>
                                          </p:val>
                                        </p:tav>
                                        <p:tav tm="83333">
                                          <p:val>
                                            <p:fltVal val="0.6"/>
                                          </p:val>
                                        </p:tav>
                                        <p:tav tm="97222">
                                          <p:val>
                                            <p:fltVal val="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2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7" dur="32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2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1" dur="32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2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" dur="32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2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2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452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" dur="32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417">
                                          <p:val>
                                            <p:fltVal val="-2.92"/>
                                          </p:val>
                                        </p:tav>
                                        <p:tav tm="20833">
                                          <p:val>
                                            <p:fltVal val="-12.62"/>
                                          </p:val>
                                        </p:tav>
                                        <p:tav tm="31250">
                                          <p:val>
                                            <p:fltVal val="-15.64"/>
                                          </p:val>
                                        </p:tav>
                                        <p:tav tm="41667">
                                          <p:val>
                                            <p:fltVal val="0"/>
                                          </p:val>
                                        </p:tav>
                                        <p:tav tm="9375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2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2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504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32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417">
                                          <p:val>
                                            <p:fltVal val="-2.92"/>
                                          </p:val>
                                        </p:tav>
                                        <p:tav tm="20833">
                                          <p:val>
                                            <p:fltVal val="-12.62"/>
                                          </p:val>
                                        </p:tav>
                                        <p:tav tm="31250">
                                          <p:val>
                                            <p:fltVal val="-15.64"/>
                                          </p:val>
                                        </p:tav>
                                        <p:tav tm="41667">
                                          <p:val>
                                            <p:fltVal val="0"/>
                                          </p:val>
                                        </p:tav>
                                        <p:tav tm="9375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2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7" dur="32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2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1" dur="32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2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5" dur="32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2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" dur="32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2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3" dur="32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2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7" dur="32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2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1" dur="32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2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5" dur="32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74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2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2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53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9" dur="32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2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3" dur="32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8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2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7" dur="32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369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2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22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1" dur="32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2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5" dur="32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57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191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175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7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2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2762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26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9" dur="32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2762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26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0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2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09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4242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409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4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2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3" dur="32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4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2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7" dur="32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62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1772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162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8" presetID="0" presetClass="path" presetSubtype="0" repeatCount="406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2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4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3897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374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37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0" presetClass="path" presetSubtype="0" repeatCount="1083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2" dur="12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12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284"/>
                                          </p:val>
                                        </p:tav>
                                        <p:tav tm="19444">
                                          <p:val>
                                            <p:strVal val="#ppt_y+0.0228"/>
                                          </p:val>
                                        </p:tav>
                                        <p:tav tm="36111">
                                          <p:val>
                                            <p:strVal val="#ppt_y+0.00986"/>
                                          </p:val>
                                        </p:tav>
                                        <p:tav tm="52778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898"/>
                                          </p:val>
                                        </p:tav>
                                        <p:tav tm="77778">
                                          <p:val>
                                            <p:strVal val="#ppt_y-0.01376"/>
                                          </p:val>
                                        </p:tav>
                                        <p:tav tm="88889">
                                          <p:val>
                                            <p:strVal val="#ppt_y-0.017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18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12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4964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58533"/>
                                          </p:val>
                                        </p:tav>
                                        <p:tav tm="19444">
                                          <p:val>
                                            <p:strVal val="#ppt_w*0.87424"/>
                                          </p:val>
                                        </p:tav>
                                        <p:tav tm="41667">
                                          <p:val>
                                            <p:strVal val="#ppt_w*0.96485"/>
                                          </p:val>
                                        </p:tav>
                                        <p:tav tm="63889">
                                          <p:val>
                                            <p:strVal val="#ppt_w*1.03651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078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9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12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4964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58533"/>
                                          </p:val>
                                        </p:tav>
                                        <p:tav tm="19444">
                                          <p:val>
                                            <p:strVal val="#ppt_h*0.87424"/>
                                          </p:val>
                                        </p:tav>
                                        <p:tav tm="41667">
                                          <p:val>
                                            <p:strVal val="#ppt_h*0.96485"/>
                                          </p:val>
                                        </p:tav>
                                        <p:tav tm="63889">
                                          <p:val>
                                            <p:strVal val="#ppt_h*1.03651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078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9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6" dur="12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6.09"/>
                                          </p:val>
                                        </p:tav>
                                        <p:tav tm="8333">
                                          <p:val>
                                            <p:fltVal val="-68.11"/>
                                          </p:val>
                                        </p:tav>
                                        <p:tav tm="19444">
                                          <p:val>
                                            <p:fltVal val="-46.04"/>
                                          </p:val>
                                        </p:tav>
                                        <p:tav tm="27778">
                                          <p:val>
                                            <p:fltVal val="-32.86"/>
                                          </p:val>
                                        </p:tav>
                                        <p:tav tm="36111">
                                          <p:val>
                                            <p:fltVal val="-20.56"/>
                                          </p:val>
                                        </p:tav>
                                        <p:tav tm="44444">
                                          <p:val>
                                            <p:fltVal val="-9.18"/>
                                          </p:val>
                                        </p:tav>
                                        <p:tav tm="52778">
                                          <p:val>
                                            <p:fltVal val="1.22"/>
                                          </p:val>
                                        </p:tav>
                                        <p:tav tm="61111">
                                          <p:val>
                                            <p:fltVal val="10.53"/>
                                          </p:val>
                                        </p:tav>
                                        <p:tav tm="66667">
                                          <p:val>
                                            <p:fltVal val="16.06"/>
                                          </p:val>
                                        </p:tav>
                                        <p:tav tm="72222">
                                          <p:val>
                                            <p:fltVal val="21"/>
                                          </p:val>
                                        </p:tav>
                                        <p:tav tm="77778">
                                          <p:val>
                                            <p:fltVal val="25.28"/>
                                          </p:val>
                                        </p:tav>
                                        <p:tav tm="83333">
                                          <p:val>
                                            <p:fltVal val="28.83"/>
                                          </p:val>
                                        </p:tav>
                                        <p:tav tm="88889">
                                          <p:val>
                                            <p:fltVal val="31.53"/>
                                          </p:val>
                                        </p:tav>
                                        <p:tav tm="94444">
                                          <p:val>
                                            <p:fltVal val="33.28"/>
                                          </p:val>
                                        </p:tav>
                                        <p:tav tm="100000">
                                          <p:val>
                                            <p:fltVal val="33.9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2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748" dur="833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1" presetClass="entr" presetSubtype="0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2" dur="1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0" presetClass="path" presetSubtype="0" repeatCount="284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4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28431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2941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31373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35294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36275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37255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39216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40196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4215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43137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45098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46078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47059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48039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50980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51961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53922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54902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57843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58824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61765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62745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63725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65686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67647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6862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9608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70588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71569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72549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73529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4510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77451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78431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0392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81373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82353">
                                          <p:val>
                                            <p:strVal val="#ppt_x+0.002"/>
                                          </p:val>
                                        </p:tav>
                                        <p:tav tm="84314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85294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88235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89216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90196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92157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93137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94118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95098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96078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97059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98039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99020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4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2941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8824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14706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27451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37255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40196">
                                          <p:val>
                                            <p:strVal val="#ppt_y-0.00309"/>
                                          </p:val>
                                        </p:tav>
                                        <p:tav tm="43137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45098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84"/>
                                          </p:val>
                                        </p:tav>
                                        <p:tav tm="50980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51961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52941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63725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74510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80392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82353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8431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90196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5098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34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2157">
                                          <p:val>
                                            <p:strVal val="#ppt_h*1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6078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902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8" presetID="0" presetClass="path" presetSubtype="0" repeatCount="284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4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28431">
                                          <p:val>
                                            <p:strVal val="#ppt_x-1.25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31373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32353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35294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3627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37255">
                                          <p:val>
                                            <p:strVal val="#ppt_x-1.25"/>
                                          </p:val>
                                        </p:tav>
                                        <p:tav tm="39216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41176">
                                          <p:val>
                                            <p:strVal val="#ppt_x-1.2502"/>
                                          </p:val>
                                        </p:tav>
                                        <p:tav tm="42157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44118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4705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48039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5098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5196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54902">
                                          <p:val>
                                            <p:strVal val="#ppt_x-1.25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57843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58824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61765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6274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63725">
                                          <p:val>
                                            <p:strVal val="#ppt_x-1.25"/>
                                          </p:val>
                                        </p:tav>
                                        <p:tav tm="65686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67647">
                                          <p:val>
                                            <p:strVal val="#ppt_x-1.2502"/>
                                          </p:val>
                                        </p:tav>
                                        <p:tav tm="68627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0588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7352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7451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7451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7843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81373">
                                          <p:val>
                                            <p:strVal val="#ppt_x-1.25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84314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85294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8235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89216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0196">
                                          <p:val>
                                            <p:strVal val="#ppt_x-1.25"/>
                                          </p:val>
                                        </p:tav>
                                        <p:tav tm="92157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94118">
                                          <p:val>
                                            <p:strVal val="#ppt_x-1.2502"/>
                                          </p:val>
                                        </p:tav>
                                        <p:tav tm="95098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65"/>
                                          </p:val>
                                        </p:tav>
                                        <p:tav tm="97059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9020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4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2941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5882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17647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27451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30392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37255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40196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199"/>
                                          </p:val>
                                        </p:tav>
                                        <p:tav tm="45098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47059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50980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51961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52941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3725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4510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8039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82353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84314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0196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5098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34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2157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3137">
                                          <p:val>
                                            <p:strVal val="#ppt_h*1.45329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54671"/>
                                          </p:val>
                                        </p:tav>
                                        <p:tav tm="96078">
                                          <p:val>
                                            <p:strVal val="#ppt_h*0.14781"/>
                                          </p:val>
                                        </p:tav>
                                        <p:tav tm="9902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507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2" presetID="0" presetClass="path" presetSubtype="0" repeatCount="284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4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8431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137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2353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5294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3627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37255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39216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1176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4215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44118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4705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8039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5098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196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54902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5784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8824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61765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6274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63725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65686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67647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6862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70588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7352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7451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7451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7843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81373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8431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5294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8235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89216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0196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2157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94118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5098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97059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99020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4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2941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824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19"/>
                                          </p:val>
                                        </p:tav>
                                        <p:tav tm="14706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27451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3725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0196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45098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47059">
                                          <p:val>
                                            <p:strVal val="#ppt_y+0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5098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51961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5294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6372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7451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80392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82353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8431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90196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3137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5098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34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2157">
                                          <p:val>
                                            <p:strVal val="#ppt_h*1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6078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902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6" presetID="0" presetClass="path" presetSubtype="0" repeatCount="284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4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28431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2941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31373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35294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36275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37255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39216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40196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4215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43137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45098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46078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47059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48039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50980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51961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53922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54902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57843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58824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61765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62745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63725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65686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67647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6862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9608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70588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71569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72549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73529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74510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77451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78431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80392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81373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82353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84314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5294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8235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89216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90196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92157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93137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94118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95098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96078">
                                          <p:val>
                                            <p:strVal val="#ppt_x+0.00178"/>
                                          </p:val>
                                        </p:tav>
                                        <p:tav tm="9705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98039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99020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4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2941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5882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17647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27451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37255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40196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45098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47059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50980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51961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52941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63725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74510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80392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82353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84314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90196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95098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9" dur="34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2157">
                                          <p:val>
                                            <p:strVal val="#ppt_h*1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6078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902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0" presetID="0" presetClass="path" presetSubtype="0" repeatCount="284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4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28431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31373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32353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35294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3627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37255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39216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41176">
                                          <p:val>
                                            <p:strVal val="#ppt_x-1.25021"/>
                                          </p:val>
                                        </p:tav>
                                        <p:tav tm="42157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44118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4705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48039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50980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5196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54902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57843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58824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61765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6274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63725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65686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67647">
                                          <p:val>
                                            <p:strVal val="#ppt_x-1.25021"/>
                                          </p:val>
                                        </p:tav>
                                        <p:tav tm="68627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70588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7352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74510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7451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7843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81373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84314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85294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88235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89216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0196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92157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94118">
                                          <p:val>
                                            <p:strVal val="#ppt_x-1.2502"/>
                                          </p:val>
                                        </p:tav>
                                        <p:tav tm="95098">
                                          <p:val>
                                            <p:strVal val="#ppt_x-1.25033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65"/>
                                          </p:val>
                                        </p:tav>
                                        <p:tav tm="97059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9020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4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2941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5882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11765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17647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27451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30392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372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40196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45098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4705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50980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51961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2941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6372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74510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80392">
                                          <p:val>
                                            <p:strVal val="#ppt_y+0.0019"/>
                                          </p:val>
                                        </p:tav>
                                        <p:tav tm="82353">
                                          <p:val>
                                            <p:strVal val="#ppt_y+0.001"/>
                                          </p:val>
                                        </p:tav>
                                        <p:tav tm="84314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0196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95098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34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2157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93137">
                                          <p:val>
                                            <p:strVal val="#ppt_h*1.45329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54671"/>
                                          </p:val>
                                        </p:tav>
                                        <p:tav tm="96078">
                                          <p:val>
                                            <p:strVal val="#ppt_h*0.14781"/>
                                          </p:val>
                                        </p:tav>
                                        <p:tav tm="9902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507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0" presetClass="path" presetSubtype="0" repeatCount="284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8431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137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2353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5294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3627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37255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39216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1176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4215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44118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4705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8039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5098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196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54902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5784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8824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61765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6274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63725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65686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67647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6862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70588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7352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7451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7451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7843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81373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8431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5294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8235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89216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0196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2157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94118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5098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48"/>
                                          </p:val>
                                        </p:tav>
                                        <p:tav tm="97059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99020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2941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824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19"/>
                                          </p:val>
                                        </p:tav>
                                        <p:tav tm="14706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27451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30392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3725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0196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45098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47059">
                                          <p:val>
                                            <p:strVal val="#ppt_y+0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5098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51961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5294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6372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7451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7451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80392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82353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8431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90196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313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95098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2157">
                                          <p:val>
                                            <p:strVal val="#ppt_h*1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96078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9902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2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46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7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0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1" dur="32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375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2" dur="32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3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4" dur="32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375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5" dur="32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4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6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2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9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8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9" dur="32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375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32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1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2" dur="32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375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3" dur="32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4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4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2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7" dur="32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375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32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0" presetClass="path" presetSubtype="0" repeatCount="3021" fill="hold" grpId="0" nodeType="withEffect">
                                  <p:stCondLst>
                                    <p:cond delay="4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0" dur="32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375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32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4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2" presetID="0" presetClass="path" presetSubtype="0" repeatCount="750" fill="hold" grpId="0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4" dur="12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39"/>
                                          </p:val>
                                        </p:tav>
                                        <p:tav tm="19444">
                                          <p:val>
                                            <p:strVal val="#ppt_x-1.24992"/>
                                          </p:val>
                                        </p:tav>
                                        <p:tav tm="47222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77778">
                                          <p:val>
                                            <p:strVal val="#ppt_x-1.24813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86111">
                                          <p:val>
                                            <p:strVal val="#ppt_x-1.24835"/>
                                          </p:val>
                                        </p:tav>
                                        <p:tav tm="94444">
                                          <p:val>
                                            <p:strVal val="#ppt_x-1.24821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8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5" dur="12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98"/>
                                          </p:val>
                                        </p:tav>
                                        <p:tav tm="19444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38889">
                                          <p:val>
                                            <p:strVal val="#ppt_y-0.0185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3271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4193"/>
                                          </p:val>
                                        </p:tav>
                                        <p:tav tm="77778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94444">
                                          <p:val>
                                            <p:strVal val="#ppt_y+0.01127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16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12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1172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8926"/>
                                          </p:val>
                                        </p:tav>
                                        <p:tav tm="19444">
                                          <p:val>
                                            <p:strVal val="#ppt_w*1.02946"/>
                                          </p:val>
                                        </p:tav>
                                        <p:tav tm="36111">
                                          <p:val>
                                            <p:strVal val="#ppt_w*1.11141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7069"/>
                                          </p:val>
                                        </p:tav>
                                        <p:tav tm="63889">
                                          <p:val>
                                            <p:strVal val="#ppt_w*1.22054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25226"/>
                                          </p:val>
                                        </p:tav>
                                        <p:tav tm="77778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94444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97222">
                                          <p:val>
                                            <p:strVal val="#ppt_w*0.472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6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12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1172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8926"/>
                                          </p:val>
                                        </p:tav>
                                        <p:tav tm="19444">
                                          <p:val>
                                            <p:strVal val="#ppt_h*1.02946"/>
                                          </p:val>
                                        </p:tav>
                                        <p:tav tm="36111">
                                          <p:val>
                                            <p:strVal val="#ppt_h*1.1114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7069"/>
                                          </p:val>
                                        </p:tav>
                                        <p:tav tm="63889">
                                          <p:val>
                                            <p:strVal val="#ppt_h*1.22054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25226"/>
                                          </p:val>
                                        </p:tav>
                                        <p:tav tm="77778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94444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97222">
                                          <p:val>
                                            <p:strVal val="#ppt_h*0.472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6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12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8.1"/>
                                          </p:val>
                                        </p:tav>
                                        <p:tav tm="8333">
                                          <p:val>
                                            <p:fltVal val="-20.13"/>
                                          </p:val>
                                        </p:tav>
                                        <p:tav tm="19444">
                                          <p:val>
                                            <p:fltVal val="1.95"/>
                                          </p:val>
                                        </p:tav>
                                        <p:tav tm="33333">
                                          <p:val>
                                            <p:fltVal val="23.42"/>
                                          </p:val>
                                        </p:tav>
                                        <p:tav tm="44444">
                                          <p:val>
                                            <p:fltVal val="38.81"/>
                                          </p:val>
                                        </p:tav>
                                        <p:tav tm="55556">
                                          <p:val>
                                            <p:fltVal val="52.44"/>
                                          </p:val>
                                        </p:tav>
                                        <p:tav tm="66667">
                                          <p:val>
                                            <p:fltVal val="64.05"/>
                                          </p:val>
                                        </p:tav>
                                        <p:tav tm="75000">
                                          <p:val>
                                            <p:fltVal val="71.22"/>
                                          </p:val>
                                        </p:tav>
                                        <p:tav tm="77778">
                                          <p:val>
                                            <p:fltVal val="-38.1"/>
                                          </p:val>
                                        </p:tav>
                                        <p:tav tm="94444">
                                          <p:val>
                                            <p:fltVal val="-38.1"/>
                                          </p:val>
                                        </p:tav>
                                        <p:tav tm="97222">
                                          <p:val>
                                            <p:fltVal val="-34.17"/>
                                          </p:val>
                                        </p:tav>
                                        <p:tav tm="100000">
                                          <p:val>
                                            <p:fltVal val="-24.7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9" dur="2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810" dur="9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0" presetClass="path" presetSubtype="0" repeatCount="2083" fill="hold" grpId="0" nodeType="withEffect">
                                  <p:stCondLst>
                                    <p:cond delay="43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3" dur="32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9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4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4" presetID="1" presetClass="entr" presetSubtype="0" fill="hold" grpId="0" nodeType="withEffect">
                                  <p:stCondLst>
                                    <p:cond delay="438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6" dur="1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84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0" presetClass="path" presetSubtype="0" repeatCount="417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0" dur="1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82"/>
                                          </p:val>
                                        </p:tav>
                                        <p:tav tm="41667">
                                          <p:val>
                                            <p:strVal val="#ppt_x-1.25084"/>
                                          </p:val>
                                        </p:tav>
                                        <p:tav tm="44444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52778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61111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63889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72222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77778">
                                          <p:val>
                                            <p:strVal val="#ppt_x-1.25015"/>
                                          </p:val>
                                        </p:tav>
                                        <p:tav tm="80556">
                                          <p:val>
                                            <p:strVal val="#ppt_x-1.25029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88889">
                                          <p:val>
                                            <p:strVal val="#ppt_x-1.24934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4444">
                                          <p:val>
                                            <p:strVal val="#ppt_x-1.25119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1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86"/>
                                          </p:val>
                                        </p:tav>
                                        <p:tav tm="19444">
                                          <p:val>
                                            <p:strVal val="#ppt_y+0.04301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2379"/>
                                          </p:val>
                                        </p:tav>
                                        <p:tav tm="44444">
                                          <p:val>
                                            <p:strVal val="#ppt_y+0.0566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578"/>
                                          </p:val>
                                        </p:tav>
                                        <p:tav tm="61111">
                                          <p:val>
                                            <p:strVal val="#ppt_y+0.05669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578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5652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5773"/>
                                          </p:val>
                                        </p:tav>
                                        <p:tav tm="86111">
                                          <p:val>
                                            <p:strVal val="#ppt_y+0.06017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5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37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2" dur="1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2334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54131"/>
                                          </p:val>
                                        </p:tav>
                                        <p:tav tm="19444">
                                          <p:val>
                                            <p:strVal val="#ppt_w*0.80848"/>
                                          </p:val>
                                        </p:tav>
                                        <p:tav tm="41667">
                                          <p:val>
                                            <p:strVal val="#ppt_w*0.89228"/>
                                          </p:val>
                                        </p:tav>
                                        <p:tav tm="44444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83333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86111">
                                          <p:val>
                                            <p:strVal val="#ppt_w*0.41745"/>
                                          </p:val>
                                        </p:tav>
                                        <p:tav tm="94444">
                                          <p:val>
                                            <p:strVal val="#ppt_w*0.74424"/>
                                          </p:val>
                                        </p:tav>
                                        <p:tav tm="97222">
                                          <p:val>
                                            <p:strVal val="#ppt_w*0.815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32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1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2334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54131"/>
                                          </p:val>
                                        </p:tav>
                                        <p:tav tm="19444">
                                          <p:val>
                                            <p:strVal val="#ppt_h*0.80848"/>
                                          </p:val>
                                        </p:tav>
                                        <p:tav tm="41667">
                                          <p:val>
                                            <p:strVal val="#ppt_h*0.89228"/>
                                          </p:val>
                                        </p:tav>
                                        <p:tav tm="44444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83333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86111">
                                          <p:val>
                                            <p:strVal val="#ppt_h*0.41745"/>
                                          </p:val>
                                        </p:tav>
                                        <p:tav tm="94444">
                                          <p:val>
                                            <p:strVal val="#ppt_h*0.74424"/>
                                          </p:val>
                                        </p:tav>
                                        <p:tav tm="97222">
                                          <p:val>
                                            <p:strVal val="#ppt_h*0.815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32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1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.87"/>
                                          </p:val>
                                        </p:tav>
                                        <p:tav tm="8333">
                                          <p:val>
                                            <p:fltVal val="-97.89"/>
                                          </p:val>
                                        </p:tav>
                                        <p:tav tm="19444">
                                          <p:val>
                                            <p:fltVal val="-75.81"/>
                                          </p:val>
                                        </p:tav>
                                        <p:tav tm="30556">
                                          <p:val>
                                            <p:fltVal val="-58.44"/>
                                          </p:val>
                                        </p:tav>
                                        <p:tav tm="41667">
                                          <p:val>
                                            <p:fltVal val="-42.64"/>
                                          </p:val>
                                        </p:tav>
                                        <p:tav tm="44444">
                                          <p:val>
                                            <p:fltVal val="-115.87"/>
                                          </p:val>
                                        </p:tav>
                                        <p:tav tm="83333">
                                          <p:val>
                                            <p:fltVal val="-115.87"/>
                                          </p:val>
                                        </p:tav>
                                        <p:tav tm="86111">
                                          <p:val>
                                            <p:fltVal val="-108.1"/>
                                          </p:val>
                                        </p:tav>
                                        <p:tav tm="88889">
                                          <p:val>
                                            <p:fltVal val="-98.8"/>
                                          </p:val>
                                        </p:tav>
                                        <p:tav tm="94444">
                                          <p:val>
                                            <p:fltVal val="-81.15"/>
                                          </p:val>
                                        </p:tav>
                                        <p:tav tm="97222">
                                          <p:val>
                                            <p:fltVal val="-73.2"/>
                                          </p:val>
                                        </p:tav>
                                        <p:tav tm="100000">
                                          <p:val>
                                            <p:fltVal val="-66.25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2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826" dur="9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11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10" presetClass="entr" presetSubtype="0" fill="hold" grpId="0" nodeType="withEffect">
                                  <p:stCondLst>
                                    <p:cond delay="4600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0" dur="1067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31" dur="14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14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3" presetID="10" presetClass="entr" presetSubtype="0" fill="hold" grpId="0" nodeType="withEffect">
                                  <p:stCondLst>
                                    <p:cond delay="460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10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36" dur="159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36"/>
                                          </p:val>
                                        </p:tav>
                                        <p:tav tm="98326">
                                          <p:val>
                                            <p:fltVal val="0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10" presetClass="entr" presetSubtype="0" fill="hold" grpId="0" nodeType="withEffect">
                                  <p:stCondLst>
                                    <p:cond delay="4600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9" dur="1100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0" dur="17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78"/>
                                          </p:val>
                                        </p:tav>
                                        <p:tav tm="98859">
                                          <p:val>
                                            <p:strVal val="#ppt_x+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17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17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59"/>
                                          </p:val>
                                        </p:tav>
                                        <p:tav tm="98859">
                                          <p:val>
                                            <p:fltVal val="-0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3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5" dur="1067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6" dur="143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143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8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0" dur="10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1" dur="159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98326">
                                          <p:val>
                                            <p:strVal val="#ppt_x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159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98326">
                                          <p:val>
                                            <p:strVal val="#ppt_y+0.000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5" dur="1100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6" dur="17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98859">
                                          <p:val>
                                            <p:strVal val="#ppt_x-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7" dur="17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98859">
                                          <p:val>
                                            <p:strVal val="#ppt_y-0.000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8" dur="17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2"/>
                                          </p:val>
                                        </p:tav>
                                        <p:tav tm="98859">
                                          <p:val>
                                            <p:fltVal val="0.0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9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1" dur="1100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2" dur="191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191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4" dur="191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88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199"/>
                                          </p:val>
                                        </p:tav>
                                        <p:tav tm="12731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193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30093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46296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193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75231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18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199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75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88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8" dur="288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9" dur="288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1" dur="288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3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302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35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47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31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7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6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1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2" dur="288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16204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30093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48611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53241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325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9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288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4" dur="288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6" dur="288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81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46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38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7" dur="288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5787">
                                          <p:val>
                                            <p:strVal val="#ppt_y-0.00201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326"/>
                                          </p:val>
                                        </p:tav>
                                        <p:tav tm="9259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47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25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81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288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88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1" dur="288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8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34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43981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182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60185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77546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99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2" dur="288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93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331"/>
                                          </p:val>
                                        </p:tav>
                                        <p:tav tm="9259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65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22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401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1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27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1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435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88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4" dur="288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88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94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15046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63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75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6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77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88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1157">
                                          <p:val>
                                            <p:strVal val="#ppt_y-0.00245"/>
                                          </p:val>
                                        </p:tav>
                                        <p:tav tm="5787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21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611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636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40509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501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576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5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526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94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566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288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9" dur="288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1" dur="288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39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183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22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2" dur="288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1157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5787">
                                          <p:val>
                                            <p:strVal val="#ppt_y-0.00281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19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611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637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26"/>
                                          </p:val>
                                        </p:tav>
                                        <p:tav tm="40509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501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576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55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84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527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26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9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568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288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4" dur="288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6" dur="288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39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296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294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288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9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61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40509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43981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581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44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367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27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575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8" dur="288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288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1" dur="288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402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415"/>
                                          </p:val>
                                        </p:tav>
                                        <p:tav tm="12731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30093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38194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383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22"/>
                                          </p:val>
                                        </p:tav>
                                        <p:tav tm="46296">
                                          <p:val>
                                            <p:strVal val="#ppt_x-0.002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41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393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3"/>
                                          </p:val>
                                        </p:tav>
                                        <p:tav tm="79861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81019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309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415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2" dur="288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1157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5787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406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2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581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605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245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40509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548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5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65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23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495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335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1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535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288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4" dur="288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6" dur="288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4630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498"/>
                                          </p:val>
                                        </p:tav>
                                        <p:tav tm="12731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18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47"/>
                                          </p:val>
                                        </p:tav>
                                        <p:tav tm="30093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38194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463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46296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233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435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498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471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79861">
                                          <p:val>
                                            <p:strVal val="#ppt_x-0.00177"/>
                                          </p:val>
                                        </p:tav>
                                        <p:tav tm="81019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382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498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288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97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467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29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64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671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293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40509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43981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601"/>
                                          </p:val>
                                        </p:tav>
                                        <p:tav tm="60185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95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271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34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41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288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9" dur="288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1" dur="288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81"/>
                                          </p:val>
                                        </p:tav>
                                        <p:tav tm="4630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46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479"/>
                                          </p:val>
                                        </p:tav>
                                        <p:tav tm="12731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451"/>
                                          </p:val>
                                        </p:tav>
                                        <p:tav tm="30093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38194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269"/>
                                          </p:val>
                                        </p:tav>
                                        <p:tav tm="46296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42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479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451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347"/>
                                          </p:val>
                                        </p:tav>
                                        <p:tav tm="79861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81019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479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173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2" dur="288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1157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5787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40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01"/>
                                          </p:val>
                                        </p:tav>
                                        <p:tav tm="16204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58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61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34722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09"/>
                                          </p:val>
                                        </p:tav>
                                        <p:tav tm="40509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49769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53241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66"/>
                                          </p:val>
                                        </p:tav>
                                        <p:tav tm="71759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5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338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11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72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54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288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4" dur="288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6" dur="288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07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45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91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.00378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343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442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58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43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32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5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41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31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9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4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435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79861">
                                          <p:val>
                                            <p:strVal val="#ppt_x+0.00379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77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7" dur="288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214"/>
                                          </p:val>
                                        </p:tav>
                                        <p:tav tm="32407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3472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47454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50926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214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67130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85648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8" dur="288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288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1" dur="288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.00367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422"/>
                                          </p:val>
                                        </p:tav>
                                        <p:tav tm="15046">
                                          <p:val>
                                            <p:strVal val="#ppt_x+0.00328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329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429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59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37037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319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381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63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324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86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61343">
                                          <p:val>
                                            <p:strVal val="#ppt_x+0.00393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036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412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359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75231">
                                          <p:val>
                                            <p:strVal val="#ppt_x+0.00341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328"/>
                                          </p:val>
                                        </p:tav>
                                        <p:tav tm="79861">
                                          <p:val>
                                            <p:strVal val="#ppt_x+0.00391"/>
                                          </p:val>
                                        </p:tav>
                                        <p:tav tm="81019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91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58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245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87963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43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372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42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82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2" dur="288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5787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44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268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335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391"/>
                                          </p:val>
                                        </p:tav>
                                        <p:tav tm="43981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262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359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67130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16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351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313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288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4" dur="288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6" dur="288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43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76"/>
                                          </p:val>
                                        </p:tav>
                                        <p:tav tm="15046">
                                          <p:val>
                                            <p:strVal val="#ppt_x+0.00301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29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8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37037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.00238"/>
                                          </p:val>
                                        </p:tav>
                                        <p:tav tm="43981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5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35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6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61343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62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75231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77546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79861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81019">
                                          <p:val>
                                            <p:strVal val="#ppt_x+0.00319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72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87963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288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5787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334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384"/>
                                          </p:val>
                                        </p:tav>
                                        <p:tav tm="43981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351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358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67130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8" dur="288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9" dur="288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1" dur="288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2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32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15046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178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43981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367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35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273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56713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61343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51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341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75231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77546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79861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81019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8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49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87963">
                                          <p:val>
                                            <p:strVal val="#ppt_x+0.00175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99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62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2" dur="288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5787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556"/>
                                          </p:val>
                                        </p:tav>
                                        <p:tav tm="13889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331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448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414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49"/>
                                          </p:val>
                                        </p:tav>
                                        <p:tav tm="47454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6944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88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451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94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288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4" dur="288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6" dur="288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02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15046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81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43981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56713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0182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75231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77546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79861">
                                          <p:val>
                                            <p:strVal val="#ppt_x+0.00247"/>
                                          </p:val>
                                        </p:tav>
                                        <p:tav tm="81019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59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87963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28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7" dur="288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5787">
                                          <p:val>
                                            <p:strVal val="#ppt_y+0.00301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33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537"/>
                                          </p:val>
                                        </p:tav>
                                        <p:tav tm="13889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323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433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406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402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474"/>
                                          </p:val>
                                        </p:tav>
                                        <p:tav tm="47454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443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69444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78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401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288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288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1" dur="288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88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73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06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43981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319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47"/>
                                          </p:val>
                                        </p:tav>
                                        <p:tav tm="56713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75231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77546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44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31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82"/>
                                          </p:val>
                                        </p:tav>
                                        <p:tav tm="8796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2" dur="288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5787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53"/>
                                          </p:val>
                                        </p:tav>
                                        <p:tav tm="13889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213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402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398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467"/>
                                          </p:val>
                                        </p:tav>
                                        <p:tav tm="43981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245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309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438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69444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74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428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86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288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4" dur="288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6" dur="288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42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247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37037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75231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07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81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87963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288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284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33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361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411"/>
                                          </p:val>
                                        </p:tav>
                                        <p:tav tm="43981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199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386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67130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37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371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62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8" dur="288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9" dur="288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1" dur="288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42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38194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139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56713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75231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87963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59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3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288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33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527"/>
                                          </p:val>
                                        </p:tav>
                                        <p:tav tm="13889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425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403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465"/>
                                          </p:val>
                                        </p:tav>
                                        <p:tav tm="43981">
                                          <p:val>
                                            <p:strVal val="#ppt_y+0.00423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245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437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69444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75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39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288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4" dur="288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6" dur="288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45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10417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42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37037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43981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49769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077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60185">
                                          <p:val>
                                            <p:strVal val="#ppt_x-0.0022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75231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77546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87963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92593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7" dur="288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463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286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369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358"/>
                                          </p:val>
                                        </p:tav>
                                        <p:tav tm="32407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353"/>
                                          </p:val>
                                        </p:tav>
                                        <p:tav tm="42824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43981">
                                          <p:val>
                                            <p:strVal val="#ppt_y+0.00362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196"/>
                                          </p:val>
                                        </p:tav>
                                        <p:tav tm="49769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60185">
                                          <p:val>
                                            <p:strVal val="#ppt_y+0.00374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67130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335"/>
                                          </p:val>
                                        </p:tav>
                                        <p:tav tm="77546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8" dur="288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288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1" dur="288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.00319"/>
                                          </p:val>
                                        </p:tav>
                                        <p:tav tm="12731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15046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34"/>
                                          </p:val>
                                        </p:tav>
                                        <p:tav tm="17361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18519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33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88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30093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47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.0031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46296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49769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78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4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307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03"/>
                                          </p:val>
                                        </p:tav>
                                        <p:tav tm="75231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84"/>
                                          </p:val>
                                        </p:tav>
                                        <p:tav tm="77546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65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31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2" dur="288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7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288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35"/>
                                          </p:val>
                                        </p:tav>
                                        <p:tav tm="4630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10417">
                                          <p:val>
                                            <p:strVal val="#ppt_w*1.06"/>
                                          </p:val>
                                        </p:tav>
                                        <p:tav tm="16204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20833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1991">
                                          <p:val>
                                            <p:strVal val="#ppt_w*1.005"/>
                                          </p:val>
                                        </p:tav>
                                        <p:tav tm="26620">
                                          <p:val>
                                            <p:strVal val="#ppt_w*1.055"/>
                                          </p:val>
                                        </p:tav>
                                        <p:tav tm="27778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32407">
                                          <p:val>
                                            <p:strVal val="#ppt_w*1.04083"/>
                                          </p:val>
                                        </p:tav>
                                        <p:tav tm="38194">
                                          <p:val>
                                            <p:strVal val="#ppt_w*1"/>
                                          </p:val>
                                        </p:tav>
                                        <p:tav tm="43981">
                                          <p:val>
                                            <p:strVal val="#ppt_w*1.05917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03667"/>
                                          </p:val>
                                        </p:tav>
                                        <p:tav tm="54398">
                                          <p:val>
                                            <p:strVal val="#ppt_w*1.00333"/>
                                          </p:val>
                                        </p:tav>
                                        <p:tav tm="55556">
                                          <p:val>
                                            <p:strVal val="#ppt_w*1.0075"/>
                                          </p:val>
                                        </p:tav>
                                        <p:tav tm="60185">
                                          <p:val>
                                            <p:strVal val="#ppt_w*1.0575"/>
                                          </p:val>
                                        </p:tav>
                                        <p:tav tm="65972">
                                          <p:val>
                                            <p:strVal val="#ppt_w*1.04"/>
                                          </p:val>
                                        </p:tav>
                                        <p:tav tm="71759">
                                          <p:val>
                                            <p:strVal val="#ppt_w*1.0025"/>
                                          </p:val>
                                        </p:tav>
                                        <p:tav tm="76389">
                                          <p:val>
                                            <p:strVal val="#ppt_w*1.0525"/>
                                          </p:val>
                                        </p:tav>
                                        <p:tav tm="77546">
                                          <p:val>
                                            <p:strVal val="#ppt_w*1.05833"/>
                                          </p:val>
                                        </p:tav>
                                        <p:tav tm="82176">
                                          <p:val>
                                            <p:strVal val="#ppt_w*1.04167"/>
                                          </p:val>
                                        </p:tav>
                                        <p:tav tm="87963">
                                          <p:val>
                                            <p:strVal val="#ppt_w*1.00167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0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1.03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4" dur="288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9"/>
                                          </p:val>
                                        </p:tav>
                                        <p:tav tm="10417">
                                          <p:val>
                                            <p:fltVal val="5.4"/>
                                          </p:val>
                                        </p:tav>
                                        <p:tav tm="16204">
                                          <p:val>
                                            <p:fltVal val="0.7"/>
                                          </p:val>
                                        </p:tav>
                                        <p:tav tm="26620">
                                          <p:val>
                                            <p:fltVal val="5.2"/>
                                          </p:val>
                                        </p:tav>
                                        <p:tav tm="27778">
                                          <p:val>
                                            <p:fltVal val="4.8"/>
                                          </p:val>
                                        </p:tav>
                                        <p:tav tm="32407">
                                          <p:val>
                                            <p:fltVal val="0.8"/>
                                          </p:val>
                                        </p:tav>
                                        <p:tav tm="43981">
                                          <p:val>
                                            <p:fltVal val="5.2"/>
                                          </p:val>
                                        </p:tav>
                                        <p:tav tm="48611">
                                          <p:val>
                                            <p:fltVal val="1.2"/>
                                          </p:val>
                                        </p:tav>
                                        <p:tav tm="49769">
                                          <p:val>
                                            <p:fltVal val="0.8"/>
                                          </p:val>
                                        </p:tav>
                                        <p:tav tm="60185">
                                          <p:val>
                                            <p:fltVal val="5.3"/>
                                          </p:val>
                                        </p:tav>
                                        <p:tav tm="65972">
                                          <p:val>
                                            <p:fltVal val="0.6"/>
                                          </p:val>
                                        </p:tav>
                                        <p:tav tm="76389">
                                          <p:val>
                                            <p:fltVal val="5.1"/>
                                          </p:val>
                                        </p:tav>
                                        <p:tav tm="77546">
                                          <p:val>
                                            <p:fltVal val="5"/>
                                          </p:val>
                                        </p:tav>
                                        <p:tav tm="82176">
                                          <p:val>
                                            <p:fltVal val="1"/>
                                          </p:val>
                                        </p:tav>
                                        <p:tav tm="83333">
                                          <p:val>
                                            <p:fltVal val="0.9"/>
                                          </p:val>
                                        </p:tav>
                                        <p:tav tm="93750">
                                          <p:val>
                                            <p:fltVal val="5.4"/>
                                          </p:val>
                                        </p:tav>
                                        <p:tav tm="99537">
                                          <p:val>
                                            <p:fltVal val="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6" dur="288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288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8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9" dur="288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0" dur="288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2" dur="288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3" dur="288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4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5" dur="288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6" dur="288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8" dur="288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288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1" dur="288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2" dur="288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4" dur="288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1157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2315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1574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12731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15046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24306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5880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37037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2824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46296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5208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5556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61343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6828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69444">
                                          <p:val>
                                            <p:strVal val="#ppt_x-0.00173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9861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91435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5" dur="288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3472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13"/>
                                          </p:val>
                                        </p:tav>
                                        <p:tav tm="15046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23148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24306">
                                          <p:val>
                                            <p:strVal val="#ppt_y-0.0042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355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30093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33565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35880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43981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46296">
                                          <p:val>
                                            <p:strVal val="#ppt_y-0.00388"/>
                                          </p:val>
                                        </p:tav>
                                        <p:tav tm="47454">
                                          <p:val>
                                            <p:strVal val="#ppt_y-0.0033"/>
                                          </p:val>
                                        </p:tav>
                                        <p:tav tm="48611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5556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572"/>
                                          </p:val>
                                        </p:tav>
                                        <p:tav tm="59028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60185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713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68287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7546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79861">
                                          <p:val>
                                            <p:strVal val="#ppt_y-0.00398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7963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91435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92593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288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"/>
                                          </p:val>
                                        </p:tav>
                                        <p:tav tm="1157">
                                          <p:val>
                                            <p:fltVal val="-7.95"/>
                                          </p:val>
                                        </p:tav>
                                        <p:tav tm="2315">
                                          <p:val>
                                            <p:fltVal val="-20.87"/>
                                          </p:val>
                                        </p:tav>
                                        <p:tav tm="3472">
                                          <p:val>
                                            <p:fltVal val="-4.52"/>
                                          </p:val>
                                        </p:tav>
                                        <p:tav tm="4630">
                                          <p:val>
                                            <p:fltVal val="0"/>
                                          </p:val>
                                        </p:tav>
                                        <p:tav tm="10417">
                                          <p:val>
                                            <p:fltVal val="0"/>
                                          </p:val>
                                        </p:tav>
                                        <p:tav tm="11574">
                                          <p:val>
                                            <p:fltVal val="-2.92"/>
                                          </p:val>
                                        </p:tav>
                                        <p:tav tm="12731">
                                          <p:val>
                                            <p:fltVal val="-12.62"/>
                                          </p:val>
                                        </p:tav>
                                        <p:tav tm="13889">
                                          <p:val>
                                            <p:fltVal val="-15.64"/>
                                          </p:val>
                                        </p:tav>
                                        <p:tav tm="15046">
                                          <p:val>
                                            <p:fltVal val="0"/>
                                          </p:val>
                                        </p:tav>
                                        <p:tav tm="20833">
                                          <p:val>
                                            <p:fltVal val="0"/>
                                          </p:val>
                                        </p:tav>
                                        <p:tav tm="21991">
                                          <p:val>
                                            <p:fltVal val="-0.43"/>
                                          </p:val>
                                        </p:tav>
                                        <p:tav tm="23148">
                                          <p:val>
                                            <p:fltVal val="-5.99"/>
                                          </p:val>
                                        </p:tav>
                                        <p:tav tm="24306">
                                          <p:val>
                                            <p:fltVal val="-18.03"/>
                                          </p:val>
                                        </p:tav>
                                        <p:tav tm="25463">
                                          <p:val>
                                            <p:fltVal val="-8.07"/>
                                          </p:val>
                                        </p:tav>
                                        <p:tav tm="26620">
                                          <p:val>
                                            <p:fltVal val="0"/>
                                          </p:val>
                                        </p:tav>
                                        <p:tav tm="32407">
                                          <p:val>
                                            <p:fltVal val="0"/>
                                          </p:val>
                                        </p:tav>
                                        <p:tav tm="33565">
                                          <p:val>
                                            <p:fltVal val="-1.82"/>
                                          </p:val>
                                        </p:tav>
                                        <p:tav tm="34722">
                                          <p:val>
                                            <p:fltVal val="-10.17"/>
                                          </p:val>
                                        </p:tav>
                                        <p:tav tm="35880">
                                          <p:val>
                                            <p:fltVal val="-19.59"/>
                                          </p:val>
                                        </p:tav>
                                        <p:tav tm="37037">
                                          <p:val>
                                            <p:fltVal val="-1.16"/>
                                          </p:val>
                                        </p:tav>
                                        <p:tav tm="38194">
                                          <p:val>
                                            <p:fltVal val="0"/>
                                          </p:val>
                                        </p:tav>
                                        <p:tav tm="43981">
                                          <p:val>
                                            <p:fltVal val="-0.1"/>
                                          </p:val>
                                        </p:tav>
                                        <p:tav tm="45139">
                                          <p:val>
                                            <p:fltVal val="-4.31"/>
                                          </p:val>
                                        </p:tav>
                                        <p:tav tm="46296">
                                          <p:val>
                                            <p:fltVal val="-15.26"/>
                                          </p:val>
                                        </p:tav>
                                        <p:tav tm="47454">
                                          <p:val>
                                            <p:fltVal val="-11.78"/>
                                          </p:val>
                                        </p:tav>
                                        <p:tav tm="48611">
                                          <p:val>
                                            <p:fltVal val="0"/>
                                          </p:val>
                                        </p:tav>
                                        <p:tav tm="54398">
                                          <p:val>
                                            <p:fltVal val="0"/>
                                          </p:val>
                                        </p:tav>
                                        <p:tav tm="55556">
                                          <p:val>
                                            <p:fltVal val="-1"/>
                                          </p:val>
                                        </p:tav>
                                        <p:tav tm="56713">
                                          <p:val>
                                            <p:fltVal val="-7.95"/>
                                          </p:val>
                                        </p:tav>
                                        <p:tav tm="57870">
                                          <p:val>
                                            <p:fltVal val="-20.87"/>
                                          </p:val>
                                        </p:tav>
                                        <p:tav tm="59028">
                                          <p:val>
                                            <p:fltVal val="-4.52"/>
                                          </p:val>
                                        </p:tav>
                                        <p:tav tm="60185">
                                          <p:val>
                                            <p:fltVal val="0"/>
                                          </p:val>
                                        </p:tav>
                                        <p:tav tm="65972">
                                          <p:val>
                                            <p:fltVal val="0"/>
                                          </p:val>
                                        </p:tav>
                                        <p:tav tm="67130">
                                          <p:val>
                                            <p:fltVal val="-2.92"/>
                                          </p:val>
                                        </p:tav>
                                        <p:tav tm="68287">
                                          <p:val>
                                            <p:fltVal val="-12.62"/>
                                          </p:val>
                                        </p:tav>
                                        <p:tav tm="69444">
                                          <p:val>
                                            <p:fltVal val="-15.64"/>
                                          </p:val>
                                        </p:tav>
                                        <p:tav tm="70602">
                                          <p:val>
                                            <p:fltVal val="0"/>
                                          </p:val>
                                        </p:tav>
                                        <p:tav tm="76389">
                                          <p:val>
                                            <p:fltVal val="0"/>
                                          </p:val>
                                        </p:tav>
                                        <p:tav tm="77546">
                                          <p:val>
                                            <p:fltVal val="-0.43"/>
                                          </p:val>
                                        </p:tav>
                                        <p:tav tm="78704">
                                          <p:val>
                                            <p:fltVal val="-5.99"/>
                                          </p:val>
                                        </p:tav>
                                        <p:tav tm="79861">
                                          <p:val>
                                            <p:fltVal val="-18.03"/>
                                          </p:val>
                                        </p:tav>
                                        <p:tav tm="81019">
                                          <p:val>
                                            <p:fltVal val="-8.07"/>
                                          </p:val>
                                        </p:tav>
                                        <p:tav tm="82176">
                                          <p:val>
                                            <p:fltVal val="0"/>
                                          </p:val>
                                        </p:tav>
                                        <p:tav tm="87963">
                                          <p:val>
                                            <p:fltVal val="0"/>
                                          </p:val>
                                        </p:tav>
                                        <p:tav tm="89120">
                                          <p:val>
                                            <p:fltVal val="-1.82"/>
                                          </p:val>
                                        </p:tav>
                                        <p:tav tm="90278">
                                          <p:val>
                                            <p:fltVal val="-10.17"/>
                                          </p:val>
                                        </p:tav>
                                        <p:tav tm="91435">
                                          <p:val>
                                            <p:fltVal val="-19.59"/>
                                          </p:val>
                                        </p:tav>
                                        <p:tav tm="92593">
                                          <p:val>
                                            <p:fltVal val="-1.16"/>
                                          </p:val>
                                        </p:tav>
                                        <p:tav tm="93750">
                                          <p:val>
                                            <p:fltVal val="0"/>
                                          </p:val>
                                        </p:tav>
                                        <p:tav tm="99537">
                                          <p:val>
                                            <p:fltVal val="-0.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8" dur="288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2315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"/>
                                          </p:val>
                                        </p:tav>
                                        <p:tav tm="12731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24306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38194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6296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48611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69444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9861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63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91435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92593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9" dur="288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592"/>
                                          </p:val>
                                        </p:tav>
                                        <p:tav tm="3472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259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1574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12731">
                                          <p:val>
                                            <p:strVal val="#ppt_y-0.0039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15046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23148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24306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30093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33565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35880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40509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43981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46296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47454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48611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5556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653"/>
                                          </p:val>
                                        </p:tav>
                                        <p:tav tm="59028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60185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7130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68287">
                                          <p:val>
                                            <p:strVal val="#ppt_y-0.00369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7546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79861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82176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7963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90278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91435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92593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288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"/>
                                          </p:val>
                                        </p:tav>
                                        <p:tav tm="1157">
                                          <p:val>
                                            <p:fltVal val="-7.95"/>
                                          </p:val>
                                        </p:tav>
                                        <p:tav tm="2315">
                                          <p:val>
                                            <p:fltVal val="-20.87"/>
                                          </p:val>
                                        </p:tav>
                                        <p:tav tm="3472">
                                          <p:val>
                                            <p:fltVal val="-4.52"/>
                                          </p:val>
                                        </p:tav>
                                        <p:tav tm="4630">
                                          <p:val>
                                            <p:fltVal val="0"/>
                                          </p:val>
                                        </p:tav>
                                        <p:tav tm="10417">
                                          <p:val>
                                            <p:fltVal val="0"/>
                                          </p:val>
                                        </p:tav>
                                        <p:tav tm="11574">
                                          <p:val>
                                            <p:fltVal val="-2.92"/>
                                          </p:val>
                                        </p:tav>
                                        <p:tav tm="12731">
                                          <p:val>
                                            <p:fltVal val="-12.62"/>
                                          </p:val>
                                        </p:tav>
                                        <p:tav tm="13889">
                                          <p:val>
                                            <p:fltVal val="-15.64"/>
                                          </p:val>
                                        </p:tav>
                                        <p:tav tm="15046">
                                          <p:val>
                                            <p:fltVal val="0"/>
                                          </p:val>
                                        </p:tav>
                                        <p:tav tm="20833">
                                          <p:val>
                                            <p:fltVal val="0"/>
                                          </p:val>
                                        </p:tav>
                                        <p:tav tm="21991">
                                          <p:val>
                                            <p:fltVal val="-0.43"/>
                                          </p:val>
                                        </p:tav>
                                        <p:tav tm="23148">
                                          <p:val>
                                            <p:fltVal val="-5.99"/>
                                          </p:val>
                                        </p:tav>
                                        <p:tav tm="24306">
                                          <p:val>
                                            <p:fltVal val="-18.03"/>
                                          </p:val>
                                        </p:tav>
                                        <p:tav tm="25463">
                                          <p:val>
                                            <p:fltVal val="-8.07"/>
                                          </p:val>
                                        </p:tav>
                                        <p:tav tm="26620">
                                          <p:val>
                                            <p:fltVal val="0"/>
                                          </p:val>
                                        </p:tav>
                                        <p:tav tm="32407">
                                          <p:val>
                                            <p:fltVal val="0"/>
                                          </p:val>
                                        </p:tav>
                                        <p:tav tm="33565">
                                          <p:val>
                                            <p:fltVal val="-1.82"/>
                                          </p:val>
                                        </p:tav>
                                        <p:tav tm="34722">
                                          <p:val>
                                            <p:fltVal val="-10.17"/>
                                          </p:val>
                                        </p:tav>
                                        <p:tav tm="35880">
                                          <p:val>
                                            <p:fltVal val="-19.59"/>
                                          </p:val>
                                        </p:tav>
                                        <p:tav tm="37037">
                                          <p:val>
                                            <p:fltVal val="-1.16"/>
                                          </p:val>
                                        </p:tav>
                                        <p:tav tm="38194">
                                          <p:val>
                                            <p:fltVal val="0"/>
                                          </p:val>
                                        </p:tav>
                                        <p:tav tm="43981">
                                          <p:val>
                                            <p:fltVal val="-0.1"/>
                                          </p:val>
                                        </p:tav>
                                        <p:tav tm="45139">
                                          <p:val>
                                            <p:fltVal val="-4.31"/>
                                          </p:val>
                                        </p:tav>
                                        <p:tav tm="46296">
                                          <p:val>
                                            <p:fltVal val="-15.26"/>
                                          </p:val>
                                        </p:tav>
                                        <p:tav tm="47454">
                                          <p:val>
                                            <p:fltVal val="-11.78"/>
                                          </p:val>
                                        </p:tav>
                                        <p:tav tm="48611">
                                          <p:val>
                                            <p:fltVal val="0"/>
                                          </p:val>
                                        </p:tav>
                                        <p:tav tm="54398">
                                          <p:val>
                                            <p:fltVal val="0"/>
                                          </p:val>
                                        </p:tav>
                                        <p:tav tm="55556">
                                          <p:val>
                                            <p:fltVal val="-1"/>
                                          </p:val>
                                        </p:tav>
                                        <p:tav tm="56713">
                                          <p:val>
                                            <p:fltVal val="-7.95"/>
                                          </p:val>
                                        </p:tav>
                                        <p:tav tm="57870">
                                          <p:val>
                                            <p:fltVal val="-20.87"/>
                                          </p:val>
                                        </p:tav>
                                        <p:tav tm="59028">
                                          <p:val>
                                            <p:fltVal val="-4.52"/>
                                          </p:val>
                                        </p:tav>
                                        <p:tav tm="60185">
                                          <p:val>
                                            <p:fltVal val="0"/>
                                          </p:val>
                                        </p:tav>
                                        <p:tav tm="65972">
                                          <p:val>
                                            <p:fltVal val="0"/>
                                          </p:val>
                                        </p:tav>
                                        <p:tav tm="67130">
                                          <p:val>
                                            <p:fltVal val="-2.92"/>
                                          </p:val>
                                        </p:tav>
                                        <p:tav tm="68287">
                                          <p:val>
                                            <p:fltVal val="-12.62"/>
                                          </p:val>
                                        </p:tav>
                                        <p:tav tm="69444">
                                          <p:val>
                                            <p:fltVal val="-15.64"/>
                                          </p:val>
                                        </p:tav>
                                        <p:tav tm="70602">
                                          <p:val>
                                            <p:fltVal val="0"/>
                                          </p:val>
                                        </p:tav>
                                        <p:tav tm="76389">
                                          <p:val>
                                            <p:fltVal val="0"/>
                                          </p:val>
                                        </p:tav>
                                        <p:tav tm="77546">
                                          <p:val>
                                            <p:fltVal val="-0.43"/>
                                          </p:val>
                                        </p:tav>
                                        <p:tav tm="78704">
                                          <p:val>
                                            <p:fltVal val="-5.99"/>
                                          </p:val>
                                        </p:tav>
                                        <p:tav tm="79861">
                                          <p:val>
                                            <p:fltVal val="-18.03"/>
                                          </p:val>
                                        </p:tav>
                                        <p:tav tm="81019">
                                          <p:val>
                                            <p:fltVal val="-8.07"/>
                                          </p:val>
                                        </p:tav>
                                        <p:tav tm="82176">
                                          <p:val>
                                            <p:fltVal val="0"/>
                                          </p:val>
                                        </p:tav>
                                        <p:tav tm="87963">
                                          <p:val>
                                            <p:fltVal val="0"/>
                                          </p:val>
                                        </p:tav>
                                        <p:tav tm="89120">
                                          <p:val>
                                            <p:fltVal val="-1.82"/>
                                          </p:val>
                                        </p:tav>
                                        <p:tav tm="90278">
                                          <p:val>
                                            <p:fltVal val="-10.17"/>
                                          </p:val>
                                        </p:tav>
                                        <p:tav tm="91435">
                                          <p:val>
                                            <p:fltVal val="-19.59"/>
                                          </p:val>
                                        </p:tav>
                                        <p:tav tm="92593">
                                          <p:val>
                                            <p:fltVal val="-1.16"/>
                                          </p:val>
                                        </p:tav>
                                        <p:tav tm="93750">
                                          <p:val>
                                            <p:fltVal val="0"/>
                                          </p:val>
                                        </p:tav>
                                        <p:tav tm="99537">
                                          <p:val>
                                            <p:fltVal val="-0.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2" dur="288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288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4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5" dur="288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288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8" dur="288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288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1" dur="288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2" dur="288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4" dur="288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288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6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7" dur="288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8" dur="288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9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0" dur="288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288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2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3" dur="288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4" dur="288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6" dur="288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7" dur="288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9" dur="288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288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2" dur="288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288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4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5" dur="288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6" dur="288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1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8" dur="288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9" dur="288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1" dur="288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2" dur="288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092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1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288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288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25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3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1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34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307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95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10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6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7" dur="288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8" dur="288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35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31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44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317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305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9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8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1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9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0" dur="288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1" dur="288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2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84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2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3" dur="288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4" dur="288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6" dur="288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3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288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28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304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66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9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8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9" dur="288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88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3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88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3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88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88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0" dur="288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2" dur="288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3" dur="288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7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4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5" dur="288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6" dur="288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84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8" dur="288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288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35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43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40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377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336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412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4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2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20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1" dur="288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2" dur="288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2315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214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13889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25463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26620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57870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268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69444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70602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81019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23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4" dur="34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980">
                                          <p:val>
                                            <p:strVal val="#ppt_x+0.002"/>
                                          </p:val>
                                        </p:tav>
                                        <p:tav tm="2941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3922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6863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7843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11765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13725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18627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19608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22549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23529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27451">
                                          <p:val>
                                            <p:strVal val="#ppt_x+0.002"/>
                                          </p:val>
                                        </p:tav>
                                        <p:tav tm="29412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30392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34314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40196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43137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45098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46078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49020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5392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56863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59804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60784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64706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69608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71569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2549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75490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76471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039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82353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86275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87255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91176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9313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96078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98039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34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1961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3922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6863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882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309"/>
                                          </p:val>
                                        </p:tav>
                                        <p:tav tm="14706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6667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1862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284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23529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24510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31373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46078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49020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51961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53922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33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75490">
                                          <p:val>
                                            <p:strVal val="#ppt_y-0.002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6275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89216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91176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93137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6078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99020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6" dur="34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3725">
                                          <p:val>
                                            <p:strVal val="#ppt_h*1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058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8" dur="34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2941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3922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6863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7843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11765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13725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18627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1960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2549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23529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27451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30392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34314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38235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490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56863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59804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60784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64706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7549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7647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6275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8725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1176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9" dur="34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1961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3922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6863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199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18627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23529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31373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38235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46078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49020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51961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53922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55882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71569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8627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89216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91176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96078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99020">
                                          <p:val>
                                            <p:strVal val="#ppt_y+0.001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0" dur="34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63725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45329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5467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14781"/>
                                          </p:val>
                                        </p:tav>
                                        <p:tav tm="70588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507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2" dur="34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80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2941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922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6863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7843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11765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13725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18627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1960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22549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23529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27451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0392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34314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38235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490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6863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59804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60784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64706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549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7647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6275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8725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1176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34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1961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3922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6863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6667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18627">
                                          <p:val>
                                            <p:strVal val="#ppt_y+0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23529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1373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4607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9020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51961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53922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5588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4706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71569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549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6275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89216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91176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078">
                                          <p:val>
                                            <p:strVal val="#ppt_y-0.0022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99020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4" dur="34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3725">
                                          <p:val>
                                            <p:strVal val="#ppt_h*1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058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6" dur="34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980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2941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3922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6863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7843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11765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13725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18627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19608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22549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23529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27451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29412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30392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34314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40196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43137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45098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46078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49020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5392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56863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59804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60784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64706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9608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71569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72549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75490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76471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8039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82353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6275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87255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91176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9313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96078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98039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7" dur="34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9"/>
                                          </p:val>
                                        </p:tav>
                                        <p:tav tm="1961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3922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6863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18627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23529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31373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46078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49020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5196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53922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55882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71569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86275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89216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117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96078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99020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8" dur="34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3725">
                                          <p:val>
                                            <p:strVal val="#ppt_h*1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058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9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0" dur="34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01"/>
                                          </p:val>
                                        </p:tav>
                                        <p:tav tm="980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2941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3922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6863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7843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11765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13725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18627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19608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22549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23529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27451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30392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34314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38235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49020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56863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59804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60784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64706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5033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75490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76471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86275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8725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1176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1" dur="34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"/>
                                          </p:val>
                                        </p:tav>
                                        <p:tav tm="1961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3922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6863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18627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23529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31373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38235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46078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49020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1961">
                                          <p:val>
                                            <p:strVal val="#ppt_y+0.0019"/>
                                          </p:val>
                                        </p:tav>
                                        <p:tav tm="53922">
                                          <p:val>
                                            <p:strVal val="#ppt_y+0.001"/>
                                          </p:val>
                                        </p:tav>
                                        <p:tav tm="55882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71569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86275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89216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91176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96078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9020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2" dur="34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63725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45329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5467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14781"/>
                                          </p:val>
                                        </p:tav>
                                        <p:tav tm="70588">
                                          <p:val>
                                            <p:strVal val="#ppt_h*1.50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507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4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980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2941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922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6863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7843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11765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13725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18627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1960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22549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23529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27451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2941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0392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34314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38235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0196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43137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45098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607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490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5392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5588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6863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59804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60784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64706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69608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7156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72549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549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76471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80392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82353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6275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8725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1176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93137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6078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9803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5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1961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3922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6863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882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1765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14706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6667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18627">
                                          <p:val>
                                            <p:strVal val="#ppt_y+0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23529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451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1373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35294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4607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9020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51961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53922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5588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59804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4706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68627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71569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549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6275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89216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91176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9313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078">
                                          <p:val>
                                            <p:strVal val="#ppt_y-0.0022"/>
                                          </p:val>
                                        </p:tav>
                                        <p:tav tm="97059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99020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6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3725">
                                          <p:val>
                                            <p:strVal val="#ppt_h*1"/>
                                          </p:val>
                                        </p:tav>
                                        <p:tav tm="64706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058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8" dur="288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9" dur="288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6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97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46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6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1" dur="288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15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47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10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925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1620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66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2777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47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3935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4050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5787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5902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6597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060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7175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7870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891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4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2" dur="288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4" dur="288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115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47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463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10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925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138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1620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1967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2199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2314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266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2777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3240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472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588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935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4050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4513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745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5092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324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5439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5787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902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6365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6597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6713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7060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7175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763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7870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8449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8564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91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9027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9490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838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49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288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6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7" dur="288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1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8" dur="288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9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0" dur="288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15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47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10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925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1620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66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2777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47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3935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4050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5787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5902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6597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060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7175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7870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891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4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1" dur="288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2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3" dur="288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115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47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463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10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925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138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1620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1967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2199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2314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266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2777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3240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472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588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935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4050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4513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745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5092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324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5439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5787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902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6365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6597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6713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7060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7175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763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7870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8449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8564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91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9027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9490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838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49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288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6" dur="288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288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0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8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9" dur="288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15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47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463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10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925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138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1620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1967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2314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266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2777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3240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347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3588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3935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4050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4513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5092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5439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5787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5902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6365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6597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6713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0602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7175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63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78704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82176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85648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89120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9027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94907">
                                          <p:val>
                                            <p:strVal val="#ppt_x-1.24943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838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4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0" dur="288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4630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8102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19676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27778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37037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45139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61343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6365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76389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78704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89120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490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9537">
                                          <p:val>
                                            <p:strVal val="#ppt_y+0.001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2" dur="288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83"/>
                                          </p:val>
                                        </p:tav>
                                        <p:tav tm="115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47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463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10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925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138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1620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1967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2199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2314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266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2777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3240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472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588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3935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4050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4513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4745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5092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324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5439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5787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902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6365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6597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6713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70602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7175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763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78704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84491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8564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8912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90278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94907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838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49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288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21991">
                                          <p:val>
                                            <p:strVal val="#ppt_y+0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4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5" dur="288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229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2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6" dur="288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7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8" dur="288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683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074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0731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0649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0728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0615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0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0754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07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0731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0649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0728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0615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0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0754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074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0731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0649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0728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0615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0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0754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07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288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9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30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9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0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1" dur="288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4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1821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1713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1798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1812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1699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173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181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1696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1781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1835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1722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1821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1713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1798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1812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1699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173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181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1696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1781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1835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1722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1821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1713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1798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1812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1699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173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181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1696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1781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1835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1722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1821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1713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1798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17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2" dur="288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8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189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177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18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197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1697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1798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171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194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1917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1745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1876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1879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1952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1718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1808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194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192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181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176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1915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1861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1808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1689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17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3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4" dur="288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1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224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2276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2242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2381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224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2276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2242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2381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224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2276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2242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2381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23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5" dur="288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41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2745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2625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2653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2823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255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2651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256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279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277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2598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2729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2732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2805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2571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279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277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267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261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2768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271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6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7" dur="288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1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2245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2276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2242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2381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2245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2276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2242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2381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2245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2276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2242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2381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2367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2259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2344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23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8" dur="288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641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2745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2625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2653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2823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255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2651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2563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279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277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2598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2729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2732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2805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2571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2793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277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267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261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2768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271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9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0" dur="288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177"/>
                                          </p:val>
                                        </p:tav>
                                        <p:tav tm="1157">
                                          <p:val>
                                            <p:strVal val="#ppt_x+0.03234"/>
                                          </p:val>
                                        </p:tav>
                                        <p:tav tm="3472">
                                          <p:val>
                                            <p:strVal val="#ppt_x+0.03126"/>
                                          </p:val>
                                        </p:tav>
                                        <p:tav tm="4630">
                                          <p:val>
                                            <p:strVal val="#ppt_x+0.03212"/>
                                          </p:val>
                                        </p:tav>
                                        <p:tav tm="8102">
                                          <p:val>
                                            <p:strVal val="#ppt_x+0.03226"/>
                                          </p:val>
                                        </p:tav>
                                        <p:tav tm="9259">
                                          <p:val>
                                            <p:strVal val="#ppt_x+0.03112"/>
                                          </p:val>
                                        </p:tav>
                                        <p:tav tm="13889">
                                          <p:val>
                                            <p:strVal val="#ppt_x+0.03246"/>
                                          </p:val>
                                        </p:tav>
                                        <p:tav tm="16204">
                                          <p:val>
                                            <p:strVal val="#ppt_x+0.03143"/>
                                          </p:val>
                                        </p:tav>
                                        <p:tav tm="19676">
                                          <p:val>
                                            <p:strVal val="#ppt_x+0.03223"/>
                                          </p:val>
                                        </p:tav>
                                        <p:tav tm="21991">
                                          <p:val>
                                            <p:strVal val="#ppt_x+0.03109"/>
                                          </p:val>
                                        </p:tav>
                                        <p:tav tm="23148">
                                          <p:val>
                                            <p:strVal val="#ppt_x+0.03195"/>
                                          </p:val>
                                        </p:tav>
                                        <p:tav tm="26620">
                                          <p:val>
                                            <p:strVal val="#ppt_x+0.03248"/>
                                          </p:val>
                                        </p:tav>
                                        <p:tav tm="27778">
                                          <p:val>
                                            <p:strVal val="#ppt_x+0.03135"/>
                                          </p:val>
                                        </p:tav>
                                        <p:tav tm="32407">
                                          <p:val>
                                            <p:strVal val="#ppt_x+0.03234"/>
                                          </p:val>
                                        </p:tav>
                                        <p:tav tm="34722">
                                          <p:val>
                                            <p:strVal val="#ppt_x+0.03126"/>
                                          </p:val>
                                        </p:tav>
                                        <p:tav tm="35880">
                                          <p:val>
                                            <p:strVal val="#ppt_x+0.03212"/>
                                          </p:val>
                                        </p:tav>
                                        <p:tav tm="39352">
                                          <p:val>
                                            <p:strVal val="#ppt_x+0.03226"/>
                                          </p:val>
                                        </p:tav>
                                        <p:tav tm="40509">
                                          <p:val>
                                            <p:strVal val="#ppt_x+0.03112"/>
                                          </p:val>
                                        </p:tav>
                                        <p:tav tm="45139">
                                          <p:val>
                                            <p:strVal val="#ppt_x+0.03246"/>
                                          </p:val>
                                        </p:tav>
                                        <p:tav tm="47454">
                                          <p:val>
                                            <p:strVal val="#ppt_x+0.03143"/>
                                          </p:val>
                                        </p:tav>
                                        <p:tav tm="50926">
                                          <p:val>
                                            <p:strVal val="#ppt_x+0.03223"/>
                                          </p:val>
                                        </p:tav>
                                        <p:tav tm="53241">
                                          <p:val>
                                            <p:strVal val="#ppt_x+0.03109"/>
                                          </p:val>
                                        </p:tav>
                                        <p:tav tm="54398">
                                          <p:val>
                                            <p:strVal val="#ppt_x+0.03195"/>
                                          </p:val>
                                        </p:tav>
                                        <p:tav tm="57870">
                                          <p:val>
                                            <p:strVal val="#ppt_x+0.03248"/>
                                          </p:val>
                                        </p:tav>
                                        <p:tav tm="59028">
                                          <p:val>
                                            <p:strVal val="#ppt_x+0.03135"/>
                                          </p:val>
                                        </p:tav>
                                        <p:tav tm="63657">
                                          <p:val>
                                            <p:strVal val="#ppt_x+0.03234"/>
                                          </p:val>
                                        </p:tav>
                                        <p:tav tm="65972">
                                          <p:val>
                                            <p:strVal val="#ppt_x+0.03126"/>
                                          </p:val>
                                        </p:tav>
                                        <p:tav tm="67130">
                                          <p:val>
                                            <p:strVal val="#ppt_x+0.03212"/>
                                          </p:val>
                                        </p:tav>
                                        <p:tav tm="70602">
                                          <p:val>
                                            <p:strVal val="#ppt_x+0.03226"/>
                                          </p:val>
                                        </p:tav>
                                        <p:tav tm="71759">
                                          <p:val>
                                            <p:strVal val="#ppt_x+0.03112"/>
                                          </p:val>
                                        </p:tav>
                                        <p:tav tm="76389">
                                          <p:val>
                                            <p:strVal val="#ppt_x+0.03246"/>
                                          </p:val>
                                        </p:tav>
                                        <p:tav tm="78704">
                                          <p:val>
                                            <p:strVal val="#ppt_x+0.03143"/>
                                          </p:val>
                                        </p:tav>
                                        <p:tav tm="82176">
                                          <p:val>
                                            <p:strVal val="#ppt_x+0.03223"/>
                                          </p:val>
                                        </p:tav>
                                        <p:tav tm="84491">
                                          <p:val>
                                            <p:strVal val="#ppt_x+0.03109"/>
                                          </p:val>
                                        </p:tav>
                                        <p:tav tm="85648">
                                          <p:val>
                                            <p:strVal val="#ppt_x+0.03195"/>
                                          </p:val>
                                        </p:tav>
                                        <p:tav tm="89120">
                                          <p:val>
                                            <p:strVal val="#ppt_x+0.03248"/>
                                          </p:val>
                                        </p:tav>
                                        <p:tav tm="90278">
                                          <p:val>
                                            <p:strVal val="#ppt_x+0.03135"/>
                                          </p:val>
                                        </p:tav>
                                        <p:tav tm="94907">
                                          <p:val>
                                            <p:strVal val="#ppt_x+0.03234"/>
                                          </p:val>
                                        </p:tav>
                                        <p:tav tm="97222">
                                          <p:val>
                                            <p:strVal val="#ppt_x+0.03126"/>
                                          </p:val>
                                        </p:tav>
                                        <p:tav tm="98380">
                                          <p:val>
                                            <p:strVal val="#ppt_x+0.03212"/>
                                          </p:val>
                                        </p:tav>
                                        <p:tav tm="99537">
                                          <p:val>
                                            <p:strVal val="#ppt_x+0.03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288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12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422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410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4132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4302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4029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413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4042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4277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4249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4077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4209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4211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4285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405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414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427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4257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415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4092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4247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4193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414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4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2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3" dur="288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95"/>
                                          </p:val>
                                        </p:tav>
                                        <p:tav tm="1157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4630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19676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32407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35880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50926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67130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70602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82176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85648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98380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99537">
                                          <p:val>
                                            <p:strVal val="#ppt_x-0.00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4" dur="288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17361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28935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4166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54398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65972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84491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97222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5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6" dur="288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683"/>
                                          </p:val>
                                        </p:tav>
                                        <p:tav tm="1157">
                                          <p:val>
                                            <p:strVal val="#ppt_x-0.00626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0734"/>
                                          </p:val>
                                        </p:tav>
                                        <p:tav tm="4630">
                                          <p:val>
                                            <p:strVal val="#ppt_x-0.00649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0634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0748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0615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0717"/>
                                          </p:val>
                                        </p:tav>
                                        <p:tav tm="19676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0725"/>
                                          </p:val>
                                        </p:tav>
                                        <p:tav tm="32407">
                                          <p:val>
                                            <p:strVal val="#ppt_x-0.00626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0734"/>
                                          </p:val>
                                        </p:tav>
                                        <p:tav tm="35880">
                                          <p:val>
                                            <p:strVal val="#ppt_x-0.00649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0634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0748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0615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0717"/>
                                          </p:val>
                                        </p:tav>
                                        <p:tav tm="50926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0725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0626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0734"/>
                                          </p:val>
                                        </p:tav>
                                        <p:tav tm="67130">
                                          <p:val>
                                            <p:strVal val="#ppt_x-0.00649"/>
                                          </p:val>
                                        </p:tav>
                                        <p:tav tm="70602">
                                          <p:val>
                                            <p:strVal val="#ppt_x-0.00634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0748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0615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0717"/>
                                          </p:val>
                                        </p:tav>
                                        <p:tav tm="82176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85648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0725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0626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0734"/>
                                          </p:val>
                                        </p:tav>
                                        <p:tav tm="98380">
                                          <p:val>
                                            <p:strVal val="#ppt_x-0.00649"/>
                                          </p:val>
                                        </p:tav>
                                        <p:tav tm="99537">
                                          <p:val>
                                            <p:strVal val="#ppt_x-0.00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7" dur="288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0295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0303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029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8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9" dur="288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765"/>
                                          </p:val>
                                        </p:tav>
                                        <p:tav tm="1157">
                                          <p:val>
                                            <p:strVal val="#ppt_x-0.01708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1816"/>
                                          </p:val>
                                        </p:tav>
                                        <p:tav tm="4630">
                                          <p:val>
                                            <p:strVal val="#ppt_x-0.01731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1717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183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1697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19676">
                                          <p:val>
                                            <p:strVal val="#ppt_x-0.0172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1833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1748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1694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1808"/>
                                          </p:val>
                                        </p:tav>
                                        <p:tav tm="32407">
                                          <p:val>
                                            <p:strVal val="#ppt_x-0.01708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1816"/>
                                          </p:val>
                                        </p:tav>
                                        <p:tav tm="35880">
                                          <p:val>
                                            <p:strVal val="#ppt_x-0.01731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1717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183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1697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50926">
                                          <p:val>
                                            <p:strVal val="#ppt_x-0.0172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1833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1748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1694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1808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1708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1816"/>
                                          </p:val>
                                        </p:tav>
                                        <p:tav tm="67130">
                                          <p:val>
                                            <p:strVal val="#ppt_x-0.01731"/>
                                          </p:val>
                                        </p:tav>
                                        <p:tav tm="70602">
                                          <p:val>
                                            <p:strVal val="#ppt_x-0.01717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183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1697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82176">
                                          <p:val>
                                            <p:strVal val="#ppt_x-0.0172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1833"/>
                                          </p:val>
                                        </p:tav>
                                        <p:tav tm="85648">
                                          <p:val>
                                            <p:strVal val="#ppt_x-0.01748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1694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1808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1708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1816"/>
                                          </p:val>
                                        </p:tav>
                                        <p:tav tm="98380">
                                          <p:val>
                                            <p:strVal val="#ppt_x-0.01731"/>
                                          </p:val>
                                        </p:tav>
                                        <p:tav tm="99537">
                                          <p:val>
                                            <p:strVal val="#ppt_x-0.017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0" dur="288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1754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1634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1663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1833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1559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166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1572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1808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178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1608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1739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1741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1815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1581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1671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1802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178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1681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1623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1778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1724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1671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16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2" dur="288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171"/>
                                          </p:val>
                                        </p:tav>
                                        <p:tav tm="1157">
                                          <p:val>
                                            <p:strVal val="#ppt_x-0.03114"/>
                                          </p:val>
                                        </p:tav>
                                        <p:tav tm="3472">
                                          <p:val>
                                            <p:strVal val="#ppt_x-0.03222"/>
                                          </p:val>
                                        </p:tav>
                                        <p:tav tm="4630">
                                          <p:val>
                                            <p:strVal val="#ppt_x-0.03137"/>
                                          </p:val>
                                        </p:tav>
                                        <p:tav tm="8102">
                                          <p:val>
                                            <p:strVal val="#ppt_x-0.03123"/>
                                          </p:val>
                                        </p:tav>
                                        <p:tav tm="9259">
                                          <p:val>
                                            <p:strVal val="#ppt_x-0.03236"/>
                                          </p:val>
                                        </p:tav>
                                        <p:tav tm="13889">
                                          <p:val>
                                            <p:strVal val="#ppt_x-0.03103"/>
                                          </p:val>
                                        </p:tav>
                                        <p:tav tm="16204">
                                          <p:val>
                                            <p:strVal val="#ppt_x-0.03205"/>
                                          </p:val>
                                        </p:tav>
                                        <p:tav tm="19676">
                                          <p:val>
                                            <p:strVal val="#ppt_x-0.03125"/>
                                          </p:val>
                                        </p:tav>
                                        <p:tav tm="21991">
                                          <p:val>
                                            <p:strVal val="#ppt_x-0.03239"/>
                                          </p:val>
                                        </p:tav>
                                        <p:tav tm="23148">
                                          <p:val>
                                            <p:strVal val="#ppt_x-0.03154"/>
                                          </p:val>
                                        </p:tav>
                                        <p:tav tm="26620">
                                          <p:val>
                                            <p:strVal val="#ppt_x-0.031"/>
                                          </p:val>
                                        </p:tav>
                                        <p:tav tm="27778">
                                          <p:val>
                                            <p:strVal val="#ppt_x-0.03213"/>
                                          </p:val>
                                        </p:tav>
                                        <p:tav tm="32407">
                                          <p:val>
                                            <p:strVal val="#ppt_x-0.03114"/>
                                          </p:val>
                                        </p:tav>
                                        <p:tav tm="34722">
                                          <p:val>
                                            <p:strVal val="#ppt_x-0.03222"/>
                                          </p:val>
                                        </p:tav>
                                        <p:tav tm="35880">
                                          <p:val>
                                            <p:strVal val="#ppt_x-0.03137"/>
                                          </p:val>
                                        </p:tav>
                                        <p:tav tm="39352">
                                          <p:val>
                                            <p:strVal val="#ppt_x-0.03123"/>
                                          </p:val>
                                        </p:tav>
                                        <p:tav tm="40509">
                                          <p:val>
                                            <p:strVal val="#ppt_x-0.03236"/>
                                          </p:val>
                                        </p:tav>
                                        <p:tav tm="45139">
                                          <p:val>
                                            <p:strVal val="#ppt_x-0.03103"/>
                                          </p:val>
                                        </p:tav>
                                        <p:tav tm="47454">
                                          <p:val>
                                            <p:strVal val="#ppt_x-0.03205"/>
                                          </p:val>
                                        </p:tav>
                                        <p:tav tm="50926">
                                          <p:val>
                                            <p:strVal val="#ppt_x-0.03125"/>
                                          </p:val>
                                        </p:tav>
                                        <p:tav tm="53241">
                                          <p:val>
                                            <p:strVal val="#ppt_x-0.03239"/>
                                          </p:val>
                                        </p:tav>
                                        <p:tav tm="54398">
                                          <p:val>
                                            <p:strVal val="#ppt_x-0.03154"/>
                                          </p:val>
                                        </p:tav>
                                        <p:tav tm="57870">
                                          <p:val>
                                            <p:strVal val="#ppt_x-0.031"/>
                                          </p:val>
                                        </p:tav>
                                        <p:tav tm="59028">
                                          <p:val>
                                            <p:strVal val="#ppt_x-0.03213"/>
                                          </p:val>
                                        </p:tav>
                                        <p:tav tm="63657">
                                          <p:val>
                                            <p:strVal val="#ppt_x-0.03114"/>
                                          </p:val>
                                        </p:tav>
                                        <p:tav tm="65972">
                                          <p:val>
                                            <p:strVal val="#ppt_x-0.03222"/>
                                          </p:val>
                                        </p:tav>
                                        <p:tav tm="67130">
                                          <p:val>
                                            <p:strVal val="#ppt_x-0.03137"/>
                                          </p:val>
                                        </p:tav>
                                        <p:tav tm="70602">
                                          <p:val>
                                            <p:strVal val="#ppt_x-0.03123"/>
                                          </p:val>
                                        </p:tav>
                                        <p:tav tm="71759">
                                          <p:val>
                                            <p:strVal val="#ppt_x-0.03236"/>
                                          </p:val>
                                        </p:tav>
                                        <p:tav tm="76389">
                                          <p:val>
                                            <p:strVal val="#ppt_x-0.03103"/>
                                          </p:val>
                                        </p:tav>
                                        <p:tav tm="78704">
                                          <p:val>
                                            <p:strVal val="#ppt_x-0.03205"/>
                                          </p:val>
                                        </p:tav>
                                        <p:tav tm="82176">
                                          <p:val>
                                            <p:strVal val="#ppt_x-0.03125"/>
                                          </p:val>
                                        </p:tav>
                                        <p:tav tm="84491">
                                          <p:val>
                                            <p:strVal val="#ppt_x-0.03239"/>
                                          </p:val>
                                        </p:tav>
                                        <p:tav tm="85648">
                                          <p:val>
                                            <p:strVal val="#ppt_x-0.03154"/>
                                          </p:val>
                                        </p:tav>
                                        <p:tav tm="89120">
                                          <p:val>
                                            <p:strVal val="#ppt_x-0.031"/>
                                          </p:val>
                                        </p:tav>
                                        <p:tav tm="90278">
                                          <p:val>
                                            <p:strVal val="#ppt_x-0.03213"/>
                                          </p:val>
                                        </p:tav>
                                        <p:tav tm="94907">
                                          <p:val>
                                            <p:strVal val="#ppt_x-0.03114"/>
                                          </p:val>
                                        </p:tav>
                                        <p:tav tm="97222">
                                          <p:val>
                                            <p:strVal val="#ppt_x-0.03222"/>
                                          </p:val>
                                        </p:tav>
                                        <p:tav tm="98380">
                                          <p:val>
                                            <p:strVal val="#ppt_x-0.03137"/>
                                          </p:val>
                                        </p:tav>
                                        <p:tav tm="99537">
                                          <p:val>
                                            <p:strVal val="#ppt_x-0.03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288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75"/>
                                          </p:val>
                                        </p:tav>
                                        <p:tav tm="2315">
                                          <p:val>
                                            <p:strVal val="#ppt_y-0.03879"/>
                                          </p:val>
                                        </p:tav>
                                        <p:tav tm="4630">
                                          <p:val>
                                            <p:strVal val="#ppt_y-0.03759"/>
                                          </p:val>
                                        </p:tav>
                                        <p:tav tm="8102">
                                          <p:val>
                                            <p:strVal val="#ppt_y-0.03788"/>
                                          </p:val>
                                        </p:tav>
                                        <p:tav tm="10417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13889">
                                          <p:val>
                                            <p:strVal val="#ppt_y-0.03957"/>
                                          </p:val>
                                        </p:tav>
                                        <p:tav tm="17361">
                                          <p:val>
                                            <p:strVal val="#ppt_y-0.03684"/>
                                          </p:val>
                                        </p:tav>
                                        <p:tav tm="19676">
                                          <p:val>
                                            <p:strVal val="#ppt_y-0.03785"/>
                                          </p:val>
                                        </p:tav>
                                        <p:tav tm="21991">
                                          <p:val>
                                            <p:strVal val="#ppt_y-0.03697"/>
                                          </p:val>
                                        </p:tav>
                                        <p:tav tm="25463">
                                          <p:val>
                                            <p:strVal val="#ppt_y-0.03932"/>
                                          </p:val>
                                        </p:tav>
                                        <p:tav tm="26620">
                                          <p:val>
                                            <p:strVal val="#ppt_y-0.03904"/>
                                          </p:val>
                                        </p:tav>
                                        <p:tav tm="27778">
                                          <p:val>
                                            <p:strVal val="#ppt_y-0.03732"/>
                                          </p:val>
                                        </p:tav>
                                        <p:tav tm="28935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37037">
                                          <p:val>
                                            <p:strVal val="#ppt_y-0.03864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45139">
                                          <p:val>
                                            <p:strVal val="#ppt_y-0.03866"/>
                                          </p:val>
                                        </p:tav>
                                        <p:tav tm="54398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57870">
                                          <p:val>
                                            <p:strVal val="#ppt_y-0.0394"/>
                                          </p:val>
                                        </p:tav>
                                        <p:tav tm="61343">
                                          <p:val>
                                            <p:strVal val="#ppt_y-0.03706"/>
                                          </p:val>
                                        </p:tav>
                                        <p:tav tm="63657">
                                          <p:val>
                                            <p:strVal val="#ppt_y-0.03795"/>
                                          </p:val>
                                        </p:tav>
                                        <p:tav tm="65972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69444">
                                          <p:val>
                                            <p:strVal val="#ppt_y-0.03927"/>
                                          </p:val>
                                        </p:tav>
                                        <p:tav tm="70602">
                                          <p:val>
                                            <p:strVal val="#ppt_y-0.03913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76389">
                                          <p:val>
                                            <p:strVal val="#ppt_y-0.03805"/>
                                          </p:val>
                                        </p:tav>
                                        <p:tav tm="78704">
                                          <p:val>
                                            <p:strVal val="#ppt_y-0.03748"/>
                                          </p:val>
                                        </p:tav>
                                        <p:tav tm="81019">
                                          <p:val>
                                            <p:strVal val="#ppt_y-0.03902"/>
                                          </p:val>
                                        </p:tav>
                                        <p:tav tm="84491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89120">
                                          <p:val>
                                            <p:strVal val="#ppt_y-0.03848"/>
                                          </p:val>
                                        </p:tav>
                                        <p:tav tm="94907">
                                          <p:val>
                                            <p:strVal val="#ppt_y-0.03795"/>
                                          </p:val>
                                        </p:tav>
                                        <p:tav tm="97222">
                                          <p:val>
                                            <p:strVal val="#ppt_y-0.03677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37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4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6" dur="76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4386">
                                          <p:val>
                                            <p:strVal val="#ppt_x-1.24896"/>
                                          </p:val>
                                        </p:tav>
                                        <p:tav tm="13158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17544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30702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35088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39474">
                                          <p:val>
                                            <p:strVal val="#ppt_x-1.24973"/>
                                          </p:val>
                                        </p:tav>
                                        <p:tav tm="48246">
                                          <p:val>
                                            <p:strVal val="#ppt_x-1.24969"/>
                                          </p:val>
                                        </p:tav>
                                        <p:tav tm="52632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57018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61404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65789">
                                          <p:val>
                                            <p:strVal val="#ppt_x-1.24958"/>
                                          </p:val>
                                        </p:tav>
                                        <p:tav tm="78947">
                                          <p:val>
                                            <p:strVal val="#ppt_x-1.24973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87719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96491">
                                          <p:val>
                                            <p:strVal val="#ppt_x-1.249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76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284"/>
                                          </p:val>
                                        </p:tav>
                                        <p:tav tm="4386">
                                          <p:val>
                                            <p:strVal val="#ppt_y+0.03749"/>
                                          </p:val>
                                        </p:tav>
                                        <p:tav tm="26316">
                                          <p:val>
                                            <p:strVal val="#ppt_y+0.01696"/>
                                          </p:val>
                                        </p:tav>
                                        <p:tav tm="30702">
                                          <p:val>
                                            <p:strVal val="#ppt_y+0.01345"/>
                                          </p:val>
                                        </p:tav>
                                        <p:tav tm="39474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52632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61404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74561">
                                          <p:val>
                                            <p:strVal val="#ppt_y-0.01292"/>
                                          </p:val>
                                        </p:tav>
                                        <p:tav tm="96491">
                                          <p:val>
                                            <p:strVal val="#ppt_y-0.018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76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4964"/>
                                          </p:val>
                                        </p:tav>
                                        <p:tav tm="8772">
                                          <p:val>
                                            <p:strVal val="#ppt_w*0.59724"/>
                                          </p:val>
                                        </p:tav>
                                        <p:tav tm="17544">
                                          <p:val>
                                            <p:strVal val="#ppt_w*0.82707"/>
                                          </p:val>
                                        </p:tav>
                                        <p:tav tm="21930">
                                          <p:val>
                                            <p:strVal val="#ppt_w*0.88522"/>
                                          </p:val>
                                        </p:tav>
                                        <p:tav tm="43860">
                                          <p:val>
                                            <p:strVal val="#ppt_w*0.97284"/>
                                          </p:val>
                                        </p:tav>
                                        <p:tav tm="61404">
                                          <p:val>
                                            <p:strVal val="#ppt_w*1.02959"/>
                                          </p:val>
                                        </p:tav>
                                        <p:tav tm="78947">
                                          <p:val>
                                            <p:strVal val="#ppt_w*1.07127"/>
                                          </p:val>
                                        </p:tav>
                                        <p:tav tm="96491">
                                          <p:val>
                                            <p:strVal val="#ppt_w*1.09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9" dur="76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4964"/>
                                          </p:val>
                                        </p:tav>
                                        <p:tav tm="8772">
                                          <p:val>
                                            <p:strVal val="#ppt_h*0.59724"/>
                                          </p:val>
                                        </p:tav>
                                        <p:tav tm="17544">
                                          <p:val>
                                            <p:strVal val="#ppt_h*0.82707"/>
                                          </p:val>
                                        </p:tav>
                                        <p:tav tm="21930">
                                          <p:val>
                                            <p:strVal val="#ppt_h*0.88522"/>
                                          </p:val>
                                        </p:tav>
                                        <p:tav tm="43860">
                                          <p:val>
                                            <p:strVal val="#ppt_h*0.97284"/>
                                          </p:val>
                                        </p:tav>
                                        <p:tav tm="61404">
                                          <p:val>
                                            <p:strVal val="#ppt_h*1.02959"/>
                                          </p:val>
                                        </p:tav>
                                        <p:tav tm="78947">
                                          <p:val>
                                            <p:strVal val="#ppt_h*1.07127"/>
                                          </p:val>
                                        </p:tav>
                                        <p:tav tm="96491">
                                          <p:val>
                                            <p:strVal val="#ppt_h*1.09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0" dur="76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6.09"/>
                                          </p:val>
                                        </p:tav>
                                        <p:tav tm="4386">
                                          <p:val>
                                            <p:fltVal val="-76.44"/>
                                          </p:val>
                                        </p:tav>
                                        <p:tav tm="13158">
                                          <p:val>
                                            <p:fltVal val="-58.29"/>
                                          </p:val>
                                        </p:tav>
                                        <p:tav tm="17544">
                                          <p:val>
                                            <p:fltVal val="-49.68"/>
                                          </p:val>
                                        </p:tav>
                                        <p:tav tm="21930">
                                          <p:val>
                                            <p:fltVal val="-42.02"/>
                                          </p:val>
                                        </p:tav>
                                        <p:tav tm="35088">
                                          <p:val>
                                            <p:fltVal val="-22.02"/>
                                          </p:val>
                                        </p:tav>
                                        <p:tav tm="48246">
                                          <p:val>
                                            <p:fltVal val="-4.31"/>
                                          </p:val>
                                        </p:tav>
                                        <p:tav tm="57018">
                                          <p:val>
                                            <p:fltVal val="6.1"/>
                                          </p:val>
                                        </p:tav>
                                        <p:tav tm="61404">
                                          <p:val>
                                            <p:fltVal val="10.83"/>
                                          </p:val>
                                        </p:tav>
                                        <p:tav tm="70175">
                                          <p:val>
                                            <p:fltVal val="19.26"/>
                                          </p:val>
                                        </p:tav>
                                        <p:tav tm="74561">
                                          <p:val>
                                            <p:fltVal val="22.89"/>
                                          </p:val>
                                        </p:tav>
                                        <p:tav tm="83333">
                                          <p:val>
                                            <p:fltVal val="28.83"/>
                                          </p:val>
                                        </p:tav>
                                        <p:tav tm="87719">
                                          <p:val>
                                            <p:fltVal val="31.04"/>
                                          </p:val>
                                        </p:tav>
                                        <p:tav tm="92105">
                                          <p:val>
                                            <p:fltVal val="32.67"/>
                                          </p:val>
                                        </p:tav>
                                        <p:tav tm="96491">
                                          <p:val>
                                            <p:fltVal val="33.6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1" dur="1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152" dur="5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0" presetClass="path" presetSubtype="0" repeatCount="1407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5" dur="18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7"/>
                                          </p:val>
                                        </p:tav>
                                        <p:tav tm="18519">
                                          <p:val>
                                            <p:strVal val="#ppt_x-1.24813"/>
                                          </p:val>
                                        </p:tav>
                                        <p:tav tm="55556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74074">
                                          <p:val>
                                            <p:strVal val="#ppt_x-1.24835"/>
                                          </p:val>
                                        </p:tav>
                                        <p:tav tm="92593">
                                          <p:val>
                                            <p:strVal val="#ppt_x-1.24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6" dur="18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7"/>
                                          </p:val>
                                        </p:tav>
                                        <p:tav tm="18519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55556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92593">
                                          <p:val>
                                            <p:strVal val="#ppt_y+0.0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7" dur="18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293"/>
                                          </p:val>
                                        </p:tav>
                                        <p:tav tm="92593">
                                          <p:val>
                                            <p:strVal val="#ppt_w*1.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8" dur="18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293"/>
                                          </p:val>
                                        </p:tav>
                                        <p:tav tm="92593">
                                          <p:val>
                                            <p:strVal val="#ppt_h*1.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9" dur="18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8.1"/>
                                          </p:val>
                                        </p:tav>
                                        <p:tav tm="92593">
                                          <p:val>
                                            <p:fltVal val="-38.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0" presetID="0" presetClass="path" presetSubtype="0" repeatCount="2815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1" dur="18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18519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55556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74074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92593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2" dur="18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12"/>
                                          </p:val>
                                        </p:tav>
                                        <p:tav tm="18519">
                                          <p:val>
                                            <p:strVal val="#ppt_y+0.05662"/>
                                          </p:val>
                                        </p:tav>
                                        <p:tav tm="55556">
                                          <p:val>
                                            <p:strVal val="#ppt_y+0.0578"/>
                                          </p:val>
                                        </p:tav>
                                        <p:tav tm="92593">
                                          <p:val>
                                            <p:strVal val="#ppt_y+0.057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18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0836"/>
                                          </p:val>
                                        </p:tav>
                                        <p:tav tm="92593">
                                          <p:val>
                                            <p:strVal val="#ppt_w*0.808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4" dur="18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0836"/>
                                          </p:val>
                                        </p:tav>
                                        <p:tav tm="92593">
                                          <p:val>
                                            <p:strVal val="#ppt_h*0.808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5" dur="18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.87"/>
                                          </p:val>
                                        </p:tav>
                                        <p:tav tm="92593">
                                          <p:val>
                                            <p:fltVal val="-115.8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6" presetID="0" presetClass="path" presetSubtype="0" repeatCount="indefinite" fill="hold" grpId="0" nodeType="withEffect">
                                  <p:stCondLst>
                                    <p:cond delay="51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7" dur="5117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7426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26448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33157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39997">
                                          <p:val>
                                            <p:strVal val="#ppt_x-0.01099"/>
                                          </p:val>
                                        </p:tav>
                                        <p:tav tm="46772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53417">
                                          <p:val>
                                            <p:strVal val="#ppt_x-0.00905"/>
                                          </p:val>
                                        </p:tav>
                                        <p:tav tm="72829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80842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90483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99993">
                                          <p:val>
                                            <p:strVal val="#ppt_x+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8" dur="5117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7426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26448">
                                          <p:val>
                                            <p:strVal val="#ppt_y+0.01087"/>
                                          </p:val>
                                        </p:tav>
                                        <p:tav tm="33157">
                                          <p:val>
                                            <p:strVal val="#ppt_y+0.01265"/>
                                          </p:val>
                                        </p:tav>
                                        <p:tav tm="39997">
                                          <p:val>
                                            <p:strVal val="#ppt_y+0.01323"/>
                                          </p:val>
                                        </p:tav>
                                        <p:tav tm="46772">
                                          <p:val>
                                            <p:strVal val="#ppt_y+0.01265"/>
                                          </p:val>
                                        </p:tav>
                                        <p:tav tm="53417">
                                          <p:val>
                                            <p:strVal val="#ppt_y+0.01089"/>
                                          </p:val>
                                        </p:tav>
                                        <p:tav tm="72829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80842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90483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99993">
                                          <p:val>
                                            <p:strVal val="#ppt_y-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9" dur="5117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28"/>
                                          </p:val>
                                        </p:tav>
                                        <p:tav tm="26448">
                                          <p:val>
                                            <p:fltVal val="-2.87"/>
                                          </p:val>
                                        </p:tav>
                                        <p:tav tm="39997">
                                          <p:val>
                                            <p:fltVal val="-3.49"/>
                                          </p:val>
                                        </p:tav>
                                        <p:tav tm="53417">
                                          <p:val>
                                            <p:fltVal val="-2.87"/>
                                          </p:val>
                                        </p:tav>
                                        <p:tav tm="80776">
                                          <p:val>
                                            <p:fltVal val="0.34"/>
                                          </p:val>
                                        </p:tav>
                                        <p:tav tm="90418">
                                          <p:val>
                                            <p:fltVal val="0.62"/>
                                          </p:val>
                                        </p:tav>
                                        <p:tav tm="99993">
                                          <p:val>
                                            <p:fltVal val="0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0" presetID="1" presetClass="entr" presetSubtype="0" fill="hold" grpId="0" nodeType="withEffect">
                                  <p:stCondLst>
                                    <p:cond delay="5220"/>
                                  </p:stCondLst>
                                  <p:childTnLs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2" dur="1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42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0" presetClass="path" presetSubtype="0" repeatCount="indefinite" fill="hold" grpId="0" nodeType="withEffect">
                                  <p:stCondLst>
                                    <p:cond delay="5253"/>
                                  </p:stCondLst>
                                  <p:childTnLst>
                                    <p:set>
                                      <p:cBhvr>
                                        <p:cTn id="117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6" dur="76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59"/>
                                          </p:val>
                                        </p:tav>
                                        <p:tav tm="17544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21930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26316">
                                          <p:val>
                                            <p:strVal val="#ppt_x-1.25088"/>
                                          </p:val>
                                        </p:tav>
                                        <p:tav tm="30702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39474">
                                          <p:val>
                                            <p:strVal val="#ppt_x-1.2503"/>
                                          </p:val>
                                        </p:tav>
                                        <p:tav tm="43860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48246">
                                          <p:val>
                                            <p:strVal val="#ppt_x-1.25103"/>
                                          </p:val>
                                        </p:tav>
                                        <p:tav tm="57018">
                                          <p:val>
                                            <p:strVal val="#ppt_x-1.25031"/>
                                          </p:val>
                                        </p:tav>
                                        <p:tav tm="61404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65789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74561">
                                          <p:val>
                                            <p:strVal val="#ppt_x-1.2509"/>
                                          </p:val>
                                        </p:tav>
                                        <p:tav tm="78947">
                                          <p:val>
                                            <p:strVal val="#ppt_x-1.24998"/>
                                          </p:val>
                                        </p:tav>
                                        <p:tav tm="92105">
                                          <p:val>
                                            <p:strVal val="#ppt_x-1.24968"/>
                                          </p:val>
                                        </p:tav>
                                        <p:tav tm="96491">
                                          <p:val>
                                            <p:strVal val="#ppt_x-1.25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7" dur="76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16"/>
                                          </p:val>
                                        </p:tav>
                                        <p:tav tm="8772">
                                          <p:val>
                                            <p:strVal val="#ppt_y+0.00965"/>
                                          </p:val>
                                        </p:tav>
                                        <p:tav tm="17544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26316">
                                          <p:val>
                                            <p:strVal val="#ppt_y-0.00719"/>
                                          </p:val>
                                        </p:tav>
                                        <p:tav tm="43860">
                                          <p:val>
                                            <p:strVal val="#ppt_y-0.02305"/>
                                          </p:val>
                                        </p:tav>
                                        <p:tav tm="52632">
                                          <p:val>
                                            <p:strVal val="#ppt_y-0.02819"/>
                                          </p:val>
                                        </p:tav>
                                        <p:tav tm="65789">
                                          <p:val>
                                            <p:strVal val="#ppt_y-0.03773"/>
                                          </p:val>
                                        </p:tav>
                                        <p:tav tm="87719">
                                          <p:val>
                                            <p:strVal val="#ppt_y-0.04679"/>
                                          </p:val>
                                        </p:tav>
                                        <p:tav tm="92105">
                                          <p:val>
                                            <p:strVal val="#ppt_y-0.04786"/>
                                          </p:val>
                                        </p:tav>
                                        <p:tav tm="96491">
                                          <p:val>
                                            <p:strVal val="#ppt_y-0.047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8" dur="76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1172"/>
                                          </p:val>
                                        </p:tav>
                                        <p:tav tm="8772">
                                          <p:val>
                                            <p:strVal val="#ppt_w*0.70328"/>
                                          </p:val>
                                        </p:tav>
                                        <p:tav tm="17544">
                                          <p:val>
                                            <p:strVal val="#ppt_w*0.97391"/>
                                          </p:val>
                                        </p:tav>
                                        <p:tav tm="21930">
                                          <p:val>
                                            <p:strVal val="#ppt_w*1.04239"/>
                                          </p:val>
                                        </p:tav>
                                        <p:tav tm="43860">
                                          <p:val>
                                            <p:strVal val="#ppt_w*1.14556"/>
                                          </p:val>
                                        </p:tav>
                                        <p:tav tm="61404">
                                          <p:val>
                                            <p:strVal val="#ppt_w*1.21239"/>
                                          </p:val>
                                        </p:tav>
                                        <p:tav tm="78947">
                                          <p:val>
                                            <p:strVal val="#ppt_w*1.26147"/>
                                          </p:val>
                                        </p:tav>
                                        <p:tav tm="96491">
                                          <p:val>
                                            <p:strVal val="#ppt_w*1.2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76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1172"/>
                                          </p:val>
                                        </p:tav>
                                        <p:tav tm="8772">
                                          <p:val>
                                            <p:strVal val="#ppt_h*0.70328"/>
                                          </p:val>
                                        </p:tav>
                                        <p:tav tm="17544">
                                          <p:val>
                                            <p:strVal val="#ppt_h*0.97391"/>
                                          </p:val>
                                        </p:tav>
                                        <p:tav tm="21930">
                                          <p:val>
                                            <p:strVal val="#ppt_h*1.04239"/>
                                          </p:val>
                                        </p:tav>
                                        <p:tav tm="43860">
                                          <p:val>
                                            <p:strVal val="#ppt_h*1.14556"/>
                                          </p:val>
                                        </p:tav>
                                        <p:tav tm="61404">
                                          <p:val>
                                            <p:strVal val="#ppt_h*1.21239"/>
                                          </p:val>
                                        </p:tav>
                                        <p:tav tm="78947">
                                          <p:val>
                                            <p:strVal val="#ppt_h*1.26147"/>
                                          </p:val>
                                        </p:tav>
                                        <p:tav tm="96491">
                                          <p:val>
                                            <p:strVal val="#ppt_h*1.2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0" dur="76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8.1"/>
                                          </p:val>
                                        </p:tav>
                                        <p:tav tm="4386">
                                          <p:val>
                                            <p:fltVal val="-28.45"/>
                                          </p:val>
                                        </p:tav>
                                        <p:tav tm="13158">
                                          <p:val>
                                            <p:fltVal val="-10.31"/>
                                          </p:val>
                                        </p:tav>
                                        <p:tav tm="17544">
                                          <p:val>
                                            <p:fltVal val="-1.69"/>
                                          </p:val>
                                        </p:tav>
                                        <p:tav tm="21930">
                                          <p:val>
                                            <p:fltVal val="5.97"/>
                                          </p:val>
                                        </p:tav>
                                        <p:tav tm="35088">
                                          <p:val>
                                            <p:fltVal val="25.96"/>
                                          </p:val>
                                        </p:tav>
                                        <p:tav tm="48246">
                                          <p:val>
                                            <p:fltVal val="43.68"/>
                                          </p:val>
                                        </p:tav>
                                        <p:tav tm="57018">
                                          <p:val>
                                            <p:fltVal val="54.09"/>
                                          </p:val>
                                        </p:tav>
                                        <p:tav tm="61404">
                                          <p:val>
                                            <p:fltVal val="58.82"/>
                                          </p:val>
                                        </p:tav>
                                        <p:tav tm="70175">
                                          <p:val>
                                            <p:fltVal val="67.24"/>
                                          </p:val>
                                        </p:tav>
                                        <p:tav tm="74561">
                                          <p:val>
                                            <p:fltVal val="70.88"/>
                                          </p:val>
                                        </p:tav>
                                        <p:tav tm="83333">
                                          <p:val>
                                            <p:fltVal val="76.81"/>
                                          </p:val>
                                        </p:tav>
                                        <p:tav tm="87719">
                                          <p:val>
                                            <p:fltVal val="79.03"/>
                                          </p:val>
                                        </p:tav>
                                        <p:tav tm="92105">
                                          <p:val>
                                            <p:fltVal val="80.66"/>
                                          </p:val>
                                        </p:tav>
                                        <p:tav tm="96491">
                                          <p:val>
                                            <p:fltVal val="81.64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1" dur="1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182" dur="5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3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4" presetID="0" presetClass="path" presetSubtype="0" repeatCount="indefinite" fill="hold" grpId="0" nodeType="withEffect">
                                  <p:stCondLst>
                                    <p:cond delay="5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5" dur="3853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4931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16783">
                                          <p:val>
                                            <p:strVal val="#ppt_x+0.00837"/>
                                          </p:val>
                                        </p:tav>
                                        <p:tav tm="22493">
                                          <p:val>
                                            <p:strVal val="#ppt_x+0.01155"/>
                                          </p:val>
                                        </p:tav>
                                        <p:tav tm="29328">
                                          <p:val>
                                            <p:strVal val="#ppt_x+0.01394"/>
                                          </p:val>
                                        </p:tav>
                                        <p:tav tm="36249">
                                          <p:val>
                                            <p:strVal val="#ppt_x+0.01472"/>
                                          </p:val>
                                        </p:tav>
                                        <p:tav tm="42997">
                                          <p:val>
                                            <p:strVal val="#ppt_x+0.01399"/>
                                          </p:val>
                                        </p:tav>
                                        <p:tav tm="49572">
                                          <p:val>
                                            <p:strVal val="#ppt_x+0.01176"/>
                                          </p:val>
                                        </p:tav>
                                        <p:tav tm="55368">
                                          <p:val>
                                            <p:strVal val="#ppt_x+0.0086"/>
                                          </p:val>
                                        </p:tav>
                                        <p:tav tm="69556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73968">
                                          <p:val>
                                            <p:strVal val="#ppt_x-0.00289"/>
                                          </p:val>
                                        </p:tav>
                                        <p:tav tm="78207">
                                          <p:val>
                                            <p:strVal val="#ppt_x-0.00435"/>
                                          </p:val>
                                        </p:tav>
                                        <p:tav tm="83658">
                                          <p:val>
                                            <p:strVal val="#ppt_x-0.00529"/>
                                          </p:val>
                                        </p:tav>
                                        <p:tav tm="89281">
                                          <p:val>
                                            <p:strVal val="#ppt_x-0.00526"/>
                                          </p:val>
                                        </p:tav>
                                        <p:tav tm="94645">
                                          <p:val>
                                            <p:strVal val="#ppt_x-0.00426"/>
                                          </p:val>
                                        </p:tav>
                                        <p:tav tm="99922">
                                          <p:val>
                                            <p:strVal val="#ppt_x-0.002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6" dur="3853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22580">
                                          <p:val>
                                            <p:strVal val="#ppt_y+0.00916"/>
                                          </p:val>
                                        </p:tav>
                                        <p:tav tm="29328">
                                          <p:val>
                                            <p:strVal val="#ppt_y+0.01102"/>
                                          </p:val>
                                        </p:tav>
                                        <p:tav tm="36249">
                                          <p:val>
                                            <p:strVal val="#ppt_y+0.01164"/>
                                          </p:val>
                                        </p:tav>
                                        <p:tav tm="42997">
                                          <p:val>
                                            <p:strVal val="#ppt_y+0.01106"/>
                                          </p:val>
                                        </p:tav>
                                        <p:tav tm="49572">
                                          <p:val>
                                            <p:strVal val="#ppt_y+0.0093"/>
                                          </p:val>
                                        </p:tav>
                                        <p:tav tm="69556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78294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89281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99922">
                                          <p:val>
                                            <p:strVal val="#ppt_y-0.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3853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6"/>
                                          </p:val>
                                        </p:tav>
                                        <p:tav tm="22580">
                                          <p:val>
                                            <p:fltVal val="2.38"/>
                                          </p:val>
                                        </p:tav>
                                        <p:tav tm="36249">
                                          <p:val>
                                            <p:fltVal val="3.02"/>
                                          </p:val>
                                        </p:tav>
                                        <p:tav tm="49572">
                                          <p:val>
                                            <p:fltVal val="2.41"/>
                                          </p:val>
                                        </p:tav>
                                        <p:tav tm="78207">
                                          <p:val>
                                            <p:fltVal val="-0.89"/>
                                          </p:val>
                                        </p:tav>
                                        <p:tav tm="89281">
                                          <p:val>
                                            <p:fltVal val="-1.08"/>
                                          </p:val>
                                        </p:tav>
                                        <p:tav tm="99922">
                                          <p:val>
                                            <p:fltVal val="-0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8" presetID="0" presetClass="path" presetSubtype="0" repeatCount="indefinite" fill="hold" grpId="0" nodeType="withEffect">
                                  <p:stCondLst>
                                    <p:cond delay="5507"/>
                                  </p:stCondLst>
                                  <p:childTnLst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0" dur="76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9"/>
                                          </p:val>
                                        </p:tav>
                                        <p:tav tm="4386">
                                          <p:val>
                                            <p:strVal val="#ppt_x-1.24951"/>
                                          </p:val>
                                        </p:tav>
                                        <p:tav tm="8772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17544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21930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35088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39474">
                                          <p:val>
                                            <p:strVal val="#ppt_x-1.25151"/>
                                          </p:val>
                                        </p:tav>
                                        <p:tav tm="57018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61404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6578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0175">
                                          <p:val>
                                            <p:strVal val="#ppt_x-1.24985"/>
                                          </p:val>
                                        </p:tav>
                                        <p:tav tm="74561">
                                          <p:val>
                                            <p:strVal val="#ppt_x-1.25002"/>
                                          </p:val>
                                        </p:tav>
                                        <p:tav tm="78947">
                                          <p:val>
                                            <p:strVal val="#ppt_x-1.24951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87719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2105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6491">
                                          <p:val>
                                            <p:strVal val="#ppt_x-1.249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76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437"/>
                                          </p:val>
                                        </p:tav>
                                        <p:tav tm="8772">
                                          <p:val>
                                            <p:strVal val="#ppt_y+0.05393"/>
                                          </p:val>
                                        </p:tav>
                                        <p:tav tm="30702">
                                          <p:val>
                                            <p:strVal val="#ppt_y+0.03255"/>
                                          </p:val>
                                        </p:tav>
                                        <p:tav tm="57018">
                                          <p:val>
                                            <p:strVal val="#ppt_y+0.01217"/>
                                          </p:val>
                                        </p:tav>
                                        <p:tav tm="78947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96491">
                                          <p:val>
                                            <p:strVal val="#ppt_y-0.002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2" dur="76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2334"/>
                                          </p:val>
                                        </p:tav>
                                        <p:tav tm="8772">
                                          <p:val>
                                            <p:strVal val="#ppt_w*0.55232"/>
                                          </p:val>
                                        </p:tav>
                                        <p:tav tm="17544">
                                          <p:val>
                                            <p:strVal val="#ppt_w*0.76486"/>
                                          </p:val>
                                        </p:tav>
                                        <p:tav tm="21930">
                                          <p:val>
                                            <p:strVal val="#ppt_w*0.81864"/>
                                          </p:val>
                                        </p:tav>
                                        <p:tav tm="43860">
                                          <p:val>
                                            <p:strVal val="#ppt_w*0.89966"/>
                                          </p:val>
                                        </p:tav>
                                        <p:tav tm="61404">
                                          <p:val>
                                            <p:strVal val="#ppt_w*0.95215"/>
                                          </p:val>
                                        </p:tav>
                                        <p:tav tm="78947">
                                          <p:val>
                                            <p:strVal val="#ppt_w*0.99069"/>
                                          </p:val>
                                        </p:tav>
                                        <p:tav tm="96491">
                                          <p:val>
                                            <p:strVal val="#ppt_w*1.0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3" dur="76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2334"/>
                                          </p:val>
                                        </p:tav>
                                        <p:tav tm="8772">
                                          <p:val>
                                            <p:strVal val="#ppt_h*0.55232"/>
                                          </p:val>
                                        </p:tav>
                                        <p:tav tm="17544">
                                          <p:val>
                                            <p:strVal val="#ppt_h*0.76486"/>
                                          </p:val>
                                        </p:tav>
                                        <p:tav tm="21930">
                                          <p:val>
                                            <p:strVal val="#ppt_h*0.81864"/>
                                          </p:val>
                                        </p:tav>
                                        <p:tav tm="43860">
                                          <p:val>
                                            <p:strVal val="#ppt_h*0.89966"/>
                                          </p:val>
                                        </p:tav>
                                        <p:tav tm="61404">
                                          <p:val>
                                            <p:strVal val="#ppt_h*0.95215"/>
                                          </p:val>
                                        </p:tav>
                                        <p:tav tm="78947">
                                          <p:val>
                                            <p:strVal val="#ppt_h*0.99069"/>
                                          </p:val>
                                        </p:tav>
                                        <p:tav tm="96491">
                                          <p:val>
                                            <p:strVal val="#ppt_h*1.0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4" dur="76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.87"/>
                                          </p:val>
                                        </p:tav>
                                        <p:tav tm="4386">
                                          <p:val>
                                            <p:fltVal val="-106.21"/>
                                          </p:val>
                                        </p:tav>
                                        <p:tav tm="13158">
                                          <p:val>
                                            <p:fltVal val="-88.07"/>
                                          </p:val>
                                        </p:tav>
                                        <p:tav tm="17544">
                                          <p:val>
                                            <p:fltVal val="-79.45"/>
                                          </p:val>
                                        </p:tav>
                                        <p:tav tm="21930">
                                          <p:val>
                                            <p:fltVal val="-71.79"/>
                                          </p:val>
                                        </p:tav>
                                        <p:tav tm="35088">
                                          <p:val>
                                            <p:fltVal val="-51.8"/>
                                          </p:val>
                                        </p:tav>
                                        <p:tav tm="48246">
                                          <p:val>
                                            <p:fltVal val="-34.08"/>
                                          </p:val>
                                        </p:tav>
                                        <p:tav tm="57018">
                                          <p:val>
                                            <p:fltVal val="-23.68"/>
                                          </p:val>
                                        </p:tav>
                                        <p:tav tm="61404">
                                          <p:val>
                                            <p:fltVal val="-18.94"/>
                                          </p:val>
                                        </p:tav>
                                        <p:tav tm="70175">
                                          <p:val>
                                            <p:fltVal val="-10.52"/>
                                          </p:val>
                                        </p:tav>
                                        <p:tav tm="74561">
                                          <p:val>
                                            <p:fltVal val="-6.89"/>
                                          </p:val>
                                        </p:tav>
                                        <p:tav tm="83333">
                                          <p:val>
                                            <p:fltVal val="-0.95"/>
                                          </p:val>
                                        </p:tav>
                                        <p:tav tm="87719">
                                          <p:val>
                                            <p:fltVal val="1.26"/>
                                          </p:val>
                                        </p:tav>
                                        <p:tav tm="92105">
                                          <p:val>
                                            <p:fltVal val="2.9"/>
                                          </p:val>
                                        </p:tav>
                                        <p:tav tm="96491">
                                          <p:val>
                                            <p:fltVal val="3.88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5" dur="1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196" dur="5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1" presetClass="entr" presetSubtype="0" fill="hold" grpId="0" nodeType="withEffect">
                                  <p:stCondLst>
                                    <p:cond delay="5640"/>
                                  </p:stCondLst>
                                  <p:childTnLst>
                                    <p:set>
                                      <p:cBhvr>
                                        <p:cTn id="1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0" dur="1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1" presetID="0" presetClass="path" presetSubtype="0" repeatCount="indefinite" fill="hold" grpId="0" nodeType="withEffect">
                                  <p:stCondLst>
                                    <p:cond delay="60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2" dur="4672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23402">
                                          <p:val>
                                            <p:strVal val="#ppt_x+0.00761"/>
                                          </p:val>
                                        </p:tav>
                                        <p:tav tm="30180">
                                          <p:val>
                                            <p:strVal val="#ppt_x+0.00895"/>
                                          </p:val>
                                        </p:tav>
                                        <p:tav tm="37100">
                                          <p:val>
                                            <p:strVal val="#ppt_x+0.00939"/>
                                          </p:val>
                                        </p:tav>
                                        <p:tav tm="43878">
                                          <p:val>
                                            <p:strVal val="#ppt_x+0.00897"/>
                                          </p:val>
                                        </p:tav>
                                        <p:tav tm="50442">
                                          <p:val>
                                            <p:strVal val="#ppt_x+0.00769"/>
                                          </p:val>
                                        </p:tav>
                                        <p:tav tm="7034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78838">
                                          <p:val>
                                            <p:strVal val="#ppt_x-0.00146"/>
                                          </p:val>
                                        </p:tav>
                                        <p:tav tm="89541">
                                          <p:val>
                                            <p:strVal val="#ppt_x-0.00204"/>
                                          </p:val>
                                        </p:tav>
                                        <p:tav tm="99957">
                                          <p:val>
                                            <p:strVal val="#ppt_x-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4672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5494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17623">
                                          <p:val>
                                            <p:strVal val="#ppt_y-0.01382"/>
                                          </p:val>
                                        </p:tav>
                                        <p:tav tm="23402">
                                          <p:val>
                                            <p:strVal val="#ppt_y-0.01821"/>
                                          </p:val>
                                        </p:tav>
                                        <p:tav tm="30180">
                                          <p:val>
                                            <p:strVal val="#ppt_y-0.02143"/>
                                          </p:val>
                                        </p:tav>
                                        <p:tav tm="37100">
                                          <p:val>
                                            <p:strVal val="#ppt_y-0.02248"/>
                                          </p:val>
                                        </p:tav>
                                        <p:tav tm="43878">
                                          <p:val>
                                            <p:strVal val="#ppt_y-0.02147"/>
                                          </p:val>
                                        </p:tav>
                                        <p:tav tm="50442">
                                          <p:val>
                                            <p:strVal val="#ppt_y-0.01842"/>
                                          </p:val>
                                        </p:tav>
                                        <p:tav tm="56221">
                                          <p:val>
                                            <p:strVal val="#ppt_y-0.01411"/>
                                          </p:val>
                                        </p:tav>
                                        <p:tav tm="70277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78838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84118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89541">
                                          <p:val>
                                            <p:strVal val="#ppt_y+0.00488"/>
                                          </p:val>
                                        </p:tav>
                                        <p:tav tm="94820">
                                          <p:val>
                                            <p:strVal val="#ppt_y+0.00369"/>
                                          </p:val>
                                        </p:tav>
                                        <p:tav tm="99957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4" dur="4672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04"/>
                                          </p:val>
                                        </p:tav>
                                        <p:tav tm="37100">
                                          <p:val>
                                            <p:fltVal val="0.81"/>
                                          </p:val>
                                        </p:tav>
                                        <p:tav tm="78838">
                                          <p:val>
                                            <p:fltVal val="-0.13"/>
                                          </p:val>
                                        </p:tav>
                                        <p:tav tm="99957">
                                          <p:val>
                                            <p:fltVal val="-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5" presetID="0" presetClass="path" presetSubtype="0" repeatCount="indefinite" fill="hold" grpId="0" nodeType="withEffect">
                                  <p:stCondLst>
                                    <p:cond delay="60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6" dur="572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2331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5828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8159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11655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12238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15152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15734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17483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18065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20979">
                                          <p:val>
                                            <p:strVal val="#ppt_x+0"/>
                                          </p:val>
                                        </p:tav>
                                        <p:tav tm="21562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25058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27389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30886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31469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34382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34965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36713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37296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40210">
                                          <p:val>
                                            <p:strVal val="#ppt_x+0"/>
                                          </p:val>
                                        </p:tav>
                                        <p:tav tm="40793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44289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46620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50117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50699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53613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54196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55944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56527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59441">
                                          <p:val>
                                            <p:strVal val="#ppt_x+0"/>
                                          </p:val>
                                        </p:tav>
                                        <p:tav tm="60023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63520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65851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69347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69930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72844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73427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75175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75758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78671">
                                          <p:val>
                                            <p:strVal val="#ppt_x+0"/>
                                          </p:val>
                                        </p:tav>
                                        <p:tav tm="79254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82751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85082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88578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89161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92075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92657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94406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94988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97902">
                                          <p:val>
                                            <p:strVal val="#ppt_x+0"/>
                                          </p:val>
                                        </p:tav>
                                        <p:tav tm="98485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99650">
                                          <p:val>
                                            <p:strVal val="#ppt_x-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572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748">
                                          <p:val>
                                            <p:strVal val="#ppt_h*1.24106"/>
                                          </p:val>
                                        </p:tav>
                                        <p:tav tm="4662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6410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8159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10490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13403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13986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16317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18648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20396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22727">
                                          <p:val>
                                            <p:strVal val="#ppt_h*2.6"/>
                                          </p:val>
                                        </p:tav>
                                        <p:tav tm="25058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27389">
                                          <p:val>
                                            <p:strVal val="#ppt_h*1.001"/>
                                          </p:val>
                                        </p:tav>
                                        <p:tav tm="29138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31469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32051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34965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37296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39044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40793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43124">
                                          <p:val>
                                            <p:strVal val="#ppt_h*1.43533"/>
                                          </p:val>
                                        </p:tav>
                                        <p:tav tm="44872">
                                          <p:val>
                                            <p:strVal val="#ppt_h*1.02556"/>
                                          </p:val>
                                        </p:tav>
                                        <p:tav tm="47203">
                                          <p:val>
                                            <p:strVal val="#ppt_h*1.24106"/>
                                          </p:val>
                                        </p:tav>
                                        <p:tav tm="50117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51865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53613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55944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58858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59441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61772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64103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65851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68182">
                                          <p:val>
                                            <p:strVal val="#ppt_h*2.6"/>
                                          </p:val>
                                        </p:tav>
                                        <p:tav tm="70513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72261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74592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76923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77506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80420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82751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84499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86247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89161">
                                          <p:val>
                                            <p:strVal val="#ppt_h*1.24106"/>
                                          </p:val>
                                        </p:tav>
                                        <p:tav tm="91492">
                                          <p:val>
                                            <p:strVal val="#ppt_h*1.02556"/>
                                          </p:val>
                                        </p:tav>
                                        <p:tav tm="93240">
                                          <p:val>
                                            <p:strVal val="#ppt_h*1.43533"/>
                                          </p:val>
                                        </p:tav>
                                        <p:tav tm="95571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97902">
                                          <p:val>
                                            <p:strVal val="#ppt_h*1.3507"/>
                                          </p:val>
                                        </p:tav>
                                        <p:tav tm="99650">
                                          <p:val>
                                            <p:strVal val="#ppt_h*1.00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8" presetID="0" presetClass="path" presetSubtype="0" repeatCount="indefinite" fill="hold" grpId="0" nodeType="withEffect">
                                  <p:stCondLst>
                                    <p:cond delay="60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9" dur="572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88"/>
                                          </p:val>
                                        </p:tav>
                                        <p:tav tm="2331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5828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8159">
                                          <p:val>
                                            <p:strVal val="#ppt_x+0.02111"/>
                                          </p:val>
                                        </p:tav>
                                        <p:tav tm="11655">
                                          <p:val>
                                            <p:strVal val="#ppt_x+0.02264"/>
                                          </p:val>
                                        </p:tav>
                                        <p:tav tm="12238">
                                          <p:val>
                                            <p:strVal val="#ppt_x+0.0215"/>
                                          </p:val>
                                        </p:tav>
                                        <p:tav tm="15152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15734">
                                          <p:val>
                                            <p:strVal val="#ppt_x+0.02099"/>
                                          </p:val>
                                        </p:tav>
                                        <p:tav tm="17483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18065">
                                          <p:val>
                                            <p:strVal val="#ppt_x+0.02156"/>
                                          </p:val>
                                        </p:tav>
                                        <p:tav tm="20979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21562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25058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27389">
                                          <p:val>
                                            <p:strVal val="#ppt_x+0.02111"/>
                                          </p:val>
                                        </p:tav>
                                        <p:tav tm="30886">
                                          <p:val>
                                            <p:strVal val="#ppt_x+0.02264"/>
                                          </p:val>
                                        </p:tav>
                                        <p:tav tm="31469">
                                          <p:val>
                                            <p:strVal val="#ppt_x+0.0215"/>
                                          </p:val>
                                        </p:tav>
                                        <p:tav tm="34382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34965">
                                          <p:val>
                                            <p:strVal val="#ppt_x+0.02099"/>
                                          </p:val>
                                        </p:tav>
                                        <p:tav tm="36713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7296">
                                          <p:val>
                                            <p:strVal val="#ppt_x+0.02156"/>
                                          </p:val>
                                        </p:tav>
                                        <p:tav tm="40210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40793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44289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46620">
                                          <p:val>
                                            <p:strVal val="#ppt_x+0.02111"/>
                                          </p:val>
                                        </p:tav>
                                        <p:tav tm="50117">
                                          <p:val>
                                            <p:strVal val="#ppt_x+0.02264"/>
                                          </p:val>
                                        </p:tav>
                                        <p:tav tm="50699">
                                          <p:val>
                                            <p:strVal val="#ppt_x+0.0215"/>
                                          </p:val>
                                        </p:tav>
                                        <p:tav tm="53613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54196">
                                          <p:val>
                                            <p:strVal val="#ppt_x+0.02099"/>
                                          </p:val>
                                        </p:tav>
                                        <p:tav tm="55944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56527">
                                          <p:val>
                                            <p:strVal val="#ppt_x+0.02156"/>
                                          </p:val>
                                        </p:tav>
                                        <p:tav tm="59441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63520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65851">
                                          <p:val>
                                            <p:strVal val="#ppt_x+0.02111"/>
                                          </p:val>
                                        </p:tav>
                                        <p:tav tm="69347">
                                          <p:val>
                                            <p:strVal val="#ppt_x+0.02264"/>
                                          </p:val>
                                        </p:tav>
                                        <p:tav tm="69930">
                                          <p:val>
                                            <p:strVal val="#ppt_x+0.0215"/>
                                          </p:val>
                                        </p:tav>
                                        <p:tav tm="72844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73427">
                                          <p:val>
                                            <p:strVal val="#ppt_x+0.02099"/>
                                          </p:val>
                                        </p:tav>
                                        <p:tav tm="75175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75758">
                                          <p:val>
                                            <p:strVal val="#ppt_x+0.02156"/>
                                          </p:val>
                                        </p:tav>
                                        <p:tav tm="78671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79254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82751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85082">
                                          <p:val>
                                            <p:strVal val="#ppt_x+0.02111"/>
                                          </p:val>
                                        </p:tav>
                                        <p:tav tm="88578">
                                          <p:val>
                                            <p:strVal val="#ppt_x+0.02264"/>
                                          </p:val>
                                        </p:tav>
                                        <p:tav tm="89161">
                                          <p:val>
                                            <p:strVal val="#ppt_x+0.0215"/>
                                          </p:val>
                                        </p:tav>
                                        <p:tav tm="92075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92657">
                                          <p:val>
                                            <p:strVal val="#ppt_x+0.02099"/>
                                          </p:val>
                                        </p:tav>
                                        <p:tav tm="94406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94988">
                                          <p:val>
                                            <p:strVal val="#ppt_x+0.02156"/>
                                          </p:val>
                                        </p:tav>
                                        <p:tav tm="97902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98485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99650">
                                          <p:val>
                                            <p:strVal val="#ppt_x+0.021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0" dur="572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748">
                                          <p:val>
                                            <p:strVal val="#ppt_h*1.24106"/>
                                          </p:val>
                                        </p:tav>
                                        <p:tav tm="4662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6410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8159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10490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13403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13986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16317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18648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20396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22727">
                                          <p:val>
                                            <p:strVal val="#ppt_h*2.6"/>
                                          </p:val>
                                        </p:tav>
                                        <p:tav tm="25058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27389">
                                          <p:val>
                                            <p:strVal val="#ppt_h*1.001"/>
                                          </p:val>
                                        </p:tav>
                                        <p:tav tm="29138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31469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32051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34965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37296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39044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40793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43124">
                                          <p:val>
                                            <p:strVal val="#ppt_h*1.43533"/>
                                          </p:val>
                                        </p:tav>
                                        <p:tav tm="44872">
                                          <p:val>
                                            <p:strVal val="#ppt_h*1.02556"/>
                                          </p:val>
                                        </p:tav>
                                        <p:tav tm="47203">
                                          <p:val>
                                            <p:strVal val="#ppt_h*1.24106"/>
                                          </p:val>
                                        </p:tav>
                                        <p:tav tm="50117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51865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53613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55944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58858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59441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61772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64103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65851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68182">
                                          <p:val>
                                            <p:strVal val="#ppt_h*2.6"/>
                                          </p:val>
                                        </p:tav>
                                        <p:tav tm="70513">
                                          <p:val>
                                            <p:strVal val="#ppt_h*1.39187"/>
                                          </p:val>
                                        </p:tav>
                                        <p:tav tm="72261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74592">
                                          <p:val>
                                            <p:strVal val="#ppt_h*1.27528"/>
                                          </p:val>
                                        </p:tav>
                                        <p:tav tm="76923">
                                          <p:val>
                                            <p:strVal val="#ppt_h*2.3886"/>
                                          </p:val>
                                        </p:tav>
                                        <p:tav tm="77506">
                                          <p:val>
                                            <p:strVal val="#ppt_h*2.45877"/>
                                          </p:val>
                                        </p:tav>
                                        <p:tav tm="80420">
                                          <p:val>
                                            <p:strVal val="#ppt_h*1.15239"/>
                                          </p:val>
                                        </p:tav>
                                        <p:tav tm="82751">
                                          <p:val>
                                            <p:strVal val="#ppt_h*1.06646"/>
                                          </p:val>
                                        </p:tav>
                                        <p:tav tm="84499">
                                          <p:val>
                                            <p:strVal val="#ppt_h*1.57904"/>
                                          </p:val>
                                        </p:tav>
                                        <p:tav tm="86247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89161">
                                          <p:val>
                                            <p:strVal val="#ppt_h*1.24106"/>
                                          </p:val>
                                        </p:tav>
                                        <p:tav tm="91492">
                                          <p:val>
                                            <p:strVal val="#ppt_h*1.02556"/>
                                          </p:val>
                                        </p:tav>
                                        <p:tav tm="93240">
                                          <p:val>
                                            <p:strVal val="#ppt_h*1.43533"/>
                                          </p:val>
                                        </p:tav>
                                        <p:tav tm="95571">
                                          <p:val>
                                            <p:strVal val="#ppt_h*2.5293"/>
                                          </p:val>
                                        </p:tav>
                                        <p:tav tm="97902">
                                          <p:val>
                                            <p:strVal val="#ppt_h*1.3507"/>
                                          </p:val>
                                        </p:tav>
                                        <p:tav tm="99650">
                                          <p:val>
                                            <p:strVal val="#ppt_h*1.00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1" presetID="0" presetClass="path" presetSubtype="0" repeatCount="indefinite" fill="hold" grpId="0" nodeType="withEffect">
                                  <p:stCondLst>
                                    <p:cond delay="61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2" dur="5366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38514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99950">
                                          <p:val>
                                            <p:strVal val="#ppt_y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3" dur="5366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13"/>
                                          </p:val>
                                        </p:tav>
                                        <p:tav tm="24786">
                                          <p:val>
                                            <p:fltVal val="-3.25"/>
                                          </p:val>
                                        </p:tav>
                                        <p:tav tm="38452">
                                          <p:val>
                                            <p:fltVal val="-3.96"/>
                                          </p:val>
                                        </p:tav>
                                        <p:tav tm="51870">
                                          <p:val>
                                            <p:fltVal val="-3.27"/>
                                          </p:val>
                                        </p:tav>
                                        <p:tav tm="79761">
                                          <p:val>
                                            <p:fltVal val="0.35"/>
                                          </p:val>
                                        </p:tav>
                                        <p:tav tm="90011">
                                          <p:val>
                                            <p:fltVal val="0.62"/>
                                          </p:val>
                                        </p:tav>
                                        <p:tav tm="99950">
                                          <p:val>
                                            <p:fltVal val="0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4" presetID="0" presetClass="path" presetSubtype="0" repeatCount="indefinite" fill="hold" grpId="0" nodeType="withEffect">
                                  <p:stCondLst>
                                    <p:cond delay="63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5" dur="4041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20622">
                                          <p:val>
                                            <p:strVal val="#ppt_x-0.00777"/>
                                          </p:val>
                                        </p:tav>
                                        <p:tav tm="27386">
                                          <p:val>
                                            <p:strVal val="#ppt_x-0.00928"/>
                                          </p:val>
                                        </p:tav>
                                        <p:tav tm="34315">
                                          <p:val>
                                            <p:strVal val="#ppt_x-0.00977"/>
                                          </p:val>
                                        </p:tav>
                                        <p:tav tm="40996">
                                          <p:val>
                                            <p:strVal val="#ppt_x-0.00931"/>
                                          </p:val>
                                        </p:tav>
                                        <p:tav tm="47513">
                                          <p:val>
                                            <p:strVal val="#ppt_x-0.00789"/>
                                          </p:val>
                                        </p:tav>
                                        <p:tav tm="67805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76961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82735">
                                          <p:val>
                                            <p:strVal val="#ppt_x+0.00313"/>
                                          </p:val>
                                        </p:tav>
                                        <p:tav tm="88674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94284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99975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6" dur="4041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20622">
                                          <p:val>
                                            <p:strVal val="#ppt_y-0.01121"/>
                                          </p:val>
                                        </p:tav>
                                        <p:tav tm="27386">
                                          <p:val>
                                            <p:strVal val="#ppt_y-0.01339"/>
                                          </p:val>
                                        </p:tav>
                                        <p:tav tm="34315">
                                          <p:val>
                                            <p:strVal val="#ppt_y-0.01409"/>
                                          </p:val>
                                        </p:tav>
                                        <p:tav tm="40996">
                                          <p:val>
                                            <p:strVal val="#ppt_y-0.01342"/>
                                          </p:val>
                                        </p:tav>
                                        <p:tav tm="47513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67805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76961">
                                          <p:val>
                                            <p:strVal val="#ppt_y+0.00375"/>
                                          </p:val>
                                        </p:tav>
                                        <p:tav tm="8867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99975">
                                          <p:val>
                                            <p:strVal val="#ppt_y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7" dur="4041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16"/>
                                          </p:val>
                                        </p:tav>
                                        <p:tav tm="20622">
                                          <p:val>
                                            <p:fltVal val="2.59"/>
                                          </p:val>
                                        </p:tav>
                                        <p:tav tm="34315">
                                          <p:val>
                                            <p:fltVal val="3.26"/>
                                          </p:val>
                                        </p:tav>
                                        <p:tav tm="47513">
                                          <p:val>
                                            <p:fltVal val="2.63"/>
                                          </p:val>
                                        </p:tav>
                                        <p:tav tm="76961">
                                          <p:val>
                                            <p:fltVal val="-0.87"/>
                                          </p:val>
                                        </p:tav>
                                        <p:tav tm="88674">
                                          <p:val>
                                            <p:fltVal val="-0.99"/>
                                          </p:val>
                                        </p:tav>
                                        <p:tav tm="99975">
                                          <p:val>
                                            <p:fltVal val="-0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8" presetID="0" presetClass="path" presetSubtype="0" repeatCount="indefinite" fill="hold" grpId="0" nodeType="withEffect">
                                  <p:stCondLst>
                                    <p:cond delay="643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9" dur="576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25210">
                                          <p:val>
                                            <p:strVal val="#ppt_x+0.00637"/>
                                          </p:val>
                                        </p:tav>
                                        <p:tav tm="31975">
                                          <p:val>
                                            <p:strVal val="#ppt_x+0.00739"/>
                                          </p:val>
                                        </p:tav>
                                        <p:tav tm="38855">
                                          <p:val>
                                            <p:strVal val="#ppt_x+0.00772"/>
                                          </p:val>
                                        </p:tav>
                                        <p:tav tm="45620">
                                          <p:val>
                                            <p:strVal val="#ppt_x+0.0074"/>
                                          </p:val>
                                        </p:tav>
                                        <p:tav tm="52269">
                                          <p:val>
                                            <p:strVal val="#ppt_x+0.00641"/>
                                          </p:val>
                                        </p:tav>
                                        <p:tav tm="71813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80023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90084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99971">
                                          <p:val>
                                            <p:strVal val="#ppt_x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0" dur="576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25210">
                                          <p:val>
                                            <p:strVal val="#ppt_y-0.0117"/>
                                          </p:val>
                                        </p:tav>
                                        <p:tav tm="31975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38855">
                                          <p:val>
                                            <p:strVal val="#ppt_y-0.01418"/>
                                          </p:val>
                                        </p:tav>
                                        <p:tav tm="45620">
                                          <p:val>
                                            <p:strVal val="#ppt_y-0.01359"/>
                                          </p:val>
                                        </p:tav>
                                        <p:tav tm="52269">
                                          <p:val>
                                            <p:strVal val="#ppt_y-0.01177"/>
                                          </p:val>
                                        </p:tav>
                                        <p:tav tm="71813">
                                          <p:val>
                                            <p:strVal val="#ppt_y-0.00198"/>
                                          </p:val>
                                        </p:tav>
                                        <p:tav tm="80023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90084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9971">
                                          <p:val>
                                            <p:strVal val="#ppt_y+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1" dur="576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8"/>
                                          </p:val>
                                        </p:tav>
                                        <p:tav tm="25210">
                                          <p:val>
                                            <p:fltVal val="-3.61"/>
                                          </p:val>
                                        </p:tav>
                                        <p:tav tm="38855">
                                          <p:val>
                                            <p:fltVal val="-4.38"/>
                                          </p:val>
                                        </p:tav>
                                        <p:tav tm="52269">
                                          <p:val>
                                            <p:fltVal val="-3.63"/>
                                          </p:val>
                                        </p:tav>
                                        <p:tav tm="80023">
                                          <p:val>
                                            <p:fltVal val="0.28"/>
                                          </p:val>
                                        </p:tav>
                                        <p:tav tm="90084">
                                          <p:val>
                                            <p:fltVal val="0.58"/>
                                          </p:val>
                                        </p:tav>
                                        <p:tav tm="99971">
                                          <p:val>
                                            <p:fltVal val="0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2" presetID="0" presetClass="path" presetSubtype="0" repeatCount="indefinite" fill="hold" grpId="0" nodeType="withEffect">
                                  <p:stCondLst>
                                    <p:cond delay="65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3" dur="5156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23468">
                                          <p:val>
                                            <p:strVal val="#ppt_x+0.00566"/>
                                          </p:val>
                                        </p:tav>
                                        <p:tav tm="30321">
                                          <p:val>
                                            <p:strVal val="#ppt_x+0.00663"/>
                                          </p:val>
                                        </p:tav>
                                        <p:tav tm="37303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50621">
                                          <p:val>
                                            <p:strVal val="#ppt_x+0.00572"/>
                                          </p:val>
                                        </p:tav>
                                        <p:tav tm="70468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78937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89604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99948">
                                          <p:val>
                                            <p:strVal val="#ppt_x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4" dur="5156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23532">
                                          <p:val>
                                            <p:strVal val="#ppt_y-0.0123"/>
                                          </p:val>
                                        </p:tav>
                                        <p:tav tm="30321">
                                          <p:val>
                                            <p:strVal val="#ppt_y-0.01438"/>
                                          </p:val>
                                        </p:tav>
                                        <p:tav tm="37238">
                                          <p:val>
                                            <p:strVal val="#ppt_y-0.01505"/>
                                          </p:val>
                                        </p:tav>
                                        <p:tav tm="43962">
                                          <p:val>
                                            <p:strVal val="#ppt_y-0.01441"/>
                                          </p:val>
                                        </p:tav>
                                        <p:tav tm="50556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7033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78873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9604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99948">
                                          <p:val>
                                            <p:strVal val="#ppt_y+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5" dur="5156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5"/>
                                          </p:val>
                                        </p:tav>
                                        <p:tav tm="23532">
                                          <p:val>
                                            <p:fltVal val="-2.73"/>
                                          </p:val>
                                        </p:tav>
                                        <p:tav tm="37238">
                                          <p:val>
                                            <p:fltVal val="-3.34"/>
                                          </p:val>
                                        </p:tav>
                                        <p:tav tm="50556">
                                          <p:val>
                                            <p:fltVal val="-2.76"/>
                                          </p:val>
                                        </p:tav>
                                        <p:tav tm="78873">
                                          <p:val>
                                            <p:fltVal val="0.36"/>
                                          </p:val>
                                        </p:tav>
                                        <p:tav tm="89604">
                                          <p:val>
                                            <p:fltVal val="0.57"/>
                                          </p:val>
                                        </p:tav>
                                        <p:tav tm="99948">
                                          <p:val>
                                            <p:fltVal val="0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6" presetID="0" presetClass="path" presetSubtype="0" repeatCount="indefinite" fill="hold" grpId="0" nodeType="withEffect">
                                  <p:stCondLst>
                                    <p:cond delay="67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7" dur="3969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1940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33006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46191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7609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88183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99941">
                                          <p:val>
                                            <p:strVal val="#ppt_x-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8" dur="3969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19400">
                                          <p:val>
                                            <p:strVal val="#ppt_y+0.01346"/>
                                          </p:val>
                                        </p:tav>
                                        <p:tav tm="26119">
                                          <p:val>
                                            <p:strVal val="#ppt_y+0.01607"/>
                                          </p:val>
                                        </p:tav>
                                        <p:tav tm="33006">
                                          <p:val>
                                            <p:strVal val="#ppt_y+0.01693"/>
                                          </p:val>
                                        </p:tav>
                                        <p:tav tm="39641">
                                          <p:val>
                                            <p:strVal val="#ppt_y+0.01613"/>
                                          </p:val>
                                        </p:tav>
                                        <p:tav tm="46191">
                                          <p:val>
                                            <p:strVal val="#ppt_y+0.01365"/>
                                          </p:val>
                                        </p:tav>
                                        <p:tav tm="66683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76090">
                                          <p:val>
                                            <p:strVal val="#ppt_y-0.00488"/>
                                          </p:val>
                                        </p:tav>
                                        <p:tav tm="82137">
                                          <p:val>
                                            <p:strVal val="#ppt_y-0.00573"/>
                                          </p:val>
                                        </p:tav>
                                        <p:tav tm="88183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93978">
                                          <p:val>
                                            <p:strVal val="#ppt_y-0.00349"/>
                                          </p:val>
                                        </p:tav>
                                        <p:tav tm="99941">
                                          <p:val>
                                            <p:strVal val="#ppt_y-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9" dur="3969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5"/>
                                          </p:val>
                                        </p:tav>
                                        <p:tav tm="19400">
                                          <p:val>
                                            <p:fltVal val="-2.52"/>
                                          </p:val>
                                        </p:tav>
                                        <p:tav tm="33006">
                                          <p:val>
                                            <p:fltVal val="-3.17"/>
                                          </p:val>
                                        </p:tav>
                                        <p:tav tm="46191">
                                          <p:val>
                                            <p:fltVal val="-2.55"/>
                                          </p:val>
                                        </p:tav>
                                        <p:tav tm="66683">
                                          <p:val>
                                            <p:fltVal val="0.13"/>
                                          </p:val>
                                        </p:tav>
                                        <p:tav tm="76090">
                                          <p:val>
                                            <p:fltVal val="0.91"/>
                                          </p:val>
                                        </p:tav>
                                        <p:tav tm="88267">
                                          <p:val>
                                            <p:fltVal val="0.98"/>
                                          </p:val>
                                        </p:tav>
                                        <p:tav tm="99941">
                                          <p:val>
                                            <p:fltVal val="0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0" presetID="0" presetClass="path" presetSubtype="0" repeatCount="indefinite" fill="hold" grpId="0" nodeType="withEffect">
                                  <p:stCondLst>
                                    <p:cond delay="691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1" dur="4144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9707">
                                          <p:val>
                                            <p:strVal val="#ppt_x-0.0086"/>
                                          </p:val>
                                        </p:tav>
                                        <p:tav tm="26384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33301">
                                          <p:val>
                                            <p:strVal val="#ppt_x-0.01076"/>
                                          </p:val>
                                        </p:tav>
                                        <p:tav tm="39977">
                                          <p:val>
                                            <p:strVal val="#ppt_x-0.01026"/>
                                          </p:val>
                                        </p:tav>
                                        <p:tav tm="46493">
                                          <p:val>
                                            <p:strVal val="#ppt_x-0.00874"/>
                                          </p:val>
                                        </p:tav>
                                        <p:tav tm="52284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67005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76335">
                                          <p:val>
                                            <p:strVal val="#ppt_x+0.00271"/>
                                          </p:val>
                                        </p:tav>
                                        <p:tav tm="82368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88401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94112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9998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2" dur="4144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9707">
                                          <p:val>
                                            <p:strVal val="#ppt_y+0.00963"/>
                                          </p:val>
                                        </p:tav>
                                        <p:tav tm="26464">
                                          <p:val>
                                            <p:strVal val="#ppt_y+0.01145"/>
                                          </p:val>
                                        </p:tav>
                                        <p:tav tm="33301">
                                          <p:val>
                                            <p:strVal val="#ppt_y+0.01203"/>
                                          </p:val>
                                        </p:tav>
                                        <p:tav tm="39977">
                                          <p:val>
                                            <p:strVal val="#ppt_y+0.01148"/>
                                          </p:val>
                                        </p:tav>
                                        <p:tav tm="46493">
                                          <p:val>
                                            <p:strVal val="#ppt_y+0.00978"/>
                                          </p:val>
                                        </p:tav>
                                        <p:tav tm="6700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6335">
                                          <p:val>
                                            <p:strVal val="#ppt_y-0.00303"/>
                                          </p:val>
                                        </p:tav>
                                        <p:tav tm="88401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9998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3" dur="4144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9707">
                                          <p:val>
                                            <p:fltVal val="2.26"/>
                                          </p:val>
                                        </p:tav>
                                        <p:tav tm="33301">
                                          <p:val>
                                            <p:fltVal val="2.83"/>
                                          </p:val>
                                        </p:tav>
                                        <p:tav tm="46493">
                                          <p:val>
                                            <p:fltVal val="2.3"/>
                                          </p:val>
                                        </p:tav>
                                        <p:tav tm="76335">
                                          <p:val>
                                            <p:fltVal val="-0.71"/>
                                          </p:val>
                                        </p:tav>
                                        <p:tav tm="88401">
                                          <p:val>
                                            <p:fltVal val="-0.78"/>
                                          </p:val>
                                        </p:tav>
                                        <p:tav tm="9998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117" grpId="0" animBg="1"/>
      <p:bldP spid="118" grpId="0" animBg="1"/>
      <p:bldP spid="119" grpId="0" animBg="1"/>
      <p:bldP spid="2" grpId="0" animBg="1"/>
      <p:bldP spid="4" grpId="0" animBg="1"/>
      <p:bldP spid="6" grpId="0" animBg="1"/>
      <p:bldP spid="7" grpId="0" animBg="1"/>
      <p:bldP spid="9" grpId="0" animBg="1"/>
      <p:bldP spid="11" grpId="0" animBg="1"/>
      <p:bldP spid="12" grpId="0" animBg="1"/>
      <p:bldP spid="14" grpId="0" animBg="1"/>
      <p:bldP spid="15" grpId="0" animBg="1"/>
      <p:bldP spid="17" grpId="0" animBg="1"/>
      <p:bldP spid="19" grpId="0" animBg="1"/>
      <p:bldP spid="20" grpId="0" animBg="1"/>
      <p:bldP spid="22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25" grpId="0" animBg="1"/>
      <p:bldP spid="27" grpId="0" build="p"/>
      <p:bldP spid="39" grpId="0" animBg="1"/>
      <p:bldP spid="38" grpId="0" animBg="1"/>
      <p:bldP spid="37" grpId="0" animBg="1"/>
      <p:bldP spid="85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36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35" grpId="0" animBg="1"/>
      <p:bldP spid="34" grpId="0" animBg="1"/>
      <p:bldP spid="5" grpId="0" animBg="1"/>
      <p:bldP spid="13" grpId="0" animBg="1"/>
      <p:bldP spid="33" grpId="0" animBg="1"/>
      <p:bldP spid="32" grpId="0" animBg="1"/>
      <p:bldP spid="8" grpId="0" animBg="1"/>
      <p:bldP spid="18" grpId="0" animBg="1"/>
      <p:bldP spid="23" grpId="0" animBg="1"/>
      <p:bldP spid="3" grpId="0" animBg="1"/>
      <p:bldP spid="10" grpId="0" animBg="1"/>
      <p:bldP spid="16" grpId="0" animBg="1"/>
      <p:bldP spid="21" grpId="0" animBg="1"/>
      <p:bldP spid="31" grpId="0" animBg="1"/>
      <p:bldP spid="30" grpId="0" animBg="1"/>
      <p:bldP spid="28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Właśnie weszliście w tryb Homo Urgens">
    <p:bg>
      <p:bgPr>
        <a:solidFill>
          <a:srgbClr val="11111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fasetka 1"/>
          <p:cNvSpPr/>
          <p:nvPr/>
        </p:nvSpPr>
        <p:spPr>
          <a:xfrm>
            <a:off x="0" y="0"/>
            <a:ext cx="861757" cy="499966"/>
          </a:xfrm>
          <a:custGeom>
            <a:avLst/>
            <a:gdLst/>
            <a:ahLst/>
            <a:cxnLst/>
            <a:rect l="0" t="0" r="r" b="b"/>
            <a:pathLst>
              <a:path w="861757" h="499966">
                <a:moveTo>
                  <a:pt x="0" y="0"/>
                </a:moveTo>
                <a:lnTo>
                  <a:pt x="861757" y="0"/>
                </a:lnTo>
                <a:lnTo>
                  <a:pt x="0" y="4999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2"/>
          <p:cNvSpPr/>
          <p:nvPr/>
        </p:nvSpPr>
        <p:spPr>
          <a:xfrm>
            <a:off x="0" y="0"/>
            <a:ext cx="885897" cy="912763"/>
          </a:xfrm>
          <a:custGeom>
            <a:avLst/>
            <a:gdLst/>
            <a:ahLst/>
            <a:cxnLst/>
            <a:rect l="0" t="0" r="r" b="b"/>
            <a:pathLst>
              <a:path w="885897" h="912763">
                <a:moveTo>
                  <a:pt x="861757" y="0"/>
                </a:moveTo>
                <a:lnTo>
                  <a:pt x="885897" y="912763"/>
                </a:lnTo>
                <a:lnTo>
                  <a:pt x="0" y="4999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3"/>
          <p:cNvSpPr/>
          <p:nvPr/>
        </p:nvSpPr>
        <p:spPr>
          <a:xfrm>
            <a:off x="861757" y="0"/>
            <a:ext cx="861804" cy="636673"/>
          </a:xfrm>
          <a:custGeom>
            <a:avLst/>
            <a:gdLst/>
            <a:ahLst/>
            <a:cxnLst/>
            <a:rect l="0" t="0" r="r" b="b"/>
            <a:pathLst>
              <a:path w="861804" h="636673">
                <a:moveTo>
                  <a:pt x="0" y="0"/>
                </a:moveTo>
                <a:lnTo>
                  <a:pt x="856796" y="0"/>
                </a:lnTo>
                <a:lnTo>
                  <a:pt x="861804" y="6366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4"/>
          <p:cNvSpPr/>
          <p:nvPr/>
        </p:nvSpPr>
        <p:spPr>
          <a:xfrm>
            <a:off x="861757" y="0"/>
            <a:ext cx="861804" cy="912763"/>
          </a:xfrm>
          <a:custGeom>
            <a:avLst/>
            <a:gdLst/>
            <a:ahLst/>
            <a:cxnLst/>
            <a:rect l="0" t="0" r="r" b="b"/>
            <a:pathLst>
              <a:path w="861804" h="912763">
                <a:moveTo>
                  <a:pt x="0" y="0"/>
                </a:moveTo>
                <a:lnTo>
                  <a:pt x="861804" y="636673"/>
                </a:lnTo>
                <a:lnTo>
                  <a:pt x="24140" y="91276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5"/>
          <p:cNvSpPr/>
          <p:nvPr/>
        </p:nvSpPr>
        <p:spPr>
          <a:xfrm>
            <a:off x="1718553" y="0"/>
            <a:ext cx="712030" cy="636673"/>
          </a:xfrm>
          <a:custGeom>
            <a:avLst/>
            <a:gdLst/>
            <a:ahLst/>
            <a:cxnLst/>
            <a:rect l="0" t="0" r="r" b="b"/>
            <a:pathLst>
              <a:path w="712030" h="636673">
                <a:moveTo>
                  <a:pt x="0" y="0"/>
                </a:moveTo>
                <a:lnTo>
                  <a:pt x="712030" y="0"/>
                </a:lnTo>
                <a:lnTo>
                  <a:pt x="5008" y="6366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6"/>
          <p:cNvSpPr/>
          <p:nvPr/>
        </p:nvSpPr>
        <p:spPr>
          <a:xfrm>
            <a:off x="1723561" y="0"/>
            <a:ext cx="782339" cy="954959"/>
          </a:xfrm>
          <a:custGeom>
            <a:avLst/>
            <a:gdLst/>
            <a:ahLst/>
            <a:cxnLst/>
            <a:rect l="0" t="0" r="r" b="b"/>
            <a:pathLst>
              <a:path w="782339" h="954959">
                <a:moveTo>
                  <a:pt x="707022" y="0"/>
                </a:moveTo>
                <a:lnTo>
                  <a:pt x="782339" y="954959"/>
                </a:lnTo>
                <a:lnTo>
                  <a:pt x="0" y="6366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7"/>
          <p:cNvSpPr/>
          <p:nvPr/>
        </p:nvSpPr>
        <p:spPr>
          <a:xfrm>
            <a:off x="2430583" y="0"/>
            <a:ext cx="775130" cy="937949"/>
          </a:xfrm>
          <a:custGeom>
            <a:avLst/>
            <a:gdLst/>
            <a:ahLst/>
            <a:cxnLst/>
            <a:rect l="0" t="0" r="r" b="b"/>
            <a:pathLst>
              <a:path w="775130" h="937949">
                <a:moveTo>
                  <a:pt x="0" y="0"/>
                </a:moveTo>
                <a:lnTo>
                  <a:pt x="356186" y="0"/>
                </a:lnTo>
                <a:lnTo>
                  <a:pt x="775130" y="9379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8"/>
          <p:cNvSpPr/>
          <p:nvPr/>
        </p:nvSpPr>
        <p:spPr>
          <a:xfrm>
            <a:off x="2430583" y="0"/>
            <a:ext cx="775130" cy="954959"/>
          </a:xfrm>
          <a:custGeom>
            <a:avLst/>
            <a:gdLst/>
            <a:ahLst/>
            <a:cxnLst/>
            <a:rect l="0" t="0" r="r" b="b"/>
            <a:pathLst>
              <a:path w="775130" h="954959">
                <a:moveTo>
                  <a:pt x="0" y="0"/>
                </a:moveTo>
                <a:lnTo>
                  <a:pt x="775130" y="937949"/>
                </a:lnTo>
                <a:lnTo>
                  <a:pt x="75316" y="95495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9"/>
          <p:cNvSpPr/>
          <p:nvPr/>
        </p:nvSpPr>
        <p:spPr>
          <a:xfrm>
            <a:off x="2786769" y="0"/>
            <a:ext cx="975013" cy="937949"/>
          </a:xfrm>
          <a:custGeom>
            <a:avLst/>
            <a:gdLst/>
            <a:ahLst/>
            <a:cxnLst/>
            <a:rect l="0" t="0" r="r" b="b"/>
            <a:pathLst>
              <a:path w="975013" h="937949">
                <a:moveTo>
                  <a:pt x="0" y="0"/>
                </a:moveTo>
                <a:lnTo>
                  <a:pt x="975013" y="0"/>
                </a:lnTo>
                <a:lnTo>
                  <a:pt x="418945" y="9379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10"/>
          <p:cNvSpPr/>
          <p:nvPr/>
        </p:nvSpPr>
        <p:spPr>
          <a:xfrm>
            <a:off x="3205714" y="0"/>
            <a:ext cx="868938" cy="937949"/>
          </a:xfrm>
          <a:custGeom>
            <a:avLst/>
            <a:gdLst/>
            <a:ahLst/>
            <a:cxnLst/>
            <a:rect l="0" t="0" r="r" b="b"/>
            <a:pathLst>
              <a:path w="868938" h="937949">
                <a:moveTo>
                  <a:pt x="556068" y="0"/>
                </a:moveTo>
                <a:lnTo>
                  <a:pt x="868938" y="851769"/>
                </a:lnTo>
                <a:lnTo>
                  <a:pt x="0" y="9379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1"/>
          <p:cNvSpPr/>
          <p:nvPr/>
        </p:nvSpPr>
        <p:spPr>
          <a:xfrm>
            <a:off x="3761782" y="0"/>
            <a:ext cx="888275" cy="492692"/>
          </a:xfrm>
          <a:custGeom>
            <a:avLst/>
            <a:gdLst/>
            <a:ahLst/>
            <a:cxnLst/>
            <a:rect l="0" t="0" r="r" b="b"/>
            <a:pathLst>
              <a:path w="888275" h="492692">
                <a:moveTo>
                  <a:pt x="0" y="0"/>
                </a:moveTo>
                <a:lnTo>
                  <a:pt x="720818" y="0"/>
                </a:lnTo>
                <a:lnTo>
                  <a:pt x="888275" y="49269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2"/>
          <p:cNvSpPr/>
          <p:nvPr/>
        </p:nvSpPr>
        <p:spPr>
          <a:xfrm>
            <a:off x="3761782" y="0"/>
            <a:ext cx="888275" cy="851769"/>
          </a:xfrm>
          <a:custGeom>
            <a:avLst/>
            <a:gdLst/>
            <a:ahLst/>
            <a:cxnLst/>
            <a:rect l="0" t="0" r="r" b="b"/>
            <a:pathLst>
              <a:path w="888275" h="851769">
                <a:moveTo>
                  <a:pt x="0" y="0"/>
                </a:moveTo>
                <a:lnTo>
                  <a:pt x="888275" y="492692"/>
                </a:lnTo>
                <a:lnTo>
                  <a:pt x="312870" y="85176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3"/>
          <p:cNvSpPr/>
          <p:nvPr/>
        </p:nvSpPr>
        <p:spPr>
          <a:xfrm>
            <a:off x="4482600" y="0"/>
            <a:ext cx="605420" cy="492692"/>
          </a:xfrm>
          <a:custGeom>
            <a:avLst/>
            <a:gdLst/>
            <a:ahLst/>
            <a:cxnLst/>
            <a:rect l="0" t="0" r="r" b="b"/>
            <a:pathLst>
              <a:path w="605420" h="492692">
                <a:moveTo>
                  <a:pt x="0" y="0"/>
                </a:moveTo>
                <a:lnTo>
                  <a:pt x="605420" y="0"/>
                </a:lnTo>
                <a:lnTo>
                  <a:pt x="167457" y="49269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4"/>
          <p:cNvSpPr/>
          <p:nvPr/>
        </p:nvSpPr>
        <p:spPr>
          <a:xfrm>
            <a:off x="4650057" y="0"/>
            <a:ext cx="494557" cy="576378"/>
          </a:xfrm>
          <a:custGeom>
            <a:avLst/>
            <a:gdLst/>
            <a:ahLst/>
            <a:cxnLst/>
            <a:rect l="0" t="0" r="r" b="b"/>
            <a:pathLst>
              <a:path w="494557" h="576378">
                <a:moveTo>
                  <a:pt x="437963" y="0"/>
                </a:moveTo>
                <a:lnTo>
                  <a:pt x="494557" y="576378"/>
                </a:lnTo>
                <a:lnTo>
                  <a:pt x="0" y="49269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5"/>
          <p:cNvSpPr/>
          <p:nvPr/>
        </p:nvSpPr>
        <p:spPr>
          <a:xfrm>
            <a:off x="5088020" y="0"/>
            <a:ext cx="1257894" cy="633933"/>
          </a:xfrm>
          <a:custGeom>
            <a:avLst/>
            <a:gdLst/>
            <a:ahLst/>
            <a:cxnLst/>
            <a:rect l="0" t="0" r="r" b="b"/>
            <a:pathLst>
              <a:path w="1257894" h="633933">
                <a:moveTo>
                  <a:pt x="0" y="0"/>
                </a:moveTo>
                <a:lnTo>
                  <a:pt x="1257894" y="0"/>
                </a:lnTo>
                <a:lnTo>
                  <a:pt x="1125655" y="63393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6"/>
          <p:cNvSpPr/>
          <p:nvPr/>
        </p:nvSpPr>
        <p:spPr>
          <a:xfrm>
            <a:off x="5088020" y="0"/>
            <a:ext cx="1125655" cy="633933"/>
          </a:xfrm>
          <a:custGeom>
            <a:avLst/>
            <a:gdLst/>
            <a:ahLst/>
            <a:cxnLst/>
            <a:rect l="0" t="0" r="r" b="b"/>
            <a:pathLst>
              <a:path w="1125655" h="633933">
                <a:moveTo>
                  <a:pt x="0" y="0"/>
                </a:moveTo>
                <a:lnTo>
                  <a:pt x="1125655" y="633933"/>
                </a:lnTo>
                <a:lnTo>
                  <a:pt x="56595" y="57637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7"/>
          <p:cNvSpPr/>
          <p:nvPr/>
        </p:nvSpPr>
        <p:spPr>
          <a:xfrm>
            <a:off x="6213674" y="0"/>
            <a:ext cx="825284" cy="633933"/>
          </a:xfrm>
          <a:custGeom>
            <a:avLst/>
            <a:gdLst/>
            <a:ahLst/>
            <a:cxnLst/>
            <a:rect l="0" t="0" r="r" b="b"/>
            <a:pathLst>
              <a:path w="825284" h="633933">
                <a:moveTo>
                  <a:pt x="132239" y="0"/>
                </a:moveTo>
                <a:lnTo>
                  <a:pt x="825284" y="0"/>
                </a:lnTo>
                <a:lnTo>
                  <a:pt x="0" y="63393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8"/>
          <p:cNvSpPr/>
          <p:nvPr/>
        </p:nvSpPr>
        <p:spPr>
          <a:xfrm>
            <a:off x="6213674" y="0"/>
            <a:ext cx="825284" cy="862597"/>
          </a:xfrm>
          <a:custGeom>
            <a:avLst/>
            <a:gdLst/>
            <a:ahLst/>
            <a:cxnLst/>
            <a:rect l="0" t="0" r="r" b="b"/>
            <a:pathLst>
              <a:path w="825284" h="862597">
                <a:moveTo>
                  <a:pt x="825284" y="0"/>
                </a:moveTo>
                <a:lnTo>
                  <a:pt x="515482" y="862597"/>
                </a:lnTo>
                <a:lnTo>
                  <a:pt x="0" y="63393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9"/>
          <p:cNvSpPr/>
          <p:nvPr/>
        </p:nvSpPr>
        <p:spPr>
          <a:xfrm>
            <a:off x="7038959" y="0"/>
            <a:ext cx="675769" cy="1041759"/>
          </a:xfrm>
          <a:custGeom>
            <a:avLst/>
            <a:gdLst/>
            <a:ahLst/>
            <a:cxnLst/>
            <a:rect l="0" t="0" r="r" b="b"/>
            <a:pathLst>
              <a:path w="675769" h="1041759">
                <a:moveTo>
                  <a:pt x="0" y="0"/>
                </a:moveTo>
                <a:lnTo>
                  <a:pt x="675769" y="0"/>
                </a:lnTo>
                <a:lnTo>
                  <a:pt x="667559" y="104175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20"/>
          <p:cNvSpPr/>
          <p:nvPr/>
        </p:nvSpPr>
        <p:spPr>
          <a:xfrm>
            <a:off x="6729156" y="0"/>
            <a:ext cx="977361" cy="1041759"/>
          </a:xfrm>
          <a:custGeom>
            <a:avLst/>
            <a:gdLst/>
            <a:ahLst/>
            <a:cxnLst/>
            <a:rect l="0" t="0" r="r" b="b"/>
            <a:pathLst>
              <a:path w="977361" h="1041759">
                <a:moveTo>
                  <a:pt x="309803" y="0"/>
                </a:moveTo>
                <a:lnTo>
                  <a:pt x="977361" y="1041759"/>
                </a:lnTo>
                <a:lnTo>
                  <a:pt x="0" y="86259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1"/>
          <p:cNvSpPr/>
          <p:nvPr/>
        </p:nvSpPr>
        <p:spPr>
          <a:xfrm>
            <a:off x="7706517" y="0"/>
            <a:ext cx="571487" cy="1041759"/>
          </a:xfrm>
          <a:custGeom>
            <a:avLst/>
            <a:gdLst/>
            <a:ahLst/>
            <a:cxnLst/>
            <a:rect l="0" t="0" r="r" b="b"/>
            <a:pathLst>
              <a:path w="571487" h="1041759">
                <a:moveTo>
                  <a:pt x="8211" y="0"/>
                </a:moveTo>
                <a:lnTo>
                  <a:pt x="571487" y="0"/>
                </a:lnTo>
                <a:lnTo>
                  <a:pt x="0" y="104175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2"/>
          <p:cNvSpPr/>
          <p:nvPr/>
        </p:nvSpPr>
        <p:spPr>
          <a:xfrm>
            <a:off x="7706517" y="0"/>
            <a:ext cx="859964" cy="1041759"/>
          </a:xfrm>
          <a:custGeom>
            <a:avLst/>
            <a:gdLst/>
            <a:ahLst/>
            <a:cxnLst/>
            <a:rect l="0" t="0" r="r" b="b"/>
            <a:pathLst>
              <a:path w="859964" h="1041759">
                <a:moveTo>
                  <a:pt x="571487" y="0"/>
                </a:moveTo>
                <a:lnTo>
                  <a:pt x="859964" y="955405"/>
                </a:lnTo>
                <a:lnTo>
                  <a:pt x="0" y="104175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3"/>
          <p:cNvSpPr/>
          <p:nvPr/>
        </p:nvSpPr>
        <p:spPr>
          <a:xfrm>
            <a:off x="8278004" y="0"/>
            <a:ext cx="1088159" cy="664152"/>
          </a:xfrm>
          <a:custGeom>
            <a:avLst/>
            <a:gdLst/>
            <a:ahLst/>
            <a:cxnLst/>
            <a:rect l="0" t="0" r="r" b="b"/>
            <a:pathLst>
              <a:path w="1088159" h="664152">
                <a:moveTo>
                  <a:pt x="0" y="0"/>
                </a:moveTo>
                <a:lnTo>
                  <a:pt x="999332" y="0"/>
                </a:lnTo>
                <a:lnTo>
                  <a:pt x="1088159" y="6641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4"/>
          <p:cNvSpPr/>
          <p:nvPr/>
        </p:nvSpPr>
        <p:spPr>
          <a:xfrm>
            <a:off x="8278004" y="0"/>
            <a:ext cx="1088159" cy="955405"/>
          </a:xfrm>
          <a:custGeom>
            <a:avLst/>
            <a:gdLst/>
            <a:ahLst/>
            <a:cxnLst/>
            <a:rect l="0" t="0" r="r" b="b"/>
            <a:pathLst>
              <a:path w="1088159" h="955405">
                <a:moveTo>
                  <a:pt x="0" y="0"/>
                </a:moveTo>
                <a:lnTo>
                  <a:pt x="1088159" y="664152"/>
                </a:lnTo>
                <a:lnTo>
                  <a:pt x="288477" y="95540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5"/>
          <p:cNvSpPr/>
          <p:nvPr/>
        </p:nvSpPr>
        <p:spPr>
          <a:xfrm>
            <a:off x="9277336" y="0"/>
            <a:ext cx="670761" cy="664152"/>
          </a:xfrm>
          <a:custGeom>
            <a:avLst/>
            <a:gdLst/>
            <a:ahLst/>
            <a:cxnLst/>
            <a:rect l="0" t="0" r="r" b="b"/>
            <a:pathLst>
              <a:path w="670761" h="664152">
                <a:moveTo>
                  <a:pt x="0" y="0"/>
                </a:moveTo>
                <a:lnTo>
                  <a:pt x="670761" y="0"/>
                </a:lnTo>
                <a:lnTo>
                  <a:pt x="88827" y="6641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6"/>
          <p:cNvSpPr/>
          <p:nvPr/>
        </p:nvSpPr>
        <p:spPr>
          <a:xfrm>
            <a:off x="9366162" y="0"/>
            <a:ext cx="581934" cy="689027"/>
          </a:xfrm>
          <a:custGeom>
            <a:avLst/>
            <a:gdLst/>
            <a:ahLst/>
            <a:cxnLst/>
            <a:rect l="0" t="0" r="r" b="b"/>
            <a:pathLst>
              <a:path w="581934" h="689027">
                <a:moveTo>
                  <a:pt x="581934" y="0"/>
                </a:moveTo>
                <a:lnTo>
                  <a:pt x="472447" y="689027"/>
                </a:lnTo>
                <a:lnTo>
                  <a:pt x="0" y="6641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7"/>
          <p:cNvSpPr/>
          <p:nvPr/>
        </p:nvSpPr>
        <p:spPr>
          <a:xfrm>
            <a:off x="9948096" y="0"/>
            <a:ext cx="674648" cy="956053"/>
          </a:xfrm>
          <a:custGeom>
            <a:avLst/>
            <a:gdLst/>
            <a:ahLst/>
            <a:cxnLst/>
            <a:rect l="0" t="0" r="r" b="b"/>
            <a:pathLst>
              <a:path w="674648" h="956053">
                <a:moveTo>
                  <a:pt x="0" y="0"/>
                </a:moveTo>
                <a:lnTo>
                  <a:pt x="674648" y="0"/>
                </a:lnTo>
                <a:lnTo>
                  <a:pt x="469828" y="95605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8"/>
          <p:cNvSpPr/>
          <p:nvPr/>
        </p:nvSpPr>
        <p:spPr>
          <a:xfrm>
            <a:off x="9838610" y="0"/>
            <a:ext cx="579315" cy="956053"/>
          </a:xfrm>
          <a:custGeom>
            <a:avLst/>
            <a:gdLst/>
            <a:ahLst/>
            <a:cxnLst/>
            <a:rect l="0" t="0" r="r" b="b"/>
            <a:pathLst>
              <a:path w="579315" h="956053">
                <a:moveTo>
                  <a:pt x="109486" y="0"/>
                </a:moveTo>
                <a:lnTo>
                  <a:pt x="579315" y="956053"/>
                </a:lnTo>
                <a:lnTo>
                  <a:pt x="0" y="68902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9"/>
          <p:cNvSpPr/>
          <p:nvPr/>
        </p:nvSpPr>
        <p:spPr>
          <a:xfrm>
            <a:off x="10417925" y="0"/>
            <a:ext cx="1139016" cy="956053"/>
          </a:xfrm>
          <a:custGeom>
            <a:avLst/>
            <a:gdLst/>
            <a:ahLst/>
            <a:cxnLst/>
            <a:rect l="0" t="0" r="r" b="b"/>
            <a:pathLst>
              <a:path w="1139016" h="956053">
                <a:moveTo>
                  <a:pt x="204820" y="0"/>
                </a:moveTo>
                <a:lnTo>
                  <a:pt x="1139016" y="0"/>
                </a:lnTo>
                <a:lnTo>
                  <a:pt x="0" y="95605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30"/>
          <p:cNvSpPr/>
          <p:nvPr/>
        </p:nvSpPr>
        <p:spPr>
          <a:xfrm>
            <a:off x="10417925" y="0"/>
            <a:ext cx="1139016" cy="956053"/>
          </a:xfrm>
          <a:custGeom>
            <a:avLst/>
            <a:gdLst/>
            <a:ahLst/>
            <a:cxnLst/>
            <a:rect l="0" t="0" r="r" b="b"/>
            <a:pathLst>
              <a:path w="1139016" h="956053">
                <a:moveTo>
                  <a:pt x="1139016" y="0"/>
                </a:moveTo>
                <a:lnTo>
                  <a:pt x="727162" y="707767"/>
                </a:lnTo>
                <a:lnTo>
                  <a:pt x="0" y="95605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1"/>
          <p:cNvSpPr/>
          <p:nvPr/>
        </p:nvSpPr>
        <p:spPr>
          <a:xfrm>
            <a:off x="11556941" y="0"/>
            <a:ext cx="635059" cy="498687"/>
          </a:xfrm>
          <a:custGeom>
            <a:avLst/>
            <a:gdLst/>
            <a:ahLst/>
            <a:cxnLst/>
            <a:rect l="0" t="0" r="r" b="b"/>
            <a:pathLst>
              <a:path w="635059" h="498687">
                <a:moveTo>
                  <a:pt x="0" y="0"/>
                </a:moveTo>
                <a:lnTo>
                  <a:pt x="635059" y="0"/>
                </a:lnTo>
                <a:lnTo>
                  <a:pt x="635059" y="49868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2"/>
          <p:cNvSpPr/>
          <p:nvPr/>
        </p:nvSpPr>
        <p:spPr>
          <a:xfrm>
            <a:off x="11145087" y="0"/>
            <a:ext cx="1046913" cy="707767"/>
          </a:xfrm>
          <a:custGeom>
            <a:avLst/>
            <a:gdLst/>
            <a:ahLst/>
            <a:cxnLst/>
            <a:rect l="0" t="0" r="r" b="b"/>
            <a:pathLst>
              <a:path w="1046913" h="707767">
                <a:moveTo>
                  <a:pt x="411854" y="0"/>
                </a:moveTo>
                <a:lnTo>
                  <a:pt x="1046913" y="498687"/>
                </a:lnTo>
                <a:lnTo>
                  <a:pt x="0" y="70776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3"/>
          <p:cNvSpPr/>
          <p:nvPr/>
        </p:nvSpPr>
        <p:spPr>
          <a:xfrm>
            <a:off x="0" y="499966"/>
            <a:ext cx="986163" cy="1298579"/>
          </a:xfrm>
          <a:custGeom>
            <a:avLst/>
            <a:gdLst/>
            <a:ahLst/>
            <a:cxnLst/>
            <a:rect l="0" t="0" r="r" b="b"/>
            <a:pathLst>
              <a:path w="986163" h="1298579">
                <a:moveTo>
                  <a:pt x="0" y="0"/>
                </a:moveTo>
                <a:lnTo>
                  <a:pt x="885897" y="412797"/>
                </a:lnTo>
                <a:lnTo>
                  <a:pt x="986163" y="129857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4"/>
          <p:cNvSpPr/>
          <p:nvPr/>
        </p:nvSpPr>
        <p:spPr>
          <a:xfrm>
            <a:off x="0" y="499966"/>
            <a:ext cx="986163" cy="1298579"/>
          </a:xfrm>
          <a:custGeom>
            <a:avLst/>
            <a:gdLst/>
            <a:ahLst/>
            <a:cxnLst/>
            <a:rect l="0" t="0" r="r" b="b"/>
            <a:pathLst>
              <a:path w="986163" h="1298579">
                <a:moveTo>
                  <a:pt x="0" y="0"/>
                </a:moveTo>
                <a:lnTo>
                  <a:pt x="986163" y="1298579"/>
                </a:lnTo>
                <a:lnTo>
                  <a:pt x="0" y="99479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5"/>
          <p:cNvSpPr/>
          <p:nvPr/>
        </p:nvSpPr>
        <p:spPr>
          <a:xfrm>
            <a:off x="885897" y="636673"/>
            <a:ext cx="837664" cy="1161871"/>
          </a:xfrm>
          <a:custGeom>
            <a:avLst/>
            <a:gdLst/>
            <a:ahLst/>
            <a:cxnLst/>
            <a:rect l="0" t="0" r="r" b="b"/>
            <a:pathLst>
              <a:path w="837664" h="1161871">
                <a:moveTo>
                  <a:pt x="0" y="276090"/>
                </a:moveTo>
                <a:lnTo>
                  <a:pt x="837664" y="0"/>
                </a:lnTo>
                <a:lnTo>
                  <a:pt x="100266" y="116187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6"/>
          <p:cNvSpPr/>
          <p:nvPr/>
        </p:nvSpPr>
        <p:spPr>
          <a:xfrm>
            <a:off x="986163" y="636673"/>
            <a:ext cx="737398" cy="1161871"/>
          </a:xfrm>
          <a:custGeom>
            <a:avLst/>
            <a:gdLst/>
            <a:ahLst/>
            <a:cxnLst/>
            <a:rect l="0" t="0" r="r" b="b"/>
            <a:pathLst>
              <a:path w="737398" h="1161871">
                <a:moveTo>
                  <a:pt x="737398" y="0"/>
                </a:moveTo>
                <a:lnTo>
                  <a:pt x="627871" y="1071015"/>
                </a:lnTo>
                <a:lnTo>
                  <a:pt x="0" y="116187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7"/>
          <p:cNvSpPr/>
          <p:nvPr/>
        </p:nvSpPr>
        <p:spPr>
          <a:xfrm>
            <a:off x="1723561" y="636673"/>
            <a:ext cx="782339" cy="821147"/>
          </a:xfrm>
          <a:custGeom>
            <a:avLst/>
            <a:gdLst/>
            <a:ahLst/>
            <a:cxnLst/>
            <a:rect l="0" t="0" r="r" b="b"/>
            <a:pathLst>
              <a:path w="782339" h="821147">
                <a:moveTo>
                  <a:pt x="0" y="0"/>
                </a:moveTo>
                <a:lnTo>
                  <a:pt x="782339" y="318286"/>
                </a:lnTo>
                <a:lnTo>
                  <a:pt x="584518" y="82114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8"/>
          <p:cNvSpPr/>
          <p:nvPr/>
        </p:nvSpPr>
        <p:spPr>
          <a:xfrm>
            <a:off x="1614034" y="636673"/>
            <a:ext cx="694045" cy="1071015"/>
          </a:xfrm>
          <a:custGeom>
            <a:avLst/>
            <a:gdLst/>
            <a:ahLst/>
            <a:cxnLst/>
            <a:rect l="0" t="0" r="r" b="b"/>
            <a:pathLst>
              <a:path w="694045" h="1071015">
                <a:moveTo>
                  <a:pt x="109527" y="0"/>
                </a:moveTo>
                <a:lnTo>
                  <a:pt x="694045" y="821147"/>
                </a:lnTo>
                <a:lnTo>
                  <a:pt x="0" y="107101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9"/>
          <p:cNvSpPr/>
          <p:nvPr/>
        </p:nvSpPr>
        <p:spPr>
          <a:xfrm>
            <a:off x="2308079" y="937949"/>
            <a:ext cx="897634" cy="519871"/>
          </a:xfrm>
          <a:custGeom>
            <a:avLst/>
            <a:gdLst/>
            <a:ahLst/>
            <a:cxnLst/>
            <a:rect l="0" t="0" r="r" b="b"/>
            <a:pathLst>
              <a:path w="897634" h="519871">
                <a:moveTo>
                  <a:pt x="197820" y="17010"/>
                </a:moveTo>
                <a:lnTo>
                  <a:pt x="897634" y="0"/>
                </a:lnTo>
                <a:lnTo>
                  <a:pt x="0" y="51987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40"/>
          <p:cNvSpPr/>
          <p:nvPr/>
        </p:nvSpPr>
        <p:spPr>
          <a:xfrm>
            <a:off x="2308079" y="937949"/>
            <a:ext cx="897634" cy="850617"/>
          </a:xfrm>
          <a:custGeom>
            <a:avLst/>
            <a:gdLst/>
            <a:ahLst/>
            <a:cxnLst/>
            <a:rect l="0" t="0" r="r" b="b"/>
            <a:pathLst>
              <a:path w="897634" h="850617">
                <a:moveTo>
                  <a:pt x="897634" y="0"/>
                </a:moveTo>
                <a:lnTo>
                  <a:pt x="537156" y="850617"/>
                </a:lnTo>
                <a:lnTo>
                  <a:pt x="0" y="51987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1"/>
          <p:cNvSpPr/>
          <p:nvPr/>
        </p:nvSpPr>
        <p:spPr>
          <a:xfrm>
            <a:off x="3205714" y="851769"/>
            <a:ext cx="868938" cy="940155"/>
          </a:xfrm>
          <a:custGeom>
            <a:avLst/>
            <a:gdLst/>
            <a:ahLst/>
            <a:cxnLst/>
            <a:rect l="0" t="0" r="r" b="b"/>
            <a:pathLst>
              <a:path w="868938" h="940155">
                <a:moveTo>
                  <a:pt x="0" y="86180"/>
                </a:moveTo>
                <a:lnTo>
                  <a:pt x="868938" y="0"/>
                </a:lnTo>
                <a:lnTo>
                  <a:pt x="734584" y="94015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2"/>
          <p:cNvSpPr/>
          <p:nvPr/>
        </p:nvSpPr>
        <p:spPr>
          <a:xfrm>
            <a:off x="2845235" y="937949"/>
            <a:ext cx="1095062" cy="853975"/>
          </a:xfrm>
          <a:custGeom>
            <a:avLst/>
            <a:gdLst/>
            <a:ahLst/>
            <a:cxnLst/>
            <a:rect l="0" t="0" r="r" b="b"/>
            <a:pathLst>
              <a:path w="1095062" h="853975">
                <a:moveTo>
                  <a:pt x="360478" y="0"/>
                </a:moveTo>
                <a:lnTo>
                  <a:pt x="1095062" y="853975"/>
                </a:lnTo>
                <a:lnTo>
                  <a:pt x="0" y="8506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3"/>
          <p:cNvSpPr/>
          <p:nvPr/>
        </p:nvSpPr>
        <p:spPr>
          <a:xfrm>
            <a:off x="3940297" y="492692"/>
            <a:ext cx="709760" cy="1299232"/>
          </a:xfrm>
          <a:custGeom>
            <a:avLst/>
            <a:gdLst/>
            <a:ahLst/>
            <a:cxnLst/>
            <a:rect l="0" t="0" r="r" b="b"/>
            <a:pathLst>
              <a:path w="709760" h="1299232">
                <a:moveTo>
                  <a:pt x="134354" y="359077"/>
                </a:moveTo>
                <a:lnTo>
                  <a:pt x="709760" y="0"/>
                </a:lnTo>
                <a:lnTo>
                  <a:pt x="0" y="129923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4"/>
          <p:cNvSpPr/>
          <p:nvPr/>
        </p:nvSpPr>
        <p:spPr>
          <a:xfrm>
            <a:off x="3940297" y="492692"/>
            <a:ext cx="814494" cy="1299232"/>
          </a:xfrm>
          <a:custGeom>
            <a:avLst/>
            <a:gdLst/>
            <a:ahLst/>
            <a:cxnLst/>
            <a:rect l="0" t="0" r="r" b="b"/>
            <a:pathLst>
              <a:path w="814494" h="1299232">
                <a:moveTo>
                  <a:pt x="709760" y="0"/>
                </a:moveTo>
                <a:lnTo>
                  <a:pt x="814494" y="897939"/>
                </a:lnTo>
                <a:lnTo>
                  <a:pt x="0" y="129923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5"/>
          <p:cNvSpPr/>
          <p:nvPr/>
        </p:nvSpPr>
        <p:spPr>
          <a:xfrm>
            <a:off x="4650057" y="492692"/>
            <a:ext cx="857642" cy="978061"/>
          </a:xfrm>
          <a:custGeom>
            <a:avLst/>
            <a:gdLst/>
            <a:ahLst/>
            <a:cxnLst/>
            <a:rect l="0" t="0" r="r" b="b"/>
            <a:pathLst>
              <a:path w="857642" h="978061">
                <a:moveTo>
                  <a:pt x="0" y="0"/>
                </a:moveTo>
                <a:lnTo>
                  <a:pt x="494557" y="83686"/>
                </a:lnTo>
                <a:lnTo>
                  <a:pt x="857642" y="97806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6"/>
          <p:cNvSpPr/>
          <p:nvPr/>
        </p:nvSpPr>
        <p:spPr>
          <a:xfrm>
            <a:off x="4650057" y="492692"/>
            <a:ext cx="857642" cy="978061"/>
          </a:xfrm>
          <a:custGeom>
            <a:avLst/>
            <a:gdLst/>
            <a:ahLst/>
            <a:cxnLst/>
            <a:rect l="0" t="0" r="r" b="b"/>
            <a:pathLst>
              <a:path w="857642" h="978061">
                <a:moveTo>
                  <a:pt x="0" y="0"/>
                </a:moveTo>
                <a:lnTo>
                  <a:pt x="857642" y="978061"/>
                </a:lnTo>
                <a:lnTo>
                  <a:pt x="104735" y="89793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7"/>
          <p:cNvSpPr/>
          <p:nvPr/>
        </p:nvSpPr>
        <p:spPr>
          <a:xfrm>
            <a:off x="5144614" y="576378"/>
            <a:ext cx="1069060" cy="894375"/>
          </a:xfrm>
          <a:custGeom>
            <a:avLst/>
            <a:gdLst/>
            <a:ahLst/>
            <a:cxnLst/>
            <a:rect l="0" t="0" r="r" b="b"/>
            <a:pathLst>
              <a:path w="1069060" h="894375">
                <a:moveTo>
                  <a:pt x="0" y="0"/>
                </a:moveTo>
                <a:lnTo>
                  <a:pt x="1069060" y="57555"/>
                </a:lnTo>
                <a:lnTo>
                  <a:pt x="363085" y="89437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8"/>
          <p:cNvSpPr/>
          <p:nvPr/>
        </p:nvSpPr>
        <p:spPr>
          <a:xfrm>
            <a:off x="5507699" y="633933"/>
            <a:ext cx="802788" cy="1061280"/>
          </a:xfrm>
          <a:custGeom>
            <a:avLst/>
            <a:gdLst/>
            <a:ahLst/>
            <a:cxnLst/>
            <a:rect l="0" t="0" r="r" b="b"/>
            <a:pathLst>
              <a:path w="802788" h="1061280">
                <a:moveTo>
                  <a:pt x="705975" y="0"/>
                </a:moveTo>
                <a:lnTo>
                  <a:pt x="802788" y="1061280"/>
                </a:lnTo>
                <a:lnTo>
                  <a:pt x="0" y="83682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9"/>
          <p:cNvSpPr/>
          <p:nvPr/>
        </p:nvSpPr>
        <p:spPr>
          <a:xfrm>
            <a:off x="6213674" y="633933"/>
            <a:ext cx="888220" cy="873904"/>
          </a:xfrm>
          <a:custGeom>
            <a:avLst/>
            <a:gdLst/>
            <a:ahLst/>
            <a:cxnLst/>
            <a:rect l="0" t="0" r="r" b="b"/>
            <a:pathLst>
              <a:path w="888220" h="873904">
                <a:moveTo>
                  <a:pt x="0" y="0"/>
                </a:moveTo>
                <a:lnTo>
                  <a:pt x="515482" y="228664"/>
                </a:lnTo>
                <a:lnTo>
                  <a:pt x="888220" y="8739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50"/>
          <p:cNvSpPr/>
          <p:nvPr/>
        </p:nvSpPr>
        <p:spPr>
          <a:xfrm>
            <a:off x="6213674" y="633933"/>
            <a:ext cx="888220" cy="1061280"/>
          </a:xfrm>
          <a:custGeom>
            <a:avLst/>
            <a:gdLst/>
            <a:ahLst/>
            <a:cxnLst/>
            <a:rect l="0" t="0" r="r" b="b"/>
            <a:pathLst>
              <a:path w="888220" h="1061280">
                <a:moveTo>
                  <a:pt x="0" y="0"/>
                </a:moveTo>
                <a:lnTo>
                  <a:pt x="888220" y="873904"/>
                </a:lnTo>
                <a:lnTo>
                  <a:pt x="96813" y="106128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1"/>
          <p:cNvSpPr/>
          <p:nvPr/>
        </p:nvSpPr>
        <p:spPr>
          <a:xfrm>
            <a:off x="6729156" y="862597"/>
            <a:ext cx="977361" cy="645240"/>
          </a:xfrm>
          <a:custGeom>
            <a:avLst/>
            <a:gdLst/>
            <a:ahLst/>
            <a:cxnLst/>
            <a:rect l="0" t="0" r="r" b="b"/>
            <a:pathLst>
              <a:path w="977361" h="645240">
                <a:moveTo>
                  <a:pt x="0" y="0"/>
                </a:moveTo>
                <a:lnTo>
                  <a:pt x="977361" y="179162"/>
                </a:lnTo>
                <a:lnTo>
                  <a:pt x="372738" y="64524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2"/>
          <p:cNvSpPr/>
          <p:nvPr/>
        </p:nvSpPr>
        <p:spPr>
          <a:xfrm>
            <a:off x="7101894" y="1041759"/>
            <a:ext cx="604623" cy="693565"/>
          </a:xfrm>
          <a:custGeom>
            <a:avLst/>
            <a:gdLst/>
            <a:ahLst/>
            <a:cxnLst/>
            <a:rect l="0" t="0" r="r" b="b"/>
            <a:pathLst>
              <a:path w="604623" h="693565">
                <a:moveTo>
                  <a:pt x="604623" y="0"/>
                </a:moveTo>
                <a:lnTo>
                  <a:pt x="442717" y="693565"/>
                </a:lnTo>
                <a:lnTo>
                  <a:pt x="0" y="4660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3"/>
          <p:cNvSpPr/>
          <p:nvPr/>
        </p:nvSpPr>
        <p:spPr>
          <a:xfrm>
            <a:off x="7706517" y="955405"/>
            <a:ext cx="859964" cy="729352"/>
          </a:xfrm>
          <a:custGeom>
            <a:avLst/>
            <a:gdLst/>
            <a:ahLst/>
            <a:cxnLst/>
            <a:rect l="0" t="0" r="r" b="b"/>
            <a:pathLst>
              <a:path w="859964" h="729352">
                <a:moveTo>
                  <a:pt x="0" y="86354"/>
                </a:moveTo>
                <a:lnTo>
                  <a:pt x="859964" y="0"/>
                </a:lnTo>
                <a:lnTo>
                  <a:pt x="515673" y="7293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4"/>
          <p:cNvSpPr/>
          <p:nvPr/>
        </p:nvSpPr>
        <p:spPr>
          <a:xfrm>
            <a:off x="7544611" y="1041759"/>
            <a:ext cx="677579" cy="693565"/>
          </a:xfrm>
          <a:custGeom>
            <a:avLst/>
            <a:gdLst/>
            <a:ahLst/>
            <a:cxnLst/>
            <a:rect l="0" t="0" r="r" b="b"/>
            <a:pathLst>
              <a:path w="677579" h="693565">
                <a:moveTo>
                  <a:pt x="161906" y="0"/>
                </a:moveTo>
                <a:lnTo>
                  <a:pt x="677579" y="642998"/>
                </a:lnTo>
                <a:lnTo>
                  <a:pt x="0" y="69356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5"/>
          <p:cNvSpPr/>
          <p:nvPr/>
        </p:nvSpPr>
        <p:spPr>
          <a:xfrm>
            <a:off x="8222190" y="664152"/>
            <a:ext cx="1143973" cy="1020605"/>
          </a:xfrm>
          <a:custGeom>
            <a:avLst/>
            <a:gdLst/>
            <a:ahLst/>
            <a:cxnLst/>
            <a:rect l="0" t="0" r="r" b="b"/>
            <a:pathLst>
              <a:path w="1143973" h="1020605">
                <a:moveTo>
                  <a:pt x="344291" y="291253"/>
                </a:moveTo>
                <a:lnTo>
                  <a:pt x="1143973" y="0"/>
                </a:lnTo>
                <a:lnTo>
                  <a:pt x="0" y="102060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6"/>
          <p:cNvSpPr/>
          <p:nvPr/>
        </p:nvSpPr>
        <p:spPr>
          <a:xfrm>
            <a:off x="8222190" y="664152"/>
            <a:ext cx="1143973" cy="1039142"/>
          </a:xfrm>
          <a:custGeom>
            <a:avLst/>
            <a:gdLst/>
            <a:ahLst/>
            <a:cxnLst/>
            <a:rect l="0" t="0" r="r" b="b"/>
            <a:pathLst>
              <a:path w="1143973" h="1039142">
                <a:moveTo>
                  <a:pt x="1143973" y="0"/>
                </a:moveTo>
                <a:lnTo>
                  <a:pt x="852300" y="1039142"/>
                </a:lnTo>
                <a:lnTo>
                  <a:pt x="0" y="102060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7"/>
          <p:cNvSpPr/>
          <p:nvPr/>
        </p:nvSpPr>
        <p:spPr>
          <a:xfrm>
            <a:off x="9366162" y="664152"/>
            <a:ext cx="472447" cy="1106939"/>
          </a:xfrm>
          <a:custGeom>
            <a:avLst/>
            <a:gdLst/>
            <a:ahLst/>
            <a:cxnLst/>
            <a:rect l="0" t="0" r="r" b="b"/>
            <a:pathLst>
              <a:path w="472447" h="1106939">
                <a:moveTo>
                  <a:pt x="0" y="0"/>
                </a:moveTo>
                <a:lnTo>
                  <a:pt x="472447" y="24874"/>
                </a:lnTo>
                <a:lnTo>
                  <a:pt x="313454" y="110693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8"/>
          <p:cNvSpPr/>
          <p:nvPr/>
        </p:nvSpPr>
        <p:spPr>
          <a:xfrm>
            <a:off x="9074490" y="664152"/>
            <a:ext cx="605127" cy="1106939"/>
          </a:xfrm>
          <a:custGeom>
            <a:avLst/>
            <a:gdLst/>
            <a:ahLst/>
            <a:cxnLst/>
            <a:rect l="0" t="0" r="r" b="b"/>
            <a:pathLst>
              <a:path w="605127" h="1106939">
                <a:moveTo>
                  <a:pt x="291673" y="0"/>
                </a:moveTo>
                <a:lnTo>
                  <a:pt x="605127" y="1106939"/>
                </a:lnTo>
                <a:lnTo>
                  <a:pt x="0" y="103914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9"/>
          <p:cNvSpPr/>
          <p:nvPr/>
        </p:nvSpPr>
        <p:spPr>
          <a:xfrm>
            <a:off x="9679616" y="689027"/>
            <a:ext cx="738308" cy="1082064"/>
          </a:xfrm>
          <a:custGeom>
            <a:avLst/>
            <a:gdLst/>
            <a:ahLst/>
            <a:cxnLst/>
            <a:rect l="0" t="0" r="r" b="b"/>
            <a:pathLst>
              <a:path w="738308" h="1082064">
                <a:moveTo>
                  <a:pt x="158993" y="0"/>
                </a:moveTo>
                <a:lnTo>
                  <a:pt x="738308" y="267026"/>
                </a:lnTo>
                <a:lnTo>
                  <a:pt x="0" y="108206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60"/>
          <p:cNvSpPr/>
          <p:nvPr/>
        </p:nvSpPr>
        <p:spPr>
          <a:xfrm>
            <a:off x="9679616" y="956053"/>
            <a:ext cx="791319" cy="815039"/>
          </a:xfrm>
          <a:custGeom>
            <a:avLst/>
            <a:gdLst/>
            <a:ahLst/>
            <a:cxnLst/>
            <a:rect l="0" t="0" r="r" b="b"/>
            <a:pathLst>
              <a:path w="791319" h="815039">
                <a:moveTo>
                  <a:pt x="738308" y="0"/>
                </a:moveTo>
                <a:lnTo>
                  <a:pt x="791319" y="764350"/>
                </a:lnTo>
                <a:lnTo>
                  <a:pt x="0" y="81503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1"/>
          <p:cNvSpPr/>
          <p:nvPr/>
        </p:nvSpPr>
        <p:spPr>
          <a:xfrm>
            <a:off x="10417925" y="707767"/>
            <a:ext cx="1031295" cy="1067694"/>
          </a:xfrm>
          <a:custGeom>
            <a:avLst/>
            <a:gdLst/>
            <a:ahLst/>
            <a:cxnLst/>
            <a:rect l="0" t="0" r="r" b="b"/>
            <a:pathLst>
              <a:path w="1031295" h="1067694">
                <a:moveTo>
                  <a:pt x="0" y="248286"/>
                </a:moveTo>
                <a:lnTo>
                  <a:pt x="727162" y="0"/>
                </a:lnTo>
                <a:lnTo>
                  <a:pt x="1031295" y="106769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2"/>
          <p:cNvSpPr/>
          <p:nvPr/>
        </p:nvSpPr>
        <p:spPr>
          <a:xfrm>
            <a:off x="10417925" y="956053"/>
            <a:ext cx="1031295" cy="819408"/>
          </a:xfrm>
          <a:custGeom>
            <a:avLst/>
            <a:gdLst/>
            <a:ahLst/>
            <a:cxnLst/>
            <a:rect l="0" t="0" r="r" b="b"/>
            <a:pathLst>
              <a:path w="1031295" h="819408">
                <a:moveTo>
                  <a:pt x="0" y="0"/>
                </a:moveTo>
                <a:lnTo>
                  <a:pt x="1031295" y="819408"/>
                </a:lnTo>
                <a:lnTo>
                  <a:pt x="53010" y="76435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3"/>
          <p:cNvSpPr/>
          <p:nvPr/>
        </p:nvSpPr>
        <p:spPr>
          <a:xfrm>
            <a:off x="11145087" y="498687"/>
            <a:ext cx="1046913" cy="1276774"/>
          </a:xfrm>
          <a:custGeom>
            <a:avLst/>
            <a:gdLst/>
            <a:ahLst/>
            <a:cxnLst/>
            <a:rect l="0" t="0" r="r" b="b"/>
            <a:pathLst>
              <a:path w="1046913" h="1276774">
                <a:moveTo>
                  <a:pt x="0" y="209080"/>
                </a:moveTo>
                <a:lnTo>
                  <a:pt x="1046913" y="0"/>
                </a:lnTo>
                <a:lnTo>
                  <a:pt x="304133" y="127677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4"/>
          <p:cNvSpPr/>
          <p:nvPr/>
        </p:nvSpPr>
        <p:spPr>
          <a:xfrm>
            <a:off x="11449220" y="498687"/>
            <a:ext cx="742780" cy="1276774"/>
          </a:xfrm>
          <a:custGeom>
            <a:avLst/>
            <a:gdLst/>
            <a:ahLst/>
            <a:cxnLst/>
            <a:rect l="0" t="0" r="r" b="b"/>
            <a:pathLst>
              <a:path w="742780" h="1276774">
                <a:moveTo>
                  <a:pt x="742780" y="0"/>
                </a:moveTo>
                <a:lnTo>
                  <a:pt x="742780" y="1014905"/>
                </a:lnTo>
                <a:lnTo>
                  <a:pt x="0" y="127677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5"/>
          <p:cNvSpPr/>
          <p:nvPr/>
        </p:nvSpPr>
        <p:spPr>
          <a:xfrm>
            <a:off x="0" y="1494758"/>
            <a:ext cx="986163" cy="771203"/>
          </a:xfrm>
          <a:custGeom>
            <a:avLst/>
            <a:gdLst/>
            <a:ahLst/>
            <a:cxnLst/>
            <a:rect l="0" t="0" r="r" b="b"/>
            <a:pathLst>
              <a:path w="986163" h="771203">
                <a:moveTo>
                  <a:pt x="0" y="0"/>
                </a:moveTo>
                <a:lnTo>
                  <a:pt x="986163" y="303786"/>
                </a:lnTo>
                <a:lnTo>
                  <a:pt x="0" y="77120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6"/>
          <p:cNvSpPr/>
          <p:nvPr/>
        </p:nvSpPr>
        <p:spPr>
          <a:xfrm>
            <a:off x="0" y="1798544"/>
            <a:ext cx="986163" cy="467417"/>
          </a:xfrm>
          <a:custGeom>
            <a:avLst/>
            <a:gdLst/>
            <a:ahLst/>
            <a:cxnLst/>
            <a:rect l="0" t="0" r="r" b="b"/>
            <a:pathLst>
              <a:path w="986163" h="467417">
                <a:moveTo>
                  <a:pt x="986163" y="0"/>
                </a:moveTo>
                <a:lnTo>
                  <a:pt x="751230" y="389840"/>
                </a:lnTo>
                <a:lnTo>
                  <a:pt x="0" y="4674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7"/>
          <p:cNvSpPr/>
          <p:nvPr/>
        </p:nvSpPr>
        <p:spPr>
          <a:xfrm>
            <a:off x="986163" y="1707688"/>
            <a:ext cx="627871" cy="637635"/>
          </a:xfrm>
          <a:custGeom>
            <a:avLst/>
            <a:gdLst/>
            <a:ahLst/>
            <a:cxnLst/>
            <a:rect l="0" t="0" r="r" b="b"/>
            <a:pathLst>
              <a:path w="627871" h="637635">
                <a:moveTo>
                  <a:pt x="0" y="90856"/>
                </a:moveTo>
                <a:lnTo>
                  <a:pt x="627871" y="0"/>
                </a:lnTo>
                <a:lnTo>
                  <a:pt x="317104" y="63763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8"/>
          <p:cNvSpPr/>
          <p:nvPr/>
        </p:nvSpPr>
        <p:spPr>
          <a:xfrm>
            <a:off x="751230" y="1798544"/>
            <a:ext cx="552038" cy="546779"/>
          </a:xfrm>
          <a:custGeom>
            <a:avLst/>
            <a:gdLst/>
            <a:ahLst/>
            <a:cxnLst/>
            <a:rect l="0" t="0" r="r" b="b"/>
            <a:pathLst>
              <a:path w="552038" h="546779">
                <a:moveTo>
                  <a:pt x="234933" y="0"/>
                </a:moveTo>
                <a:lnTo>
                  <a:pt x="552038" y="546779"/>
                </a:lnTo>
                <a:lnTo>
                  <a:pt x="0" y="38984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9"/>
          <p:cNvSpPr/>
          <p:nvPr/>
        </p:nvSpPr>
        <p:spPr>
          <a:xfrm>
            <a:off x="1303267" y="1457820"/>
            <a:ext cx="1004812" cy="887503"/>
          </a:xfrm>
          <a:custGeom>
            <a:avLst/>
            <a:gdLst/>
            <a:ahLst/>
            <a:cxnLst/>
            <a:rect l="0" t="0" r="r" b="b"/>
            <a:pathLst>
              <a:path w="1004812" h="887503">
                <a:moveTo>
                  <a:pt x="310767" y="249868"/>
                </a:moveTo>
                <a:lnTo>
                  <a:pt x="1004812" y="0"/>
                </a:lnTo>
                <a:lnTo>
                  <a:pt x="0" y="88750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70"/>
          <p:cNvSpPr/>
          <p:nvPr/>
        </p:nvSpPr>
        <p:spPr>
          <a:xfrm>
            <a:off x="1303267" y="1457820"/>
            <a:ext cx="1004812" cy="887503"/>
          </a:xfrm>
          <a:custGeom>
            <a:avLst/>
            <a:gdLst/>
            <a:ahLst/>
            <a:cxnLst/>
            <a:rect l="0" t="0" r="r" b="b"/>
            <a:pathLst>
              <a:path w="1004812" h="887503">
                <a:moveTo>
                  <a:pt x="1004812" y="0"/>
                </a:moveTo>
                <a:lnTo>
                  <a:pt x="962137" y="837465"/>
                </a:lnTo>
                <a:lnTo>
                  <a:pt x="0" y="88750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1"/>
          <p:cNvSpPr/>
          <p:nvPr/>
        </p:nvSpPr>
        <p:spPr>
          <a:xfrm>
            <a:off x="2308079" y="1457820"/>
            <a:ext cx="741058" cy="866452"/>
          </a:xfrm>
          <a:custGeom>
            <a:avLst/>
            <a:gdLst/>
            <a:ahLst/>
            <a:cxnLst/>
            <a:rect l="0" t="0" r="r" b="b"/>
            <a:pathLst>
              <a:path w="741058" h="866452">
                <a:moveTo>
                  <a:pt x="0" y="0"/>
                </a:moveTo>
                <a:lnTo>
                  <a:pt x="537156" y="330746"/>
                </a:lnTo>
                <a:lnTo>
                  <a:pt x="741058" y="8664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2"/>
          <p:cNvSpPr/>
          <p:nvPr/>
        </p:nvSpPr>
        <p:spPr>
          <a:xfrm>
            <a:off x="2265404" y="1457820"/>
            <a:ext cx="783733" cy="866452"/>
          </a:xfrm>
          <a:custGeom>
            <a:avLst/>
            <a:gdLst/>
            <a:ahLst/>
            <a:cxnLst/>
            <a:rect l="0" t="0" r="r" b="b"/>
            <a:pathLst>
              <a:path w="783733" h="866452">
                <a:moveTo>
                  <a:pt x="42675" y="0"/>
                </a:moveTo>
                <a:lnTo>
                  <a:pt x="783733" y="866452"/>
                </a:lnTo>
                <a:lnTo>
                  <a:pt x="0" y="83746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3"/>
          <p:cNvSpPr/>
          <p:nvPr/>
        </p:nvSpPr>
        <p:spPr>
          <a:xfrm>
            <a:off x="2845235" y="1788566"/>
            <a:ext cx="1095062" cy="535706"/>
          </a:xfrm>
          <a:custGeom>
            <a:avLst/>
            <a:gdLst/>
            <a:ahLst/>
            <a:cxnLst/>
            <a:rect l="0" t="0" r="r" b="b"/>
            <a:pathLst>
              <a:path w="1095062" h="535706">
                <a:moveTo>
                  <a:pt x="0" y="0"/>
                </a:moveTo>
                <a:lnTo>
                  <a:pt x="1095062" y="3358"/>
                </a:lnTo>
                <a:lnTo>
                  <a:pt x="203902" y="53570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4"/>
          <p:cNvSpPr/>
          <p:nvPr/>
        </p:nvSpPr>
        <p:spPr>
          <a:xfrm>
            <a:off x="3049137" y="1791924"/>
            <a:ext cx="891160" cy="532348"/>
          </a:xfrm>
          <a:custGeom>
            <a:avLst/>
            <a:gdLst/>
            <a:ahLst/>
            <a:cxnLst/>
            <a:rect l="0" t="0" r="r" b="b"/>
            <a:pathLst>
              <a:path w="891160" h="532348">
                <a:moveTo>
                  <a:pt x="891160" y="0"/>
                </a:moveTo>
                <a:lnTo>
                  <a:pt x="576907" y="514818"/>
                </a:lnTo>
                <a:lnTo>
                  <a:pt x="0" y="53234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5"/>
          <p:cNvSpPr/>
          <p:nvPr/>
        </p:nvSpPr>
        <p:spPr>
          <a:xfrm>
            <a:off x="3940297" y="1390631"/>
            <a:ext cx="848905" cy="874895"/>
          </a:xfrm>
          <a:custGeom>
            <a:avLst/>
            <a:gdLst/>
            <a:ahLst/>
            <a:cxnLst/>
            <a:rect l="0" t="0" r="r" b="b"/>
            <a:pathLst>
              <a:path w="848905" h="874895">
                <a:moveTo>
                  <a:pt x="0" y="401293"/>
                </a:moveTo>
                <a:lnTo>
                  <a:pt x="814494" y="0"/>
                </a:lnTo>
                <a:lnTo>
                  <a:pt x="848905" y="87489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6"/>
          <p:cNvSpPr/>
          <p:nvPr/>
        </p:nvSpPr>
        <p:spPr>
          <a:xfrm>
            <a:off x="3626044" y="1791924"/>
            <a:ext cx="1163159" cy="514818"/>
          </a:xfrm>
          <a:custGeom>
            <a:avLst/>
            <a:gdLst/>
            <a:ahLst/>
            <a:cxnLst/>
            <a:rect l="0" t="0" r="r" b="b"/>
            <a:pathLst>
              <a:path w="1163159" h="514818">
                <a:moveTo>
                  <a:pt x="314253" y="0"/>
                </a:moveTo>
                <a:lnTo>
                  <a:pt x="1163159" y="473601"/>
                </a:lnTo>
                <a:lnTo>
                  <a:pt x="0" y="51481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7"/>
          <p:cNvSpPr/>
          <p:nvPr/>
        </p:nvSpPr>
        <p:spPr>
          <a:xfrm>
            <a:off x="4754792" y="1390631"/>
            <a:ext cx="752908" cy="874895"/>
          </a:xfrm>
          <a:custGeom>
            <a:avLst/>
            <a:gdLst/>
            <a:ahLst/>
            <a:cxnLst/>
            <a:rect l="0" t="0" r="r" b="b"/>
            <a:pathLst>
              <a:path w="752908" h="874895">
                <a:moveTo>
                  <a:pt x="0" y="0"/>
                </a:moveTo>
                <a:lnTo>
                  <a:pt x="752908" y="80122"/>
                </a:lnTo>
                <a:lnTo>
                  <a:pt x="34411" y="87489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8"/>
          <p:cNvSpPr/>
          <p:nvPr/>
        </p:nvSpPr>
        <p:spPr>
          <a:xfrm>
            <a:off x="4789203" y="1470753"/>
            <a:ext cx="718497" cy="989687"/>
          </a:xfrm>
          <a:custGeom>
            <a:avLst/>
            <a:gdLst/>
            <a:ahLst/>
            <a:cxnLst/>
            <a:rect l="0" t="0" r="r" b="b"/>
            <a:pathLst>
              <a:path w="718497" h="989687">
                <a:moveTo>
                  <a:pt x="718497" y="0"/>
                </a:moveTo>
                <a:lnTo>
                  <a:pt x="518032" y="989687"/>
                </a:lnTo>
                <a:lnTo>
                  <a:pt x="0" y="7947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9"/>
          <p:cNvSpPr/>
          <p:nvPr/>
        </p:nvSpPr>
        <p:spPr>
          <a:xfrm>
            <a:off x="5507699" y="1470753"/>
            <a:ext cx="802788" cy="592844"/>
          </a:xfrm>
          <a:custGeom>
            <a:avLst/>
            <a:gdLst/>
            <a:ahLst/>
            <a:cxnLst/>
            <a:rect l="0" t="0" r="r" b="b"/>
            <a:pathLst>
              <a:path w="802788" h="592844">
                <a:moveTo>
                  <a:pt x="0" y="0"/>
                </a:moveTo>
                <a:lnTo>
                  <a:pt x="802788" y="224460"/>
                </a:lnTo>
                <a:lnTo>
                  <a:pt x="636578" y="59284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80"/>
          <p:cNvSpPr/>
          <p:nvPr/>
        </p:nvSpPr>
        <p:spPr>
          <a:xfrm>
            <a:off x="5307235" y="1470753"/>
            <a:ext cx="837043" cy="989687"/>
          </a:xfrm>
          <a:custGeom>
            <a:avLst/>
            <a:gdLst/>
            <a:ahLst/>
            <a:cxnLst/>
            <a:rect l="0" t="0" r="r" b="b"/>
            <a:pathLst>
              <a:path w="837043" h="989687">
                <a:moveTo>
                  <a:pt x="200464" y="0"/>
                </a:moveTo>
                <a:lnTo>
                  <a:pt x="837043" y="592844"/>
                </a:lnTo>
                <a:lnTo>
                  <a:pt x="0" y="98968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1"/>
          <p:cNvSpPr/>
          <p:nvPr/>
        </p:nvSpPr>
        <p:spPr>
          <a:xfrm>
            <a:off x="6144278" y="1507837"/>
            <a:ext cx="957616" cy="555760"/>
          </a:xfrm>
          <a:custGeom>
            <a:avLst/>
            <a:gdLst/>
            <a:ahLst/>
            <a:cxnLst/>
            <a:rect l="0" t="0" r="r" b="b"/>
            <a:pathLst>
              <a:path w="957616" h="555760">
                <a:moveTo>
                  <a:pt x="166210" y="187376"/>
                </a:moveTo>
                <a:lnTo>
                  <a:pt x="957616" y="0"/>
                </a:lnTo>
                <a:lnTo>
                  <a:pt x="0" y="55576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2"/>
          <p:cNvSpPr/>
          <p:nvPr/>
        </p:nvSpPr>
        <p:spPr>
          <a:xfrm>
            <a:off x="6144278" y="1507837"/>
            <a:ext cx="957616" cy="593322"/>
          </a:xfrm>
          <a:custGeom>
            <a:avLst/>
            <a:gdLst/>
            <a:ahLst/>
            <a:cxnLst/>
            <a:rect l="0" t="0" r="r" b="b"/>
            <a:pathLst>
              <a:path w="957616" h="593322">
                <a:moveTo>
                  <a:pt x="957616" y="0"/>
                </a:moveTo>
                <a:lnTo>
                  <a:pt x="613617" y="593322"/>
                </a:lnTo>
                <a:lnTo>
                  <a:pt x="0" y="55576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3"/>
          <p:cNvSpPr/>
          <p:nvPr/>
        </p:nvSpPr>
        <p:spPr>
          <a:xfrm>
            <a:off x="7101894" y="1507837"/>
            <a:ext cx="757362" cy="700098"/>
          </a:xfrm>
          <a:custGeom>
            <a:avLst/>
            <a:gdLst/>
            <a:ahLst/>
            <a:cxnLst/>
            <a:rect l="0" t="0" r="r" b="b"/>
            <a:pathLst>
              <a:path w="757362" h="700098">
                <a:moveTo>
                  <a:pt x="0" y="0"/>
                </a:moveTo>
                <a:lnTo>
                  <a:pt x="442717" y="227487"/>
                </a:lnTo>
                <a:lnTo>
                  <a:pt x="757362" y="70009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4"/>
          <p:cNvSpPr/>
          <p:nvPr/>
        </p:nvSpPr>
        <p:spPr>
          <a:xfrm>
            <a:off x="6757895" y="1507837"/>
            <a:ext cx="1101361" cy="700098"/>
          </a:xfrm>
          <a:custGeom>
            <a:avLst/>
            <a:gdLst/>
            <a:ahLst/>
            <a:cxnLst/>
            <a:rect l="0" t="0" r="r" b="b"/>
            <a:pathLst>
              <a:path w="1101361" h="700098">
                <a:moveTo>
                  <a:pt x="343999" y="0"/>
                </a:moveTo>
                <a:lnTo>
                  <a:pt x="1101361" y="700098"/>
                </a:lnTo>
                <a:lnTo>
                  <a:pt x="0" y="59332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5"/>
          <p:cNvSpPr/>
          <p:nvPr/>
        </p:nvSpPr>
        <p:spPr>
          <a:xfrm>
            <a:off x="7544611" y="1684757"/>
            <a:ext cx="677579" cy="523178"/>
          </a:xfrm>
          <a:custGeom>
            <a:avLst/>
            <a:gdLst/>
            <a:ahLst/>
            <a:cxnLst/>
            <a:rect l="0" t="0" r="r" b="b"/>
            <a:pathLst>
              <a:path w="677579" h="523178">
                <a:moveTo>
                  <a:pt x="0" y="50567"/>
                </a:moveTo>
                <a:lnTo>
                  <a:pt x="677579" y="0"/>
                </a:lnTo>
                <a:lnTo>
                  <a:pt x="314644" y="52317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6"/>
          <p:cNvSpPr/>
          <p:nvPr/>
        </p:nvSpPr>
        <p:spPr>
          <a:xfrm>
            <a:off x="7859256" y="1684757"/>
            <a:ext cx="362934" cy="523178"/>
          </a:xfrm>
          <a:custGeom>
            <a:avLst/>
            <a:gdLst/>
            <a:ahLst/>
            <a:cxnLst/>
            <a:rect l="0" t="0" r="r" b="b"/>
            <a:pathLst>
              <a:path w="362934" h="523178">
                <a:moveTo>
                  <a:pt x="362934" y="0"/>
                </a:moveTo>
                <a:lnTo>
                  <a:pt x="250258" y="504272"/>
                </a:lnTo>
                <a:lnTo>
                  <a:pt x="0" y="52317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7"/>
          <p:cNvSpPr/>
          <p:nvPr/>
        </p:nvSpPr>
        <p:spPr>
          <a:xfrm>
            <a:off x="8222190" y="1684757"/>
            <a:ext cx="985551" cy="562418"/>
          </a:xfrm>
          <a:custGeom>
            <a:avLst/>
            <a:gdLst/>
            <a:ahLst/>
            <a:cxnLst/>
            <a:rect l="0" t="0" r="r" b="b"/>
            <a:pathLst>
              <a:path w="985551" h="562418">
                <a:moveTo>
                  <a:pt x="0" y="0"/>
                </a:moveTo>
                <a:lnTo>
                  <a:pt x="852300" y="18537"/>
                </a:lnTo>
                <a:lnTo>
                  <a:pt x="985551" y="56241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8"/>
          <p:cNvSpPr/>
          <p:nvPr/>
        </p:nvSpPr>
        <p:spPr>
          <a:xfrm>
            <a:off x="8109513" y="1684757"/>
            <a:ext cx="1098227" cy="562418"/>
          </a:xfrm>
          <a:custGeom>
            <a:avLst/>
            <a:gdLst/>
            <a:ahLst/>
            <a:cxnLst/>
            <a:rect l="0" t="0" r="r" b="b"/>
            <a:pathLst>
              <a:path w="1098227" h="562418">
                <a:moveTo>
                  <a:pt x="112677" y="0"/>
                </a:moveTo>
                <a:lnTo>
                  <a:pt x="1098227" y="562418"/>
                </a:lnTo>
                <a:lnTo>
                  <a:pt x="0" y="50427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9"/>
          <p:cNvSpPr/>
          <p:nvPr/>
        </p:nvSpPr>
        <p:spPr>
          <a:xfrm>
            <a:off x="9074490" y="1703294"/>
            <a:ext cx="605127" cy="543881"/>
          </a:xfrm>
          <a:custGeom>
            <a:avLst/>
            <a:gdLst/>
            <a:ahLst/>
            <a:cxnLst/>
            <a:rect l="0" t="0" r="r" b="b"/>
            <a:pathLst>
              <a:path w="605127" h="543881">
                <a:moveTo>
                  <a:pt x="0" y="0"/>
                </a:moveTo>
                <a:lnTo>
                  <a:pt x="605127" y="67797"/>
                </a:lnTo>
                <a:lnTo>
                  <a:pt x="133251" y="54388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90"/>
          <p:cNvSpPr/>
          <p:nvPr/>
        </p:nvSpPr>
        <p:spPr>
          <a:xfrm>
            <a:off x="9207741" y="1771091"/>
            <a:ext cx="644224" cy="476084"/>
          </a:xfrm>
          <a:custGeom>
            <a:avLst/>
            <a:gdLst/>
            <a:ahLst/>
            <a:cxnLst/>
            <a:rect l="0" t="0" r="r" b="b"/>
            <a:pathLst>
              <a:path w="644224" h="476084">
                <a:moveTo>
                  <a:pt x="471876" y="0"/>
                </a:moveTo>
                <a:lnTo>
                  <a:pt x="644224" y="287715"/>
                </a:lnTo>
                <a:lnTo>
                  <a:pt x="0" y="47608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Tło – fasetka 91"/>
          <p:cNvSpPr/>
          <p:nvPr/>
        </p:nvSpPr>
        <p:spPr>
          <a:xfrm>
            <a:off x="9679616" y="1720403"/>
            <a:ext cx="791319" cy="683179"/>
          </a:xfrm>
          <a:custGeom>
            <a:avLst/>
            <a:gdLst/>
            <a:ahLst/>
            <a:cxnLst/>
            <a:rect l="0" t="0" r="r" b="b"/>
            <a:pathLst>
              <a:path w="791319" h="683179">
                <a:moveTo>
                  <a:pt x="0" y="50689"/>
                </a:moveTo>
                <a:lnTo>
                  <a:pt x="791319" y="0"/>
                </a:lnTo>
                <a:lnTo>
                  <a:pt x="740618" y="68317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Tło – fasetka 92"/>
          <p:cNvSpPr/>
          <p:nvPr/>
        </p:nvSpPr>
        <p:spPr>
          <a:xfrm>
            <a:off x="9679616" y="1771091"/>
            <a:ext cx="740618" cy="632491"/>
          </a:xfrm>
          <a:custGeom>
            <a:avLst/>
            <a:gdLst/>
            <a:ahLst/>
            <a:cxnLst/>
            <a:rect l="0" t="0" r="r" b="b"/>
            <a:pathLst>
              <a:path w="740618" h="632491">
                <a:moveTo>
                  <a:pt x="0" y="0"/>
                </a:moveTo>
                <a:lnTo>
                  <a:pt x="740618" y="632491"/>
                </a:lnTo>
                <a:lnTo>
                  <a:pt x="172348" y="28771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Tło – fasetka 93"/>
          <p:cNvSpPr/>
          <p:nvPr/>
        </p:nvSpPr>
        <p:spPr>
          <a:xfrm>
            <a:off x="10420234" y="1720403"/>
            <a:ext cx="1028985" cy="683179"/>
          </a:xfrm>
          <a:custGeom>
            <a:avLst/>
            <a:gdLst/>
            <a:ahLst/>
            <a:cxnLst/>
            <a:rect l="0" t="0" r="r" b="b"/>
            <a:pathLst>
              <a:path w="1028985" h="683179">
                <a:moveTo>
                  <a:pt x="50701" y="0"/>
                </a:moveTo>
                <a:lnTo>
                  <a:pt x="1028985" y="55058"/>
                </a:lnTo>
                <a:lnTo>
                  <a:pt x="0" y="68317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Tło – fasetka 94"/>
          <p:cNvSpPr/>
          <p:nvPr/>
        </p:nvSpPr>
        <p:spPr>
          <a:xfrm>
            <a:off x="10420234" y="1775461"/>
            <a:ext cx="1028985" cy="628121"/>
          </a:xfrm>
          <a:custGeom>
            <a:avLst/>
            <a:gdLst/>
            <a:ahLst/>
            <a:cxnLst/>
            <a:rect l="0" t="0" r="r" b="b"/>
            <a:pathLst>
              <a:path w="1028985" h="628121">
                <a:moveTo>
                  <a:pt x="1028985" y="0"/>
                </a:moveTo>
                <a:lnTo>
                  <a:pt x="1003486" y="551198"/>
                </a:lnTo>
                <a:lnTo>
                  <a:pt x="0" y="62812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Tło – fasetka 95"/>
          <p:cNvSpPr/>
          <p:nvPr/>
        </p:nvSpPr>
        <p:spPr>
          <a:xfrm>
            <a:off x="11449220" y="1513592"/>
            <a:ext cx="742780" cy="746725"/>
          </a:xfrm>
          <a:custGeom>
            <a:avLst/>
            <a:gdLst/>
            <a:ahLst/>
            <a:cxnLst/>
            <a:rect l="0" t="0" r="r" b="b"/>
            <a:pathLst>
              <a:path w="742780" h="746725">
                <a:moveTo>
                  <a:pt x="0" y="261869"/>
                </a:moveTo>
                <a:lnTo>
                  <a:pt x="742780" y="0"/>
                </a:lnTo>
                <a:lnTo>
                  <a:pt x="742780" y="74672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Tło – fasetka 96"/>
          <p:cNvSpPr/>
          <p:nvPr/>
        </p:nvSpPr>
        <p:spPr>
          <a:xfrm>
            <a:off x="11423720" y="1775461"/>
            <a:ext cx="768280" cy="551198"/>
          </a:xfrm>
          <a:custGeom>
            <a:avLst/>
            <a:gdLst/>
            <a:ahLst/>
            <a:cxnLst/>
            <a:rect l="0" t="0" r="r" b="b"/>
            <a:pathLst>
              <a:path w="768280" h="551198">
                <a:moveTo>
                  <a:pt x="25500" y="0"/>
                </a:moveTo>
                <a:lnTo>
                  <a:pt x="768280" y="484857"/>
                </a:lnTo>
                <a:lnTo>
                  <a:pt x="0" y="55119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Tło – fasetka 97"/>
          <p:cNvSpPr/>
          <p:nvPr/>
        </p:nvSpPr>
        <p:spPr>
          <a:xfrm>
            <a:off x="0" y="2188384"/>
            <a:ext cx="1018161" cy="926716"/>
          </a:xfrm>
          <a:custGeom>
            <a:avLst/>
            <a:gdLst/>
            <a:ahLst/>
            <a:cxnLst/>
            <a:rect l="0" t="0" r="r" b="b"/>
            <a:pathLst>
              <a:path w="1018161" h="926716">
                <a:moveTo>
                  <a:pt x="0" y="77577"/>
                </a:moveTo>
                <a:lnTo>
                  <a:pt x="751230" y="0"/>
                </a:lnTo>
                <a:lnTo>
                  <a:pt x="1018161" y="92671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Tło – fasetka 98"/>
          <p:cNvSpPr/>
          <p:nvPr/>
        </p:nvSpPr>
        <p:spPr>
          <a:xfrm>
            <a:off x="0" y="2265961"/>
            <a:ext cx="1018161" cy="849138"/>
          </a:xfrm>
          <a:custGeom>
            <a:avLst/>
            <a:gdLst/>
            <a:ahLst/>
            <a:cxnLst/>
            <a:rect l="0" t="0" r="r" b="b"/>
            <a:pathLst>
              <a:path w="1018161" h="849138">
                <a:moveTo>
                  <a:pt x="0" y="0"/>
                </a:moveTo>
                <a:lnTo>
                  <a:pt x="1018161" y="849138"/>
                </a:lnTo>
                <a:lnTo>
                  <a:pt x="0" y="71772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Tło – fasetka 99"/>
          <p:cNvSpPr/>
          <p:nvPr/>
        </p:nvSpPr>
        <p:spPr>
          <a:xfrm>
            <a:off x="751230" y="2188384"/>
            <a:ext cx="552038" cy="926716"/>
          </a:xfrm>
          <a:custGeom>
            <a:avLst/>
            <a:gdLst/>
            <a:ahLst/>
            <a:cxnLst/>
            <a:rect l="0" t="0" r="r" b="b"/>
            <a:pathLst>
              <a:path w="552038" h="926716">
                <a:moveTo>
                  <a:pt x="0" y="0"/>
                </a:moveTo>
                <a:lnTo>
                  <a:pt x="552038" y="156939"/>
                </a:lnTo>
                <a:lnTo>
                  <a:pt x="266931" y="92671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Tło – fasetka 100"/>
          <p:cNvSpPr/>
          <p:nvPr/>
        </p:nvSpPr>
        <p:spPr>
          <a:xfrm>
            <a:off x="1018161" y="2345323"/>
            <a:ext cx="488646" cy="769776"/>
          </a:xfrm>
          <a:custGeom>
            <a:avLst/>
            <a:gdLst/>
            <a:ahLst/>
            <a:cxnLst/>
            <a:rect l="0" t="0" r="r" b="b"/>
            <a:pathLst>
              <a:path w="488646" h="769776">
                <a:moveTo>
                  <a:pt x="285107" y="0"/>
                </a:moveTo>
                <a:lnTo>
                  <a:pt x="488646" y="614523"/>
                </a:lnTo>
                <a:lnTo>
                  <a:pt x="0" y="76977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Tło – fasetka 101"/>
          <p:cNvSpPr/>
          <p:nvPr/>
        </p:nvSpPr>
        <p:spPr>
          <a:xfrm>
            <a:off x="1303267" y="2295285"/>
            <a:ext cx="1233129" cy="859493"/>
          </a:xfrm>
          <a:custGeom>
            <a:avLst/>
            <a:gdLst/>
            <a:ahLst/>
            <a:cxnLst/>
            <a:rect l="0" t="0" r="r" b="b"/>
            <a:pathLst>
              <a:path w="1233129" h="859493">
                <a:moveTo>
                  <a:pt x="0" y="50038"/>
                </a:moveTo>
                <a:lnTo>
                  <a:pt x="962137" y="0"/>
                </a:lnTo>
                <a:lnTo>
                  <a:pt x="1233129" y="85949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Tło – fasetka 102"/>
          <p:cNvSpPr/>
          <p:nvPr/>
        </p:nvSpPr>
        <p:spPr>
          <a:xfrm>
            <a:off x="1303267" y="2345323"/>
            <a:ext cx="1233129" cy="809455"/>
          </a:xfrm>
          <a:custGeom>
            <a:avLst/>
            <a:gdLst/>
            <a:ahLst/>
            <a:cxnLst/>
            <a:rect l="0" t="0" r="r" b="b"/>
            <a:pathLst>
              <a:path w="1233129" h="809455">
                <a:moveTo>
                  <a:pt x="0" y="0"/>
                </a:moveTo>
                <a:lnTo>
                  <a:pt x="1233129" y="809455"/>
                </a:lnTo>
                <a:lnTo>
                  <a:pt x="203539" y="61452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Tło – fasetka 103"/>
          <p:cNvSpPr/>
          <p:nvPr/>
        </p:nvSpPr>
        <p:spPr>
          <a:xfrm>
            <a:off x="2265404" y="2295285"/>
            <a:ext cx="783733" cy="859493"/>
          </a:xfrm>
          <a:custGeom>
            <a:avLst/>
            <a:gdLst/>
            <a:ahLst/>
            <a:cxnLst/>
            <a:rect l="0" t="0" r="r" b="b"/>
            <a:pathLst>
              <a:path w="783733" h="859493">
                <a:moveTo>
                  <a:pt x="0" y="0"/>
                </a:moveTo>
                <a:lnTo>
                  <a:pt x="783733" y="28987"/>
                </a:lnTo>
                <a:lnTo>
                  <a:pt x="270992" y="85949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Tło – fasetka 104"/>
          <p:cNvSpPr/>
          <p:nvPr/>
        </p:nvSpPr>
        <p:spPr>
          <a:xfrm>
            <a:off x="2536396" y="2324272"/>
            <a:ext cx="512741" cy="830506"/>
          </a:xfrm>
          <a:custGeom>
            <a:avLst/>
            <a:gdLst/>
            <a:ahLst/>
            <a:cxnLst/>
            <a:rect l="0" t="0" r="r" b="b"/>
            <a:pathLst>
              <a:path w="512741" h="830506">
                <a:moveTo>
                  <a:pt x="512741" y="0"/>
                </a:moveTo>
                <a:lnTo>
                  <a:pt x="225961" y="824413"/>
                </a:lnTo>
                <a:lnTo>
                  <a:pt x="0" y="83050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Tło – fasetka 105"/>
          <p:cNvSpPr/>
          <p:nvPr/>
        </p:nvSpPr>
        <p:spPr>
          <a:xfrm>
            <a:off x="3049137" y="2306742"/>
            <a:ext cx="590791" cy="936708"/>
          </a:xfrm>
          <a:custGeom>
            <a:avLst/>
            <a:gdLst/>
            <a:ahLst/>
            <a:cxnLst/>
            <a:rect l="0" t="0" r="r" b="b"/>
            <a:pathLst>
              <a:path w="590791" h="936708">
                <a:moveTo>
                  <a:pt x="0" y="17530"/>
                </a:moveTo>
                <a:lnTo>
                  <a:pt x="576907" y="0"/>
                </a:lnTo>
                <a:lnTo>
                  <a:pt x="590791" y="93670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Tło – fasetka 106"/>
          <p:cNvSpPr/>
          <p:nvPr/>
        </p:nvSpPr>
        <p:spPr>
          <a:xfrm>
            <a:off x="2762357" y="2324272"/>
            <a:ext cx="877571" cy="919178"/>
          </a:xfrm>
          <a:custGeom>
            <a:avLst/>
            <a:gdLst/>
            <a:ahLst/>
            <a:cxnLst/>
            <a:rect l="0" t="0" r="r" b="b"/>
            <a:pathLst>
              <a:path w="877571" h="919178">
                <a:moveTo>
                  <a:pt x="286780" y="0"/>
                </a:moveTo>
                <a:lnTo>
                  <a:pt x="877571" y="919178"/>
                </a:lnTo>
                <a:lnTo>
                  <a:pt x="0" y="82441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Tło – fasetka 107"/>
          <p:cNvSpPr/>
          <p:nvPr/>
        </p:nvSpPr>
        <p:spPr>
          <a:xfrm>
            <a:off x="3626044" y="2265526"/>
            <a:ext cx="1163159" cy="977925"/>
          </a:xfrm>
          <a:custGeom>
            <a:avLst/>
            <a:gdLst/>
            <a:ahLst/>
            <a:cxnLst/>
            <a:rect l="0" t="0" r="r" b="b"/>
            <a:pathLst>
              <a:path w="1163159" h="977925">
                <a:moveTo>
                  <a:pt x="0" y="41217"/>
                </a:moveTo>
                <a:lnTo>
                  <a:pt x="1163159" y="0"/>
                </a:lnTo>
                <a:lnTo>
                  <a:pt x="13884" y="97792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Tło – fasetka 108"/>
          <p:cNvSpPr/>
          <p:nvPr/>
        </p:nvSpPr>
        <p:spPr>
          <a:xfrm>
            <a:off x="3639928" y="2265526"/>
            <a:ext cx="1149275" cy="977925"/>
          </a:xfrm>
          <a:custGeom>
            <a:avLst/>
            <a:gdLst/>
            <a:ahLst/>
            <a:cxnLst/>
            <a:rect l="0" t="0" r="r" b="b"/>
            <a:pathLst>
              <a:path w="1149275" h="977925">
                <a:moveTo>
                  <a:pt x="1149275" y="0"/>
                </a:moveTo>
                <a:lnTo>
                  <a:pt x="928104" y="904305"/>
                </a:lnTo>
                <a:lnTo>
                  <a:pt x="0" y="97792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Tło – fasetka 109"/>
          <p:cNvSpPr/>
          <p:nvPr/>
        </p:nvSpPr>
        <p:spPr>
          <a:xfrm>
            <a:off x="4789203" y="2265526"/>
            <a:ext cx="518032" cy="647544"/>
          </a:xfrm>
          <a:custGeom>
            <a:avLst/>
            <a:gdLst/>
            <a:ahLst/>
            <a:cxnLst/>
            <a:rect l="0" t="0" r="r" b="b"/>
            <a:pathLst>
              <a:path w="518032" h="647544">
                <a:moveTo>
                  <a:pt x="0" y="0"/>
                </a:moveTo>
                <a:lnTo>
                  <a:pt x="518032" y="194914"/>
                </a:lnTo>
                <a:lnTo>
                  <a:pt x="490215" y="64754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Tło – fasetka 110"/>
          <p:cNvSpPr/>
          <p:nvPr/>
        </p:nvSpPr>
        <p:spPr>
          <a:xfrm>
            <a:off x="4568032" y="2265526"/>
            <a:ext cx="711386" cy="904305"/>
          </a:xfrm>
          <a:custGeom>
            <a:avLst/>
            <a:gdLst/>
            <a:ahLst/>
            <a:cxnLst/>
            <a:rect l="0" t="0" r="r" b="b"/>
            <a:pathLst>
              <a:path w="711386" h="904305">
                <a:moveTo>
                  <a:pt x="221171" y="0"/>
                </a:moveTo>
                <a:lnTo>
                  <a:pt x="711386" y="647544"/>
                </a:lnTo>
                <a:lnTo>
                  <a:pt x="0" y="90430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Tło – fasetka 111"/>
          <p:cNvSpPr/>
          <p:nvPr/>
        </p:nvSpPr>
        <p:spPr>
          <a:xfrm>
            <a:off x="5279418" y="2063597"/>
            <a:ext cx="864860" cy="849473"/>
          </a:xfrm>
          <a:custGeom>
            <a:avLst/>
            <a:gdLst/>
            <a:ahLst/>
            <a:cxnLst/>
            <a:rect l="0" t="0" r="r" b="b"/>
            <a:pathLst>
              <a:path w="864860" h="849473">
                <a:moveTo>
                  <a:pt x="27817" y="396843"/>
                </a:moveTo>
                <a:lnTo>
                  <a:pt x="864860" y="0"/>
                </a:lnTo>
                <a:lnTo>
                  <a:pt x="0" y="8494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Tło – fasetka 112"/>
          <p:cNvSpPr/>
          <p:nvPr/>
        </p:nvSpPr>
        <p:spPr>
          <a:xfrm>
            <a:off x="5279418" y="2063597"/>
            <a:ext cx="864860" cy="1035985"/>
          </a:xfrm>
          <a:custGeom>
            <a:avLst/>
            <a:gdLst/>
            <a:ahLst/>
            <a:cxnLst/>
            <a:rect l="0" t="0" r="r" b="b"/>
            <a:pathLst>
              <a:path w="864860" h="1035985">
                <a:moveTo>
                  <a:pt x="864860" y="0"/>
                </a:moveTo>
                <a:lnTo>
                  <a:pt x="633479" y="1035985"/>
                </a:lnTo>
                <a:lnTo>
                  <a:pt x="0" y="8494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Tło – fasetka 113"/>
          <p:cNvSpPr/>
          <p:nvPr/>
        </p:nvSpPr>
        <p:spPr>
          <a:xfrm>
            <a:off x="6144278" y="2063597"/>
            <a:ext cx="613617" cy="706555"/>
          </a:xfrm>
          <a:custGeom>
            <a:avLst/>
            <a:gdLst/>
            <a:ahLst/>
            <a:cxnLst/>
            <a:rect l="0" t="0" r="r" b="b"/>
            <a:pathLst>
              <a:path w="613617" h="706555">
                <a:moveTo>
                  <a:pt x="0" y="0"/>
                </a:moveTo>
                <a:lnTo>
                  <a:pt x="613617" y="37562"/>
                </a:lnTo>
                <a:lnTo>
                  <a:pt x="457109" y="70655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Tło – fasetka 114"/>
          <p:cNvSpPr/>
          <p:nvPr/>
        </p:nvSpPr>
        <p:spPr>
          <a:xfrm>
            <a:off x="5912897" y="2063597"/>
            <a:ext cx="688490" cy="1035985"/>
          </a:xfrm>
          <a:custGeom>
            <a:avLst/>
            <a:gdLst/>
            <a:ahLst/>
            <a:cxnLst/>
            <a:rect l="0" t="0" r="r" b="b"/>
            <a:pathLst>
              <a:path w="688490" h="1035985">
                <a:moveTo>
                  <a:pt x="231381" y="0"/>
                </a:moveTo>
                <a:lnTo>
                  <a:pt x="688490" y="706555"/>
                </a:lnTo>
                <a:lnTo>
                  <a:pt x="0" y="103598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Tło – fasetka 115"/>
          <p:cNvSpPr/>
          <p:nvPr/>
        </p:nvSpPr>
        <p:spPr>
          <a:xfrm>
            <a:off x="6601387" y="2101159"/>
            <a:ext cx="1257869" cy="668994"/>
          </a:xfrm>
          <a:custGeom>
            <a:avLst/>
            <a:gdLst/>
            <a:ahLst/>
            <a:cxnLst/>
            <a:rect l="0" t="0" r="r" b="b"/>
            <a:pathLst>
              <a:path w="1257869" h="668994">
                <a:moveTo>
                  <a:pt x="156508" y="0"/>
                </a:moveTo>
                <a:lnTo>
                  <a:pt x="1257869" y="106777"/>
                </a:lnTo>
                <a:lnTo>
                  <a:pt x="0" y="66899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Tło – fasetka 116"/>
          <p:cNvSpPr/>
          <p:nvPr/>
        </p:nvSpPr>
        <p:spPr>
          <a:xfrm>
            <a:off x="6601387" y="2207935"/>
            <a:ext cx="1257869" cy="907708"/>
          </a:xfrm>
          <a:custGeom>
            <a:avLst/>
            <a:gdLst/>
            <a:ahLst/>
            <a:cxnLst/>
            <a:rect l="0" t="0" r="r" b="b"/>
            <a:pathLst>
              <a:path w="1257869" h="907708">
                <a:moveTo>
                  <a:pt x="1257869" y="0"/>
                </a:moveTo>
                <a:lnTo>
                  <a:pt x="1114564" y="907708"/>
                </a:lnTo>
                <a:lnTo>
                  <a:pt x="0" y="5622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Tło – fasetka 117"/>
          <p:cNvSpPr/>
          <p:nvPr/>
        </p:nvSpPr>
        <p:spPr>
          <a:xfrm>
            <a:off x="7859256" y="2189029"/>
            <a:ext cx="363025" cy="1079752"/>
          </a:xfrm>
          <a:custGeom>
            <a:avLst/>
            <a:gdLst/>
            <a:ahLst/>
            <a:cxnLst/>
            <a:rect l="0" t="0" r="r" b="b"/>
            <a:pathLst>
              <a:path w="363025" h="1079752">
                <a:moveTo>
                  <a:pt x="0" y="18906"/>
                </a:moveTo>
                <a:lnTo>
                  <a:pt x="250258" y="0"/>
                </a:lnTo>
                <a:lnTo>
                  <a:pt x="363025" y="10797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Tło – fasetka 118"/>
          <p:cNvSpPr/>
          <p:nvPr/>
        </p:nvSpPr>
        <p:spPr>
          <a:xfrm>
            <a:off x="7715951" y="2207935"/>
            <a:ext cx="506330" cy="1060846"/>
          </a:xfrm>
          <a:custGeom>
            <a:avLst/>
            <a:gdLst/>
            <a:ahLst/>
            <a:cxnLst/>
            <a:rect l="0" t="0" r="r" b="b"/>
            <a:pathLst>
              <a:path w="506330" h="1060846">
                <a:moveTo>
                  <a:pt x="143305" y="0"/>
                </a:moveTo>
                <a:lnTo>
                  <a:pt x="506330" y="1060846"/>
                </a:lnTo>
                <a:lnTo>
                  <a:pt x="0" y="90770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Tło – fasetka 119"/>
          <p:cNvSpPr/>
          <p:nvPr/>
        </p:nvSpPr>
        <p:spPr>
          <a:xfrm>
            <a:off x="8109513" y="2189029"/>
            <a:ext cx="1098227" cy="1079752"/>
          </a:xfrm>
          <a:custGeom>
            <a:avLst/>
            <a:gdLst/>
            <a:ahLst/>
            <a:cxnLst/>
            <a:rect l="0" t="0" r="r" b="b"/>
            <a:pathLst>
              <a:path w="1098227" h="1079752">
                <a:moveTo>
                  <a:pt x="0" y="0"/>
                </a:moveTo>
                <a:lnTo>
                  <a:pt x="1098227" y="58146"/>
                </a:lnTo>
                <a:lnTo>
                  <a:pt x="112767" y="10797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Tło – fasetka 120"/>
          <p:cNvSpPr/>
          <p:nvPr/>
        </p:nvSpPr>
        <p:spPr>
          <a:xfrm>
            <a:off x="8222281" y="2247175"/>
            <a:ext cx="1080396" cy="1021606"/>
          </a:xfrm>
          <a:custGeom>
            <a:avLst/>
            <a:gdLst/>
            <a:ahLst/>
            <a:cxnLst/>
            <a:rect l="0" t="0" r="r" b="b"/>
            <a:pathLst>
              <a:path w="1080396" h="1021606">
                <a:moveTo>
                  <a:pt x="985460" y="0"/>
                </a:moveTo>
                <a:lnTo>
                  <a:pt x="1080396" y="782166"/>
                </a:lnTo>
                <a:lnTo>
                  <a:pt x="0" y="102160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Tło – fasetka 121"/>
          <p:cNvSpPr/>
          <p:nvPr/>
        </p:nvSpPr>
        <p:spPr>
          <a:xfrm>
            <a:off x="9207741" y="2058807"/>
            <a:ext cx="644224" cy="713849"/>
          </a:xfrm>
          <a:custGeom>
            <a:avLst/>
            <a:gdLst/>
            <a:ahLst/>
            <a:cxnLst/>
            <a:rect l="0" t="0" r="r" b="b"/>
            <a:pathLst>
              <a:path w="644224" h="713849">
                <a:moveTo>
                  <a:pt x="0" y="188368"/>
                </a:moveTo>
                <a:lnTo>
                  <a:pt x="644224" y="0"/>
                </a:lnTo>
                <a:lnTo>
                  <a:pt x="416891" y="7138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Tło – fasetka 122"/>
          <p:cNvSpPr/>
          <p:nvPr/>
        </p:nvSpPr>
        <p:spPr>
          <a:xfrm>
            <a:off x="9207741" y="2247175"/>
            <a:ext cx="416891" cy="782166"/>
          </a:xfrm>
          <a:custGeom>
            <a:avLst/>
            <a:gdLst/>
            <a:ahLst/>
            <a:cxnLst/>
            <a:rect l="0" t="0" r="r" b="b"/>
            <a:pathLst>
              <a:path w="416891" h="782166">
                <a:moveTo>
                  <a:pt x="0" y="0"/>
                </a:moveTo>
                <a:lnTo>
                  <a:pt x="416891" y="525481"/>
                </a:lnTo>
                <a:lnTo>
                  <a:pt x="94936" y="7821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Tło – fasetka 123"/>
          <p:cNvSpPr/>
          <p:nvPr/>
        </p:nvSpPr>
        <p:spPr>
          <a:xfrm>
            <a:off x="9624631" y="2058807"/>
            <a:ext cx="795603" cy="713849"/>
          </a:xfrm>
          <a:custGeom>
            <a:avLst/>
            <a:gdLst/>
            <a:ahLst/>
            <a:cxnLst/>
            <a:rect l="0" t="0" r="r" b="b"/>
            <a:pathLst>
              <a:path w="795603" h="713849">
                <a:moveTo>
                  <a:pt x="227334" y="0"/>
                </a:moveTo>
                <a:lnTo>
                  <a:pt x="795603" y="344775"/>
                </a:lnTo>
                <a:lnTo>
                  <a:pt x="0" y="7138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Tło – fasetka 124"/>
          <p:cNvSpPr/>
          <p:nvPr/>
        </p:nvSpPr>
        <p:spPr>
          <a:xfrm>
            <a:off x="9624631" y="2403582"/>
            <a:ext cx="900921" cy="503507"/>
          </a:xfrm>
          <a:custGeom>
            <a:avLst/>
            <a:gdLst/>
            <a:ahLst/>
            <a:cxnLst/>
            <a:rect l="0" t="0" r="r" b="b"/>
            <a:pathLst>
              <a:path w="900921" h="503507">
                <a:moveTo>
                  <a:pt x="795603" y="0"/>
                </a:moveTo>
                <a:lnTo>
                  <a:pt x="900921" y="503507"/>
                </a:lnTo>
                <a:lnTo>
                  <a:pt x="0" y="36907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Tło – fasetka 125"/>
          <p:cNvSpPr/>
          <p:nvPr/>
        </p:nvSpPr>
        <p:spPr>
          <a:xfrm>
            <a:off x="10420234" y="2326658"/>
            <a:ext cx="1064439" cy="547545"/>
          </a:xfrm>
          <a:custGeom>
            <a:avLst/>
            <a:gdLst/>
            <a:ahLst/>
            <a:cxnLst/>
            <a:rect l="0" t="0" r="r" b="b"/>
            <a:pathLst>
              <a:path w="1064439" h="547545">
                <a:moveTo>
                  <a:pt x="0" y="76923"/>
                </a:moveTo>
                <a:lnTo>
                  <a:pt x="1003486" y="0"/>
                </a:lnTo>
                <a:lnTo>
                  <a:pt x="1064439" y="54754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Tło – fasetka 126"/>
          <p:cNvSpPr/>
          <p:nvPr/>
        </p:nvSpPr>
        <p:spPr>
          <a:xfrm>
            <a:off x="10420234" y="2403582"/>
            <a:ext cx="1064439" cy="503507"/>
          </a:xfrm>
          <a:custGeom>
            <a:avLst/>
            <a:gdLst/>
            <a:ahLst/>
            <a:cxnLst/>
            <a:rect l="0" t="0" r="r" b="b"/>
            <a:pathLst>
              <a:path w="1064439" h="503507">
                <a:moveTo>
                  <a:pt x="0" y="0"/>
                </a:moveTo>
                <a:lnTo>
                  <a:pt x="1064439" y="470622"/>
                </a:lnTo>
                <a:lnTo>
                  <a:pt x="105317" y="50350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Tło – fasetka 127"/>
          <p:cNvSpPr/>
          <p:nvPr/>
        </p:nvSpPr>
        <p:spPr>
          <a:xfrm>
            <a:off x="11423720" y="2260317"/>
            <a:ext cx="768280" cy="613886"/>
          </a:xfrm>
          <a:custGeom>
            <a:avLst/>
            <a:gdLst/>
            <a:ahLst/>
            <a:cxnLst/>
            <a:rect l="0" t="0" r="r" b="b"/>
            <a:pathLst>
              <a:path w="768280" h="613886">
                <a:moveTo>
                  <a:pt x="0" y="66341"/>
                </a:moveTo>
                <a:lnTo>
                  <a:pt x="768280" y="0"/>
                </a:lnTo>
                <a:lnTo>
                  <a:pt x="60953" y="61388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Tło – fasetka 128"/>
          <p:cNvSpPr/>
          <p:nvPr/>
        </p:nvSpPr>
        <p:spPr>
          <a:xfrm>
            <a:off x="11484673" y="2260317"/>
            <a:ext cx="707327" cy="1017759"/>
          </a:xfrm>
          <a:custGeom>
            <a:avLst/>
            <a:gdLst/>
            <a:ahLst/>
            <a:cxnLst/>
            <a:rect l="0" t="0" r="r" b="b"/>
            <a:pathLst>
              <a:path w="707327" h="1017759">
                <a:moveTo>
                  <a:pt x="707327" y="0"/>
                </a:moveTo>
                <a:lnTo>
                  <a:pt x="707327" y="1017759"/>
                </a:lnTo>
                <a:lnTo>
                  <a:pt x="0" y="61388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Tło – fasetka 129"/>
          <p:cNvSpPr/>
          <p:nvPr/>
        </p:nvSpPr>
        <p:spPr>
          <a:xfrm>
            <a:off x="0" y="2983686"/>
            <a:ext cx="1018161" cy="1106881"/>
          </a:xfrm>
          <a:custGeom>
            <a:avLst/>
            <a:gdLst/>
            <a:ahLst/>
            <a:cxnLst/>
            <a:rect l="0" t="0" r="r" b="b"/>
            <a:pathLst>
              <a:path w="1018161" h="1106881">
                <a:moveTo>
                  <a:pt x="0" y="0"/>
                </a:moveTo>
                <a:lnTo>
                  <a:pt x="1018161" y="131414"/>
                </a:lnTo>
                <a:lnTo>
                  <a:pt x="0" y="110688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Tło – fasetka 130"/>
          <p:cNvSpPr/>
          <p:nvPr/>
        </p:nvSpPr>
        <p:spPr>
          <a:xfrm>
            <a:off x="0" y="3115099"/>
            <a:ext cx="1018161" cy="975468"/>
          </a:xfrm>
          <a:custGeom>
            <a:avLst/>
            <a:gdLst/>
            <a:ahLst/>
            <a:cxnLst/>
            <a:rect l="0" t="0" r="r" b="b"/>
            <a:pathLst>
              <a:path w="1018161" h="975468">
                <a:moveTo>
                  <a:pt x="1018161" y="0"/>
                </a:moveTo>
                <a:lnTo>
                  <a:pt x="711449" y="604644"/>
                </a:lnTo>
                <a:lnTo>
                  <a:pt x="0" y="97546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Tło – fasetka 131"/>
          <p:cNvSpPr/>
          <p:nvPr/>
        </p:nvSpPr>
        <p:spPr>
          <a:xfrm>
            <a:off x="1018161" y="2959846"/>
            <a:ext cx="496742" cy="1129186"/>
          </a:xfrm>
          <a:custGeom>
            <a:avLst/>
            <a:gdLst/>
            <a:ahLst/>
            <a:cxnLst/>
            <a:rect l="0" t="0" r="r" b="b"/>
            <a:pathLst>
              <a:path w="496742" h="1129186">
                <a:moveTo>
                  <a:pt x="0" y="155254"/>
                </a:moveTo>
                <a:lnTo>
                  <a:pt x="488646" y="0"/>
                </a:lnTo>
                <a:lnTo>
                  <a:pt x="496742" y="112918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Tło – fasetka 132"/>
          <p:cNvSpPr/>
          <p:nvPr/>
        </p:nvSpPr>
        <p:spPr>
          <a:xfrm>
            <a:off x="711449" y="3115099"/>
            <a:ext cx="803454" cy="973933"/>
          </a:xfrm>
          <a:custGeom>
            <a:avLst/>
            <a:gdLst/>
            <a:ahLst/>
            <a:cxnLst/>
            <a:rect l="0" t="0" r="r" b="b"/>
            <a:pathLst>
              <a:path w="803454" h="973933">
                <a:moveTo>
                  <a:pt x="306712" y="0"/>
                </a:moveTo>
                <a:lnTo>
                  <a:pt x="803454" y="973933"/>
                </a:lnTo>
                <a:lnTo>
                  <a:pt x="0" y="60464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Tło – fasetka 133"/>
          <p:cNvSpPr/>
          <p:nvPr/>
        </p:nvSpPr>
        <p:spPr>
          <a:xfrm>
            <a:off x="1506806" y="2959846"/>
            <a:ext cx="1029590" cy="1129186"/>
          </a:xfrm>
          <a:custGeom>
            <a:avLst/>
            <a:gdLst/>
            <a:ahLst/>
            <a:cxnLst/>
            <a:rect l="0" t="0" r="r" b="b"/>
            <a:pathLst>
              <a:path w="1029590" h="1129186">
                <a:moveTo>
                  <a:pt x="0" y="0"/>
                </a:moveTo>
                <a:lnTo>
                  <a:pt x="1029590" y="194932"/>
                </a:lnTo>
                <a:lnTo>
                  <a:pt x="8097" y="112918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Tło – fasetka 134"/>
          <p:cNvSpPr/>
          <p:nvPr/>
        </p:nvSpPr>
        <p:spPr>
          <a:xfrm>
            <a:off x="1514903" y="3154778"/>
            <a:ext cx="1021493" cy="934254"/>
          </a:xfrm>
          <a:custGeom>
            <a:avLst/>
            <a:gdLst/>
            <a:ahLst/>
            <a:cxnLst/>
            <a:rect l="0" t="0" r="r" b="b"/>
            <a:pathLst>
              <a:path w="1021493" h="934254">
                <a:moveTo>
                  <a:pt x="1021493" y="0"/>
                </a:moveTo>
                <a:lnTo>
                  <a:pt x="573246" y="689449"/>
                </a:lnTo>
                <a:lnTo>
                  <a:pt x="0" y="93425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Tło – fasetka 135"/>
          <p:cNvSpPr/>
          <p:nvPr/>
        </p:nvSpPr>
        <p:spPr>
          <a:xfrm>
            <a:off x="2536396" y="3148685"/>
            <a:ext cx="444810" cy="721126"/>
          </a:xfrm>
          <a:custGeom>
            <a:avLst/>
            <a:gdLst/>
            <a:ahLst/>
            <a:cxnLst/>
            <a:rect l="0" t="0" r="r" b="b"/>
            <a:pathLst>
              <a:path w="444810" h="721126">
                <a:moveTo>
                  <a:pt x="0" y="6093"/>
                </a:moveTo>
                <a:lnTo>
                  <a:pt x="225961" y="0"/>
                </a:lnTo>
                <a:lnTo>
                  <a:pt x="444810" y="72112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Tło – fasetka 136"/>
          <p:cNvSpPr/>
          <p:nvPr/>
        </p:nvSpPr>
        <p:spPr>
          <a:xfrm>
            <a:off x="2088149" y="3154778"/>
            <a:ext cx="893057" cy="715033"/>
          </a:xfrm>
          <a:custGeom>
            <a:avLst/>
            <a:gdLst/>
            <a:ahLst/>
            <a:cxnLst/>
            <a:rect l="0" t="0" r="r" b="b"/>
            <a:pathLst>
              <a:path w="893057" h="715033">
                <a:moveTo>
                  <a:pt x="448247" y="0"/>
                </a:moveTo>
                <a:lnTo>
                  <a:pt x="893057" y="715033"/>
                </a:lnTo>
                <a:lnTo>
                  <a:pt x="0" y="6894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Tło – fasetka 137"/>
          <p:cNvSpPr/>
          <p:nvPr/>
        </p:nvSpPr>
        <p:spPr>
          <a:xfrm>
            <a:off x="2762357" y="3148685"/>
            <a:ext cx="877571" cy="721126"/>
          </a:xfrm>
          <a:custGeom>
            <a:avLst/>
            <a:gdLst/>
            <a:ahLst/>
            <a:cxnLst/>
            <a:rect l="0" t="0" r="r" b="b"/>
            <a:pathLst>
              <a:path w="877571" h="721126">
                <a:moveTo>
                  <a:pt x="0" y="0"/>
                </a:moveTo>
                <a:lnTo>
                  <a:pt x="877571" y="94765"/>
                </a:lnTo>
                <a:lnTo>
                  <a:pt x="218849" y="72112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Tło – fasetka 138"/>
          <p:cNvSpPr/>
          <p:nvPr/>
        </p:nvSpPr>
        <p:spPr>
          <a:xfrm>
            <a:off x="2981206" y="3243450"/>
            <a:ext cx="962860" cy="710681"/>
          </a:xfrm>
          <a:custGeom>
            <a:avLst/>
            <a:gdLst/>
            <a:ahLst/>
            <a:cxnLst/>
            <a:rect l="0" t="0" r="r" b="b"/>
            <a:pathLst>
              <a:path w="962860" h="710681">
                <a:moveTo>
                  <a:pt x="658722" y="0"/>
                </a:moveTo>
                <a:lnTo>
                  <a:pt x="962860" y="710681"/>
                </a:lnTo>
                <a:lnTo>
                  <a:pt x="0" y="62636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Tło – fasetka 139"/>
          <p:cNvSpPr/>
          <p:nvPr/>
        </p:nvSpPr>
        <p:spPr>
          <a:xfrm>
            <a:off x="3639928" y="3169831"/>
            <a:ext cx="928104" cy="400695"/>
          </a:xfrm>
          <a:custGeom>
            <a:avLst/>
            <a:gdLst/>
            <a:ahLst/>
            <a:cxnLst/>
            <a:rect l="0" t="0" r="r" b="b"/>
            <a:pathLst>
              <a:path w="928104" h="400695">
                <a:moveTo>
                  <a:pt x="0" y="73620"/>
                </a:moveTo>
                <a:lnTo>
                  <a:pt x="928104" y="0"/>
                </a:lnTo>
                <a:lnTo>
                  <a:pt x="824401" y="40069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Tło – fasetka 140"/>
          <p:cNvSpPr/>
          <p:nvPr/>
        </p:nvSpPr>
        <p:spPr>
          <a:xfrm>
            <a:off x="3639928" y="3243450"/>
            <a:ext cx="824401" cy="710681"/>
          </a:xfrm>
          <a:custGeom>
            <a:avLst/>
            <a:gdLst/>
            <a:ahLst/>
            <a:cxnLst/>
            <a:rect l="0" t="0" r="r" b="b"/>
            <a:pathLst>
              <a:path w="824401" h="710681">
                <a:moveTo>
                  <a:pt x="0" y="0"/>
                </a:moveTo>
                <a:lnTo>
                  <a:pt x="824401" y="327075"/>
                </a:lnTo>
                <a:lnTo>
                  <a:pt x="304138" y="71068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Tło – fasetka 141"/>
          <p:cNvSpPr/>
          <p:nvPr/>
        </p:nvSpPr>
        <p:spPr>
          <a:xfrm>
            <a:off x="4464329" y="2913069"/>
            <a:ext cx="815088" cy="657456"/>
          </a:xfrm>
          <a:custGeom>
            <a:avLst/>
            <a:gdLst/>
            <a:ahLst/>
            <a:cxnLst/>
            <a:rect l="0" t="0" r="r" b="b"/>
            <a:pathLst>
              <a:path w="815088" h="657456">
                <a:moveTo>
                  <a:pt x="103703" y="256761"/>
                </a:moveTo>
                <a:lnTo>
                  <a:pt x="815088" y="0"/>
                </a:lnTo>
                <a:lnTo>
                  <a:pt x="0" y="65745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Tło – fasetka 142"/>
          <p:cNvSpPr/>
          <p:nvPr/>
        </p:nvSpPr>
        <p:spPr>
          <a:xfrm>
            <a:off x="4464329" y="2913069"/>
            <a:ext cx="872598" cy="686946"/>
          </a:xfrm>
          <a:custGeom>
            <a:avLst/>
            <a:gdLst/>
            <a:ahLst/>
            <a:cxnLst/>
            <a:rect l="0" t="0" r="r" b="b"/>
            <a:pathLst>
              <a:path w="872598" h="686946">
                <a:moveTo>
                  <a:pt x="815088" y="0"/>
                </a:moveTo>
                <a:lnTo>
                  <a:pt x="872598" y="686946"/>
                </a:lnTo>
                <a:lnTo>
                  <a:pt x="0" y="65745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Tło – fasetka 143"/>
          <p:cNvSpPr/>
          <p:nvPr/>
        </p:nvSpPr>
        <p:spPr>
          <a:xfrm>
            <a:off x="5279418" y="2913069"/>
            <a:ext cx="808348" cy="1086693"/>
          </a:xfrm>
          <a:custGeom>
            <a:avLst/>
            <a:gdLst/>
            <a:ahLst/>
            <a:cxnLst/>
            <a:rect l="0" t="0" r="r" b="b"/>
            <a:pathLst>
              <a:path w="808348" h="1086693">
                <a:moveTo>
                  <a:pt x="0" y="0"/>
                </a:moveTo>
                <a:lnTo>
                  <a:pt x="633479" y="186512"/>
                </a:lnTo>
                <a:lnTo>
                  <a:pt x="808348" y="108669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Tło – fasetka 144"/>
          <p:cNvSpPr/>
          <p:nvPr/>
        </p:nvSpPr>
        <p:spPr>
          <a:xfrm>
            <a:off x="5279418" y="2913069"/>
            <a:ext cx="808348" cy="1086693"/>
          </a:xfrm>
          <a:custGeom>
            <a:avLst/>
            <a:gdLst/>
            <a:ahLst/>
            <a:cxnLst/>
            <a:rect l="0" t="0" r="r" b="b"/>
            <a:pathLst>
              <a:path w="808348" h="1086693">
                <a:moveTo>
                  <a:pt x="0" y="0"/>
                </a:moveTo>
                <a:lnTo>
                  <a:pt x="808348" y="1086693"/>
                </a:lnTo>
                <a:lnTo>
                  <a:pt x="57509" y="68694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Tło – fasetka 145"/>
          <p:cNvSpPr/>
          <p:nvPr/>
        </p:nvSpPr>
        <p:spPr>
          <a:xfrm>
            <a:off x="5912897" y="2770152"/>
            <a:ext cx="688490" cy="1229610"/>
          </a:xfrm>
          <a:custGeom>
            <a:avLst/>
            <a:gdLst/>
            <a:ahLst/>
            <a:cxnLst/>
            <a:rect l="0" t="0" r="r" b="b"/>
            <a:pathLst>
              <a:path w="688490" h="1229610">
                <a:moveTo>
                  <a:pt x="0" y="329429"/>
                </a:moveTo>
                <a:lnTo>
                  <a:pt x="688490" y="0"/>
                </a:lnTo>
                <a:lnTo>
                  <a:pt x="174869" y="122961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Tło – fasetka 146"/>
          <p:cNvSpPr/>
          <p:nvPr/>
        </p:nvSpPr>
        <p:spPr>
          <a:xfrm>
            <a:off x="6087766" y="2770152"/>
            <a:ext cx="858819" cy="1319329"/>
          </a:xfrm>
          <a:custGeom>
            <a:avLst/>
            <a:gdLst/>
            <a:ahLst/>
            <a:cxnLst/>
            <a:rect l="0" t="0" r="r" b="b"/>
            <a:pathLst>
              <a:path w="858819" h="1319329">
                <a:moveTo>
                  <a:pt x="513621" y="0"/>
                </a:moveTo>
                <a:lnTo>
                  <a:pt x="858819" y="1319329"/>
                </a:lnTo>
                <a:lnTo>
                  <a:pt x="0" y="122961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Tło – fasetka 147"/>
          <p:cNvSpPr/>
          <p:nvPr/>
        </p:nvSpPr>
        <p:spPr>
          <a:xfrm>
            <a:off x="6601387" y="2770152"/>
            <a:ext cx="1114564" cy="1174807"/>
          </a:xfrm>
          <a:custGeom>
            <a:avLst/>
            <a:gdLst/>
            <a:ahLst/>
            <a:cxnLst/>
            <a:rect l="0" t="0" r="r" b="b"/>
            <a:pathLst>
              <a:path w="1114564" h="1174807">
                <a:moveTo>
                  <a:pt x="0" y="0"/>
                </a:moveTo>
                <a:lnTo>
                  <a:pt x="1114564" y="345491"/>
                </a:lnTo>
                <a:lnTo>
                  <a:pt x="787515" y="117480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Tło – fasetka 148"/>
          <p:cNvSpPr/>
          <p:nvPr/>
        </p:nvSpPr>
        <p:spPr>
          <a:xfrm>
            <a:off x="6601387" y="2770152"/>
            <a:ext cx="787515" cy="1319329"/>
          </a:xfrm>
          <a:custGeom>
            <a:avLst/>
            <a:gdLst/>
            <a:ahLst/>
            <a:cxnLst/>
            <a:rect l="0" t="0" r="r" b="b"/>
            <a:pathLst>
              <a:path w="787515" h="1319329">
                <a:moveTo>
                  <a:pt x="0" y="0"/>
                </a:moveTo>
                <a:lnTo>
                  <a:pt x="787515" y="1174807"/>
                </a:lnTo>
                <a:lnTo>
                  <a:pt x="345198" y="131932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Tło – fasetka 149"/>
          <p:cNvSpPr/>
          <p:nvPr/>
        </p:nvSpPr>
        <p:spPr>
          <a:xfrm>
            <a:off x="7388902" y="3115643"/>
            <a:ext cx="833379" cy="829316"/>
          </a:xfrm>
          <a:custGeom>
            <a:avLst/>
            <a:gdLst/>
            <a:ahLst/>
            <a:cxnLst/>
            <a:rect l="0" t="0" r="r" b="b"/>
            <a:pathLst>
              <a:path w="833379" h="829316">
                <a:moveTo>
                  <a:pt x="327049" y="0"/>
                </a:moveTo>
                <a:lnTo>
                  <a:pt x="833379" y="153138"/>
                </a:lnTo>
                <a:lnTo>
                  <a:pt x="0" y="82931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Tło – fasetka 150"/>
          <p:cNvSpPr/>
          <p:nvPr/>
        </p:nvSpPr>
        <p:spPr>
          <a:xfrm>
            <a:off x="7388902" y="3268781"/>
            <a:ext cx="865830" cy="676178"/>
          </a:xfrm>
          <a:custGeom>
            <a:avLst/>
            <a:gdLst/>
            <a:ahLst/>
            <a:cxnLst/>
            <a:rect l="0" t="0" r="r" b="b"/>
            <a:pathLst>
              <a:path w="865830" h="676178">
                <a:moveTo>
                  <a:pt x="833379" y="0"/>
                </a:moveTo>
                <a:lnTo>
                  <a:pt x="865830" y="310455"/>
                </a:lnTo>
                <a:lnTo>
                  <a:pt x="0" y="67617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Tło – fasetka 151"/>
          <p:cNvSpPr/>
          <p:nvPr/>
        </p:nvSpPr>
        <p:spPr>
          <a:xfrm>
            <a:off x="8222281" y="3029341"/>
            <a:ext cx="1080396" cy="605012"/>
          </a:xfrm>
          <a:custGeom>
            <a:avLst/>
            <a:gdLst/>
            <a:ahLst/>
            <a:cxnLst/>
            <a:rect l="0" t="0" r="r" b="b"/>
            <a:pathLst>
              <a:path w="1080396" h="605012">
                <a:moveTo>
                  <a:pt x="0" y="239440"/>
                </a:moveTo>
                <a:lnTo>
                  <a:pt x="1080396" y="0"/>
                </a:lnTo>
                <a:lnTo>
                  <a:pt x="653705" y="60501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Tło – fasetka 152"/>
          <p:cNvSpPr/>
          <p:nvPr/>
        </p:nvSpPr>
        <p:spPr>
          <a:xfrm>
            <a:off x="8222281" y="3268781"/>
            <a:ext cx="653705" cy="365572"/>
          </a:xfrm>
          <a:custGeom>
            <a:avLst/>
            <a:gdLst/>
            <a:ahLst/>
            <a:cxnLst/>
            <a:rect l="0" t="0" r="r" b="b"/>
            <a:pathLst>
              <a:path w="653705" h="365572">
                <a:moveTo>
                  <a:pt x="0" y="0"/>
                </a:moveTo>
                <a:lnTo>
                  <a:pt x="653705" y="365572"/>
                </a:lnTo>
                <a:lnTo>
                  <a:pt x="32451" y="31045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Tło – fasetka 153"/>
          <p:cNvSpPr/>
          <p:nvPr/>
        </p:nvSpPr>
        <p:spPr>
          <a:xfrm>
            <a:off x="8875986" y="2772656"/>
            <a:ext cx="748645" cy="861697"/>
          </a:xfrm>
          <a:custGeom>
            <a:avLst/>
            <a:gdLst/>
            <a:ahLst/>
            <a:cxnLst/>
            <a:rect l="0" t="0" r="r" b="b"/>
            <a:pathLst>
              <a:path w="748645" h="861697">
                <a:moveTo>
                  <a:pt x="426690" y="256685"/>
                </a:moveTo>
                <a:lnTo>
                  <a:pt x="748645" y="0"/>
                </a:lnTo>
                <a:lnTo>
                  <a:pt x="0" y="86169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Tło – fasetka 154"/>
          <p:cNvSpPr/>
          <p:nvPr/>
        </p:nvSpPr>
        <p:spPr>
          <a:xfrm>
            <a:off x="8875986" y="2772656"/>
            <a:ext cx="1206760" cy="861697"/>
          </a:xfrm>
          <a:custGeom>
            <a:avLst/>
            <a:gdLst/>
            <a:ahLst/>
            <a:cxnLst/>
            <a:rect l="0" t="0" r="r" b="b"/>
            <a:pathLst>
              <a:path w="1206760" h="861697">
                <a:moveTo>
                  <a:pt x="748645" y="0"/>
                </a:moveTo>
                <a:lnTo>
                  <a:pt x="1206760" y="843038"/>
                </a:lnTo>
                <a:lnTo>
                  <a:pt x="0" y="86169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Tło – fasetka 155"/>
          <p:cNvSpPr/>
          <p:nvPr/>
        </p:nvSpPr>
        <p:spPr>
          <a:xfrm>
            <a:off x="9624631" y="2772656"/>
            <a:ext cx="1121316" cy="1011646"/>
          </a:xfrm>
          <a:custGeom>
            <a:avLst/>
            <a:gdLst/>
            <a:ahLst/>
            <a:cxnLst/>
            <a:rect l="0" t="0" r="r" b="b"/>
            <a:pathLst>
              <a:path w="1121316" h="1011646">
                <a:moveTo>
                  <a:pt x="0" y="0"/>
                </a:moveTo>
                <a:lnTo>
                  <a:pt x="900921" y="134433"/>
                </a:lnTo>
                <a:lnTo>
                  <a:pt x="1121316" y="101164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Tło – fasetka 156"/>
          <p:cNvSpPr/>
          <p:nvPr/>
        </p:nvSpPr>
        <p:spPr>
          <a:xfrm>
            <a:off x="9624631" y="2772656"/>
            <a:ext cx="1121316" cy="1011646"/>
          </a:xfrm>
          <a:custGeom>
            <a:avLst/>
            <a:gdLst/>
            <a:ahLst/>
            <a:cxnLst/>
            <a:rect l="0" t="0" r="r" b="b"/>
            <a:pathLst>
              <a:path w="1121316" h="1011646">
                <a:moveTo>
                  <a:pt x="0" y="0"/>
                </a:moveTo>
                <a:lnTo>
                  <a:pt x="1121316" y="1011646"/>
                </a:lnTo>
                <a:lnTo>
                  <a:pt x="458115" y="84303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Tło – fasetka 157"/>
          <p:cNvSpPr/>
          <p:nvPr/>
        </p:nvSpPr>
        <p:spPr>
          <a:xfrm>
            <a:off x="10525552" y="2874204"/>
            <a:ext cx="959121" cy="910098"/>
          </a:xfrm>
          <a:custGeom>
            <a:avLst/>
            <a:gdLst/>
            <a:ahLst/>
            <a:cxnLst/>
            <a:rect l="0" t="0" r="r" b="b"/>
            <a:pathLst>
              <a:path w="959121" h="910098">
                <a:moveTo>
                  <a:pt x="0" y="32885"/>
                </a:moveTo>
                <a:lnTo>
                  <a:pt x="959121" y="0"/>
                </a:lnTo>
                <a:lnTo>
                  <a:pt x="220396" y="91009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Tło – fasetka 158"/>
          <p:cNvSpPr/>
          <p:nvPr/>
        </p:nvSpPr>
        <p:spPr>
          <a:xfrm>
            <a:off x="10745947" y="2874204"/>
            <a:ext cx="876108" cy="940452"/>
          </a:xfrm>
          <a:custGeom>
            <a:avLst/>
            <a:gdLst/>
            <a:ahLst/>
            <a:cxnLst/>
            <a:rect l="0" t="0" r="r" b="b"/>
            <a:pathLst>
              <a:path w="876108" h="940452">
                <a:moveTo>
                  <a:pt x="738726" y="0"/>
                </a:moveTo>
                <a:lnTo>
                  <a:pt x="876108" y="940452"/>
                </a:lnTo>
                <a:lnTo>
                  <a:pt x="0" y="91009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Tło – fasetka 159"/>
          <p:cNvSpPr/>
          <p:nvPr/>
        </p:nvSpPr>
        <p:spPr>
          <a:xfrm>
            <a:off x="11484673" y="2874204"/>
            <a:ext cx="707327" cy="829940"/>
          </a:xfrm>
          <a:custGeom>
            <a:avLst/>
            <a:gdLst/>
            <a:ahLst/>
            <a:cxnLst/>
            <a:rect l="0" t="0" r="r" b="b"/>
            <a:pathLst>
              <a:path w="707327" h="829940">
                <a:moveTo>
                  <a:pt x="0" y="0"/>
                </a:moveTo>
                <a:lnTo>
                  <a:pt x="707327" y="403872"/>
                </a:lnTo>
                <a:lnTo>
                  <a:pt x="707327" y="82994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Tło – fasetka 160"/>
          <p:cNvSpPr/>
          <p:nvPr/>
        </p:nvSpPr>
        <p:spPr>
          <a:xfrm>
            <a:off x="11484673" y="2874204"/>
            <a:ext cx="707327" cy="940452"/>
          </a:xfrm>
          <a:custGeom>
            <a:avLst/>
            <a:gdLst/>
            <a:ahLst/>
            <a:cxnLst/>
            <a:rect l="0" t="0" r="r" b="b"/>
            <a:pathLst>
              <a:path w="707327" h="940452">
                <a:moveTo>
                  <a:pt x="0" y="0"/>
                </a:moveTo>
                <a:lnTo>
                  <a:pt x="707327" y="829940"/>
                </a:lnTo>
                <a:lnTo>
                  <a:pt x="137382" y="9404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Tło – fasetka 161"/>
          <p:cNvSpPr/>
          <p:nvPr/>
        </p:nvSpPr>
        <p:spPr>
          <a:xfrm>
            <a:off x="0" y="3719743"/>
            <a:ext cx="711449" cy="750050"/>
          </a:xfrm>
          <a:custGeom>
            <a:avLst/>
            <a:gdLst/>
            <a:ahLst/>
            <a:cxnLst/>
            <a:rect l="0" t="0" r="r" b="b"/>
            <a:pathLst>
              <a:path w="711449" h="750050">
                <a:moveTo>
                  <a:pt x="0" y="370824"/>
                </a:moveTo>
                <a:lnTo>
                  <a:pt x="711449" y="0"/>
                </a:lnTo>
                <a:lnTo>
                  <a:pt x="591916" y="75005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Tło – fasetka 162"/>
          <p:cNvSpPr/>
          <p:nvPr/>
        </p:nvSpPr>
        <p:spPr>
          <a:xfrm>
            <a:off x="0" y="4090567"/>
            <a:ext cx="591916" cy="391526"/>
          </a:xfrm>
          <a:custGeom>
            <a:avLst/>
            <a:gdLst/>
            <a:ahLst/>
            <a:cxnLst/>
            <a:rect l="0" t="0" r="r" b="b"/>
            <a:pathLst>
              <a:path w="591916" h="391526">
                <a:moveTo>
                  <a:pt x="0" y="0"/>
                </a:moveTo>
                <a:lnTo>
                  <a:pt x="591916" y="379226"/>
                </a:lnTo>
                <a:lnTo>
                  <a:pt x="0" y="39152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Tło – fasetka 163"/>
          <p:cNvSpPr/>
          <p:nvPr/>
        </p:nvSpPr>
        <p:spPr>
          <a:xfrm>
            <a:off x="591916" y="3719743"/>
            <a:ext cx="922987" cy="750050"/>
          </a:xfrm>
          <a:custGeom>
            <a:avLst/>
            <a:gdLst/>
            <a:ahLst/>
            <a:cxnLst/>
            <a:rect l="0" t="0" r="r" b="b"/>
            <a:pathLst>
              <a:path w="922987" h="750050">
                <a:moveTo>
                  <a:pt x="119532" y="0"/>
                </a:moveTo>
                <a:lnTo>
                  <a:pt x="922987" y="369289"/>
                </a:lnTo>
                <a:lnTo>
                  <a:pt x="0" y="75005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Tło – fasetka 164"/>
          <p:cNvSpPr/>
          <p:nvPr/>
        </p:nvSpPr>
        <p:spPr>
          <a:xfrm>
            <a:off x="591916" y="4089032"/>
            <a:ext cx="922987" cy="509195"/>
          </a:xfrm>
          <a:custGeom>
            <a:avLst/>
            <a:gdLst/>
            <a:ahLst/>
            <a:cxnLst/>
            <a:rect l="0" t="0" r="r" b="b"/>
            <a:pathLst>
              <a:path w="922987" h="509195">
                <a:moveTo>
                  <a:pt x="922987" y="0"/>
                </a:moveTo>
                <a:lnTo>
                  <a:pt x="841177" y="509195"/>
                </a:lnTo>
                <a:lnTo>
                  <a:pt x="0" y="38076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Tło – fasetka 165"/>
          <p:cNvSpPr/>
          <p:nvPr/>
        </p:nvSpPr>
        <p:spPr>
          <a:xfrm>
            <a:off x="1514903" y="3844228"/>
            <a:ext cx="709573" cy="487236"/>
          </a:xfrm>
          <a:custGeom>
            <a:avLst/>
            <a:gdLst/>
            <a:ahLst/>
            <a:cxnLst/>
            <a:rect l="0" t="0" r="r" b="b"/>
            <a:pathLst>
              <a:path w="709573" h="487236">
                <a:moveTo>
                  <a:pt x="0" y="244804"/>
                </a:moveTo>
                <a:lnTo>
                  <a:pt x="573246" y="0"/>
                </a:lnTo>
                <a:lnTo>
                  <a:pt x="709573" y="48723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Tło – fasetka 166"/>
          <p:cNvSpPr/>
          <p:nvPr/>
        </p:nvSpPr>
        <p:spPr>
          <a:xfrm>
            <a:off x="1433094" y="4089032"/>
            <a:ext cx="791382" cy="509195"/>
          </a:xfrm>
          <a:custGeom>
            <a:avLst/>
            <a:gdLst/>
            <a:ahLst/>
            <a:cxnLst/>
            <a:rect l="0" t="0" r="r" b="b"/>
            <a:pathLst>
              <a:path w="791382" h="509195">
                <a:moveTo>
                  <a:pt x="81809" y="0"/>
                </a:moveTo>
                <a:lnTo>
                  <a:pt x="791382" y="242432"/>
                </a:lnTo>
                <a:lnTo>
                  <a:pt x="0" y="50919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Tło – fasetka 167"/>
          <p:cNvSpPr/>
          <p:nvPr/>
        </p:nvSpPr>
        <p:spPr>
          <a:xfrm>
            <a:off x="2088149" y="3844228"/>
            <a:ext cx="893057" cy="487236"/>
          </a:xfrm>
          <a:custGeom>
            <a:avLst/>
            <a:gdLst/>
            <a:ahLst/>
            <a:cxnLst/>
            <a:rect l="0" t="0" r="r" b="b"/>
            <a:pathLst>
              <a:path w="893057" h="487236">
                <a:moveTo>
                  <a:pt x="0" y="0"/>
                </a:moveTo>
                <a:lnTo>
                  <a:pt x="893057" y="25583"/>
                </a:lnTo>
                <a:lnTo>
                  <a:pt x="136327" y="48723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Tło – fasetka 168"/>
          <p:cNvSpPr/>
          <p:nvPr/>
        </p:nvSpPr>
        <p:spPr>
          <a:xfrm>
            <a:off x="2224476" y="3869811"/>
            <a:ext cx="756730" cy="688204"/>
          </a:xfrm>
          <a:custGeom>
            <a:avLst/>
            <a:gdLst/>
            <a:ahLst/>
            <a:cxnLst/>
            <a:rect l="0" t="0" r="r" b="b"/>
            <a:pathLst>
              <a:path w="756730" h="688204">
                <a:moveTo>
                  <a:pt x="756730" y="0"/>
                </a:moveTo>
                <a:lnTo>
                  <a:pt x="602011" y="688204"/>
                </a:lnTo>
                <a:lnTo>
                  <a:pt x="0" y="46165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Tło – fasetka 169"/>
          <p:cNvSpPr/>
          <p:nvPr/>
        </p:nvSpPr>
        <p:spPr>
          <a:xfrm>
            <a:off x="2981206" y="3869811"/>
            <a:ext cx="962860" cy="570691"/>
          </a:xfrm>
          <a:custGeom>
            <a:avLst/>
            <a:gdLst/>
            <a:ahLst/>
            <a:cxnLst/>
            <a:rect l="0" t="0" r="r" b="b"/>
            <a:pathLst>
              <a:path w="962860" h="570691">
                <a:moveTo>
                  <a:pt x="0" y="0"/>
                </a:moveTo>
                <a:lnTo>
                  <a:pt x="962860" y="84320"/>
                </a:lnTo>
                <a:lnTo>
                  <a:pt x="926035" y="57069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Tło – fasetka 170"/>
          <p:cNvSpPr/>
          <p:nvPr/>
        </p:nvSpPr>
        <p:spPr>
          <a:xfrm>
            <a:off x="2826487" y="3869811"/>
            <a:ext cx="1080755" cy="688204"/>
          </a:xfrm>
          <a:custGeom>
            <a:avLst/>
            <a:gdLst/>
            <a:ahLst/>
            <a:cxnLst/>
            <a:rect l="0" t="0" r="r" b="b"/>
            <a:pathLst>
              <a:path w="1080755" h="688204">
                <a:moveTo>
                  <a:pt x="154719" y="0"/>
                </a:moveTo>
                <a:lnTo>
                  <a:pt x="1080755" y="570691"/>
                </a:lnTo>
                <a:lnTo>
                  <a:pt x="0" y="6882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Tło – fasetka 171"/>
          <p:cNvSpPr/>
          <p:nvPr/>
        </p:nvSpPr>
        <p:spPr>
          <a:xfrm>
            <a:off x="3907241" y="3570525"/>
            <a:ext cx="557088" cy="869977"/>
          </a:xfrm>
          <a:custGeom>
            <a:avLst/>
            <a:gdLst/>
            <a:ahLst/>
            <a:cxnLst/>
            <a:rect l="0" t="0" r="r" b="b"/>
            <a:pathLst>
              <a:path w="557088" h="869977">
                <a:moveTo>
                  <a:pt x="36824" y="383606"/>
                </a:moveTo>
                <a:lnTo>
                  <a:pt x="557088" y="0"/>
                </a:lnTo>
                <a:lnTo>
                  <a:pt x="0" y="8699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Tło – fasetka 172"/>
          <p:cNvSpPr/>
          <p:nvPr/>
        </p:nvSpPr>
        <p:spPr>
          <a:xfrm>
            <a:off x="3907241" y="3570525"/>
            <a:ext cx="684938" cy="1138186"/>
          </a:xfrm>
          <a:custGeom>
            <a:avLst/>
            <a:gdLst/>
            <a:ahLst/>
            <a:cxnLst/>
            <a:rect l="0" t="0" r="r" b="b"/>
            <a:pathLst>
              <a:path w="684938" h="1138186">
                <a:moveTo>
                  <a:pt x="557088" y="0"/>
                </a:moveTo>
                <a:lnTo>
                  <a:pt x="684938" y="1138186"/>
                </a:lnTo>
                <a:lnTo>
                  <a:pt x="0" y="8699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Tło – fasetka 173"/>
          <p:cNvSpPr/>
          <p:nvPr/>
        </p:nvSpPr>
        <p:spPr>
          <a:xfrm>
            <a:off x="4464329" y="3570525"/>
            <a:ext cx="872598" cy="791441"/>
          </a:xfrm>
          <a:custGeom>
            <a:avLst/>
            <a:gdLst/>
            <a:ahLst/>
            <a:cxnLst/>
            <a:rect l="0" t="0" r="r" b="b"/>
            <a:pathLst>
              <a:path w="872598" h="791441">
                <a:moveTo>
                  <a:pt x="0" y="0"/>
                </a:moveTo>
                <a:lnTo>
                  <a:pt x="872598" y="29490"/>
                </a:lnTo>
                <a:lnTo>
                  <a:pt x="862096" y="79144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Tło – fasetka 174"/>
          <p:cNvSpPr/>
          <p:nvPr/>
        </p:nvSpPr>
        <p:spPr>
          <a:xfrm>
            <a:off x="4464329" y="3570525"/>
            <a:ext cx="862096" cy="1138186"/>
          </a:xfrm>
          <a:custGeom>
            <a:avLst/>
            <a:gdLst/>
            <a:ahLst/>
            <a:cxnLst/>
            <a:rect l="0" t="0" r="r" b="b"/>
            <a:pathLst>
              <a:path w="862096" h="1138186">
                <a:moveTo>
                  <a:pt x="0" y="0"/>
                </a:moveTo>
                <a:lnTo>
                  <a:pt x="862096" y="791441"/>
                </a:lnTo>
                <a:lnTo>
                  <a:pt x="127850" y="113818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Tło – fasetka 175"/>
          <p:cNvSpPr/>
          <p:nvPr/>
        </p:nvSpPr>
        <p:spPr>
          <a:xfrm>
            <a:off x="5326425" y="3600016"/>
            <a:ext cx="761340" cy="761950"/>
          </a:xfrm>
          <a:custGeom>
            <a:avLst/>
            <a:gdLst/>
            <a:ahLst/>
            <a:cxnLst/>
            <a:rect l="0" t="0" r="r" b="b"/>
            <a:pathLst>
              <a:path w="761340" h="761950">
                <a:moveTo>
                  <a:pt x="10502" y="0"/>
                </a:moveTo>
                <a:lnTo>
                  <a:pt x="761340" y="399747"/>
                </a:lnTo>
                <a:lnTo>
                  <a:pt x="0" y="76195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Tło – fasetka 176"/>
          <p:cNvSpPr/>
          <p:nvPr/>
        </p:nvSpPr>
        <p:spPr>
          <a:xfrm>
            <a:off x="5326425" y="3999762"/>
            <a:ext cx="917845" cy="420018"/>
          </a:xfrm>
          <a:custGeom>
            <a:avLst/>
            <a:gdLst/>
            <a:ahLst/>
            <a:cxnLst/>
            <a:rect l="0" t="0" r="r" b="b"/>
            <a:pathLst>
              <a:path w="917845" h="420018">
                <a:moveTo>
                  <a:pt x="761340" y="0"/>
                </a:moveTo>
                <a:lnTo>
                  <a:pt x="917845" y="420018"/>
                </a:lnTo>
                <a:lnTo>
                  <a:pt x="0" y="3622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Tło – fasetka 177"/>
          <p:cNvSpPr/>
          <p:nvPr/>
        </p:nvSpPr>
        <p:spPr>
          <a:xfrm>
            <a:off x="6087766" y="3999762"/>
            <a:ext cx="900908" cy="422602"/>
          </a:xfrm>
          <a:custGeom>
            <a:avLst/>
            <a:gdLst/>
            <a:ahLst/>
            <a:cxnLst/>
            <a:rect l="0" t="0" r="r" b="b"/>
            <a:pathLst>
              <a:path w="900908" h="422602">
                <a:moveTo>
                  <a:pt x="0" y="0"/>
                </a:moveTo>
                <a:lnTo>
                  <a:pt x="858819" y="89719"/>
                </a:lnTo>
                <a:lnTo>
                  <a:pt x="900908" y="42260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Tło – fasetka 178"/>
          <p:cNvSpPr/>
          <p:nvPr/>
        </p:nvSpPr>
        <p:spPr>
          <a:xfrm>
            <a:off x="6087766" y="3999762"/>
            <a:ext cx="900908" cy="422602"/>
          </a:xfrm>
          <a:custGeom>
            <a:avLst/>
            <a:gdLst/>
            <a:ahLst/>
            <a:cxnLst/>
            <a:rect l="0" t="0" r="r" b="b"/>
            <a:pathLst>
              <a:path w="900908" h="422602">
                <a:moveTo>
                  <a:pt x="0" y="0"/>
                </a:moveTo>
                <a:lnTo>
                  <a:pt x="900908" y="422602"/>
                </a:lnTo>
                <a:lnTo>
                  <a:pt x="156505" y="42001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Tło – fasetka 179"/>
          <p:cNvSpPr/>
          <p:nvPr/>
        </p:nvSpPr>
        <p:spPr>
          <a:xfrm>
            <a:off x="6946585" y="3944959"/>
            <a:ext cx="442317" cy="477406"/>
          </a:xfrm>
          <a:custGeom>
            <a:avLst/>
            <a:gdLst/>
            <a:ahLst/>
            <a:cxnLst/>
            <a:rect l="0" t="0" r="r" b="b"/>
            <a:pathLst>
              <a:path w="442317" h="477406">
                <a:moveTo>
                  <a:pt x="0" y="144522"/>
                </a:moveTo>
                <a:lnTo>
                  <a:pt x="442317" y="0"/>
                </a:lnTo>
                <a:lnTo>
                  <a:pt x="42089" y="47740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Tło – fasetka 180"/>
          <p:cNvSpPr/>
          <p:nvPr/>
        </p:nvSpPr>
        <p:spPr>
          <a:xfrm>
            <a:off x="6988674" y="3944959"/>
            <a:ext cx="507492" cy="506404"/>
          </a:xfrm>
          <a:custGeom>
            <a:avLst/>
            <a:gdLst/>
            <a:ahLst/>
            <a:cxnLst/>
            <a:rect l="0" t="0" r="r" b="b"/>
            <a:pathLst>
              <a:path w="507492" h="506404">
                <a:moveTo>
                  <a:pt x="400228" y="0"/>
                </a:moveTo>
                <a:lnTo>
                  <a:pt x="507492" y="506404"/>
                </a:lnTo>
                <a:lnTo>
                  <a:pt x="0" y="47740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Tło – fasetka 181"/>
          <p:cNvSpPr/>
          <p:nvPr/>
        </p:nvSpPr>
        <p:spPr>
          <a:xfrm>
            <a:off x="7388902" y="3579236"/>
            <a:ext cx="951176" cy="1061046"/>
          </a:xfrm>
          <a:custGeom>
            <a:avLst/>
            <a:gdLst/>
            <a:ahLst/>
            <a:cxnLst/>
            <a:rect l="0" t="0" r="r" b="b"/>
            <a:pathLst>
              <a:path w="951176" h="1061046">
                <a:moveTo>
                  <a:pt x="0" y="365723"/>
                </a:moveTo>
                <a:lnTo>
                  <a:pt x="865830" y="0"/>
                </a:lnTo>
                <a:lnTo>
                  <a:pt x="951176" y="106104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Tło – fasetka 182"/>
          <p:cNvSpPr/>
          <p:nvPr/>
        </p:nvSpPr>
        <p:spPr>
          <a:xfrm>
            <a:off x="7388902" y="3944959"/>
            <a:ext cx="951176" cy="695323"/>
          </a:xfrm>
          <a:custGeom>
            <a:avLst/>
            <a:gdLst/>
            <a:ahLst/>
            <a:cxnLst/>
            <a:rect l="0" t="0" r="r" b="b"/>
            <a:pathLst>
              <a:path w="951176" h="695323">
                <a:moveTo>
                  <a:pt x="0" y="0"/>
                </a:moveTo>
                <a:lnTo>
                  <a:pt x="951176" y="695323"/>
                </a:lnTo>
                <a:lnTo>
                  <a:pt x="107264" y="5064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Tło – fasetka 183"/>
          <p:cNvSpPr/>
          <p:nvPr/>
        </p:nvSpPr>
        <p:spPr>
          <a:xfrm>
            <a:off x="8254732" y="3579236"/>
            <a:ext cx="621254" cy="1061046"/>
          </a:xfrm>
          <a:custGeom>
            <a:avLst/>
            <a:gdLst/>
            <a:ahLst/>
            <a:cxnLst/>
            <a:rect l="0" t="0" r="r" b="b"/>
            <a:pathLst>
              <a:path w="621254" h="1061046">
                <a:moveTo>
                  <a:pt x="0" y="0"/>
                </a:moveTo>
                <a:lnTo>
                  <a:pt x="621254" y="55117"/>
                </a:lnTo>
                <a:lnTo>
                  <a:pt x="85347" y="106104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Tło – fasetka 184"/>
          <p:cNvSpPr/>
          <p:nvPr/>
        </p:nvSpPr>
        <p:spPr>
          <a:xfrm>
            <a:off x="8340078" y="3634353"/>
            <a:ext cx="614594" cy="1141055"/>
          </a:xfrm>
          <a:custGeom>
            <a:avLst/>
            <a:gdLst/>
            <a:ahLst/>
            <a:cxnLst/>
            <a:rect l="0" t="0" r="r" b="b"/>
            <a:pathLst>
              <a:path w="614594" h="1141055">
                <a:moveTo>
                  <a:pt x="535908" y="0"/>
                </a:moveTo>
                <a:lnTo>
                  <a:pt x="614594" y="1141055"/>
                </a:lnTo>
                <a:lnTo>
                  <a:pt x="0" y="100592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Tło – fasetka 185"/>
          <p:cNvSpPr/>
          <p:nvPr/>
        </p:nvSpPr>
        <p:spPr>
          <a:xfrm>
            <a:off x="8875986" y="3615694"/>
            <a:ext cx="1206760" cy="676749"/>
          </a:xfrm>
          <a:custGeom>
            <a:avLst/>
            <a:gdLst/>
            <a:ahLst/>
            <a:cxnLst/>
            <a:rect l="0" t="0" r="r" b="b"/>
            <a:pathLst>
              <a:path w="1206760" h="676749">
                <a:moveTo>
                  <a:pt x="0" y="18659"/>
                </a:moveTo>
                <a:lnTo>
                  <a:pt x="1206760" y="0"/>
                </a:lnTo>
                <a:lnTo>
                  <a:pt x="947832" y="6767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Tło – fasetka 186"/>
          <p:cNvSpPr/>
          <p:nvPr/>
        </p:nvSpPr>
        <p:spPr>
          <a:xfrm>
            <a:off x="8875986" y="3634353"/>
            <a:ext cx="947832" cy="1141055"/>
          </a:xfrm>
          <a:custGeom>
            <a:avLst/>
            <a:gdLst/>
            <a:ahLst/>
            <a:cxnLst/>
            <a:rect l="0" t="0" r="r" b="b"/>
            <a:pathLst>
              <a:path w="947832" h="1141055">
                <a:moveTo>
                  <a:pt x="0" y="0"/>
                </a:moveTo>
                <a:lnTo>
                  <a:pt x="947832" y="658090"/>
                </a:lnTo>
                <a:lnTo>
                  <a:pt x="78687" y="114105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Tło – fasetka 187"/>
          <p:cNvSpPr/>
          <p:nvPr/>
        </p:nvSpPr>
        <p:spPr>
          <a:xfrm>
            <a:off x="9823818" y="3615694"/>
            <a:ext cx="922130" cy="676749"/>
          </a:xfrm>
          <a:custGeom>
            <a:avLst/>
            <a:gdLst/>
            <a:ahLst/>
            <a:cxnLst/>
            <a:rect l="0" t="0" r="r" b="b"/>
            <a:pathLst>
              <a:path w="922130" h="676749">
                <a:moveTo>
                  <a:pt x="258928" y="0"/>
                </a:moveTo>
                <a:lnTo>
                  <a:pt x="922130" y="168608"/>
                </a:lnTo>
                <a:lnTo>
                  <a:pt x="0" y="67674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Tło – fasetka 188"/>
          <p:cNvSpPr/>
          <p:nvPr/>
        </p:nvSpPr>
        <p:spPr>
          <a:xfrm>
            <a:off x="9823818" y="3784302"/>
            <a:ext cx="1117914" cy="678574"/>
          </a:xfrm>
          <a:custGeom>
            <a:avLst/>
            <a:gdLst/>
            <a:ahLst/>
            <a:cxnLst/>
            <a:rect l="0" t="0" r="r" b="b"/>
            <a:pathLst>
              <a:path w="1117914" h="678574">
                <a:moveTo>
                  <a:pt x="922130" y="0"/>
                </a:moveTo>
                <a:lnTo>
                  <a:pt x="1117914" y="678574"/>
                </a:lnTo>
                <a:lnTo>
                  <a:pt x="0" y="50814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Tło – fasetka 189"/>
          <p:cNvSpPr/>
          <p:nvPr/>
        </p:nvSpPr>
        <p:spPr>
          <a:xfrm>
            <a:off x="10745947" y="3784302"/>
            <a:ext cx="876108" cy="659289"/>
          </a:xfrm>
          <a:custGeom>
            <a:avLst/>
            <a:gdLst/>
            <a:ahLst/>
            <a:cxnLst/>
            <a:rect l="0" t="0" r="r" b="b"/>
            <a:pathLst>
              <a:path w="876108" h="659289">
                <a:moveTo>
                  <a:pt x="0" y="0"/>
                </a:moveTo>
                <a:lnTo>
                  <a:pt x="876108" y="30354"/>
                </a:lnTo>
                <a:lnTo>
                  <a:pt x="547974" y="65928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Tło – fasetka 190"/>
          <p:cNvSpPr/>
          <p:nvPr/>
        </p:nvSpPr>
        <p:spPr>
          <a:xfrm>
            <a:off x="10745947" y="3784302"/>
            <a:ext cx="547974" cy="678574"/>
          </a:xfrm>
          <a:custGeom>
            <a:avLst/>
            <a:gdLst/>
            <a:ahLst/>
            <a:cxnLst/>
            <a:rect l="0" t="0" r="r" b="b"/>
            <a:pathLst>
              <a:path w="547974" h="678574">
                <a:moveTo>
                  <a:pt x="0" y="0"/>
                </a:moveTo>
                <a:lnTo>
                  <a:pt x="547974" y="659289"/>
                </a:lnTo>
                <a:lnTo>
                  <a:pt x="195785" y="67857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Tło – fasetka 191"/>
          <p:cNvSpPr/>
          <p:nvPr/>
        </p:nvSpPr>
        <p:spPr>
          <a:xfrm>
            <a:off x="11293921" y="3704144"/>
            <a:ext cx="898079" cy="739447"/>
          </a:xfrm>
          <a:custGeom>
            <a:avLst/>
            <a:gdLst/>
            <a:ahLst/>
            <a:cxnLst/>
            <a:rect l="0" t="0" r="r" b="b"/>
            <a:pathLst>
              <a:path w="898079" h="739447">
                <a:moveTo>
                  <a:pt x="328134" y="110512"/>
                </a:moveTo>
                <a:lnTo>
                  <a:pt x="898079" y="0"/>
                </a:lnTo>
                <a:lnTo>
                  <a:pt x="0" y="73944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Tło – fasetka 192"/>
          <p:cNvSpPr/>
          <p:nvPr/>
        </p:nvSpPr>
        <p:spPr>
          <a:xfrm>
            <a:off x="11293921" y="3704144"/>
            <a:ext cx="898079" cy="974981"/>
          </a:xfrm>
          <a:custGeom>
            <a:avLst/>
            <a:gdLst/>
            <a:ahLst/>
            <a:cxnLst/>
            <a:rect l="0" t="0" r="r" b="b"/>
            <a:pathLst>
              <a:path w="898079" h="974981">
                <a:moveTo>
                  <a:pt x="898079" y="0"/>
                </a:moveTo>
                <a:lnTo>
                  <a:pt x="898079" y="974981"/>
                </a:lnTo>
                <a:lnTo>
                  <a:pt x="0" y="73944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Tło – fasetka 193"/>
          <p:cNvSpPr/>
          <p:nvPr/>
        </p:nvSpPr>
        <p:spPr>
          <a:xfrm>
            <a:off x="0" y="4469793"/>
            <a:ext cx="591916" cy="920573"/>
          </a:xfrm>
          <a:custGeom>
            <a:avLst/>
            <a:gdLst/>
            <a:ahLst/>
            <a:cxnLst/>
            <a:rect l="0" t="0" r="r" b="b"/>
            <a:pathLst>
              <a:path w="591916" h="920573">
                <a:moveTo>
                  <a:pt x="0" y="12301"/>
                </a:moveTo>
                <a:lnTo>
                  <a:pt x="591916" y="0"/>
                </a:lnTo>
                <a:lnTo>
                  <a:pt x="0" y="9205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Tło – fasetka 194"/>
          <p:cNvSpPr/>
          <p:nvPr/>
        </p:nvSpPr>
        <p:spPr>
          <a:xfrm>
            <a:off x="0" y="4469793"/>
            <a:ext cx="836205" cy="920573"/>
          </a:xfrm>
          <a:custGeom>
            <a:avLst/>
            <a:gdLst/>
            <a:ahLst/>
            <a:cxnLst/>
            <a:rect l="0" t="0" r="r" b="b"/>
            <a:pathLst>
              <a:path w="836205" h="920573">
                <a:moveTo>
                  <a:pt x="591916" y="0"/>
                </a:moveTo>
                <a:lnTo>
                  <a:pt x="836205" y="699090"/>
                </a:lnTo>
                <a:lnTo>
                  <a:pt x="0" y="9205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Tło – fasetka 195"/>
          <p:cNvSpPr/>
          <p:nvPr/>
        </p:nvSpPr>
        <p:spPr>
          <a:xfrm>
            <a:off x="591916" y="4469793"/>
            <a:ext cx="1145755" cy="910412"/>
          </a:xfrm>
          <a:custGeom>
            <a:avLst/>
            <a:gdLst/>
            <a:ahLst/>
            <a:cxnLst/>
            <a:rect l="0" t="0" r="r" b="b"/>
            <a:pathLst>
              <a:path w="1145755" h="910412">
                <a:moveTo>
                  <a:pt x="0" y="0"/>
                </a:moveTo>
                <a:lnTo>
                  <a:pt x="841177" y="128434"/>
                </a:lnTo>
                <a:lnTo>
                  <a:pt x="1145755" y="91041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7" name="Tło – fasetka 196"/>
          <p:cNvSpPr/>
          <p:nvPr/>
        </p:nvSpPr>
        <p:spPr>
          <a:xfrm>
            <a:off x="591916" y="4469793"/>
            <a:ext cx="1145755" cy="910412"/>
          </a:xfrm>
          <a:custGeom>
            <a:avLst/>
            <a:gdLst/>
            <a:ahLst/>
            <a:cxnLst/>
            <a:rect l="0" t="0" r="r" b="b"/>
            <a:pathLst>
              <a:path w="1145755" h="910412">
                <a:moveTo>
                  <a:pt x="0" y="0"/>
                </a:moveTo>
                <a:lnTo>
                  <a:pt x="1145755" y="910412"/>
                </a:lnTo>
                <a:lnTo>
                  <a:pt x="244289" y="69909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8" name="Tło – fasetka 197"/>
          <p:cNvSpPr/>
          <p:nvPr/>
        </p:nvSpPr>
        <p:spPr>
          <a:xfrm>
            <a:off x="1433094" y="4331464"/>
            <a:ext cx="791382" cy="1048741"/>
          </a:xfrm>
          <a:custGeom>
            <a:avLst/>
            <a:gdLst/>
            <a:ahLst/>
            <a:cxnLst/>
            <a:rect l="0" t="0" r="r" b="b"/>
            <a:pathLst>
              <a:path w="791382" h="1048741">
                <a:moveTo>
                  <a:pt x="0" y="266764"/>
                </a:moveTo>
                <a:lnTo>
                  <a:pt x="791382" y="0"/>
                </a:lnTo>
                <a:lnTo>
                  <a:pt x="304578" y="104874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9" name="Tło – fasetka 198"/>
          <p:cNvSpPr/>
          <p:nvPr/>
        </p:nvSpPr>
        <p:spPr>
          <a:xfrm>
            <a:off x="1737672" y="4331464"/>
            <a:ext cx="486804" cy="1048741"/>
          </a:xfrm>
          <a:custGeom>
            <a:avLst/>
            <a:gdLst/>
            <a:ahLst/>
            <a:cxnLst/>
            <a:rect l="0" t="0" r="r" b="b"/>
            <a:pathLst>
              <a:path w="486804" h="1048741">
                <a:moveTo>
                  <a:pt x="486804" y="0"/>
                </a:moveTo>
                <a:lnTo>
                  <a:pt x="366868" y="975882"/>
                </a:lnTo>
                <a:lnTo>
                  <a:pt x="0" y="104874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0" name="Tło – fasetka 199"/>
          <p:cNvSpPr/>
          <p:nvPr/>
        </p:nvSpPr>
        <p:spPr>
          <a:xfrm>
            <a:off x="2224476" y="4331464"/>
            <a:ext cx="651977" cy="851861"/>
          </a:xfrm>
          <a:custGeom>
            <a:avLst/>
            <a:gdLst/>
            <a:ahLst/>
            <a:cxnLst/>
            <a:rect l="0" t="0" r="r" b="b"/>
            <a:pathLst>
              <a:path w="651977" h="851861">
                <a:moveTo>
                  <a:pt x="0" y="0"/>
                </a:moveTo>
                <a:lnTo>
                  <a:pt x="602011" y="226551"/>
                </a:lnTo>
                <a:lnTo>
                  <a:pt x="651977" y="85186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1" name="Tło – fasetka 200"/>
          <p:cNvSpPr/>
          <p:nvPr/>
        </p:nvSpPr>
        <p:spPr>
          <a:xfrm>
            <a:off x="2104540" y="4331464"/>
            <a:ext cx="771914" cy="975882"/>
          </a:xfrm>
          <a:custGeom>
            <a:avLst/>
            <a:gdLst/>
            <a:ahLst/>
            <a:cxnLst/>
            <a:rect l="0" t="0" r="r" b="b"/>
            <a:pathLst>
              <a:path w="771914" h="975882">
                <a:moveTo>
                  <a:pt x="119936" y="0"/>
                </a:moveTo>
                <a:lnTo>
                  <a:pt x="771914" y="851861"/>
                </a:lnTo>
                <a:lnTo>
                  <a:pt x="0" y="97588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2" name="Tło – fasetka 201"/>
          <p:cNvSpPr/>
          <p:nvPr/>
        </p:nvSpPr>
        <p:spPr>
          <a:xfrm>
            <a:off x="2826487" y="4440503"/>
            <a:ext cx="1080755" cy="742822"/>
          </a:xfrm>
          <a:custGeom>
            <a:avLst/>
            <a:gdLst/>
            <a:ahLst/>
            <a:cxnLst/>
            <a:rect l="0" t="0" r="r" b="b"/>
            <a:pathLst>
              <a:path w="1080755" h="742822">
                <a:moveTo>
                  <a:pt x="0" y="117512"/>
                </a:moveTo>
                <a:lnTo>
                  <a:pt x="1080755" y="0"/>
                </a:lnTo>
                <a:lnTo>
                  <a:pt x="49966" y="74282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Tło – fasetka 202"/>
          <p:cNvSpPr/>
          <p:nvPr/>
        </p:nvSpPr>
        <p:spPr>
          <a:xfrm>
            <a:off x="2876453" y="4440503"/>
            <a:ext cx="1215809" cy="812689"/>
          </a:xfrm>
          <a:custGeom>
            <a:avLst/>
            <a:gdLst/>
            <a:ahLst/>
            <a:cxnLst/>
            <a:rect l="0" t="0" r="r" b="b"/>
            <a:pathLst>
              <a:path w="1215809" h="812689">
                <a:moveTo>
                  <a:pt x="1030788" y="0"/>
                </a:moveTo>
                <a:lnTo>
                  <a:pt x="1215809" y="812689"/>
                </a:lnTo>
                <a:lnTo>
                  <a:pt x="0" y="74282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4" name="Tło – fasetka 203"/>
          <p:cNvSpPr/>
          <p:nvPr/>
        </p:nvSpPr>
        <p:spPr>
          <a:xfrm>
            <a:off x="3907241" y="4440503"/>
            <a:ext cx="684938" cy="653541"/>
          </a:xfrm>
          <a:custGeom>
            <a:avLst/>
            <a:gdLst/>
            <a:ahLst/>
            <a:cxnLst/>
            <a:rect l="0" t="0" r="r" b="b"/>
            <a:pathLst>
              <a:path w="684938" h="653541">
                <a:moveTo>
                  <a:pt x="0" y="0"/>
                </a:moveTo>
                <a:lnTo>
                  <a:pt x="684938" y="268209"/>
                </a:lnTo>
                <a:lnTo>
                  <a:pt x="453193" y="65354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5" name="Tło – fasetka 204"/>
          <p:cNvSpPr/>
          <p:nvPr/>
        </p:nvSpPr>
        <p:spPr>
          <a:xfrm>
            <a:off x="3907241" y="4440503"/>
            <a:ext cx="453193" cy="812689"/>
          </a:xfrm>
          <a:custGeom>
            <a:avLst/>
            <a:gdLst/>
            <a:ahLst/>
            <a:cxnLst/>
            <a:rect l="0" t="0" r="r" b="b"/>
            <a:pathLst>
              <a:path w="453193" h="812689">
                <a:moveTo>
                  <a:pt x="0" y="0"/>
                </a:moveTo>
                <a:lnTo>
                  <a:pt x="453193" y="653541"/>
                </a:lnTo>
                <a:lnTo>
                  <a:pt x="185021" y="81268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6" name="Tło – fasetka 205"/>
          <p:cNvSpPr/>
          <p:nvPr/>
        </p:nvSpPr>
        <p:spPr>
          <a:xfrm>
            <a:off x="4360434" y="4361966"/>
            <a:ext cx="965991" cy="732078"/>
          </a:xfrm>
          <a:custGeom>
            <a:avLst/>
            <a:gdLst/>
            <a:ahLst/>
            <a:cxnLst/>
            <a:rect l="0" t="0" r="r" b="b"/>
            <a:pathLst>
              <a:path w="965991" h="732078">
                <a:moveTo>
                  <a:pt x="231745" y="346745"/>
                </a:moveTo>
                <a:lnTo>
                  <a:pt x="965991" y="0"/>
                </a:lnTo>
                <a:lnTo>
                  <a:pt x="0" y="73207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7" name="Tło – fasetka 206"/>
          <p:cNvSpPr/>
          <p:nvPr/>
        </p:nvSpPr>
        <p:spPr>
          <a:xfrm>
            <a:off x="4360434" y="4361966"/>
            <a:ext cx="965991" cy="987347"/>
          </a:xfrm>
          <a:custGeom>
            <a:avLst/>
            <a:gdLst/>
            <a:ahLst/>
            <a:cxnLst/>
            <a:rect l="0" t="0" r="r" b="b"/>
            <a:pathLst>
              <a:path w="965991" h="987347">
                <a:moveTo>
                  <a:pt x="965991" y="0"/>
                </a:moveTo>
                <a:lnTo>
                  <a:pt x="692746" y="987347"/>
                </a:lnTo>
                <a:lnTo>
                  <a:pt x="0" y="73207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8" name="Tło – fasetka 207"/>
          <p:cNvSpPr/>
          <p:nvPr/>
        </p:nvSpPr>
        <p:spPr>
          <a:xfrm>
            <a:off x="5326425" y="4361966"/>
            <a:ext cx="917845" cy="1083106"/>
          </a:xfrm>
          <a:custGeom>
            <a:avLst/>
            <a:gdLst/>
            <a:ahLst/>
            <a:cxnLst/>
            <a:rect l="0" t="0" r="r" b="b"/>
            <a:pathLst>
              <a:path w="917845" h="1083106">
                <a:moveTo>
                  <a:pt x="0" y="0"/>
                </a:moveTo>
                <a:lnTo>
                  <a:pt x="917845" y="57814"/>
                </a:lnTo>
                <a:lnTo>
                  <a:pt x="793180" y="108310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9" name="Tło – fasetka 208"/>
          <p:cNvSpPr/>
          <p:nvPr/>
        </p:nvSpPr>
        <p:spPr>
          <a:xfrm>
            <a:off x="5053180" y="4361966"/>
            <a:ext cx="1066425" cy="1083106"/>
          </a:xfrm>
          <a:custGeom>
            <a:avLst/>
            <a:gdLst/>
            <a:ahLst/>
            <a:cxnLst/>
            <a:rect l="0" t="0" r="r" b="b"/>
            <a:pathLst>
              <a:path w="1066425" h="1083106">
                <a:moveTo>
                  <a:pt x="273246" y="0"/>
                </a:moveTo>
                <a:lnTo>
                  <a:pt x="1066425" y="1083106"/>
                </a:lnTo>
                <a:lnTo>
                  <a:pt x="0" y="98734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0" name="Tło – fasetka 209"/>
          <p:cNvSpPr/>
          <p:nvPr/>
        </p:nvSpPr>
        <p:spPr>
          <a:xfrm>
            <a:off x="6119605" y="4419780"/>
            <a:ext cx="869069" cy="1025292"/>
          </a:xfrm>
          <a:custGeom>
            <a:avLst/>
            <a:gdLst/>
            <a:ahLst/>
            <a:cxnLst/>
            <a:rect l="0" t="0" r="r" b="b"/>
            <a:pathLst>
              <a:path w="869069" h="1025292">
                <a:moveTo>
                  <a:pt x="124665" y="0"/>
                </a:moveTo>
                <a:lnTo>
                  <a:pt x="869069" y="2584"/>
                </a:lnTo>
                <a:lnTo>
                  <a:pt x="0" y="102529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1" name="Tło – fasetka 210"/>
          <p:cNvSpPr/>
          <p:nvPr/>
        </p:nvSpPr>
        <p:spPr>
          <a:xfrm>
            <a:off x="6119605" y="4422365"/>
            <a:ext cx="996051" cy="1152185"/>
          </a:xfrm>
          <a:custGeom>
            <a:avLst/>
            <a:gdLst/>
            <a:ahLst/>
            <a:cxnLst/>
            <a:rect l="0" t="0" r="r" b="b"/>
            <a:pathLst>
              <a:path w="996051" h="1152185">
                <a:moveTo>
                  <a:pt x="869069" y="0"/>
                </a:moveTo>
                <a:lnTo>
                  <a:pt x="996051" y="1152185"/>
                </a:lnTo>
                <a:lnTo>
                  <a:pt x="0" y="102270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2" name="Tło – fasetka 211"/>
          <p:cNvSpPr/>
          <p:nvPr/>
        </p:nvSpPr>
        <p:spPr>
          <a:xfrm>
            <a:off x="6988674" y="4422365"/>
            <a:ext cx="554465" cy="988301"/>
          </a:xfrm>
          <a:custGeom>
            <a:avLst/>
            <a:gdLst/>
            <a:ahLst/>
            <a:cxnLst/>
            <a:rect l="0" t="0" r="r" b="b"/>
            <a:pathLst>
              <a:path w="554465" h="988301">
                <a:moveTo>
                  <a:pt x="0" y="0"/>
                </a:moveTo>
                <a:lnTo>
                  <a:pt x="507492" y="28999"/>
                </a:lnTo>
                <a:lnTo>
                  <a:pt x="554465" y="98830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3" name="Tło – fasetka 212"/>
          <p:cNvSpPr/>
          <p:nvPr/>
        </p:nvSpPr>
        <p:spPr>
          <a:xfrm>
            <a:off x="6988674" y="4422365"/>
            <a:ext cx="554465" cy="1152185"/>
          </a:xfrm>
          <a:custGeom>
            <a:avLst/>
            <a:gdLst/>
            <a:ahLst/>
            <a:cxnLst/>
            <a:rect l="0" t="0" r="r" b="b"/>
            <a:pathLst>
              <a:path w="554465" h="1152185">
                <a:moveTo>
                  <a:pt x="0" y="0"/>
                </a:moveTo>
                <a:lnTo>
                  <a:pt x="554465" y="988301"/>
                </a:lnTo>
                <a:lnTo>
                  <a:pt x="126982" y="115218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4" name="Tło – fasetka 213"/>
          <p:cNvSpPr/>
          <p:nvPr/>
        </p:nvSpPr>
        <p:spPr>
          <a:xfrm>
            <a:off x="7496166" y="4451363"/>
            <a:ext cx="843912" cy="959302"/>
          </a:xfrm>
          <a:custGeom>
            <a:avLst/>
            <a:gdLst/>
            <a:ahLst/>
            <a:cxnLst/>
            <a:rect l="0" t="0" r="r" b="b"/>
            <a:pathLst>
              <a:path w="843912" h="959302">
                <a:moveTo>
                  <a:pt x="0" y="0"/>
                </a:moveTo>
                <a:lnTo>
                  <a:pt x="843912" y="188919"/>
                </a:lnTo>
                <a:lnTo>
                  <a:pt x="46972" y="95930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5" name="Tło – fasetka 214"/>
          <p:cNvSpPr/>
          <p:nvPr/>
        </p:nvSpPr>
        <p:spPr>
          <a:xfrm>
            <a:off x="7543139" y="4640282"/>
            <a:ext cx="1005892" cy="791651"/>
          </a:xfrm>
          <a:custGeom>
            <a:avLst/>
            <a:gdLst/>
            <a:ahLst/>
            <a:cxnLst/>
            <a:rect l="0" t="0" r="r" b="b"/>
            <a:pathLst>
              <a:path w="1005892" h="791651">
                <a:moveTo>
                  <a:pt x="796939" y="0"/>
                </a:moveTo>
                <a:lnTo>
                  <a:pt x="1005892" y="791651"/>
                </a:lnTo>
                <a:lnTo>
                  <a:pt x="0" y="77038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6" name="Tło – fasetka 215"/>
          <p:cNvSpPr/>
          <p:nvPr/>
        </p:nvSpPr>
        <p:spPr>
          <a:xfrm>
            <a:off x="8340078" y="4640282"/>
            <a:ext cx="952382" cy="709066"/>
          </a:xfrm>
          <a:custGeom>
            <a:avLst/>
            <a:gdLst/>
            <a:ahLst/>
            <a:cxnLst/>
            <a:rect l="0" t="0" r="r" b="b"/>
            <a:pathLst>
              <a:path w="952382" h="709066">
                <a:moveTo>
                  <a:pt x="0" y="0"/>
                </a:moveTo>
                <a:lnTo>
                  <a:pt x="614594" y="135126"/>
                </a:lnTo>
                <a:lnTo>
                  <a:pt x="952382" y="7090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7" name="Tło – fasetka 216"/>
          <p:cNvSpPr/>
          <p:nvPr/>
        </p:nvSpPr>
        <p:spPr>
          <a:xfrm>
            <a:off x="8340078" y="4640282"/>
            <a:ext cx="952382" cy="791651"/>
          </a:xfrm>
          <a:custGeom>
            <a:avLst/>
            <a:gdLst/>
            <a:ahLst/>
            <a:cxnLst/>
            <a:rect l="0" t="0" r="r" b="b"/>
            <a:pathLst>
              <a:path w="952382" h="791651">
                <a:moveTo>
                  <a:pt x="0" y="0"/>
                </a:moveTo>
                <a:lnTo>
                  <a:pt x="952382" y="709066"/>
                </a:lnTo>
                <a:lnTo>
                  <a:pt x="208953" y="79165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8" name="Tło – fasetka 217"/>
          <p:cNvSpPr/>
          <p:nvPr/>
        </p:nvSpPr>
        <p:spPr>
          <a:xfrm>
            <a:off x="8954673" y="4292443"/>
            <a:ext cx="869145" cy="1056904"/>
          </a:xfrm>
          <a:custGeom>
            <a:avLst/>
            <a:gdLst/>
            <a:ahLst/>
            <a:cxnLst/>
            <a:rect l="0" t="0" r="r" b="b"/>
            <a:pathLst>
              <a:path w="869145" h="1056904">
                <a:moveTo>
                  <a:pt x="0" y="482964"/>
                </a:moveTo>
                <a:lnTo>
                  <a:pt x="869145" y="0"/>
                </a:lnTo>
                <a:lnTo>
                  <a:pt x="337788" y="10569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9" name="Tło – fasetka 218"/>
          <p:cNvSpPr/>
          <p:nvPr/>
        </p:nvSpPr>
        <p:spPr>
          <a:xfrm>
            <a:off x="9292460" y="4292443"/>
            <a:ext cx="531357" cy="1056904"/>
          </a:xfrm>
          <a:custGeom>
            <a:avLst/>
            <a:gdLst/>
            <a:ahLst/>
            <a:cxnLst/>
            <a:rect l="0" t="0" r="r" b="b"/>
            <a:pathLst>
              <a:path w="531357" h="1056904">
                <a:moveTo>
                  <a:pt x="531357" y="0"/>
                </a:moveTo>
                <a:lnTo>
                  <a:pt x="346265" y="759084"/>
                </a:lnTo>
                <a:lnTo>
                  <a:pt x="0" y="10569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0" name="Tło – fasetka 219"/>
          <p:cNvSpPr/>
          <p:nvPr/>
        </p:nvSpPr>
        <p:spPr>
          <a:xfrm>
            <a:off x="9823818" y="4292443"/>
            <a:ext cx="1117914" cy="1193910"/>
          </a:xfrm>
          <a:custGeom>
            <a:avLst/>
            <a:gdLst/>
            <a:ahLst/>
            <a:cxnLst/>
            <a:rect l="0" t="0" r="r" b="b"/>
            <a:pathLst>
              <a:path w="1117914" h="1193910">
                <a:moveTo>
                  <a:pt x="0" y="0"/>
                </a:moveTo>
                <a:lnTo>
                  <a:pt x="1117914" y="170433"/>
                </a:lnTo>
                <a:lnTo>
                  <a:pt x="952659" y="119391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1" name="Tło – fasetka 220"/>
          <p:cNvSpPr/>
          <p:nvPr/>
        </p:nvSpPr>
        <p:spPr>
          <a:xfrm>
            <a:off x="9638725" y="4292443"/>
            <a:ext cx="1137752" cy="1193910"/>
          </a:xfrm>
          <a:custGeom>
            <a:avLst/>
            <a:gdLst/>
            <a:ahLst/>
            <a:cxnLst/>
            <a:rect l="0" t="0" r="r" b="b"/>
            <a:pathLst>
              <a:path w="1137752" h="1193910">
                <a:moveTo>
                  <a:pt x="185093" y="0"/>
                </a:moveTo>
                <a:lnTo>
                  <a:pt x="1137752" y="1193910"/>
                </a:lnTo>
                <a:lnTo>
                  <a:pt x="0" y="75908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2" name="Tło – fasetka 221"/>
          <p:cNvSpPr/>
          <p:nvPr/>
        </p:nvSpPr>
        <p:spPr>
          <a:xfrm>
            <a:off x="10776477" y="4443591"/>
            <a:ext cx="517445" cy="1042762"/>
          </a:xfrm>
          <a:custGeom>
            <a:avLst/>
            <a:gdLst/>
            <a:ahLst/>
            <a:cxnLst/>
            <a:rect l="0" t="0" r="r" b="b"/>
            <a:pathLst>
              <a:path w="517445" h="1042762">
                <a:moveTo>
                  <a:pt x="165255" y="19285"/>
                </a:moveTo>
                <a:lnTo>
                  <a:pt x="517445" y="0"/>
                </a:lnTo>
                <a:lnTo>
                  <a:pt x="0" y="104276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3" name="Tło – fasetka 222"/>
          <p:cNvSpPr/>
          <p:nvPr/>
        </p:nvSpPr>
        <p:spPr>
          <a:xfrm>
            <a:off x="10776477" y="4443591"/>
            <a:ext cx="517445" cy="1042762"/>
          </a:xfrm>
          <a:custGeom>
            <a:avLst/>
            <a:gdLst/>
            <a:ahLst/>
            <a:cxnLst/>
            <a:rect l="0" t="0" r="r" b="b"/>
            <a:pathLst>
              <a:path w="517445" h="1042762">
                <a:moveTo>
                  <a:pt x="517445" y="0"/>
                </a:moveTo>
                <a:lnTo>
                  <a:pt x="366860" y="711673"/>
                </a:lnTo>
                <a:lnTo>
                  <a:pt x="0" y="104276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4" name="Tło – fasetka 223"/>
          <p:cNvSpPr/>
          <p:nvPr/>
        </p:nvSpPr>
        <p:spPr>
          <a:xfrm>
            <a:off x="11293921" y="4443591"/>
            <a:ext cx="898079" cy="657617"/>
          </a:xfrm>
          <a:custGeom>
            <a:avLst/>
            <a:gdLst/>
            <a:ahLst/>
            <a:cxnLst/>
            <a:rect l="0" t="0" r="r" b="b"/>
            <a:pathLst>
              <a:path w="898079" h="657617">
                <a:moveTo>
                  <a:pt x="0" y="0"/>
                </a:moveTo>
                <a:lnTo>
                  <a:pt x="898079" y="235533"/>
                </a:lnTo>
                <a:lnTo>
                  <a:pt x="898079" y="6576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5" name="Tło – fasetka 224"/>
          <p:cNvSpPr/>
          <p:nvPr/>
        </p:nvSpPr>
        <p:spPr>
          <a:xfrm>
            <a:off x="11143337" y="4443591"/>
            <a:ext cx="1048663" cy="711673"/>
          </a:xfrm>
          <a:custGeom>
            <a:avLst/>
            <a:gdLst/>
            <a:ahLst/>
            <a:cxnLst/>
            <a:rect l="0" t="0" r="r" b="b"/>
            <a:pathLst>
              <a:path w="1048663" h="711673">
                <a:moveTo>
                  <a:pt x="150584" y="0"/>
                </a:moveTo>
                <a:lnTo>
                  <a:pt x="1048663" y="657617"/>
                </a:lnTo>
                <a:lnTo>
                  <a:pt x="0" y="71167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6" name="Tło – fasetka 225"/>
          <p:cNvSpPr/>
          <p:nvPr/>
        </p:nvSpPr>
        <p:spPr>
          <a:xfrm>
            <a:off x="0" y="5168883"/>
            <a:ext cx="836205" cy="1177664"/>
          </a:xfrm>
          <a:custGeom>
            <a:avLst/>
            <a:gdLst/>
            <a:ahLst/>
            <a:cxnLst/>
            <a:rect l="0" t="0" r="r" b="b"/>
            <a:pathLst>
              <a:path w="836205" h="1177664">
                <a:moveTo>
                  <a:pt x="0" y="221483"/>
                </a:moveTo>
                <a:lnTo>
                  <a:pt x="836205" y="0"/>
                </a:lnTo>
                <a:lnTo>
                  <a:pt x="797025" y="117766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7" name="Tło – fasetka 226"/>
          <p:cNvSpPr/>
          <p:nvPr/>
        </p:nvSpPr>
        <p:spPr>
          <a:xfrm>
            <a:off x="0" y="5390366"/>
            <a:ext cx="797025" cy="971730"/>
          </a:xfrm>
          <a:custGeom>
            <a:avLst/>
            <a:gdLst/>
            <a:ahLst/>
            <a:cxnLst/>
            <a:rect l="0" t="0" r="r" b="b"/>
            <a:pathLst>
              <a:path w="797025" h="971730">
                <a:moveTo>
                  <a:pt x="0" y="0"/>
                </a:moveTo>
                <a:lnTo>
                  <a:pt x="797025" y="956181"/>
                </a:lnTo>
                <a:lnTo>
                  <a:pt x="0" y="97173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8" name="Tło – fasetka 227"/>
          <p:cNvSpPr/>
          <p:nvPr/>
        </p:nvSpPr>
        <p:spPr>
          <a:xfrm>
            <a:off x="797025" y="5168883"/>
            <a:ext cx="940647" cy="1177664"/>
          </a:xfrm>
          <a:custGeom>
            <a:avLst/>
            <a:gdLst/>
            <a:ahLst/>
            <a:cxnLst/>
            <a:rect l="0" t="0" r="r" b="b"/>
            <a:pathLst>
              <a:path w="940647" h="1177664">
                <a:moveTo>
                  <a:pt x="39181" y="0"/>
                </a:moveTo>
                <a:lnTo>
                  <a:pt x="940647" y="211322"/>
                </a:lnTo>
                <a:lnTo>
                  <a:pt x="0" y="117766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9" name="Tło – fasetka 228"/>
          <p:cNvSpPr/>
          <p:nvPr/>
        </p:nvSpPr>
        <p:spPr>
          <a:xfrm>
            <a:off x="797025" y="5380205"/>
            <a:ext cx="967711" cy="966342"/>
          </a:xfrm>
          <a:custGeom>
            <a:avLst/>
            <a:gdLst/>
            <a:ahLst/>
            <a:cxnLst/>
            <a:rect l="0" t="0" r="r" b="b"/>
            <a:pathLst>
              <a:path w="967711" h="966342">
                <a:moveTo>
                  <a:pt x="940647" y="0"/>
                </a:moveTo>
                <a:lnTo>
                  <a:pt x="967711" y="595918"/>
                </a:lnTo>
                <a:lnTo>
                  <a:pt x="0" y="96634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0" name="Tło – fasetka 229"/>
          <p:cNvSpPr/>
          <p:nvPr/>
        </p:nvSpPr>
        <p:spPr>
          <a:xfrm>
            <a:off x="1737672" y="5307346"/>
            <a:ext cx="366868" cy="822633"/>
          </a:xfrm>
          <a:custGeom>
            <a:avLst/>
            <a:gdLst/>
            <a:ahLst/>
            <a:cxnLst/>
            <a:rect l="0" t="0" r="r" b="b"/>
            <a:pathLst>
              <a:path w="366868" h="822633">
                <a:moveTo>
                  <a:pt x="0" y="72859"/>
                </a:moveTo>
                <a:lnTo>
                  <a:pt x="366868" y="0"/>
                </a:lnTo>
                <a:lnTo>
                  <a:pt x="280269" y="82263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1" name="Tło – fasetka 230"/>
          <p:cNvSpPr/>
          <p:nvPr/>
        </p:nvSpPr>
        <p:spPr>
          <a:xfrm>
            <a:off x="1737672" y="5380205"/>
            <a:ext cx="280269" cy="749774"/>
          </a:xfrm>
          <a:custGeom>
            <a:avLst/>
            <a:gdLst/>
            <a:ahLst/>
            <a:cxnLst/>
            <a:rect l="0" t="0" r="r" b="b"/>
            <a:pathLst>
              <a:path w="280269" h="749774">
                <a:moveTo>
                  <a:pt x="0" y="0"/>
                </a:moveTo>
                <a:lnTo>
                  <a:pt x="280269" y="749774"/>
                </a:lnTo>
                <a:lnTo>
                  <a:pt x="27064" y="595918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2" name="Tło – fasetka 231"/>
          <p:cNvSpPr/>
          <p:nvPr/>
        </p:nvSpPr>
        <p:spPr>
          <a:xfrm>
            <a:off x="2017941" y="5183325"/>
            <a:ext cx="858512" cy="946654"/>
          </a:xfrm>
          <a:custGeom>
            <a:avLst/>
            <a:gdLst/>
            <a:ahLst/>
            <a:cxnLst/>
            <a:rect l="0" t="0" r="r" b="b"/>
            <a:pathLst>
              <a:path w="858512" h="946654">
                <a:moveTo>
                  <a:pt x="86599" y="124021"/>
                </a:moveTo>
                <a:lnTo>
                  <a:pt x="858512" y="0"/>
                </a:lnTo>
                <a:lnTo>
                  <a:pt x="0" y="94665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3" name="Tło – fasetka 232"/>
          <p:cNvSpPr/>
          <p:nvPr/>
        </p:nvSpPr>
        <p:spPr>
          <a:xfrm>
            <a:off x="2017941" y="5183325"/>
            <a:ext cx="858512" cy="946654"/>
          </a:xfrm>
          <a:custGeom>
            <a:avLst/>
            <a:gdLst/>
            <a:ahLst/>
            <a:cxnLst/>
            <a:rect l="0" t="0" r="r" b="b"/>
            <a:pathLst>
              <a:path w="858512" h="946654">
                <a:moveTo>
                  <a:pt x="858512" y="0"/>
                </a:moveTo>
                <a:lnTo>
                  <a:pt x="791387" y="846855"/>
                </a:lnTo>
                <a:lnTo>
                  <a:pt x="0" y="94665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4" name="Tło – fasetka 233"/>
          <p:cNvSpPr/>
          <p:nvPr/>
        </p:nvSpPr>
        <p:spPr>
          <a:xfrm>
            <a:off x="2876453" y="5183325"/>
            <a:ext cx="1215809" cy="995910"/>
          </a:xfrm>
          <a:custGeom>
            <a:avLst/>
            <a:gdLst/>
            <a:ahLst/>
            <a:cxnLst/>
            <a:rect l="0" t="0" r="r" b="b"/>
            <a:pathLst>
              <a:path w="1215809" h="995910">
                <a:moveTo>
                  <a:pt x="0" y="0"/>
                </a:moveTo>
                <a:lnTo>
                  <a:pt x="1215809" y="69867"/>
                </a:lnTo>
                <a:lnTo>
                  <a:pt x="869645" y="99591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5" name="Tło – fasetka 234"/>
          <p:cNvSpPr/>
          <p:nvPr/>
        </p:nvSpPr>
        <p:spPr>
          <a:xfrm>
            <a:off x="2809327" y="5183325"/>
            <a:ext cx="936771" cy="995910"/>
          </a:xfrm>
          <a:custGeom>
            <a:avLst/>
            <a:gdLst/>
            <a:ahLst/>
            <a:cxnLst/>
            <a:rect l="0" t="0" r="r" b="b"/>
            <a:pathLst>
              <a:path w="936771" h="995910">
                <a:moveTo>
                  <a:pt x="67126" y="0"/>
                </a:moveTo>
                <a:lnTo>
                  <a:pt x="936771" y="995910"/>
                </a:lnTo>
                <a:lnTo>
                  <a:pt x="0" y="84685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6" name="Tło – fasetka 235"/>
          <p:cNvSpPr/>
          <p:nvPr/>
        </p:nvSpPr>
        <p:spPr>
          <a:xfrm>
            <a:off x="3746099" y="5094044"/>
            <a:ext cx="614336" cy="1085191"/>
          </a:xfrm>
          <a:custGeom>
            <a:avLst/>
            <a:gdLst/>
            <a:ahLst/>
            <a:cxnLst/>
            <a:rect l="0" t="0" r="r" b="b"/>
            <a:pathLst>
              <a:path w="614336" h="1085191">
                <a:moveTo>
                  <a:pt x="346164" y="159148"/>
                </a:moveTo>
                <a:lnTo>
                  <a:pt x="614336" y="0"/>
                </a:lnTo>
                <a:lnTo>
                  <a:pt x="0" y="108519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7" name="Tło – fasetka 236"/>
          <p:cNvSpPr/>
          <p:nvPr/>
        </p:nvSpPr>
        <p:spPr>
          <a:xfrm>
            <a:off x="3746099" y="5094044"/>
            <a:ext cx="614336" cy="1085191"/>
          </a:xfrm>
          <a:custGeom>
            <a:avLst/>
            <a:gdLst/>
            <a:ahLst/>
            <a:cxnLst/>
            <a:rect l="0" t="0" r="r" b="b"/>
            <a:pathLst>
              <a:path w="614336" h="1085191">
                <a:moveTo>
                  <a:pt x="614336" y="0"/>
                </a:moveTo>
                <a:lnTo>
                  <a:pt x="558011" y="737475"/>
                </a:lnTo>
                <a:lnTo>
                  <a:pt x="0" y="108519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8" name="Tło – fasetka 237"/>
          <p:cNvSpPr/>
          <p:nvPr/>
        </p:nvSpPr>
        <p:spPr>
          <a:xfrm>
            <a:off x="4360434" y="5094044"/>
            <a:ext cx="1204696" cy="1131255"/>
          </a:xfrm>
          <a:custGeom>
            <a:avLst/>
            <a:gdLst/>
            <a:ahLst/>
            <a:cxnLst/>
            <a:rect l="0" t="0" r="r" b="b"/>
            <a:pathLst>
              <a:path w="1204696" h="1131255">
                <a:moveTo>
                  <a:pt x="0" y="0"/>
                </a:moveTo>
                <a:lnTo>
                  <a:pt x="692746" y="255269"/>
                </a:lnTo>
                <a:lnTo>
                  <a:pt x="1204696" y="113125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9" name="Tło – fasetka 238"/>
          <p:cNvSpPr/>
          <p:nvPr/>
        </p:nvSpPr>
        <p:spPr>
          <a:xfrm>
            <a:off x="4304110" y="5094044"/>
            <a:ext cx="1261021" cy="1131255"/>
          </a:xfrm>
          <a:custGeom>
            <a:avLst/>
            <a:gdLst/>
            <a:ahLst/>
            <a:cxnLst/>
            <a:rect l="0" t="0" r="r" b="b"/>
            <a:pathLst>
              <a:path w="1261021" h="1131255">
                <a:moveTo>
                  <a:pt x="56325" y="0"/>
                </a:moveTo>
                <a:lnTo>
                  <a:pt x="1261021" y="1131255"/>
                </a:lnTo>
                <a:lnTo>
                  <a:pt x="0" y="73747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0" name="Tło – fasetka 239"/>
          <p:cNvSpPr/>
          <p:nvPr/>
        </p:nvSpPr>
        <p:spPr>
          <a:xfrm>
            <a:off x="5053180" y="5349313"/>
            <a:ext cx="1066425" cy="875986"/>
          </a:xfrm>
          <a:custGeom>
            <a:avLst/>
            <a:gdLst/>
            <a:ahLst/>
            <a:cxnLst/>
            <a:rect l="0" t="0" r="r" b="b"/>
            <a:pathLst>
              <a:path w="1066425" h="875986">
                <a:moveTo>
                  <a:pt x="0" y="0"/>
                </a:moveTo>
                <a:lnTo>
                  <a:pt x="1066425" y="95760"/>
                </a:lnTo>
                <a:lnTo>
                  <a:pt x="511950" y="87598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1" name="Tło – fasetka 240"/>
          <p:cNvSpPr/>
          <p:nvPr/>
        </p:nvSpPr>
        <p:spPr>
          <a:xfrm>
            <a:off x="5565130" y="5445072"/>
            <a:ext cx="554475" cy="780226"/>
          </a:xfrm>
          <a:custGeom>
            <a:avLst/>
            <a:gdLst/>
            <a:ahLst/>
            <a:cxnLst/>
            <a:rect l="0" t="0" r="r" b="b"/>
            <a:pathLst>
              <a:path w="554475" h="780226">
                <a:moveTo>
                  <a:pt x="554475" y="0"/>
                </a:moveTo>
                <a:lnTo>
                  <a:pt x="347377" y="461083"/>
                </a:lnTo>
                <a:lnTo>
                  <a:pt x="0" y="78022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2" name="Tło – fasetka 241"/>
          <p:cNvSpPr/>
          <p:nvPr/>
        </p:nvSpPr>
        <p:spPr>
          <a:xfrm>
            <a:off x="6119605" y="5445072"/>
            <a:ext cx="996051" cy="664359"/>
          </a:xfrm>
          <a:custGeom>
            <a:avLst/>
            <a:gdLst/>
            <a:ahLst/>
            <a:cxnLst/>
            <a:rect l="0" t="0" r="r" b="b"/>
            <a:pathLst>
              <a:path w="996051" h="664359">
                <a:moveTo>
                  <a:pt x="0" y="0"/>
                </a:moveTo>
                <a:lnTo>
                  <a:pt x="996051" y="129477"/>
                </a:lnTo>
                <a:lnTo>
                  <a:pt x="951134" y="66435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3" name="Tło – fasetka 242"/>
          <p:cNvSpPr/>
          <p:nvPr/>
        </p:nvSpPr>
        <p:spPr>
          <a:xfrm>
            <a:off x="5912507" y="5445072"/>
            <a:ext cx="1158232" cy="664359"/>
          </a:xfrm>
          <a:custGeom>
            <a:avLst/>
            <a:gdLst/>
            <a:ahLst/>
            <a:cxnLst/>
            <a:rect l="0" t="0" r="r" b="b"/>
            <a:pathLst>
              <a:path w="1158232" h="664359">
                <a:moveTo>
                  <a:pt x="207098" y="0"/>
                </a:moveTo>
                <a:lnTo>
                  <a:pt x="1158232" y="664359"/>
                </a:lnTo>
                <a:lnTo>
                  <a:pt x="0" y="46108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4" name="Tło – fasetka 243"/>
          <p:cNvSpPr/>
          <p:nvPr/>
        </p:nvSpPr>
        <p:spPr>
          <a:xfrm>
            <a:off x="7070740" y="5410666"/>
            <a:ext cx="472399" cy="698766"/>
          </a:xfrm>
          <a:custGeom>
            <a:avLst/>
            <a:gdLst/>
            <a:ahLst/>
            <a:cxnLst/>
            <a:rect l="0" t="0" r="r" b="b"/>
            <a:pathLst>
              <a:path w="472399" h="698766">
                <a:moveTo>
                  <a:pt x="44917" y="163884"/>
                </a:moveTo>
                <a:lnTo>
                  <a:pt x="472399" y="0"/>
                </a:lnTo>
                <a:lnTo>
                  <a:pt x="0" y="6987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5" name="Tło – fasetka 244"/>
          <p:cNvSpPr/>
          <p:nvPr/>
        </p:nvSpPr>
        <p:spPr>
          <a:xfrm>
            <a:off x="7070740" y="5410666"/>
            <a:ext cx="813445" cy="698766"/>
          </a:xfrm>
          <a:custGeom>
            <a:avLst/>
            <a:gdLst/>
            <a:ahLst/>
            <a:cxnLst/>
            <a:rect l="0" t="0" r="r" b="b"/>
            <a:pathLst>
              <a:path w="813445" h="698766">
                <a:moveTo>
                  <a:pt x="472399" y="0"/>
                </a:moveTo>
                <a:lnTo>
                  <a:pt x="813445" y="524365"/>
                </a:lnTo>
                <a:lnTo>
                  <a:pt x="0" y="6987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6" name="Tło – fasetka 245"/>
          <p:cNvSpPr/>
          <p:nvPr/>
        </p:nvSpPr>
        <p:spPr>
          <a:xfrm>
            <a:off x="7543139" y="5410666"/>
            <a:ext cx="1005892" cy="560304"/>
          </a:xfrm>
          <a:custGeom>
            <a:avLst/>
            <a:gdLst/>
            <a:ahLst/>
            <a:cxnLst/>
            <a:rect l="0" t="0" r="r" b="b"/>
            <a:pathLst>
              <a:path w="1005892" h="560304">
                <a:moveTo>
                  <a:pt x="0" y="0"/>
                </a:moveTo>
                <a:lnTo>
                  <a:pt x="1005892" y="21267"/>
                </a:lnTo>
                <a:lnTo>
                  <a:pt x="824342" y="56030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7" name="Tło – fasetka 246"/>
          <p:cNvSpPr/>
          <p:nvPr/>
        </p:nvSpPr>
        <p:spPr>
          <a:xfrm>
            <a:off x="7543139" y="5410666"/>
            <a:ext cx="824342" cy="560304"/>
          </a:xfrm>
          <a:custGeom>
            <a:avLst/>
            <a:gdLst/>
            <a:ahLst/>
            <a:cxnLst/>
            <a:rect l="0" t="0" r="r" b="b"/>
            <a:pathLst>
              <a:path w="824342" h="560304">
                <a:moveTo>
                  <a:pt x="0" y="0"/>
                </a:moveTo>
                <a:lnTo>
                  <a:pt x="824342" y="560304"/>
                </a:lnTo>
                <a:lnTo>
                  <a:pt x="341045" y="524365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8" name="Tło – fasetka 247"/>
          <p:cNvSpPr/>
          <p:nvPr/>
        </p:nvSpPr>
        <p:spPr>
          <a:xfrm>
            <a:off x="8367481" y="5349347"/>
            <a:ext cx="924980" cy="621623"/>
          </a:xfrm>
          <a:custGeom>
            <a:avLst/>
            <a:gdLst/>
            <a:ahLst/>
            <a:cxnLst/>
            <a:rect l="0" t="0" r="r" b="b"/>
            <a:pathLst>
              <a:path w="924980" h="621623">
                <a:moveTo>
                  <a:pt x="181551" y="82585"/>
                </a:moveTo>
                <a:lnTo>
                  <a:pt x="924980" y="0"/>
                </a:lnTo>
                <a:lnTo>
                  <a:pt x="0" y="62162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9" name="Tło – fasetka 248"/>
          <p:cNvSpPr/>
          <p:nvPr/>
        </p:nvSpPr>
        <p:spPr>
          <a:xfrm>
            <a:off x="8367481" y="5349347"/>
            <a:ext cx="924980" cy="621623"/>
          </a:xfrm>
          <a:custGeom>
            <a:avLst/>
            <a:gdLst/>
            <a:ahLst/>
            <a:cxnLst/>
            <a:rect l="0" t="0" r="r" b="b"/>
            <a:pathLst>
              <a:path w="924980" h="621623">
                <a:moveTo>
                  <a:pt x="924980" y="0"/>
                </a:moveTo>
                <a:lnTo>
                  <a:pt x="682355" y="542579"/>
                </a:lnTo>
                <a:lnTo>
                  <a:pt x="0" y="62162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0" name="Tło – fasetka 249"/>
          <p:cNvSpPr/>
          <p:nvPr/>
        </p:nvSpPr>
        <p:spPr>
          <a:xfrm>
            <a:off x="9292460" y="5051527"/>
            <a:ext cx="729843" cy="940956"/>
          </a:xfrm>
          <a:custGeom>
            <a:avLst/>
            <a:gdLst/>
            <a:ahLst/>
            <a:cxnLst/>
            <a:rect l="0" t="0" r="r" b="b"/>
            <a:pathLst>
              <a:path w="729843" h="940956">
                <a:moveTo>
                  <a:pt x="0" y="297820"/>
                </a:moveTo>
                <a:lnTo>
                  <a:pt x="346265" y="0"/>
                </a:lnTo>
                <a:lnTo>
                  <a:pt x="729843" y="94095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1" name="Tło – fasetka 250"/>
          <p:cNvSpPr/>
          <p:nvPr/>
        </p:nvSpPr>
        <p:spPr>
          <a:xfrm>
            <a:off x="9049835" y="5349347"/>
            <a:ext cx="972468" cy="643135"/>
          </a:xfrm>
          <a:custGeom>
            <a:avLst/>
            <a:gdLst/>
            <a:ahLst/>
            <a:cxnLst/>
            <a:rect l="0" t="0" r="r" b="b"/>
            <a:pathLst>
              <a:path w="972468" h="643135">
                <a:moveTo>
                  <a:pt x="242625" y="0"/>
                </a:moveTo>
                <a:lnTo>
                  <a:pt x="972468" y="643135"/>
                </a:lnTo>
                <a:lnTo>
                  <a:pt x="0" y="54257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2" name="Tło – fasetka 251"/>
          <p:cNvSpPr/>
          <p:nvPr/>
        </p:nvSpPr>
        <p:spPr>
          <a:xfrm>
            <a:off x="9638725" y="5051527"/>
            <a:ext cx="1137752" cy="940956"/>
          </a:xfrm>
          <a:custGeom>
            <a:avLst/>
            <a:gdLst/>
            <a:ahLst/>
            <a:cxnLst/>
            <a:rect l="0" t="0" r="r" b="b"/>
            <a:pathLst>
              <a:path w="1137752" h="940956">
                <a:moveTo>
                  <a:pt x="0" y="0"/>
                </a:moveTo>
                <a:lnTo>
                  <a:pt x="1137752" y="434826"/>
                </a:lnTo>
                <a:lnTo>
                  <a:pt x="383578" y="94095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3" name="Tło – fasetka 252"/>
          <p:cNvSpPr/>
          <p:nvPr/>
        </p:nvSpPr>
        <p:spPr>
          <a:xfrm>
            <a:off x="10022303" y="5486353"/>
            <a:ext cx="762361" cy="881756"/>
          </a:xfrm>
          <a:custGeom>
            <a:avLst/>
            <a:gdLst/>
            <a:ahLst/>
            <a:cxnLst/>
            <a:rect l="0" t="0" r="r" b="b"/>
            <a:pathLst>
              <a:path w="762361" h="881756">
                <a:moveTo>
                  <a:pt x="754174" y="0"/>
                </a:moveTo>
                <a:lnTo>
                  <a:pt x="762361" y="881756"/>
                </a:lnTo>
                <a:lnTo>
                  <a:pt x="0" y="50613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4" name="Tło – fasetka 253"/>
          <p:cNvSpPr/>
          <p:nvPr/>
        </p:nvSpPr>
        <p:spPr>
          <a:xfrm>
            <a:off x="10776477" y="5155264"/>
            <a:ext cx="389517" cy="1216959"/>
          </a:xfrm>
          <a:custGeom>
            <a:avLst/>
            <a:gdLst/>
            <a:ahLst/>
            <a:cxnLst/>
            <a:rect l="0" t="0" r="r" b="b"/>
            <a:pathLst>
              <a:path w="389517" h="1216959">
                <a:moveTo>
                  <a:pt x="0" y="331089"/>
                </a:moveTo>
                <a:lnTo>
                  <a:pt x="366860" y="0"/>
                </a:lnTo>
                <a:lnTo>
                  <a:pt x="389517" y="121695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5" name="Tło – fasetka 254"/>
          <p:cNvSpPr/>
          <p:nvPr/>
        </p:nvSpPr>
        <p:spPr>
          <a:xfrm>
            <a:off x="10776477" y="5486353"/>
            <a:ext cx="389517" cy="885869"/>
          </a:xfrm>
          <a:custGeom>
            <a:avLst/>
            <a:gdLst/>
            <a:ahLst/>
            <a:cxnLst/>
            <a:rect l="0" t="0" r="r" b="b"/>
            <a:pathLst>
              <a:path w="389517" h="885869">
                <a:moveTo>
                  <a:pt x="0" y="0"/>
                </a:moveTo>
                <a:lnTo>
                  <a:pt x="389517" y="885869"/>
                </a:lnTo>
                <a:lnTo>
                  <a:pt x="8187" y="88175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6" name="Tło – fasetka 255"/>
          <p:cNvSpPr/>
          <p:nvPr/>
        </p:nvSpPr>
        <p:spPr>
          <a:xfrm>
            <a:off x="11143337" y="5101209"/>
            <a:ext cx="1048663" cy="1271014"/>
          </a:xfrm>
          <a:custGeom>
            <a:avLst/>
            <a:gdLst/>
            <a:ahLst/>
            <a:cxnLst/>
            <a:rect l="0" t="0" r="r" b="b"/>
            <a:pathLst>
              <a:path w="1048663" h="1271014">
                <a:moveTo>
                  <a:pt x="0" y="54055"/>
                </a:moveTo>
                <a:lnTo>
                  <a:pt x="1048663" y="0"/>
                </a:lnTo>
                <a:lnTo>
                  <a:pt x="22657" y="127101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7" name="Tło – fasetka 256"/>
          <p:cNvSpPr/>
          <p:nvPr/>
        </p:nvSpPr>
        <p:spPr>
          <a:xfrm>
            <a:off x="11165994" y="5101209"/>
            <a:ext cx="1026006" cy="1271014"/>
          </a:xfrm>
          <a:custGeom>
            <a:avLst/>
            <a:gdLst/>
            <a:ahLst/>
            <a:cxnLst/>
            <a:rect l="0" t="0" r="r" b="b"/>
            <a:pathLst>
              <a:path w="1026006" h="1271014">
                <a:moveTo>
                  <a:pt x="1026006" y="0"/>
                </a:moveTo>
                <a:lnTo>
                  <a:pt x="1026006" y="729930"/>
                </a:lnTo>
                <a:lnTo>
                  <a:pt x="0" y="127101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8" name="Tło – fasetka 257"/>
          <p:cNvSpPr/>
          <p:nvPr/>
        </p:nvSpPr>
        <p:spPr>
          <a:xfrm>
            <a:off x="0" y="6346547"/>
            <a:ext cx="797025" cy="511453"/>
          </a:xfrm>
          <a:custGeom>
            <a:avLst/>
            <a:gdLst/>
            <a:ahLst/>
            <a:cxnLst/>
            <a:rect l="0" t="0" r="r" b="b"/>
            <a:pathLst>
              <a:path w="797025" h="511453">
                <a:moveTo>
                  <a:pt x="0" y="15549"/>
                </a:moveTo>
                <a:lnTo>
                  <a:pt x="797025" y="0"/>
                </a:lnTo>
                <a:lnTo>
                  <a:pt x="0" y="51145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9" name="Tło – fasetka 258"/>
          <p:cNvSpPr/>
          <p:nvPr/>
        </p:nvSpPr>
        <p:spPr>
          <a:xfrm>
            <a:off x="0" y="6346547"/>
            <a:ext cx="797025" cy="511453"/>
          </a:xfrm>
          <a:custGeom>
            <a:avLst/>
            <a:gdLst/>
            <a:ahLst/>
            <a:cxnLst/>
            <a:rect l="0" t="0" r="r" b="b"/>
            <a:pathLst>
              <a:path w="797025" h="511453">
                <a:moveTo>
                  <a:pt x="797025" y="0"/>
                </a:moveTo>
                <a:lnTo>
                  <a:pt x="614013" y="511453"/>
                </a:lnTo>
                <a:lnTo>
                  <a:pt x="0" y="51145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0" name="Tło – fasetka 259"/>
          <p:cNvSpPr/>
          <p:nvPr/>
        </p:nvSpPr>
        <p:spPr>
          <a:xfrm>
            <a:off x="797025" y="5976123"/>
            <a:ext cx="967711" cy="881877"/>
          </a:xfrm>
          <a:custGeom>
            <a:avLst/>
            <a:gdLst/>
            <a:ahLst/>
            <a:cxnLst/>
            <a:rect l="0" t="0" r="r" b="b"/>
            <a:pathLst>
              <a:path w="967711" h="881877">
                <a:moveTo>
                  <a:pt x="0" y="370424"/>
                </a:moveTo>
                <a:lnTo>
                  <a:pt x="967711" y="0"/>
                </a:lnTo>
                <a:lnTo>
                  <a:pt x="827694" y="8818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1" name="Tło – fasetka 260"/>
          <p:cNvSpPr/>
          <p:nvPr/>
        </p:nvSpPr>
        <p:spPr>
          <a:xfrm>
            <a:off x="614013" y="6346547"/>
            <a:ext cx="1010706" cy="511453"/>
          </a:xfrm>
          <a:custGeom>
            <a:avLst/>
            <a:gdLst/>
            <a:ahLst/>
            <a:cxnLst/>
            <a:rect l="0" t="0" r="r" b="b"/>
            <a:pathLst>
              <a:path w="1010706" h="511453">
                <a:moveTo>
                  <a:pt x="183012" y="0"/>
                </a:moveTo>
                <a:lnTo>
                  <a:pt x="1010706" y="511453"/>
                </a:lnTo>
                <a:lnTo>
                  <a:pt x="0" y="511453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2" name="Tło – fasetka 261"/>
          <p:cNvSpPr/>
          <p:nvPr/>
        </p:nvSpPr>
        <p:spPr>
          <a:xfrm>
            <a:off x="1624718" y="5976123"/>
            <a:ext cx="393222" cy="881877"/>
          </a:xfrm>
          <a:custGeom>
            <a:avLst/>
            <a:gdLst/>
            <a:ahLst/>
            <a:cxnLst/>
            <a:rect l="0" t="0" r="r" b="b"/>
            <a:pathLst>
              <a:path w="393222" h="881877">
                <a:moveTo>
                  <a:pt x="140017" y="0"/>
                </a:moveTo>
                <a:lnTo>
                  <a:pt x="393222" y="153856"/>
                </a:lnTo>
                <a:lnTo>
                  <a:pt x="0" y="8818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3" name="Tło – fasetka 262"/>
          <p:cNvSpPr/>
          <p:nvPr/>
        </p:nvSpPr>
        <p:spPr>
          <a:xfrm>
            <a:off x="1624718" y="6129979"/>
            <a:ext cx="564643" cy="728021"/>
          </a:xfrm>
          <a:custGeom>
            <a:avLst/>
            <a:gdLst/>
            <a:ahLst/>
            <a:cxnLst/>
            <a:rect l="0" t="0" r="r" b="b"/>
            <a:pathLst>
              <a:path w="564643" h="728021">
                <a:moveTo>
                  <a:pt x="393222" y="0"/>
                </a:moveTo>
                <a:lnTo>
                  <a:pt x="564643" y="728021"/>
                </a:lnTo>
                <a:lnTo>
                  <a:pt x="0" y="72802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4" name="Tło – fasetka 263"/>
          <p:cNvSpPr/>
          <p:nvPr/>
        </p:nvSpPr>
        <p:spPr>
          <a:xfrm>
            <a:off x="2017941" y="6030180"/>
            <a:ext cx="938389" cy="827820"/>
          </a:xfrm>
          <a:custGeom>
            <a:avLst/>
            <a:gdLst/>
            <a:ahLst/>
            <a:cxnLst/>
            <a:rect l="0" t="0" r="r" b="b"/>
            <a:pathLst>
              <a:path w="938389" h="827820">
                <a:moveTo>
                  <a:pt x="0" y="99799"/>
                </a:moveTo>
                <a:lnTo>
                  <a:pt x="791387" y="0"/>
                </a:lnTo>
                <a:lnTo>
                  <a:pt x="938389" y="82782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5" name="Tło – fasetka 264"/>
          <p:cNvSpPr/>
          <p:nvPr/>
        </p:nvSpPr>
        <p:spPr>
          <a:xfrm>
            <a:off x="2017941" y="6129979"/>
            <a:ext cx="938389" cy="728021"/>
          </a:xfrm>
          <a:custGeom>
            <a:avLst/>
            <a:gdLst/>
            <a:ahLst/>
            <a:cxnLst/>
            <a:rect l="0" t="0" r="r" b="b"/>
            <a:pathLst>
              <a:path w="938389" h="728021">
                <a:moveTo>
                  <a:pt x="0" y="0"/>
                </a:moveTo>
                <a:lnTo>
                  <a:pt x="938389" y="728021"/>
                </a:lnTo>
                <a:lnTo>
                  <a:pt x="171421" y="72802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6" name="Tło – fasetka 265"/>
          <p:cNvSpPr/>
          <p:nvPr/>
        </p:nvSpPr>
        <p:spPr>
          <a:xfrm>
            <a:off x="2809327" y="6030180"/>
            <a:ext cx="936771" cy="827820"/>
          </a:xfrm>
          <a:custGeom>
            <a:avLst/>
            <a:gdLst/>
            <a:ahLst/>
            <a:cxnLst/>
            <a:rect l="0" t="0" r="r" b="b"/>
            <a:pathLst>
              <a:path w="936771" h="827820">
                <a:moveTo>
                  <a:pt x="0" y="0"/>
                </a:moveTo>
                <a:lnTo>
                  <a:pt x="936771" y="149055"/>
                </a:lnTo>
                <a:lnTo>
                  <a:pt x="147003" y="82782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7" name="Tło – fasetka 266"/>
          <p:cNvSpPr/>
          <p:nvPr/>
        </p:nvSpPr>
        <p:spPr>
          <a:xfrm>
            <a:off x="2956330" y="6179234"/>
            <a:ext cx="983359" cy="678766"/>
          </a:xfrm>
          <a:custGeom>
            <a:avLst/>
            <a:gdLst/>
            <a:ahLst/>
            <a:cxnLst/>
            <a:rect l="0" t="0" r="r" b="b"/>
            <a:pathLst>
              <a:path w="983359" h="678766">
                <a:moveTo>
                  <a:pt x="789769" y="0"/>
                </a:moveTo>
                <a:lnTo>
                  <a:pt x="983359" y="678766"/>
                </a:lnTo>
                <a:lnTo>
                  <a:pt x="0" y="6787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8" name="Tło – fasetka 267"/>
          <p:cNvSpPr/>
          <p:nvPr/>
        </p:nvSpPr>
        <p:spPr>
          <a:xfrm>
            <a:off x="3746099" y="5831519"/>
            <a:ext cx="1057360" cy="1026481"/>
          </a:xfrm>
          <a:custGeom>
            <a:avLst/>
            <a:gdLst/>
            <a:ahLst/>
            <a:cxnLst/>
            <a:rect l="0" t="0" r="r" b="b"/>
            <a:pathLst>
              <a:path w="1057360" h="1026481">
                <a:moveTo>
                  <a:pt x="0" y="347716"/>
                </a:moveTo>
                <a:lnTo>
                  <a:pt x="558011" y="0"/>
                </a:lnTo>
                <a:lnTo>
                  <a:pt x="1057360" y="102648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9" name="Tło – fasetka 268"/>
          <p:cNvSpPr/>
          <p:nvPr/>
        </p:nvSpPr>
        <p:spPr>
          <a:xfrm>
            <a:off x="3746099" y="6179234"/>
            <a:ext cx="1057360" cy="678766"/>
          </a:xfrm>
          <a:custGeom>
            <a:avLst/>
            <a:gdLst/>
            <a:ahLst/>
            <a:cxnLst/>
            <a:rect l="0" t="0" r="r" b="b"/>
            <a:pathLst>
              <a:path w="1057360" h="678766">
                <a:moveTo>
                  <a:pt x="0" y="0"/>
                </a:moveTo>
                <a:lnTo>
                  <a:pt x="1057360" y="678766"/>
                </a:lnTo>
                <a:lnTo>
                  <a:pt x="193590" y="678766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0" name="Tło – fasetka 269"/>
          <p:cNvSpPr/>
          <p:nvPr/>
        </p:nvSpPr>
        <p:spPr>
          <a:xfrm>
            <a:off x="4304110" y="5831519"/>
            <a:ext cx="1261021" cy="1026481"/>
          </a:xfrm>
          <a:custGeom>
            <a:avLst/>
            <a:gdLst/>
            <a:ahLst/>
            <a:cxnLst/>
            <a:rect l="0" t="0" r="r" b="b"/>
            <a:pathLst>
              <a:path w="1261021" h="1026481">
                <a:moveTo>
                  <a:pt x="0" y="0"/>
                </a:moveTo>
                <a:lnTo>
                  <a:pt x="1261021" y="393779"/>
                </a:lnTo>
                <a:lnTo>
                  <a:pt x="499349" y="102648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1" name="Tło – fasetka 270"/>
          <p:cNvSpPr/>
          <p:nvPr/>
        </p:nvSpPr>
        <p:spPr>
          <a:xfrm>
            <a:off x="4803459" y="6225298"/>
            <a:ext cx="761671" cy="632702"/>
          </a:xfrm>
          <a:custGeom>
            <a:avLst/>
            <a:gdLst/>
            <a:ahLst/>
            <a:cxnLst/>
            <a:rect l="0" t="0" r="r" b="b"/>
            <a:pathLst>
              <a:path w="761671" h="632702">
                <a:moveTo>
                  <a:pt x="761671" y="0"/>
                </a:moveTo>
                <a:lnTo>
                  <a:pt x="286807" y="632702"/>
                </a:lnTo>
                <a:lnTo>
                  <a:pt x="0" y="63270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2" name="Tło – fasetka 271"/>
          <p:cNvSpPr/>
          <p:nvPr/>
        </p:nvSpPr>
        <p:spPr>
          <a:xfrm>
            <a:off x="5565130" y="5906156"/>
            <a:ext cx="756808" cy="951844"/>
          </a:xfrm>
          <a:custGeom>
            <a:avLst/>
            <a:gdLst/>
            <a:ahLst/>
            <a:cxnLst/>
            <a:rect l="0" t="0" r="r" b="b"/>
            <a:pathLst>
              <a:path w="756808" h="951844">
                <a:moveTo>
                  <a:pt x="0" y="319143"/>
                </a:moveTo>
                <a:lnTo>
                  <a:pt x="347377" y="0"/>
                </a:lnTo>
                <a:lnTo>
                  <a:pt x="756808" y="95184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3" name="Tło – fasetka 272"/>
          <p:cNvSpPr/>
          <p:nvPr/>
        </p:nvSpPr>
        <p:spPr>
          <a:xfrm>
            <a:off x="5090266" y="6225298"/>
            <a:ext cx="1231672" cy="632702"/>
          </a:xfrm>
          <a:custGeom>
            <a:avLst/>
            <a:gdLst/>
            <a:ahLst/>
            <a:cxnLst/>
            <a:rect l="0" t="0" r="r" b="b"/>
            <a:pathLst>
              <a:path w="1231672" h="632702">
                <a:moveTo>
                  <a:pt x="474864" y="0"/>
                </a:moveTo>
                <a:lnTo>
                  <a:pt x="1231672" y="632702"/>
                </a:lnTo>
                <a:lnTo>
                  <a:pt x="0" y="63270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4" name="Tło – fasetka 273"/>
          <p:cNvSpPr/>
          <p:nvPr/>
        </p:nvSpPr>
        <p:spPr>
          <a:xfrm>
            <a:off x="5912507" y="5906156"/>
            <a:ext cx="1158232" cy="951844"/>
          </a:xfrm>
          <a:custGeom>
            <a:avLst/>
            <a:gdLst/>
            <a:ahLst/>
            <a:cxnLst/>
            <a:rect l="0" t="0" r="r" b="b"/>
            <a:pathLst>
              <a:path w="1158232" h="951844">
                <a:moveTo>
                  <a:pt x="0" y="0"/>
                </a:moveTo>
                <a:lnTo>
                  <a:pt x="1158232" y="203276"/>
                </a:lnTo>
                <a:lnTo>
                  <a:pt x="409431" y="95184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5" name="Tło – fasetka 274"/>
          <p:cNvSpPr/>
          <p:nvPr/>
        </p:nvSpPr>
        <p:spPr>
          <a:xfrm>
            <a:off x="6321938" y="6109431"/>
            <a:ext cx="748802" cy="748569"/>
          </a:xfrm>
          <a:custGeom>
            <a:avLst/>
            <a:gdLst/>
            <a:ahLst/>
            <a:cxnLst/>
            <a:rect l="0" t="0" r="r" b="b"/>
            <a:pathLst>
              <a:path w="748802" h="748569">
                <a:moveTo>
                  <a:pt x="748802" y="0"/>
                </a:moveTo>
                <a:lnTo>
                  <a:pt x="255376" y="748569"/>
                </a:lnTo>
                <a:lnTo>
                  <a:pt x="0" y="74856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6" name="Tło – fasetka 275"/>
          <p:cNvSpPr/>
          <p:nvPr/>
        </p:nvSpPr>
        <p:spPr>
          <a:xfrm>
            <a:off x="7070740" y="5935030"/>
            <a:ext cx="813445" cy="922970"/>
          </a:xfrm>
          <a:custGeom>
            <a:avLst/>
            <a:gdLst/>
            <a:ahLst/>
            <a:cxnLst/>
            <a:rect l="0" t="0" r="r" b="b"/>
            <a:pathLst>
              <a:path w="813445" h="922970">
                <a:moveTo>
                  <a:pt x="0" y="174401"/>
                </a:moveTo>
                <a:lnTo>
                  <a:pt x="813445" y="0"/>
                </a:lnTo>
                <a:lnTo>
                  <a:pt x="658649" y="92297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7" name="Tło – fasetka 276"/>
          <p:cNvSpPr/>
          <p:nvPr/>
        </p:nvSpPr>
        <p:spPr>
          <a:xfrm>
            <a:off x="6577314" y="6109431"/>
            <a:ext cx="1152074" cy="748569"/>
          </a:xfrm>
          <a:custGeom>
            <a:avLst/>
            <a:gdLst/>
            <a:ahLst/>
            <a:cxnLst/>
            <a:rect l="0" t="0" r="r" b="b"/>
            <a:pathLst>
              <a:path w="1152074" h="748569">
                <a:moveTo>
                  <a:pt x="493425" y="0"/>
                </a:moveTo>
                <a:lnTo>
                  <a:pt x="1152074" y="748569"/>
                </a:lnTo>
                <a:lnTo>
                  <a:pt x="0" y="748569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8" name="Tło – fasetka 277"/>
          <p:cNvSpPr/>
          <p:nvPr/>
        </p:nvSpPr>
        <p:spPr>
          <a:xfrm>
            <a:off x="7729389" y="5935030"/>
            <a:ext cx="638092" cy="922970"/>
          </a:xfrm>
          <a:custGeom>
            <a:avLst/>
            <a:gdLst/>
            <a:ahLst/>
            <a:cxnLst/>
            <a:rect l="0" t="0" r="r" b="b"/>
            <a:pathLst>
              <a:path w="638092" h="922970">
                <a:moveTo>
                  <a:pt x="154795" y="0"/>
                </a:moveTo>
                <a:lnTo>
                  <a:pt x="638092" y="35940"/>
                </a:lnTo>
                <a:lnTo>
                  <a:pt x="0" y="92297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9" name="Tło – fasetka 278"/>
          <p:cNvSpPr/>
          <p:nvPr/>
        </p:nvSpPr>
        <p:spPr>
          <a:xfrm>
            <a:off x="7729389" y="5970970"/>
            <a:ext cx="639874" cy="887030"/>
          </a:xfrm>
          <a:custGeom>
            <a:avLst/>
            <a:gdLst/>
            <a:ahLst/>
            <a:cxnLst/>
            <a:rect l="0" t="0" r="r" b="b"/>
            <a:pathLst>
              <a:path w="639874" h="887030">
                <a:moveTo>
                  <a:pt x="638092" y="0"/>
                </a:moveTo>
                <a:lnTo>
                  <a:pt x="639874" y="887030"/>
                </a:lnTo>
                <a:lnTo>
                  <a:pt x="0" y="88703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0" name="Tło – fasetka 279"/>
          <p:cNvSpPr/>
          <p:nvPr/>
        </p:nvSpPr>
        <p:spPr>
          <a:xfrm>
            <a:off x="8367481" y="5891926"/>
            <a:ext cx="937355" cy="966074"/>
          </a:xfrm>
          <a:custGeom>
            <a:avLst/>
            <a:gdLst/>
            <a:ahLst/>
            <a:cxnLst/>
            <a:rect l="0" t="0" r="r" b="b"/>
            <a:pathLst>
              <a:path w="937355" h="966074">
                <a:moveTo>
                  <a:pt x="0" y="79044"/>
                </a:moveTo>
                <a:lnTo>
                  <a:pt x="682355" y="0"/>
                </a:lnTo>
                <a:lnTo>
                  <a:pt x="937355" y="96607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1" name="Tło – fasetka 280"/>
          <p:cNvSpPr/>
          <p:nvPr/>
        </p:nvSpPr>
        <p:spPr>
          <a:xfrm>
            <a:off x="8367481" y="5970970"/>
            <a:ext cx="937355" cy="887030"/>
          </a:xfrm>
          <a:custGeom>
            <a:avLst/>
            <a:gdLst/>
            <a:ahLst/>
            <a:cxnLst/>
            <a:rect l="0" t="0" r="r" b="b"/>
            <a:pathLst>
              <a:path w="937355" h="887030">
                <a:moveTo>
                  <a:pt x="0" y="0"/>
                </a:moveTo>
                <a:lnTo>
                  <a:pt x="937355" y="887030"/>
                </a:lnTo>
                <a:lnTo>
                  <a:pt x="1782" y="887030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2" name="Tło – fasetka 281"/>
          <p:cNvSpPr/>
          <p:nvPr/>
        </p:nvSpPr>
        <p:spPr>
          <a:xfrm>
            <a:off x="9049835" y="5891926"/>
            <a:ext cx="972468" cy="966074"/>
          </a:xfrm>
          <a:custGeom>
            <a:avLst/>
            <a:gdLst/>
            <a:ahLst/>
            <a:cxnLst/>
            <a:rect l="0" t="0" r="r" b="b"/>
            <a:pathLst>
              <a:path w="972468" h="966074">
                <a:moveTo>
                  <a:pt x="0" y="0"/>
                </a:moveTo>
                <a:lnTo>
                  <a:pt x="972468" y="100556"/>
                </a:lnTo>
                <a:lnTo>
                  <a:pt x="255000" y="966074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3" name="Tło – fasetka 282"/>
          <p:cNvSpPr/>
          <p:nvPr/>
        </p:nvSpPr>
        <p:spPr>
          <a:xfrm>
            <a:off x="9304836" y="5992483"/>
            <a:ext cx="717467" cy="865517"/>
          </a:xfrm>
          <a:custGeom>
            <a:avLst/>
            <a:gdLst/>
            <a:ahLst/>
            <a:cxnLst/>
            <a:rect l="0" t="0" r="r" b="b"/>
            <a:pathLst>
              <a:path w="717467" h="865517">
                <a:moveTo>
                  <a:pt x="717467" y="0"/>
                </a:moveTo>
                <a:lnTo>
                  <a:pt x="366970" y="865517"/>
                </a:lnTo>
                <a:lnTo>
                  <a:pt x="0" y="8655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4" name="Tło – fasetka 283"/>
          <p:cNvSpPr/>
          <p:nvPr/>
        </p:nvSpPr>
        <p:spPr>
          <a:xfrm>
            <a:off x="10022303" y="5992483"/>
            <a:ext cx="762361" cy="865517"/>
          </a:xfrm>
          <a:custGeom>
            <a:avLst/>
            <a:gdLst/>
            <a:ahLst/>
            <a:cxnLst/>
            <a:rect l="0" t="0" r="r" b="b"/>
            <a:pathLst>
              <a:path w="762361" h="865517">
                <a:moveTo>
                  <a:pt x="0" y="0"/>
                </a:moveTo>
                <a:lnTo>
                  <a:pt x="762361" y="375626"/>
                </a:lnTo>
                <a:lnTo>
                  <a:pt x="600705" y="8655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5" name="Tło – fasetka 284"/>
          <p:cNvSpPr/>
          <p:nvPr/>
        </p:nvSpPr>
        <p:spPr>
          <a:xfrm>
            <a:off x="9671806" y="5992483"/>
            <a:ext cx="951202" cy="865517"/>
          </a:xfrm>
          <a:custGeom>
            <a:avLst/>
            <a:gdLst/>
            <a:ahLst/>
            <a:cxnLst/>
            <a:rect l="0" t="0" r="r" b="b"/>
            <a:pathLst>
              <a:path w="951202" h="865517">
                <a:moveTo>
                  <a:pt x="350497" y="0"/>
                </a:moveTo>
                <a:lnTo>
                  <a:pt x="951202" y="865517"/>
                </a:lnTo>
                <a:lnTo>
                  <a:pt x="0" y="86551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6" name="Tło – fasetka 285"/>
          <p:cNvSpPr/>
          <p:nvPr/>
        </p:nvSpPr>
        <p:spPr>
          <a:xfrm>
            <a:off x="10623008" y="6368109"/>
            <a:ext cx="542986" cy="489891"/>
          </a:xfrm>
          <a:custGeom>
            <a:avLst/>
            <a:gdLst/>
            <a:ahLst/>
            <a:cxnLst/>
            <a:rect l="0" t="0" r="r" b="b"/>
            <a:pathLst>
              <a:path w="542986" h="489891">
                <a:moveTo>
                  <a:pt x="161656" y="0"/>
                </a:moveTo>
                <a:lnTo>
                  <a:pt x="542986" y="4113"/>
                </a:lnTo>
                <a:lnTo>
                  <a:pt x="0" y="489891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7" name="Tło – fasetka 286"/>
          <p:cNvSpPr/>
          <p:nvPr/>
        </p:nvSpPr>
        <p:spPr>
          <a:xfrm>
            <a:off x="10623008" y="6372223"/>
            <a:ext cx="940280" cy="485777"/>
          </a:xfrm>
          <a:custGeom>
            <a:avLst/>
            <a:gdLst/>
            <a:ahLst/>
            <a:cxnLst/>
            <a:rect l="0" t="0" r="r" b="b"/>
            <a:pathLst>
              <a:path w="940280" h="485777">
                <a:moveTo>
                  <a:pt x="542986" y="0"/>
                </a:moveTo>
                <a:lnTo>
                  <a:pt x="940280" y="485777"/>
                </a:lnTo>
                <a:lnTo>
                  <a:pt x="0" y="4857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8" name="Tło – fasetka 287"/>
          <p:cNvSpPr/>
          <p:nvPr/>
        </p:nvSpPr>
        <p:spPr>
          <a:xfrm>
            <a:off x="11165994" y="5831138"/>
            <a:ext cx="1026006" cy="1026862"/>
          </a:xfrm>
          <a:custGeom>
            <a:avLst/>
            <a:gdLst/>
            <a:ahLst/>
            <a:cxnLst/>
            <a:rect l="0" t="0" r="r" b="b"/>
            <a:pathLst>
              <a:path w="1026006" h="1026862">
                <a:moveTo>
                  <a:pt x="0" y="541084"/>
                </a:moveTo>
                <a:lnTo>
                  <a:pt x="1026006" y="0"/>
                </a:lnTo>
                <a:lnTo>
                  <a:pt x="1026006" y="1026862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9" name="Tło – fasetka 288"/>
          <p:cNvSpPr/>
          <p:nvPr/>
        </p:nvSpPr>
        <p:spPr>
          <a:xfrm>
            <a:off x="11165994" y="6372223"/>
            <a:ext cx="1026006" cy="485777"/>
          </a:xfrm>
          <a:custGeom>
            <a:avLst/>
            <a:gdLst/>
            <a:ahLst/>
            <a:cxnLst/>
            <a:rect l="0" t="0" r="r" b="b"/>
            <a:pathLst>
              <a:path w="1026006" h="485777">
                <a:moveTo>
                  <a:pt x="0" y="0"/>
                </a:moveTo>
                <a:lnTo>
                  <a:pt x="1026006" y="485777"/>
                </a:lnTo>
                <a:lnTo>
                  <a:pt x="397294" y="485777"/>
                </a:lnTo>
                <a:close/>
              </a:path>
            </a:pathLst>
          </a:custGeom>
          <a:solidFill>
            <a:srgbClr val="EE312F"/>
          </a:solidFill>
          <a:ln w="1016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0" name="Orbita – ćwiartka"/>
          <p:cNvSpPr/>
          <p:nvPr/>
        </p:nvSpPr>
        <p:spPr>
          <a:xfrm rot="325800">
            <a:off x="8369523" y="2226345"/>
            <a:ext cx="2895601" cy="2895601"/>
          </a:xfrm>
          <a:prstGeom prst="arc">
            <a:avLst>
              <a:gd name="adj1" fmla="val 16200000"/>
              <a:gd name="adj2" fmla="val 0"/>
            </a:avLst>
          </a:prstGeom>
          <a:noFill/>
          <a:ln w="152400">
            <a:solidFill>
              <a:srgbClr val="FFFFFF">
                <a:alpha val="19971"/>
              </a:srgbClr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1" name="Orbita – ćwiartka 2"/>
          <p:cNvSpPr/>
          <p:nvPr/>
        </p:nvSpPr>
        <p:spPr>
          <a:xfrm rot="5725800">
            <a:off x="7690743" y="2321289"/>
            <a:ext cx="2895601" cy="2895601"/>
          </a:xfrm>
          <a:prstGeom prst="arc">
            <a:avLst>
              <a:gd name="adj1" fmla="val 16200000"/>
              <a:gd name="adj2" fmla="val 0"/>
            </a:avLst>
          </a:prstGeom>
          <a:noFill/>
          <a:ln w="152400">
            <a:solidFill>
              <a:srgbClr val="FFFFFF">
                <a:alpha val="18910"/>
              </a:srgbClr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2" name="Orbita – ćwiartka 3"/>
          <p:cNvSpPr/>
          <p:nvPr/>
        </p:nvSpPr>
        <p:spPr>
          <a:xfrm rot="11125800">
            <a:off x="7625844" y="1326433"/>
            <a:ext cx="2895601" cy="2895601"/>
          </a:xfrm>
          <a:prstGeom prst="arc">
            <a:avLst>
              <a:gd name="adj1" fmla="val 16200000"/>
              <a:gd name="adj2" fmla="val 0"/>
            </a:avLst>
          </a:prstGeom>
          <a:noFill/>
          <a:ln w="152400">
            <a:solidFill>
              <a:srgbClr val="FFFFFF">
                <a:alpha val="19247"/>
              </a:srgbClr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3" name="Orbita – ćwiartka 4"/>
          <p:cNvSpPr/>
          <p:nvPr/>
        </p:nvSpPr>
        <p:spPr>
          <a:xfrm rot="16525800">
            <a:off x="8936775" y="1291580"/>
            <a:ext cx="2895601" cy="2895601"/>
          </a:xfrm>
          <a:prstGeom prst="arc">
            <a:avLst>
              <a:gd name="adj1" fmla="val 16200000"/>
              <a:gd name="adj2" fmla="val 0"/>
            </a:avLst>
          </a:prstGeom>
          <a:noFill/>
          <a:ln w="152400">
            <a:solidFill>
              <a:srgbClr val="FFFFFF">
                <a:alpha val="19601"/>
              </a:srgbClr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4" name="Tekst: Właśnie weszliście w tryb"/>
          <p:cNvSpPr txBox="1"/>
          <p:nvPr/>
        </p:nvSpPr>
        <p:spPr>
          <a:xfrm>
            <a:off x="825500" y="1173162"/>
            <a:ext cx="5905500" cy="2590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b="1" kern="100" dirty="0">
                <a:solidFill>
                  <a:srgbClr val="FFFFFF"/>
                </a:solidFill>
                <a:latin typeface="Lato"/>
                <a:cs typeface="Lato"/>
              </a:rPr>
              <a:t>Właśnie weszliście w tryb</a:t>
            </a:r>
            <a:endParaRPr lang="pl-PL" sz="17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295" name="Tekst: H O M O U R G E N S"/>
          <p:cNvSpPr txBox="1"/>
          <p:nvPr/>
        </p:nvSpPr>
        <p:spPr>
          <a:xfrm>
            <a:off x="825500" y="1729716"/>
            <a:ext cx="5905500" cy="238963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4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600" kern="100" spc="-432" dirty="0">
                <a:solidFill>
                  <a:srgbClr val="FFFFFF"/>
                </a:solidFill>
                <a:latin typeface="Lato Black"/>
                <a:cs typeface="Lato Black"/>
              </a:rPr>
              <a:t>HOMO</a:t>
            </a:r>
            <a:endParaRPr lang="pl-PL" sz="9600" kern="100" spc="-432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940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600" kern="100" spc="-432" dirty="0">
                <a:solidFill>
                  <a:srgbClr val="FFFFFF"/>
                </a:solidFill>
                <a:latin typeface="Lato Black"/>
                <a:cs typeface="Lato Black"/>
              </a:rPr>
              <a:t>URGENS</a:t>
            </a:r>
            <a:endParaRPr lang="pl-PL" sz="9600" kern="100" spc="-43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96" name="Linia"/>
          <p:cNvSpPr/>
          <p:nvPr/>
        </p:nvSpPr>
        <p:spPr>
          <a:xfrm>
            <a:off x="825500" y="4278709"/>
            <a:ext cx="5905500" cy="19050"/>
          </a:xfrm>
          <a:prstGeom prst="rect">
            <a:avLst/>
          </a:prstGeom>
          <a:solidFill>
            <a:srgbClr val="FFFFFF">
              <a:alpha val="44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7" name="Tekst: TERAZ"/>
          <p:cNvSpPr txBox="1"/>
          <p:nvPr/>
        </p:nvSpPr>
        <p:spPr>
          <a:xfrm>
            <a:off x="825500" y="4539059"/>
            <a:ext cx="5905500" cy="8890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000" kern="100" spc="-350" dirty="0">
                <a:solidFill>
                  <a:srgbClr val="FFFFFF"/>
                </a:solidFill>
                <a:latin typeface="Lato Black"/>
                <a:cs typeface="Lato Black"/>
              </a:rPr>
              <a:t>TERAZ</a:t>
            </a:r>
            <a:endParaRPr lang="pl-PL" sz="7000" kern="100" spc="-35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98" name="Kształt"/>
          <p:cNvSpPr/>
          <p:nvPr/>
        </p:nvSpPr>
        <p:spPr>
          <a:xfrm>
            <a:off x="16065500" y="4285059"/>
            <a:ext cx="5905500" cy="1905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9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FFFFFF">
                    <a:alpha val="66700"/>
                  </a:srgbClr>
                </a:solidFill>
                <a:latin typeface="Lato"/>
                <a:cs typeface="Lato"/>
              </a:rPr>
              <a:t>05 / 24</a:t>
            </a:r>
            <a:endParaRPr lang="pl-PL" sz="1100" kern="100" spc="66" dirty="0">
              <a:solidFill>
                <a:srgbClr val="FFFFFF">
                  <a:alpha val="66700"/>
                </a:srgbClr>
              </a:solidFill>
              <a:latin typeface="Lato"/>
              <a:cs typeface="Lato"/>
            </a:endParaRPr>
          </a:p>
        </p:txBody>
      </p:sp>
      <p:sp>
        <p:nvSpPr>
          <p:cNvPr id="300" name="!!Postęp"/>
          <p:cNvSpPr/>
          <p:nvPr/>
        </p:nvSpPr>
        <p:spPr>
          <a:xfrm>
            <a:off x="0" y="6826250"/>
            <a:ext cx="2540000" cy="3175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1" name="Iskra"/>
          <p:cNvSpPr/>
          <p:nvPr/>
        </p:nvSpPr>
        <p:spPr>
          <a:xfrm>
            <a:off x="14314365" y="5249933"/>
            <a:ext cx="20507" cy="13119"/>
          </a:xfrm>
          <a:custGeom>
            <a:avLst/>
            <a:gdLst/>
            <a:ahLst/>
            <a:cxnLst/>
            <a:rect l="0" t="0" r="r" b="b"/>
            <a:pathLst>
              <a:path w="20507" h="13119">
                <a:moveTo>
                  <a:pt x="19245" y="13119"/>
                </a:moveTo>
                <a:lnTo>
                  <a:pt x="0" y="6805"/>
                </a:lnTo>
                <a:lnTo>
                  <a:pt x="20507" y="0"/>
                </a:lnTo>
                <a:close/>
              </a:path>
            </a:pathLst>
          </a:custGeom>
          <a:solidFill>
            <a:srgbClr val="FFFFFF">
              <a:alpha val="97407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2" name="Iskra 2"/>
          <p:cNvSpPr/>
          <p:nvPr/>
        </p:nvSpPr>
        <p:spPr>
          <a:xfrm>
            <a:off x="14636010" y="5769862"/>
            <a:ext cx="15640" cy="13739"/>
          </a:xfrm>
          <a:custGeom>
            <a:avLst/>
            <a:gdLst/>
            <a:ahLst/>
            <a:cxnLst/>
            <a:rect l="0" t="0" r="r" b="b"/>
            <a:pathLst>
              <a:path w="15640" h="13739">
                <a:moveTo>
                  <a:pt x="11534" y="13739"/>
                </a:moveTo>
                <a:lnTo>
                  <a:pt x="0" y="159"/>
                </a:lnTo>
                <a:lnTo>
                  <a:pt x="1564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3" name="Iskra 3"/>
          <p:cNvSpPr/>
          <p:nvPr/>
        </p:nvSpPr>
        <p:spPr>
          <a:xfrm>
            <a:off x="14571133" y="5127123"/>
            <a:ext cx="18104" cy="17984"/>
          </a:xfrm>
          <a:custGeom>
            <a:avLst/>
            <a:gdLst/>
            <a:ahLst/>
            <a:cxnLst/>
            <a:rect l="0" t="0" r="r" b="b"/>
            <a:pathLst>
              <a:path w="18104" h="17984">
                <a:moveTo>
                  <a:pt x="6476" y="0"/>
                </a:moveTo>
                <a:lnTo>
                  <a:pt x="18104" y="15102"/>
                </a:lnTo>
                <a:lnTo>
                  <a:pt x="0" y="17984"/>
                </a:lnTo>
                <a:close/>
              </a:path>
            </a:pathLst>
          </a:custGeom>
          <a:solidFill>
            <a:srgbClr val="FFD0CF">
              <a:alpha val="91848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4" name="Iskra 4"/>
          <p:cNvSpPr/>
          <p:nvPr/>
        </p:nvSpPr>
        <p:spPr>
          <a:xfrm>
            <a:off x="13871707" y="4550740"/>
            <a:ext cx="23363" cy="23867"/>
          </a:xfrm>
          <a:custGeom>
            <a:avLst/>
            <a:gdLst/>
            <a:ahLst/>
            <a:cxnLst/>
            <a:rect l="0" t="0" r="r" b="b"/>
            <a:pathLst>
              <a:path w="23363" h="23867">
                <a:moveTo>
                  <a:pt x="23363" y="23867"/>
                </a:moveTo>
                <a:lnTo>
                  <a:pt x="0" y="18367"/>
                </a:lnTo>
                <a:lnTo>
                  <a:pt x="1923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5" name="Iskra 5"/>
          <p:cNvSpPr/>
          <p:nvPr/>
        </p:nvSpPr>
        <p:spPr>
          <a:xfrm>
            <a:off x="14640389" y="5576495"/>
            <a:ext cx="14887" cy="22236"/>
          </a:xfrm>
          <a:custGeom>
            <a:avLst/>
            <a:gdLst/>
            <a:ahLst/>
            <a:cxnLst/>
            <a:rect l="0" t="0" r="r" b="b"/>
            <a:pathLst>
              <a:path w="14887" h="22236">
                <a:moveTo>
                  <a:pt x="14887" y="0"/>
                </a:moveTo>
                <a:lnTo>
                  <a:pt x="13218" y="22236"/>
                </a:lnTo>
                <a:lnTo>
                  <a:pt x="0" y="706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6" name="Iskra 6"/>
          <p:cNvSpPr/>
          <p:nvPr/>
        </p:nvSpPr>
        <p:spPr>
          <a:xfrm>
            <a:off x="14426823" y="3731290"/>
            <a:ext cx="18633" cy="18413"/>
          </a:xfrm>
          <a:custGeom>
            <a:avLst/>
            <a:gdLst/>
            <a:ahLst/>
            <a:cxnLst/>
            <a:rect l="0" t="0" r="r" b="b"/>
            <a:pathLst>
              <a:path w="18633" h="18413">
                <a:moveTo>
                  <a:pt x="18633" y="17937"/>
                </a:moveTo>
                <a:lnTo>
                  <a:pt x="0" y="18413"/>
                </a:lnTo>
                <a:lnTo>
                  <a:pt x="5274" y="0"/>
                </a:lnTo>
                <a:close/>
              </a:path>
            </a:pathLst>
          </a:custGeom>
          <a:solidFill>
            <a:srgbClr val="FFD0CF">
              <a:alpha val="87823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7" name="Iskra 7"/>
          <p:cNvSpPr/>
          <p:nvPr/>
        </p:nvSpPr>
        <p:spPr>
          <a:xfrm>
            <a:off x="13563018" y="4859273"/>
            <a:ext cx="17659" cy="15058"/>
          </a:xfrm>
          <a:custGeom>
            <a:avLst/>
            <a:gdLst/>
            <a:ahLst/>
            <a:cxnLst/>
            <a:rect l="0" t="0" r="r" b="b"/>
            <a:pathLst>
              <a:path w="17659" h="15058">
                <a:moveTo>
                  <a:pt x="10061" y="0"/>
                </a:moveTo>
                <a:lnTo>
                  <a:pt x="17659" y="15058"/>
                </a:lnTo>
                <a:lnTo>
                  <a:pt x="0" y="11622"/>
                </a:lnTo>
                <a:close/>
              </a:path>
            </a:pathLst>
          </a:custGeom>
          <a:solidFill>
            <a:srgbClr val="FFFFFF">
              <a:alpha val="88682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8" name="Echo slajdu 2"/>
          <p:cNvSpPr/>
          <p:nvPr/>
        </p:nvSpPr>
        <p:spPr>
          <a:xfrm>
            <a:off x="14682470" y="-1584325"/>
            <a:ext cx="3181985" cy="3776345"/>
          </a:xfrm>
          <a:custGeom>
            <a:avLst/>
            <a:gdLst/>
            <a:ahLst/>
            <a:cxnLst/>
            <a:rect l="0" t="0" r="r" b="b"/>
            <a:pathLst>
              <a:path w="3181985" h="3776345">
                <a:moveTo>
                  <a:pt x="1356360" y="3776345"/>
                </a:moveTo>
                <a:lnTo>
                  <a:pt x="0" y="0"/>
                </a:lnTo>
                <a:lnTo>
                  <a:pt x="3181985" y="2229485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9" name="Echo slajdu 2 2"/>
          <p:cNvSpPr/>
          <p:nvPr/>
        </p:nvSpPr>
        <p:spPr>
          <a:xfrm>
            <a:off x="23625811" y="1318260"/>
            <a:ext cx="4237990" cy="2672080"/>
          </a:xfrm>
          <a:custGeom>
            <a:avLst/>
            <a:gdLst/>
            <a:ahLst/>
            <a:cxnLst/>
            <a:rect l="0" t="0" r="r" b="b"/>
            <a:pathLst>
              <a:path w="4237990" h="2672080">
                <a:moveTo>
                  <a:pt x="4237990" y="2672080"/>
                </a:moveTo>
                <a:lnTo>
                  <a:pt x="0" y="2418080"/>
                </a:lnTo>
                <a:lnTo>
                  <a:pt x="2108835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0" name="Echo slajdu 2 3"/>
          <p:cNvSpPr/>
          <p:nvPr/>
        </p:nvSpPr>
        <p:spPr>
          <a:xfrm>
            <a:off x="17608550" y="518795"/>
            <a:ext cx="4458970" cy="5109210"/>
          </a:xfrm>
          <a:custGeom>
            <a:avLst/>
            <a:gdLst/>
            <a:ahLst/>
            <a:cxnLst/>
            <a:rect l="0" t="0" r="r" b="b"/>
            <a:pathLst>
              <a:path w="4458970" h="5109210">
                <a:moveTo>
                  <a:pt x="3594100" y="0"/>
                </a:moveTo>
                <a:lnTo>
                  <a:pt x="4458970" y="5109210"/>
                </a:lnTo>
                <a:lnTo>
                  <a:pt x="0" y="3502025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1" name="Echo slajdu 2 4"/>
          <p:cNvSpPr/>
          <p:nvPr/>
        </p:nvSpPr>
        <p:spPr>
          <a:xfrm>
            <a:off x="23568661" y="3310255"/>
            <a:ext cx="2503170" cy="2330450"/>
          </a:xfrm>
          <a:custGeom>
            <a:avLst/>
            <a:gdLst/>
            <a:ahLst/>
            <a:cxnLst/>
            <a:rect l="0" t="0" r="r" b="b"/>
            <a:pathLst>
              <a:path w="2503170" h="2330450">
                <a:moveTo>
                  <a:pt x="2503170" y="24130"/>
                </a:moveTo>
                <a:lnTo>
                  <a:pt x="1282065" y="2330450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2" name="Echo slajdu 2 5"/>
          <p:cNvSpPr/>
          <p:nvPr/>
        </p:nvSpPr>
        <p:spPr>
          <a:xfrm>
            <a:off x="23446741" y="613410"/>
            <a:ext cx="2186940" cy="2498090"/>
          </a:xfrm>
          <a:custGeom>
            <a:avLst/>
            <a:gdLst/>
            <a:ahLst/>
            <a:cxnLst/>
            <a:rect l="0" t="0" r="r" b="b"/>
            <a:pathLst>
              <a:path w="2186940" h="2498090">
                <a:moveTo>
                  <a:pt x="2186940" y="1733550"/>
                </a:moveTo>
                <a:lnTo>
                  <a:pt x="0" y="2498090"/>
                </a:lnTo>
                <a:lnTo>
                  <a:pt x="71501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3" name="Echo slajdu 2 6"/>
          <p:cNvSpPr/>
          <p:nvPr/>
        </p:nvSpPr>
        <p:spPr>
          <a:xfrm>
            <a:off x="20812125" y="1104900"/>
            <a:ext cx="2019935" cy="1752600"/>
          </a:xfrm>
          <a:custGeom>
            <a:avLst/>
            <a:gdLst/>
            <a:ahLst/>
            <a:cxnLst/>
            <a:rect l="0" t="0" r="r" b="b"/>
            <a:pathLst>
              <a:path w="2019935" h="1752600">
                <a:moveTo>
                  <a:pt x="2019935" y="0"/>
                </a:moveTo>
                <a:lnTo>
                  <a:pt x="1430020" y="1752600"/>
                </a:lnTo>
                <a:lnTo>
                  <a:pt x="0" y="138176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4" name="Echo slajdu 2 7"/>
          <p:cNvSpPr/>
          <p:nvPr/>
        </p:nvSpPr>
        <p:spPr>
          <a:xfrm>
            <a:off x="17036415" y="922020"/>
            <a:ext cx="3673475" cy="6204586"/>
          </a:xfrm>
          <a:custGeom>
            <a:avLst/>
            <a:gdLst/>
            <a:ahLst/>
            <a:cxnLst/>
            <a:rect l="0" t="0" r="r" b="b"/>
            <a:pathLst>
              <a:path w="3673475" h="6204586">
                <a:moveTo>
                  <a:pt x="3673475" y="3769995"/>
                </a:moveTo>
                <a:lnTo>
                  <a:pt x="0" y="6204586"/>
                </a:lnTo>
                <a:lnTo>
                  <a:pt x="161925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5" name="Echo slajdu 2 8"/>
          <p:cNvSpPr/>
          <p:nvPr/>
        </p:nvSpPr>
        <p:spPr>
          <a:xfrm>
            <a:off x="14264640" y="3815715"/>
            <a:ext cx="3752215" cy="3879850"/>
          </a:xfrm>
          <a:custGeom>
            <a:avLst/>
            <a:gdLst/>
            <a:ahLst/>
            <a:cxnLst/>
            <a:rect l="0" t="0" r="r" b="b"/>
            <a:pathLst>
              <a:path w="3752215" h="3879850">
                <a:moveTo>
                  <a:pt x="0" y="0"/>
                </a:moveTo>
                <a:lnTo>
                  <a:pt x="3752215" y="688975"/>
                </a:lnTo>
                <a:lnTo>
                  <a:pt x="2256790" y="387985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6" name="Echo slajdu 2 9"/>
          <p:cNvSpPr/>
          <p:nvPr/>
        </p:nvSpPr>
        <p:spPr>
          <a:xfrm>
            <a:off x="16219170" y="4888230"/>
            <a:ext cx="1603375" cy="2202815"/>
          </a:xfrm>
          <a:custGeom>
            <a:avLst/>
            <a:gdLst/>
            <a:ahLst/>
            <a:cxnLst/>
            <a:rect l="0" t="0" r="r" b="b"/>
            <a:pathLst>
              <a:path w="1603375" h="2202815">
                <a:moveTo>
                  <a:pt x="0" y="2202815"/>
                </a:moveTo>
                <a:lnTo>
                  <a:pt x="358775" y="0"/>
                </a:lnTo>
                <a:lnTo>
                  <a:pt x="1603375" y="2158365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7" name="Echo slajdu 2 10"/>
          <p:cNvSpPr/>
          <p:nvPr/>
        </p:nvSpPr>
        <p:spPr>
          <a:xfrm>
            <a:off x="19949160" y="-875665"/>
            <a:ext cx="2571750" cy="3023870"/>
          </a:xfrm>
          <a:custGeom>
            <a:avLst/>
            <a:gdLst/>
            <a:ahLst/>
            <a:cxnLst/>
            <a:rect l="0" t="0" r="r" b="b"/>
            <a:pathLst>
              <a:path w="2571750" h="3023870">
                <a:moveTo>
                  <a:pt x="0" y="1351280"/>
                </a:moveTo>
                <a:lnTo>
                  <a:pt x="1868805" y="0"/>
                </a:lnTo>
                <a:lnTo>
                  <a:pt x="2571750" y="302387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8" name="Echo slajdu 2 11"/>
          <p:cNvSpPr/>
          <p:nvPr/>
        </p:nvSpPr>
        <p:spPr>
          <a:xfrm>
            <a:off x="24354791" y="-36195"/>
            <a:ext cx="3592195" cy="3613150"/>
          </a:xfrm>
          <a:custGeom>
            <a:avLst/>
            <a:gdLst/>
            <a:ahLst/>
            <a:cxnLst/>
            <a:rect l="0" t="0" r="r" b="b"/>
            <a:pathLst>
              <a:path w="3592195" h="3613150">
                <a:moveTo>
                  <a:pt x="0" y="1466215"/>
                </a:moveTo>
                <a:lnTo>
                  <a:pt x="3592195" y="0"/>
                </a:lnTo>
                <a:lnTo>
                  <a:pt x="2491105" y="361315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9" name="Echo slajdu 2 12"/>
          <p:cNvSpPr/>
          <p:nvPr/>
        </p:nvSpPr>
        <p:spPr>
          <a:xfrm>
            <a:off x="21061045" y="2726690"/>
            <a:ext cx="4717415" cy="4845050"/>
          </a:xfrm>
          <a:custGeom>
            <a:avLst/>
            <a:gdLst/>
            <a:ahLst/>
            <a:cxnLst/>
            <a:rect l="0" t="0" r="r" b="b"/>
            <a:pathLst>
              <a:path w="4717415" h="4845050">
                <a:moveTo>
                  <a:pt x="4717415" y="4845050"/>
                </a:moveTo>
                <a:lnTo>
                  <a:pt x="0" y="2976880"/>
                </a:lnTo>
                <a:lnTo>
                  <a:pt x="277114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0" name="Echo slajdu 2 13"/>
          <p:cNvSpPr/>
          <p:nvPr/>
        </p:nvSpPr>
        <p:spPr>
          <a:xfrm>
            <a:off x="19373850" y="2793365"/>
            <a:ext cx="3596640" cy="3698875"/>
          </a:xfrm>
          <a:custGeom>
            <a:avLst/>
            <a:gdLst/>
            <a:ahLst/>
            <a:cxnLst/>
            <a:rect l="0" t="0" r="r" b="b"/>
            <a:pathLst>
              <a:path w="3596640" h="3698875">
                <a:moveTo>
                  <a:pt x="3345815" y="249555"/>
                </a:moveTo>
                <a:lnTo>
                  <a:pt x="3596640" y="3698875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1" name="Tekst: Proszę czekać"/>
          <p:cNvSpPr txBox="1"/>
          <p:nvPr/>
        </p:nvSpPr>
        <p:spPr>
          <a:xfrm>
            <a:off x="19466815" y="2742487"/>
            <a:ext cx="4646941" cy="70926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5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5077" kern="100" spc="-178" dirty="0">
                <a:solidFill>
                  <a:srgbClr val="FFFFFF"/>
                </a:solidFill>
                <a:latin typeface="Lato Black"/>
                <a:cs typeface="Lato Black"/>
              </a:rPr>
              <a:t>Proszę czekać</a:t>
            </a:r>
            <a:endParaRPr lang="pl-PL" sz="5077" kern="100" spc="-178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322" name="Tekst: Prezentacja zacznie się za chwilę"/>
          <p:cNvSpPr txBox="1"/>
          <p:nvPr/>
        </p:nvSpPr>
        <p:spPr>
          <a:xfrm>
            <a:off x="19319178" y="3486339"/>
            <a:ext cx="5011934" cy="3396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6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29" kern="100" dirty="0">
                <a:solidFill>
                  <a:srgbClr val="999999"/>
                </a:solidFill>
                <a:latin typeface="Lato"/>
                <a:cs typeface="Lato"/>
              </a:rPr>
              <a:t>Prezentacja zacznie się za chwilę</a:t>
            </a:r>
            <a:endParaRPr lang="pl-PL" sz="2229" kern="100" dirty="0">
              <a:solidFill>
                <a:srgbClr val="999999"/>
              </a:solidFill>
              <a:latin typeface="Lato"/>
              <a:cs typeface="Lato"/>
            </a:endParaRPr>
          </a:p>
        </p:txBody>
      </p:sp>
      <p:sp>
        <p:nvSpPr>
          <p:cNvPr id="323" name="Echo slajdu 2 14"/>
          <p:cNvSpPr/>
          <p:nvPr/>
        </p:nvSpPr>
        <p:spPr>
          <a:xfrm>
            <a:off x="23566140" y="-441159"/>
            <a:ext cx="159914" cy="199798"/>
          </a:xfrm>
          <a:custGeom>
            <a:avLst/>
            <a:gdLst/>
            <a:ahLst/>
            <a:cxnLst/>
            <a:rect l="0" t="0" r="r" b="b"/>
            <a:pathLst>
              <a:path w="159914" h="199798">
                <a:moveTo>
                  <a:pt x="57294" y="199798"/>
                </a:moveTo>
                <a:lnTo>
                  <a:pt x="0" y="66514"/>
                </a:lnTo>
                <a:lnTo>
                  <a:pt x="107829" y="0"/>
                </a:lnTo>
                <a:lnTo>
                  <a:pt x="159914" y="121167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4" name="Echo slajdu 2 15"/>
          <p:cNvSpPr/>
          <p:nvPr/>
        </p:nvSpPr>
        <p:spPr>
          <a:xfrm>
            <a:off x="23738856" y="-1375666"/>
            <a:ext cx="48742" cy="57317"/>
          </a:xfrm>
          <a:custGeom>
            <a:avLst/>
            <a:gdLst/>
            <a:ahLst/>
            <a:cxnLst/>
            <a:rect l="0" t="0" r="r" b="b"/>
            <a:pathLst>
              <a:path w="48742" h="57317">
                <a:moveTo>
                  <a:pt x="0" y="57317"/>
                </a:moveTo>
                <a:lnTo>
                  <a:pt x="48742" y="8742"/>
                </a:lnTo>
                <a:lnTo>
                  <a:pt x="11994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5" name="Echo slajdu 2 16"/>
          <p:cNvSpPr/>
          <p:nvPr/>
        </p:nvSpPr>
        <p:spPr>
          <a:xfrm>
            <a:off x="23770677" y="-1549688"/>
            <a:ext cx="51913" cy="68174"/>
          </a:xfrm>
          <a:custGeom>
            <a:avLst/>
            <a:gdLst/>
            <a:ahLst/>
            <a:cxnLst/>
            <a:rect l="0" t="0" r="r" b="b"/>
            <a:pathLst>
              <a:path w="51913" h="68174">
                <a:moveTo>
                  <a:pt x="33760" y="68174"/>
                </a:moveTo>
                <a:lnTo>
                  <a:pt x="51913" y="0"/>
                </a:lnTo>
                <a:lnTo>
                  <a:pt x="0" y="48767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6" name="Echo slajdu 2 17"/>
          <p:cNvSpPr/>
          <p:nvPr/>
        </p:nvSpPr>
        <p:spPr>
          <a:xfrm>
            <a:off x="23977213" y="-1610116"/>
            <a:ext cx="71423" cy="59762"/>
          </a:xfrm>
          <a:custGeom>
            <a:avLst/>
            <a:gdLst/>
            <a:ahLst/>
            <a:cxnLst/>
            <a:rect l="0" t="0" r="r" b="b"/>
            <a:pathLst>
              <a:path w="71423" h="59762">
                <a:moveTo>
                  <a:pt x="58813" y="59762"/>
                </a:moveTo>
                <a:lnTo>
                  <a:pt x="71423" y="0"/>
                </a:lnTo>
                <a:lnTo>
                  <a:pt x="0" y="27045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7" name="Echo slajdu 2 18"/>
          <p:cNvSpPr/>
          <p:nvPr/>
        </p:nvSpPr>
        <p:spPr>
          <a:xfrm>
            <a:off x="23635696" y="-1814585"/>
            <a:ext cx="67127" cy="47940"/>
          </a:xfrm>
          <a:custGeom>
            <a:avLst/>
            <a:gdLst/>
            <a:ahLst/>
            <a:cxnLst/>
            <a:rect l="0" t="0" r="r" b="b"/>
            <a:pathLst>
              <a:path w="67127" h="47940">
                <a:moveTo>
                  <a:pt x="67127" y="18375"/>
                </a:moveTo>
                <a:lnTo>
                  <a:pt x="0" y="0"/>
                </a:lnTo>
                <a:lnTo>
                  <a:pt x="23849" y="4794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8" name="Echo slajdu 2 19"/>
          <p:cNvSpPr/>
          <p:nvPr/>
        </p:nvSpPr>
        <p:spPr>
          <a:xfrm>
            <a:off x="23143026" y="-1925877"/>
            <a:ext cx="49901" cy="58691"/>
          </a:xfrm>
          <a:custGeom>
            <a:avLst/>
            <a:gdLst/>
            <a:ahLst/>
            <a:cxnLst/>
            <a:rect l="0" t="0" r="r" b="b"/>
            <a:pathLst>
              <a:path w="49901" h="58691">
                <a:moveTo>
                  <a:pt x="49901" y="4480"/>
                </a:moveTo>
                <a:lnTo>
                  <a:pt x="0" y="0"/>
                </a:lnTo>
                <a:lnTo>
                  <a:pt x="37722" y="58691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9" name="Echo slajdu 2 20"/>
          <p:cNvSpPr/>
          <p:nvPr/>
        </p:nvSpPr>
        <p:spPr>
          <a:xfrm>
            <a:off x="22306199" y="-1854316"/>
            <a:ext cx="38034" cy="72897"/>
          </a:xfrm>
          <a:custGeom>
            <a:avLst/>
            <a:gdLst/>
            <a:ahLst/>
            <a:cxnLst/>
            <a:rect l="0" t="0" r="r" b="b"/>
            <a:pathLst>
              <a:path w="38034" h="72897">
                <a:moveTo>
                  <a:pt x="38034" y="72897"/>
                </a:moveTo>
                <a:lnTo>
                  <a:pt x="34464" y="0"/>
                </a:lnTo>
                <a:lnTo>
                  <a:pt x="0" y="3081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0" name="Echo slajdu 2 21"/>
          <p:cNvSpPr/>
          <p:nvPr/>
        </p:nvSpPr>
        <p:spPr>
          <a:xfrm>
            <a:off x="22067176" y="277212"/>
            <a:ext cx="42167" cy="82338"/>
          </a:xfrm>
          <a:custGeom>
            <a:avLst/>
            <a:gdLst/>
            <a:ahLst/>
            <a:cxnLst/>
            <a:rect l="0" t="0" r="r" b="b"/>
            <a:pathLst>
              <a:path w="42167" h="82338">
                <a:moveTo>
                  <a:pt x="42167" y="82338"/>
                </a:moveTo>
                <a:lnTo>
                  <a:pt x="31848" y="0"/>
                </a:lnTo>
                <a:lnTo>
                  <a:pt x="0" y="82127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1" name="Echo slajdu 2 22"/>
          <p:cNvSpPr/>
          <p:nvPr/>
        </p:nvSpPr>
        <p:spPr>
          <a:xfrm>
            <a:off x="21373314" y="1307800"/>
            <a:ext cx="64737" cy="13111"/>
          </a:xfrm>
          <a:custGeom>
            <a:avLst/>
            <a:gdLst/>
            <a:ahLst/>
            <a:cxnLst/>
            <a:rect l="0" t="0" r="r" b="b"/>
            <a:pathLst>
              <a:path w="64737" h="13111">
                <a:moveTo>
                  <a:pt x="64737" y="3853"/>
                </a:moveTo>
                <a:lnTo>
                  <a:pt x="17355" y="0"/>
                </a:lnTo>
                <a:lnTo>
                  <a:pt x="0" y="13111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2" name="Echo slajdu 2 23"/>
          <p:cNvSpPr/>
          <p:nvPr/>
        </p:nvSpPr>
        <p:spPr>
          <a:xfrm>
            <a:off x="21144155" y="1701513"/>
            <a:ext cx="65665" cy="30989"/>
          </a:xfrm>
          <a:custGeom>
            <a:avLst/>
            <a:gdLst/>
            <a:ahLst/>
            <a:cxnLst/>
            <a:rect l="0" t="0" r="r" b="b"/>
            <a:pathLst>
              <a:path w="65665" h="30989">
                <a:moveTo>
                  <a:pt x="65665" y="25420"/>
                </a:moveTo>
                <a:lnTo>
                  <a:pt x="3212" y="0"/>
                </a:lnTo>
                <a:lnTo>
                  <a:pt x="0" y="30989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3" name="Echo slajdu 2 24"/>
          <p:cNvSpPr/>
          <p:nvPr/>
        </p:nvSpPr>
        <p:spPr>
          <a:xfrm>
            <a:off x="22769722" y="-1835545"/>
            <a:ext cx="55798" cy="51883"/>
          </a:xfrm>
          <a:custGeom>
            <a:avLst/>
            <a:gdLst/>
            <a:ahLst/>
            <a:cxnLst/>
            <a:rect l="0" t="0" r="r" b="b"/>
            <a:pathLst>
              <a:path w="55798" h="51883">
                <a:moveTo>
                  <a:pt x="55798" y="51883"/>
                </a:moveTo>
                <a:lnTo>
                  <a:pt x="0" y="19042"/>
                </a:lnTo>
                <a:lnTo>
                  <a:pt x="3391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4" name="Echo slajdu 2 25"/>
          <p:cNvSpPr/>
          <p:nvPr/>
        </p:nvSpPr>
        <p:spPr>
          <a:xfrm>
            <a:off x="23000999" y="-2086573"/>
            <a:ext cx="43103" cy="72202"/>
          </a:xfrm>
          <a:custGeom>
            <a:avLst/>
            <a:gdLst/>
            <a:ahLst/>
            <a:cxnLst/>
            <a:rect l="0" t="0" r="r" b="b"/>
            <a:pathLst>
              <a:path w="43103" h="72202">
                <a:moveTo>
                  <a:pt x="6514" y="72202"/>
                </a:moveTo>
                <a:lnTo>
                  <a:pt x="0" y="0"/>
                </a:lnTo>
                <a:lnTo>
                  <a:pt x="43103" y="62105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5" name="Echo slajdu 2 26"/>
          <p:cNvSpPr/>
          <p:nvPr/>
        </p:nvSpPr>
        <p:spPr>
          <a:xfrm>
            <a:off x="23141413" y="-2264815"/>
            <a:ext cx="74877" cy="55421"/>
          </a:xfrm>
          <a:custGeom>
            <a:avLst/>
            <a:gdLst/>
            <a:ahLst/>
            <a:cxnLst/>
            <a:rect l="0" t="0" r="r" b="b"/>
            <a:pathLst>
              <a:path w="74877" h="55421">
                <a:moveTo>
                  <a:pt x="22497" y="55421"/>
                </a:moveTo>
                <a:lnTo>
                  <a:pt x="0" y="0"/>
                </a:lnTo>
                <a:lnTo>
                  <a:pt x="74877" y="7292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6" name="Echo slajdu 2 27"/>
          <p:cNvSpPr/>
          <p:nvPr/>
        </p:nvSpPr>
        <p:spPr>
          <a:xfrm>
            <a:off x="23991172" y="-749954"/>
            <a:ext cx="62903" cy="55377"/>
          </a:xfrm>
          <a:custGeom>
            <a:avLst/>
            <a:gdLst/>
            <a:ahLst/>
            <a:cxnLst/>
            <a:rect l="0" t="0" r="r" b="b"/>
            <a:pathLst>
              <a:path w="62903" h="55377">
                <a:moveTo>
                  <a:pt x="62903" y="55377"/>
                </a:moveTo>
                <a:lnTo>
                  <a:pt x="0" y="21741"/>
                </a:lnTo>
                <a:lnTo>
                  <a:pt x="41029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7" name="Echo slajdu 2 28"/>
          <p:cNvSpPr/>
          <p:nvPr/>
        </p:nvSpPr>
        <p:spPr>
          <a:xfrm>
            <a:off x="24609504" y="-686878"/>
            <a:ext cx="47862" cy="67854"/>
          </a:xfrm>
          <a:custGeom>
            <a:avLst/>
            <a:gdLst/>
            <a:ahLst/>
            <a:cxnLst/>
            <a:rect l="0" t="0" r="r" b="b"/>
            <a:pathLst>
              <a:path w="47862" h="67854">
                <a:moveTo>
                  <a:pt x="0" y="18437"/>
                </a:moveTo>
                <a:lnTo>
                  <a:pt x="47862" y="0"/>
                </a:lnTo>
                <a:lnTo>
                  <a:pt x="21399" y="67854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8" name="Echo slajdu 2 29"/>
          <p:cNvSpPr/>
          <p:nvPr/>
        </p:nvSpPr>
        <p:spPr>
          <a:xfrm>
            <a:off x="25331226" y="-311819"/>
            <a:ext cx="44479" cy="70206"/>
          </a:xfrm>
          <a:custGeom>
            <a:avLst/>
            <a:gdLst/>
            <a:ahLst/>
            <a:cxnLst/>
            <a:rect l="0" t="0" r="r" b="b"/>
            <a:pathLst>
              <a:path w="44479" h="70206">
                <a:moveTo>
                  <a:pt x="0" y="70206"/>
                </a:moveTo>
                <a:lnTo>
                  <a:pt x="16182" y="0"/>
                </a:lnTo>
                <a:lnTo>
                  <a:pt x="44479" y="39729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9" name="Echo slajdu 2 30"/>
          <p:cNvSpPr/>
          <p:nvPr/>
        </p:nvSpPr>
        <p:spPr>
          <a:xfrm>
            <a:off x="26067773" y="754813"/>
            <a:ext cx="45673" cy="82536"/>
          </a:xfrm>
          <a:custGeom>
            <a:avLst/>
            <a:gdLst/>
            <a:ahLst/>
            <a:cxnLst/>
            <a:rect l="0" t="0" r="r" b="b"/>
            <a:pathLst>
              <a:path w="45673" h="82536">
                <a:moveTo>
                  <a:pt x="4981" y="82536"/>
                </a:moveTo>
                <a:lnTo>
                  <a:pt x="0" y="0"/>
                </a:lnTo>
                <a:lnTo>
                  <a:pt x="45673" y="7005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0" name="Echo slajdu 2 31"/>
          <p:cNvSpPr/>
          <p:nvPr/>
        </p:nvSpPr>
        <p:spPr>
          <a:xfrm>
            <a:off x="26459808" y="2174191"/>
            <a:ext cx="62286" cy="26435"/>
          </a:xfrm>
          <a:custGeom>
            <a:avLst/>
            <a:gdLst/>
            <a:ahLst/>
            <a:cxnLst/>
            <a:rect l="0" t="0" r="r" b="b"/>
            <a:pathLst>
              <a:path w="62286" h="26435">
                <a:moveTo>
                  <a:pt x="0" y="0"/>
                </a:moveTo>
                <a:lnTo>
                  <a:pt x="47358" y="8868"/>
                </a:lnTo>
                <a:lnTo>
                  <a:pt x="62286" y="26435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1" name="Echo slajdu 2 32"/>
          <p:cNvSpPr/>
          <p:nvPr/>
        </p:nvSpPr>
        <p:spPr>
          <a:xfrm>
            <a:off x="26624323" y="2364833"/>
            <a:ext cx="64573" cy="42459"/>
          </a:xfrm>
          <a:custGeom>
            <a:avLst/>
            <a:gdLst/>
            <a:ahLst/>
            <a:cxnLst/>
            <a:rect l="0" t="0" r="r" b="b"/>
            <a:pathLst>
              <a:path w="64573" h="42459">
                <a:moveTo>
                  <a:pt x="0" y="42459"/>
                </a:moveTo>
                <a:lnTo>
                  <a:pt x="55944" y="0"/>
                </a:lnTo>
                <a:lnTo>
                  <a:pt x="64573" y="29087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2" name="Echo slajdu 2 33"/>
          <p:cNvSpPr/>
          <p:nvPr/>
        </p:nvSpPr>
        <p:spPr>
          <a:xfrm>
            <a:off x="25268308" y="-2128197"/>
            <a:ext cx="60286" cy="45399"/>
          </a:xfrm>
          <a:custGeom>
            <a:avLst/>
            <a:gdLst/>
            <a:ahLst/>
            <a:cxnLst/>
            <a:rect l="0" t="0" r="r" b="b"/>
            <a:pathLst>
              <a:path w="60286" h="45399">
                <a:moveTo>
                  <a:pt x="29886" y="45399"/>
                </a:moveTo>
                <a:lnTo>
                  <a:pt x="60286" y="551"/>
                </a:lnTo>
                <a:lnTo>
                  <a:pt x="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3" name="Echo slajdu 2 34"/>
          <p:cNvSpPr/>
          <p:nvPr/>
        </p:nvSpPr>
        <p:spPr>
          <a:xfrm>
            <a:off x="22561554" y="4626450"/>
            <a:ext cx="49441" cy="89758"/>
          </a:xfrm>
          <a:custGeom>
            <a:avLst/>
            <a:gdLst/>
            <a:ahLst/>
            <a:cxnLst/>
            <a:rect l="0" t="0" r="r" b="b"/>
            <a:pathLst>
              <a:path w="49441" h="89758">
                <a:moveTo>
                  <a:pt x="49441" y="74091"/>
                </a:moveTo>
                <a:lnTo>
                  <a:pt x="33111" y="89758"/>
                </a:lnTo>
                <a:lnTo>
                  <a:pt x="0" y="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4" name="Echo slajdu 2 35"/>
          <p:cNvSpPr/>
          <p:nvPr/>
        </p:nvSpPr>
        <p:spPr>
          <a:xfrm>
            <a:off x="22780043" y="5119564"/>
            <a:ext cx="77991" cy="23913"/>
          </a:xfrm>
          <a:custGeom>
            <a:avLst/>
            <a:gdLst/>
            <a:ahLst/>
            <a:cxnLst/>
            <a:rect l="0" t="0" r="r" b="b"/>
            <a:pathLst>
              <a:path w="77991" h="23913">
                <a:moveTo>
                  <a:pt x="0" y="23913"/>
                </a:moveTo>
                <a:lnTo>
                  <a:pt x="74152" y="0"/>
                </a:lnTo>
                <a:lnTo>
                  <a:pt x="77991" y="16599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5" name="Echo slajdu 2 36"/>
          <p:cNvSpPr/>
          <p:nvPr/>
        </p:nvSpPr>
        <p:spPr>
          <a:xfrm>
            <a:off x="23050913" y="5735476"/>
            <a:ext cx="43014" cy="50364"/>
          </a:xfrm>
          <a:custGeom>
            <a:avLst/>
            <a:gdLst/>
            <a:ahLst/>
            <a:cxnLst/>
            <a:rect l="0" t="0" r="r" b="b"/>
            <a:pathLst>
              <a:path w="43014" h="50364">
                <a:moveTo>
                  <a:pt x="22023" y="46816"/>
                </a:moveTo>
                <a:lnTo>
                  <a:pt x="0" y="16476"/>
                </a:lnTo>
                <a:lnTo>
                  <a:pt x="10141" y="0"/>
                </a:lnTo>
                <a:lnTo>
                  <a:pt x="43014" y="50364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6" name="Echo slajdu 2 37"/>
          <p:cNvSpPr/>
          <p:nvPr/>
        </p:nvSpPr>
        <p:spPr>
          <a:xfrm>
            <a:off x="23609648" y="6141487"/>
            <a:ext cx="51464" cy="27063"/>
          </a:xfrm>
          <a:custGeom>
            <a:avLst/>
            <a:gdLst/>
            <a:ahLst/>
            <a:cxnLst/>
            <a:rect l="0" t="0" r="r" b="b"/>
            <a:pathLst>
              <a:path w="51464" h="27063">
                <a:moveTo>
                  <a:pt x="51446" y="17645"/>
                </a:moveTo>
                <a:lnTo>
                  <a:pt x="0" y="27063"/>
                </a:lnTo>
                <a:lnTo>
                  <a:pt x="550" y="12812"/>
                </a:lnTo>
                <a:lnTo>
                  <a:pt x="51464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7" name="Echo slajdu 2 38"/>
          <p:cNvSpPr/>
          <p:nvPr/>
        </p:nvSpPr>
        <p:spPr>
          <a:xfrm>
            <a:off x="24942272" y="5707566"/>
            <a:ext cx="47670" cy="85282"/>
          </a:xfrm>
          <a:custGeom>
            <a:avLst/>
            <a:gdLst/>
            <a:ahLst/>
            <a:cxnLst/>
            <a:rect l="0" t="0" r="r" b="b"/>
            <a:pathLst>
              <a:path w="47670" h="85282">
                <a:moveTo>
                  <a:pt x="47670" y="85282"/>
                </a:moveTo>
                <a:lnTo>
                  <a:pt x="0" y="7462"/>
                </a:lnTo>
                <a:lnTo>
                  <a:pt x="12233" y="0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8" name="Echo slajdu 2 39"/>
          <p:cNvSpPr/>
          <p:nvPr/>
        </p:nvSpPr>
        <p:spPr>
          <a:xfrm>
            <a:off x="25421633" y="5632015"/>
            <a:ext cx="69464" cy="65070"/>
          </a:xfrm>
          <a:custGeom>
            <a:avLst/>
            <a:gdLst/>
            <a:ahLst/>
            <a:cxnLst/>
            <a:rect l="0" t="0" r="r" b="b"/>
            <a:pathLst>
              <a:path w="69464" h="65070">
                <a:moveTo>
                  <a:pt x="9886" y="65070"/>
                </a:moveTo>
                <a:lnTo>
                  <a:pt x="0" y="42172"/>
                </a:lnTo>
                <a:lnTo>
                  <a:pt x="69464" y="0"/>
                </a:lnTo>
                <a:close/>
              </a:path>
            </a:pathLst>
          </a:custGeom>
          <a:solidFill>
            <a:srgbClr val="BABAB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9" name="Echo slajdu 2 40"/>
          <p:cNvSpPr/>
          <p:nvPr/>
        </p:nvSpPr>
        <p:spPr>
          <a:xfrm>
            <a:off x="24882657" y="4542400"/>
            <a:ext cx="32054" cy="62200"/>
          </a:xfrm>
          <a:custGeom>
            <a:avLst/>
            <a:gdLst/>
            <a:ahLst/>
            <a:cxnLst/>
            <a:rect l="0" t="0" r="r" b="b"/>
            <a:pathLst>
              <a:path w="32054" h="62200">
                <a:moveTo>
                  <a:pt x="16608" y="62200"/>
                </a:moveTo>
                <a:lnTo>
                  <a:pt x="0" y="26577"/>
                </a:lnTo>
                <a:lnTo>
                  <a:pt x="3414" y="0"/>
                </a:lnTo>
                <a:lnTo>
                  <a:pt x="32054" y="54651"/>
                </a:lnTo>
                <a:close/>
              </a:path>
            </a:pathLst>
          </a:custGeom>
          <a:solidFill>
            <a:srgbClr val="DCDC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0" name="Echo slajdu 2 41"/>
          <p:cNvSpPr/>
          <p:nvPr/>
        </p:nvSpPr>
        <p:spPr>
          <a:xfrm>
            <a:off x="24931158" y="4904341"/>
            <a:ext cx="54755" cy="40754"/>
          </a:xfrm>
          <a:custGeom>
            <a:avLst/>
            <a:gdLst/>
            <a:ahLst/>
            <a:cxnLst/>
            <a:rect l="0" t="0" r="r" b="b"/>
            <a:pathLst>
              <a:path w="54755" h="40754">
                <a:moveTo>
                  <a:pt x="54755" y="11392"/>
                </a:moveTo>
                <a:lnTo>
                  <a:pt x="7957" y="40754"/>
                </a:lnTo>
                <a:lnTo>
                  <a:pt x="0" y="26169"/>
                </a:lnTo>
                <a:lnTo>
                  <a:pt x="47885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1" name="Echo slajdu 2 42"/>
          <p:cNvSpPr/>
          <p:nvPr/>
        </p:nvSpPr>
        <p:spPr>
          <a:xfrm>
            <a:off x="22829730" y="-664810"/>
            <a:ext cx="26990" cy="36779"/>
          </a:xfrm>
          <a:custGeom>
            <a:avLst/>
            <a:gdLst/>
            <a:ahLst/>
            <a:cxnLst/>
            <a:rect l="0" t="0" r="r" b="b"/>
            <a:pathLst>
              <a:path w="26990" h="36779">
                <a:moveTo>
                  <a:pt x="26990" y="30451"/>
                </a:moveTo>
                <a:lnTo>
                  <a:pt x="5621" y="36779"/>
                </a:lnTo>
                <a:lnTo>
                  <a:pt x="0" y="6328"/>
                </a:lnTo>
                <a:lnTo>
                  <a:pt x="21369" y="0"/>
                </a:lnTo>
                <a:close/>
              </a:path>
            </a:pathLst>
          </a:cu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2" name="Echo slajdu 2 43"/>
          <p:cNvSpPr/>
          <p:nvPr/>
        </p:nvSpPr>
        <p:spPr>
          <a:xfrm>
            <a:off x="21863018" y="-148269"/>
            <a:ext cx="48125" cy="90151"/>
          </a:xfrm>
          <a:custGeom>
            <a:avLst/>
            <a:gdLst/>
            <a:ahLst/>
            <a:cxnLst/>
            <a:rect l="0" t="0" r="r" b="b"/>
            <a:pathLst>
              <a:path w="48125" h="90151">
                <a:moveTo>
                  <a:pt x="43624" y="90151"/>
                </a:moveTo>
                <a:lnTo>
                  <a:pt x="0" y="50849"/>
                </a:lnTo>
                <a:lnTo>
                  <a:pt x="4812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3" name="Echo slajdu 2 44"/>
          <p:cNvSpPr/>
          <p:nvPr/>
        </p:nvSpPr>
        <p:spPr>
          <a:xfrm>
            <a:off x="25350482" y="-523700"/>
            <a:ext cx="62241" cy="68092"/>
          </a:xfrm>
          <a:custGeom>
            <a:avLst/>
            <a:gdLst/>
            <a:ahLst/>
            <a:cxnLst/>
            <a:rect l="0" t="0" r="r" b="b"/>
            <a:pathLst>
              <a:path w="62241" h="68092">
                <a:moveTo>
                  <a:pt x="62241" y="3788"/>
                </a:moveTo>
                <a:lnTo>
                  <a:pt x="46239" y="68092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4" name="Echo slajdu 2 45"/>
          <p:cNvSpPr/>
          <p:nvPr/>
        </p:nvSpPr>
        <p:spPr>
          <a:xfrm>
            <a:off x="22060723" y="-948568"/>
            <a:ext cx="80203" cy="58196"/>
          </a:xfrm>
          <a:custGeom>
            <a:avLst/>
            <a:gdLst/>
            <a:ahLst/>
            <a:cxnLst/>
            <a:rect l="0" t="0" r="r" b="b"/>
            <a:pathLst>
              <a:path w="80203" h="58196">
                <a:moveTo>
                  <a:pt x="80203" y="58196"/>
                </a:moveTo>
                <a:lnTo>
                  <a:pt x="9406" y="44832"/>
                </a:lnTo>
                <a:lnTo>
                  <a:pt x="0" y="27801"/>
                </a:lnTo>
                <a:lnTo>
                  <a:pt x="31373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5" name="Echo slajdu 2 46"/>
          <p:cNvSpPr/>
          <p:nvPr/>
        </p:nvSpPr>
        <p:spPr>
          <a:xfrm>
            <a:off x="26644370" y="1272489"/>
            <a:ext cx="49839" cy="84753"/>
          </a:xfrm>
          <a:custGeom>
            <a:avLst/>
            <a:gdLst/>
            <a:ahLst/>
            <a:cxnLst/>
            <a:rect l="0" t="0" r="r" b="b"/>
            <a:pathLst>
              <a:path w="49839" h="84753">
                <a:moveTo>
                  <a:pt x="0" y="84753"/>
                </a:moveTo>
                <a:lnTo>
                  <a:pt x="11290" y="1681"/>
                </a:lnTo>
                <a:lnTo>
                  <a:pt x="49271" y="0"/>
                </a:lnTo>
                <a:lnTo>
                  <a:pt x="49839" y="20618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6" name="Echo slajdu 2 47"/>
          <p:cNvSpPr/>
          <p:nvPr/>
        </p:nvSpPr>
        <p:spPr>
          <a:xfrm>
            <a:off x="22090508" y="3743033"/>
            <a:ext cx="81453" cy="94333"/>
          </a:xfrm>
          <a:custGeom>
            <a:avLst/>
            <a:gdLst/>
            <a:ahLst/>
            <a:cxnLst/>
            <a:rect l="0" t="0" r="r" b="b"/>
            <a:pathLst>
              <a:path w="81453" h="94333">
                <a:moveTo>
                  <a:pt x="30165" y="94333"/>
                </a:moveTo>
                <a:lnTo>
                  <a:pt x="0" y="64457"/>
                </a:lnTo>
                <a:lnTo>
                  <a:pt x="81453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7" name="Echo slajdu 2 48"/>
          <p:cNvSpPr/>
          <p:nvPr/>
        </p:nvSpPr>
        <p:spPr>
          <a:xfrm>
            <a:off x="21427790" y="2912466"/>
            <a:ext cx="88074" cy="72504"/>
          </a:xfrm>
          <a:custGeom>
            <a:avLst/>
            <a:gdLst/>
            <a:ahLst/>
            <a:cxnLst/>
            <a:rect l="0" t="0" r="r" b="b"/>
            <a:pathLst>
              <a:path w="88074" h="72504">
                <a:moveTo>
                  <a:pt x="88074" y="72504"/>
                </a:moveTo>
                <a:lnTo>
                  <a:pt x="0" y="49904"/>
                </a:lnTo>
                <a:lnTo>
                  <a:pt x="10498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8" name="Echo slajdu 2 49"/>
          <p:cNvSpPr/>
          <p:nvPr/>
        </p:nvSpPr>
        <p:spPr>
          <a:xfrm>
            <a:off x="22002711" y="4412278"/>
            <a:ext cx="65301" cy="108267"/>
          </a:xfrm>
          <a:custGeom>
            <a:avLst/>
            <a:gdLst/>
            <a:ahLst/>
            <a:cxnLst/>
            <a:rect l="0" t="0" r="r" b="b"/>
            <a:pathLst>
              <a:path w="65301" h="108267">
                <a:moveTo>
                  <a:pt x="65301" y="108267"/>
                </a:moveTo>
                <a:lnTo>
                  <a:pt x="0" y="30078"/>
                </a:lnTo>
                <a:lnTo>
                  <a:pt x="22447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9" name="Echo slajdu 2 50"/>
          <p:cNvSpPr/>
          <p:nvPr/>
        </p:nvSpPr>
        <p:spPr>
          <a:xfrm>
            <a:off x="23774610" y="5453589"/>
            <a:ext cx="32423" cy="120639"/>
          </a:xfrm>
          <a:custGeom>
            <a:avLst/>
            <a:gdLst/>
            <a:ahLst/>
            <a:cxnLst/>
            <a:rect l="0" t="0" r="r" b="b"/>
            <a:pathLst>
              <a:path w="32423" h="120639">
                <a:moveTo>
                  <a:pt x="15706" y="120639"/>
                </a:moveTo>
                <a:lnTo>
                  <a:pt x="0" y="0"/>
                </a:lnTo>
                <a:lnTo>
                  <a:pt x="32423" y="77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0" name="Echo slajdu 2 51"/>
          <p:cNvSpPr/>
          <p:nvPr/>
        </p:nvSpPr>
        <p:spPr>
          <a:xfrm>
            <a:off x="24518448" y="5565708"/>
            <a:ext cx="44923" cy="120466"/>
          </a:xfrm>
          <a:custGeom>
            <a:avLst/>
            <a:gdLst/>
            <a:ahLst/>
            <a:cxnLst/>
            <a:rect l="0" t="0" r="r" b="b"/>
            <a:pathLst>
              <a:path w="44923" h="120466">
                <a:moveTo>
                  <a:pt x="34170" y="120466"/>
                </a:moveTo>
                <a:lnTo>
                  <a:pt x="0" y="98949"/>
                </a:lnTo>
                <a:lnTo>
                  <a:pt x="44923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1" name="Echo slajdu 2 52"/>
          <p:cNvSpPr/>
          <p:nvPr/>
        </p:nvSpPr>
        <p:spPr>
          <a:xfrm>
            <a:off x="26236940" y="4323272"/>
            <a:ext cx="95717" cy="56664"/>
          </a:xfrm>
          <a:custGeom>
            <a:avLst/>
            <a:gdLst/>
            <a:ahLst/>
            <a:cxnLst/>
            <a:rect l="0" t="0" r="r" b="b"/>
            <a:pathLst>
              <a:path w="95717" h="56664">
                <a:moveTo>
                  <a:pt x="95717" y="56664"/>
                </a:moveTo>
                <a:lnTo>
                  <a:pt x="0" y="46063"/>
                </a:lnTo>
                <a:lnTo>
                  <a:pt x="1813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2" name="Echo slajdu 2 53"/>
          <p:cNvSpPr/>
          <p:nvPr/>
        </p:nvSpPr>
        <p:spPr>
          <a:xfrm>
            <a:off x="23281033" y="-896456"/>
            <a:ext cx="61181" cy="109562"/>
          </a:xfrm>
          <a:custGeom>
            <a:avLst/>
            <a:gdLst/>
            <a:ahLst/>
            <a:cxnLst/>
            <a:rect l="0" t="0" r="r" b="b"/>
            <a:pathLst>
              <a:path w="61181" h="109562">
                <a:moveTo>
                  <a:pt x="61181" y="55724"/>
                </a:moveTo>
                <a:lnTo>
                  <a:pt x="0" y="109562"/>
                </a:lnTo>
                <a:lnTo>
                  <a:pt x="4962" y="0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3" name="Echo slajdu 2 54"/>
          <p:cNvSpPr/>
          <p:nvPr/>
        </p:nvSpPr>
        <p:spPr>
          <a:xfrm>
            <a:off x="23031627" y="-915280"/>
            <a:ext cx="85630" cy="103441"/>
          </a:xfrm>
          <a:custGeom>
            <a:avLst/>
            <a:gdLst/>
            <a:ahLst/>
            <a:cxnLst/>
            <a:rect l="0" t="0" r="r" b="b"/>
            <a:pathLst>
              <a:path w="85630" h="103441">
                <a:moveTo>
                  <a:pt x="0" y="103441"/>
                </a:moveTo>
                <a:lnTo>
                  <a:pt x="29590" y="0"/>
                </a:lnTo>
                <a:lnTo>
                  <a:pt x="85630" y="91138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4" name="Echo slajdu 2 55"/>
          <p:cNvSpPr/>
          <p:nvPr/>
        </p:nvSpPr>
        <p:spPr>
          <a:xfrm>
            <a:off x="23027835" y="-966296"/>
            <a:ext cx="78457" cy="106795"/>
          </a:xfrm>
          <a:custGeom>
            <a:avLst/>
            <a:gdLst/>
            <a:ahLst/>
            <a:cxnLst/>
            <a:rect l="0" t="0" r="r" b="b"/>
            <a:pathLst>
              <a:path w="78457" h="106795">
                <a:moveTo>
                  <a:pt x="0" y="24863"/>
                </a:moveTo>
                <a:lnTo>
                  <a:pt x="78457" y="0"/>
                </a:lnTo>
                <a:lnTo>
                  <a:pt x="65515" y="106795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5" name="Echo slajdu 2 56"/>
          <p:cNvSpPr/>
          <p:nvPr/>
        </p:nvSpPr>
        <p:spPr>
          <a:xfrm>
            <a:off x="21761824" y="-462237"/>
            <a:ext cx="74703" cy="99063"/>
          </a:xfrm>
          <a:custGeom>
            <a:avLst/>
            <a:gdLst/>
            <a:ahLst/>
            <a:cxnLst/>
            <a:rect l="0" t="0" r="r" b="b"/>
            <a:pathLst>
              <a:path w="74703" h="99063">
                <a:moveTo>
                  <a:pt x="0" y="39140"/>
                </a:moveTo>
                <a:lnTo>
                  <a:pt x="74703" y="0"/>
                </a:lnTo>
                <a:lnTo>
                  <a:pt x="70935" y="99063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6" name="Echo slajdu 2 57"/>
          <p:cNvSpPr/>
          <p:nvPr/>
        </p:nvSpPr>
        <p:spPr>
          <a:xfrm>
            <a:off x="22004878" y="-1293803"/>
            <a:ext cx="87038" cy="77588"/>
          </a:xfrm>
          <a:custGeom>
            <a:avLst/>
            <a:gdLst/>
            <a:ahLst/>
            <a:cxnLst/>
            <a:rect l="0" t="0" r="r" b="b"/>
            <a:pathLst>
              <a:path w="87038" h="77588">
                <a:moveTo>
                  <a:pt x="87038" y="77021"/>
                </a:moveTo>
                <a:lnTo>
                  <a:pt x="0" y="77588"/>
                </a:lnTo>
                <a:lnTo>
                  <a:pt x="38577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7" name="Echo slajdu 2 58"/>
          <p:cNvSpPr/>
          <p:nvPr/>
        </p:nvSpPr>
        <p:spPr>
          <a:xfrm>
            <a:off x="22647354" y="-2173143"/>
            <a:ext cx="73565" cy="85798"/>
          </a:xfrm>
          <a:custGeom>
            <a:avLst/>
            <a:gdLst/>
            <a:ahLst/>
            <a:cxnLst/>
            <a:rect l="0" t="0" r="r" b="b"/>
            <a:pathLst>
              <a:path w="73565" h="85798">
                <a:moveTo>
                  <a:pt x="73565" y="85798"/>
                </a:moveTo>
                <a:lnTo>
                  <a:pt x="0" y="68885"/>
                </a:lnTo>
                <a:lnTo>
                  <a:pt x="46643" y="0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8" name="Echo slajdu 2 59"/>
          <p:cNvSpPr/>
          <p:nvPr/>
        </p:nvSpPr>
        <p:spPr>
          <a:xfrm>
            <a:off x="23371345" y="1970305"/>
            <a:ext cx="552111" cy="751288"/>
          </a:xfrm>
          <a:custGeom>
            <a:avLst/>
            <a:gdLst/>
            <a:ahLst/>
            <a:cxnLst/>
            <a:rect l="0" t="0" r="r" b="b"/>
            <a:pathLst>
              <a:path w="552111" h="751288">
                <a:moveTo>
                  <a:pt x="276056" y="0"/>
                </a:moveTo>
                <a:lnTo>
                  <a:pt x="541494" y="144985"/>
                </a:lnTo>
                <a:lnTo>
                  <a:pt x="552111" y="566761"/>
                </a:lnTo>
                <a:lnTo>
                  <a:pt x="276056" y="751288"/>
                </a:lnTo>
                <a:lnTo>
                  <a:pt x="0" y="566761"/>
                </a:lnTo>
                <a:lnTo>
                  <a:pt x="10618" y="144985"/>
                </a:lnTo>
                <a:close/>
              </a:path>
            </a:pathLst>
          </a:custGeom>
          <a:solidFill>
            <a:srgbClr val="EE312F">
              <a:alpha val="4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9" name="Echo slajdu 2 60"/>
          <p:cNvSpPr/>
          <p:nvPr/>
        </p:nvSpPr>
        <p:spPr>
          <a:xfrm>
            <a:off x="23323493" y="-2672823"/>
            <a:ext cx="75859" cy="69863"/>
          </a:xfrm>
          <a:custGeom>
            <a:avLst/>
            <a:gdLst/>
            <a:ahLst/>
            <a:cxnLst/>
            <a:rect l="0" t="0" r="r" b="b"/>
            <a:pathLst>
              <a:path w="75859" h="69863">
                <a:moveTo>
                  <a:pt x="75859" y="12138"/>
                </a:moveTo>
                <a:lnTo>
                  <a:pt x="0" y="69863"/>
                </a:lnTo>
                <a:lnTo>
                  <a:pt x="46279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0" name="Echo slajdu 2 61"/>
          <p:cNvSpPr/>
          <p:nvPr/>
        </p:nvSpPr>
        <p:spPr>
          <a:xfrm>
            <a:off x="23993432" y="-1100631"/>
            <a:ext cx="31291" cy="92049"/>
          </a:xfrm>
          <a:custGeom>
            <a:avLst/>
            <a:gdLst/>
            <a:ahLst/>
            <a:cxnLst/>
            <a:rect l="0" t="0" r="r" b="b"/>
            <a:pathLst>
              <a:path w="31291" h="92049">
                <a:moveTo>
                  <a:pt x="29773" y="0"/>
                </a:moveTo>
                <a:lnTo>
                  <a:pt x="31291" y="92049"/>
                </a:lnTo>
                <a:lnTo>
                  <a:pt x="0" y="47823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1" name="Echo slajdu 2 62"/>
          <p:cNvSpPr/>
          <p:nvPr/>
        </p:nvSpPr>
        <p:spPr>
          <a:xfrm>
            <a:off x="24894127" y="-962424"/>
            <a:ext cx="44285" cy="74864"/>
          </a:xfrm>
          <a:custGeom>
            <a:avLst/>
            <a:gdLst/>
            <a:ahLst/>
            <a:cxnLst/>
            <a:rect l="0" t="0" r="r" b="b"/>
            <a:pathLst>
              <a:path w="44285" h="74864">
                <a:moveTo>
                  <a:pt x="44285" y="57010"/>
                </a:moveTo>
                <a:lnTo>
                  <a:pt x="0" y="74864"/>
                </a:lnTo>
                <a:lnTo>
                  <a:pt x="44086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2" name="Echo slajdu 2 63"/>
          <p:cNvSpPr/>
          <p:nvPr/>
        </p:nvSpPr>
        <p:spPr>
          <a:xfrm>
            <a:off x="25336093" y="-939304"/>
            <a:ext cx="28661" cy="109490"/>
          </a:xfrm>
          <a:custGeom>
            <a:avLst/>
            <a:gdLst/>
            <a:ahLst/>
            <a:cxnLst/>
            <a:rect l="0" t="0" r="r" b="b"/>
            <a:pathLst>
              <a:path w="28661" h="109490">
                <a:moveTo>
                  <a:pt x="28661" y="17273"/>
                </a:moveTo>
                <a:lnTo>
                  <a:pt x="20447" y="109490"/>
                </a:lnTo>
                <a:lnTo>
                  <a:pt x="0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3" name="Echo slajdu 2 64"/>
          <p:cNvSpPr/>
          <p:nvPr/>
        </p:nvSpPr>
        <p:spPr>
          <a:xfrm>
            <a:off x="23665642" y="-1664049"/>
            <a:ext cx="29347" cy="143409"/>
          </a:xfrm>
          <a:custGeom>
            <a:avLst/>
            <a:gdLst/>
            <a:ahLst/>
            <a:cxnLst/>
            <a:rect l="0" t="0" r="r" b="b"/>
            <a:pathLst>
              <a:path w="29347" h="143409">
                <a:moveTo>
                  <a:pt x="29347" y="143409"/>
                </a:moveTo>
                <a:lnTo>
                  <a:pt x="4474" y="130923"/>
                </a:lnTo>
                <a:lnTo>
                  <a:pt x="0" y="27469"/>
                </a:lnTo>
                <a:lnTo>
                  <a:pt x="15845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4" name="Echo slajdu 2 65"/>
          <p:cNvSpPr/>
          <p:nvPr/>
        </p:nvSpPr>
        <p:spPr>
          <a:xfrm>
            <a:off x="25924006" y="-692982"/>
            <a:ext cx="70468" cy="127667"/>
          </a:xfrm>
          <a:custGeom>
            <a:avLst/>
            <a:gdLst/>
            <a:ahLst/>
            <a:cxnLst/>
            <a:rect l="0" t="0" r="r" b="b"/>
            <a:pathLst>
              <a:path w="70468" h="127667">
                <a:moveTo>
                  <a:pt x="55913" y="127667"/>
                </a:moveTo>
                <a:lnTo>
                  <a:pt x="70468" y="98794"/>
                </a:lnTo>
                <a:lnTo>
                  <a:pt x="25817" y="10642"/>
                </a:lnTo>
                <a:lnTo>
                  <a:pt x="0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5" name="Echo slajdu 2 66"/>
          <p:cNvSpPr/>
          <p:nvPr/>
        </p:nvSpPr>
        <p:spPr>
          <a:xfrm>
            <a:off x="23614462" y="-2240029"/>
            <a:ext cx="16029" cy="36787"/>
          </a:xfrm>
          <a:custGeom>
            <a:avLst/>
            <a:gdLst/>
            <a:ahLst/>
            <a:cxnLst/>
            <a:rect l="0" t="0" r="r" b="b"/>
            <a:pathLst>
              <a:path w="16029" h="36787">
                <a:moveTo>
                  <a:pt x="1346" y="24490"/>
                </a:moveTo>
                <a:lnTo>
                  <a:pt x="1447" y="14867"/>
                </a:lnTo>
                <a:lnTo>
                  <a:pt x="1549" y="5245"/>
                </a:lnTo>
                <a:lnTo>
                  <a:pt x="10115" y="0"/>
                </a:lnTo>
                <a:lnTo>
                  <a:pt x="13072" y="7750"/>
                </a:lnTo>
                <a:lnTo>
                  <a:pt x="16029" y="15500"/>
                </a:lnTo>
                <a:lnTo>
                  <a:pt x="5017" y="22243"/>
                </a:lnTo>
                <a:lnTo>
                  <a:pt x="0" y="3678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6" name="Echo slajdu 2 67"/>
          <p:cNvSpPr/>
          <p:nvPr/>
        </p:nvSpPr>
        <p:spPr>
          <a:xfrm>
            <a:off x="24058475" y="-685070"/>
            <a:ext cx="30247" cy="21167"/>
          </a:xfrm>
          <a:custGeom>
            <a:avLst/>
            <a:gdLst/>
            <a:ahLst/>
            <a:cxnLst/>
            <a:rect l="0" t="0" r="r" b="b"/>
            <a:pathLst>
              <a:path w="30247" h="21167">
                <a:moveTo>
                  <a:pt x="9024" y="11112"/>
                </a:moveTo>
                <a:lnTo>
                  <a:pt x="15577" y="16140"/>
                </a:lnTo>
                <a:lnTo>
                  <a:pt x="22131" y="21167"/>
                </a:lnTo>
                <a:lnTo>
                  <a:pt x="30247" y="14685"/>
                </a:lnTo>
                <a:lnTo>
                  <a:pt x="26591" y="7343"/>
                </a:lnTo>
                <a:lnTo>
                  <a:pt x="22936" y="0"/>
                </a:lnTo>
                <a:lnTo>
                  <a:pt x="12502" y="8334"/>
                </a:lnTo>
                <a:lnTo>
                  <a:pt x="0" y="6005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7" name="Echo slajdu 2 68"/>
          <p:cNvSpPr/>
          <p:nvPr/>
        </p:nvSpPr>
        <p:spPr>
          <a:xfrm>
            <a:off x="22783261" y="-930143"/>
            <a:ext cx="38275" cy="11014"/>
          </a:xfrm>
          <a:custGeom>
            <a:avLst/>
            <a:gdLst/>
            <a:ahLst/>
            <a:cxnLst/>
            <a:rect l="0" t="0" r="r" b="b"/>
            <a:pathLst>
              <a:path w="38275" h="11014">
                <a:moveTo>
                  <a:pt x="38275" y="11014"/>
                </a:moveTo>
                <a:lnTo>
                  <a:pt x="2426" y="8052"/>
                </a:lnTo>
                <a:lnTo>
                  <a:pt x="0" y="0"/>
                </a:lnTo>
                <a:lnTo>
                  <a:pt x="35849" y="2962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8" name="Echo slajdu 2 69"/>
          <p:cNvSpPr/>
          <p:nvPr/>
        </p:nvSpPr>
        <p:spPr>
          <a:xfrm>
            <a:off x="23072139" y="-1266916"/>
            <a:ext cx="29578" cy="37719"/>
          </a:xfrm>
          <a:custGeom>
            <a:avLst/>
            <a:gdLst/>
            <a:ahLst/>
            <a:cxnLst/>
            <a:rect l="0" t="0" r="r" b="b"/>
            <a:pathLst>
              <a:path w="29578" h="37719">
                <a:moveTo>
                  <a:pt x="1796" y="37719"/>
                </a:moveTo>
                <a:lnTo>
                  <a:pt x="29578" y="8374"/>
                </a:lnTo>
                <a:lnTo>
                  <a:pt x="27782" y="0"/>
                </a:lnTo>
                <a:lnTo>
                  <a:pt x="0" y="29345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9" name="Echo slajdu 2 70"/>
          <p:cNvSpPr/>
          <p:nvPr/>
        </p:nvSpPr>
        <p:spPr>
          <a:xfrm>
            <a:off x="22355914" y="-831641"/>
            <a:ext cx="35727" cy="47029"/>
          </a:xfrm>
          <a:custGeom>
            <a:avLst/>
            <a:gdLst/>
            <a:ahLst/>
            <a:cxnLst/>
            <a:rect l="0" t="0" r="r" b="b"/>
            <a:pathLst>
              <a:path w="35727" h="47029">
                <a:moveTo>
                  <a:pt x="21888" y="47029"/>
                </a:moveTo>
                <a:lnTo>
                  <a:pt x="8793" y="31453"/>
                </a:lnTo>
                <a:lnTo>
                  <a:pt x="0" y="11613"/>
                </a:lnTo>
                <a:lnTo>
                  <a:pt x="20573" y="0"/>
                </a:lnTo>
                <a:lnTo>
                  <a:pt x="31376" y="9060"/>
                </a:lnTo>
                <a:lnTo>
                  <a:pt x="35727" y="24519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0" name="Echo slajdu 2 71"/>
          <p:cNvSpPr/>
          <p:nvPr/>
        </p:nvSpPr>
        <p:spPr>
          <a:xfrm>
            <a:off x="26030986" y="2047924"/>
            <a:ext cx="46528" cy="52804"/>
          </a:xfrm>
          <a:custGeom>
            <a:avLst/>
            <a:gdLst/>
            <a:ahLst/>
            <a:cxnLst/>
            <a:rect l="0" t="0" r="r" b="b"/>
            <a:pathLst>
              <a:path w="46528" h="52804">
                <a:moveTo>
                  <a:pt x="13022" y="52804"/>
                </a:moveTo>
                <a:lnTo>
                  <a:pt x="0" y="22396"/>
                </a:lnTo>
                <a:lnTo>
                  <a:pt x="35460" y="0"/>
                </a:lnTo>
                <a:lnTo>
                  <a:pt x="46528" y="25846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1" name="Echo slajdu 2 72"/>
          <p:cNvSpPr/>
          <p:nvPr/>
        </p:nvSpPr>
        <p:spPr>
          <a:xfrm>
            <a:off x="25253980" y="459773"/>
            <a:ext cx="37624" cy="40329"/>
          </a:xfrm>
          <a:custGeom>
            <a:avLst/>
            <a:gdLst/>
            <a:ahLst/>
            <a:cxnLst/>
            <a:rect l="0" t="0" r="r" b="b"/>
            <a:pathLst>
              <a:path w="37624" h="40329">
                <a:moveTo>
                  <a:pt x="0" y="22862"/>
                </a:moveTo>
                <a:lnTo>
                  <a:pt x="9371" y="0"/>
                </a:lnTo>
                <a:lnTo>
                  <a:pt x="37624" y="20516"/>
                </a:lnTo>
                <a:lnTo>
                  <a:pt x="29503" y="40329"/>
                </a:lnTo>
                <a:close/>
              </a:path>
            </a:pathLst>
          </a:custGeom>
          <a:solidFill>
            <a:srgbClr val="E8E8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2" name="Echo slajdu 2 73"/>
          <p:cNvSpPr/>
          <p:nvPr/>
        </p:nvSpPr>
        <p:spPr>
          <a:xfrm>
            <a:off x="24794426" y="-44113"/>
            <a:ext cx="24146" cy="69821"/>
          </a:xfrm>
          <a:custGeom>
            <a:avLst/>
            <a:gdLst/>
            <a:ahLst/>
            <a:cxnLst/>
            <a:rect l="0" t="0" r="r" b="b"/>
            <a:pathLst>
              <a:path w="24146" h="69821">
                <a:moveTo>
                  <a:pt x="0" y="3351"/>
                </a:moveTo>
                <a:lnTo>
                  <a:pt x="17560" y="0"/>
                </a:lnTo>
                <a:lnTo>
                  <a:pt x="24146" y="66986"/>
                </a:lnTo>
                <a:lnTo>
                  <a:pt x="9287" y="69821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3" name="Echo slajdu 2 74"/>
          <p:cNvSpPr/>
          <p:nvPr/>
        </p:nvSpPr>
        <p:spPr>
          <a:xfrm>
            <a:off x="24341492" y="1311086"/>
            <a:ext cx="24465" cy="28992"/>
          </a:xfrm>
          <a:custGeom>
            <a:avLst/>
            <a:gdLst/>
            <a:ahLst/>
            <a:cxnLst/>
            <a:rect l="0" t="0" r="r" b="b"/>
            <a:pathLst>
              <a:path w="24465" h="28992">
                <a:moveTo>
                  <a:pt x="7894" y="0"/>
                </a:moveTo>
                <a:lnTo>
                  <a:pt x="24465" y="14999"/>
                </a:lnTo>
                <a:lnTo>
                  <a:pt x="16571" y="28992"/>
                </a:lnTo>
                <a:lnTo>
                  <a:pt x="0" y="1399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4" name="Echo slajdu 2 75"/>
          <p:cNvSpPr/>
          <p:nvPr/>
        </p:nvSpPr>
        <p:spPr>
          <a:xfrm>
            <a:off x="24845369" y="1503811"/>
            <a:ext cx="9630" cy="13647"/>
          </a:xfrm>
          <a:custGeom>
            <a:avLst/>
            <a:gdLst/>
            <a:ahLst/>
            <a:cxnLst/>
            <a:rect l="0" t="0" r="r" b="b"/>
            <a:pathLst>
              <a:path w="9630" h="13647">
                <a:moveTo>
                  <a:pt x="0" y="12032"/>
                </a:moveTo>
                <a:lnTo>
                  <a:pt x="1488" y="0"/>
                </a:lnTo>
                <a:lnTo>
                  <a:pt x="9630" y="1615"/>
                </a:lnTo>
                <a:lnTo>
                  <a:pt x="8142" y="1364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5" name="Echo slajdu 2 76"/>
          <p:cNvSpPr/>
          <p:nvPr/>
        </p:nvSpPr>
        <p:spPr>
          <a:xfrm>
            <a:off x="25047749" y="1269335"/>
            <a:ext cx="33231" cy="40524"/>
          </a:xfrm>
          <a:custGeom>
            <a:avLst/>
            <a:gdLst/>
            <a:ahLst/>
            <a:cxnLst/>
            <a:rect l="0" t="0" r="r" b="b"/>
            <a:pathLst>
              <a:path w="33231" h="40524">
                <a:moveTo>
                  <a:pt x="0" y="22321"/>
                </a:moveTo>
                <a:lnTo>
                  <a:pt x="14990" y="0"/>
                </a:lnTo>
                <a:lnTo>
                  <a:pt x="28311" y="12090"/>
                </a:lnTo>
                <a:lnTo>
                  <a:pt x="33231" y="28707"/>
                </a:lnTo>
                <a:lnTo>
                  <a:pt x="25295" y="40524"/>
                </a:lnTo>
                <a:lnTo>
                  <a:pt x="11557" y="37037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6" name="Echo slajdu 2 77"/>
          <p:cNvSpPr/>
          <p:nvPr/>
        </p:nvSpPr>
        <p:spPr>
          <a:xfrm>
            <a:off x="21263840" y="2254031"/>
            <a:ext cx="45199" cy="58926"/>
          </a:xfrm>
          <a:custGeom>
            <a:avLst/>
            <a:gdLst/>
            <a:ahLst/>
            <a:cxnLst/>
            <a:rect l="0" t="0" r="r" b="b"/>
            <a:pathLst>
              <a:path w="45199" h="58926">
                <a:moveTo>
                  <a:pt x="45199" y="21671"/>
                </a:moveTo>
                <a:lnTo>
                  <a:pt x="23735" y="0"/>
                </a:lnTo>
                <a:lnTo>
                  <a:pt x="0" y="40506"/>
                </a:lnTo>
                <a:lnTo>
                  <a:pt x="18244" y="58926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7" name="Echo slajdu 2 78"/>
          <p:cNvSpPr/>
          <p:nvPr/>
        </p:nvSpPr>
        <p:spPr>
          <a:xfrm>
            <a:off x="22287325" y="411776"/>
            <a:ext cx="38091" cy="42746"/>
          </a:xfrm>
          <a:custGeom>
            <a:avLst/>
            <a:gdLst/>
            <a:ahLst/>
            <a:cxnLst/>
            <a:rect l="0" t="0" r="r" b="b"/>
            <a:pathLst>
              <a:path w="38091" h="42746">
                <a:moveTo>
                  <a:pt x="38091" y="22086"/>
                </a:moveTo>
                <a:lnTo>
                  <a:pt x="27170" y="0"/>
                </a:lnTo>
                <a:lnTo>
                  <a:pt x="0" y="23604"/>
                </a:lnTo>
                <a:lnTo>
                  <a:pt x="9464" y="42746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8" name="Echo slajdu 2 79"/>
          <p:cNvSpPr/>
          <p:nvPr/>
        </p:nvSpPr>
        <p:spPr>
          <a:xfrm>
            <a:off x="23115304" y="-227962"/>
            <a:ext cx="54186" cy="51598"/>
          </a:xfrm>
          <a:custGeom>
            <a:avLst/>
            <a:gdLst/>
            <a:ahLst/>
            <a:cxnLst/>
            <a:rect l="0" t="0" r="r" b="b"/>
            <a:pathLst>
              <a:path w="54186" h="51598">
                <a:moveTo>
                  <a:pt x="8860" y="0"/>
                </a:moveTo>
                <a:lnTo>
                  <a:pt x="0" y="19425"/>
                </a:lnTo>
                <a:lnTo>
                  <a:pt x="46689" y="51598"/>
                </a:lnTo>
                <a:lnTo>
                  <a:pt x="54186" y="35161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9" name="Echo slajdu 2 80"/>
          <p:cNvSpPr/>
          <p:nvPr/>
        </p:nvSpPr>
        <p:spPr>
          <a:xfrm>
            <a:off x="23783252" y="963602"/>
            <a:ext cx="33210" cy="39944"/>
          </a:xfrm>
          <a:custGeom>
            <a:avLst/>
            <a:gdLst/>
            <a:ahLst/>
            <a:cxnLst/>
            <a:rect l="0" t="0" r="r" b="b"/>
            <a:pathLst>
              <a:path w="33210" h="39944">
                <a:moveTo>
                  <a:pt x="14407" y="0"/>
                </a:moveTo>
                <a:lnTo>
                  <a:pt x="0" y="22756"/>
                </a:lnTo>
                <a:lnTo>
                  <a:pt x="11834" y="36976"/>
                </a:lnTo>
                <a:lnTo>
                  <a:pt x="25582" y="39944"/>
                </a:lnTo>
                <a:lnTo>
                  <a:pt x="33210" y="27897"/>
                </a:lnTo>
                <a:lnTo>
                  <a:pt x="27936" y="11543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0" name="Iskra 8"/>
          <p:cNvSpPr/>
          <p:nvPr/>
        </p:nvSpPr>
        <p:spPr>
          <a:xfrm>
            <a:off x="22084044" y="4612858"/>
            <a:ext cx="14411" cy="16915"/>
          </a:xfrm>
          <a:custGeom>
            <a:avLst/>
            <a:gdLst/>
            <a:ahLst/>
            <a:cxnLst/>
            <a:rect l="0" t="0" r="r" b="b"/>
            <a:pathLst>
              <a:path w="14411" h="16915">
                <a:moveTo>
                  <a:pt x="0" y="4586"/>
                </a:moveTo>
                <a:lnTo>
                  <a:pt x="14411" y="0"/>
                </a:lnTo>
                <a:lnTo>
                  <a:pt x="6054" y="1691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1" name="Iskra 9"/>
          <p:cNvSpPr/>
          <p:nvPr/>
        </p:nvSpPr>
        <p:spPr>
          <a:xfrm>
            <a:off x="20147359" y="3493751"/>
            <a:ext cx="28031" cy="29079"/>
          </a:xfrm>
          <a:custGeom>
            <a:avLst/>
            <a:gdLst/>
            <a:ahLst/>
            <a:cxnLst/>
            <a:rect l="0" t="0" r="r" b="b"/>
            <a:pathLst>
              <a:path w="28031" h="29079">
                <a:moveTo>
                  <a:pt x="28031" y="0"/>
                </a:moveTo>
                <a:lnTo>
                  <a:pt x="9536" y="29079"/>
                </a:lnTo>
                <a:lnTo>
                  <a:pt x="0" y="89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2" name="Iskra 10"/>
          <p:cNvSpPr/>
          <p:nvPr/>
        </p:nvSpPr>
        <p:spPr>
          <a:xfrm>
            <a:off x="18027327" y="3250875"/>
            <a:ext cx="39220" cy="30107"/>
          </a:xfrm>
          <a:custGeom>
            <a:avLst/>
            <a:gdLst/>
            <a:ahLst/>
            <a:cxnLst/>
            <a:rect l="0" t="0" r="r" b="b"/>
            <a:pathLst>
              <a:path w="39220" h="30107">
                <a:moveTo>
                  <a:pt x="0" y="26558"/>
                </a:moveTo>
                <a:lnTo>
                  <a:pt x="24502" y="0"/>
                </a:lnTo>
                <a:lnTo>
                  <a:pt x="39220" y="30107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3" name="Iskra 11"/>
          <p:cNvSpPr/>
          <p:nvPr/>
        </p:nvSpPr>
        <p:spPr>
          <a:xfrm>
            <a:off x="18523014" y="4424117"/>
            <a:ext cx="15900" cy="19984"/>
          </a:xfrm>
          <a:custGeom>
            <a:avLst/>
            <a:gdLst/>
            <a:ahLst/>
            <a:cxnLst/>
            <a:rect l="0" t="0" r="r" b="b"/>
            <a:pathLst>
              <a:path w="15900" h="19984">
                <a:moveTo>
                  <a:pt x="15900" y="14696"/>
                </a:moveTo>
                <a:lnTo>
                  <a:pt x="0" y="19984"/>
                </a:lnTo>
                <a:lnTo>
                  <a:pt x="1244" y="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4" name="Iskra 12"/>
          <p:cNvSpPr/>
          <p:nvPr/>
        </p:nvSpPr>
        <p:spPr>
          <a:xfrm>
            <a:off x="20798317" y="3298860"/>
            <a:ext cx="15835" cy="17330"/>
          </a:xfrm>
          <a:custGeom>
            <a:avLst/>
            <a:gdLst/>
            <a:ahLst/>
            <a:cxnLst/>
            <a:rect l="0" t="0" r="r" b="b"/>
            <a:pathLst>
              <a:path w="15835" h="17330">
                <a:moveTo>
                  <a:pt x="5898" y="17330"/>
                </a:moveTo>
                <a:lnTo>
                  <a:pt x="0" y="0"/>
                </a:lnTo>
                <a:lnTo>
                  <a:pt x="15835" y="183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5" name="Iskra 13"/>
          <p:cNvSpPr/>
          <p:nvPr/>
        </p:nvSpPr>
        <p:spPr>
          <a:xfrm>
            <a:off x="17562136" y="5594963"/>
            <a:ext cx="34086" cy="35014"/>
          </a:xfrm>
          <a:custGeom>
            <a:avLst/>
            <a:gdLst/>
            <a:ahLst/>
            <a:cxnLst/>
            <a:rect l="0" t="0" r="r" b="b"/>
            <a:pathLst>
              <a:path w="34086" h="35014">
                <a:moveTo>
                  <a:pt x="34086" y="31741"/>
                </a:moveTo>
                <a:lnTo>
                  <a:pt x="0" y="35014"/>
                </a:lnTo>
                <a:lnTo>
                  <a:pt x="1902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6" name="Iskra 14"/>
          <p:cNvSpPr/>
          <p:nvPr/>
        </p:nvSpPr>
        <p:spPr>
          <a:xfrm>
            <a:off x="19775332" y="5996513"/>
            <a:ext cx="39227" cy="30411"/>
          </a:xfrm>
          <a:custGeom>
            <a:avLst/>
            <a:gdLst/>
            <a:ahLst/>
            <a:cxnLst/>
            <a:rect l="0" t="0" r="r" b="b"/>
            <a:pathLst>
              <a:path w="39227" h="30411">
                <a:moveTo>
                  <a:pt x="0" y="30411"/>
                </a:moveTo>
                <a:lnTo>
                  <a:pt x="1210" y="0"/>
                </a:lnTo>
                <a:lnTo>
                  <a:pt x="39227" y="1394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7" name="Iskra 15"/>
          <p:cNvSpPr/>
          <p:nvPr/>
        </p:nvSpPr>
        <p:spPr>
          <a:xfrm>
            <a:off x="20861234" y="3282564"/>
            <a:ext cx="28785" cy="32489"/>
          </a:xfrm>
          <a:custGeom>
            <a:avLst/>
            <a:gdLst/>
            <a:ahLst/>
            <a:cxnLst/>
            <a:rect l="0" t="0" r="r" b="b"/>
            <a:pathLst>
              <a:path w="28785" h="32489">
                <a:moveTo>
                  <a:pt x="1124" y="32489"/>
                </a:moveTo>
                <a:lnTo>
                  <a:pt x="0" y="0"/>
                </a:lnTo>
                <a:lnTo>
                  <a:pt x="28785" y="677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8" name="Iskra 16"/>
          <p:cNvSpPr/>
          <p:nvPr/>
        </p:nvSpPr>
        <p:spPr>
          <a:xfrm>
            <a:off x="16338384" y="4333073"/>
            <a:ext cx="25186" cy="39337"/>
          </a:xfrm>
          <a:custGeom>
            <a:avLst/>
            <a:gdLst/>
            <a:ahLst/>
            <a:cxnLst/>
            <a:rect l="0" t="0" r="r" b="b"/>
            <a:pathLst>
              <a:path w="25186" h="39337">
                <a:moveTo>
                  <a:pt x="21402" y="39337"/>
                </a:moveTo>
                <a:lnTo>
                  <a:pt x="0" y="15624"/>
                </a:lnTo>
                <a:lnTo>
                  <a:pt x="25186" y="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9" name="Iskra 17"/>
          <p:cNvSpPr/>
          <p:nvPr/>
        </p:nvSpPr>
        <p:spPr>
          <a:xfrm>
            <a:off x="21120170" y="5501895"/>
            <a:ext cx="33635" cy="25762"/>
          </a:xfrm>
          <a:custGeom>
            <a:avLst/>
            <a:gdLst/>
            <a:ahLst/>
            <a:cxnLst/>
            <a:rect l="0" t="0" r="r" b="b"/>
            <a:pathLst>
              <a:path w="33635" h="25762">
                <a:moveTo>
                  <a:pt x="0" y="25762"/>
                </a:moveTo>
                <a:lnTo>
                  <a:pt x="8037" y="0"/>
                </a:lnTo>
                <a:lnTo>
                  <a:pt x="33635" y="2242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0" name="Iskra 18"/>
          <p:cNvSpPr/>
          <p:nvPr/>
        </p:nvSpPr>
        <p:spPr>
          <a:xfrm>
            <a:off x="16735191" y="4898040"/>
            <a:ext cx="49682" cy="35216"/>
          </a:xfrm>
          <a:custGeom>
            <a:avLst/>
            <a:gdLst/>
            <a:ahLst/>
            <a:cxnLst/>
            <a:rect l="0" t="0" r="r" b="b"/>
            <a:pathLst>
              <a:path w="49682" h="35216">
                <a:moveTo>
                  <a:pt x="49682" y="25618"/>
                </a:moveTo>
                <a:lnTo>
                  <a:pt x="0" y="35216"/>
                </a:lnTo>
                <a:lnTo>
                  <a:pt x="2134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1" name="Iskra 19"/>
          <p:cNvSpPr/>
          <p:nvPr/>
        </p:nvSpPr>
        <p:spPr>
          <a:xfrm>
            <a:off x="17925508" y="3722852"/>
            <a:ext cx="25776" cy="38303"/>
          </a:xfrm>
          <a:custGeom>
            <a:avLst/>
            <a:gdLst/>
            <a:ahLst/>
            <a:cxnLst/>
            <a:rect l="0" t="0" r="r" b="b"/>
            <a:pathLst>
              <a:path w="25776" h="38303">
                <a:moveTo>
                  <a:pt x="598" y="0"/>
                </a:moveTo>
                <a:lnTo>
                  <a:pt x="25776" y="26061"/>
                </a:lnTo>
                <a:lnTo>
                  <a:pt x="0" y="3830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2" name="Iskra 20"/>
          <p:cNvSpPr/>
          <p:nvPr/>
        </p:nvSpPr>
        <p:spPr>
          <a:xfrm>
            <a:off x="19476043" y="3344102"/>
            <a:ext cx="29575" cy="24087"/>
          </a:xfrm>
          <a:custGeom>
            <a:avLst/>
            <a:gdLst/>
            <a:ahLst/>
            <a:cxnLst/>
            <a:rect l="0" t="0" r="r" b="b"/>
            <a:pathLst>
              <a:path w="29575" h="24087">
                <a:moveTo>
                  <a:pt x="13923" y="0"/>
                </a:moveTo>
                <a:lnTo>
                  <a:pt x="29575" y="24087"/>
                </a:lnTo>
                <a:lnTo>
                  <a:pt x="0" y="19404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3" name="Iskra 21"/>
          <p:cNvSpPr/>
          <p:nvPr/>
        </p:nvSpPr>
        <p:spPr>
          <a:xfrm>
            <a:off x="21265524" y="5915974"/>
            <a:ext cx="34754" cy="33709"/>
          </a:xfrm>
          <a:custGeom>
            <a:avLst/>
            <a:gdLst/>
            <a:ahLst/>
            <a:cxnLst/>
            <a:rect l="0" t="0" r="r" b="b"/>
            <a:pathLst>
              <a:path w="34754" h="33709">
                <a:moveTo>
                  <a:pt x="20274" y="33709"/>
                </a:moveTo>
                <a:lnTo>
                  <a:pt x="0" y="0"/>
                </a:lnTo>
                <a:lnTo>
                  <a:pt x="34754" y="10593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4" name="Iskra 22"/>
          <p:cNvSpPr/>
          <p:nvPr/>
        </p:nvSpPr>
        <p:spPr>
          <a:xfrm>
            <a:off x="19866884" y="3790963"/>
            <a:ext cx="27313" cy="22939"/>
          </a:xfrm>
          <a:custGeom>
            <a:avLst/>
            <a:gdLst/>
            <a:ahLst/>
            <a:cxnLst/>
            <a:rect l="0" t="0" r="r" b="b"/>
            <a:pathLst>
              <a:path w="27313" h="22939">
                <a:moveTo>
                  <a:pt x="27313" y="3293"/>
                </a:moveTo>
                <a:lnTo>
                  <a:pt x="13020" y="2293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5" name="Iskra 23"/>
          <p:cNvSpPr/>
          <p:nvPr/>
        </p:nvSpPr>
        <p:spPr>
          <a:xfrm>
            <a:off x="16881209" y="6076095"/>
            <a:ext cx="23695" cy="16523"/>
          </a:xfrm>
          <a:custGeom>
            <a:avLst/>
            <a:gdLst/>
            <a:ahLst/>
            <a:cxnLst/>
            <a:rect l="0" t="0" r="r" b="b"/>
            <a:pathLst>
              <a:path w="23695" h="16523">
                <a:moveTo>
                  <a:pt x="23695" y="10310"/>
                </a:moveTo>
                <a:lnTo>
                  <a:pt x="6143" y="16523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6" name="Iskra 24"/>
          <p:cNvSpPr/>
          <p:nvPr/>
        </p:nvSpPr>
        <p:spPr>
          <a:xfrm>
            <a:off x="18197804" y="2455676"/>
            <a:ext cx="19684" cy="18623"/>
          </a:xfrm>
          <a:custGeom>
            <a:avLst/>
            <a:gdLst/>
            <a:ahLst/>
            <a:cxnLst/>
            <a:rect l="0" t="0" r="r" b="b"/>
            <a:pathLst>
              <a:path w="19684" h="18623">
                <a:moveTo>
                  <a:pt x="15872" y="0"/>
                </a:moveTo>
                <a:lnTo>
                  <a:pt x="19684" y="18623"/>
                </a:lnTo>
                <a:lnTo>
                  <a:pt x="0" y="1434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7" name="Iskra 25"/>
          <p:cNvSpPr/>
          <p:nvPr/>
        </p:nvSpPr>
        <p:spPr>
          <a:xfrm>
            <a:off x="20376948" y="4181887"/>
            <a:ext cx="13638" cy="11540"/>
          </a:xfrm>
          <a:custGeom>
            <a:avLst/>
            <a:gdLst/>
            <a:ahLst/>
            <a:cxnLst/>
            <a:rect l="0" t="0" r="r" b="b"/>
            <a:pathLst>
              <a:path w="13638" h="11540">
                <a:moveTo>
                  <a:pt x="13638" y="8018"/>
                </a:moveTo>
                <a:lnTo>
                  <a:pt x="0" y="11540"/>
                </a:lnTo>
                <a:lnTo>
                  <a:pt x="5401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8" name="Iskra 26"/>
          <p:cNvSpPr/>
          <p:nvPr/>
        </p:nvSpPr>
        <p:spPr>
          <a:xfrm>
            <a:off x="20997886" y="3388878"/>
            <a:ext cx="23387" cy="20208"/>
          </a:xfrm>
          <a:custGeom>
            <a:avLst/>
            <a:gdLst/>
            <a:ahLst/>
            <a:cxnLst/>
            <a:rect l="0" t="0" r="r" b="b"/>
            <a:pathLst>
              <a:path w="23387" h="20208">
                <a:moveTo>
                  <a:pt x="23387" y="20208"/>
                </a:moveTo>
                <a:lnTo>
                  <a:pt x="0" y="12753"/>
                </a:lnTo>
                <a:lnTo>
                  <a:pt x="20906" y="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9" name="Iskra 27"/>
          <p:cNvSpPr/>
          <p:nvPr/>
        </p:nvSpPr>
        <p:spPr>
          <a:xfrm>
            <a:off x="18294590" y="4103498"/>
            <a:ext cx="25827" cy="33344"/>
          </a:xfrm>
          <a:custGeom>
            <a:avLst/>
            <a:gdLst/>
            <a:ahLst/>
            <a:cxnLst/>
            <a:rect l="0" t="0" r="r" b="b"/>
            <a:pathLst>
              <a:path w="25827" h="33344">
                <a:moveTo>
                  <a:pt x="19538" y="0"/>
                </a:moveTo>
                <a:lnTo>
                  <a:pt x="25827" y="33344"/>
                </a:lnTo>
                <a:lnTo>
                  <a:pt x="0" y="140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0" name="Iskra 28"/>
          <p:cNvSpPr/>
          <p:nvPr/>
        </p:nvSpPr>
        <p:spPr>
          <a:xfrm>
            <a:off x="19194892" y="4707942"/>
            <a:ext cx="26740" cy="23381"/>
          </a:xfrm>
          <a:custGeom>
            <a:avLst/>
            <a:gdLst/>
            <a:ahLst/>
            <a:cxnLst/>
            <a:rect l="0" t="0" r="r" b="b"/>
            <a:pathLst>
              <a:path w="26740" h="23381">
                <a:moveTo>
                  <a:pt x="26740" y="0"/>
                </a:moveTo>
                <a:lnTo>
                  <a:pt x="15207" y="23381"/>
                </a:lnTo>
                <a:lnTo>
                  <a:pt x="0" y="792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1" name="Iskra 29"/>
          <p:cNvSpPr/>
          <p:nvPr/>
        </p:nvSpPr>
        <p:spPr>
          <a:xfrm>
            <a:off x="18376840" y="4750088"/>
            <a:ext cx="11642" cy="10648"/>
          </a:xfrm>
          <a:custGeom>
            <a:avLst/>
            <a:gdLst/>
            <a:ahLst/>
            <a:cxnLst/>
            <a:rect l="0" t="0" r="r" b="b"/>
            <a:pathLst>
              <a:path w="11642" h="10648">
                <a:moveTo>
                  <a:pt x="11642" y="8346"/>
                </a:moveTo>
                <a:lnTo>
                  <a:pt x="0" y="10648"/>
                </a:lnTo>
                <a:lnTo>
                  <a:pt x="1763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2" name="Iskra 30"/>
          <p:cNvSpPr/>
          <p:nvPr/>
        </p:nvSpPr>
        <p:spPr>
          <a:xfrm>
            <a:off x="17508866" y="5217198"/>
            <a:ext cx="27768" cy="27344"/>
          </a:xfrm>
          <a:custGeom>
            <a:avLst/>
            <a:gdLst/>
            <a:ahLst/>
            <a:cxnLst/>
            <a:rect l="0" t="0" r="r" b="b"/>
            <a:pathLst>
              <a:path w="27768" h="27344">
                <a:moveTo>
                  <a:pt x="27768" y="13360"/>
                </a:moveTo>
                <a:lnTo>
                  <a:pt x="5961" y="27344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3" name="Iskra 31"/>
          <p:cNvSpPr/>
          <p:nvPr/>
        </p:nvSpPr>
        <p:spPr>
          <a:xfrm>
            <a:off x="21472933" y="4905795"/>
            <a:ext cx="25973" cy="21159"/>
          </a:xfrm>
          <a:custGeom>
            <a:avLst/>
            <a:gdLst/>
            <a:ahLst/>
            <a:cxnLst/>
            <a:rect l="0" t="0" r="r" b="b"/>
            <a:pathLst>
              <a:path w="25973" h="21159">
                <a:moveTo>
                  <a:pt x="11406" y="0"/>
                </a:moveTo>
                <a:lnTo>
                  <a:pt x="25973" y="21159"/>
                </a:lnTo>
                <a:lnTo>
                  <a:pt x="0" y="16844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4" name="Iskra 32"/>
          <p:cNvSpPr/>
          <p:nvPr/>
        </p:nvSpPr>
        <p:spPr>
          <a:xfrm>
            <a:off x="16866369" y="3483918"/>
            <a:ext cx="24358" cy="31552"/>
          </a:xfrm>
          <a:custGeom>
            <a:avLst/>
            <a:gdLst/>
            <a:ahLst/>
            <a:cxnLst/>
            <a:rect l="0" t="0" r="r" b="b"/>
            <a:pathLst>
              <a:path w="24358" h="31552">
                <a:moveTo>
                  <a:pt x="18667" y="31552"/>
                </a:moveTo>
                <a:lnTo>
                  <a:pt x="0" y="669"/>
                </a:lnTo>
                <a:lnTo>
                  <a:pt x="2435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5" name="Iskra 33"/>
          <p:cNvSpPr/>
          <p:nvPr/>
        </p:nvSpPr>
        <p:spPr>
          <a:xfrm>
            <a:off x="21477093" y="3438047"/>
            <a:ext cx="28984" cy="44062"/>
          </a:xfrm>
          <a:custGeom>
            <a:avLst/>
            <a:gdLst/>
            <a:ahLst/>
            <a:cxnLst/>
            <a:rect l="0" t="0" r="r" b="b"/>
            <a:pathLst>
              <a:path w="28984" h="44062">
                <a:moveTo>
                  <a:pt x="15136" y="0"/>
                </a:moveTo>
                <a:lnTo>
                  <a:pt x="28984" y="44062"/>
                </a:lnTo>
                <a:lnTo>
                  <a:pt x="0" y="3426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6" name="Iskra 34"/>
          <p:cNvSpPr/>
          <p:nvPr/>
        </p:nvSpPr>
        <p:spPr>
          <a:xfrm>
            <a:off x="19519916" y="5472041"/>
            <a:ext cx="28730" cy="36509"/>
          </a:xfrm>
          <a:custGeom>
            <a:avLst/>
            <a:gdLst/>
            <a:ahLst/>
            <a:cxnLst/>
            <a:rect l="0" t="0" r="r" b="b"/>
            <a:pathLst>
              <a:path w="28730" h="36509">
                <a:moveTo>
                  <a:pt x="18881" y="0"/>
                </a:moveTo>
                <a:lnTo>
                  <a:pt x="28730" y="36509"/>
                </a:lnTo>
                <a:lnTo>
                  <a:pt x="0" y="1858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7" name="Iskra 35"/>
          <p:cNvSpPr/>
          <p:nvPr/>
        </p:nvSpPr>
        <p:spPr>
          <a:xfrm>
            <a:off x="18259056" y="4807423"/>
            <a:ext cx="26786" cy="33798"/>
          </a:xfrm>
          <a:custGeom>
            <a:avLst/>
            <a:gdLst/>
            <a:ahLst/>
            <a:cxnLst/>
            <a:rect l="0" t="0" r="r" b="b"/>
            <a:pathLst>
              <a:path w="26786" h="33798">
                <a:moveTo>
                  <a:pt x="0" y="3373"/>
                </a:moveTo>
                <a:lnTo>
                  <a:pt x="26786" y="0"/>
                </a:lnTo>
                <a:lnTo>
                  <a:pt x="18349" y="33798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8" name="Iskra 36"/>
          <p:cNvSpPr/>
          <p:nvPr/>
        </p:nvSpPr>
        <p:spPr>
          <a:xfrm>
            <a:off x="18903949" y="2617350"/>
            <a:ext cx="26174" cy="21459"/>
          </a:xfrm>
          <a:custGeom>
            <a:avLst/>
            <a:gdLst/>
            <a:ahLst/>
            <a:cxnLst/>
            <a:rect l="0" t="0" r="r" b="b"/>
            <a:pathLst>
              <a:path w="26174" h="21459">
                <a:moveTo>
                  <a:pt x="1107" y="0"/>
                </a:moveTo>
                <a:lnTo>
                  <a:pt x="26174" y="13688"/>
                </a:lnTo>
                <a:lnTo>
                  <a:pt x="0" y="21459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9" name="Iskra 37"/>
          <p:cNvSpPr/>
          <p:nvPr/>
        </p:nvSpPr>
        <p:spPr>
          <a:xfrm>
            <a:off x="20491031" y="3877298"/>
            <a:ext cx="20243" cy="33486"/>
          </a:xfrm>
          <a:custGeom>
            <a:avLst/>
            <a:gdLst/>
            <a:ahLst/>
            <a:cxnLst/>
            <a:rect l="0" t="0" r="r" b="b"/>
            <a:pathLst>
              <a:path w="20243" h="33486">
                <a:moveTo>
                  <a:pt x="2552" y="33486"/>
                </a:moveTo>
                <a:lnTo>
                  <a:pt x="0" y="0"/>
                </a:lnTo>
                <a:lnTo>
                  <a:pt x="20243" y="51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0" name="Iskra 38"/>
          <p:cNvSpPr/>
          <p:nvPr/>
        </p:nvSpPr>
        <p:spPr>
          <a:xfrm>
            <a:off x="19703470" y="3201642"/>
            <a:ext cx="34181" cy="19044"/>
          </a:xfrm>
          <a:custGeom>
            <a:avLst/>
            <a:gdLst/>
            <a:ahLst/>
            <a:cxnLst/>
            <a:rect l="0" t="0" r="r" b="b"/>
            <a:pathLst>
              <a:path w="34181" h="19044">
                <a:moveTo>
                  <a:pt x="0" y="19044"/>
                </a:moveTo>
                <a:lnTo>
                  <a:pt x="5858" y="0"/>
                </a:lnTo>
                <a:lnTo>
                  <a:pt x="34181" y="1476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1" name="Iskra 39"/>
          <p:cNvSpPr/>
          <p:nvPr/>
        </p:nvSpPr>
        <p:spPr>
          <a:xfrm>
            <a:off x="21357988" y="1100021"/>
            <a:ext cx="28365" cy="17568"/>
          </a:xfrm>
          <a:custGeom>
            <a:avLst/>
            <a:gdLst/>
            <a:ahLst/>
            <a:cxnLst/>
            <a:rect l="0" t="0" r="r" b="b"/>
            <a:pathLst>
              <a:path w="28365" h="17568">
                <a:moveTo>
                  <a:pt x="14577" y="0"/>
                </a:moveTo>
                <a:lnTo>
                  <a:pt x="28365" y="17568"/>
                </a:lnTo>
                <a:lnTo>
                  <a:pt x="0" y="1455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2" name="Iskra 40"/>
          <p:cNvSpPr/>
          <p:nvPr/>
        </p:nvSpPr>
        <p:spPr>
          <a:xfrm>
            <a:off x="21351544" y="1086864"/>
            <a:ext cx="19321" cy="19483"/>
          </a:xfrm>
          <a:custGeom>
            <a:avLst/>
            <a:gdLst/>
            <a:ahLst/>
            <a:cxnLst/>
            <a:rect l="0" t="0" r="r" b="b"/>
            <a:pathLst>
              <a:path w="19321" h="19483">
                <a:moveTo>
                  <a:pt x="9367" y="0"/>
                </a:moveTo>
                <a:lnTo>
                  <a:pt x="19321" y="19483"/>
                </a:lnTo>
                <a:lnTo>
                  <a:pt x="0" y="1798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3" name="Iskra 41"/>
          <p:cNvSpPr/>
          <p:nvPr/>
        </p:nvSpPr>
        <p:spPr>
          <a:xfrm>
            <a:off x="19613033" y="2188580"/>
            <a:ext cx="21536" cy="19957"/>
          </a:xfrm>
          <a:custGeom>
            <a:avLst/>
            <a:gdLst/>
            <a:ahLst/>
            <a:cxnLst/>
            <a:rect l="0" t="0" r="r" b="b"/>
            <a:pathLst>
              <a:path w="21536" h="19957">
                <a:moveTo>
                  <a:pt x="0" y="0"/>
                </a:moveTo>
                <a:lnTo>
                  <a:pt x="21536" y="3342"/>
                </a:lnTo>
                <a:lnTo>
                  <a:pt x="11981" y="19957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4" name="Iskra 42"/>
          <p:cNvSpPr/>
          <p:nvPr/>
        </p:nvSpPr>
        <p:spPr>
          <a:xfrm>
            <a:off x="19814302" y="2618302"/>
            <a:ext cx="21810" cy="35234"/>
          </a:xfrm>
          <a:custGeom>
            <a:avLst/>
            <a:gdLst/>
            <a:ahLst/>
            <a:cxnLst/>
            <a:rect l="0" t="0" r="r" b="b"/>
            <a:pathLst>
              <a:path w="21810" h="35234">
                <a:moveTo>
                  <a:pt x="0" y="5187"/>
                </a:moveTo>
                <a:lnTo>
                  <a:pt x="21810" y="0"/>
                </a:lnTo>
                <a:lnTo>
                  <a:pt x="20565" y="352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5" name="Iskra 43"/>
          <p:cNvSpPr/>
          <p:nvPr/>
        </p:nvSpPr>
        <p:spPr>
          <a:xfrm>
            <a:off x="19631104" y="307152"/>
            <a:ext cx="25564" cy="28353"/>
          </a:xfrm>
          <a:custGeom>
            <a:avLst/>
            <a:gdLst/>
            <a:ahLst/>
            <a:cxnLst/>
            <a:rect l="0" t="0" r="r" b="b"/>
            <a:pathLst>
              <a:path w="25564" h="28353">
                <a:moveTo>
                  <a:pt x="25564" y="28353"/>
                </a:moveTo>
                <a:lnTo>
                  <a:pt x="0" y="22314"/>
                </a:lnTo>
                <a:lnTo>
                  <a:pt x="2009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6" name="Iskra 44"/>
          <p:cNvSpPr/>
          <p:nvPr/>
        </p:nvSpPr>
        <p:spPr>
          <a:xfrm>
            <a:off x="23040338" y="3596648"/>
            <a:ext cx="8398" cy="11681"/>
          </a:xfrm>
          <a:custGeom>
            <a:avLst/>
            <a:gdLst/>
            <a:ahLst/>
            <a:cxnLst/>
            <a:rect l="0" t="0" r="r" b="b"/>
            <a:pathLst>
              <a:path w="8398" h="11681">
                <a:moveTo>
                  <a:pt x="8398" y="1750"/>
                </a:moveTo>
                <a:lnTo>
                  <a:pt x="475" y="11681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7" name="Iskra 45"/>
          <p:cNvSpPr/>
          <p:nvPr/>
        </p:nvSpPr>
        <p:spPr>
          <a:xfrm>
            <a:off x="19669746" y="421774"/>
            <a:ext cx="39132" cy="23609"/>
          </a:xfrm>
          <a:custGeom>
            <a:avLst/>
            <a:gdLst/>
            <a:ahLst/>
            <a:cxnLst/>
            <a:rect l="0" t="0" r="r" b="b"/>
            <a:pathLst>
              <a:path w="39132" h="23609">
                <a:moveTo>
                  <a:pt x="39132" y="0"/>
                </a:moveTo>
                <a:lnTo>
                  <a:pt x="17384" y="23609"/>
                </a:lnTo>
                <a:lnTo>
                  <a:pt x="0" y="416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8" name="Iskra 46"/>
          <p:cNvSpPr/>
          <p:nvPr/>
        </p:nvSpPr>
        <p:spPr>
          <a:xfrm>
            <a:off x="22049201" y="3500742"/>
            <a:ext cx="9234" cy="9367"/>
          </a:xfrm>
          <a:custGeom>
            <a:avLst/>
            <a:gdLst/>
            <a:ahLst/>
            <a:cxnLst/>
            <a:rect l="0" t="0" r="r" b="b"/>
            <a:pathLst>
              <a:path w="9234" h="9367">
                <a:moveTo>
                  <a:pt x="9234" y="6231"/>
                </a:moveTo>
                <a:lnTo>
                  <a:pt x="0" y="9367"/>
                </a:lnTo>
                <a:lnTo>
                  <a:pt x="837" y="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9" name="Iskra 47"/>
          <p:cNvSpPr/>
          <p:nvPr/>
        </p:nvSpPr>
        <p:spPr>
          <a:xfrm>
            <a:off x="20170265" y="2713316"/>
            <a:ext cx="39987" cy="38789"/>
          </a:xfrm>
          <a:custGeom>
            <a:avLst/>
            <a:gdLst/>
            <a:ahLst/>
            <a:cxnLst/>
            <a:rect l="0" t="0" r="r" b="b"/>
            <a:pathLst>
              <a:path w="39987" h="38789">
                <a:moveTo>
                  <a:pt x="0" y="7155"/>
                </a:moveTo>
                <a:lnTo>
                  <a:pt x="39987" y="0"/>
                </a:lnTo>
                <a:lnTo>
                  <a:pt x="17831" y="387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0" name="Iskra 48"/>
          <p:cNvSpPr/>
          <p:nvPr/>
        </p:nvSpPr>
        <p:spPr>
          <a:xfrm>
            <a:off x="21930211" y="3043177"/>
            <a:ext cx="20933" cy="24322"/>
          </a:xfrm>
          <a:custGeom>
            <a:avLst/>
            <a:gdLst/>
            <a:ahLst/>
            <a:cxnLst/>
            <a:rect l="0" t="0" r="r" b="b"/>
            <a:pathLst>
              <a:path w="20933" h="24322">
                <a:moveTo>
                  <a:pt x="4165" y="24322"/>
                </a:moveTo>
                <a:lnTo>
                  <a:pt x="0" y="0"/>
                </a:lnTo>
                <a:lnTo>
                  <a:pt x="20933" y="18487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1" name="Iskra 49"/>
          <p:cNvSpPr/>
          <p:nvPr/>
        </p:nvSpPr>
        <p:spPr>
          <a:xfrm>
            <a:off x="19696494" y="3121970"/>
            <a:ext cx="24121" cy="15341"/>
          </a:xfrm>
          <a:custGeom>
            <a:avLst/>
            <a:gdLst/>
            <a:ahLst/>
            <a:cxnLst/>
            <a:rect l="0" t="0" r="r" b="b"/>
            <a:pathLst>
              <a:path w="24121" h="15341">
                <a:moveTo>
                  <a:pt x="12985" y="0"/>
                </a:moveTo>
                <a:lnTo>
                  <a:pt x="24121" y="15341"/>
                </a:lnTo>
                <a:lnTo>
                  <a:pt x="0" y="1489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2" name="Iskra 50"/>
          <p:cNvSpPr/>
          <p:nvPr/>
        </p:nvSpPr>
        <p:spPr>
          <a:xfrm>
            <a:off x="22233209" y="3197445"/>
            <a:ext cx="24134" cy="39442"/>
          </a:xfrm>
          <a:custGeom>
            <a:avLst/>
            <a:gdLst/>
            <a:ahLst/>
            <a:cxnLst/>
            <a:rect l="0" t="0" r="r" b="b"/>
            <a:pathLst>
              <a:path w="24134" h="39442">
                <a:moveTo>
                  <a:pt x="24134" y="31932"/>
                </a:moveTo>
                <a:lnTo>
                  <a:pt x="4003" y="39442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3" name="Iskra 51"/>
          <p:cNvSpPr/>
          <p:nvPr/>
        </p:nvSpPr>
        <p:spPr>
          <a:xfrm>
            <a:off x="21656093" y="3769592"/>
            <a:ext cx="18354" cy="20222"/>
          </a:xfrm>
          <a:custGeom>
            <a:avLst/>
            <a:gdLst/>
            <a:ahLst/>
            <a:cxnLst/>
            <a:rect l="0" t="0" r="r" b="b"/>
            <a:pathLst>
              <a:path w="18354" h="20222">
                <a:moveTo>
                  <a:pt x="18354" y="0"/>
                </a:moveTo>
                <a:lnTo>
                  <a:pt x="9829" y="20222"/>
                </a:lnTo>
                <a:lnTo>
                  <a:pt x="0" y="5413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" dur="467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7"/>
                                      </p:to>
                                    </p:set>
                                    <p:animEffect filter="image" prLst="opacity: 0.67">
                                      <p:cBhvr rctx="IE">
                                        <p:cTn id="8" dur="467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" dur="1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30523"/>
                                          </p:val>
                                        </p:tav>
                                        <p:tav tm="8310">
                                          <p:val>
                                            <p:strVal val="#ppt_x-0.30523"/>
                                          </p:val>
                                        </p:tav>
                                        <p:tav tm="11080">
                                          <p:val>
                                            <p:strVal val="#ppt_x-0.28142"/>
                                          </p:val>
                                        </p:tav>
                                        <p:tav tm="13850">
                                          <p:val>
                                            <p:strVal val="#ppt_x-0.22744"/>
                                          </p:val>
                                        </p:tav>
                                        <p:tav tm="16620">
                                          <p:val>
                                            <p:strVal val="#ppt_x-0.18194"/>
                                          </p:val>
                                        </p:tav>
                                        <p:tav tm="19391">
                                          <p:val>
                                            <p:strVal val="#ppt_x-0.14474"/>
                                          </p:val>
                                        </p:tav>
                                        <p:tav tm="22161">
                                          <p:val>
                                            <p:strVal val="#ppt_x-0.11491"/>
                                          </p:val>
                                        </p:tav>
                                        <p:tav tm="24931">
                                          <p:val>
                                            <p:strVal val="#ppt_x-0.0912"/>
                                          </p:val>
                                        </p:tav>
                                        <p:tav tm="27701">
                                          <p:val>
                                            <p:strVal val="#ppt_x-0.07242"/>
                                          </p:val>
                                        </p:tav>
                                        <p:tav tm="30471">
                                          <p:val>
                                            <p:strVal val="#ppt_x-0.0575"/>
                                          </p:val>
                                        </p:tav>
                                        <p:tav tm="33241">
                                          <p:val>
                                            <p:strVal val="#ppt_x-0.04561"/>
                                          </p:val>
                                        </p:tav>
                                        <p:tav tm="36011">
                                          <p:val>
                                            <p:strVal val="#ppt_x-0.0361"/>
                                          </p:val>
                                        </p:tav>
                                        <p:tav tm="38781">
                                          <p:val>
                                            <p:strVal val="#ppt_x-0.02846"/>
                                          </p:val>
                                        </p:tav>
                                        <p:tav tm="41551">
                                          <p:val>
                                            <p:strVal val="#ppt_x-0.0223"/>
                                          </p:val>
                                        </p:tav>
                                        <p:tav tm="44321">
                                          <p:val>
                                            <p:strVal val="#ppt_x-0.01732"/>
                                          </p:val>
                                        </p:tav>
                                        <p:tav tm="47091">
                                          <p:val>
                                            <p:strVal val="#ppt_x-0.0133"/>
                                          </p:val>
                                        </p:tav>
                                        <p:tav tm="49861">
                                          <p:val>
                                            <p:strVal val="#ppt_x-0.01004"/>
                                          </p:val>
                                        </p:tav>
                                        <p:tav tm="52632">
                                          <p:val>
                                            <p:strVal val="#ppt_x-0.0074"/>
                                          </p:val>
                                        </p:tav>
                                        <p:tav tm="58172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66482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74792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85873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99723">
                                          <p:val>
                                            <p:strVal val="#ppt_x+0.001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538"/>
                                          </p:val>
                                        </p:tav>
                                        <p:tav tm="8310">
                                          <p:val>
                                            <p:strVal val="#ppt_y-0.20538"/>
                                          </p:val>
                                        </p:tav>
                                        <p:tav tm="11080">
                                          <p:val>
                                            <p:strVal val="#ppt_y-0.18972"/>
                                          </p:val>
                                        </p:tav>
                                        <p:tav tm="13850">
                                          <p:val>
                                            <p:strVal val="#ppt_y-0.15423"/>
                                          </p:val>
                                        </p:tav>
                                        <p:tav tm="16620">
                                          <p:val>
                                            <p:strVal val="#ppt_y-0.12432"/>
                                          </p:val>
                                        </p:tav>
                                        <p:tav tm="19391">
                                          <p:val>
                                            <p:strVal val="#ppt_y-0.09986"/>
                                          </p:val>
                                        </p:tav>
                                        <p:tav tm="22161">
                                          <p:val>
                                            <p:strVal val="#ppt_y-0.08024"/>
                                          </p:val>
                                        </p:tav>
                                        <p:tav tm="24931">
                                          <p:val>
                                            <p:strVal val="#ppt_y-0.06466"/>
                                          </p:val>
                                        </p:tav>
                                        <p:tav tm="27701">
                                          <p:val>
                                            <p:strVal val="#ppt_y-0.05231"/>
                                          </p:val>
                                        </p:tav>
                                        <p:tav tm="30471">
                                          <p:val>
                                            <p:strVal val="#ppt_y-0.0425"/>
                                          </p:val>
                                        </p:tav>
                                        <p:tav tm="33241">
                                          <p:val>
                                            <p:strVal val="#ppt_y-0.03469"/>
                                          </p:val>
                                        </p:tav>
                                        <p:tav tm="36011">
                                          <p:val>
                                            <p:strVal val="#ppt_y-0.02843"/>
                                          </p:val>
                                        </p:tav>
                                        <p:tav tm="38781">
                                          <p:val>
                                            <p:strVal val="#ppt_y-0.02341"/>
                                          </p:val>
                                        </p:tav>
                                        <p:tav tm="44321">
                                          <p:val>
                                            <p:strVal val="#ppt_y-0.01609"/>
                                          </p:val>
                                        </p:tav>
                                        <p:tav tm="49861">
                                          <p:val>
                                            <p:strVal val="#ppt_y-0.0113"/>
                                          </p:val>
                                        </p:tav>
                                        <p:tav tm="58172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72022">
                                          <p:val>
                                            <p:strVal val="#ppt_y-0.00411"/>
                                          </p:val>
                                        </p:tav>
                                        <p:tav tm="99723">
                                          <p:val>
                                            <p:strVal val="#ppt_y-0.003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1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"/>
                                          </p:val>
                                        </p:tav>
                                        <p:tav tm="8310">
                                          <p:val>
                                            <p:strVal val="#ppt_w*0.15"/>
                                          </p:val>
                                        </p:tav>
                                        <p:tav tm="11080">
                                          <p:val>
                                            <p:strVal val="#ppt_w*0.21585"/>
                                          </p:val>
                                        </p:tav>
                                        <p:tav tm="13850">
                                          <p:val>
                                            <p:strVal val="#ppt_w*0.36516"/>
                                          </p:val>
                                        </p:tav>
                                        <p:tav tm="16620">
                                          <p:val>
                                            <p:strVal val="#ppt_w*0.49102"/>
                                          </p:val>
                                        </p:tav>
                                        <p:tav tm="19391">
                                          <p:val>
                                            <p:strVal val="#ppt_w*0.59392"/>
                                          </p:val>
                                        </p:tav>
                                        <p:tav tm="22161">
                                          <p:val>
                                            <p:strVal val="#ppt_w*0.67645"/>
                                          </p:val>
                                        </p:tav>
                                        <p:tav tm="24931">
                                          <p:val>
                                            <p:strVal val="#ppt_w*0.74201"/>
                                          </p:val>
                                        </p:tav>
                                        <p:tav tm="27701">
                                          <p:val>
                                            <p:strVal val="#ppt_w*0.79398"/>
                                          </p:val>
                                        </p:tav>
                                        <p:tav tm="30471">
                                          <p:val>
                                            <p:strVal val="#ppt_w*0.83524"/>
                                          </p:val>
                                        </p:tav>
                                        <p:tav tm="33241">
                                          <p:val>
                                            <p:strVal val="#ppt_w*0.86812"/>
                                          </p:val>
                                        </p:tav>
                                        <p:tav tm="36011">
                                          <p:val>
                                            <p:strVal val="#ppt_w*0.89443"/>
                                          </p:val>
                                        </p:tav>
                                        <p:tav tm="38781">
                                          <p:val>
                                            <p:strVal val="#ppt_w*0.91557"/>
                                          </p:val>
                                        </p:tav>
                                        <p:tav tm="41551">
                                          <p:val>
                                            <p:strVal val="#ppt_w*0.93261"/>
                                          </p:val>
                                        </p:tav>
                                        <p:tav tm="44321">
                                          <p:val>
                                            <p:strVal val="#ppt_w*0.94637"/>
                                          </p:val>
                                        </p:tav>
                                        <p:tav tm="49861">
                                          <p:val>
                                            <p:strVal val="#ppt_w*0.96652"/>
                                          </p:val>
                                        </p:tav>
                                        <p:tav tm="52632">
                                          <p:val>
                                            <p:strVal val="#ppt_w*0.97381"/>
                                          </p:val>
                                        </p:tav>
                                        <p:tav tm="58172">
                                          <p:val>
                                            <p:strVal val="#ppt_w*0.98441"/>
                                          </p:val>
                                        </p:tav>
                                        <p:tav tm="66482">
                                          <p:val>
                                            <p:strVal val="#ppt_w*0.99354"/>
                                          </p:val>
                                        </p:tav>
                                        <p:tav tm="74792">
                                          <p:val>
                                            <p:strVal val="#ppt_w*0.99783"/>
                                          </p:val>
                                        </p:tav>
                                        <p:tav tm="9972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"/>
                                          </p:val>
                                        </p:tav>
                                        <p:tav tm="8310">
                                          <p:val>
                                            <p:strVal val="#ppt_h*0.15"/>
                                          </p:val>
                                        </p:tav>
                                        <p:tav tm="11080">
                                          <p:val>
                                            <p:strVal val="#ppt_h*0.21585"/>
                                          </p:val>
                                        </p:tav>
                                        <p:tav tm="13850">
                                          <p:val>
                                            <p:strVal val="#ppt_h*0.36516"/>
                                          </p:val>
                                        </p:tav>
                                        <p:tav tm="16620">
                                          <p:val>
                                            <p:strVal val="#ppt_h*0.49102"/>
                                          </p:val>
                                        </p:tav>
                                        <p:tav tm="19391">
                                          <p:val>
                                            <p:strVal val="#ppt_h*0.59392"/>
                                          </p:val>
                                        </p:tav>
                                        <p:tav tm="22161">
                                          <p:val>
                                            <p:strVal val="#ppt_h*0.67645"/>
                                          </p:val>
                                        </p:tav>
                                        <p:tav tm="24931">
                                          <p:val>
                                            <p:strVal val="#ppt_h*0.74201"/>
                                          </p:val>
                                        </p:tav>
                                        <p:tav tm="27701">
                                          <p:val>
                                            <p:strVal val="#ppt_h*0.79398"/>
                                          </p:val>
                                        </p:tav>
                                        <p:tav tm="30471">
                                          <p:val>
                                            <p:strVal val="#ppt_h*0.83524"/>
                                          </p:val>
                                        </p:tav>
                                        <p:tav tm="33241">
                                          <p:val>
                                            <p:strVal val="#ppt_h*0.86812"/>
                                          </p:val>
                                        </p:tav>
                                        <p:tav tm="36011">
                                          <p:val>
                                            <p:strVal val="#ppt_h*0.89443"/>
                                          </p:val>
                                        </p:tav>
                                        <p:tav tm="38781">
                                          <p:val>
                                            <p:strVal val="#ppt_h*0.91557"/>
                                          </p:val>
                                        </p:tav>
                                        <p:tav tm="41551">
                                          <p:val>
                                            <p:strVal val="#ppt_h*0.93261"/>
                                          </p:val>
                                        </p:tav>
                                        <p:tav tm="44321">
                                          <p:val>
                                            <p:strVal val="#ppt_h*0.94637"/>
                                          </p:val>
                                        </p:tav>
                                        <p:tav tm="49861">
                                          <p:val>
                                            <p:strVal val="#ppt_h*0.96652"/>
                                          </p:val>
                                        </p:tav>
                                        <p:tav tm="52632">
                                          <p:val>
                                            <p:strVal val="#ppt_h*0.97381"/>
                                          </p:val>
                                        </p:tav>
                                        <p:tav tm="58172">
                                          <p:val>
                                            <p:strVal val="#ppt_h*0.98441"/>
                                          </p:val>
                                        </p:tav>
                                        <p:tav tm="66482">
                                          <p:val>
                                            <p:strVal val="#ppt_h*0.99354"/>
                                          </p:val>
                                        </p:tav>
                                        <p:tav tm="74792">
                                          <p:val>
                                            <p:strVal val="#ppt_h*0.99783"/>
                                          </p:val>
                                        </p:tav>
                                        <p:tav tm="9972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Rot by="-325801">
                                      <p:cBhvr>
                                        <p:cTn id="13" dur="1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5920">
                                      <p:cBhvr>
                                        <p:cTn id="14" dur="2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433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"/>
                                      </p:to>
                                    </p:set>
                                    <p:animEffect filter="image" prLst="opacity: 0.7">
                                      <p:cBhvr rctx="IE">
                                        <p:cTn id="19" dur="433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" dur="1278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4955"/>
                                          </p:val>
                                        </p:tav>
                                        <p:tav tm="13038">
                                          <p:val>
                                            <p:strVal val="#ppt_x-0.24955"/>
                                          </p:val>
                                        </p:tav>
                                        <p:tav tm="15645">
                                          <p:val>
                                            <p:strVal val="#ppt_x-0.2421"/>
                                          </p:val>
                                        </p:tav>
                                        <p:tav tm="18253">
                                          <p:val>
                                            <p:strVal val="#ppt_x-0.19606"/>
                                          </p:val>
                                        </p:tav>
                                        <p:tav tm="20860">
                                          <p:val>
                                            <p:strVal val="#ppt_x-0.1569"/>
                                          </p:val>
                                        </p:tav>
                                        <p:tav tm="23468">
                                          <p:val>
                                            <p:strVal val="#ppt_x-0.12467"/>
                                          </p:val>
                                        </p:tav>
                                        <p:tav tm="26076">
                                          <p:val>
                                            <p:strVal val="#ppt_x-0.09872"/>
                                          </p:val>
                                        </p:tav>
                                        <p:tav tm="28683">
                                          <p:val>
                                            <p:strVal val="#ppt_x-0.07807"/>
                                          </p:val>
                                        </p:tav>
                                        <p:tav tm="31291">
                                          <p:val>
                                            <p:strVal val="#ppt_x-0.06171"/>
                                          </p:val>
                                        </p:tav>
                                        <p:tav tm="33898">
                                          <p:val>
                                            <p:strVal val="#ppt_x-0.04872"/>
                                          </p:val>
                                        </p:tav>
                                        <p:tav tm="36506">
                                          <p:val>
                                            <p:strVal val="#ppt_x-0.03838"/>
                                          </p:val>
                                        </p:tav>
                                        <p:tav tm="39113">
                                          <p:val>
                                            <p:strVal val="#ppt_x-0.03012"/>
                                          </p:val>
                                        </p:tav>
                                        <p:tav tm="41721">
                                          <p:val>
                                            <p:strVal val="#ppt_x-0.02349"/>
                                          </p:val>
                                        </p:tav>
                                        <p:tav tm="44329">
                                          <p:val>
                                            <p:strVal val="#ppt_x-0.01814"/>
                                          </p:val>
                                        </p:tav>
                                        <p:tav tm="46936">
                                          <p:val>
                                            <p:strVal val="#ppt_x-0.01383"/>
                                          </p:val>
                                        </p:tav>
                                        <p:tav tm="49544">
                                          <p:val>
                                            <p:strVal val="#ppt_x-0.01034"/>
                                          </p:val>
                                        </p:tav>
                                        <p:tav tm="52151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54759">
                                          <p:val>
                                            <p:strVal val="#ppt_x-0.00523"/>
                                          </p:val>
                                        </p:tav>
                                        <p:tav tm="59974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67797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75619">
                                          <p:val>
                                            <p:strVal val="#ppt_x+0.00234"/>
                                          </p:val>
                                        </p:tav>
                                        <p:tav tm="83442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99087">
                                          <p:val>
                                            <p:strVal val="#ppt_x+0.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278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922"/>
                                          </p:val>
                                        </p:tav>
                                        <p:tav tm="13038">
                                          <p:val>
                                            <p:strVal val="#ppt_y-0.21922"/>
                                          </p:val>
                                        </p:tav>
                                        <p:tav tm="15645">
                                          <p:val>
                                            <p:strVal val="#ppt_y-0.21258"/>
                                          </p:val>
                                        </p:tav>
                                        <p:tav tm="18253">
                                          <p:val>
                                            <p:strVal val="#ppt_y-0.17154"/>
                                          </p:val>
                                        </p:tav>
                                        <p:tav tm="20860">
                                          <p:val>
                                            <p:strVal val="#ppt_y-0.13662"/>
                                          </p:val>
                                        </p:tav>
                                        <p:tav tm="23468">
                                          <p:val>
                                            <p:strVal val="#ppt_y-0.10789"/>
                                          </p:val>
                                        </p:tav>
                                        <p:tav tm="26076">
                                          <p:val>
                                            <p:strVal val="#ppt_y-0.08476"/>
                                          </p:val>
                                        </p:tav>
                                        <p:tav tm="28683">
                                          <p:val>
                                            <p:strVal val="#ppt_y-0.06635"/>
                                          </p:val>
                                        </p:tav>
                                        <p:tav tm="31291">
                                          <p:val>
                                            <p:strVal val="#ppt_y-0.05176"/>
                                          </p:val>
                                        </p:tav>
                                        <p:tav tm="33898">
                                          <p:val>
                                            <p:strVal val="#ppt_y-0.04019"/>
                                          </p:val>
                                        </p:tav>
                                        <p:tav tm="36506">
                                          <p:val>
                                            <p:strVal val="#ppt_y-0.03097"/>
                                          </p:val>
                                        </p:tav>
                                        <p:tav tm="39113">
                                          <p:val>
                                            <p:strVal val="#ppt_y-0.0236"/>
                                          </p:val>
                                        </p:tav>
                                        <p:tav tm="41721">
                                          <p:val>
                                            <p:strVal val="#ppt_y-0.01769"/>
                                          </p:val>
                                        </p:tav>
                                        <p:tav tm="44329">
                                          <p:val>
                                            <p:strVal val="#ppt_y-0.01293"/>
                                          </p:val>
                                        </p:tav>
                                        <p:tav tm="49544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54759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62581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78227">
                                          <p:val>
                                            <p:strVal val="#ppt_y+0.00555"/>
                                          </p:val>
                                        </p:tav>
                                        <p:tav tm="99087">
                                          <p:val>
                                            <p:strVal val="#ppt_y+0.005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278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"/>
                                          </p:val>
                                        </p:tav>
                                        <p:tav tm="13038">
                                          <p:val>
                                            <p:strVal val="#ppt_w*0.15"/>
                                          </p:val>
                                        </p:tav>
                                        <p:tav tm="15645">
                                          <p:val>
                                            <p:strVal val="#ppt_w*0.17507"/>
                                          </p:val>
                                        </p:tav>
                                        <p:tav tm="18253">
                                          <p:val>
                                            <p:strVal val="#ppt_w*0.32999"/>
                                          </p:val>
                                        </p:tav>
                                        <p:tav tm="20860">
                                          <p:val>
                                            <p:strVal val="#ppt_w*0.46177"/>
                                          </p:val>
                                        </p:tav>
                                        <p:tav tm="23468">
                                          <p:val>
                                            <p:strVal val="#ppt_w*0.57023"/>
                                          </p:val>
                                        </p:tav>
                                        <p:tav tm="26076">
                                          <p:val>
                                            <p:strVal val="#ppt_w*0.65755"/>
                                          </p:val>
                                        </p:tav>
                                        <p:tav tm="28683">
                                          <p:val>
                                            <p:strVal val="#ppt_w*0.72702"/>
                                          </p:val>
                                        </p:tav>
                                        <p:tav tm="31291">
                                          <p:val>
                                            <p:strVal val="#ppt_w*0.78209"/>
                                          </p:val>
                                        </p:tav>
                                        <p:tav tm="33898">
                                          <p:val>
                                            <p:strVal val="#ppt_w*0.82579"/>
                                          </p:val>
                                        </p:tav>
                                        <p:tav tm="36506">
                                          <p:val>
                                            <p:strVal val="#ppt_w*0.86058"/>
                                          </p:val>
                                        </p:tav>
                                        <p:tav tm="39113">
                                          <p:val>
                                            <p:strVal val="#ppt_w*0.88838"/>
                                          </p:val>
                                        </p:tav>
                                        <p:tav tm="41721">
                                          <p:val>
                                            <p:strVal val="#ppt_w*0.9107"/>
                                          </p:val>
                                        </p:tav>
                                        <p:tav tm="44329">
                                          <p:val>
                                            <p:strVal val="#ppt_w*0.92868"/>
                                          </p:val>
                                        </p:tav>
                                        <p:tav tm="46936">
                                          <p:val>
                                            <p:strVal val="#ppt_w*0.9432"/>
                                          </p:val>
                                        </p:tav>
                                        <p:tav tm="49544">
                                          <p:val>
                                            <p:strVal val="#ppt_w*0.95494"/>
                                          </p:val>
                                        </p:tav>
                                        <p:tav tm="52151">
                                          <p:val>
                                            <p:strVal val="#ppt_w*0.96445"/>
                                          </p:val>
                                        </p:tav>
                                        <p:tav tm="54759">
                                          <p:val>
                                            <p:strVal val="#ppt_w*0.97213"/>
                                          </p:val>
                                        </p:tav>
                                        <p:tav tm="59974">
                                          <p:val>
                                            <p:strVal val="#ppt_w*0.98332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993"/>
                                          </p:val>
                                        </p:tav>
                                        <p:tav tm="75619">
                                          <p:val>
                                            <p:strVal val="#ppt_w*0.99759"/>
                                          </p:val>
                                        </p:tav>
                                        <p:tav tm="9908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278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"/>
                                          </p:val>
                                        </p:tav>
                                        <p:tav tm="13038">
                                          <p:val>
                                            <p:strVal val="#ppt_h*0.15"/>
                                          </p:val>
                                        </p:tav>
                                        <p:tav tm="15645">
                                          <p:val>
                                            <p:strVal val="#ppt_h*0.17507"/>
                                          </p:val>
                                        </p:tav>
                                        <p:tav tm="18253">
                                          <p:val>
                                            <p:strVal val="#ppt_h*0.32999"/>
                                          </p:val>
                                        </p:tav>
                                        <p:tav tm="20860">
                                          <p:val>
                                            <p:strVal val="#ppt_h*0.46177"/>
                                          </p:val>
                                        </p:tav>
                                        <p:tav tm="23468">
                                          <p:val>
                                            <p:strVal val="#ppt_h*0.57023"/>
                                          </p:val>
                                        </p:tav>
                                        <p:tav tm="26076">
                                          <p:val>
                                            <p:strVal val="#ppt_h*0.65755"/>
                                          </p:val>
                                        </p:tav>
                                        <p:tav tm="28683">
                                          <p:val>
                                            <p:strVal val="#ppt_h*0.72702"/>
                                          </p:val>
                                        </p:tav>
                                        <p:tav tm="31291">
                                          <p:val>
                                            <p:strVal val="#ppt_h*0.78209"/>
                                          </p:val>
                                        </p:tav>
                                        <p:tav tm="33898">
                                          <p:val>
                                            <p:strVal val="#ppt_h*0.82579"/>
                                          </p:val>
                                        </p:tav>
                                        <p:tav tm="36506">
                                          <p:val>
                                            <p:strVal val="#ppt_h*0.86058"/>
                                          </p:val>
                                        </p:tav>
                                        <p:tav tm="39113">
                                          <p:val>
                                            <p:strVal val="#ppt_h*0.88838"/>
                                          </p:val>
                                        </p:tav>
                                        <p:tav tm="41721">
                                          <p:val>
                                            <p:strVal val="#ppt_h*0.9107"/>
                                          </p:val>
                                        </p:tav>
                                        <p:tav tm="44329">
                                          <p:val>
                                            <p:strVal val="#ppt_h*0.92868"/>
                                          </p:val>
                                        </p:tav>
                                        <p:tav tm="46936">
                                          <p:val>
                                            <p:strVal val="#ppt_h*0.9432"/>
                                          </p:val>
                                        </p:tav>
                                        <p:tav tm="49544">
                                          <p:val>
                                            <p:strVal val="#ppt_h*0.95494"/>
                                          </p:val>
                                        </p:tav>
                                        <p:tav tm="52151">
                                          <p:val>
                                            <p:strVal val="#ppt_h*0.96445"/>
                                          </p:val>
                                        </p:tav>
                                        <p:tav tm="54759">
                                          <p:val>
                                            <p:strVal val="#ppt_h*0.97213"/>
                                          </p:val>
                                        </p:tav>
                                        <p:tav tm="59974">
                                          <p:val>
                                            <p:strVal val="#ppt_h*0.98332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993"/>
                                          </p:val>
                                        </p:tav>
                                        <p:tav tm="75619">
                                          <p:val>
                                            <p:strVal val="#ppt_h*0.99759"/>
                                          </p:val>
                                        </p:tav>
                                        <p:tav tm="9908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Rot by="-325801">
                                      <p:cBhvr>
                                        <p:cTn id="24" dur="1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35520">
                                      <p:cBhvr>
                                        <p:cTn id="25" dur="267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28" dur="433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9"/>
                                      </p:to>
                                    </p:set>
                                    <p:animEffect filter="image" prLst="opacity: 0.69">
                                      <p:cBhvr rctx="IE">
                                        <p:cTn id="29" dur="433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" dur="135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4423"/>
                                          </p:val>
                                        </p:tav>
                                        <p:tav tm="19704">
                                          <p:val>
                                            <p:strVal val="#ppt_x-0.24423"/>
                                          </p:val>
                                        </p:tav>
                                        <p:tav tm="22167">
                                          <p:val>
                                            <p:strVal val="#ppt_x-0.20382"/>
                                          </p:val>
                                        </p:tav>
                                        <p:tav tm="24631">
                                          <p:val>
                                            <p:strVal val="#ppt_x-0.16501"/>
                                          </p:val>
                                        </p:tav>
                                        <p:tav tm="27094">
                                          <p:val>
                                            <p:strVal val="#ppt_x-0.13283"/>
                                          </p:val>
                                        </p:tav>
                                        <p:tav tm="29557">
                                          <p:val>
                                            <p:strVal val="#ppt_x-0.10681"/>
                                          </p:val>
                                        </p:tav>
                                        <p:tav tm="32020">
                                          <p:val>
                                            <p:strVal val="#ppt_x-0.08607"/>
                                          </p:val>
                                        </p:tav>
                                        <p:tav tm="34483">
                                          <p:val>
                                            <p:strVal val="#ppt_x-0.06962"/>
                                          </p:val>
                                        </p:tav>
                                        <p:tav tm="36946">
                                          <p:val>
                                            <p:strVal val="#ppt_x-0.05657"/>
                                          </p:val>
                                        </p:tav>
                                        <p:tav tm="39409">
                                          <p:val>
                                            <p:strVal val="#ppt_x-0.04619"/>
                                          </p:val>
                                        </p:tav>
                                        <p:tav tm="41872">
                                          <p:val>
                                            <p:strVal val="#ppt_x-0.03791"/>
                                          </p:val>
                                        </p:tav>
                                        <p:tav tm="44335">
                                          <p:val>
                                            <p:strVal val="#ppt_x-0.03126"/>
                                          </p:val>
                                        </p:tav>
                                        <p:tav tm="46798">
                                          <p:val>
                                            <p:strVal val="#ppt_x-0.02591"/>
                                          </p:val>
                                        </p:tav>
                                        <p:tav tm="49261">
                                          <p:val>
                                            <p:strVal val="#ppt_x-0.0216"/>
                                          </p:val>
                                        </p:tav>
                                        <p:tav tm="51724">
                                          <p:val>
                                            <p:strVal val="#ppt_x-0.01811"/>
                                          </p:val>
                                        </p:tav>
                                        <p:tav tm="56650">
                                          <p:val>
                                            <p:strVal val="#ppt_x-0.013"/>
                                          </p:val>
                                        </p:tav>
                                        <p:tav tm="61576">
                                          <p:val>
                                            <p:strVal val="#ppt_x-0.00967"/>
                                          </p:val>
                                        </p:tav>
                                        <p:tav tm="66502">
                                          <p:val>
                                            <p:strVal val="#ppt_x-0.00753"/>
                                          </p:val>
                                        </p:tav>
                                        <p:tav tm="73892">
                                          <p:val>
                                            <p:strVal val="#ppt_x-0.00574"/>
                                          </p:val>
                                        </p:tav>
                                        <p:tav tm="83744">
                                          <p:val>
                                            <p:strVal val="#ppt_x-0.0046"/>
                                          </p:val>
                                        </p:tav>
                                        <p:tav tm="98522">
                                          <p:val>
                                            <p:strVal val="#ppt_x-0.004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135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415"/>
                                          </p:val>
                                        </p:tav>
                                        <p:tav tm="19704">
                                          <p:val>
                                            <p:strVal val="#ppt_y-0.07415"/>
                                          </p:val>
                                        </p:tav>
                                        <p:tav tm="24631">
                                          <p:val>
                                            <p:strVal val="#ppt_y-0.04715"/>
                                          </p:val>
                                        </p:tav>
                                        <p:tav tm="27094">
                                          <p:val>
                                            <p:strVal val="#ppt_y-0.03618"/>
                                          </p:val>
                                        </p:tav>
                                        <p:tav tm="29557">
                                          <p:val>
                                            <p:strVal val="#ppt_y-0.02731"/>
                                          </p:val>
                                        </p:tav>
                                        <p:tav tm="32020">
                                          <p:val>
                                            <p:strVal val="#ppt_y-0.02024"/>
                                          </p:val>
                                        </p:tav>
                                        <p:tav tm="34483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36946">
                                          <p:val>
                                            <p:strVal val="#ppt_y-0.01019"/>
                                          </p:val>
                                        </p:tav>
                                        <p:tav tm="39409">
                                          <p:val>
                                            <p:strVal val="#ppt_y-0.00665"/>
                                          </p:val>
                                        </p:tav>
                                        <p:tav tm="44335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51724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64039">
                                          <p:val>
                                            <p:strVal val="#ppt_y+0.00621"/>
                                          </p:val>
                                        </p:tav>
                                        <p:tav tm="76355">
                                          <p:val>
                                            <p:strVal val="#ppt_y+0.00721"/>
                                          </p:val>
                                        </p:tav>
                                        <p:tav tm="98522">
                                          <p:val>
                                            <p:strVal val="#ppt_y+0.006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35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"/>
                                          </p:val>
                                        </p:tav>
                                        <p:tav tm="19704">
                                          <p:val>
                                            <p:strVal val="#ppt_w*0.15"/>
                                          </p:val>
                                        </p:tav>
                                        <p:tav tm="22167">
                                          <p:val>
                                            <p:strVal val="#ppt_w*0.29335"/>
                                          </p:val>
                                        </p:tav>
                                        <p:tav tm="24631">
                                          <p:val>
                                            <p:strVal val="#ppt_w*0.43105"/>
                                          </p:val>
                                        </p:tav>
                                        <p:tav tm="27094">
                                          <p:val>
                                            <p:strVal val="#ppt_w*0.54521"/>
                                          </p:val>
                                        </p:tav>
                                        <p:tav tm="29557">
                                          <p:val>
                                            <p:strVal val="#ppt_w*0.63753"/>
                                          </p:val>
                                        </p:tav>
                                        <p:tav tm="32020">
                                          <p:val>
                                            <p:strVal val="#ppt_w*0.71113"/>
                                          </p:val>
                                        </p:tav>
                                        <p:tav tm="34483">
                                          <p:val>
                                            <p:strVal val="#ppt_w*0.7695"/>
                                          </p:val>
                                        </p:tav>
                                        <p:tav tm="36946">
                                          <p:val>
                                            <p:strVal val="#ppt_w*0.81579"/>
                                          </p:val>
                                        </p:tav>
                                        <p:tav tm="39409">
                                          <p:val>
                                            <p:strVal val="#ppt_w*0.8526"/>
                                          </p:val>
                                        </p:tav>
                                        <p:tav tm="41872">
                                          <p:val>
                                            <p:strVal val="#ppt_w*0.882"/>
                                          </p:val>
                                        </p:tav>
                                        <p:tav tm="44335">
                                          <p:val>
                                            <p:strVal val="#ppt_w*0.90557"/>
                                          </p:val>
                                        </p:tav>
                                        <p:tav tm="46798">
                                          <p:val>
                                            <p:strVal val="#ppt_w*0.92454"/>
                                          </p:val>
                                        </p:tav>
                                        <p:tav tm="49261">
                                          <p:val>
                                            <p:strVal val="#ppt_w*0.93985"/>
                                          </p:val>
                                        </p:tav>
                                        <p:tav tm="51724">
                                          <p:val>
                                            <p:strVal val="#ppt_w*0.95224"/>
                                          </p:val>
                                        </p:tav>
                                        <p:tav tm="56650">
                                          <p:val>
                                            <p:strVal val="#ppt_w*0.97036"/>
                                          </p:val>
                                        </p:tav>
                                        <p:tav tm="61576">
                                          <p:val>
                                            <p:strVal val="#ppt_w*0.98218"/>
                                          </p:val>
                                        </p:tav>
                                        <p:tav tm="68966">
                                          <p:val>
                                            <p:strVal val="#ppt_w*0.99243"/>
                                          </p:val>
                                        </p:tav>
                                        <p:tav tm="76355">
                                          <p:val>
                                            <p:strVal val="#ppt_w*0.99734"/>
                                          </p:val>
                                        </p:tav>
                                        <p:tav tm="86207">
                                          <p:val>
                                            <p:strVal val="#ppt_w*0.99966"/>
                                          </p:val>
                                        </p:tav>
                                        <p:tav tm="9852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35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"/>
                                          </p:val>
                                        </p:tav>
                                        <p:tav tm="19704">
                                          <p:val>
                                            <p:strVal val="#ppt_h*0.15"/>
                                          </p:val>
                                        </p:tav>
                                        <p:tav tm="22167">
                                          <p:val>
                                            <p:strVal val="#ppt_h*0.29335"/>
                                          </p:val>
                                        </p:tav>
                                        <p:tav tm="24631">
                                          <p:val>
                                            <p:strVal val="#ppt_h*0.43105"/>
                                          </p:val>
                                        </p:tav>
                                        <p:tav tm="27094">
                                          <p:val>
                                            <p:strVal val="#ppt_h*0.54521"/>
                                          </p:val>
                                        </p:tav>
                                        <p:tav tm="29557">
                                          <p:val>
                                            <p:strVal val="#ppt_h*0.63753"/>
                                          </p:val>
                                        </p:tav>
                                        <p:tav tm="32020">
                                          <p:val>
                                            <p:strVal val="#ppt_h*0.71113"/>
                                          </p:val>
                                        </p:tav>
                                        <p:tav tm="34483">
                                          <p:val>
                                            <p:strVal val="#ppt_h*0.7695"/>
                                          </p:val>
                                        </p:tav>
                                        <p:tav tm="36946">
                                          <p:val>
                                            <p:strVal val="#ppt_h*0.81579"/>
                                          </p:val>
                                        </p:tav>
                                        <p:tav tm="39409">
                                          <p:val>
                                            <p:strVal val="#ppt_h*0.8526"/>
                                          </p:val>
                                        </p:tav>
                                        <p:tav tm="41872">
                                          <p:val>
                                            <p:strVal val="#ppt_h*0.882"/>
                                          </p:val>
                                        </p:tav>
                                        <p:tav tm="44335">
                                          <p:val>
                                            <p:strVal val="#ppt_h*0.90557"/>
                                          </p:val>
                                        </p:tav>
                                        <p:tav tm="46798">
                                          <p:val>
                                            <p:strVal val="#ppt_h*0.92454"/>
                                          </p:val>
                                        </p:tav>
                                        <p:tav tm="49261">
                                          <p:val>
                                            <p:strVal val="#ppt_h*0.93985"/>
                                          </p:val>
                                        </p:tav>
                                        <p:tav tm="51724">
                                          <p:val>
                                            <p:strVal val="#ppt_h*0.95224"/>
                                          </p:val>
                                        </p:tav>
                                        <p:tav tm="56650">
                                          <p:val>
                                            <p:strVal val="#ppt_h*0.97036"/>
                                          </p:val>
                                        </p:tav>
                                        <p:tav tm="61576">
                                          <p:val>
                                            <p:strVal val="#ppt_h*0.98218"/>
                                          </p:val>
                                        </p:tav>
                                        <p:tav tm="68966">
                                          <p:val>
                                            <p:strVal val="#ppt_h*0.99243"/>
                                          </p:val>
                                        </p:tav>
                                        <p:tav tm="76355">
                                          <p:val>
                                            <p:strVal val="#ppt_h*0.99734"/>
                                          </p:val>
                                        </p:tav>
                                        <p:tav tm="86207">
                                          <p:val>
                                            <p:strVal val="#ppt_h*0.99966"/>
                                          </p:val>
                                        </p:tav>
                                        <p:tav tm="9852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Rot by="21274199">
                                      <p:cBhvr>
                                        <p:cTn id="34" dur="1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45120">
                                      <p:cBhvr>
                                        <p:cTn id="35" dur="333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38" dur="433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8"/>
                                      </p:to>
                                    </p:set>
                                    <p:animEffect filter="image" prLst="opacity: 0.68">
                                      <p:cBhvr rctx="IE">
                                        <p:cTn id="39" dur="433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" dur="1428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35175"/>
                                          </p:val>
                                        </p:tav>
                                        <p:tav tm="23337">
                                          <p:val>
                                            <p:strVal val="#ppt_x-0.35175"/>
                                          </p:val>
                                        </p:tav>
                                        <p:tav tm="25671">
                                          <p:val>
                                            <p:strVal val="#ppt_x-0.30885"/>
                                          </p:val>
                                        </p:tav>
                                        <p:tav tm="28005">
                                          <p:val>
                                            <p:strVal val="#ppt_x-0.25035"/>
                                          </p:val>
                                        </p:tav>
                                        <p:tav tm="30338">
                                          <p:val>
                                            <p:strVal val="#ppt_x-0.20147"/>
                                          </p:val>
                                        </p:tav>
                                        <p:tav tm="32672">
                                          <p:val>
                                            <p:strVal val="#ppt_x-0.16173"/>
                                          </p:val>
                                        </p:tav>
                                        <p:tav tm="35006">
                                          <p:val>
                                            <p:strVal val="#ppt_x-0.12997"/>
                                          </p:val>
                                        </p:tav>
                                        <p:tav tm="37340">
                                          <p:val>
                                            <p:strVal val="#ppt_x-0.10476"/>
                                          </p:val>
                                        </p:tav>
                                        <p:tav tm="39673">
                                          <p:val>
                                            <p:strVal val="#ppt_x-0.08478"/>
                                          </p:val>
                                        </p:tav>
                                        <p:tav tm="42007">
                                          <p:val>
                                            <p:strVal val="#ppt_x-0.0689"/>
                                          </p:val>
                                        </p:tav>
                                        <p:tav tm="44341">
                                          <p:val>
                                            <p:strVal val="#ppt_x-0.05623"/>
                                          </p:val>
                                        </p:tav>
                                        <p:tav tm="46674">
                                          <p:val>
                                            <p:strVal val="#ppt_x-0.04609"/>
                                          </p:val>
                                        </p:tav>
                                        <p:tav tm="49008">
                                          <p:val>
                                            <p:strVal val="#ppt_x-0.03793"/>
                                          </p:val>
                                        </p:tav>
                                        <p:tav tm="51342">
                                          <p:val>
                                            <p:strVal val="#ppt_x-0.03134"/>
                                          </p:val>
                                        </p:tav>
                                        <p:tav tm="53676">
                                          <p:val>
                                            <p:strVal val="#ppt_x-0.02602"/>
                                          </p:val>
                                        </p:tav>
                                        <p:tav tm="56009">
                                          <p:val>
                                            <p:strVal val="#ppt_x-0.02172"/>
                                          </p:val>
                                        </p:tav>
                                        <p:tav tm="58343">
                                          <p:val>
                                            <p:strVal val="#ppt_x-0.01824"/>
                                          </p:val>
                                        </p:tav>
                                        <p:tav tm="63011">
                                          <p:val>
                                            <p:strVal val="#ppt_x-0.01316"/>
                                          </p:val>
                                        </p:tav>
                                        <p:tav tm="65344">
                                          <p:val>
                                            <p:strVal val="#ppt_x-0.01133"/>
                                          </p:val>
                                        </p:tav>
                                        <p:tav tm="70012">
                                          <p:val>
                                            <p:strVal val="#ppt_x-0.00873"/>
                                          </p:val>
                                        </p:tav>
                                        <p:tav tm="77013">
                                          <p:val>
                                            <p:strVal val="#ppt_x-0.00639"/>
                                          </p:val>
                                        </p:tav>
                                        <p:tav tm="86348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98016">
                                          <p:val>
                                            <p:strVal val="#ppt_x-0.004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428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907"/>
                                          </p:val>
                                        </p:tav>
                                        <p:tav tm="23337">
                                          <p:val>
                                            <p:strVal val="#ppt_y-0.06907"/>
                                          </p:val>
                                        </p:tav>
                                        <p:tav tm="25671">
                                          <p:val>
                                            <p:strVal val="#ppt_y-0.06182"/>
                                          </p:val>
                                        </p:tav>
                                        <p:tav tm="28005">
                                          <p:val>
                                            <p:strVal val="#ppt_y-0.05194"/>
                                          </p:val>
                                        </p:tav>
                                        <p:tav tm="30338">
                                          <p:val>
                                            <p:strVal val="#ppt_y-0.04368"/>
                                          </p:val>
                                        </p:tav>
                                        <p:tav tm="32672">
                                          <p:val>
                                            <p:strVal val="#ppt_y-0.03697"/>
                                          </p:val>
                                        </p:tav>
                                        <p:tav tm="35006">
                                          <p:val>
                                            <p:strVal val="#ppt_y-0.0316"/>
                                          </p:val>
                                        </p:tav>
                                        <p:tav tm="39673">
                                          <p:val>
                                            <p:strVal val="#ppt_y-0.02397"/>
                                          </p:val>
                                        </p:tav>
                                        <p:tav tm="46674">
                                          <p:val>
                                            <p:strVal val="#ppt_y-0.01743"/>
                                          </p:val>
                                        </p:tav>
                                        <p:tav tm="53676">
                                          <p:val>
                                            <p:strVal val="#ppt_y-0.01404"/>
                                          </p:val>
                                        </p:tav>
                                        <p:tav tm="60677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98016">
                                          <p:val>
                                            <p:strVal val="#ppt_y-0.008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428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"/>
                                          </p:val>
                                        </p:tav>
                                        <p:tav tm="23337">
                                          <p:val>
                                            <p:strVal val="#ppt_w*0.15"/>
                                          </p:val>
                                        </p:tav>
                                        <p:tav tm="25671">
                                          <p:val>
                                            <p:strVal val="#ppt_w*0.25529"/>
                                          </p:val>
                                        </p:tav>
                                        <p:tav tm="28005">
                                          <p:val>
                                            <p:strVal val="#ppt_w*0.39885"/>
                                          </p:val>
                                        </p:tav>
                                        <p:tav tm="30338">
                                          <p:val>
                                            <p:strVal val="#ppt_w*0.51882"/>
                                          </p:val>
                                        </p:tav>
                                        <p:tav tm="32672">
                                          <p:val>
                                            <p:strVal val="#ppt_w*0.61634"/>
                                          </p:val>
                                        </p:tav>
                                        <p:tav tm="35006">
                                          <p:val>
                                            <p:strVal val="#ppt_w*0.69429"/>
                                          </p:val>
                                        </p:tav>
                                        <p:tav tm="37340">
                                          <p:val>
                                            <p:strVal val="#ppt_w*0.75616"/>
                                          </p:val>
                                        </p:tav>
                                        <p:tav tm="39673">
                                          <p:val>
                                            <p:strVal val="#ppt_w*0.8052"/>
                                          </p:val>
                                        </p:tav>
                                        <p:tav tm="42007">
                                          <p:val>
                                            <p:strVal val="#ppt_w*0.84416"/>
                                          </p:val>
                                        </p:tav>
                                        <p:tav tm="44341">
                                          <p:val>
                                            <p:strVal val="#ppt_w*0.87525"/>
                                          </p:val>
                                        </p:tav>
                                        <p:tav tm="46674">
                                          <p:val>
                                            <p:strVal val="#ppt_w*0.90015"/>
                                          </p:val>
                                        </p:tav>
                                        <p:tav tm="49008">
                                          <p:val>
                                            <p:strVal val="#ppt_w*0.92017"/>
                                          </p:val>
                                        </p:tav>
                                        <p:tav tm="51342">
                                          <p:val>
                                            <p:strVal val="#ppt_w*0.93633"/>
                                          </p:val>
                                        </p:tav>
                                        <p:tav tm="53676">
                                          <p:val>
                                            <p:strVal val="#ppt_w*0.94938"/>
                                          </p:val>
                                        </p:tav>
                                        <p:tav tm="58343">
                                          <p:val>
                                            <p:strVal val="#ppt_w*0.96849"/>
                                          </p:val>
                                        </p:tav>
                                        <p:tav tm="63011">
                                          <p:val>
                                            <p:strVal val="#ppt_w*0.98097"/>
                                          </p:val>
                                        </p:tav>
                                        <p:tav tm="70012">
                                          <p:val>
                                            <p:strVal val="#ppt_w*0.99182"/>
                                          </p:val>
                                        </p:tav>
                                        <p:tav tm="77013">
                                          <p:val>
                                            <p:strVal val="#ppt_w*0.99707"/>
                                          </p:val>
                                        </p:tav>
                                        <p:tav tm="86348">
                                          <p:val>
                                            <p:strVal val="#ppt_w*0.9996"/>
                                          </p:val>
                                        </p:tav>
                                        <p:tav tm="9801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428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"/>
                                          </p:val>
                                        </p:tav>
                                        <p:tav tm="23337">
                                          <p:val>
                                            <p:strVal val="#ppt_h*0.15"/>
                                          </p:val>
                                        </p:tav>
                                        <p:tav tm="25671">
                                          <p:val>
                                            <p:strVal val="#ppt_h*0.25529"/>
                                          </p:val>
                                        </p:tav>
                                        <p:tav tm="28005">
                                          <p:val>
                                            <p:strVal val="#ppt_h*0.39885"/>
                                          </p:val>
                                        </p:tav>
                                        <p:tav tm="30338">
                                          <p:val>
                                            <p:strVal val="#ppt_h*0.51882"/>
                                          </p:val>
                                        </p:tav>
                                        <p:tav tm="32672">
                                          <p:val>
                                            <p:strVal val="#ppt_h*0.61634"/>
                                          </p:val>
                                        </p:tav>
                                        <p:tav tm="35006">
                                          <p:val>
                                            <p:strVal val="#ppt_h*0.69429"/>
                                          </p:val>
                                        </p:tav>
                                        <p:tav tm="37340">
                                          <p:val>
                                            <p:strVal val="#ppt_h*0.75616"/>
                                          </p:val>
                                        </p:tav>
                                        <p:tav tm="39673">
                                          <p:val>
                                            <p:strVal val="#ppt_h*0.8052"/>
                                          </p:val>
                                        </p:tav>
                                        <p:tav tm="42007">
                                          <p:val>
                                            <p:strVal val="#ppt_h*0.84416"/>
                                          </p:val>
                                        </p:tav>
                                        <p:tav tm="44341">
                                          <p:val>
                                            <p:strVal val="#ppt_h*0.87525"/>
                                          </p:val>
                                        </p:tav>
                                        <p:tav tm="46674">
                                          <p:val>
                                            <p:strVal val="#ppt_h*0.90015"/>
                                          </p:val>
                                        </p:tav>
                                        <p:tav tm="49008">
                                          <p:val>
                                            <p:strVal val="#ppt_h*0.92017"/>
                                          </p:val>
                                        </p:tav>
                                        <p:tav tm="51342">
                                          <p:val>
                                            <p:strVal val="#ppt_h*0.93633"/>
                                          </p:val>
                                        </p:tav>
                                        <p:tav tm="53676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58343">
                                          <p:val>
                                            <p:strVal val="#ppt_h*0.96849"/>
                                          </p:val>
                                        </p:tav>
                                        <p:tav tm="63011">
                                          <p:val>
                                            <p:strVal val="#ppt_h*0.98097"/>
                                          </p:val>
                                        </p:tav>
                                        <p:tav tm="70012">
                                          <p:val>
                                            <p:strVal val="#ppt_h*0.99182"/>
                                          </p:val>
                                        </p:tav>
                                        <p:tav tm="77013">
                                          <p:val>
                                            <p:strVal val="#ppt_h*0.99707"/>
                                          </p:val>
                                        </p:tav>
                                        <p:tav tm="86348">
                                          <p:val>
                                            <p:strVal val="#ppt_h*0.9996"/>
                                          </p:val>
                                        </p:tav>
                                        <p:tav tm="9801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Rot by="-325801">
                                      <p:cBhvr>
                                        <p:cTn id="44" dur="1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54720">
                                      <p:cBhvr>
                                        <p:cTn id="45" dur="4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8" dur="2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128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3" dur="2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128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" dur="2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128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" dur="2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128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8" dur="2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128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3" dur="2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128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8" dur="2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28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3" dur="2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128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8" dur="2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128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3" dur="2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128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" dur="2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128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3" dur="2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128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8" dur="2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128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128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27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520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509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486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128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199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174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1512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118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027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1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128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2574"/>
                                          </p:val>
                                        </p:tav>
                                        <p:tav tm="5195">
                                          <p:val>
                                            <p:strVal val="#ppt_w*0.92642"/>
                                          </p:val>
                                        </p:tav>
                                        <p:tav tm="7792">
                                          <p:val>
                                            <p:strVal val="#ppt_w*0.928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0.9319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0.9375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0.9457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0.9575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0.9745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0368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1.036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128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2574"/>
                                          </p:val>
                                        </p:tav>
                                        <p:tav tm="7792">
                                          <p:val>
                                            <p:strVal val="#ppt_h*0.928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0.9457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0.9745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0368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1.0368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1" dur="3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128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41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540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534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523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49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128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00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294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270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248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2177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17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106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128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733"/>
                                          </p:val>
                                        </p:tav>
                                        <p:tav tm="7792">
                                          <p:val>
                                            <p:strVal val="#ppt_w*0.8977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0.89941"/>
                                          </p:val>
                                        </p:tav>
                                        <p:tav tm="12987">
                                          <p:val>
                                            <p:strVal val="#ppt_w*0.9025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0.9075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0.9149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0.9255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0.9408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0.9634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1.00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128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973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0.8994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0.9149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0.9408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0.9634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1.005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9" dur="533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128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3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128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302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54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572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129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3749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837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19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72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3615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081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8565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6715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518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393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28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2036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134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338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412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128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4358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200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646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357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6471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729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599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615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813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251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92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815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890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123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494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98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5708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699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11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128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10185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207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519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401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4717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8984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014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525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072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279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903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814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935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219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631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150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757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1917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8598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697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9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128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6"/>
                                          </p:val>
                                        </p:tav>
                                        <p:tav tm="2597">
                                          <p:val>
                                            <p:fltVal val="113.53"/>
                                          </p:val>
                                        </p:tav>
                                        <p:tav tm="5195">
                                          <p:val>
                                            <p:fltVal val="113.28"/>
                                          </p:val>
                                        </p:tav>
                                        <p:tav tm="7792">
                                          <p:val>
                                            <p:fltVal val="107.37"/>
                                          </p:val>
                                        </p:tav>
                                        <p:tav tm="10390">
                                          <p:val>
                                            <p:fltVal val="82.39"/>
                                          </p:val>
                                        </p:tav>
                                        <p:tav tm="12987">
                                          <p:val>
                                            <p:fltVal val="61.4"/>
                                          </p:val>
                                        </p:tav>
                                        <p:tav tm="15584">
                                          <p:val>
                                            <p:fltVal val="47.14"/>
                                          </p:val>
                                        </p:tav>
                                        <p:tav tm="18182">
                                          <p:val>
                                            <p:fltVal val="37.11"/>
                                          </p:val>
                                        </p:tav>
                                        <p:tav tm="20779">
                                          <p:val>
                                            <p:fltVal val="29.61"/>
                                          </p:val>
                                        </p:tav>
                                        <p:tav tm="23377">
                                          <p:val>
                                            <p:fltVal val="23.7"/>
                                          </p:val>
                                        </p:tav>
                                        <p:tav tm="25974">
                                          <p:val>
                                            <p:fltVal val="18.9"/>
                                          </p:val>
                                        </p:tav>
                                        <p:tav tm="28571">
                                          <p:val>
                                            <p:fltVal val="14.93"/>
                                          </p:val>
                                        </p:tav>
                                        <p:tav tm="31169">
                                          <p:val>
                                            <p:fltVal val="11.63"/>
                                          </p:val>
                                        </p:tav>
                                        <p:tav tm="36364">
                                          <p:val>
                                            <p:fltVal val="6.57"/>
                                          </p:val>
                                        </p:tav>
                                        <p:tav tm="41558">
                                          <p:val>
                                            <p:fltVal val="3.08"/>
                                          </p:val>
                                        </p:tav>
                                        <p:tav tm="46753">
                                          <p:val>
                                            <p:fltVal val="0.78"/>
                                          </p:val>
                                        </p:tav>
                                        <p:tav tm="51948">
                                          <p:val>
                                            <p:fltVal val="-0.57"/>
                                          </p:val>
                                        </p:tav>
                                        <p:tav tm="59740">
                                          <p:val>
                                            <p:fltVal val="-1.24"/>
                                          </p:val>
                                        </p:tav>
                                        <p:tav tm="96104">
                                          <p:val>
                                            <p:fltVal val="-1.2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8" dur="6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128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74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713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718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713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65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621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594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575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540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5209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128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746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139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185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887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425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442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7413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208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795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4686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2006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9765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7882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6293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495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814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855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048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375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817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489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71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128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03213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4605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5113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365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837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013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068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577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4831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201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9885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920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280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924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05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884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128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507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000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5895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2598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00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55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499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8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128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370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3596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9765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85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2334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7145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436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320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280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864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801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953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248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125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272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6314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379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662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658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4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128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5.99"/>
                                          </p:val>
                                        </p:tav>
                                        <p:tav tm="2597">
                                          <p:val>
                                            <p:fltVal val="-148.72"/>
                                          </p:val>
                                        </p:tav>
                                        <p:tav tm="7792">
                                          <p:val>
                                            <p:fltVal val="-148.99"/>
                                          </p:val>
                                        </p:tav>
                                        <p:tav tm="12987">
                                          <p:val>
                                            <p:fltVal val="-96.07"/>
                                          </p:val>
                                        </p:tav>
                                        <p:tav tm="15584">
                                          <p:val>
                                            <p:fltVal val="-77.75"/>
                                          </p:val>
                                        </p:tav>
                                        <p:tav tm="18182">
                                          <p:val>
                                            <p:fltVal val="-64.55"/>
                                          </p:val>
                                        </p:tav>
                                        <p:tav tm="20779">
                                          <p:val>
                                            <p:fltVal val="-54.26"/>
                                          </p:val>
                                        </p:tav>
                                        <p:tav tm="23377">
                                          <p:val>
                                            <p:fltVal val="-45.72"/>
                                          </p:val>
                                        </p:tav>
                                        <p:tav tm="25974">
                                          <p:val>
                                            <p:fltVal val="-38.4"/>
                                          </p:val>
                                        </p:tav>
                                        <p:tav tm="28571">
                                          <p:val>
                                            <p:fltVal val="-32.02"/>
                                          </p:val>
                                        </p:tav>
                                        <p:tav tm="31169">
                                          <p:val>
                                            <p:fltVal val="-26.43"/>
                                          </p:val>
                                        </p:tav>
                                        <p:tav tm="33766">
                                          <p:val>
                                            <p:fltVal val="-21.52"/>
                                          </p:val>
                                        </p:tav>
                                        <p:tav tm="36364">
                                          <p:val>
                                            <p:fltVal val="-17.21"/>
                                          </p:val>
                                        </p:tav>
                                        <p:tav tm="41558">
                                          <p:val>
                                            <p:fltVal val="-10.19"/>
                                          </p:val>
                                        </p:tav>
                                        <p:tav tm="46753">
                                          <p:val>
                                            <p:fltVal val="-5"/>
                                          </p:val>
                                        </p:tav>
                                        <p:tav tm="51948">
                                          <p:val>
                                            <p:fltVal val="-1.34"/>
                                          </p:val>
                                        </p:tav>
                                        <p:tav tm="57143">
                                          <p:val>
                                            <p:fltVal val="1.04"/>
                                          </p:val>
                                        </p:tav>
                                        <p:tav tm="64935">
                                          <p:val>
                                            <p:fltVal val="2.65"/>
                                          </p:val>
                                        </p:tav>
                                        <p:tav tm="96104">
                                          <p:val>
                                            <p:fltVal val="2.7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7" dur="6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128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002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843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8493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840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731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690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633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61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5791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373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141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018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96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128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181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5539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597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311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145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140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38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78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312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930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614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348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1231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30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66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25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504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998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3104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234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69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128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349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849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3823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547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8398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7016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4295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1655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4798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778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9286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29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71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48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505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728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103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596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416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562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1478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853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07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9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128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2535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401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82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851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3418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461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341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528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410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614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097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373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43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0508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4303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6562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594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128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2.4"/>
                                          </p:val>
                                        </p:tav>
                                        <p:tav tm="2597">
                                          <p:val>
                                            <p:fltVal val="-165.14"/>
                                          </p:val>
                                        </p:tav>
                                        <p:tav tm="7792">
                                          <p:val>
                                            <p:fltVal val="-165.4"/>
                                          </p:val>
                                        </p:tav>
                                        <p:tav tm="10390">
                                          <p:val>
                                            <p:fltVal val="-184.12"/>
                                          </p:val>
                                        </p:tav>
                                        <p:tav tm="12987">
                                          <p:val>
                                            <p:fltVal val="-215.2"/>
                                          </p:val>
                                        </p:tav>
                                        <p:tav tm="15584">
                                          <p:val>
                                            <p:fltVal val="-237.71"/>
                                          </p:val>
                                        </p:tav>
                                        <p:tav tm="18182">
                                          <p:val>
                                            <p:fltVal val="-254.22"/>
                                          </p:val>
                                        </p:tav>
                                        <p:tav tm="20779">
                                          <p:val>
                                            <p:fltVal val="-267.61"/>
                                          </p:val>
                                        </p:tav>
                                        <p:tav tm="23377">
                                          <p:val>
                                            <p:fltVal val="-279.34"/>
                                          </p:val>
                                        </p:tav>
                                        <p:tav tm="25974">
                                          <p:val>
                                            <p:fltVal val="-289.98"/>
                                          </p:val>
                                        </p:tav>
                                        <p:tav tm="28571">
                                          <p:val>
                                            <p:fltVal val="-299.74"/>
                                          </p:val>
                                        </p:tav>
                                        <p:tav tm="31169">
                                          <p:val>
                                            <p:fltVal val="-308.68"/>
                                          </p:val>
                                        </p:tav>
                                        <p:tav tm="33766">
                                          <p:val>
                                            <p:fltVal val="-316.79"/>
                                          </p:val>
                                        </p:tav>
                                        <p:tav tm="36364">
                                          <p:val>
                                            <p:fltVal val="-324.07"/>
                                          </p:val>
                                        </p:tav>
                                        <p:tav tm="38961">
                                          <p:val>
                                            <p:fltVal val="-330.53"/>
                                          </p:val>
                                        </p:tav>
                                        <p:tav tm="41558">
                                          <p:val>
                                            <p:fltVal val="-336.19"/>
                                          </p:val>
                                        </p:tav>
                                        <p:tav tm="44156">
                                          <p:val>
                                            <p:fltVal val="-341.12"/>
                                          </p:val>
                                        </p:tav>
                                        <p:tav tm="46753">
                                          <p:val>
                                            <p:fltVal val="-345.36"/>
                                          </p:val>
                                        </p:tav>
                                        <p:tav tm="51948">
                                          <p:val>
                                            <p:fltVal val="-352.08"/>
                                          </p:val>
                                        </p:tav>
                                        <p:tav tm="57143">
                                          <p:val>
                                            <p:fltVal val="-356.82"/>
                                          </p:val>
                                        </p:tav>
                                        <p:tav tm="62338">
                                          <p:val>
                                            <p:fltVal val="-360"/>
                                          </p:val>
                                        </p:tav>
                                        <p:tav tm="67532">
                                          <p:val>
                                            <p:fltVal val="-361.92"/>
                                          </p:val>
                                        </p:tav>
                                        <p:tav tm="72727">
                                          <p:val>
                                            <p:fltVal val="-362.81"/>
                                          </p:val>
                                        </p:tav>
                                        <p:tav tm="96104">
                                          <p:val>
                                            <p:fltVal val="-362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6" dur="7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128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97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012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017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009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967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884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821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773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734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702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650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11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808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383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9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128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397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752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793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5146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6457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695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957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353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852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435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080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775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512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285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088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917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7683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6384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525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426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3403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657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1461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991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368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544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128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72497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207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16764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0062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5094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569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2054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975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586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983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9861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43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668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416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528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881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3866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988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6549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109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5015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0949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8664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801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9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128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425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840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178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509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0536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5441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904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200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306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2398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1179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0326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9264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690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5786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47774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3889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31205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46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8993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4235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875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824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576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6776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17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128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7.79"/>
                                          </p:val>
                                        </p:tav>
                                        <p:tav tm="2597">
                                          <p:val>
                                            <p:fltVal val="125.05"/>
                                          </p:val>
                                        </p:tav>
                                        <p:tav tm="7792">
                                          <p:val>
                                            <p:fltVal val="124.79"/>
                                          </p:val>
                                        </p:tav>
                                        <p:tav tm="10390">
                                          <p:val>
                                            <p:fltVal val="132.58"/>
                                          </p:val>
                                        </p:tav>
                                        <p:tav tm="12987">
                                          <p:val>
                                            <p:fltVal val="168"/>
                                          </p:val>
                                        </p:tav>
                                        <p:tav tm="15584">
                                          <p:val>
                                            <p:fltVal val="194.88"/>
                                          </p:val>
                                        </p:tav>
                                        <p:tav tm="18182">
                                          <p:val>
                                            <p:fltVal val="214.71"/>
                                          </p:val>
                                        </p:tav>
                                        <p:tav tm="20779">
                                          <p:val>
                                            <p:fltVal val="231.23"/>
                                          </p:val>
                                        </p:tav>
                                        <p:tav tm="23377">
                                          <p:val>
                                            <p:fltVal val="246.43"/>
                                          </p:val>
                                        </p:tav>
                                        <p:tav tm="25974">
                                          <p:val>
                                            <p:fltVal val="260.95"/>
                                          </p:val>
                                        </p:tav>
                                        <p:tav tm="28571">
                                          <p:val>
                                            <p:fltVal val="274.81"/>
                                          </p:val>
                                        </p:tav>
                                        <p:tav tm="31169">
                                          <p:val>
                                            <p:fltVal val="287.75"/>
                                          </p:val>
                                        </p:tav>
                                        <p:tav tm="33766">
                                          <p:val>
                                            <p:fltVal val="299.43"/>
                                          </p:val>
                                        </p:tav>
                                        <p:tav tm="36364">
                                          <p:val>
                                            <p:fltVal val="309.7"/>
                                          </p:val>
                                        </p:tav>
                                        <p:tav tm="38961">
                                          <p:val>
                                            <p:fltVal val="318.52"/>
                                          </p:val>
                                        </p:tav>
                                        <p:tav tm="41558">
                                          <p:val>
                                            <p:fltVal val="326.01"/>
                                          </p:val>
                                        </p:tav>
                                        <p:tav tm="44156">
                                          <p:val>
                                            <p:fltVal val="332.34"/>
                                          </p:val>
                                        </p:tav>
                                        <p:tav tm="46753">
                                          <p:val>
                                            <p:fltVal val="337.68"/>
                                          </p:val>
                                        </p:tav>
                                        <p:tav tm="49351">
                                          <p:val>
                                            <p:fltVal val="342.18"/>
                                          </p:val>
                                        </p:tav>
                                        <p:tav tm="51948">
                                          <p:val>
                                            <p:fltVal val="345.98"/>
                                          </p:val>
                                        </p:tav>
                                        <p:tav tm="57143">
                                          <p:val>
                                            <p:fltVal val="351.89"/>
                                          </p:val>
                                        </p:tav>
                                        <p:tav tm="62338">
                                          <p:val>
                                            <p:fltVal val="356.08"/>
                                          </p:val>
                                        </p:tav>
                                        <p:tav tm="67532">
                                          <p:val>
                                            <p:fltVal val="358.96"/>
                                          </p:val>
                                        </p:tav>
                                        <p:tav tm="75325">
                                          <p:val>
                                            <p:fltVal val="361.43"/>
                                          </p:val>
                                        </p:tav>
                                        <p:tav tm="80519">
                                          <p:val>
                                            <p:fltVal val="362.1"/>
                                          </p:val>
                                        </p:tav>
                                        <p:tav tm="96104">
                                          <p:val>
                                            <p:fltVal val="362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5" dur="8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128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87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8313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836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824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792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714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82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632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583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526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27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9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128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912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244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283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01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334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468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682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4016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3453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97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571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2220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9161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6518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4212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1219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10424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8866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7494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6283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5216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4274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3446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2082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1528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85714">
                                          <p:val>
                                            <p:strVal val="#ppt_y-0.0066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128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38744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473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7899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432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2620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190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368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030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797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0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83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559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143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31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16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463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96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1128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4599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8054"/>
                                          </p:val>
                                        </p:tav>
                                        <p:tav tm="88312">
                                          <p:val>
                                            <p:strVal val="#ppt_w*0.96636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128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766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708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990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51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5081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1467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3846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9127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7163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660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6345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56259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4217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2.2357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2.0409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8613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7062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5761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4683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3790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3048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2431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9138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14792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08049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3286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8805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666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2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128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1.23"/>
                                          </p:val>
                                        </p:tav>
                                        <p:tav tm="2597">
                                          <p:val>
                                            <p:fltVal val="-93.96"/>
                                          </p:val>
                                        </p:tav>
                                        <p:tav tm="10390">
                                          <p:val>
                                            <p:fltVal val="-94.23"/>
                                          </p:val>
                                        </p:tav>
                                        <p:tav tm="12987">
                                          <p:val>
                                            <p:fltVal val="-127.8"/>
                                          </p:val>
                                        </p:tav>
                                        <p:tav tm="15584">
                                          <p:val>
                                            <p:fltVal val="-159.34"/>
                                          </p:val>
                                        </p:tav>
                                        <p:tav tm="18182">
                                          <p:val>
                                            <p:fltVal val="-182.47"/>
                                          </p:val>
                                        </p:tav>
                                        <p:tav tm="20779">
                                          <p:val>
                                            <p:fltVal val="-201.92"/>
                                          </p:val>
                                        </p:tav>
                                        <p:tav tm="28571">
                                          <p:val>
                                            <p:fltVal val="-257.2"/>
                                          </p:val>
                                        </p:tav>
                                        <p:tav tm="31169">
                                          <p:val>
                                            <p:fltVal val="-274.02"/>
                                          </p:val>
                                        </p:tav>
                                        <p:tav tm="33766">
                                          <p:val>
                                            <p:fltVal val="-288.69"/>
                                          </p:val>
                                        </p:tav>
                                        <p:tav tm="36364">
                                          <p:val>
                                            <p:fltVal val="-300.97"/>
                                          </p:val>
                                        </p:tav>
                                        <p:tav tm="38961">
                                          <p:val>
                                            <p:fltVal val="-311.08"/>
                                          </p:val>
                                        </p:tav>
                                        <p:tav tm="41558">
                                          <p:val>
                                            <p:fltVal val="-319.38"/>
                                          </p:val>
                                        </p:tav>
                                        <p:tav tm="44156">
                                          <p:val>
                                            <p:fltVal val="-326.26"/>
                                          </p:val>
                                        </p:tav>
                                        <p:tav tm="46753">
                                          <p:val>
                                            <p:fltVal val="-332.02"/>
                                          </p:val>
                                        </p:tav>
                                        <p:tav tm="49351">
                                          <p:val>
                                            <p:fltVal val="-336.88"/>
                                          </p:val>
                                        </p:tav>
                                        <p:tav tm="54545">
                                          <p:val>
                                            <p:fltVal val="-344.59"/>
                                          </p:val>
                                        </p:tav>
                                        <p:tav tm="57143">
                                          <p:val>
                                            <p:fltVal val="-347.66"/>
                                          </p:val>
                                        </p:tav>
                                        <p:tav tm="62338">
                                          <p:val>
                                            <p:fltVal val="-352.61"/>
                                          </p:val>
                                        </p:tav>
                                        <p:tav tm="70130">
                                          <p:val>
                                            <p:fltVal val="-357.75"/>
                                          </p:val>
                                        </p:tav>
                                        <p:tav tm="77922">
                                          <p:val>
                                            <p:fltVal val="-360.83"/>
                                          </p:val>
                                        </p:tav>
                                        <p:tav tm="85714">
                                          <p:val>
                                            <p:fltVal val="-362.35"/>
                                          </p:val>
                                        </p:tav>
                                        <p:tav tm="96104">
                                          <p:val>
                                            <p:fltVal val="-362.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4" dur="5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" dur="128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25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35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361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352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326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33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391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435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461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828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128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28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583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61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364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714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90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72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758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996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3971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917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527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09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474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31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55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05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85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872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086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469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338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675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128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9080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32328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7249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2031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7633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901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212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147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538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3733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124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8863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968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406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12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087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243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562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017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586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2518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19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027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627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2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128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466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2158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529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744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493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8022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0514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412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491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96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211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913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901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084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408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843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9732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37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761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5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128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3.8"/>
                                          </p:val>
                                        </p:tav>
                                        <p:tav tm="2597">
                                          <p:val>
                                            <p:fltVal val="-136.54"/>
                                          </p:val>
                                        </p:tav>
                                        <p:tav tm="10390">
                                          <p:val>
                                            <p:fltVal val="-136.8"/>
                                          </p:val>
                                        </p:tav>
                                        <p:tav tm="12987">
                                          <p:val>
                                            <p:fltVal val="-120.14"/>
                                          </p:val>
                                        </p:tav>
                                        <p:tav tm="15584">
                                          <p:val>
                                            <p:fltVal val="-91.32"/>
                                          </p:val>
                                        </p:tav>
                                        <p:tav tm="18182">
                                          <p:val>
                                            <p:fltVal val="-71.21"/>
                                          </p:val>
                                        </p:tav>
                                        <p:tav tm="20779">
                                          <p:val>
                                            <p:fltVal val="-57.14"/>
                                          </p:val>
                                        </p:tav>
                                        <p:tav tm="23377">
                                          <p:val>
                                            <p:fltVal val="-46.53"/>
                                          </p:val>
                                        </p:tav>
                                        <p:tav tm="25974">
                                          <p:val>
                                            <p:fltVal val="-38.06"/>
                                          </p:val>
                                        </p:tav>
                                        <p:tav tm="28571">
                                          <p:val>
                                            <p:fltVal val="-31.05"/>
                                          </p:val>
                                        </p:tav>
                                        <p:tav tm="31169">
                                          <p:val>
                                            <p:fltVal val="-25.13"/>
                                          </p:val>
                                        </p:tav>
                                        <p:tav tm="33766">
                                          <p:val>
                                            <p:fltVal val="-20.09"/>
                                          </p:val>
                                        </p:tav>
                                        <p:tav tm="36364">
                                          <p:val>
                                            <p:fltVal val="-15.79"/>
                                          </p:val>
                                        </p:tav>
                                        <p:tav tm="38961">
                                          <p:val>
                                            <p:fltVal val="-12.13"/>
                                          </p:val>
                                        </p:tav>
                                        <p:tav tm="41558">
                                          <p:val>
                                            <p:fltVal val="-9.02"/>
                                          </p:val>
                                        </p:tav>
                                        <p:tav tm="46753">
                                          <p:val>
                                            <p:fltVal val="-4.24"/>
                                          </p:val>
                                        </p:tav>
                                        <p:tav tm="51948">
                                          <p:val>
                                            <p:fltVal val="-1.08"/>
                                          </p:val>
                                        </p:tav>
                                        <p:tav tm="57143">
                                          <p:val>
                                            <p:fltVal val="0.78"/>
                                          </p:val>
                                        </p:tav>
                                        <p:tav tm="64935">
                                          <p:val>
                                            <p:fltVal val="1.62"/>
                                          </p:val>
                                        </p:tav>
                                        <p:tav tm="96104">
                                          <p:val>
                                            <p:fltVal val="1.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3" dur="6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128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84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716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20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08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678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88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825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944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044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26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9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49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955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339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661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16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51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769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1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128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350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625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657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414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79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64198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5273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43029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3510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872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353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92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5732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277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0301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821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645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496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3708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2655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778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1054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467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62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88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9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128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659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7192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7292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880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4.1080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8724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6032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4748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2100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989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857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9268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7192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5548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251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25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409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756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233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125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475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277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11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128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36804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89091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343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3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5503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593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013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3971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178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979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604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640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876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20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468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510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753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453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7257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605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9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128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2.32"/>
                                          </p:val>
                                        </p:tav>
                                        <p:tav tm="2597">
                                          <p:val>
                                            <p:fltVal val="179.59"/>
                                          </p:val>
                                        </p:tav>
                                        <p:tav tm="10390">
                                          <p:val>
                                            <p:fltVal val="179.32"/>
                                          </p:val>
                                        </p:tav>
                                        <p:tav tm="12987">
                                          <p:val>
                                            <p:fltVal val="174.02"/>
                                          </p:val>
                                        </p:tav>
                                        <p:tav tm="15584">
                                          <p:val>
                                            <p:fltVal val="139.05"/>
                                          </p:val>
                                        </p:tav>
                                        <p:tav tm="18182">
                                          <p:val>
                                            <p:fltVal val="113.75"/>
                                          </p:val>
                                        </p:tav>
                                        <p:tav tm="20779">
                                          <p:val>
                                            <p:fltVal val="95.81"/>
                                          </p:val>
                                        </p:tav>
                                        <p:tav tm="23377">
                                          <p:val>
                                            <p:fltVal val="81.82"/>
                                          </p:val>
                                        </p:tav>
                                        <p:tav tm="25974">
                                          <p:val>
                                            <p:fltVal val="70.02"/>
                                          </p:val>
                                        </p:tav>
                                        <p:tav tm="28571">
                                          <p:val>
                                            <p:fltVal val="59.66"/>
                                          </p:val>
                                        </p:tav>
                                        <p:tav tm="31169">
                                          <p:val>
                                            <p:fltVal val="50.39"/>
                                          </p:val>
                                        </p:tav>
                                        <p:tav tm="33766">
                                          <p:val>
                                            <p:fltVal val="42.07"/>
                                          </p:val>
                                        </p:tav>
                                        <p:tav tm="36364">
                                          <p:val>
                                            <p:fltVal val="34.63"/>
                                          </p:val>
                                        </p:tav>
                                        <p:tav tm="38961">
                                          <p:val>
                                            <p:fltVal val="28.05"/>
                                          </p:val>
                                        </p:tav>
                                        <p:tav tm="41558">
                                          <p:val>
                                            <p:fltVal val="22.28"/>
                                          </p:val>
                                        </p:tav>
                                        <p:tav tm="44156">
                                          <p:val>
                                            <p:fltVal val="17.28"/>
                                          </p:val>
                                        </p:tav>
                                        <p:tav tm="46753">
                                          <p:val>
                                            <p:fltVal val="12.98"/>
                                          </p:val>
                                        </p:tav>
                                        <p:tav tm="51948">
                                          <p:val>
                                            <p:fltVal val="6.26"/>
                                          </p:val>
                                        </p:tav>
                                        <p:tav tm="57143">
                                          <p:val>
                                            <p:fltVal val="1.65"/>
                                          </p:val>
                                        </p:tav>
                                        <p:tav tm="62338">
                                          <p:val>
                                            <p:fltVal val="-1.27"/>
                                          </p:val>
                                        </p:tav>
                                        <p:tav tm="64935">
                                          <p:val>
                                            <p:fltVal val="-2.19"/>
                                          </p:val>
                                        </p:tav>
                                        <p:tav tm="70130">
                                          <p:val>
                                            <p:fltVal val="-3.13"/>
                                          </p:val>
                                        </p:tav>
                                        <p:tav tm="96104">
                                          <p:val>
                                            <p:fltVal val="-3.2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2" dur="700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128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24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442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444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498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653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93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13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134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095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64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21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687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42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96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65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4936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3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128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508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4740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47672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441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335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668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17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782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473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2256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019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8465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6996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5746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467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767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98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318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264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854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475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128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88208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2945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4341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0113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391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104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677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2428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358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013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300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065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165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491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96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2025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6626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1229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9019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128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041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1794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172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35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2027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462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849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039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104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731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882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912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998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18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467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8547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334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8979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2386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813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5732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484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8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128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0.4"/>
                                          </p:val>
                                        </p:tav>
                                        <p:tav tm="2597">
                                          <p:val>
                                            <p:fltVal val="137.67"/>
                                          </p:val>
                                        </p:tav>
                                        <p:tav tm="5195">
                                          <p:val>
                                            <p:fltVal val="137.42"/>
                                          </p:val>
                                        </p:tav>
                                        <p:tav tm="7792">
                                          <p:val>
                                            <p:fltVal val="145.92"/>
                                          </p:val>
                                        </p:tav>
                                        <p:tav tm="10390">
                                          <p:val>
                                            <p:fltVal val="182.05"/>
                                          </p:val>
                                        </p:tav>
                                        <p:tav tm="12987">
                                          <p:val>
                                            <p:fltVal val="210.63"/>
                                          </p:val>
                                        </p:tav>
                                        <p:tav tm="15584">
                                          <p:val>
                                            <p:fltVal val="230.59"/>
                                          </p:val>
                                        </p:tav>
                                        <p:tav tm="18182">
                                          <p:val>
                                            <p:fltVal val="246.8"/>
                                          </p:val>
                                        </p:tav>
                                        <p:tav tm="20779">
                                          <p:val>
                                            <p:fltVal val="261.48"/>
                                          </p:val>
                                        </p:tav>
                                        <p:tav tm="23377">
                                          <p:val>
                                            <p:fltVal val="275.33"/>
                                          </p:val>
                                        </p:tav>
                                        <p:tav tm="25974">
                                          <p:val>
                                            <p:fltVal val="288.31"/>
                                          </p:val>
                                        </p:tav>
                                        <p:tav tm="28571">
                                          <p:val>
                                            <p:fltVal val="300.18"/>
                                          </p:val>
                                        </p:tav>
                                        <p:tav tm="31169">
                                          <p:val>
                                            <p:fltVal val="310.75"/>
                                          </p:val>
                                        </p:tav>
                                        <p:tav tm="33766">
                                          <p:val>
                                            <p:fltVal val="319.94"/>
                                          </p:val>
                                        </p:tav>
                                        <p:tav tm="36364">
                                          <p:val>
                                            <p:fltVal val="327.8"/>
                                          </p:val>
                                        </p:tav>
                                        <p:tav tm="38961">
                                          <p:val>
                                            <p:fltVal val="334.44"/>
                                          </p:val>
                                        </p:tav>
                                        <p:tav tm="41558">
                                          <p:val>
                                            <p:fltVal val="340.01"/>
                                          </p:val>
                                        </p:tav>
                                        <p:tav tm="44156">
                                          <p:val>
                                            <p:fltVal val="344.68"/>
                                          </p:val>
                                        </p:tav>
                                        <p:tav tm="46753">
                                          <p:val>
                                            <p:fltVal val="348.59"/>
                                          </p:val>
                                        </p:tav>
                                        <p:tav tm="49351">
                                          <p:val>
                                            <p:fltVal val="351.84"/>
                                          </p:val>
                                        </p:tav>
                                        <p:tav tm="54545">
                                          <p:val>
                                            <p:fltVal val="356.75"/>
                                          </p:val>
                                        </p:tav>
                                        <p:tav tm="59740">
                                          <p:val>
                                            <p:fltVal val="360"/>
                                          </p:val>
                                        </p:tav>
                                        <p:tav tm="64935">
                                          <p:val>
                                            <p:fltVal val="361.98"/>
                                          </p:val>
                                        </p:tav>
                                        <p:tav tm="70130">
                                          <p:val>
                                            <p:fltVal val="362.95"/>
                                          </p:val>
                                        </p:tav>
                                        <p:tav tm="96104">
                                          <p:val>
                                            <p:fltVal val="363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1" dur="7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128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95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97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0980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0968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336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500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644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768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8759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1968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047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1155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174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25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27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3426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3977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92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19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1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128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151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33759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3402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180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3442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852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517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263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0627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902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7676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6526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5538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4685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3947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748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262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469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635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164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128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44834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1471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85813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7087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0871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091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342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4859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081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004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885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560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751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225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8348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8963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842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2657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771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1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128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286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295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585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085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151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2565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8016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12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5502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5044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4108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26108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9014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738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5989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818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845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303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370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814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352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6497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01725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8646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6895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22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128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0.5"/>
                                          </p:val>
                                        </p:tav>
                                        <p:tav tm="2597">
                                          <p:val>
                                            <p:fltVal val="-103.23"/>
                                          </p:val>
                                        </p:tav>
                                        <p:tav tm="7792">
                                          <p:val>
                                            <p:fltVal val="-103.5"/>
                                          </p:val>
                                        </p:tav>
                                        <p:tav tm="10390">
                                          <p:val>
                                            <p:fltVal val="-138.79"/>
                                          </p:val>
                                        </p:tav>
                                        <p:tav tm="12987">
                                          <p:val>
                                            <p:fltVal val="-172.01"/>
                                          </p:val>
                                        </p:tav>
                                        <p:tav tm="15584">
                                          <p:val>
                                            <p:fltVal val="-195.56"/>
                                          </p:val>
                                        </p:tav>
                                        <p:tav tm="18182">
                                          <p:val>
                                            <p:fltVal val="-215.04"/>
                                          </p:val>
                                        </p:tav>
                                        <p:tav tm="23377">
                                          <p:val>
                                            <p:fltVal val="-251.73"/>
                                          </p:val>
                                        </p:tav>
                                        <p:tav tm="25974">
                                          <p:val>
                                            <p:fltVal val="-269.21"/>
                                          </p:val>
                                        </p:tav>
                                        <p:tav tm="28571">
                                          <p:val>
                                            <p:fltVal val="-285.03"/>
                                          </p:val>
                                        </p:tav>
                                        <p:tav tm="31169">
                                          <p:val>
                                            <p:fltVal val="-298.61"/>
                                          </p:val>
                                        </p:tav>
                                        <p:tav tm="33766">
                                          <p:val>
                                            <p:fltVal val="-309.89"/>
                                          </p:val>
                                        </p:tav>
                                        <p:tav tm="36364">
                                          <p:val>
                                            <p:fltVal val="-319.13"/>
                                          </p:val>
                                        </p:tav>
                                        <p:tav tm="38961">
                                          <p:val>
                                            <p:fltVal val="-326.71"/>
                                          </p:val>
                                        </p:tav>
                                        <p:tav tm="41558">
                                          <p:val>
                                            <p:fltVal val="-332.97"/>
                                          </p:val>
                                        </p:tav>
                                        <p:tav tm="44156">
                                          <p:val>
                                            <p:fltVal val="-338.17"/>
                                          </p:val>
                                        </p:tav>
                                        <p:tav tm="46753">
                                          <p:val>
                                            <p:fltVal val="-342.53"/>
                                          </p:val>
                                        </p:tav>
                                        <p:tav tm="49351">
                                          <p:val>
                                            <p:fltVal val="-346.2"/>
                                          </p:val>
                                        </p:tav>
                                        <p:tav tm="54545">
                                          <p:val>
                                            <p:fltVal val="-351.95"/>
                                          </p:val>
                                        </p:tav>
                                        <p:tav tm="59740">
                                          <p:val>
                                            <p:fltVal val="-356.07"/>
                                          </p:val>
                                        </p:tav>
                                        <p:tav tm="67532">
                                          <p:val>
                                            <p:fltVal val="-360"/>
                                          </p:val>
                                        </p:tav>
                                        <p:tav tm="75325">
                                          <p:val>
                                            <p:fltVal val="-361.93"/>
                                          </p:val>
                                        </p:tav>
                                        <p:tav tm="80519">
                                          <p:val>
                                            <p:fltVal val="-362.35"/>
                                          </p:val>
                                        </p:tav>
                                        <p:tav tm="96104">
                                          <p:val>
                                            <p:fltVal val="-362.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0" dur="8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" dur="128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751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7743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0776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076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0877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081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265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429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572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698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180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1901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19832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0548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117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1726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2211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01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3648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4137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665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4907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138"/>
                                          </p:val>
                                        </p:tav>
                                        <p:tav tm="85714">
                                          <p:val>
                                            <p:strVal val="#ppt_x-1.2524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128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561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785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2811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25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8992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483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2145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015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8616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739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6371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54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472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3491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54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499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128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68373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751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1214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9618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613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272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687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393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965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271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9839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529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346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288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3478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514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778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31292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2058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12396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.06235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.01727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7452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555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3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128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04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512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856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164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877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5571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0874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738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543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1134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927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81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623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640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11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4102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489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484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703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8412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617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9012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16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7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128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1.62"/>
                                          </p:val>
                                        </p:tav>
                                        <p:tav tm="2597">
                                          <p:val>
                                            <p:fltVal val="-124.35"/>
                                          </p:val>
                                        </p:tav>
                                        <p:tav tm="7792">
                                          <p:val>
                                            <p:fltVal val="-124.62"/>
                                          </p:val>
                                        </p:tav>
                                        <p:tav tm="10390">
                                          <p:val>
                                            <p:fltVal val="-113.94"/>
                                          </p:val>
                                        </p:tav>
                                        <p:tav tm="12987">
                                          <p:val>
                                            <p:fltVal val="-94.68"/>
                                          </p:val>
                                        </p:tav>
                                        <p:tav tm="15584">
                                          <p:val>
                                            <p:fltVal val="-78.56"/>
                                          </p:val>
                                        </p:tav>
                                        <p:tav tm="18182">
                                          <p:val>
                                            <p:fltVal val="-66.09"/>
                                          </p:val>
                                        </p:tav>
                                        <p:tav tm="20779">
                                          <p:val>
                                            <p:fltVal val="-56.38"/>
                                          </p:val>
                                        </p:tav>
                                        <p:tav tm="23377">
                                          <p:val>
                                            <p:fltVal val="-48.59"/>
                                          </p:val>
                                        </p:tav>
                                        <p:tav tm="25974">
                                          <p:val>
                                            <p:fltVal val="-42.12"/>
                                          </p:val>
                                        </p:tav>
                                        <p:tav tm="28571">
                                          <p:val>
                                            <p:fltVal val="-36.61"/>
                                          </p:val>
                                        </p:tav>
                                        <p:tav tm="31169">
                                          <p:val>
                                            <p:fltVal val="-31.86"/>
                                          </p:val>
                                        </p:tav>
                                        <p:tav tm="36364">
                                          <p:val>
                                            <p:fltVal val="-24.02"/>
                                          </p:val>
                                        </p:tav>
                                        <p:tav tm="41558">
                                          <p:val>
                                            <p:fltVal val="-17.84"/>
                                          </p:val>
                                        </p:tav>
                                        <p:tav tm="49351">
                                          <p:val>
                                            <p:fltVal val="-10.79"/>
                                          </p:val>
                                        </p:tav>
                                        <p:tav tm="54545">
                                          <p:val>
                                            <p:fltVal val="-7.25"/>
                                          </p:val>
                                        </p:tav>
                                        <p:tav tm="62338">
                                          <p:val>
                                            <p:fltVal val="-3.28"/>
                                          </p:val>
                                        </p:tav>
                                        <p:tav tm="70130">
                                          <p:val>
                                            <p:fltVal val="-0.63"/>
                                          </p:val>
                                        </p:tav>
                                        <p:tav tm="77922">
                                          <p:val>
                                            <p:fltVal val="0.95"/>
                                          </p:val>
                                        </p:tav>
                                        <p:tav tm="85714">
                                          <p:val>
                                            <p:fltVal val="1.66"/>
                                          </p:val>
                                        </p:tav>
                                        <p:tav tm="96104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9" dur="5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" dur="128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622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676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683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734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893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18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16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94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56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06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46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071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482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759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9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128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468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838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882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585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605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35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409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6855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129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698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353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0716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8405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649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492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62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55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1684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982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313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524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68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128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2835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7759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3083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476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46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082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020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944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311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879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9979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642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792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338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195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295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585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027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590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2539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693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600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128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2709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4159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840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866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4902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9189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082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326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122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713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692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874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176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014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107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441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1944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855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7557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679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7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128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7.79"/>
                                          </p:val>
                                        </p:tav>
                                        <p:tav tm="2597">
                                          <p:val>
                                            <p:fltVal val="165.05"/>
                                          </p:val>
                                        </p:tav>
                                        <p:tav tm="7792">
                                          <p:val>
                                            <p:fltVal val="164.79"/>
                                          </p:val>
                                        </p:tav>
                                        <p:tav tm="10390">
                                          <p:val>
                                            <p:fltVal val="156.78"/>
                                          </p:val>
                                        </p:tav>
                                        <p:tav tm="12987">
                                          <p:val>
                                            <p:fltVal val="121.33"/>
                                          </p:val>
                                        </p:tav>
                                        <p:tav tm="15584">
                                          <p:val>
                                            <p:fltVal val="95.97"/>
                                          </p:val>
                                        </p:tav>
                                        <p:tav tm="18182">
                                          <p:val>
                                            <p:fltVal val="78.57"/>
                                          </p:val>
                                        </p:tav>
                                        <p:tav tm="20779">
                                          <p:val>
                                            <p:fltVal val="65.34"/>
                                          </p:val>
                                        </p:tav>
                                        <p:tav tm="23377">
                                          <p:val>
                                            <p:fltVal val="54.4"/>
                                          </p:val>
                                        </p:tav>
                                        <p:tav tm="25974">
                                          <p:val>
                                            <p:fltVal val="44.99"/>
                                          </p:val>
                                        </p:tav>
                                        <p:tav tm="28571">
                                          <p:val>
                                            <p:fltVal val="36.79"/>
                                          </p:val>
                                        </p:tav>
                                        <p:tav tm="31169">
                                          <p:val>
                                            <p:fltVal val="29.62"/>
                                          </p:val>
                                        </p:tav>
                                        <p:tav tm="33766">
                                          <p:val>
                                            <p:fltVal val="23.39"/>
                                          </p:val>
                                        </p:tav>
                                        <p:tav tm="36364">
                                          <p:val>
                                            <p:fltVal val="18.02"/>
                                          </p:val>
                                        </p:tav>
                                        <p:tav tm="38961">
                                          <p:val>
                                            <p:fltVal val="13.43"/>
                                          </p:val>
                                        </p:tav>
                                        <p:tav tm="41558">
                                          <p:val>
                                            <p:fltVal val="9.56"/>
                                          </p:val>
                                        </p:tav>
                                        <p:tav tm="44156">
                                          <p:val>
                                            <p:fltVal val="6.34"/>
                                          </p:val>
                                        </p:tav>
                                        <p:tav tm="49351">
                                          <p:val>
                                            <p:fltVal val="1.62"/>
                                          </p:val>
                                        </p:tav>
                                        <p:tav tm="54545">
                                          <p:val>
                                            <p:fltVal val="-1.19"/>
                                          </p:val>
                                        </p:tav>
                                        <p:tav tm="57143">
                                          <p:val>
                                            <p:fltVal val="-2"/>
                                          </p:val>
                                        </p:tav>
                                        <p:tav tm="62338">
                                          <p:val>
                                            <p:fltVal val="-2.62"/>
                                          </p:val>
                                        </p:tav>
                                        <p:tav tm="96104">
                                          <p:val>
                                            <p:fltVal val="-2.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8" dur="6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128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60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603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69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792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15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27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15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85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41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87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25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578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07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439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697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0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128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023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358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3985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113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382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265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2463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42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778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265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849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507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23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858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862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179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75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56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2556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716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021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614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89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9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128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0500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48036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53136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558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001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1226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4105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155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3573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0181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566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631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216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17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390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787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311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6195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3672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7796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677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6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128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105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1326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9543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618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005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2932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5992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752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60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451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1478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592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821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136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542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0388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2749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868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6288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457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3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128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3.88"/>
                                          </p:val>
                                        </p:tav>
                                        <p:tav tm="2597">
                                          <p:val>
                                            <p:fltVal val="151.15"/>
                                          </p:val>
                                        </p:tav>
                                        <p:tav tm="10390">
                                          <p:val>
                                            <p:fltVal val="150.88"/>
                                          </p:val>
                                        </p:tav>
                                        <p:tav tm="12987">
                                          <p:val>
                                            <p:fltVal val="185.49"/>
                                          </p:val>
                                        </p:tav>
                                        <p:tav tm="15584">
                                          <p:val>
                                            <p:fltVal val="216.6"/>
                                          </p:val>
                                        </p:tav>
                                        <p:tav tm="18182">
                                          <p:val>
                                            <p:fltVal val="238.22"/>
                                          </p:val>
                                        </p:tav>
                                        <p:tav tm="20779">
                                          <p:val>
                                            <p:fltVal val="255.21"/>
                                          </p:val>
                                        </p:tav>
                                        <p:tav tm="23377">
                                          <p:val>
                                            <p:fltVal val="270.08"/>
                                          </p:val>
                                        </p:tav>
                                        <p:tav tm="25974">
                                          <p:val>
                                            <p:fltVal val="283.69"/>
                                          </p:val>
                                        </p:tav>
                                        <p:tav tm="28571">
                                          <p:val>
                                            <p:fltVal val="296.21"/>
                                          </p:val>
                                        </p:tav>
                                        <p:tav tm="31169">
                                          <p:val>
                                            <p:fltVal val="307.55"/>
                                          </p:val>
                                        </p:tav>
                                        <p:tav tm="33766">
                                          <p:val>
                                            <p:fltVal val="317.59"/>
                                          </p:val>
                                        </p:tav>
                                        <p:tav tm="36364">
                                          <p:val>
                                            <p:fltVal val="326.29"/>
                                          </p:val>
                                        </p:tav>
                                        <p:tav tm="38961">
                                          <p:val>
                                            <p:fltVal val="333.69"/>
                                          </p:val>
                                        </p:tav>
                                        <p:tav tm="41558">
                                          <p:val>
                                            <p:fltVal val="339.93"/>
                                          </p:val>
                                        </p:tav>
                                        <p:tav tm="44156">
                                          <p:val>
                                            <p:fltVal val="345.12"/>
                                          </p:val>
                                        </p:tav>
                                        <p:tav tm="46753">
                                          <p:val>
                                            <p:fltVal val="349.43"/>
                                          </p:val>
                                        </p:tav>
                                        <p:tav tm="49351">
                                          <p:val>
                                            <p:fltVal val="352.96"/>
                                          </p:val>
                                        </p:tav>
                                        <p:tav tm="54545">
                                          <p:val>
                                            <p:fltVal val="358.17"/>
                                          </p:val>
                                        </p:tav>
                                        <p:tav tm="59740">
                                          <p:val>
                                            <p:fltVal val="361.41"/>
                                          </p:val>
                                        </p:tav>
                                        <p:tav tm="62338">
                                          <p:val>
                                            <p:fltVal val="362.45"/>
                                          </p:val>
                                        </p:tav>
                                        <p:tav tm="67532">
                                          <p:val>
                                            <p:fltVal val="363.57"/>
                                          </p:val>
                                        </p:tav>
                                        <p:tav tm="96104">
                                          <p:val>
                                            <p:fltVal val="363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37" dur="6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128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5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870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80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0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69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70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49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10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58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97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562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163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443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65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81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0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128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389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710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748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468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751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6015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5012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4182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35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93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4694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2072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735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44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2016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990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808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652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5177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402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3033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192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31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543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80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8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128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4144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17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622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088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103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511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23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813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21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094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643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189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597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593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931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451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730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9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2794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66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2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128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861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072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386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802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3072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1741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3156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7440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937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400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344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260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12867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8028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6512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5197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4089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3167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406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7796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639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497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041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565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4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128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0.72"/>
                                          </p:val>
                                        </p:tav>
                                        <p:tav tm="2597">
                                          <p:val>
                                            <p:fltVal val="-113.45"/>
                                          </p:val>
                                        </p:tav>
                                        <p:tav tm="10390">
                                          <p:val>
                                            <p:fltVal val="-113.72"/>
                                          </p:val>
                                        </p:tav>
                                        <p:tav tm="12987">
                                          <p:val>
                                            <p:fltVal val="-135.83"/>
                                          </p:val>
                                        </p:tav>
                                        <p:tav tm="15584">
                                          <p:val>
                                            <p:fltVal val="-172.91"/>
                                          </p:val>
                                        </p:tav>
                                        <p:tav tm="18182">
                                          <p:val>
                                            <p:fltVal val="-198.79"/>
                                          </p:val>
                                        </p:tav>
                                        <p:tav tm="20779">
                                          <p:val>
                                            <p:fltVal val="-219.32"/>
                                          </p:val>
                                        </p:tav>
                                        <p:tav tm="23377">
                                          <p:val>
                                            <p:fltVal val="-238.09"/>
                                          </p:val>
                                        </p:tav>
                                        <p:tav tm="25974">
                                          <p:val>
                                            <p:fltVal val="-256.24"/>
                                          </p:val>
                                        </p:tav>
                                        <p:tav tm="28571">
                                          <p:val>
                                            <p:fltVal val="-273.55"/>
                                          </p:val>
                                        </p:tav>
                                        <p:tav tm="31169">
                                          <p:val>
                                            <p:fltVal val="-289.29"/>
                                          </p:val>
                                        </p:tav>
                                        <p:tav tm="33766">
                                          <p:val>
                                            <p:fltVal val="-302.87"/>
                                          </p:val>
                                        </p:tav>
                                        <p:tav tm="36364">
                                          <p:val>
                                            <p:fltVal val="-314.18"/>
                                          </p:val>
                                        </p:tav>
                                        <p:tav tm="38961">
                                          <p:val>
                                            <p:fltVal val="-323.44"/>
                                          </p:val>
                                        </p:tav>
                                        <p:tav tm="41558">
                                          <p:val>
                                            <p:fltVal val="-330.99"/>
                                          </p:val>
                                        </p:tav>
                                        <p:tav tm="44156">
                                          <p:val>
                                            <p:fltVal val="-337.17"/>
                                          </p:val>
                                        </p:tav>
                                        <p:tav tm="46753">
                                          <p:val>
                                            <p:fltVal val="-342.24"/>
                                          </p:val>
                                        </p:tav>
                                        <p:tav tm="49351">
                                          <p:val>
                                            <p:fltVal val="-346.44"/>
                                          </p:val>
                                        </p:tav>
                                        <p:tav tm="51948">
                                          <p:val>
                                            <p:fltVal val="-349.91"/>
                                          </p:val>
                                        </p:tav>
                                        <p:tav tm="57143">
                                          <p:val>
                                            <p:fltVal val="-355.17"/>
                                          </p:val>
                                        </p:tav>
                                        <p:tav tm="62338">
                                          <p:val>
                                            <p:fltVal val="-358.73"/>
                                          </p:val>
                                        </p:tav>
                                        <p:tav tm="67532">
                                          <p:val>
                                            <p:fltVal val="-360.99"/>
                                          </p:val>
                                        </p:tav>
                                        <p:tav tm="75325">
                                          <p:val>
                                            <p:fltVal val="-362.54"/>
                                          </p:val>
                                        </p:tav>
                                        <p:tav tm="96104">
                                          <p:val>
                                            <p:fltVal val="-362.6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46" dur="7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8" dur="128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472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485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519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530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5327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128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442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720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754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489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811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489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8113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232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743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3351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989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695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445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229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044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884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744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6239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5184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426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767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2162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808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302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4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128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710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50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9547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407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388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500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478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737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4801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669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184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812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567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452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461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585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815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31397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5492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5885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8729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3553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712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5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128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104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228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539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966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3264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4791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9843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3.4098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9140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5322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2437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0223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8486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7090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5945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4989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181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490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8957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380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5457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2089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672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1225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8297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46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128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1.27"/>
                                          </p:val>
                                        </p:tav>
                                        <p:tav tm="2597">
                                          <p:val>
                                            <p:fltVal val="-114"/>
                                          </p:val>
                                        </p:tav>
                                        <p:tav tm="5195">
                                          <p:val>
                                            <p:fltVal val="-114.25"/>
                                          </p:val>
                                        </p:tav>
                                        <p:tav tm="10390">
                                          <p:val>
                                            <p:fltVal val="-114.27"/>
                                          </p:val>
                                        </p:tav>
                                        <p:tav tm="12987">
                                          <p:val>
                                            <p:fltVal val="-111.41"/>
                                          </p:val>
                                        </p:tav>
                                        <p:tav tm="15584">
                                          <p:val>
                                            <p:fltVal val="-91.49"/>
                                          </p:val>
                                        </p:tav>
                                        <p:tav tm="18182">
                                          <p:val>
                                            <p:fltVal val="-74.6"/>
                                          </p:val>
                                        </p:tav>
                                        <p:tav tm="20779">
                                          <p:val>
                                            <p:fltVal val="-61.47"/>
                                          </p:val>
                                        </p:tav>
                                        <p:tav tm="23377">
                                          <p:val>
                                            <p:fltVal val="-51.35"/>
                                          </p:val>
                                        </p:tav>
                                        <p:tav tm="25974">
                                          <p:val>
                                            <p:fltVal val="-43.34"/>
                                          </p:val>
                                        </p:tav>
                                        <p:tav tm="28571">
                                          <p:val>
                                            <p:fltVal val="-36.83"/>
                                          </p:val>
                                        </p:tav>
                                        <p:tav tm="31169">
                                          <p:val>
                                            <p:fltVal val="-31.42"/>
                                          </p:val>
                                        </p:tav>
                                        <p:tav tm="33766">
                                          <p:val>
                                            <p:fltVal val="-26.85"/>
                                          </p:val>
                                        </p:tav>
                                        <p:tav tm="38961">
                                          <p:val>
                                            <p:fltVal val="-19.53"/>
                                          </p:val>
                                        </p:tav>
                                        <p:tav tm="44156">
                                          <p:val>
                                            <p:fltVal val="-13.96"/>
                                          </p:val>
                                        </p:tav>
                                        <p:tav tm="49351">
                                          <p:val>
                                            <p:fltVal val="-9.66"/>
                                          </p:val>
                                        </p:tav>
                                        <p:tav tm="54545">
                                          <p:val>
                                            <p:fltVal val="-6.33"/>
                                          </p:val>
                                        </p:tav>
                                        <p:tav tm="62338">
                                          <p:val>
                                            <p:fltVal val="-2.76"/>
                                          </p:val>
                                        </p:tav>
                                        <p:tav tm="70130">
                                          <p:val>
                                            <p:fltVal val="-0.51"/>
                                          </p:val>
                                        </p:tav>
                                        <p:tav tm="77922">
                                          <p:val>
                                            <p:fltVal val="0.71"/>
                                          </p:val>
                                        </p:tav>
                                        <p:tav tm="96104">
                                          <p:val>
                                            <p:fltVal val="1.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55" dur="833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128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548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036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034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019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975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819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73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703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650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94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465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134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496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128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512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770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8015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412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2352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489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9473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5154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161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868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6165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3975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06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038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891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762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6485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5479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459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311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507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128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11074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54749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59925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2868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5447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171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874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25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8267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044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2114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377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840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492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319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301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419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656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996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932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11434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.05652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.01537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7811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638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3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128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618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573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9975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244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8657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639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612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45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893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707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768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998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347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783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286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441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453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7288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267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9159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6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4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128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3.94"/>
                                          </p:val>
                                        </p:tav>
                                        <p:tav tm="2597">
                                          <p:val>
                                            <p:fltVal val="151.21"/>
                                          </p:val>
                                        </p:tav>
                                        <p:tav tm="5195">
                                          <p:val>
                                            <p:fltVal val="150.96"/>
                                          </p:val>
                                        </p:tav>
                                        <p:tav tm="7792">
                                          <p:val>
                                            <p:fltVal val="145.86"/>
                                          </p:val>
                                        </p:tav>
                                        <p:tav tm="10390">
                                          <p:val>
                                            <p:fltVal val="123.52"/>
                                          </p:val>
                                        </p:tav>
                                        <p:tav tm="12987">
                                          <p:val>
                                            <p:fltVal val="102.87"/>
                                          </p:val>
                                        </p:tav>
                                        <p:tav tm="15584">
                                          <p:val>
                                            <p:fltVal val="87.41"/>
                                          </p:val>
                                        </p:tav>
                                        <p:tav tm="18182">
                                          <p:val>
                                            <p:fltVal val="75.69"/>
                                          </p:val>
                                        </p:tav>
                                        <p:tav tm="20779">
                                          <p:val>
                                            <p:fltVal val="66.32"/>
                                          </p:val>
                                        </p:tav>
                                        <p:tav tm="23377">
                                          <p:val>
                                            <p:fltVal val="58.46"/>
                                          </p:val>
                                        </p:tav>
                                        <p:tav tm="25974">
                                          <p:val>
                                            <p:fltVal val="51.63"/>
                                          </p:val>
                                        </p:tav>
                                        <p:tav tm="28571">
                                          <p:val>
                                            <p:fltVal val="45.59"/>
                                          </p:val>
                                        </p:tav>
                                        <p:tav tm="31169">
                                          <p:val>
                                            <p:fltVal val="40.18"/>
                                          </p:val>
                                        </p:tav>
                                        <p:tav tm="36364">
                                          <p:val>
                                            <p:fltVal val="30.86"/>
                                          </p:val>
                                        </p:tav>
                                        <p:tav tm="41558">
                                          <p:val>
                                            <p:fltVal val="23.16"/>
                                          </p:val>
                                        </p:tav>
                                        <p:tav tm="44156">
                                          <p:val>
                                            <p:fltVal val="19.83"/>
                                          </p:val>
                                        </p:tav>
                                        <p:tav tm="49351">
                                          <p:val>
                                            <p:fltVal val="14.09"/>
                                          </p:val>
                                        </p:tav>
                                        <p:tav tm="54545">
                                          <p:val>
                                            <p:fltVal val="9.44"/>
                                          </p:val>
                                        </p:tav>
                                        <p:tav tm="62338">
                                          <p:val>
                                            <p:fltVal val="4.23"/>
                                          </p:val>
                                        </p:tav>
                                        <p:tav tm="70130">
                                          <p:val>
                                            <p:fltVal val="0.8"/>
                                          </p:val>
                                        </p:tav>
                                        <p:tav tm="77922">
                                          <p:val>
                                            <p:fltVal val="-1.16"/>
                                          </p:val>
                                        </p:tav>
                                        <p:tav tm="85714">
                                          <p:val>
                                            <p:fltVal val="-1.93"/>
                                          </p:val>
                                        </p:tav>
                                        <p:tav tm="96104">
                                          <p:val>
                                            <p:fltVal val="-1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64" dur="5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128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612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584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580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593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411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243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101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984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889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810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745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6929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6492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13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5834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539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1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82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128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174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400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4275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185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3875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950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284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7869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408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116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8825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691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5345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405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2986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211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1394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816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6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128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039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5064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0358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214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211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86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714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6492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2471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212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753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942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6081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613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860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281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831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207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847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50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4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128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0838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2554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683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698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0215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097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0065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7988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810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955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603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175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572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05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623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6505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525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128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7.7"/>
                                          </p:val>
                                        </p:tav>
                                        <p:tav tm="2597">
                                          <p:val>
                                            <p:fltVal val="164.96"/>
                                          </p:val>
                                        </p:tav>
                                        <p:tav tm="7792">
                                          <p:val>
                                            <p:fltVal val="164.7"/>
                                          </p:val>
                                        </p:tav>
                                        <p:tav tm="10390">
                                          <p:val>
                                            <p:fltVal val="201.65"/>
                                          </p:val>
                                        </p:tav>
                                        <p:tav tm="12987">
                                          <p:val>
                                            <p:fltVal val="234.36"/>
                                          </p:val>
                                        </p:tav>
                                        <p:tav tm="15584">
                                          <p:val>
                                            <p:fltVal val="255.98"/>
                                          </p:val>
                                        </p:tav>
                                        <p:tav tm="18182">
                                          <p:val>
                                            <p:fltVal val="272.45"/>
                                          </p:val>
                                        </p:tav>
                                        <p:tav tm="20779">
                                          <p:val>
                                            <p:fltVal val="286.57"/>
                                          </p:val>
                                        </p:tav>
                                        <p:tav tm="23377">
                                          <p:val>
                                            <p:fltVal val="299.25"/>
                                          </p:val>
                                        </p:tav>
                                        <p:tav tm="25974">
                                          <p:val>
                                            <p:fltVal val="310.62"/>
                                          </p:val>
                                        </p:tav>
                                        <p:tav tm="28571">
                                          <p:val>
                                            <p:fltVal val="320.64"/>
                                          </p:val>
                                        </p:tav>
                                        <p:tav tm="31169">
                                          <p:val>
                                            <p:fltVal val="329.3"/>
                                          </p:val>
                                        </p:tav>
                                        <p:tav tm="33766">
                                          <p:val>
                                            <p:fltVal val="336.66"/>
                                          </p:val>
                                        </p:tav>
                                        <p:tav tm="36364">
                                          <p:val>
                                            <p:fltVal val="342.81"/>
                                          </p:val>
                                        </p:tav>
                                        <p:tav tm="38961">
                                          <p:val>
                                            <p:fltVal val="347.89"/>
                                          </p:val>
                                        </p:tav>
                                        <p:tav tm="41558">
                                          <p:val>
                                            <p:fltVal val="352.03"/>
                                          </p:val>
                                        </p:tav>
                                        <p:tav tm="44156">
                                          <p:val>
                                            <p:fltVal val="355.35"/>
                                          </p:val>
                                        </p:tav>
                                        <p:tav tm="46753">
                                          <p:val>
                                            <p:fltVal val="357.98"/>
                                          </p:val>
                                        </p:tav>
                                        <p:tav tm="49351">
                                          <p:val>
                                            <p:fltVal val="360"/>
                                          </p:val>
                                        </p:tav>
                                        <p:tav tm="54545">
                                          <p:val>
                                            <p:fltVal val="362.53"/>
                                          </p:val>
                                        </p:tav>
                                        <p:tav tm="59740">
                                          <p:val>
                                            <p:fltVal val="363.43"/>
                                          </p:val>
                                        </p:tav>
                                        <p:tav tm="96104">
                                          <p:val>
                                            <p:fltVal val="363.4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73" dur="6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128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285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282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291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121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835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589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387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223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089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9803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90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816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54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7022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6215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64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253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57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480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128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810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401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4038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8086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988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367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90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542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253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02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834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678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548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4403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349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273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1553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736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19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307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3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128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70195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9527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1418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9814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500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825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671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5592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350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994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682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176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192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512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005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252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6967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126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9027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6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128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401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819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158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89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0722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5440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3132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2171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144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0437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909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6160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68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7636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8418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08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464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962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561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244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818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691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577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128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1.11"/>
                                          </p:val>
                                        </p:tav>
                                        <p:tav tm="2597">
                                          <p:val>
                                            <p:fltVal val="-123.84"/>
                                          </p:val>
                                        </p:tav>
                                        <p:tav tm="7792">
                                          <p:val>
                                            <p:fltVal val="-124.11"/>
                                          </p:val>
                                        </p:tav>
                                        <p:tav tm="10390">
                                          <p:val>
                                            <p:fltVal val="-148.95"/>
                                          </p:val>
                                        </p:tav>
                                        <p:tav tm="12987">
                                          <p:val>
                                            <p:fltVal val="-187.48"/>
                                          </p:val>
                                        </p:tav>
                                        <p:tav tm="15584">
                                          <p:val>
                                            <p:fltVal val="-213.75"/>
                                          </p:val>
                                        </p:tav>
                                        <p:tav tm="18182">
                                          <p:val>
                                            <p:fltVal val="-234.22"/>
                                          </p:val>
                                        </p:tav>
                                        <p:tav tm="20779">
                                          <p:val>
                                            <p:fltVal val="-252.77"/>
                                          </p:val>
                                        </p:tav>
                                        <p:tav tm="23377">
                                          <p:val>
                                            <p:fltVal val="-270.42"/>
                                          </p:val>
                                        </p:tav>
                                        <p:tav tm="25974">
                                          <p:val>
                                            <p:fltVal val="-286.81"/>
                                          </p:val>
                                        </p:tav>
                                        <p:tav tm="28571">
                                          <p:val>
                                            <p:fltVal val="-301.29"/>
                                          </p:val>
                                        </p:tav>
                                        <p:tav tm="31169">
                                          <p:val>
                                            <p:fltVal val="-313.54"/>
                                          </p:val>
                                        </p:tav>
                                        <p:tav tm="33766">
                                          <p:val>
                                            <p:fltVal val="-323.62"/>
                                          </p:val>
                                        </p:tav>
                                        <p:tav tm="36364">
                                          <p:val>
                                            <p:fltVal val="-331.8"/>
                                          </p:val>
                                        </p:tav>
                                        <p:tav tm="38961">
                                          <p:val>
                                            <p:fltVal val="-338.42"/>
                                          </p:val>
                                        </p:tav>
                                        <p:tav tm="41558">
                                          <p:val>
                                            <p:fltVal val="-343.78"/>
                                          </p:val>
                                        </p:tav>
                                        <p:tav tm="44156">
                                          <p:val>
                                            <p:fltVal val="-348.13"/>
                                          </p:val>
                                        </p:tav>
                                        <p:tav tm="46753">
                                          <p:val>
                                            <p:fltVal val="-351.65"/>
                                          </p:val>
                                        </p:tav>
                                        <p:tav tm="51948">
                                          <p:val>
                                            <p:fltVal val="-356.79"/>
                                          </p:val>
                                        </p:tav>
                                        <p:tav tm="57143">
                                          <p:val>
                                            <p:fltVal val="-360"/>
                                          </p:val>
                                        </p:tav>
                                        <p:tav tm="62338">
                                          <p:val>
                                            <p:fltVal val="-361.78"/>
                                          </p:val>
                                        </p:tav>
                                        <p:tav tm="67532">
                                          <p:val>
                                            <p:fltVal val="-362.43"/>
                                          </p:val>
                                        </p:tav>
                                        <p:tav tm="96104">
                                          <p:val>
                                            <p:fltVal val="-362.4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82" dur="7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4" dur="128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559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523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518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530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485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4181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915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688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496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333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197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3082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985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902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831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770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718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6736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602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5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135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893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71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6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128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928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1057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212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905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307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958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748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6009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492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410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2866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198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33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246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128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3694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274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7699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239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1697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043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090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543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008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542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442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337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743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342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5383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620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1722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6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627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128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566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53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821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338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3613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485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9735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7080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648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6028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4646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2456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00908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7975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62348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48436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73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858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152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5825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120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744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195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8483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603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128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6.82"/>
                                          </p:val>
                                        </p:tav>
                                        <p:tav tm="2597">
                                          <p:val>
                                            <p:fltVal val="94.08"/>
                                          </p:val>
                                        </p:tav>
                                        <p:tav tm="7792">
                                          <p:val>
                                            <p:fltVal val="93.82"/>
                                          </p:val>
                                        </p:tav>
                                        <p:tav tm="10390">
                                          <p:val>
                                            <p:fltVal val="103.83"/>
                                          </p:val>
                                        </p:tav>
                                        <p:tav tm="12987">
                                          <p:val>
                                            <p:fltVal val="147.6"/>
                                          </p:val>
                                        </p:tav>
                                        <p:tav tm="15584">
                                          <p:val>
                                            <p:fltVal val="178.62"/>
                                          </p:val>
                                        </p:tav>
                                        <p:tav tm="18182">
                                          <p:val>
                                            <p:fltVal val="202.66"/>
                                          </p:val>
                                        </p:tav>
                                        <p:tav tm="23377">
                                          <p:val>
                                            <p:fltVal val="247.74"/>
                                          </p:val>
                                        </p:tav>
                                        <p:tav tm="25974">
                                          <p:val>
                                            <p:fltVal val="269.09"/>
                                          </p:val>
                                        </p:tav>
                                        <p:tav tm="28571">
                                          <p:val>
                                            <p:fltVal val="287.53"/>
                                          </p:val>
                                        </p:tav>
                                        <p:tav tm="31169">
                                          <p:val>
                                            <p:fltVal val="302.44"/>
                                          </p:val>
                                        </p:tav>
                                        <p:tav tm="33766">
                                          <p:val>
                                            <p:fltVal val="314.19"/>
                                          </p:val>
                                        </p:tav>
                                        <p:tav tm="36364">
                                          <p:val>
                                            <p:fltVal val="323.47"/>
                                          </p:val>
                                        </p:tav>
                                        <p:tav tm="38961">
                                          <p:val>
                                            <p:fltVal val="330.9"/>
                                          </p:val>
                                        </p:tav>
                                        <p:tav tm="41558">
                                          <p:val>
                                            <p:fltVal val="336.95"/>
                                          </p:val>
                                        </p:tav>
                                        <p:tav tm="44156">
                                          <p:val>
                                            <p:fltVal val="341.94"/>
                                          </p:val>
                                        </p:tav>
                                        <p:tav tm="46753">
                                          <p:val>
                                            <p:fltVal val="346.09"/>
                                          </p:val>
                                        </p:tav>
                                        <p:tav tm="49351">
                                          <p:val>
                                            <p:fltVal val="349.56"/>
                                          </p:val>
                                        </p:tav>
                                        <p:tav tm="54545">
                                          <p:val>
                                            <p:fltVal val="354.93"/>
                                          </p:val>
                                        </p:tav>
                                        <p:tav tm="59740">
                                          <p:val>
                                            <p:fltVal val="358.64"/>
                                          </p:val>
                                        </p:tav>
                                        <p:tav tm="64935">
                                          <p:val>
                                            <p:fltVal val="361.07"/>
                                          </p:val>
                                        </p:tav>
                                        <p:tav tm="72727">
                                          <p:val>
                                            <p:fltVal val="362.84"/>
                                          </p:val>
                                        </p:tav>
                                        <p:tav tm="96104">
                                          <p:val>
                                            <p:fltVal val="363.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91" dur="7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128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708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672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668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6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710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4445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4168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925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716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537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3846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3254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31425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3046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9628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8905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827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7725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724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87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633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26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4783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473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7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128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53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829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850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629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0668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770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90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84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321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71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1948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394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817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437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128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9093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32471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7394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2045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7646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534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583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236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8604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833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9201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760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501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407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461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644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9398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33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3697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712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807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566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6685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594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128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2205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1947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322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52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234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891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1561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662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018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421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52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086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954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036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271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619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056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131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412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6257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175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8329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30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2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128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0.68"/>
                                          </p:val>
                                        </p:tav>
                                        <p:tav tm="2597">
                                          <p:val>
                                            <p:fltVal val="137.94"/>
                                          </p:val>
                                        </p:tav>
                                        <p:tav tm="10390">
                                          <p:val>
                                            <p:fltVal val="137.68"/>
                                          </p:val>
                                        </p:tav>
                                        <p:tav tm="12987">
                                          <p:val>
                                            <p:fltVal val="117.28"/>
                                          </p:val>
                                        </p:tav>
                                        <p:tav tm="15584">
                                          <p:val>
                                            <p:fltVal val="96.12"/>
                                          </p:val>
                                        </p:tav>
                                        <p:tav tm="18182">
                                          <p:val>
                                            <p:fltVal val="79.87"/>
                                          </p:val>
                                        </p:tav>
                                        <p:tav tm="20779">
                                          <p:val>
                                            <p:fltVal val="67.57"/>
                                          </p:val>
                                        </p:tav>
                                        <p:tav tm="23377">
                                          <p:val>
                                            <p:fltVal val="57.92"/>
                                          </p:val>
                                        </p:tav>
                                        <p:tav tm="25974">
                                          <p:val>
                                            <p:fltVal val="49.99"/>
                                          </p:val>
                                        </p:tav>
                                        <p:tav tm="28571">
                                          <p:val>
                                            <p:fltVal val="43.29"/>
                                          </p:val>
                                        </p:tav>
                                        <p:tav tm="31169">
                                          <p:val>
                                            <p:fltVal val="37.5"/>
                                          </p:val>
                                        </p:tav>
                                        <p:tav tm="33766">
                                          <p:val>
                                            <p:fltVal val="32.42"/>
                                          </p:val>
                                        </p:tav>
                                        <p:tav tm="38961">
                                          <p:val>
                                            <p:fltVal val="23.92"/>
                                          </p:val>
                                        </p:tav>
                                        <p:tav tm="44156">
                                          <p:val>
                                            <p:fltVal val="17.15"/>
                                          </p:val>
                                        </p:tav>
                                        <p:tav tm="49351">
                                          <p:val>
                                            <p:fltVal val="11.75"/>
                                          </p:val>
                                        </p:tav>
                                        <p:tav tm="54545">
                                          <p:val>
                                            <p:fltVal val="7.49"/>
                                          </p:val>
                                        </p:tav>
                                        <p:tav tm="62338">
                                          <p:val>
                                            <p:fltVal val="2.87"/>
                                          </p:val>
                                        </p:tav>
                                        <p:tav tm="67532">
                                          <p:val>
                                            <p:fltVal val="0.79"/>
                                          </p:val>
                                        </p:tav>
                                        <p:tav tm="75325">
                                          <p:val>
                                            <p:fltVal val="-1.12"/>
                                          </p:val>
                                        </p:tav>
                                        <p:tav tm="83117">
                                          <p:val>
                                            <p:fltVal val="-1.8"/>
                                          </p:val>
                                        </p:tav>
                                        <p:tav tm="96104">
                                          <p:val>
                                            <p:fltVal val="-1.8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00" dur="8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128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25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85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854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765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452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32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210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112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3028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956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893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838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790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7115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6502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6024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653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369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55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4942"/>
                                          </p:val>
                                        </p:tav>
                                        <p:tav tm="85714">
                                          <p:val>
                                            <p:strVal val="#ppt_x-1.2483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128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912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288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333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037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280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6468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835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4145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3561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306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64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22853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9718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699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463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12558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1074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914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7734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649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539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4426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3574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2167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1594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67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85714">
                                          <p:val>
                                            <p:strVal val="#ppt_y-0.00724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8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128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6358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71657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7025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855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4.10574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7827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6070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5277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3780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3.1474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6101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3602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2.138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9476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7855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6491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5348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4389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3585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908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2336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851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109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5402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.01483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7827"/>
                                          </p:val>
                                        </p:tav>
                                        <p:tav tm="88312">
                                          <p:val>
                                            <p:strVal val="#ppt_w*0.9620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128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36609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88924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327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317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5482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5208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462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966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656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106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017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204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553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996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020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3135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9578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101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3222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8768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643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8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128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2.48"/>
                                          </p:val>
                                        </p:tav>
                                        <p:tav tm="2597">
                                          <p:val>
                                            <p:fltVal val="179.74"/>
                                          </p:val>
                                        </p:tav>
                                        <p:tav tm="10390">
                                          <p:val>
                                            <p:fltVal val="179.48"/>
                                          </p:val>
                                        </p:tav>
                                        <p:tav tm="12987">
                                          <p:val>
                                            <p:fltVal val="193.35"/>
                                          </p:val>
                                        </p:tav>
                                        <p:tav tm="15584">
                                          <p:val>
                                            <p:fltVal val="219"/>
                                          </p:val>
                                        </p:tav>
                                        <p:tav tm="18182">
                                          <p:val>
                                            <p:fltVal val="238.95"/>
                                          </p:val>
                                        </p:tav>
                                        <p:tav tm="20779">
                                          <p:val>
                                            <p:fltVal val="254.08"/>
                                          </p:val>
                                        </p:tav>
                                        <p:tav tm="23377">
                                          <p:val>
                                            <p:fltVal val="266.19"/>
                                          </p:val>
                                        </p:tav>
                                        <p:tav tm="25974">
                                          <p:val>
                                            <p:fltVal val="276.45"/>
                                          </p:val>
                                        </p:tav>
                                        <p:tav tm="28571">
                                          <p:val>
                                            <p:fltVal val="285.5"/>
                                          </p:val>
                                        </p:tav>
                                        <p:tav tm="31169">
                                          <p:val>
                                            <p:fltVal val="293.67"/>
                                          </p:val>
                                        </p:tav>
                                        <p:tav tm="33766">
                                          <p:val>
                                            <p:fltVal val="301.17"/>
                                          </p:val>
                                        </p:tav>
                                        <p:tav tm="38961">
                                          <p:val>
                                            <p:fltVal val="314.48"/>
                                          </p:val>
                                        </p:tav>
                                        <p:tav tm="41558">
                                          <p:val>
                                            <p:fltVal val="320.37"/>
                                          </p:val>
                                        </p:tav>
                                        <p:tav tm="46753">
                                          <p:val>
                                            <p:fltVal val="330.72"/>
                                          </p:val>
                                        </p:tav>
                                        <p:tav tm="51948">
                                          <p:val>
                                            <p:fltVal val="339.26"/>
                                          </p:val>
                                        </p:tav>
                                        <p:tav tm="57143">
                                          <p:val>
                                            <p:fltVal val="346.14"/>
                                          </p:val>
                                        </p:tav>
                                        <p:tav tm="62338">
                                          <p:val>
                                            <p:fltVal val="351.56"/>
                                          </p:val>
                                        </p:tav>
                                        <p:tav tm="67532">
                                          <p:val>
                                            <p:fltVal val="355.72"/>
                                          </p:val>
                                        </p:tav>
                                        <p:tav tm="72727">
                                          <p:val>
                                            <p:fltVal val="358.81"/>
                                          </p:val>
                                        </p:tav>
                                        <p:tav tm="80519">
                                          <p:val>
                                            <p:fltVal val="361.77"/>
                                          </p:val>
                                        </p:tav>
                                        <p:tav tm="88312">
                                          <p:val>
                                            <p:fltVal val="363.11"/>
                                          </p:val>
                                        </p:tav>
                                        <p:tav tm="96104">
                                          <p:val>
                                            <p:fltVal val="363.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09" dur="5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128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95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03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693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15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87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997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09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74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38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90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33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689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22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43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734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11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128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277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6678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6607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8236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1237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13396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10988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8745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6923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5485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4359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3465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2743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1667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933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0435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128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87223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28366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3239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1646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7288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103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560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173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730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516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706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0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293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128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3221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729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2698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900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353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1551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84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3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128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30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2020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394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600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32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0387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1227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517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587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331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9490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85159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7308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731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603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645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853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212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70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303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629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51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128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6.19"/>
                                          </p:val>
                                        </p:tav>
                                        <p:tav tm="10390">
                                          <p:val>
                                            <p:fltVal val="-136.19"/>
                                          </p:val>
                                        </p:tav>
                                        <p:tav tm="12987">
                                          <p:val>
                                            <p:fltVal val="-143.44"/>
                                          </p:val>
                                        </p:tav>
                                        <p:tav tm="15584">
                                          <p:val>
                                            <p:fltVal val="-188.86"/>
                                          </p:val>
                                        </p:tav>
                                        <p:tav tm="18182">
                                          <p:val>
                                            <p:fltVal val="-218.84"/>
                                          </p:val>
                                        </p:tav>
                                        <p:tav tm="20779">
                                          <p:val>
                                            <p:fltVal val="-240.88"/>
                                          </p:val>
                                        </p:tav>
                                        <p:tav tm="23377">
                                          <p:val>
                                            <p:fltVal val="-260"/>
                                          </p:val>
                                        </p:tav>
                                        <p:tav tm="25974">
                                          <p:val>
                                            <p:fltVal val="-277.66"/>
                                          </p:val>
                                        </p:tav>
                                        <p:tav tm="28571">
                                          <p:val>
                                            <p:fltVal val="-293.8"/>
                                          </p:val>
                                        </p:tav>
                                        <p:tav tm="31169">
                                          <p:val>
                                            <p:fltVal val="-307.96"/>
                                          </p:val>
                                        </p:tav>
                                        <p:tav tm="33766">
                                          <p:val>
                                            <p:fltVal val="-319.88"/>
                                          </p:val>
                                        </p:tav>
                                        <p:tav tm="36364">
                                          <p:val>
                                            <p:fltVal val="-329.62"/>
                                          </p:val>
                                        </p:tav>
                                        <p:tav tm="38961">
                                          <p:val>
                                            <p:fltVal val="-337.46"/>
                                          </p:val>
                                        </p:tav>
                                        <p:tav tm="41558">
                                          <p:val>
                                            <p:fltVal val="-343.73"/>
                                          </p:val>
                                        </p:tav>
                                        <p:tav tm="44156">
                                          <p:val>
                                            <p:fltVal val="-348.71"/>
                                          </p:val>
                                        </p:tav>
                                        <p:tav tm="46753">
                                          <p:val>
                                            <p:fltVal val="-352.66"/>
                                          </p:val>
                                        </p:tav>
                                        <p:tav tm="49351">
                                          <p:val>
                                            <p:fltVal val="-355.77"/>
                                          </p:val>
                                        </p:tav>
                                        <p:tav tm="51948">
                                          <p:val>
                                            <p:fltVal val="-358.18"/>
                                          </p:val>
                                        </p:tav>
                                        <p:tav tm="57143">
                                          <p:val>
                                            <p:fltVal val="-361.33"/>
                                          </p:val>
                                        </p:tav>
                                        <p:tav tm="59740">
                                          <p:val>
                                            <p:fltVal val="-362.22"/>
                                          </p:val>
                                        </p:tav>
                                        <p:tav tm="64935">
                                          <p:val>
                                            <p:fltVal val="-362.93"/>
                                          </p:val>
                                        </p:tav>
                                        <p:tav tm="96104">
                                          <p:val>
                                            <p:fltVal val="-362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18" dur="600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0" dur="128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41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844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86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003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98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75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35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8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323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56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8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24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54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0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128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565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3026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2962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14193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12548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10623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888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7373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6083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4995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4076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3296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2635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1193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0338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278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128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42897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9331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8364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5167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9523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7979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032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673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492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64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649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057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620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179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364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78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6846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128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140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1702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463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773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5083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8653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6059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322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500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2797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8365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477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948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732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77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0078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400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917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534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2328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825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012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580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128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3.02"/>
                                          </p:val>
                                        </p:tav>
                                        <p:tav tm="5195">
                                          <p:val>
                                            <p:fltVal val="103.02"/>
                                          </p:val>
                                        </p:tav>
                                        <p:tav tm="7792">
                                          <p:val>
                                            <p:fltVal val="114.21"/>
                                          </p:val>
                                        </p:tav>
                                        <p:tav tm="10390">
                                          <p:val>
                                            <p:fltVal val="160.14"/>
                                          </p:val>
                                        </p:tav>
                                        <p:tav tm="12987">
                                          <p:val>
                                            <p:fltVal val="193.3"/>
                                          </p:val>
                                        </p:tav>
                                        <p:tav tm="15584">
                                          <p:val>
                                            <p:fltVal val="217.84"/>
                                          </p:val>
                                        </p:tav>
                                        <p:tav tm="20779">
                                          <p:val>
                                            <p:fltVal val="262.8"/>
                                          </p:val>
                                        </p:tav>
                                        <p:tav tm="23377">
                                          <p:val>
                                            <p:fltVal val="283.09"/>
                                          </p:val>
                                        </p:tav>
                                        <p:tav tm="25974">
                                          <p:val>
                                            <p:fltVal val="300.02"/>
                                          </p:val>
                                        </p:tav>
                                        <p:tav tm="28571">
                                          <p:val>
                                            <p:fltVal val="313.42"/>
                                          </p:val>
                                        </p:tav>
                                        <p:tav tm="31169">
                                          <p:val>
                                            <p:fltVal val="323.88"/>
                                          </p:val>
                                        </p:tav>
                                        <p:tav tm="33766">
                                          <p:val>
                                            <p:fltVal val="332.1"/>
                                          </p:val>
                                        </p:tav>
                                        <p:tav tm="36364">
                                          <p:val>
                                            <p:fltVal val="338.62"/>
                                          </p:val>
                                        </p:tav>
                                        <p:tav tm="38961">
                                          <p:val>
                                            <p:fltVal val="343.87"/>
                                          </p:val>
                                        </p:tav>
                                        <p:tav tm="41558">
                                          <p:val>
                                            <p:fltVal val="348.13"/>
                                          </p:val>
                                        </p:tav>
                                        <p:tav tm="44156">
                                          <p:val>
                                            <p:fltVal val="351.6"/>
                                          </p:val>
                                        </p:tav>
                                        <p:tav tm="46753">
                                          <p:val>
                                            <p:fltVal val="354.43"/>
                                          </p:val>
                                        </p:tav>
                                        <p:tav tm="49351">
                                          <p:val>
                                            <p:fltVal val="356.72"/>
                                          </p:val>
                                        </p:tav>
                                        <p:tav tm="54545">
                                          <p:val>
                                            <p:fltVal val="360"/>
                                          </p:val>
                                        </p:tav>
                                        <p:tav tm="59740">
                                          <p:val>
                                            <p:fltVal val="361.88"/>
                                          </p:val>
                                        </p:tav>
                                        <p:tav tm="64935">
                                          <p:val>
                                            <p:fltVal val="362.65"/>
                                          </p:val>
                                        </p:tav>
                                        <p:tav tm="96104">
                                          <p:val>
                                            <p:fltVal val="362.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27" dur="6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128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107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115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113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212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256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328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356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99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433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773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03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128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936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9794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9778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21215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21358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18946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16208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13705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11536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9687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8123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6797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5666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4699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3868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254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1559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844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338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2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285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128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7397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3716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18422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0221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2528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9480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6041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199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0388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8756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316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061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976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041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554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9709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58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42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7527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648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128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195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642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985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302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55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1976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695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3141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405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410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889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685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706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893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206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62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684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989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7154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2884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128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5.97"/>
                                          </p:val>
                                        </p:tav>
                                        <p:tav tm="7792">
                                          <p:val>
                                            <p:fltVal val="125.97"/>
                                          </p:val>
                                        </p:tav>
                                        <p:tav tm="10390">
                                          <p:val>
                                            <p:fltVal val="105.38"/>
                                          </p:val>
                                        </p:tav>
                                        <p:tav tm="12987">
                                          <p:val>
                                            <p:fltVal val="83.83"/>
                                          </p:val>
                                        </p:tav>
                                        <p:tav tm="15584">
                                          <p:val>
                                            <p:fltVal val="67.67"/>
                                          </p:val>
                                        </p:tav>
                                        <p:tav tm="18182">
                                          <p:val>
                                            <p:fltVal val="55.83"/>
                                          </p:val>
                                        </p:tav>
                                        <p:tav tm="20779">
                                          <p:val>
                                            <p:fltVal val="46.77"/>
                                          </p:val>
                                        </p:tav>
                                        <p:tav tm="23377">
                                          <p:val>
                                            <p:fltVal val="39.51"/>
                                          </p:val>
                                        </p:tav>
                                        <p:tav tm="25974">
                                          <p:val>
                                            <p:fltVal val="33.47"/>
                                          </p:val>
                                        </p:tav>
                                        <p:tav tm="28571">
                                          <p:val>
                                            <p:fltVal val="28.33"/>
                                          </p:val>
                                        </p:tav>
                                        <p:tav tm="33766">
                                          <p:val>
                                            <p:fltVal val="20.07"/>
                                          </p:val>
                                        </p:tav>
                                        <p:tav tm="38961">
                                          <p:val>
                                            <p:fltVal val="13.77"/>
                                          </p:val>
                                        </p:tav>
                                        <p:tav tm="44156">
                                          <p:val>
                                            <p:fltVal val="8.95"/>
                                          </p:val>
                                        </p:tav>
                                        <p:tav tm="49351">
                                          <p:val>
                                            <p:fltVal val="5.29"/>
                                          </p:val>
                                        </p:tav>
                                        <p:tav tm="57143">
                                          <p:val>
                                            <p:fltVal val="1.55"/>
                                          </p:val>
                                        </p:tav>
                                        <p:tav tm="62338">
                                          <p:val>
                                            <p:fltVal val="0"/>
                                          </p:val>
                                        </p:tav>
                                        <p:tav tm="70130">
                                          <p:val>
                                            <p:fltVal val="-1.18"/>
                                          </p:val>
                                        </p:tav>
                                        <p:tav tm="96104">
                                          <p:val>
                                            <p:fltVal val="-1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36" dur="7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8" dur="128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8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596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593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5641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539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524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124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128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026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24972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26371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27506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24571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21263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18208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15534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13236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11274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9595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8151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6905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5824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4884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3351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2185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1304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649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77922">
                                          <p:val>
                                            <p:strVal val="#ppt_y+0.00389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4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128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283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7767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3088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476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84774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300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4000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2246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9843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577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2225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168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405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6912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5654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4597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3707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959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3293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797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3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6573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.01767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8593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618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128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1482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3104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737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756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3638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9721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936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414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067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481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341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468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760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624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289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253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49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734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66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128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5.88"/>
                                          </p:val>
                                        </p:tav>
                                        <p:tav tm="7792">
                                          <p:val>
                                            <p:fltVal val="-165.88"/>
                                          </p:val>
                                        </p:tav>
                                        <p:tav tm="10390">
                                          <p:val>
                                            <p:fltVal val="-150.89"/>
                                          </p:val>
                                        </p:tav>
                                        <p:tav tm="12987">
                                          <p:val>
                                            <p:fltVal val="-124.93"/>
                                          </p:val>
                                        </p:tav>
                                        <p:tav tm="15584">
                                          <p:val>
                                            <p:fltVal val="-104.9"/>
                                          </p:val>
                                        </p:tav>
                                        <p:tav tm="18182">
                                          <p:val>
                                            <p:fltVal val="-90.08"/>
                                          </p:val>
                                        </p:tav>
                                        <p:tav tm="20779">
                                          <p:val>
                                            <p:fltVal val="-78.49"/>
                                          </p:val>
                                        </p:tav>
                                        <p:tav tm="23377">
                                          <p:val>
                                            <p:fltVal val="-68.83"/>
                                          </p:val>
                                        </p:tav>
                                        <p:tav tm="25974">
                                          <p:val>
                                            <p:fltVal val="-60.43"/>
                                          </p:val>
                                        </p:tav>
                                        <p:tav tm="28571">
                                          <p:val>
                                            <p:fltVal val="-52.96"/>
                                          </p:val>
                                        </p:tav>
                                        <p:tav tm="31169">
                                          <p:val>
                                            <p:fltVal val="-46.23"/>
                                          </p:val>
                                        </p:tav>
                                        <p:tav tm="36364">
                                          <p:val>
                                            <p:fltVal val="-34.55"/>
                                          </p:val>
                                        </p:tav>
                                        <p:tav tm="41558">
                                          <p:val>
                                            <p:fltVal val="-24.94"/>
                                          </p:val>
                                        </p:tav>
                                        <p:tav tm="46753">
                                          <p:val>
                                            <p:fltVal val="-17.13"/>
                                          </p:val>
                                        </p:tav>
                                        <p:tav tm="51948">
                                          <p:val>
                                            <p:fltVal val="-10.93"/>
                                          </p:val>
                                        </p:tav>
                                        <p:tav tm="57143">
                                          <p:val>
                                            <p:fltVal val="-6.13"/>
                                          </p:val>
                                        </p:tav>
                                        <p:tav tm="64935">
                                          <p:val>
                                            <p:fltVal val="-1.15"/>
                                          </p:val>
                                        </p:tav>
                                        <p:tav tm="70130">
                                          <p:val>
                                            <p:fltVal val="0.93"/>
                                          </p:val>
                                        </p:tav>
                                        <p:tav tm="77922">
                                          <p:val>
                                            <p:fltVal val="2.54"/>
                                          </p:val>
                                        </p:tav>
                                        <p:tav tm="96104">
                                          <p:val>
                                            <p:fltVal val="2.7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45" dur="8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128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54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538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540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511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377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258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155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065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87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921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63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81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7332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671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6231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856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565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249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4962"/>
                                          </p:val>
                                        </p:tav>
                                        <p:tav tm="85714">
                                          <p:val>
                                            <p:strVal val="#ppt_x-1.2489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128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535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22003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2194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2354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26804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24561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18894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16383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14177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12267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10614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9177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7924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6827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5864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5016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3607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2509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1654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5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8051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88312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3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128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0768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51004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56134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846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8469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319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4689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335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0856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701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948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962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7735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6226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5033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4088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3334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7258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2273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4647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168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966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.02112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9224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786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6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128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847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769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0167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287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951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3285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7838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3872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460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032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913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8484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6785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4170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9799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987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1200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0879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3646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8666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633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9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128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8.62"/>
                                          </p:val>
                                        </p:tav>
                                        <p:tav tm="7792">
                                          <p:val>
                                            <p:fltVal val="-148.62"/>
                                          </p:val>
                                        </p:tav>
                                        <p:tav tm="10390">
                                          <p:val>
                                            <p:fltVal val="-155.03"/>
                                          </p:val>
                                        </p:tav>
                                        <p:tav tm="12987">
                                          <p:val>
                                            <p:fltVal val="-184.88"/>
                                          </p:val>
                                        </p:tav>
                                        <p:tav tm="15584">
                                          <p:val>
                                            <p:fltVal val="-208.9"/>
                                          </p:val>
                                        </p:tav>
                                        <p:tav tm="18182">
                                          <p:val>
                                            <p:fltVal val="-226.77"/>
                                          </p:val>
                                        </p:tav>
                                        <p:tav tm="20779">
                                          <p:val>
                                            <p:fltVal val="-241.01"/>
                                          </p:val>
                                        </p:tav>
                                        <p:tav tm="23377">
                                          <p:val>
                                            <p:fltVal val="-253.33"/>
                                          </p:val>
                                        </p:tav>
                                        <p:tav tm="25974">
                                          <p:val>
                                            <p:fltVal val="-264.56"/>
                                          </p:val>
                                        </p:tav>
                                        <p:tav tm="28571">
                                          <p:val>
                                            <p:fltVal val="-275.05"/>
                                          </p:val>
                                        </p:tav>
                                        <p:tav tm="31169">
                                          <p:val>
                                            <p:fltVal val="-284.93"/>
                                          </p:val>
                                        </p:tav>
                                        <p:tav tm="33766">
                                          <p:val>
                                            <p:fltVal val="-294.21"/>
                                          </p:val>
                                        </p:tav>
                                        <p:tav tm="36364">
                                          <p:val>
                                            <p:fltVal val="-302.84"/>
                                          </p:val>
                                        </p:tav>
                                        <p:tav tm="38961">
                                          <p:val>
                                            <p:fltVal val="-310.77"/>
                                          </p:val>
                                        </p:tav>
                                        <p:tav tm="41558">
                                          <p:val>
                                            <p:fltVal val="-317.95"/>
                                          </p:val>
                                        </p:tav>
                                        <p:tav tm="44156">
                                          <p:val>
                                            <p:fltVal val="-324.38"/>
                                          </p:val>
                                        </p:tav>
                                        <p:tav tm="46753">
                                          <p:val>
                                            <p:fltVal val="-330.08"/>
                                          </p:val>
                                        </p:tav>
                                        <p:tav tm="49351">
                                          <p:val>
                                            <p:fltVal val="-335.11"/>
                                          </p:val>
                                        </p:tav>
                                        <p:tav tm="54545">
                                          <p:val>
                                            <p:fltVal val="-343.37"/>
                                          </p:val>
                                        </p:tav>
                                        <p:tav tm="59740">
                                          <p:val>
                                            <p:fltVal val="-349.61"/>
                                          </p:val>
                                        </p:tav>
                                        <p:tav tm="64935">
                                          <p:val>
                                            <p:fltVal val="-354.26"/>
                                          </p:val>
                                        </p:tav>
                                        <p:tav tm="70130">
                                          <p:val>
                                            <p:fltVal val="-357.64"/>
                                          </p:val>
                                        </p:tav>
                                        <p:tav tm="77922">
                                          <p:val>
                                            <p:fltVal val="-360.86"/>
                                          </p:val>
                                        </p:tav>
                                        <p:tav tm="85714">
                                          <p:val>
                                            <p:fltVal val="-362.35"/>
                                          </p:val>
                                        </p:tav>
                                        <p:tav tm="96104">
                                          <p:val>
                                            <p:fltVal val="-362.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54" dur="5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6" dur="128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323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926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934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684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444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254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10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8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85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05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740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861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641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04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489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126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906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78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128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721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21128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22683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26812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23534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19073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15223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12112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9629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7646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6045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474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3668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2784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2054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1454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0962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429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4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128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1352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868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310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7788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834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9526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764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541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426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755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572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359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630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111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684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964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399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178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862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673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7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128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644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48862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204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607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2844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390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8029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715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71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2871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13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7177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406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973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841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955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264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726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31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6127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472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6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128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3.35"/>
                                          </p:val>
                                        </p:tav>
                                        <p:tav tm="10390">
                                          <p:val>
                                            <p:fltVal val="113.35"/>
                                          </p:val>
                                        </p:tav>
                                        <p:tav tm="12987">
                                          <p:val>
                                            <p:fltVal val="158.41"/>
                                          </p:val>
                                        </p:tav>
                                        <p:tav tm="15584">
                                          <p:val>
                                            <p:fltVal val="195.32"/>
                                          </p:val>
                                        </p:tav>
                                        <p:tav tm="18182">
                                          <p:val>
                                            <p:fltVal val="221.78"/>
                                          </p:val>
                                        </p:tav>
                                        <p:tav tm="20779">
                                          <p:val>
                                            <p:fltVal val="245.44"/>
                                          </p:val>
                                        </p:tav>
                                        <p:tav tm="23377">
                                          <p:val>
                                            <p:fltVal val="268.13"/>
                                          </p:val>
                                        </p:tav>
                                        <p:tav tm="25974">
                                          <p:val>
                                            <p:fltVal val="288.68"/>
                                          </p:val>
                                        </p:tav>
                                        <p:tav tm="28571">
                                          <p:val>
                                            <p:fltVal val="305.78"/>
                                          </p:val>
                                        </p:tav>
                                        <p:tav tm="31169">
                                          <p:val>
                                            <p:fltVal val="319.24"/>
                                          </p:val>
                                        </p:tav>
                                        <p:tav tm="33766">
                                          <p:val>
                                            <p:fltVal val="329.63"/>
                                          </p:val>
                                        </p:tav>
                                        <p:tav tm="36364">
                                          <p:val>
                                            <p:fltVal val="337.66"/>
                                          </p:val>
                                        </p:tav>
                                        <p:tav tm="38961">
                                          <p:val>
                                            <p:fltVal val="343.93"/>
                                          </p:val>
                                        </p:tav>
                                        <p:tav tm="41558">
                                          <p:val>
                                            <p:fltVal val="348.85"/>
                                          </p:val>
                                        </p:tav>
                                        <p:tav tm="44156">
                                          <p:val>
                                            <p:fltVal val="352.73"/>
                                          </p:val>
                                        </p:tav>
                                        <p:tav tm="46753">
                                          <p:val>
                                            <p:fltVal val="355.79"/>
                                          </p:val>
                                        </p:tav>
                                        <p:tav tm="49351">
                                          <p:val>
                                            <p:fltVal val="358.18"/>
                                          </p:val>
                                        </p:tav>
                                        <p:tav tm="54545">
                                          <p:val>
                                            <p:fltVal val="361.35"/>
                                          </p:val>
                                        </p:tav>
                                        <p:tav tm="57143">
                                          <p:val>
                                            <p:fltVal val="362.29"/>
                                          </p:val>
                                        </p:tav>
                                        <p:tav tm="62338">
                                          <p:val>
                                            <p:fltVal val="363.12"/>
                                          </p:val>
                                        </p:tav>
                                        <p:tav tm="96104">
                                          <p:val>
                                            <p:fltVal val="363.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63" dur="6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5" dur="128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441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432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431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444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361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209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081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975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889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19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76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71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728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108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667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355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14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48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128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578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2443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2427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3862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7494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7948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5792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4805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3956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3252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2185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1778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1144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0368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128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6718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4621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91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365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351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048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214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4520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0680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8942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398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052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893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902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059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346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746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244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287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2147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8379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23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17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128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783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005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32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732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2990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1992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5376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9155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542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1278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90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11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720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60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686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928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2942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761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314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6275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1635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876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732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128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5"/>
                                          </p:val>
                                        </p:tav>
                                        <p:tav tm="10390">
                                          <p:val>
                                            <p:fltVal val="115"/>
                                          </p:val>
                                        </p:tav>
                                        <p:tav tm="12987">
                                          <p:val>
                                            <p:fltVal val="102.54"/>
                                          </p:val>
                                        </p:tav>
                                        <p:tav tm="15584">
                                          <p:val>
                                            <p:fltVal val="79.81"/>
                                          </p:val>
                                        </p:tav>
                                        <p:tav tm="18182">
                                          <p:val>
                                            <p:fltVal val="62.57"/>
                                          </p:val>
                                        </p:tav>
                                        <p:tav tm="20779">
                                          <p:val>
                                            <p:fltVal val="50.06"/>
                                          </p:val>
                                        </p:tav>
                                        <p:tav tm="23377">
                                          <p:val>
                                            <p:fltVal val="40.71"/>
                                          </p:val>
                                        </p:tav>
                                        <p:tav tm="25974">
                                          <p:val>
                                            <p:fltVal val="33.39"/>
                                          </p:val>
                                        </p:tav>
                                        <p:tav tm="28571">
                                          <p:val>
                                            <p:fltVal val="27.48"/>
                                          </p:val>
                                        </p:tav>
                                        <p:tav tm="31169">
                                          <p:val>
                                            <p:fltVal val="22.6"/>
                                          </p:val>
                                        </p:tav>
                                        <p:tav tm="33766">
                                          <p:val>
                                            <p:fltVal val="18.5"/>
                                          </p:val>
                                        </p:tav>
                                        <p:tav tm="36364">
                                          <p:val>
                                            <p:fltVal val="15.02"/>
                                          </p:val>
                                        </p:tav>
                                        <p:tav tm="41558">
                                          <p:val>
                                            <p:fltVal val="9.53"/>
                                          </p:val>
                                        </p:tav>
                                        <p:tav tm="46753">
                                          <p:val>
                                            <p:fltVal val="5.52"/>
                                          </p:val>
                                        </p:tav>
                                        <p:tav tm="51948">
                                          <p:val>
                                            <p:fltVal val="2.65"/>
                                          </p:val>
                                        </p:tav>
                                        <p:tav tm="57143">
                                          <p:val>
                                            <p:fltVal val="0.69"/>
                                          </p:val>
                                        </p:tav>
                                        <p:tav tm="62338">
                                          <p:val>
                                            <p:fltVal val="-0.53"/>
                                          </p:val>
                                        </p:tav>
                                        <p:tav tm="67532">
                                          <p:val>
                                            <p:fltVal val="-1.14"/>
                                          </p:val>
                                        </p:tav>
                                        <p:tav tm="96104">
                                          <p:val>
                                            <p:fltVal val="-1.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72" dur="7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4" dur="128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4778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4675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466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470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481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46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315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185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074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80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9021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364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78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341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6942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630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839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493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242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4948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486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128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158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709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8496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12045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1299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9658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8125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68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5688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4757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3974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3311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2746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1848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1186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698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75325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128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06811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50035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55155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752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17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6981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401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2685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0963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8607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6017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3508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1237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9255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5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12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4919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390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058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347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7523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558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5024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906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534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128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163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1816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9591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670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066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8298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2832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912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2589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721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772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374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15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4717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7706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645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181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401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7914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1493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88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677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128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1.34"/>
                                          </p:val>
                                        </p:tav>
                                        <p:tav tm="10390">
                                          <p:val>
                                            <p:fltVal val="-151.34"/>
                                          </p:val>
                                        </p:tav>
                                        <p:tav tm="12987">
                                          <p:val>
                                            <p:fltVal val="-147.2"/>
                                          </p:val>
                                        </p:tav>
                                        <p:tav tm="15584">
                                          <p:val>
                                            <p:fltVal val="-119.03"/>
                                          </p:val>
                                        </p:tav>
                                        <p:tav tm="18182">
                                          <p:val>
                                            <p:fltVal val="-97.05"/>
                                          </p:val>
                                        </p:tav>
                                        <p:tav tm="20779">
                                          <p:val>
                                            <p:fltVal val="-81.02"/>
                                          </p:val>
                                        </p:tav>
                                        <p:tav tm="23377">
                                          <p:val>
                                            <p:fltVal val="-68.82"/>
                                          </p:val>
                                        </p:tav>
                                        <p:tav tm="25974">
                                          <p:val>
                                            <p:fltVal val="-58.97"/>
                                          </p:val>
                                        </p:tav>
                                        <p:tav tm="28571">
                                          <p:val>
                                            <p:fltVal val="-50.67"/>
                                          </p:val>
                                        </p:tav>
                                        <p:tav tm="31169">
                                          <p:val>
                                            <p:fltVal val="-43.49"/>
                                          </p:val>
                                        </p:tav>
                                        <p:tav tm="33766">
                                          <p:val>
                                            <p:fltVal val="-37.17"/>
                                          </p:val>
                                        </p:tav>
                                        <p:tav tm="36364">
                                          <p:val>
                                            <p:fltVal val="-31.55"/>
                                          </p:val>
                                        </p:tav>
                                        <p:tav tm="41558">
                                          <p:val>
                                            <p:fltVal val="-22.08"/>
                                          </p:val>
                                        </p:tav>
                                        <p:tav tm="46753">
                                          <p:val>
                                            <p:fltVal val="-14.59"/>
                                          </p:val>
                                        </p:tav>
                                        <p:tav tm="51948">
                                          <p:val>
                                            <p:fltVal val="-8.77"/>
                                          </p:val>
                                        </p:tav>
                                        <p:tav tm="57143">
                                          <p:val>
                                            <p:fltVal val="-4.37"/>
                                          </p:val>
                                        </p:tav>
                                        <p:tav tm="64935">
                                          <p:val>
                                            <p:fltVal val="0"/>
                                          </p:val>
                                        </p:tav>
                                        <p:tav tm="70130">
                                          <p:val>
                                            <p:fltVal val="1.68"/>
                                          </p:val>
                                        </p:tav>
                                        <p:tav tm="75325">
                                          <p:val>
                                            <p:fltVal val="2.54"/>
                                          </p:val>
                                        </p:tav>
                                        <p:tav tm="96104">
                                          <p:val>
                                            <p:fltVal val="2.7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81" dur="7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128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40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840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7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65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42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08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65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15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57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24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51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951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279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529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718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7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128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804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037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065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665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426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600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990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507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118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799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5304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299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100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28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783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481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5345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435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349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274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2089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632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7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128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1940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3969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69247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553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176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2968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288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7139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4075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386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9141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314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847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672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730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968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348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838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623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766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3124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322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50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5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128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1482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3104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7375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879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0335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741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969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643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235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320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634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774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208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358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001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4198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63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16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128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3.5"/>
                                          </p:val>
                                        </p:tav>
                                        <p:tav tm="5195">
                                          <p:val>
                                            <p:fltVal val="-163.5"/>
                                          </p:val>
                                        </p:tav>
                                        <p:tav tm="7792">
                                          <p:val>
                                            <p:fltVal val="-170.41"/>
                                          </p:val>
                                        </p:tav>
                                        <p:tav tm="10390">
                                          <p:val>
                                            <p:fltVal val="-200.23"/>
                                          </p:val>
                                        </p:tav>
                                        <p:tav tm="12987">
                                          <p:val>
                                            <p:fltVal val="-225.61"/>
                                          </p:val>
                                        </p:tav>
                                        <p:tav tm="15584">
                                          <p:val>
                                            <p:fltVal val="-243.61"/>
                                          </p:val>
                                        </p:tav>
                                        <p:tav tm="18182">
                                          <p:val>
                                            <p:fltVal val="-257.5"/>
                                          </p:val>
                                        </p:tav>
                                        <p:tav tm="20779">
                                          <p:val>
                                            <p:fltVal val="-269.27"/>
                                          </p:val>
                                        </p:tav>
                                        <p:tav tm="23377">
                                          <p:val>
                                            <p:fltVal val="-279.87"/>
                                          </p:val>
                                        </p:tav>
                                        <p:tav tm="25974">
                                          <p:val>
                                            <p:fltVal val="-289.62"/>
                                          </p:val>
                                        </p:tav>
                                        <p:tav tm="28571">
                                          <p:val>
                                            <p:fltVal val="-298.66"/>
                                          </p:val>
                                        </p:tav>
                                        <p:tav tm="31169">
                                          <p:val>
                                            <p:fltVal val="-307.02"/>
                                          </p:val>
                                        </p:tav>
                                        <p:tav tm="33766">
                                          <p:val>
                                            <p:fltVal val="-314.69"/>
                                          </p:val>
                                        </p:tav>
                                        <p:tav tm="36364">
                                          <p:val>
                                            <p:fltVal val="-321.65"/>
                                          </p:val>
                                        </p:tav>
                                        <p:tav tm="38961">
                                          <p:val>
                                            <p:fltVal val="-327.91"/>
                                          </p:val>
                                        </p:tav>
                                        <p:tav tm="41558">
                                          <p:val>
                                            <p:fltVal val="-333.48"/>
                                          </p:val>
                                        </p:tav>
                                        <p:tav tm="44156">
                                          <p:val>
                                            <p:fltVal val="-338.4"/>
                                          </p:val>
                                        </p:tav>
                                        <p:tav tm="46753">
                                          <p:val>
                                            <p:fltVal val="-342.71"/>
                                          </p:val>
                                        </p:tav>
                                        <p:tav tm="51948">
                                          <p:val>
                                            <p:fltVal val="-349.72"/>
                                          </p:val>
                                        </p:tav>
                                        <p:tav tm="57143">
                                          <p:val>
                                            <p:fltVal val="-354.9"/>
                                          </p:val>
                                        </p:tav>
                                        <p:tav tm="62338">
                                          <p:val>
                                            <p:fltVal val="-358.61"/>
                                          </p:val>
                                        </p:tav>
                                        <p:tav tm="67532">
                                          <p:val>
                                            <p:fltVal val="-361.12"/>
                                          </p:val>
                                        </p:tav>
                                        <p:tav tm="75325">
                                          <p:val>
                                            <p:fltVal val="-363.11"/>
                                          </p:val>
                                        </p:tav>
                                        <p:tav tm="96104">
                                          <p:val>
                                            <p:fltVal val="-363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90" dur="8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2" dur="128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098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102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101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422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570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702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817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91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01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073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134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187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272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3374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3873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258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672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091"/>
                                          </p:val>
                                        </p:tav>
                                        <p:tav tm="85714">
                                          <p:val>
                                            <p:strVal val="#ppt_x-1.2515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128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1722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382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407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181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1778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507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999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579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225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924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6643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436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37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064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912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778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6612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558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467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3169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552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1538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47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48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128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68177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7297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1193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9597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2997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8686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858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8392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19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9216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093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520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383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561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951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481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101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2524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6428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205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922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778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5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128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426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841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179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510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119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1749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7021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365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046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2369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1862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1258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0450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9453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6156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5174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429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3523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851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22699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7693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9734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3996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542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559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4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128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3.37"/>
                                          </p:val>
                                        </p:tav>
                                        <p:tav tm="7792">
                                          <p:val>
                                            <p:fltVal val="123.37"/>
                                          </p:val>
                                        </p:tav>
                                        <p:tav tm="12987">
                                          <p:val>
                                            <p:fltVal val="182.41"/>
                                          </p:val>
                                        </p:tav>
                                        <p:tav tm="15584">
                                          <p:val>
                                            <p:fltVal val="203.74"/>
                                          </p:val>
                                        </p:tav>
                                        <p:tav tm="18182">
                                          <p:val>
                                            <p:fltVal val="220.46"/>
                                          </p:val>
                                        </p:tav>
                                        <p:tav tm="20779">
                                          <p:val>
                                            <p:fltVal val="235.18"/>
                                          </p:val>
                                        </p:tav>
                                        <p:tav tm="25974">
                                          <p:val>
                                            <p:fltVal val="262.5"/>
                                          </p:val>
                                        </p:tav>
                                        <p:tav tm="28571">
                                          <p:val>
                                            <p:fltVal val="275.35"/>
                                          </p:val>
                                        </p:tav>
                                        <p:tav tm="31169">
                                          <p:val>
                                            <p:fltVal val="287.38"/>
                                          </p:val>
                                        </p:tav>
                                        <p:tav tm="33766">
                                          <p:val>
                                            <p:fltVal val="298.32"/>
                                          </p:val>
                                        </p:tav>
                                        <p:tav tm="36364">
                                          <p:val>
                                            <p:fltVal val="308.02"/>
                                          </p:val>
                                        </p:tav>
                                        <p:tav tm="38961">
                                          <p:val>
                                            <p:fltVal val="316.48"/>
                                          </p:val>
                                        </p:tav>
                                        <p:tav tm="41558">
                                          <p:val>
                                            <p:fltVal val="323.75"/>
                                          </p:val>
                                        </p:tav>
                                        <p:tav tm="44156">
                                          <p:val>
                                            <p:fltVal val="329.98"/>
                                          </p:val>
                                        </p:tav>
                                        <p:tav tm="46753">
                                          <p:val>
                                            <p:fltVal val="335.3"/>
                                          </p:val>
                                        </p:tav>
                                        <p:tav tm="49351">
                                          <p:val>
                                            <p:fltVal val="339.84"/>
                                          </p:val>
                                        </p:tav>
                                        <p:tav tm="51948">
                                          <p:val>
                                            <p:fltVal val="343.73"/>
                                          </p:val>
                                        </p:tav>
                                        <p:tav tm="57143">
                                          <p:val>
                                            <p:fltVal val="349.91"/>
                                          </p:val>
                                        </p:tav>
                                        <p:tav tm="62338">
                                          <p:val>
                                            <p:fltVal val="354.44"/>
                                          </p:val>
                                        </p:tav>
                                        <p:tav tm="70130">
                                          <p:val>
                                            <p:fltVal val="358.96"/>
                                          </p:val>
                                        </p:tav>
                                        <p:tav tm="77922">
                                          <p:val>
                                            <p:fltVal val="361.5"/>
                                          </p:val>
                                        </p:tav>
                                        <p:tav tm="85714">
                                          <p:val>
                                            <p:fltVal val="362.54"/>
                                          </p:val>
                                        </p:tav>
                                        <p:tav tm="96104">
                                          <p:val>
                                            <p:fltVal val="362.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99" dur="5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1" dur="128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32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823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82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676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447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259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1091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987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889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1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745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691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48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6118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82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377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09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86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128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7901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992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016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794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7168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664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8722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265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79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434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14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903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7074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545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4123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024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123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806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128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40618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680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8109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633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0797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9463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5321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947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334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635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87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987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117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4455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857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16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128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3107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7000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277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825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0636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1586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753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781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569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3079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0027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428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440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958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848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009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3676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874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4973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211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851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0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128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2.17"/>
                                          </p:val>
                                        </p:tav>
                                        <p:tav tm="7792">
                                          <p:val>
                                            <p:fltVal val="-92.17"/>
                                          </p:val>
                                        </p:tav>
                                        <p:tav tm="10390">
                                          <p:val>
                                            <p:fltVal val="-124.59"/>
                                          </p:val>
                                        </p:tav>
                                        <p:tav tm="12987">
                                          <p:val>
                                            <p:fltVal val="-171"/>
                                          </p:val>
                                        </p:tav>
                                        <p:tav tm="15584">
                                          <p:val>
                                            <p:fltVal val="-202.74"/>
                                          </p:val>
                                        </p:tav>
                                        <p:tav tm="18182">
                                          <p:val>
                                            <p:fltVal val="-231.4"/>
                                          </p:val>
                                        </p:tav>
                                        <p:tav tm="20779">
                                          <p:val>
                                            <p:fltVal val="-259.57"/>
                                          </p:val>
                                        </p:tav>
                                        <p:tav tm="23377">
                                          <p:val>
                                            <p:fltVal val="-284.18"/>
                                          </p:val>
                                        </p:tav>
                                        <p:tav tm="25974">
                                          <p:val>
                                            <p:fltVal val="-303.16"/>
                                          </p:val>
                                        </p:tav>
                                        <p:tav tm="28571">
                                          <p:val>
                                            <p:fltVal val="-317.17"/>
                                          </p:val>
                                        </p:tav>
                                        <p:tav tm="31169">
                                          <p:val>
                                            <p:fltVal val="-327.62"/>
                                          </p:val>
                                        </p:tav>
                                        <p:tav tm="33766">
                                          <p:val>
                                            <p:fltVal val="-335.62"/>
                                          </p:val>
                                        </p:tav>
                                        <p:tav tm="36364">
                                          <p:val>
                                            <p:fltVal val="-341.87"/>
                                          </p:val>
                                        </p:tav>
                                        <p:tav tm="38961">
                                          <p:val>
                                            <p:fltVal val="-346.84"/>
                                          </p:val>
                                        </p:tav>
                                        <p:tav tm="41558">
                                          <p:val>
                                            <p:fltVal val="-350.82"/>
                                          </p:val>
                                        </p:tav>
                                        <p:tav tm="44156">
                                          <p:val>
                                            <p:fltVal val="-354.01"/>
                                          </p:val>
                                        </p:tav>
                                        <p:tav tm="46753">
                                          <p:val>
                                            <p:fltVal val="-356.54"/>
                                          </p:val>
                                        </p:tav>
                                        <p:tav tm="51948">
                                          <p:val>
                                            <p:fltVal val="-360"/>
                                          </p:val>
                                        </p:tav>
                                        <p:tav tm="54545">
                                          <p:val>
                                            <p:fltVal val="-361.07"/>
                                          </p:val>
                                        </p:tav>
                                        <p:tav tm="59740">
                                          <p:val>
                                            <p:fltVal val="-362.11"/>
                                          </p:val>
                                        </p:tav>
                                        <p:tav tm="96104">
                                          <p:val>
                                            <p:fltVal val="-362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08" dur="6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0" dur="128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344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356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35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53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391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590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54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884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97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87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61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23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74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18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549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12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53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813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5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128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574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754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775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562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812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679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770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0472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474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020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6514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3463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0924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8796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00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5499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22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15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2257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5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89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303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128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90221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31684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6594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1968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539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30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8302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89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3400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082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9045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301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830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599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572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71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011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427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947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245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813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6788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544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3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128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6925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1694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074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257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777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3036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6984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507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52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497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024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893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988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242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613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077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2211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596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356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7879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697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9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128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45"/>
                                          </p:val>
                                        </p:tav>
                                        <p:tav tm="7792">
                                          <p:val>
                                            <p:fltVal val="-138.45"/>
                                          </p:val>
                                        </p:tav>
                                        <p:tav tm="10390">
                                          <p:val>
                                            <p:fltVal val="-132.34"/>
                                          </p:val>
                                        </p:tav>
                                        <p:tav tm="12987">
                                          <p:val>
                                            <p:fltVal val="-104.27"/>
                                          </p:val>
                                        </p:tav>
                                        <p:tav tm="15584">
                                          <p:val>
                                            <p:fltVal val="-82.35"/>
                                          </p:val>
                                        </p:tav>
                                        <p:tav tm="18182">
                                          <p:val>
                                            <p:fltVal val="-66.81"/>
                                          </p:val>
                                        </p:tav>
                                        <p:tav tm="20779">
                                          <p:val>
                                            <p:fltVal val="-55.3"/>
                                          </p:val>
                                        </p:tav>
                                        <p:tav tm="23377">
                                          <p:val>
                                            <p:fltVal val="-46.2"/>
                                          </p:val>
                                        </p:tav>
                                        <p:tav tm="25974">
                                          <p:val>
                                            <p:fltVal val="-38.68"/>
                                          </p:val>
                                        </p:tav>
                                        <p:tav tm="28571">
                                          <p:val>
                                            <p:fltVal val="-32.3"/>
                                          </p:val>
                                        </p:tav>
                                        <p:tav tm="31169">
                                          <p:val>
                                            <p:fltVal val="-26.8"/>
                                          </p:val>
                                        </p:tav>
                                        <p:tav tm="33766">
                                          <p:val>
                                            <p:fltVal val="-22.03"/>
                                          </p:val>
                                        </p:tav>
                                        <p:tav tm="36364">
                                          <p:val>
                                            <p:fltVal val="-17.87"/>
                                          </p:val>
                                        </p:tav>
                                        <p:tav tm="41558">
                                          <p:val>
                                            <p:fltVal val="-11.1"/>
                                          </p:val>
                                        </p:tav>
                                        <p:tav tm="46753">
                                          <p:val>
                                            <p:fltVal val="-6.06"/>
                                          </p:val>
                                        </p:tav>
                                        <p:tav tm="51948">
                                          <p:val>
                                            <p:fltVal val="-2.44"/>
                                          </p:val>
                                        </p:tav>
                                        <p:tav tm="57143">
                                          <p:val>
                                            <p:fltVal val="0"/>
                                          </p:val>
                                        </p:tav>
                                        <p:tav tm="62338">
                                          <p:val>
                                            <p:fltVal val="1.45"/>
                                          </p:val>
                                        </p:tav>
                                        <p:tav tm="67532">
                                          <p:val>
                                            <p:fltVal val="2.06"/>
                                          </p:val>
                                        </p:tav>
                                        <p:tav tm="96104">
                                          <p:val>
                                            <p:fltVal val="2.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17" dur="6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128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888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879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877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891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4572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4245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964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728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529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362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322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31035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3002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9167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8429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779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7251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6784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6383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749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301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77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7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128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2602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3448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3470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254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701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202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799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4824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230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028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861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721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6032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5025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4165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428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25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382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128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3025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75972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81387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6274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4.1432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7132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578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4113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1298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7978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767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940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9569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7630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60621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798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779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9536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281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73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2794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908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604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1574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8795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33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128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39926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1769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606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616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5832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2834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6836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320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541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836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702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866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182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458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9995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216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8892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3642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715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7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128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7.47"/>
                                          </p:val>
                                        </p:tav>
                                        <p:tav tm="10390">
                                          <p:val>
                                            <p:fltVal val="-177.47"/>
                                          </p:val>
                                        </p:tav>
                                        <p:tav tm="12987">
                                          <p:val>
                                            <p:fltVal val="-205.46"/>
                                          </p:val>
                                        </p:tav>
                                        <p:tav tm="15584">
                                          <p:val>
                                            <p:fltVal val="-232.44"/>
                                          </p:val>
                                        </p:tav>
                                        <p:tav tm="18182">
                                          <p:val>
                                            <p:fltVal val="-251.8"/>
                                          </p:val>
                                        </p:tav>
                                        <p:tav tm="20779">
                                          <p:val>
                                            <p:fltVal val="-266.44"/>
                                          </p:val>
                                        </p:tav>
                                        <p:tav tm="23377">
                                          <p:val>
                                            <p:fltVal val="-278.48"/>
                                          </p:val>
                                        </p:tav>
                                        <p:tav tm="25974">
                                          <p:val>
                                            <p:fltVal val="-288.97"/>
                                          </p:val>
                                        </p:tav>
                                        <p:tav tm="28571">
                                          <p:val>
                                            <p:fltVal val="-298.37"/>
                                          </p:val>
                                        </p:tav>
                                        <p:tav tm="31169">
                                          <p:val>
                                            <p:fltVal val="-306.9"/>
                                          </p:val>
                                        </p:tav>
                                        <p:tav tm="33766">
                                          <p:val>
                                            <p:fltVal val="-314.65"/>
                                          </p:val>
                                        </p:tav>
                                        <p:tav tm="36364">
                                          <p:val>
                                            <p:fltVal val="-321.68"/>
                                          </p:val>
                                        </p:tav>
                                        <p:tav tm="38961">
                                          <p:val>
                                            <p:fltVal val="-327.99"/>
                                          </p:val>
                                        </p:tav>
                                        <p:tav tm="41558">
                                          <p:val>
                                            <p:fltVal val="-333.62"/>
                                          </p:val>
                                        </p:tav>
                                        <p:tav tm="44156">
                                          <p:val>
                                            <p:fltVal val="-338.59"/>
                                          </p:val>
                                        </p:tav>
                                        <p:tav tm="46753">
                                          <p:val>
                                            <p:fltVal val="-342.95"/>
                                          </p:val>
                                        </p:tav>
                                        <p:tav tm="51948">
                                          <p:val>
                                            <p:fltVal val="-350.01"/>
                                          </p:val>
                                        </p:tav>
                                        <p:tav tm="57143">
                                          <p:val>
                                            <p:fltVal val="-355.15"/>
                                          </p:val>
                                        </p:tav>
                                        <p:tav tm="62338">
                                          <p:val>
                                            <p:fltVal val="-358.72"/>
                                          </p:val>
                                        </p:tav>
                                        <p:tav tm="67532">
                                          <p:val>
                                            <p:fltVal val="-360.99"/>
                                          </p:val>
                                        </p:tav>
                                        <p:tav tm="72727">
                                          <p:val>
                                            <p:fltVal val="-362.2"/>
                                          </p:val>
                                        </p:tav>
                                        <p:tav tm="96104">
                                          <p:val>
                                            <p:fltVal val="-362.5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26" dur="7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8" dur="128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339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348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349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336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409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550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678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794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896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1984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061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126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183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32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2747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3433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3951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43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636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85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12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" dur="128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191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20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4746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6037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5708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3498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2892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2397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166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956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417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75325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128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8527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2621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1061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1436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7101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4238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2671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0212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3303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029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898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082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738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746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001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4266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969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276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5665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081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8425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736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3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128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392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2094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467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67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415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8682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1909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3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177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1525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0622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93958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8674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7822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500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4145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3375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694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2102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5907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7823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117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307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6031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502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128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.28"/>
                                          </p:val>
                                        </p:tav>
                                        <p:tav tm="10390">
                                          <p:val>
                                            <p:fltVal val="135.28"/>
                                          </p:val>
                                        </p:tav>
                                        <p:tav tm="12987">
                                          <p:val>
                                            <p:fltVal val="153.52"/>
                                          </p:val>
                                        </p:tav>
                                        <p:tav tm="15584">
                                          <p:val>
                                            <p:fltVal val="185.62"/>
                                          </p:val>
                                        </p:tav>
                                        <p:tav tm="18182">
                                          <p:val>
                                            <p:fltVal val="208.95"/>
                                          </p:val>
                                        </p:tav>
                                        <p:tav tm="20779">
                                          <p:val>
                                            <p:fltVal val="226.73"/>
                                          </p:val>
                                        </p:tav>
                                        <p:tav tm="23377">
                                          <p:val>
                                            <p:fltVal val="241.86"/>
                                          </p:val>
                                        </p:tav>
                                        <p:tav tm="25974">
                                          <p:val>
                                            <p:fltVal val="255.7"/>
                                          </p:val>
                                        </p:tav>
                                        <p:tav tm="28571">
                                          <p:val>
                                            <p:fltVal val="268.78"/>
                                          </p:val>
                                        </p:tav>
                                        <p:tav tm="31169">
                                          <p:val>
                                            <p:fltVal val="281.16"/>
                                          </p:val>
                                        </p:tav>
                                        <p:tav tm="33766">
                                          <p:val>
                                            <p:fltVal val="292.71"/>
                                          </p:val>
                                        </p:tav>
                                        <p:tav tm="36364">
                                          <p:val>
                                            <p:fltVal val="303.24"/>
                                          </p:val>
                                        </p:tav>
                                        <p:tav tm="38961">
                                          <p:val>
                                            <p:fltVal val="312.62"/>
                                          </p:val>
                                        </p:tav>
                                        <p:tav tm="41558">
                                          <p:val>
                                            <p:fltVal val="320.81"/>
                                          </p:val>
                                        </p:tav>
                                        <p:tav tm="44156">
                                          <p:val>
                                            <p:fltVal val="327.89"/>
                                          </p:val>
                                        </p:tav>
                                        <p:tav tm="46753">
                                          <p:val>
                                            <p:fltVal val="333.95"/>
                                          </p:val>
                                        </p:tav>
                                        <p:tav tm="49351">
                                          <p:val>
                                            <p:fltVal val="339.11"/>
                                          </p:val>
                                        </p:tav>
                                        <p:tav tm="51948">
                                          <p:val>
                                            <p:fltVal val="343.5"/>
                                          </p:val>
                                        </p:tav>
                                        <p:tav tm="54545">
                                          <p:val>
                                            <p:fltVal val="347.23"/>
                                          </p:val>
                                        </p:tav>
                                        <p:tav tm="59740">
                                          <p:val>
                                            <p:fltVal val="353.05"/>
                                          </p:val>
                                        </p:tav>
                                        <p:tav tm="64935">
                                          <p:val>
                                            <p:fltVal val="357.18"/>
                                          </p:val>
                                        </p:tav>
                                        <p:tav tm="70130">
                                          <p:val>
                                            <p:fltVal val="360"/>
                                          </p:val>
                                        </p:tav>
                                        <p:tav tm="77922">
                                          <p:val>
                                            <p:fltVal val="362.37"/>
                                          </p:val>
                                        </p:tav>
                                        <p:tav tm="83117">
                                          <p:val>
                                            <p:fltVal val="362.98"/>
                                          </p:val>
                                        </p:tav>
                                        <p:tav tm="96104">
                                          <p:val>
                                            <p:fltVal val="363.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5" dur="8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" dur="128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907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927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093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0921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0900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0921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113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289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449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591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1715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1823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191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1996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066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1273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180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2273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304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3642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106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462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836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88312">
                                          <p:val>
                                            <p:strVal val="#ppt_x-1.2516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128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781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495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509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3226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846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70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36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365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59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3001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21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153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123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491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128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43672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018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84513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962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094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351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472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594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8757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5411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817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8773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551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084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162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571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1573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826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7056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.07609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.02433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908"/>
                                          </p:val>
                                        </p:tav>
                                        <p:tav tm="88312">
                                          <p:val>
                                            <p:strVal val="#ppt_w*0.9742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1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128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444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431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719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228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4741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6332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3.2024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8068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638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5799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5444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4756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2.3542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2.19442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858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7121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5863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47995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3904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31526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2520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19869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11567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566"/>
                                          </p:val>
                                        </p:tav>
                                        <p:tav tm="75325">
                                          <p:val>
                                            <p:strVal val="#ppt_h*1.01531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819"/>
                                          </p:val>
                                        </p:tav>
                                        <p:tav tm="88312">
                                          <p:val>
                                            <p:strVal val="#ppt_h*0.9663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2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128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1.88"/>
                                          </p:val>
                                        </p:tav>
                                        <p:tav tm="10390">
                                          <p:val>
                                            <p:fltVal val="-101.88"/>
                                          </p:val>
                                        </p:tav>
                                        <p:tav tm="12987">
                                          <p:val>
                                            <p:fltVal val="-107.44"/>
                                          </p:val>
                                        </p:tav>
                                        <p:tav tm="15584">
                                          <p:val>
                                            <p:fltVal val="-144.5"/>
                                          </p:val>
                                        </p:tav>
                                        <p:tav tm="18182">
                                          <p:val>
                                            <p:fltVal val="-172.09"/>
                                          </p:val>
                                        </p:tav>
                                        <p:tav tm="20779">
                                          <p:val>
                                            <p:fltVal val="-192.96"/>
                                          </p:val>
                                        </p:tav>
                                        <p:tav tm="23377">
                                          <p:val>
                                            <p:fltVal val="-211.03"/>
                                          </p:val>
                                        </p:tav>
                                        <p:tav tm="28571">
                                          <p:val>
                                            <p:fltVal val="-245.32"/>
                                          </p:val>
                                        </p:tav>
                                        <p:tav tm="31169">
                                          <p:val>
                                            <p:fltVal val="-261.92"/>
                                          </p:val>
                                        </p:tav>
                                        <p:tav tm="33766">
                                          <p:val>
                                            <p:fltVal val="-277.36"/>
                                          </p:val>
                                        </p:tav>
                                        <p:tav tm="36364">
                                          <p:val>
                                            <p:fltVal val="-291.02"/>
                                          </p:val>
                                        </p:tav>
                                        <p:tav tm="38961">
                                          <p:val>
                                            <p:fltVal val="-302.67"/>
                                          </p:val>
                                        </p:tav>
                                        <p:tav tm="41558">
                                          <p:val>
                                            <p:fltVal val="-312.4"/>
                                          </p:val>
                                        </p:tav>
                                        <p:tav tm="44156">
                                          <p:val>
                                            <p:fltVal val="-320.49"/>
                                          </p:val>
                                        </p:tav>
                                        <p:tav tm="46753">
                                          <p:val>
                                            <p:fltVal val="-327.23"/>
                                          </p:val>
                                        </p:tav>
                                        <p:tav tm="49351">
                                          <p:val>
                                            <p:fltVal val="-332.89"/>
                                          </p:val>
                                        </p:tav>
                                        <p:tav tm="51948">
                                          <p:val>
                                            <p:fltVal val="-337.67"/>
                                          </p:val>
                                        </p:tav>
                                        <p:tav tm="54545">
                                          <p:val>
                                            <p:fltVal val="-341.74"/>
                                          </p:val>
                                        </p:tav>
                                        <p:tav tm="59740">
                                          <p:val>
                                            <p:fltVal val="-348.21"/>
                                          </p:val>
                                        </p:tav>
                                        <p:tav tm="64935">
                                          <p:val>
                                            <p:fltVal val="-352.99"/>
                                          </p:val>
                                        </p:tav>
                                        <p:tav tm="70130">
                                          <p:val>
                                            <p:fltVal val="-356.51"/>
                                          </p:val>
                                        </p:tav>
                                        <p:tav tm="77922">
                                          <p:val>
                                            <p:fltVal val="-360"/>
                                          </p:val>
                                        </p:tav>
                                        <p:tav tm="85714">
                                          <p:val>
                                            <p:fltVal val="-361.83"/>
                                          </p:val>
                                        </p:tav>
                                        <p:tav tm="96104">
                                          <p:val>
                                            <p:fltVal val="-362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44" dur="533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6" dur="128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08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211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05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53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44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89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1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15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94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8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1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542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89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625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90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14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128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156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701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6874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7917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9674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8755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6026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4881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3907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3102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2439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1433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1056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49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128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7358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3276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17977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306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0356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7607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5420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749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659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869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371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1308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109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2731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592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042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604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26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683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59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128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89078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395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742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599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27624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7013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347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221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084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54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357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414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647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014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490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056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408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8694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731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1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128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6.73"/>
                                          </p:val>
                                        </p:tav>
                                        <p:tav tm="5195">
                                          <p:val>
                                            <p:fltVal val="-126.73"/>
                                          </p:val>
                                        </p:tav>
                                        <p:tav tm="7792">
                                          <p:val>
                                            <p:fltVal val="-120.1"/>
                                          </p:val>
                                        </p:tav>
                                        <p:tav tm="10390">
                                          <p:val>
                                            <p:fltVal val="-92.14"/>
                                          </p:val>
                                        </p:tav>
                                        <p:tav tm="12987">
                                          <p:val>
                                            <p:fltVal val="-69.29"/>
                                          </p:val>
                                        </p:tav>
                                        <p:tav tm="15584">
                                          <p:val>
                                            <p:fltVal val="-54.04"/>
                                          </p:val>
                                        </p:tav>
                                        <p:tav tm="18182">
                                          <p:val>
                                            <p:fltVal val="-43.23"/>
                                          </p:val>
                                        </p:tav>
                                        <p:tav tm="20779">
                                          <p:val>
                                            <p:fltVal val="-34.96"/>
                                          </p:val>
                                        </p:tav>
                                        <p:tav tm="23377">
                                          <p:val>
                                            <p:fltVal val="-28.31"/>
                                          </p:val>
                                        </p:tav>
                                        <p:tav tm="25974">
                                          <p:val>
                                            <p:fltVal val="-22.79"/>
                                          </p:val>
                                        </p:tav>
                                        <p:tav tm="28571">
                                          <p:val>
                                            <p:fltVal val="-18.15"/>
                                          </p:val>
                                        </p:tav>
                                        <p:tav tm="31169">
                                          <p:val>
                                            <p:fltVal val="-14.23"/>
                                          </p:val>
                                        </p:tav>
                                        <p:tav tm="36364">
                                          <p:val>
                                            <p:fltVal val="-8.12"/>
                                          </p:val>
                                        </p:tav>
                                        <p:tav tm="41558">
                                          <p:val>
                                            <p:fltVal val="-3.83"/>
                                          </p:val>
                                        </p:tav>
                                        <p:tav tm="46753">
                                          <p:val>
                                            <p:fltVal val="-0.98"/>
                                          </p:val>
                                        </p:tav>
                                        <p:tav tm="51948">
                                          <p:val>
                                            <p:fltVal val="0.72"/>
                                          </p:val>
                                        </p:tav>
                                        <p:tav tm="59740">
                                          <p:val>
                                            <p:fltVal val="1.56"/>
                                          </p:val>
                                        </p:tav>
                                        <p:tav tm="96104">
                                          <p:val>
                                            <p:fltVal val="1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53" dur="6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128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88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586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555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530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5101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128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845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2264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22497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24378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24258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20964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17459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14396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11827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9688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7915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6436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5195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4148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3263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2515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1351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05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323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487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4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" dur="128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073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5436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0731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250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463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865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783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8853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627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612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0028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896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16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770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646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739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006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413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9338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241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159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813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538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128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38975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0952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526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530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0892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661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225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8466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743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57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69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97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778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266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387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6964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420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619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128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.64"/>
                                          </p:val>
                                        </p:tav>
                                        <p:tav tm="7792">
                                          <p:val>
                                            <p:fltVal val="166.64"/>
                                          </p:val>
                                        </p:tav>
                                        <p:tav tm="10390">
                                          <p:val>
                                            <p:fltVal val="137.45"/>
                                          </p:val>
                                        </p:tav>
                                        <p:tav tm="12987">
                                          <p:val>
                                            <p:fltVal val="109.37"/>
                                          </p:val>
                                        </p:tav>
                                        <p:tav tm="15584">
                                          <p:val>
                                            <p:fltVal val="90.02"/>
                                          </p:val>
                                        </p:tav>
                                        <p:tav tm="18182">
                                          <p:val>
                                            <p:fltVal val="75.9"/>
                                          </p:val>
                                        </p:tav>
                                        <p:tav tm="20779">
                                          <p:val>
                                            <p:fltVal val="64.57"/>
                                          </p:val>
                                        </p:tav>
                                        <p:tav tm="23377">
                                          <p:val>
                                            <p:fltVal val="54.89"/>
                                          </p:val>
                                        </p:tav>
                                        <p:tav tm="25974">
                                          <p:val>
                                            <p:fltVal val="46.37"/>
                                          </p:val>
                                        </p:tav>
                                        <p:tav tm="28571">
                                          <p:val>
                                            <p:fltVal val="38.81"/>
                                          </p:val>
                                        </p:tav>
                                        <p:tav tm="31169">
                                          <p:val>
                                            <p:fltVal val="32.08"/>
                                          </p:val>
                                        </p:tav>
                                        <p:tav tm="33766">
                                          <p:val>
                                            <p:fltVal val="26.12"/>
                                          </p:val>
                                        </p:tav>
                                        <p:tav tm="36364">
                                          <p:val>
                                            <p:fltVal val="20.86"/>
                                          </p:val>
                                        </p:tav>
                                        <p:tav tm="38961">
                                          <p:val>
                                            <p:fltVal val="16.27"/>
                                          </p:val>
                                        </p:tav>
                                        <p:tav tm="41558">
                                          <p:val>
                                            <p:fltVal val="12.3"/>
                                          </p:val>
                                        </p:tav>
                                        <p:tav tm="46753">
                                          <p:val>
                                            <p:fltVal val="6"/>
                                          </p:val>
                                        </p:tav>
                                        <p:tav tm="51948">
                                          <p:val>
                                            <p:fltVal val="1.6"/>
                                          </p:val>
                                        </p:tav>
                                        <p:tav tm="57143">
                                          <p:val>
                                            <p:fltVal val="-1.24"/>
                                          </p:val>
                                        </p:tav>
                                        <p:tav tm="64935">
                                          <p:val>
                                            <p:fltVal val="-3.15"/>
                                          </p:val>
                                        </p:tav>
                                        <p:tav tm="96104">
                                          <p:val>
                                            <p:fltVal val="-3.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62" dur="6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4" dur="128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121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109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113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057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969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899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841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792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749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679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26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859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554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326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128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05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24764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24611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26526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28316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24756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20848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17406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14521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12125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10136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847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7062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5862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4834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395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3188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1969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1074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389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4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128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0508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48121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53219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566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777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4518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144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233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539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978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9990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646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868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533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528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758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156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675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9595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6898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2777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4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128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810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737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0136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253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4891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9452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275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298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711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789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7052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521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2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2078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4866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705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567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5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128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7.8"/>
                                          </p:val>
                                        </p:tav>
                                        <p:tav tm="7792">
                                          <p:val>
                                            <p:fltVal val="147.8"/>
                                          </p:val>
                                        </p:tav>
                                        <p:tav tm="10390">
                                          <p:val>
                                            <p:fltVal val="167.94"/>
                                          </p:val>
                                        </p:tav>
                                        <p:tav tm="12987">
                                          <p:val>
                                            <p:fltVal val="200.96"/>
                                          </p:val>
                                        </p:tav>
                                        <p:tav tm="15584">
                                          <p:val>
                                            <p:fltVal val="224.53"/>
                                          </p:val>
                                        </p:tav>
                                        <p:tav tm="18182">
                                          <p:val>
                                            <p:fltVal val="242.05"/>
                                          </p:val>
                                        </p:tav>
                                        <p:tav tm="20779">
                                          <p:val>
                                            <p:fltVal val="256.72"/>
                                          </p:val>
                                        </p:tav>
                                        <p:tav tm="23377">
                                          <p:val>
                                            <p:fltVal val="270"/>
                                          </p:val>
                                        </p:tav>
                                        <p:tav tm="25974">
                                          <p:val>
                                            <p:fltVal val="282.34"/>
                                          </p:val>
                                        </p:tav>
                                        <p:tav tm="28571">
                                          <p:val>
                                            <p:fltVal val="293.81"/>
                                          </p:val>
                                        </p:tav>
                                        <p:tav tm="31169">
                                          <p:val>
                                            <p:fltVal val="304.31"/>
                                          </p:val>
                                        </p:tav>
                                        <p:tav tm="33766">
                                          <p:val>
                                            <p:fltVal val="313.74"/>
                                          </p:val>
                                        </p:tav>
                                        <p:tav tm="36364">
                                          <p:val>
                                            <p:fltVal val="322.05"/>
                                          </p:val>
                                        </p:tav>
                                        <p:tav tm="38961">
                                          <p:val>
                                            <p:fltVal val="329.27"/>
                                          </p:val>
                                        </p:tav>
                                        <p:tav tm="41558">
                                          <p:val>
                                            <p:fltVal val="335.46"/>
                                          </p:val>
                                        </p:tav>
                                        <p:tav tm="44156">
                                          <p:val>
                                            <p:fltVal val="340.73"/>
                                          </p:val>
                                        </p:tav>
                                        <p:tav tm="46753">
                                          <p:val>
                                            <p:fltVal val="345.18"/>
                                          </p:val>
                                        </p:tav>
                                        <p:tav tm="49351">
                                          <p:val>
                                            <p:fltVal val="348.94"/>
                                          </p:val>
                                        </p:tav>
                                        <p:tav tm="51948">
                                          <p:val>
                                            <p:fltVal val="352.08"/>
                                          </p:val>
                                        </p:tav>
                                        <p:tav tm="57143">
                                          <p:val>
                                            <p:fltVal val="356.85"/>
                                          </p:val>
                                        </p:tav>
                                        <p:tav tm="62338">
                                          <p:val>
                                            <p:fltVal val="360"/>
                                          </p:val>
                                        </p:tav>
                                        <p:tav tm="67532">
                                          <p:val>
                                            <p:fltVal val="361.89"/>
                                          </p:val>
                                        </p:tav>
                                        <p:tav tm="72727">
                                          <p:val>
                                            <p:fltVal val="362.76"/>
                                          </p:val>
                                        </p:tav>
                                        <p:tav tm="96104">
                                          <p:val>
                                            <p:fltVal val="362.8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71" dur="7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3" dur="128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524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509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507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513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457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4164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905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686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502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349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221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3113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3022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943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87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8172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7661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7214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6483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927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347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093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4871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480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128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482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5336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52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7057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11244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10622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826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7226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5484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4763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3548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2584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1823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1229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77922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128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4038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165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611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07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361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20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759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8437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1142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181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065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659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744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125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672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9892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948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377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043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8526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780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7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128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1481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604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908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7361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2641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996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0266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563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983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4348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3831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2986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1725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86431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7181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5887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4777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3836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3046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383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8279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976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0389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6955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38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3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128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1.48"/>
                                          </p:val>
                                        </p:tav>
                                        <p:tav tm="7792">
                                          <p:val>
                                            <p:fltVal val="-111.48"/>
                                          </p:val>
                                        </p:tav>
                                        <p:tav tm="10390">
                                          <p:val>
                                            <p:fltVal val="-119.78"/>
                                          </p:val>
                                        </p:tav>
                                        <p:tav tm="12987">
                                          <p:val>
                                            <p:fltVal val="-157.21"/>
                                          </p:val>
                                        </p:tav>
                                        <p:tav tm="15584">
                                          <p:val>
                                            <p:fltVal val="-185.2"/>
                                          </p:val>
                                        </p:tav>
                                        <p:tav tm="18182">
                                          <p:val>
                                            <p:fltVal val="-206.04"/>
                                          </p:val>
                                        </p:tav>
                                        <p:tav tm="20779">
                                          <p:val>
                                            <p:fltVal val="-223.98"/>
                                          </p:val>
                                        </p:tav>
                                        <p:tav tm="25974">
                                          <p:val>
                                            <p:fltVal val="-257.65"/>
                                          </p:val>
                                        </p:tav>
                                        <p:tav tm="28571">
                                          <p:val>
                                            <p:fltVal val="-273.49"/>
                                          </p:val>
                                        </p:tav>
                                        <p:tav tm="31169">
                                          <p:val>
                                            <p:fltVal val="-287.94"/>
                                          </p:val>
                                        </p:tav>
                                        <p:tav tm="33766">
                                          <p:val>
                                            <p:fltVal val="-300.55"/>
                                          </p:val>
                                        </p:tav>
                                        <p:tav tm="36364">
                                          <p:val>
                                            <p:fltVal val="-311.23"/>
                                          </p:val>
                                        </p:tav>
                                        <p:tav tm="38961">
                                          <p:val>
                                            <p:fltVal val="-320.12"/>
                                          </p:val>
                                        </p:tav>
                                        <p:tav tm="41558">
                                          <p:val>
                                            <p:fltVal val="-327.49"/>
                                          </p:val>
                                        </p:tav>
                                        <p:tav tm="44156">
                                          <p:val>
                                            <p:fltVal val="-333.61"/>
                                          </p:val>
                                        </p:tav>
                                        <p:tav tm="46753">
                                          <p:val>
                                            <p:fltVal val="-338.73"/>
                                          </p:val>
                                        </p:tav>
                                        <p:tav tm="49351">
                                          <p:val>
                                            <p:fltVal val="-343.01"/>
                                          </p:val>
                                        </p:tav>
                                        <p:tav tm="51948">
                                          <p:val>
                                            <p:fltVal val="-346.63"/>
                                          </p:val>
                                        </p:tav>
                                        <p:tav tm="57143">
                                          <p:val>
                                            <p:fltVal val="-352.25"/>
                                          </p:val>
                                        </p:tav>
                                        <p:tav tm="62338">
                                          <p:val>
                                            <p:fltVal val="-356.24"/>
                                          </p:val>
                                        </p:tav>
                                        <p:tav tm="67532">
                                          <p:val>
                                            <p:fltVal val="-359"/>
                                          </p:val>
                                        </p:tav>
                                        <p:tav tm="75325">
                                          <p:val>
                                            <p:fltVal val="-361.37"/>
                                          </p:val>
                                        </p:tav>
                                        <p:tav tm="80519">
                                          <p:val>
                                            <p:fltVal val="-362.03"/>
                                          </p:val>
                                        </p:tav>
                                        <p:tav tm="96104">
                                          <p:val>
                                            <p:fltVal val="-362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80" dur="8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2" dur="128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147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16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172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69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42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94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415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713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02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128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264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609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650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366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91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302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808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403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0686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784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54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3304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147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988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8488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7262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618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523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364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989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1458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735"/>
                                          </p:val>
                                        </p:tav>
                                        <p:tav tm="75325">
                                          <p:val>
                                            <p:strVal val="#ppt_y+0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85714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128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700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4932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9428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395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378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645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510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118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808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517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151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881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7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668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7248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881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4130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8743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895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11424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5742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.01586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768"/>
                                          </p:val>
                                        </p:tav>
                                        <p:tav tm="88312">
                                          <p:val>
                                            <p:strVal val="#ppt_w*0.9602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8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128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579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4830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149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548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2775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0852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3.1180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7150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4030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1618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9721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8199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6952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5913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5034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281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630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5673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7479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8544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263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902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723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8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128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2.78"/>
                                          </p:val>
                                        </p:tav>
                                        <p:tav tm="2597">
                                          <p:val>
                                            <p:fltVal val="-115.52"/>
                                          </p:val>
                                        </p:tav>
                                        <p:tav tm="10390">
                                          <p:val>
                                            <p:fltVal val="-115.78"/>
                                          </p:val>
                                        </p:tav>
                                        <p:tav tm="12987">
                                          <p:val>
                                            <p:fltVal val="-99.97"/>
                                          </p:val>
                                        </p:tav>
                                        <p:tav tm="15584">
                                          <p:val>
                                            <p:fltVal val="-82.84"/>
                                          </p:val>
                                        </p:tav>
                                        <p:tav tm="18182">
                                          <p:val>
                                            <p:fltVal val="-68.92"/>
                                          </p:val>
                                        </p:tav>
                                        <p:tav tm="20779">
                                          <p:val>
                                            <p:fltVal val="-58.03"/>
                                          </p:val>
                                        </p:tav>
                                        <p:tav tm="23377">
                                          <p:val>
                                            <p:fltVal val="-49.43"/>
                                          </p:val>
                                        </p:tav>
                                        <p:tav tm="25974">
                                          <p:val>
                                            <p:fltVal val="-42.44"/>
                                          </p:val>
                                        </p:tav>
                                        <p:tav tm="28571">
                                          <p:val>
                                            <p:fltVal val="-36.62"/>
                                          </p:val>
                                        </p:tav>
                                        <p:tav tm="31169">
                                          <p:val>
                                            <p:fltVal val="-31.69"/>
                                          </p:val>
                                        </p:tav>
                                        <p:tav tm="33766">
                                          <p:val>
                                            <p:fltVal val="-27.45"/>
                                          </p:val>
                                        </p:tav>
                                        <p:tav tm="38961">
                                          <p:val>
                                            <p:fltVal val="-20.52"/>
                                          </p:val>
                                        </p:tav>
                                        <p:tav tm="44156">
                                          <p:val>
                                            <p:fltVal val="-15.12"/>
                                          </p:val>
                                        </p:tav>
                                        <p:tav tm="49351">
                                          <p:val>
                                            <p:fltVal val="-10.85"/>
                                          </p:val>
                                        </p:tav>
                                        <p:tav tm="54545">
                                          <p:val>
                                            <p:fltVal val="-7.46"/>
                                          </p:val>
                                        </p:tav>
                                        <p:tav tm="62338">
                                          <p:val>
                                            <p:fltVal val="-3.68"/>
                                          </p:val>
                                        </p:tav>
                                        <p:tav tm="70130">
                                          <p:val>
                                            <p:fltVal val="-1.14"/>
                                          </p:val>
                                        </p:tav>
                                        <p:tav tm="77922">
                                          <p:val>
                                            <p:fltVal val="0.43"/>
                                          </p:val>
                                        </p:tav>
                                        <p:tav tm="85714">
                                          <p:val>
                                            <p:fltVal val="1.21"/>
                                          </p:val>
                                        </p:tav>
                                        <p:tav tm="96104">
                                          <p:val>
                                            <p:fltVal val="1.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89" dur="5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1" dur="128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64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859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66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83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41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45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36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115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71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19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57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88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33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74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128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664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951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985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722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049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350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406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66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0995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6671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327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054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8331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65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503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80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7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1961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287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746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464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4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128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13885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57858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6307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4513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856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999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568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1409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8335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5000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951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93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2591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559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198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111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244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553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006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578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236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09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636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128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37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3654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9771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863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291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5806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8372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654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192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052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600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523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668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9557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347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822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9817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385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8772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753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4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128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6.24"/>
                                          </p:val>
                                        </p:tav>
                                        <p:tav tm="2597">
                                          <p:val>
                                            <p:fltVal val="153.51"/>
                                          </p:val>
                                        </p:tav>
                                        <p:tav tm="10390">
                                          <p:val>
                                            <p:fltVal val="153.24"/>
                                          </p:val>
                                        </p:tav>
                                        <p:tav tm="12987">
                                          <p:val>
                                            <p:fltVal val="134.89"/>
                                          </p:val>
                                        </p:tav>
                                        <p:tav tm="15584">
                                          <p:val>
                                            <p:fltVal val="103.67"/>
                                          </p:val>
                                        </p:tav>
                                        <p:tav tm="18182">
                                          <p:val>
                                            <p:fltVal val="82.3"/>
                                          </p:val>
                                        </p:tav>
                                        <p:tav tm="20779">
                                          <p:val>
                                            <p:fltVal val="67.21"/>
                                          </p:val>
                                        </p:tav>
                                        <p:tav tm="23377">
                                          <p:val>
                                            <p:fltVal val="55.56"/>
                                          </p:val>
                                        </p:tav>
                                        <p:tav tm="25974">
                                          <p:val>
                                            <p:fltVal val="45.98"/>
                                          </p:val>
                                        </p:tav>
                                        <p:tav tm="28571">
                                          <p:val>
                                            <p:fltVal val="37.85"/>
                                          </p:val>
                                        </p:tav>
                                        <p:tav tm="31169">
                                          <p:val>
                                            <p:fltVal val="30.84"/>
                                          </p:val>
                                        </p:tav>
                                        <p:tav tm="33766">
                                          <p:val>
                                            <p:fltVal val="24.77"/>
                                          </p:val>
                                        </p:tav>
                                        <p:tav tm="36364">
                                          <p:val>
                                            <p:fltVal val="19.52"/>
                                          </p:val>
                                        </p:tav>
                                        <p:tav tm="38961">
                                          <p:val>
                                            <p:fltVal val="15.01"/>
                                          </p:val>
                                        </p:tav>
                                        <p:tav tm="41558">
                                          <p:val>
                                            <p:fltVal val="11.18"/>
                                          </p:val>
                                        </p:tav>
                                        <p:tav tm="46753">
                                          <p:val>
                                            <p:fltVal val="5.26"/>
                                          </p:val>
                                        </p:tav>
                                        <p:tav tm="51948">
                                          <p:val>
                                            <p:fltVal val="1.33"/>
                                          </p:val>
                                        </p:tav>
                                        <p:tav tm="57143">
                                          <p:val>
                                            <p:fltVal val="-0.97"/>
                                          </p:val>
                                        </p:tav>
                                        <p:tav tm="64935">
                                          <p:val>
                                            <p:fltVal val="-2.01"/>
                                          </p:val>
                                        </p:tav>
                                        <p:tav tm="96104">
                                          <p:val>
                                            <p:fltVal val="-2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98" dur="6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0" dur="128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18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915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46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30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051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71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2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76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16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78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021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389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6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833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08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128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8631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135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168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912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259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910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0092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268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671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19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802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479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10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854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955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3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99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84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2873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2058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379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128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1899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3516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68792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5063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4.0348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5771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4614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1645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7692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3859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062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8069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114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63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508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643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968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435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0095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667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172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8687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76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128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2911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4333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857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88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146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7248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0356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06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468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535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391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575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042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83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9004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239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815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6803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541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2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128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5.16"/>
                                          </p:val>
                                        </p:tav>
                                        <p:tav tm="2597">
                                          <p:val>
                                            <p:fltVal val="162.43"/>
                                          </p:val>
                                        </p:tav>
                                        <p:tav tm="10390">
                                          <p:val>
                                            <p:fltVal val="162.16"/>
                                          </p:val>
                                        </p:tav>
                                        <p:tav tm="12987">
                                          <p:val>
                                            <p:fltVal val="167.9"/>
                                          </p:val>
                                        </p:tav>
                                        <p:tav tm="15584">
                                          <p:val>
                                            <p:fltVal val="205.39"/>
                                          </p:val>
                                        </p:tav>
                                        <p:tav tm="18182">
                                          <p:val>
                                            <p:fltVal val="232.01"/>
                                          </p:val>
                                        </p:tav>
                                        <p:tav tm="20779">
                                          <p:val>
                                            <p:fltVal val="251.02"/>
                                          </p:val>
                                        </p:tav>
                                        <p:tav tm="23377">
                                          <p:val>
                                            <p:fltVal val="266.28"/>
                                          </p:val>
                                        </p:tav>
                                        <p:tav tm="25974">
                                          <p:val>
                                            <p:fltVal val="279.58"/>
                                          </p:val>
                                        </p:tav>
                                        <p:tav tm="28571">
                                          <p:val>
                                            <p:fltVal val="291.6"/>
                                          </p:val>
                                        </p:tav>
                                        <p:tav tm="31169">
                                          <p:val>
                                            <p:fltVal val="302.55"/>
                                          </p:val>
                                        </p:tav>
                                        <p:tav tm="33766">
                                          <p:val>
                                            <p:fltVal val="312.44"/>
                                          </p:val>
                                        </p:tav>
                                        <p:tav tm="36364">
                                          <p:val>
                                            <p:fltVal val="321.25"/>
                                          </p:val>
                                        </p:tav>
                                        <p:tav tm="38961">
                                          <p:val>
                                            <p:fltVal val="328.96"/>
                                          </p:val>
                                        </p:tav>
                                        <p:tav tm="41558">
                                          <p:val>
                                            <p:fltVal val="335.61"/>
                                          </p:val>
                                        </p:tav>
                                        <p:tav tm="44156">
                                          <p:val>
                                            <p:fltVal val="341.28"/>
                                          </p:val>
                                        </p:tav>
                                        <p:tav tm="46753">
                                          <p:val>
                                            <p:fltVal val="346.06"/>
                                          </p:val>
                                        </p:tav>
                                        <p:tav tm="49351">
                                          <p:val>
                                            <p:fltVal val="350.06"/>
                                          </p:val>
                                        </p:tav>
                                        <p:tav tm="51948">
                                          <p:val>
                                            <p:fltVal val="353.38"/>
                                          </p:val>
                                        </p:tav>
                                        <p:tav tm="57143">
                                          <p:val>
                                            <p:fltVal val="358.28"/>
                                          </p:val>
                                        </p:tav>
                                        <p:tav tm="62338">
                                          <p:val>
                                            <p:fltVal val="361.32"/>
                                          </p:val>
                                        </p:tav>
                                        <p:tav tm="64935">
                                          <p:val>
                                            <p:fltVal val="362.27"/>
                                          </p:val>
                                        </p:tav>
                                        <p:tav tm="70130">
                                          <p:val>
                                            <p:fltVal val="363.25"/>
                                          </p:val>
                                        </p:tav>
                                        <p:tav tm="96104">
                                          <p:val>
                                            <p:fltVal val="363.3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07" dur="700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9" dur="128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0382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050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051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12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339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530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696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36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51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46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24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89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44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90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62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154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539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7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128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220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492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524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096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3780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937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354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922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591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3306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114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931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775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640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525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4248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338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994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44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588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479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57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128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6560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445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0904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7753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1590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46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7812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4012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375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528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525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176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267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626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142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421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646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1235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9004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34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128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332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760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100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4376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3853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7887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381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849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1468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0527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9299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6579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53411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4256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328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547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894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351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9037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238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8145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5778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490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8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128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8"/>
                                          </p:val>
                                        </p:tav>
                                        <p:tav tm="2597">
                                          <p:val>
                                            <p:fltVal val="-122.54"/>
                                          </p:val>
                                        </p:tav>
                                        <p:tav tm="5195">
                                          <p:val>
                                            <p:fltVal val="-122.78"/>
                                          </p:val>
                                        </p:tav>
                                        <p:tav tm="7792">
                                          <p:val>
                                            <p:fltVal val="-131.91"/>
                                          </p:val>
                                        </p:tav>
                                        <p:tav tm="10390">
                                          <p:val>
                                            <p:fltVal val="-170.33"/>
                                          </p:val>
                                        </p:tav>
                                        <p:tav tm="12987">
                                          <p:val>
                                            <p:fltVal val="-200.15"/>
                                          </p:val>
                                        </p:tav>
                                        <p:tav tm="15584">
                                          <p:val>
                                            <p:fltVal val="-221.21"/>
                                          </p:val>
                                        </p:tav>
                                        <p:tav tm="18182">
                                          <p:val>
                                            <p:fltVal val="-238.95"/>
                                          </p:val>
                                        </p:tav>
                                        <p:tav tm="20779">
                                          <p:val>
                                            <p:fltVal val="-255.59"/>
                                          </p:val>
                                        </p:tav>
                                        <p:tav tm="23377">
                                          <p:val>
                                            <p:fltVal val="-271.58"/>
                                          </p:val>
                                        </p:tav>
                                        <p:tav tm="25974">
                                          <p:val>
                                            <p:fltVal val="-286.49"/>
                                          </p:val>
                                        </p:tav>
                                        <p:tav tm="28571">
                                          <p:val>
                                            <p:fltVal val="-299.82"/>
                                          </p:val>
                                        </p:tav>
                                        <p:tav tm="31169">
                                          <p:val>
                                            <p:fltVal val="-311.28"/>
                                          </p:val>
                                        </p:tav>
                                        <p:tav tm="33766">
                                          <p:val>
                                            <p:fltVal val="-320.91"/>
                                          </p:val>
                                        </p:tav>
                                        <p:tav tm="36364">
                                          <p:val>
                                            <p:fltVal val="-328.89"/>
                                          </p:val>
                                        </p:tav>
                                        <p:tav tm="38961">
                                          <p:val>
                                            <p:fltVal val="-335.48"/>
                                          </p:val>
                                        </p:tav>
                                        <p:tav tm="41558">
                                          <p:val>
                                            <p:fltVal val="-340.93"/>
                                          </p:val>
                                        </p:tav>
                                        <p:tav tm="44156">
                                          <p:val>
                                            <p:fltVal val="-345.43"/>
                                          </p:val>
                                        </p:tav>
                                        <p:tav tm="46753">
                                          <p:val>
                                            <p:fltVal val="-349.16"/>
                                          </p:val>
                                        </p:tav>
                                        <p:tav tm="49351">
                                          <p:val>
                                            <p:fltVal val="-352.26"/>
                                          </p:val>
                                        </p:tav>
                                        <p:tav tm="54545">
                                          <p:val>
                                            <p:fltVal val="-356.92"/>
                                          </p:val>
                                        </p:tav>
                                        <p:tav tm="59740">
                                          <p:val>
                                            <p:fltVal val="-360"/>
                                          </p:val>
                                        </p:tav>
                                        <p:tav tm="64935">
                                          <p:val>
                                            <p:fltVal val="-361.88"/>
                                          </p:val>
                                        </p:tav>
                                        <p:tav tm="70130">
                                          <p:val>
                                            <p:fltVal val="-362.8"/>
                                          </p:val>
                                        </p:tav>
                                        <p:tav tm="96104">
                                          <p:val>
                                            <p:fltVal val="-362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16" dur="7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8" dur="128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310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3385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341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36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488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30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55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64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57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37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05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64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145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581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289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3828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238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547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65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11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128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150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469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506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240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937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031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353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814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37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0218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7215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464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438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053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887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7439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618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509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414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331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2591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1431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973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264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37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59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128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39376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543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7970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500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0471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9844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780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072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197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457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509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976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609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599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743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313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7326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73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128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966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879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158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698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665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2834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8554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7102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6785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6218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4777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2691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0478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8478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6797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5427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319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421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6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090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5966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188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8496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339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728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69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6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128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4.65"/>
                                          </p:val>
                                        </p:tav>
                                        <p:tav tm="2597">
                                          <p:val>
                                            <p:fltVal val="91.91"/>
                                          </p:val>
                                        </p:tav>
                                        <p:tav tm="7792">
                                          <p:val>
                                            <p:fltVal val="91.65"/>
                                          </p:val>
                                        </p:tav>
                                        <p:tav tm="10390">
                                          <p:val>
                                            <p:fltVal val="128.93"/>
                                          </p:val>
                                        </p:tav>
                                        <p:tav tm="12987">
                                          <p:val>
                                            <p:fltVal val="163.47"/>
                                          </p:val>
                                        </p:tav>
                                        <p:tav tm="15584">
                                          <p:val>
                                            <p:fltVal val="188.09"/>
                                          </p:val>
                                        </p:tav>
                                        <p:tav tm="23377">
                                          <p:val>
                                            <p:fltVal val="250.43"/>
                                          </p:val>
                                        </p:tav>
                                        <p:tav tm="25974">
                                          <p:val>
                                            <p:fltVal val="269.76"/>
                                          </p:val>
                                        </p:tav>
                                        <p:tav tm="28571">
                                          <p:val>
                                            <p:fltVal val="286.5"/>
                                          </p:val>
                                        </p:tav>
                                        <p:tav tm="31169">
                                          <p:val>
                                            <p:fltVal val="300.24"/>
                                          </p:val>
                                        </p:tav>
                                        <p:tav tm="33766">
                                          <p:val>
                                            <p:fltVal val="311.29"/>
                                          </p:val>
                                        </p:tav>
                                        <p:tav tm="36364">
                                          <p:val>
                                            <p:fltVal val="320.18"/>
                                          </p:val>
                                        </p:tav>
                                        <p:tav tm="38961">
                                          <p:val>
                                            <p:fltVal val="327.42"/>
                                          </p:val>
                                        </p:tav>
                                        <p:tav tm="41558">
                                          <p:val>
                                            <p:fltVal val="333.4"/>
                                          </p:val>
                                        </p:tav>
                                        <p:tav tm="44156">
                                          <p:val>
                                            <p:fltVal val="338.39"/>
                                          </p:val>
                                        </p:tav>
                                        <p:tav tm="46753">
                                          <p:val>
                                            <p:fltVal val="342.61"/>
                                          </p:val>
                                        </p:tav>
                                        <p:tav tm="49351">
                                          <p:val>
                                            <p:fltVal val="346.2"/>
                                          </p:val>
                                        </p:tav>
                                        <p:tav tm="54545">
                                          <p:val>
                                            <p:fltVal val="351.87"/>
                                          </p:val>
                                        </p:tav>
                                        <p:tav tm="57143">
                                          <p:val>
                                            <p:fltVal val="354.1"/>
                                          </p:val>
                                        </p:tav>
                                        <p:tav tm="62338">
                                          <p:val>
                                            <p:fltVal val="357.59"/>
                                          </p:val>
                                        </p:tav>
                                        <p:tav tm="67532">
                                          <p:val>
                                            <p:fltVal val="360"/>
                                          </p:val>
                                        </p:tav>
                                        <p:tav tm="75325">
                                          <p:val>
                                            <p:fltVal val="361.99"/>
                                          </p:val>
                                        </p:tav>
                                        <p:tav tm="80519">
                                          <p:val>
                                            <p:fltVal val="362.42"/>
                                          </p:val>
                                        </p:tav>
                                        <p:tav tm="96104">
                                          <p:val>
                                            <p:fltVal val="362.4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25" dur="8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128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54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780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81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30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15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95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65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27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81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27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99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289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75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111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38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594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2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128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200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546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587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3071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1462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12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326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680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3149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7096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3356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20137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7352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4929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2813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10958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9327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789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662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550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451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3645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2209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1624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732"/>
                                          </p:val>
                                        </p:tav>
                                        <p:tav tm="88312">
                                          <p:val>
                                            <p:strVal val="#ppt_y-0.0084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8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128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9137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32952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788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2092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5735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428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697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8086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2538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857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9336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980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781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728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805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999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3295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6827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6865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940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3908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502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545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2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128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6748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1542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0925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098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47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3206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8570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66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765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647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053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81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812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987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289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6886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699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286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7968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505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9049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2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8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128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2.45"/>
                                          </p:val>
                                        </p:tav>
                                        <p:tav tm="2597">
                                          <p:val>
                                            <p:fltVal val="139.72"/>
                                          </p:val>
                                        </p:tav>
                                        <p:tav tm="7792">
                                          <p:val>
                                            <p:fltVal val="139.45"/>
                                          </p:val>
                                        </p:tav>
                                        <p:tav tm="10390">
                                          <p:val>
                                            <p:fltVal val="127.57"/>
                                          </p:val>
                                        </p:tav>
                                        <p:tav tm="12987">
                                          <p:val>
                                            <p:fltVal val="106.33"/>
                                          </p:val>
                                        </p:tav>
                                        <p:tav tm="15584">
                                          <p:val>
                                            <p:fltVal val="88.9"/>
                                          </p:val>
                                        </p:tav>
                                        <p:tav tm="18182">
                                          <p:val>
                                            <p:fltVal val="75.59"/>
                                          </p:val>
                                        </p:tav>
                                        <p:tav tm="20779">
                                          <p:val>
                                            <p:fltVal val="65.23"/>
                                          </p:val>
                                        </p:tav>
                                        <p:tav tm="23377">
                                          <p:val>
                                            <p:fltVal val="56.83"/>
                                          </p:val>
                                        </p:tav>
                                        <p:tav tm="25974">
                                          <p:val>
                                            <p:fltVal val="49.75"/>
                                          </p:val>
                                        </p:tav>
                                        <p:tav tm="28571">
                                          <p:val>
                                            <p:fltVal val="43.64"/>
                                          </p:val>
                                        </p:tav>
                                        <p:tav tm="31169">
                                          <p:val>
                                            <p:fltVal val="38.28"/>
                                          </p:val>
                                        </p:tav>
                                        <p:tav tm="36364">
                                          <p:val>
                                            <p:fltVal val="29.25"/>
                                          </p:val>
                                        </p:tav>
                                        <p:tav tm="41558">
                                          <p:val>
                                            <p:fltVal val="21.93"/>
                                          </p:val>
                                        </p:tav>
                                        <p:tav tm="49351">
                                          <p:val>
                                            <p:fltVal val="13.41"/>
                                          </p:val>
                                        </p:tav>
                                        <p:tav tm="54545">
                                          <p:val>
                                            <p:fltVal val="9.04"/>
                                          </p:val>
                                        </p:tav>
                                        <p:tav tm="62338">
                                          <p:val>
                                            <p:fltVal val="4.11"/>
                                          </p:val>
                                        </p:tav>
                                        <p:tav tm="70130">
                                          <p:val>
                                            <p:fltVal val="0.8"/>
                                          </p:val>
                                        </p:tav>
                                        <p:tav tm="77922">
                                          <p:val>
                                            <p:fltVal val="-1.19"/>
                                          </p:val>
                                        </p:tav>
                                        <p:tav tm="85714">
                                          <p:val>
                                            <p:fltVal val="-2.09"/>
                                          </p:val>
                                        </p:tav>
                                        <p:tav tm="96104">
                                          <p:val>
                                            <p:fltVal val="-2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34" dur="1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6" dur="128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5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498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499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128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311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235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272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006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327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088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0368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0527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128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10043"/>
                                          </p:val>
                                        </p:tav>
                                        <p:tav tm="2597">
                                          <p:val>
                                            <p:strVal val="#ppt_w*1.21735"/>
                                          </p:val>
                                        </p:tav>
                                        <p:tav tm="5195">
                                          <p:val>
                                            <p:strVal val="#ppt_w*1.23121"/>
                                          </p:val>
                                        </p:tav>
                                        <p:tav tm="7792">
                                          <p:val>
                                            <p:strVal val="#ppt_w*1.1835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1.0596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1.0161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0.9903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9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128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8645"/>
                                          </p:val>
                                        </p:tav>
                                        <p:tav tm="2597">
                                          <p:val>
                                            <p:strVal val="#ppt_h*0.76087"/>
                                          </p:val>
                                        </p:tav>
                                        <p:tav tm="5195">
                                          <p:val>
                                            <p:strVal val="#ppt_h*0.74599"/>
                                          </p:val>
                                        </p:tav>
                                        <p:tav tm="7792">
                                          <p:val>
                                            <p:strVal val="#ppt_h*0.798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0.9344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0.9822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0105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1.01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128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"/>
                                          </p:val>
                                        </p:tav>
                                        <p:tav tm="2597">
                                          <p:val>
                                            <p:fltVal val="0.27"/>
                                          </p:val>
                                        </p:tav>
                                        <p:tav tm="5195">
                                          <p:val>
                                            <p:fltVal val="0.02"/>
                                          </p:val>
                                        </p:tav>
                                        <p:tav tm="961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43" dur="5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5" dur="128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68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4045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40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395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429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454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471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862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128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816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81839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8227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940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6930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4397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274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37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6727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129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6951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341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0515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8126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6155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4529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3193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10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226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39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654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85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8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128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8143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73632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9023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6047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973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909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87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34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208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2434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9374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008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208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842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799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99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3726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88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5094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2188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8418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7357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655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5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128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3846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0512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483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484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4459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499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070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190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024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15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39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011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817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883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229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8296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7132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62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128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9.59"/>
                                          </p:val>
                                        </p:tav>
                                        <p:tav tm="2597">
                                          <p:val>
                                            <p:fltVal val="176.85"/>
                                          </p:val>
                                        </p:tav>
                                        <p:tav tm="7792">
                                          <p:val>
                                            <p:fltVal val="176.59"/>
                                          </p:val>
                                        </p:tav>
                                        <p:tav tm="10390">
                                          <p:val>
                                            <p:fltVal val="185.3"/>
                                          </p:val>
                                        </p:tav>
                                        <p:tav tm="12987">
                                          <p:val>
                                            <p:fltVal val="223.48"/>
                                          </p:val>
                                        </p:tav>
                                        <p:tav tm="15584">
                                          <p:val>
                                            <p:fltVal val="250.23"/>
                                          </p:val>
                                        </p:tav>
                                        <p:tav tm="18182">
                                          <p:val>
                                            <p:fltVal val="268.78"/>
                                          </p:val>
                                        </p:tav>
                                        <p:tav tm="20779">
                                          <p:val>
                                            <p:fltVal val="283.36"/>
                                          </p:val>
                                        </p:tav>
                                        <p:tav tm="23377">
                                          <p:val>
                                            <p:fltVal val="295.86"/>
                                          </p:val>
                                        </p:tav>
                                        <p:tav tm="25974">
                                          <p:val>
                                            <p:fltVal val="306.9"/>
                                          </p:val>
                                        </p:tav>
                                        <p:tav tm="28571">
                                          <p:val>
                                            <p:fltVal val="316.7"/>
                                          </p:val>
                                        </p:tav>
                                        <p:tav tm="31169">
                                          <p:val>
                                            <p:fltVal val="325.32"/>
                                          </p:val>
                                        </p:tav>
                                        <p:tav tm="33766">
                                          <p:val>
                                            <p:fltVal val="332.8"/>
                                          </p:val>
                                        </p:tav>
                                        <p:tav tm="36364">
                                          <p:val>
                                            <p:fltVal val="339.21"/>
                                          </p:val>
                                        </p:tav>
                                        <p:tav tm="38961">
                                          <p:val>
                                            <p:fltVal val="344.62"/>
                                          </p:val>
                                        </p:tav>
                                        <p:tav tm="41558">
                                          <p:val>
                                            <p:fltVal val="349.13"/>
                                          </p:val>
                                        </p:tav>
                                        <p:tav tm="44156">
                                          <p:val>
                                            <p:fltVal val="352.83"/>
                                          </p:val>
                                        </p:tav>
                                        <p:tav tm="46753">
                                          <p:val>
                                            <p:fltVal val="355.82"/>
                                          </p:val>
                                        </p:tav>
                                        <p:tav tm="51948">
                                          <p:val>
                                            <p:fltVal val="360"/>
                                          </p:val>
                                        </p:tav>
                                        <p:tav tm="57143">
                                          <p:val>
                                            <p:fltVal val="362.23"/>
                                          </p:val>
                                        </p:tav>
                                        <p:tav tm="62338">
                                          <p:val>
                                            <p:fltVal val="362.91"/>
                                          </p:val>
                                        </p:tav>
                                        <p:tav tm="96104">
                                          <p:val>
                                            <p:fltVal val="362.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52" dur="6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4" dur="128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09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833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836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831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767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718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83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656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612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578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5519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532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76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128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569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921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963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679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951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0077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185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545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0536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6721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365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114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9057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73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5838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459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3544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65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907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763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673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128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8198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22574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27384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1083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784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34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2548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76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553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1477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25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951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366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277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504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928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4768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109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5443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797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70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8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128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221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1948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323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524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235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468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7235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30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17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252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9525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8649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7568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5201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4118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168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357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678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117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6597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6118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4996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410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128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1.78"/>
                                          </p:val>
                                        </p:tav>
                                        <p:tav tm="2597">
                                          <p:val>
                                            <p:fltVal val="-134.52"/>
                                          </p:val>
                                        </p:tav>
                                        <p:tav tm="10390">
                                          <p:val>
                                            <p:fltVal val="-134.78"/>
                                          </p:val>
                                        </p:tav>
                                        <p:tav tm="12987">
                                          <p:val>
                                            <p:fltVal val="-171.72"/>
                                          </p:val>
                                        </p:tav>
                                        <p:tav tm="15584">
                                          <p:val>
                                            <p:fltVal val="-204.33"/>
                                          </p:val>
                                        </p:tav>
                                        <p:tav tm="18182">
                                          <p:val>
                                            <p:fltVal val="-227.11"/>
                                          </p:val>
                                        </p:tav>
                                        <p:tav tm="20779">
                                          <p:val>
                                            <p:fltVal val="-245.63"/>
                                          </p:val>
                                        </p:tav>
                                        <p:tav tm="23377">
                                          <p:val>
                                            <p:fltVal val="-262.46"/>
                                          </p:val>
                                        </p:tav>
                                        <p:tav tm="25974">
                                          <p:val>
                                            <p:fltVal val="-278.25"/>
                                          </p:val>
                                        </p:tav>
                                        <p:tav tm="28571">
                                          <p:val>
                                            <p:fltVal val="-292.81"/>
                                          </p:val>
                                        </p:tav>
                                        <p:tav tm="31169">
                                          <p:val>
                                            <p:fltVal val="-305.79"/>
                                          </p:val>
                                        </p:tav>
                                        <p:tav tm="33766">
                                          <p:val>
                                            <p:fltVal val="-316.95"/>
                                          </p:val>
                                        </p:tav>
                                        <p:tav tm="36364">
                                          <p:val>
                                            <p:fltVal val="-326.31"/>
                                          </p:val>
                                        </p:tav>
                                        <p:tav tm="38961">
                                          <p:val>
                                            <p:fltVal val="-334.05"/>
                                          </p:val>
                                        </p:tav>
                                        <p:tav tm="41558">
                                          <p:val>
                                            <p:fltVal val="-340.39"/>
                                          </p:val>
                                        </p:tav>
                                        <p:tav tm="44156">
                                          <p:val>
                                            <p:fltVal val="-345.58"/>
                                          </p:val>
                                        </p:tav>
                                        <p:tav tm="46753">
                                          <p:val>
                                            <p:fltVal val="-349.8"/>
                                          </p:val>
                                        </p:tav>
                                        <p:tav tm="49351">
                                          <p:val>
                                            <p:fltVal val="-353.24"/>
                                          </p:val>
                                        </p:tav>
                                        <p:tav tm="54545">
                                          <p:val>
                                            <p:fltVal val="-358.25"/>
                                          </p:val>
                                        </p:tav>
                                        <p:tav tm="59740">
                                          <p:val>
                                            <p:fltVal val="-361.34"/>
                                          </p:val>
                                        </p:tav>
                                        <p:tav tm="62338">
                                          <p:val>
                                            <p:fltVal val="-362.33"/>
                                          </p:val>
                                        </p:tav>
                                        <p:tav tm="67532">
                                          <p:val>
                                            <p:fltVal val="-363.4"/>
                                          </p:val>
                                        </p:tav>
                                        <p:tav tm="96104">
                                          <p:val>
                                            <p:fltVal val="-363.5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61" dur="6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128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4342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447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453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462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388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250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129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027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419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699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09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758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15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6786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6201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76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45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22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4954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488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128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334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6849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726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439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702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119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404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819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343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958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6394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372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1465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55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91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52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5323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429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3406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996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583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464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" dur="128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41946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827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8258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776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2928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505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486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8847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4891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0651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394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329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148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4644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006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634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3212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530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1465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8827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69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7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128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319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323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613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115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46094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3116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3974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8360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6261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512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3868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1962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9865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7924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6273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9198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822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935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216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631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1553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4528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313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605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8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128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4.37"/>
                                          </p:val>
                                        </p:tav>
                                        <p:tav tm="2597">
                                          <p:val>
                                            <p:fltVal val="101.64"/>
                                          </p:val>
                                        </p:tav>
                                        <p:tav tm="10390">
                                          <p:val>
                                            <p:fltVal val="101.37"/>
                                          </p:val>
                                        </p:tav>
                                        <p:tav tm="12987">
                                          <p:val>
                                            <p:fltVal val="124.8"/>
                                          </p:val>
                                        </p:tav>
                                        <p:tav tm="15584">
                                          <p:val>
                                            <p:fltVal val="163.55"/>
                                          </p:val>
                                        </p:tav>
                                        <p:tav tm="18182">
                                          <p:val>
                                            <p:fltVal val="190.54"/>
                                          </p:val>
                                        </p:tav>
                                        <p:tav tm="20779">
                                          <p:val>
                                            <p:fltVal val="212.6"/>
                                          </p:val>
                                        </p:tav>
                                        <p:tav tm="23377">
                                          <p:val>
                                            <p:fltVal val="233.56"/>
                                          </p:val>
                                        </p:tav>
                                        <p:tav tm="25974">
                                          <p:val>
                                            <p:fltVal val="254.22"/>
                                          </p:val>
                                        </p:tav>
                                        <p:tav tm="28571">
                                          <p:val>
                                            <p:fltVal val="273.66"/>
                                          </p:val>
                                        </p:tav>
                                        <p:tav tm="31169">
                                          <p:val>
                                            <p:fltVal val="290.65"/>
                                          </p:val>
                                        </p:tav>
                                        <p:tav tm="33766">
                                          <p:val>
                                            <p:fltVal val="304.65"/>
                                          </p:val>
                                        </p:tav>
                                        <p:tav tm="36364">
                                          <p:val>
                                            <p:fltVal val="315.88"/>
                                          </p:val>
                                        </p:tav>
                                        <p:tav tm="38961">
                                          <p:val>
                                            <p:fltVal val="324.85"/>
                                          </p:val>
                                        </p:tav>
                                        <p:tav tm="41558">
                                          <p:val>
                                            <p:fltVal val="332.07"/>
                                          </p:val>
                                        </p:tav>
                                        <p:tav tm="44156">
                                          <p:val>
                                            <p:fltVal val="337.96"/>
                                          </p:val>
                                        </p:tav>
                                        <p:tav tm="46753">
                                          <p:val>
                                            <p:fltVal val="342.8"/>
                                          </p:val>
                                        </p:tav>
                                        <p:tav tm="49351">
                                          <p:val>
                                            <p:fltVal val="346.81"/>
                                          </p:val>
                                        </p:tav>
                                        <p:tav tm="51948">
                                          <p:val>
                                            <p:fltVal val="350.15"/>
                                          </p:val>
                                        </p:tav>
                                        <p:tav tm="57143">
                                          <p:val>
                                            <p:fltVal val="355.26"/>
                                          </p:val>
                                        </p:tav>
                                        <p:tav tm="62338">
                                          <p:val>
                                            <p:fltVal val="358.74"/>
                                          </p:val>
                                        </p:tav>
                                        <p:tav tm="67532">
                                          <p:val>
                                            <p:fltVal val="360.98"/>
                                          </p:val>
                                        </p:tav>
                                        <p:tav tm="75325">
                                          <p:val>
                                            <p:fltVal val="362.53"/>
                                          </p:val>
                                        </p:tav>
                                        <p:tav tm="96104">
                                          <p:val>
                                            <p:fltVal val="362.6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0" dur="7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2" dur="128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7472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756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763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777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756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58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428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292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175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0749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989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917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8549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801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75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6799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623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798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473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233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128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263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612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65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3656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626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285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624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069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60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217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891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612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375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1713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995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84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7107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595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495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407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645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2067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1139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773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43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4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128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76927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6974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2172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0538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297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430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319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9768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8384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6755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3139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1403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9804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836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7088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9648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981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4123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3378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7317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6908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9243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3748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98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3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128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8885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376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723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022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0989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2432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7501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3.177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7004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3472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0883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8938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74338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6233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525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4431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734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134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160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4149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17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114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8409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63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128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0.87"/>
                                          </p:val>
                                        </p:tav>
                                        <p:tav tm="2597">
                                          <p:val>
                                            <p:fltVal val="128.14"/>
                                          </p:val>
                                        </p:tav>
                                        <p:tav tm="10390">
                                          <p:val>
                                            <p:fltVal val="127.87"/>
                                          </p:val>
                                        </p:tav>
                                        <p:tav tm="12987">
                                          <p:val>
                                            <p:fltVal val="124.66"/>
                                          </p:val>
                                        </p:tav>
                                        <p:tav tm="15584">
                                          <p:val>
                                            <p:fltVal val="102.38"/>
                                          </p:val>
                                        </p:tav>
                                        <p:tav tm="18182">
                                          <p:val>
                                            <p:fltVal val="83.86"/>
                                          </p:val>
                                        </p:tav>
                                        <p:tav tm="20779">
                                          <p:val>
                                            <p:fltVal val="69.68"/>
                                          </p:val>
                                        </p:tav>
                                        <p:tav tm="23377">
                                          <p:val>
                                            <p:fltVal val="58.81"/>
                                          </p:val>
                                        </p:tav>
                                        <p:tav tm="25974">
                                          <p:val>
                                            <p:fltVal val="50.16"/>
                                          </p:val>
                                        </p:tav>
                                        <p:tav tm="28571">
                                          <p:val>
                                            <p:fltVal val="43.06"/>
                                          </p:val>
                                        </p:tav>
                                        <p:tav tm="31169">
                                          <p:val>
                                            <p:fltVal val="37.08"/>
                                          </p:val>
                                        </p:tav>
                                        <p:tav tm="33766">
                                          <p:val>
                                            <p:fltVal val="31.95"/>
                                          </p:val>
                                        </p:tav>
                                        <p:tav tm="38961">
                                          <p:val>
                                            <p:fltVal val="23.57"/>
                                          </p:val>
                                        </p:tav>
                                        <p:tav tm="44156">
                                          <p:val>
                                            <p:fltVal val="17.04"/>
                                          </p:val>
                                        </p:tav>
                                        <p:tav tm="49351">
                                          <p:val>
                                            <p:fltVal val="11.89"/>
                                          </p:val>
                                        </p:tav>
                                        <p:tav tm="54545">
                                          <p:val>
                                            <p:fltVal val="7.84"/>
                                          </p:val>
                                        </p:tav>
                                        <p:tav tm="62338">
                                          <p:val>
                                            <p:fltVal val="3.44"/>
                                          </p:val>
                                        </p:tav>
                                        <p:tav tm="70130">
                                          <p:val>
                                            <p:fltVal val="0.64"/>
                                          </p:val>
                                        </p:tav>
                                        <p:tav tm="77922">
                                          <p:val>
                                            <p:fltVal val="-0.89"/>
                                          </p:val>
                                        </p:tav>
                                        <p:tav tm="96104">
                                          <p:val>
                                            <p:fltVal val="-1.3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9" dur="833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1" dur="128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67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805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809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787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727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689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37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586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5464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236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077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128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734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048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085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645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280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367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6845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138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691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321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005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7316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4936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2857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103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943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802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6776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5678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4708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3853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3101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1866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1366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56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128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761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7304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8428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4578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69921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495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679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1825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94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6972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568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2385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460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792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3611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139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100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215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4614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818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2697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767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.01412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7994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669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6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128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2414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3906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815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013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1087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319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545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654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333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350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577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937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383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013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25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5989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811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538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9056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39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1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128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5.85"/>
                                          </p:val>
                                        </p:tav>
                                        <p:tav tm="2597">
                                          <p:val>
                                            <p:fltVal val="-168.58"/>
                                          </p:val>
                                        </p:tav>
                                        <p:tav tm="5195">
                                          <p:val>
                                            <p:fltVal val="-168.83"/>
                                          </p:val>
                                        </p:tav>
                                        <p:tav tm="7792">
                                          <p:val>
                                            <p:fltVal val="-163.28"/>
                                          </p:val>
                                        </p:tav>
                                        <p:tav tm="10390">
                                          <p:val>
                                            <p:fltVal val="-138.89"/>
                                          </p:val>
                                        </p:tav>
                                        <p:tav tm="12987">
                                          <p:val>
                                            <p:fltVal val="-116.77"/>
                                          </p:val>
                                        </p:tav>
                                        <p:tav tm="15584">
                                          <p:val>
                                            <p:fltVal val="-100.46"/>
                                          </p:val>
                                        </p:tav>
                                        <p:tav tm="18182">
                                          <p:val>
                                            <p:fltVal val="-88.05"/>
                                          </p:val>
                                        </p:tav>
                                        <p:tav tm="20779">
                                          <p:val>
                                            <p:fltVal val="-77.98"/>
                                          </p:val>
                                        </p:tav>
                                        <p:tav tm="23377">
                                          <p:val>
                                            <p:fltVal val="-69.33"/>
                                          </p:val>
                                        </p:tav>
                                        <p:tav tm="25974">
                                          <p:val>
                                            <p:fltVal val="-61.67"/>
                                          </p:val>
                                        </p:tav>
                                        <p:tav tm="28571">
                                          <p:val>
                                            <p:fltVal val="-54.75"/>
                                          </p:val>
                                        </p:tav>
                                        <p:tav tm="31169">
                                          <p:val>
                                            <p:fltVal val="-48.44"/>
                                          </p:val>
                                        </p:tav>
                                        <p:tav tm="33766">
                                          <p:val>
                                            <p:fltVal val="-42.66"/>
                                          </p:val>
                                        </p:tav>
                                        <p:tav tm="38961">
                                          <p:val>
                                            <p:fltVal val="-32.48"/>
                                          </p:val>
                                        </p:tav>
                                        <p:tav tm="44156">
                                          <p:val>
                                            <p:fltVal val="-23.97"/>
                                          </p:val>
                                        </p:tav>
                                        <p:tav tm="46753">
                                          <p:val>
                                            <p:fltVal val="-20.29"/>
                                          </p:val>
                                        </p:tav>
                                        <p:tav tm="51948">
                                          <p:val>
                                            <p:fltVal val="-13.99"/>
                                          </p:val>
                                        </p:tav>
                                        <p:tav tm="57143">
                                          <p:val>
                                            <p:fltVal val="-8.96"/>
                                          </p:val>
                                        </p:tav>
                                        <p:tav tm="64935">
                                          <p:val>
                                            <p:fltVal val="-3.46"/>
                                          </p:val>
                                        </p:tav>
                                        <p:tav tm="70130">
                                          <p:val>
                                            <p:fltVal val="-0.95"/>
                                          </p:val>
                                        </p:tav>
                                        <p:tav tm="77922">
                                          <p:val>
                                            <p:fltVal val="1.37"/>
                                          </p:val>
                                        </p:tav>
                                        <p:tav tm="85714">
                                          <p:val>
                                            <p:fltVal val="2.28"/>
                                          </p:val>
                                        </p:tav>
                                        <p:tav tm="96104">
                                          <p:val>
                                            <p:fltVal val="2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8" dur="5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0" dur="128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26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109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107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119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83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585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376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2064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066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52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5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7809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717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648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621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859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5568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14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892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7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128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349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624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657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3955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3986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017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33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8324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449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152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9141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718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556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4224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311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2205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1458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854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63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128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0177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4446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49522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3211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748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67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241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4726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655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567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393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889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83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0644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4861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036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398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1739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870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00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128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663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611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0012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121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148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973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07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272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288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449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510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44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572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828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210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707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3083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613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475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7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128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4.19"/>
                                          </p:val>
                                        </p:tav>
                                        <p:tav tm="2597">
                                          <p:val>
                                            <p:fltVal val="-146.92"/>
                                          </p:val>
                                        </p:tav>
                                        <p:tav tm="7792">
                                          <p:val>
                                            <p:fltVal val="-147.19"/>
                                          </p:val>
                                        </p:tav>
                                        <p:tav tm="10390">
                                          <p:val>
                                            <p:fltVal val="-186.87"/>
                                          </p:val>
                                        </p:tav>
                                        <p:tav tm="12987">
                                          <p:val>
                                            <p:fltVal val="-221.27"/>
                                          </p:val>
                                        </p:tav>
                                        <p:tav tm="15584">
                                          <p:val>
                                            <p:fltVal val="-244.16"/>
                                          </p:val>
                                        </p:tav>
                                        <p:tav tm="18182">
                                          <p:val>
                                            <p:fltVal val="-262.32"/>
                                          </p:val>
                                        </p:tav>
                                        <p:tav tm="20779">
                                          <p:val>
                                            <p:fltVal val="-278.52"/>
                                          </p:val>
                                        </p:tav>
                                        <p:tav tm="23377">
                                          <p:val>
                                            <p:fltVal val="-293.39"/>
                                          </p:val>
                                        </p:tav>
                                        <p:tav tm="25974">
                                          <p:val>
                                            <p:fltVal val="-306.72"/>
                                          </p:val>
                                        </p:tav>
                                        <p:tav tm="28571">
                                          <p:val>
                                            <p:fltVal val="-318.27"/>
                                          </p:val>
                                        </p:tav>
                                        <p:tav tm="31169">
                                          <p:val>
                                            <p:fltVal val="-328"/>
                                          </p:val>
                                        </p:tav>
                                        <p:tav tm="33766">
                                          <p:val>
                                            <p:fltVal val="-336.03"/>
                                          </p:val>
                                        </p:tav>
                                        <p:tav tm="36364">
                                          <p:val>
                                            <p:fltVal val="-342.56"/>
                                          </p:val>
                                        </p:tav>
                                        <p:tav tm="38961">
                                          <p:val>
                                            <p:fltVal val="-347.83"/>
                                          </p:val>
                                        </p:tav>
                                        <p:tav tm="41558">
                                          <p:val>
                                            <p:fltVal val="-352.05"/>
                                          </p:val>
                                        </p:tav>
                                        <p:tav tm="44156">
                                          <p:val>
                                            <p:fltVal val="-355.39"/>
                                          </p:val>
                                        </p:tav>
                                        <p:tav tm="46753">
                                          <p:val>
                                            <p:fltVal val="-358.01"/>
                                          </p:val>
                                        </p:tav>
                                        <p:tav tm="49351">
                                          <p:val>
                                            <p:fltVal val="-360"/>
                                          </p:val>
                                        </p:tav>
                                        <p:tav tm="54545">
                                          <p:val>
                                            <p:fltVal val="-362.48"/>
                                          </p:val>
                                        </p:tav>
                                        <p:tav tm="59740">
                                          <p:val>
                                            <p:fltVal val="-363.35"/>
                                          </p:val>
                                        </p:tav>
                                        <p:tav tm="96104">
                                          <p:val>
                                            <p:fltVal val="-363.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7" dur="6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9" dur="128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80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604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607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60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56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534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517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5085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128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588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790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793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7674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5091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09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312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6965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208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8086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476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1994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966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694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03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62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448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246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639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967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425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686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128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213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9552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3987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7872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1924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556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18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3818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589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548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679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584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902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414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656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757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1398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8922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66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4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128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1421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553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858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761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1998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6785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855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165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3322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1833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8001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6288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57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693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755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002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398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915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5323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2313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8285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7089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602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128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3.89"/>
                                          </p:val>
                                        </p:tav>
                                        <p:tav tm="2597">
                                          <p:val>
                                            <p:fltVal val="111.15"/>
                                          </p:val>
                                        </p:tav>
                                        <p:tav tm="7792">
                                          <p:val>
                                            <p:fltVal val="110.89"/>
                                          </p:val>
                                        </p:tav>
                                        <p:tav tm="10390">
                                          <p:val>
                                            <p:fltVal val="137.3"/>
                                          </p:val>
                                        </p:tav>
                                        <p:tav tm="12987">
                                          <p:val>
                                            <p:fltVal val="177.68"/>
                                          </p:val>
                                        </p:tav>
                                        <p:tav tm="15584">
                                          <p:val>
                                            <p:fltVal val="205.19"/>
                                          </p:val>
                                        </p:tav>
                                        <p:tav tm="18182">
                                          <p:val>
                                            <p:fltVal val="227.44"/>
                                          </p:val>
                                        </p:tav>
                                        <p:tav tm="20779">
                                          <p:val>
                                            <p:fltVal val="248.4"/>
                                          </p:val>
                                        </p:tav>
                                        <p:tav tm="23377">
                                          <p:val>
                                            <p:fltVal val="268.62"/>
                                          </p:val>
                                        </p:tav>
                                        <p:tav tm="25974">
                                          <p:val>
                                            <p:fltVal val="287"/>
                                          </p:val>
                                        </p:tav>
                                        <p:tav tm="28571">
                                          <p:val>
                                            <p:fltVal val="302.56"/>
                                          </p:val>
                                        </p:tav>
                                        <p:tav tm="31169">
                                          <p:val>
                                            <p:fltVal val="315.15"/>
                                          </p:val>
                                        </p:tav>
                                        <p:tav tm="33766">
                                          <p:val>
                                            <p:fltVal val="325.15"/>
                                          </p:val>
                                        </p:tav>
                                        <p:tav tm="36364">
                                          <p:val>
                                            <p:fltVal val="333.09"/>
                                          </p:val>
                                        </p:tav>
                                        <p:tav tm="38961">
                                          <p:val>
                                            <p:fltVal val="339.42"/>
                                          </p:val>
                                        </p:tav>
                                        <p:tav tm="41558">
                                          <p:val>
                                            <p:fltVal val="344.52"/>
                                          </p:val>
                                        </p:tav>
                                        <p:tav tm="44156">
                                          <p:val>
                                            <p:fltVal val="348.66"/>
                                          </p:val>
                                        </p:tav>
                                        <p:tav tm="46753">
                                          <p:val>
                                            <p:fltVal val="352.01"/>
                                          </p:val>
                                        </p:tav>
                                        <p:tav tm="49351">
                                          <p:val>
                                            <p:fltVal val="354.73"/>
                                          </p:val>
                                        </p:tav>
                                        <p:tav tm="51948">
                                          <p:val>
                                            <p:fltVal val="356.92"/>
                                          </p:val>
                                        </p:tav>
                                        <p:tav tm="57143">
                                          <p:val>
                                            <p:fltVal val="360"/>
                                          </p:val>
                                        </p:tav>
                                        <p:tav tm="62338">
                                          <p:val>
                                            <p:fltVal val="361.71"/>
                                          </p:val>
                                        </p:tav>
                                        <p:tav tm="67532">
                                          <p:val>
                                            <p:fltVal val="362.35"/>
                                          </p:val>
                                        </p:tav>
                                        <p:tav tm="96104">
                                          <p:val>
                                            <p:fltVal val="362.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6" dur="7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8" dur="128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255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726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734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670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43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600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5585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5263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089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" dur="128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336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633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668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402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583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708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040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5094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0837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740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456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2163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0132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840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6923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565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563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62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28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543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1045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128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612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39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8444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301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3435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9317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7302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5700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0556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8985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5718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321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5225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273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448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736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1258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6032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783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210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34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183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535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128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274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4568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892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27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1346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7389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1682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801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170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514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514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9583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713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695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481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1342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527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563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857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582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1571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8753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669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4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128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9.46"/>
                                          </p:val>
                                        </p:tav>
                                        <p:tav tm="2597">
                                          <p:val>
                                            <p:fltVal val="116.73"/>
                                          </p:val>
                                        </p:tav>
                                        <p:tav tm="7792">
                                          <p:val>
                                            <p:fltVal val="116.46"/>
                                          </p:val>
                                        </p:tav>
                                        <p:tav tm="10390">
                                          <p:val>
                                            <p:fltVal val="111.84"/>
                                          </p:val>
                                        </p:tav>
                                        <p:tav tm="12987">
                                          <p:val>
                                            <p:fltVal val="90.1"/>
                                          </p:val>
                                        </p:tav>
                                        <p:tav tm="15584">
                                          <p:val>
                                            <p:fltVal val="71.81"/>
                                          </p:val>
                                        </p:tav>
                                        <p:tav tm="18182">
                                          <p:val>
                                            <p:fltVal val="58.1"/>
                                          </p:val>
                                        </p:tav>
                                        <p:tav tm="20779">
                                          <p:val>
                                            <p:fltVal val="47.82"/>
                                          </p:val>
                                        </p:tav>
                                        <p:tav tm="23377">
                                          <p:val>
                                            <p:fltVal val="39.84"/>
                                          </p:val>
                                        </p:tav>
                                        <p:tav tm="25974">
                                          <p:val>
                                            <p:fltVal val="33.39"/>
                                          </p:val>
                                        </p:tav>
                                        <p:tav tm="28571">
                                          <p:val>
                                            <p:fltVal val="28.04"/>
                                          </p:val>
                                        </p:tav>
                                        <p:tav tm="31169">
                                          <p:val>
                                            <p:fltVal val="23.53"/>
                                          </p:val>
                                        </p:tav>
                                        <p:tav tm="36364">
                                          <p:val>
                                            <p:fltVal val="16.34"/>
                                          </p:val>
                                        </p:tav>
                                        <p:tav tm="41558">
                                          <p:val>
                                            <p:fltVal val="10.93"/>
                                          </p:val>
                                        </p:tav>
                                        <p:tav tm="46753">
                                          <p:val>
                                            <p:fltVal val="6.85"/>
                                          </p:val>
                                        </p:tav>
                                        <p:tav tm="51948">
                                          <p:val>
                                            <p:fltVal val="3.79"/>
                                          </p:val>
                                        </p:tav>
                                        <p:tav tm="59740">
                                          <p:val>
                                            <p:fltVal val="0.7"/>
                                          </p:val>
                                        </p:tav>
                                        <p:tav tm="64935">
                                          <p:val>
                                            <p:fltVal val="-0.56"/>
                                          </p:val>
                                        </p:tav>
                                        <p:tav tm="72727">
                                          <p:val>
                                            <p:fltVal val="-1.47"/>
                                          </p:val>
                                        </p:tav>
                                        <p:tav tm="96104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5" dur="7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7" dur="128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8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905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908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04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94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41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08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6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15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7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24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737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10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38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602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128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521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857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8975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622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916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144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474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9265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4759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105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7933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527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2998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104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934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788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660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549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4525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294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2304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1274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867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128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1370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57663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62873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4494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839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5624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3889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2595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0747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8440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6014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3693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158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97234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8110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725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5426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534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6775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948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3278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80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9769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.0395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677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04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128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5171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01891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9598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678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075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4727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9413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732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413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142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532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334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99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638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995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437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50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418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639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213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8265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719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128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1.2"/>
                                          </p:val>
                                        </p:tav>
                                        <p:tav tm="2597">
                                          <p:val>
                                            <p:fltVal val="-153.93"/>
                                          </p:val>
                                        </p:tav>
                                        <p:tav tm="10390">
                                          <p:val>
                                            <p:fltVal val="-154.2"/>
                                          </p:val>
                                        </p:tav>
                                        <p:tav tm="15584">
                                          <p:val>
                                            <p:fltVal val="-108.86"/>
                                          </p:val>
                                        </p:tav>
                                        <p:tav tm="18182">
                                          <p:val>
                                            <p:fltVal val="-91.57"/>
                                          </p:val>
                                        </p:tav>
                                        <p:tav tm="20779">
                                          <p:val>
                                            <p:fltVal val="-78.51"/>
                                          </p:val>
                                        </p:tav>
                                        <p:tav tm="23377">
                                          <p:val>
                                            <p:fltVal val="-68.12"/>
                                          </p:val>
                                        </p:tav>
                                        <p:tav tm="25974">
                                          <p:val>
                                            <p:fltVal val="-59.44"/>
                                          </p:val>
                                        </p:tav>
                                        <p:tav tm="28571">
                                          <p:val>
                                            <p:fltVal val="-51.96"/>
                                          </p:val>
                                        </p:tav>
                                        <p:tav tm="31169">
                                          <p:val>
                                            <p:fltVal val="-45.36"/>
                                          </p:val>
                                        </p:tav>
                                        <p:tav tm="33766">
                                          <p:val>
                                            <p:fltVal val="-39.46"/>
                                          </p:val>
                                        </p:tav>
                                        <p:tav tm="36364">
                                          <p:val>
                                            <p:fltVal val="-34.16"/>
                                          </p:val>
                                        </p:tav>
                                        <p:tav tm="41558">
                                          <p:val>
                                            <p:fltVal val="-25.06"/>
                                          </p:val>
                                        </p:tav>
                                        <p:tav tm="46753">
                                          <p:val>
                                            <p:fltVal val="-17.67"/>
                                          </p:val>
                                        </p:tav>
                                        <p:tav tm="51948">
                                          <p:val>
                                            <p:fltVal val="-11.74"/>
                                          </p:val>
                                        </p:tav>
                                        <p:tav tm="57143">
                                          <p:val>
                                            <p:fltVal val="-7.09"/>
                                          </p:val>
                                        </p:tav>
                                        <p:tav tm="64935">
                                          <p:val>
                                            <p:fltVal val="-2.15"/>
                                          </p:val>
                                        </p:tav>
                                        <p:tav tm="70130">
                                          <p:val>
                                            <p:fltVal val="0"/>
                                          </p:val>
                                        </p:tav>
                                        <p:tav tm="77922">
                                          <p:val>
                                            <p:fltVal val="1.81"/>
                                          </p:val>
                                        </p:tav>
                                        <p:tav tm="96104">
                                          <p:val>
                                            <p:fltVal val="2.2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4" dur="8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6" dur="128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30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42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52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9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59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18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709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88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427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006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501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852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02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128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60101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33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369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6093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388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827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4127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536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3037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2617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2258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9493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682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145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1248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1071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9162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7799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6597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5537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3776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3049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1849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136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571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85714">
                                          <p:val>
                                            <p:strVal val="#ppt_y-0.0061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7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128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1777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2158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67419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4931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4.0230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7120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5712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5085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3.34516"/>
                                          </p:val>
                                        </p:tav>
                                        <p:tav tm="23377">
                                          <p:val>
                                            <p:strVal val="#ppt_w*3.0856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4972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2350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2.0101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822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694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5447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4434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608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930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2369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1507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11739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.06492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.02693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8997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712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6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128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43527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4861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909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940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211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5879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0628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601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218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050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697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786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7112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8647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15672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08976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.0174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7404"/>
                                          </p:val>
                                        </p:tav>
                                        <p:tav tm="88312">
                                          <p:val>
                                            <p:strVal val="#ppt_h*0.9543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128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01"/>
                                          </p:val>
                                        </p:tav>
                                        <p:tav tm="2597">
                                          <p:val>
                                            <p:fltVal val="-160.74"/>
                                          </p:val>
                                        </p:tav>
                                        <p:tav tm="10390">
                                          <p:val>
                                            <p:fltVal val="-161.01"/>
                                          </p:val>
                                        </p:tav>
                                        <p:tav tm="12987">
                                          <p:val>
                                            <p:fltVal val="-176"/>
                                          </p:val>
                                        </p:tav>
                                        <p:tav tm="15584">
                                          <p:val>
                                            <p:fltVal val="-203.44"/>
                                          </p:val>
                                        </p:tav>
                                        <p:tav tm="18182">
                                          <p:val>
                                            <p:fltVal val="-224.42"/>
                                          </p:val>
                                        </p:tav>
                                        <p:tav tm="20779">
                                          <p:val>
                                            <p:fltVal val="-240.34"/>
                                          </p:val>
                                        </p:tav>
                                        <p:tav tm="23377">
                                          <p:val>
                                            <p:fltVal val="-253.28"/>
                                          </p:val>
                                        </p:tav>
                                        <p:tav tm="25974">
                                          <p:val>
                                            <p:fltVal val="-264.5"/>
                                          </p:val>
                                        </p:tav>
                                        <p:tav tm="28571">
                                          <p:val>
                                            <p:fltVal val="-274.64"/>
                                          </p:val>
                                        </p:tav>
                                        <p:tav tm="31169">
                                          <p:val>
                                            <p:fltVal val="-284.02"/>
                                          </p:val>
                                        </p:tav>
                                        <p:tav tm="33766">
                                          <p:val>
                                            <p:fltVal val="-292.77"/>
                                          </p:val>
                                        </p:tav>
                                        <p:tav tm="38961">
                                          <p:val>
                                            <p:fltVal val="-308.54"/>
                                          </p:val>
                                        </p:tav>
                                        <p:tav tm="41558">
                                          <p:val>
                                            <p:fltVal val="-315.53"/>
                                          </p:val>
                                        </p:tav>
                                        <p:tav tm="44156">
                                          <p:val>
                                            <p:fltVal val="-321.91"/>
                                          </p:val>
                                        </p:tav>
                                        <p:tav tm="46753">
                                          <p:val>
                                            <p:fltVal val="-327.69"/>
                                          </p:val>
                                        </p:tav>
                                        <p:tav tm="51948">
                                          <p:val>
                                            <p:fltVal val="-337.48"/>
                                          </p:val>
                                        </p:tav>
                                        <p:tav tm="57143">
                                          <p:val>
                                            <p:fltVal val="-345.17"/>
                                          </p:val>
                                        </p:tav>
                                        <p:tav tm="62338">
                                          <p:val>
                                            <p:fltVal val="-351.07"/>
                                          </p:val>
                                        </p:tav>
                                        <p:tav tm="67532">
                                          <p:val>
                                            <p:fltVal val="-355.51"/>
                                          </p:val>
                                        </p:tav>
                                        <p:tav tm="72727">
                                          <p:val>
                                            <p:fltVal val="-358.76"/>
                                          </p:val>
                                        </p:tav>
                                        <p:tav tm="80519">
                                          <p:val>
                                            <p:fltVal val="-361.83"/>
                                          </p:val>
                                        </p:tav>
                                        <p:tav tm="88312">
                                          <p:val>
                                            <p:fltVal val="-363.21"/>
                                          </p:val>
                                        </p:tav>
                                        <p:tav tm="96104">
                                          <p:val>
                                            <p:fltVal val="-363.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3" dur="567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5" dur="128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51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457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457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486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675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36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69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76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62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31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88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341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719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03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28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669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13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128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811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6076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6108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8595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5223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4867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38855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308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24549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961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567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249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9893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776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6001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4549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334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36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559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9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49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6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128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6482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3587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0818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9237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5131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3084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1983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001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0468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966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767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4498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6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037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202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593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3544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986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32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3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128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596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986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322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5663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1739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2852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2766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918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323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2365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14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0123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6641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5079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775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7216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881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2191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700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301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6348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518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128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4.72"/>
                                          </p:val>
                                        </p:tav>
                                        <p:tav tm="2597">
                                          <p:val>
                                            <p:fltVal val="121.98"/>
                                          </p:val>
                                        </p:tav>
                                        <p:tav tm="10390">
                                          <p:val>
                                            <p:fltVal val="121.72"/>
                                          </p:val>
                                        </p:tav>
                                        <p:tav tm="12987">
                                          <p:val>
                                            <p:fltVal val="129.46"/>
                                          </p:val>
                                        </p:tav>
                                        <p:tav tm="15584">
                                          <p:val>
                                            <p:fltVal val="177.42"/>
                                          </p:val>
                                        </p:tav>
                                        <p:tav tm="18182">
                                          <p:val>
                                            <p:fltVal val="208.76"/>
                                          </p:val>
                                        </p:tav>
                                        <p:tav tm="20779">
                                          <p:val>
                                            <p:fltVal val="232.57"/>
                                          </p:val>
                                        </p:tav>
                                        <p:tav tm="23377">
                                          <p:val>
                                            <p:fltVal val="254.16"/>
                                          </p:val>
                                        </p:tav>
                                        <p:tav tm="25974">
                                          <p:val>
                                            <p:fltVal val="274.53"/>
                                          </p:val>
                                        </p:tav>
                                        <p:tav tm="28571">
                                          <p:val>
                                            <p:fltVal val="292.91"/>
                                          </p:val>
                                        </p:tav>
                                        <p:tav tm="31169">
                                          <p:val>
                                            <p:fltVal val="308.44"/>
                                          </p:val>
                                        </p:tav>
                                        <p:tav tm="33766">
                                          <p:val>
                                            <p:fltVal val="320.93"/>
                                          </p:val>
                                        </p:tav>
                                        <p:tav tm="36364">
                                          <p:val>
                                            <p:fltVal val="330.77"/>
                                          </p:val>
                                        </p:tav>
                                        <p:tav tm="38961">
                                          <p:val>
                                            <p:fltVal val="338.47"/>
                                          </p:val>
                                        </p:tav>
                                        <p:tav tm="41558">
                                          <p:val>
                                            <p:fltVal val="344.52"/>
                                          </p:val>
                                        </p:tav>
                                        <p:tav tm="44156">
                                          <p:val>
                                            <p:fltVal val="349.29"/>
                                          </p:val>
                                        </p:tav>
                                        <p:tav tm="46753">
                                          <p:val>
                                            <p:fltVal val="353.04"/>
                                          </p:val>
                                        </p:tav>
                                        <p:tav tm="49351">
                                          <p:val>
                                            <p:fltVal val="355.99"/>
                                          </p:val>
                                        </p:tav>
                                        <p:tav tm="51948">
                                          <p:val>
                                            <p:fltVal val="358.27"/>
                                          </p:val>
                                        </p:tav>
                                        <p:tav tm="57143">
                                          <p:val>
                                            <p:fltVal val="361.26"/>
                                          </p:val>
                                        </p:tav>
                                        <p:tav tm="59740">
                                          <p:val>
                                            <p:fltVal val="362.11"/>
                                          </p:val>
                                        </p:tav>
                                        <p:tav tm="64935">
                                          <p:val>
                                            <p:fltVal val="362.78"/>
                                          </p:val>
                                        </p:tav>
                                        <p:tav tm="96104">
                                          <p:val>
                                            <p:fltVal val="362.7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2" dur="600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4" dur="128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635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690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697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73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321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929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649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434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263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125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30106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914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834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66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7092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60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62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858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3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803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72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128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04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243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2264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818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657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423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38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3716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37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312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1516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95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39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128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3217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275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808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3843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0589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8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434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8507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7380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391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714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344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990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437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9667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2542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056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654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5276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128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908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807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961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211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3860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0504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9218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917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248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750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124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2603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92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947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210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641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19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5537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3248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814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738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128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8.18"/>
                                          </p:val>
                                        </p:tav>
                                        <p:tav tm="2597">
                                          <p:val>
                                            <p:fltVal val="135.93"/>
                                          </p:val>
                                        </p:tav>
                                        <p:tav tm="5195">
                                          <p:val>
                                            <p:fltVal val="139.67"/>
                                          </p:val>
                                        </p:tav>
                                        <p:tav tm="7792">
                                          <p:val>
                                            <p:fltVal val="151.55"/>
                                          </p:val>
                                        </p:tav>
                                        <p:tav tm="10390">
                                          <p:val>
                                            <p:fltVal val="174.31"/>
                                          </p:val>
                                        </p:tav>
                                        <p:tav tm="12987">
                                          <p:val>
                                            <p:fltVal val="160.45"/>
                                          </p:val>
                                        </p:tav>
                                        <p:tav tm="15584">
                                          <p:val>
                                            <p:fltVal val="135.79"/>
                                          </p:val>
                                        </p:tav>
                                        <p:tav tm="18182">
                                          <p:val>
                                            <p:fltVal val="108.4"/>
                                          </p:val>
                                        </p:tav>
                                        <p:tav tm="20779">
                                          <p:val>
                                            <p:fltVal val="84.34"/>
                                          </p:val>
                                        </p:tav>
                                        <p:tav tm="23377">
                                          <p:val>
                                            <p:fltVal val="65.87"/>
                                          </p:val>
                                        </p:tav>
                                        <p:tav tm="25974">
                                          <p:val>
                                            <p:fltVal val="52.24"/>
                                          </p:val>
                                        </p:tav>
                                        <p:tav tm="28571">
                                          <p:val>
                                            <p:fltVal val="41.87"/>
                                          </p:val>
                                        </p:tav>
                                        <p:tav tm="31169">
                                          <p:val>
                                            <p:fltVal val="33.64"/>
                                          </p:val>
                                        </p:tav>
                                        <p:tav tm="33766">
                                          <p:val>
                                            <p:fltVal val="26.9"/>
                                          </p:val>
                                        </p:tav>
                                        <p:tav tm="36364">
                                          <p:val>
                                            <p:fltVal val="21.26"/>
                                          </p:val>
                                        </p:tav>
                                        <p:tav tm="38961">
                                          <p:val>
                                            <p:fltVal val="16.48"/>
                                          </p:val>
                                        </p:tav>
                                        <p:tav tm="41558">
                                          <p:val>
                                            <p:fltVal val="12.42"/>
                                          </p:val>
                                        </p:tav>
                                        <p:tav tm="46753">
                                          <p:val>
                                            <p:fltVal val="6.04"/>
                                          </p:val>
                                        </p:tav>
                                        <p:tav tm="51948">
                                          <p:val>
                                            <p:fltVal val="1.6"/>
                                          </p:val>
                                        </p:tav>
                                        <p:tav tm="57143">
                                          <p:val>
                                            <p:fltVal val="-1.24"/>
                                          </p:val>
                                        </p:tav>
                                        <p:tav tm="59740">
                                          <p:val>
                                            <p:fltVal val="-2.13"/>
                                          </p:val>
                                        </p:tav>
                                        <p:tav tm="64935">
                                          <p:val>
                                            <p:fltVal val="-3.02"/>
                                          </p:val>
                                        </p:tav>
                                        <p:tav tm="96104">
                                          <p:val>
                                            <p:fltVal val="-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51" dur="6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3" dur="128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57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41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12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171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062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747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500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312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16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057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9669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90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825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69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7217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807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6152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671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325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086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934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485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" dur="128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581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4736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4746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44551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986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247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840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548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308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099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9205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7693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6408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53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436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3561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2867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759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64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3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128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466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428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959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3854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1864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965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735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633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796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628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569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625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792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063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431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885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20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408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759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657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128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1330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71871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73427"/>
                                          </p:val>
                                        </p:tav>
                                        <p:tav tm="7792">
                                          <p:val>
                                            <p:strVal val="#ppt_h*4.194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7317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305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1555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522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2761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072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071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531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1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33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523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84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281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800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045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7523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3012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7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4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128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2.71"/>
                                          </p:val>
                                        </p:tav>
                                        <p:tav tm="2597">
                                          <p:val>
                                            <p:fltVal val="90.46"/>
                                          </p:val>
                                        </p:tav>
                                        <p:tav tm="5195">
                                          <p:val>
                                            <p:fltVal val="94.2"/>
                                          </p:val>
                                        </p:tav>
                                        <p:tav tm="7792">
                                          <p:val>
                                            <p:fltVal val="120.41"/>
                                          </p:val>
                                        </p:tav>
                                        <p:tav tm="10390">
                                          <p:val>
                                            <p:fltVal val="202.99"/>
                                          </p:val>
                                        </p:tav>
                                        <p:tav tm="12987">
                                          <p:val>
                                            <p:fltVal val="246.31"/>
                                          </p:val>
                                        </p:tav>
                                        <p:tav tm="15584">
                                          <p:val>
                                            <p:fltVal val="276.42"/>
                                          </p:val>
                                        </p:tav>
                                        <p:tav tm="18182">
                                          <p:val>
                                            <p:fltVal val="295.8"/>
                                          </p:val>
                                        </p:tav>
                                        <p:tav tm="20779">
                                          <p:val>
                                            <p:fltVal val="308.58"/>
                                          </p:val>
                                        </p:tav>
                                        <p:tav tm="23377">
                                          <p:val>
                                            <p:fltVal val="317.59"/>
                                          </p:val>
                                        </p:tav>
                                        <p:tav tm="25974">
                                          <p:val>
                                            <p:fltVal val="324.64"/>
                                          </p:val>
                                        </p:tav>
                                        <p:tav tm="28571">
                                          <p:val>
                                            <p:fltVal val="330.42"/>
                                          </p:val>
                                        </p:tav>
                                        <p:tav tm="31169">
                                          <p:val>
                                            <p:fltVal val="335.28"/>
                                          </p:val>
                                        </p:tav>
                                        <p:tav tm="33766">
                                          <p:val>
                                            <p:fltVal val="339.4"/>
                                          </p:val>
                                        </p:tav>
                                        <p:tav tm="36364">
                                          <p:val>
                                            <p:fltVal val="342.95"/>
                                          </p:val>
                                        </p:tav>
                                        <p:tav tm="41558">
                                          <p:val>
                                            <p:fltVal val="348.67"/>
                                          </p:val>
                                        </p:tav>
                                        <p:tav tm="49351">
                                          <p:val>
                                            <p:fltVal val="354.68"/>
                                          </p:val>
                                        </p:tav>
                                        <p:tav tm="57143">
                                          <p:val>
                                            <p:fltVal val="358.45"/>
                                          </p:val>
                                        </p:tav>
                                        <p:tav tm="62338">
                                          <p:val>
                                            <p:fltVal val="360"/>
                                          </p:val>
                                        </p:tav>
                                        <p:tav tm="67532">
                                          <p:val>
                                            <p:fltVal val="360.92"/>
                                          </p:val>
                                        </p:tav>
                                        <p:tav tm="72727">
                                          <p:val>
                                            <p:fltVal val="361.32"/>
                                          </p:val>
                                        </p:tav>
                                        <p:tav tm="96104">
                                          <p:val>
                                            <p:fltVal val="361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60" dur="7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2" dur="128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47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763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804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90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901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628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397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223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095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003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928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864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809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62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85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6273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83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361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06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904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484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128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3901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654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652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307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3807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875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3654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0058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71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461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243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0582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8987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76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6418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538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447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3692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887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1047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279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4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128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24824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69839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70064"/>
                                          </p:val>
                                        </p:tav>
                                        <p:tav tm="7792">
                                          <p:val>
                                            <p:strVal val="#ppt_w*4.1938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4.1503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8230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563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2928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9846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6650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369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1143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9015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7274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5861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716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785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3024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988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879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0858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7826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3173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7342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68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6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" dur="128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39886"/>
                                          </p:val>
                                        </p:tav>
                                        <p:tav tm="2597">
                                          <p:val>
                                            <p:strVal val="#ppt_h*2.91811"/>
                                          </p:val>
                                        </p:tav>
                                        <p:tav tm="5195">
                                          <p:val>
                                            <p:strVal val="#ppt_h*2.8922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3351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1185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7443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791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97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065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822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9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260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979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451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5978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32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624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6713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88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8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128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9.2"/>
                                          </p:val>
                                        </p:tav>
                                        <p:tav tm="2597">
                                          <p:val>
                                            <p:fltVal val="12.42"/>
                                          </p:val>
                                        </p:tav>
                                        <p:tav tm="5195">
                                          <p:val>
                                            <p:fltVal val="20.65"/>
                                          </p:val>
                                        </p:tav>
                                        <p:tav tm="7792">
                                          <p:val>
                                            <p:fltVal val="52.29"/>
                                          </p:val>
                                        </p:tav>
                                        <p:tav tm="10390">
                                          <p:val>
                                            <p:fltVal val="122.9"/>
                                          </p:val>
                                        </p:tav>
                                        <p:tav tm="12987">
                                          <p:val>
                                            <p:fltVal val="125.48"/>
                                          </p:val>
                                        </p:tav>
                                        <p:tav tm="15584">
                                          <p:val>
                                            <p:fltVal val="115.72"/>
                                          </p:val>
                                        </p:tav>
                                        <p:tav tm="20779">
                                          <p:val>
                                            <p:fltVal val="93.22"/>
                                          </p:val>
                                        </p:tav>
                                        <p:tav tm="23377">
                                          <p:val>
                                            <p:fltVal val="82.63"/>
                                          </p:val>
                                        </p:tav>
                                        <p:tav tm="25974">
                                          <p:val>
                                            <p:fltVal val="72.88"/>
                                          </p:val>
                                        </p:tav>
                                        <p:tav tm="28571">
                                          <p:val>
                                            <p:fltVal val="63.93"/>
                                          </p:val>
                                        </p:tav>
                                        <p:tav tm="31169">
                                          <p:val>
                                            <p:fltVal val="55.68"/>
                                          </p:val>
                                        </p:tav>
                                        <p:tav tm="33766">
                                          <p:val>
                                            <p:fltVal val="48.09"/>
                                          </p:val>
                                        </p:tav>
                                        <p:tav tm="36364">
                                          <p:val>
                                            <p:fltVal val="41.15"/>
                                          </p:val>
                                        </p:tav>
                                        <p:tav tm="38961">
                                          <p:val>
                                            <p:fltVal val="34.87"/>
                                          </p:val>
                                        </p:tav>
                                        <p:tav tm="41558">
                                          <p:val>
                                            <p:fltVal val="29.21"/>
                                          </p:val>
                                        </p:tav>
                                        <p:tav tm="46753">
                                          <p:val>
                                            <p:fltVal val="19.72"/>
                                          </p:val>
                                        </p:tav>
                                        <p:tav tm="51948">
                                          <p:val>
                                            <p:fltVal val="12.38"/>
                                          </p:val>
                                        </p:tav>
                                        <p:tav tm="57143">
                                          <p:val>
                                            <p:fltVal val="6.85"/>
                                          </p:val>
                                        </p:tav>
                                        <p:tav tm="62338">
                                          <p:val>
                                            <p:fltVal val="2.81"/>
                                          </p:val>
                                        </p:tav>
                                        <p:tav tm="67532">
                                          <p:val>
                                            <p:fltVal val="0"/>
                                          </p:val>
                                        </p:tav>
                                        <p:tav tm="72727">
                                          <p:val>
                                            <p:fltVal val="-1.81"/>
                                          </p:val>
                                        </p:tav>
                                        <p:tav tm="77922">
                                          <p:val>
                                            <p:fltVal val="-2.77"/>
                                          </p:val>
                                        </p:tav>
                                        <p:tav tm="96104">
                                          <p:val>
                                            <p:fltVal val="-3.0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69" dur="8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1" dur="128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54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391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443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575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541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332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172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055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9675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01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4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799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23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6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6199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704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366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4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"/>
                                          </p:val>
                                        </p:tav>
                                        <p:tav tm="85714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128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439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3786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3781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419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07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4097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119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9452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8145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703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608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4538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336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10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1234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641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128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92064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33607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33815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8704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8733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38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2507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3.1997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9656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3450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2.0717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8465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68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531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268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462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832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31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9217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889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294"/>
                                          </p:val>
                                        </p:tav>
                                        <p:tav tm="70130">
                                          <p:val>
                                            <p:strVal val="#ppt_w*1.01944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9278"/>
                                          </p:val>
                                        </p:tav>
                                        <p:tav tm="85714">
                                          <p:val>
                                            <p:strVal val="#ppt_w*0.9799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" dur="128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276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2003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7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6577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699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6303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9707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488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2329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959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0151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84677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7782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46237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32416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21286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12711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.09266"/>
                                          </p:val>
                                        </p:tav>
                                        <p:tav tm="70130">
                                          <p:val>
                                            <p:strVal val="#ppt_h*1.03817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8612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619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128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2.15"/>
                                          </p:val>
                                        </p:tav>
                                        <p:tav tm="2597">
                                          <p:val>
                                            <p:fltVal val="-40.53"/>
                                          </p:val>
                                        </p:tav>
                                        <p:tav tm="5195">
                                          <p:val>
                                            <p:fltVal val="-32.3"/>
                                          </p:val>
                                        </p:tav>
                                        <p:tav tm="7792">
                                          <p:val>
                                            <p:fltVal val="-0.66"/>
                                          </p:val>
                                        </p:tav>
                                        <p:tav tm="10390">
                                          <p:val>
                                            <p:fltVal val="90.46"/>
                                          </p:val>
                                        </p:tav>
                                        <p:tav tm="12987">
                                          <p:val>
                                            <p:fltVal val="151.66"/>
                                          </p:val>
                                        </p:tav>
                                        <p:tav tm="15584">
                                          <p:val>
                                            <p:fltVal val="191.16"/>
                                          </p:val>
                                        </p:tav>
                                        <p:tav tm="18182">
                                          <p:val>
                                            <p:fltVal val="214.77"/>
                                          </p:val>
                                        </p:tav>
                                        <p:tav tm="20779">
                                          <p:val>
                                            <p:fltVal val="231.39"/>
                                          </p:val>
                                        </p:tav>
                                        <p:tav tm="23377">
                                          <p:val>
                                            <p:fltVal val="244.89"/>
                                          </p:val>
                                        </p:tav>
                                        <p:tav tm="25974">
                                          <p:val>
                                            <p:fltVal val="257.16"/>
                                          </p:val>
                                        </p:tav>
                                        <p:tav tm="31169">
                                          <p:val>
                                            <p:fltVal val="279.81"/>
                                          </p:val>
                                        </p:tav>
                                        <p:tav tm="33766">
                                          <p:val>
                                            <p:fltVal val="290.21"/>
                                          </p:val>
                                        </p:tav>
                                        <p:tav tm="36364">
                                          <p:val>
                                            <p:fltVal val="299.85"/>
                                          </p:val>
                                        </p:tav>
                                        <p:tav tm="38961">
                                          <p:val>
                                            <p:fltVal val="308.62"/>
                                          </p:val>
                                        </p:tav>
                                        <p:tav tm="41558">
                                          <p:val>
                                            <p:fltVal val="316.47"/>
                                          </p:val>
                                        </p:tav>
                                        <p:tav tm="44156">
                                          <p:val>
                                            <p:fltVal val="323.4"/>
                                          </p:val>
                                        </p:tav>
                                        <p:tav tm="46753">
                                          <p:val>
                                            <p:fltVal val="329.47"/>
                                          </p:val>
                                        </p:tav>
                                        <p:tav tm="49351">
                                          <p:val>
                                            <p:fltVal val="334.75"/>
                                          </p:val>
                                        </p:tav>
                                        <p:tav tm="51948">
                                          <p:val>
                                            <p:fltVal val="339.32"/>
                                          </p:val>
                                        </p:tav>
                                        <p:tav tm="54545">
                                          <p:val>
                                            <p:fltVal val="343.28"/>
                                          </p:val>
                                        </p:tav>
                                        <p:tav tm="59740">
                                          <p:val>
                                            <p:fltVal val="349.62"/>
                                          </p:val>
                                        </p:tav>
                                        <p:tav tm="64935">
                                          <p:val>
                                            <p:fltVal val="354.28"/>
                                          </p:val>
                                        </p:tav>
                                        <p:tav tm="70130">
                                          <p:val>
                                            <p:fltVal val="357.66"/>
                                          </p:val>
                                        </p:tav>
                                        <p:tav tm="75325">
                                          <p:val>
                                            <p:fltVal val="360"/>
                                          </p:val>
                                        </p:tav>
                                        <p:tav tm="80519">
                                          <p:val>
                                            <p:fltVal val="361.51"/>
                                          </p:val>
                                        </p:tav>
                                        <p:tav tm="88312">
                                          <p:val>
                                            <p:fltVal val="362.51"/>
                                          </p:val>
                                        </p:tav>
                                        <p:tav tm="96104">
                                          <p:val>
                                            <p:fltVal val="362.5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78" dur="5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0" dur="128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4618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798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85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98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3951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659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388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185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03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925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838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767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710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6626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623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91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426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128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1698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3516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3511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149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868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114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793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629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513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412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328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2597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088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24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" dur="128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3729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303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7321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3297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4374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1866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662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3395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8543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569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156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4551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60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817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2198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831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711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601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128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23385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3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0276"/>
                                          </p:val>
                                        </p:tav>
                                        <p:tav tm="7792">
                                          <p:val>
                                            <p:strVal val="#ppt_h*4.1544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4.2170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5346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9107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6847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612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4612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1926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909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7341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917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5451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506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712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102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632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2717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6642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542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3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128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.05"/>
                                          </p:val>
                                        </p:tav>
                                        <p:tav tm="2597">
                                          <p:val>
                                            <p:fltVal val="84.57"/>
                                          </p:val>
                                        </p:tav>
                                        <p:tav tm="5195">
                                          <p:val>
                                            <p:fltVal val="92.8"/>
                                          </p:val>
                                        </p:tav>
                                        <p:tav tm="7792">
                                          <p:val>
                                            <p:fltVal val="124.44"/>
                                          </p:val>
                                        </p:tav>
                                        <p:tav tm="10390">
                                          <p:val>
                                            <p:fltVal val="209.36"/>
                                          </p:val>
                                        </p:tav>
                                        <p:tav tm="12987">
                                          <p:val>
                                            <p:fltVal val="194.7"/>
                                          </p:val>
                                        </p:tav>
                                        <p:tav tm="15584">
                                          <p:val>
                                            <p:fltVal val="167.83"/>
                                          </p:val>
                                        </p:tav>
                                        <p:tav tm="18182">
                                          <p:val>
                                            <p:fltVal val="142.42"/>
                                          </p:val>
                                        </p:tav>
                                        <p:tav tm="23377">
                                          <p:val>
                                            <p:fltVal val="90.07"/>
                                          </p:val>
                                        </p:tav>
                                        <p:tav tm="25974">
                                          <p:val>
                                            <p:fltVal val="67.75"/>
                                          </p:val>
                                        </p:tav>
                                        <p:tav tm="28571">
                                          <p:val>
                                            <p:fltVal val="50.68"/>
                                          </p:val>
                                        </p:tav>
                                        <p:tav tm="31169">
                                          <p:val>
                                            <p:fltVal val="37.98"/>
                                          </p:val>
                                        </p:tav>
                                        <p:tav tm="33766">
                                          <p:val>
                                            <p:fltVal val="28.4"/>
                                          </p:val>
                                        </p:tav>
                                        <p:tav tm="36364">
                                          <p:val>
                                            <p:fltVal val="21.04"/>
                                          </p:val>
                                        </p:tav>
                                        <p:tav tm="38961">
                                          <p:val>
                                            <p:fltVal val="15.26"/>
                                          </p:val>
                                        </p:tav>
                                        <p:tav tm="41558">
                                          <p:val>
                                            <p:fltVal val="10.67"/>
                                          </p:val>
                                        </p:tav>
                                        <p:tav tm="44156">
                                          <p:val>
                                            <p:fltVal val="7"/>
                                          </p:val>
                                        </p:tav>
                                        <p:tav tm="46753">
                                          <p:val>
                                            <p:fltVal val="4.08"/>
                                          </p:val>
                                        </p:tav>
                                        <p:tav tm="49351">
                                          <p:val>
                                            <p:fltVal val="1.78"/>
                                          </p:val>
                                        </p:tav>
                                        <p:tav tm="54545">
                                          <p:val>
                                            <p:fltVal val="-1.32"/>
                                          </p:val>
                                        </p:tav>
                                        <p:tav tm="57143">
                                          <p:val>
                                            <p:fltVal val="-2.25"/>
                                          </p:val>
                                        </p:tav>
                                        <p:tav tm="62338">
                                          <p:val>
                                            <p:fltVal val="-3.08"/>
                                          </p:val>
                                        </p:tav>
                                        <p:tav tm="96104">
                                          <p:val>
                                            <p:fltVal val="-3.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87" dur="6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9" dur="128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563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975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4043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4215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4184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3934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3643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34134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3237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3102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994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905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830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768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716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6723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6351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773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368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096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928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484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128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489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3952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39432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555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105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431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04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8429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69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574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4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3843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3134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2046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1275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52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128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6936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8504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087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463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76434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214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846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166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5550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1509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9618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7932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6466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5208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4138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33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472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835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3049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672"/>
                                          </p:val>
                                        </p:tav>
                                        <p:tav tm="57143">
                                          <p:val>
                                            <p:strVal val="#ppt_w*1.022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8312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118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01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128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386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815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5157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647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9230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4.055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5060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8299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3552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0401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178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527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25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234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402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712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132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229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5898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01542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8828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746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128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3.88"/>
                                          </p:val>
                                        </p:tav>
                                        <p:tav tm="2597">
                                          <p:val>
                                            <p:fltVal val="57.73"/>
                                          </p:val>
                                        </p:tav>
                                        <p:tav tm="5195">
                                          <p:val>
                                            <p:fltVal val="65.96"/>
                                          </p:val>
                                        </p:tav>
                                        <p:tav tm="7792">
                                          <p:val>
                                            <p:fltVal val="97.6"/>
                                          </p:val>
                                        </p:tav>
                                        <p:tav tm="10390">
                                          <p:val>
                                            <p:fltVal val="182.52"/>
                                          </p:val>
                                        </p:tav>
                                        <p:tav tm="12987">
                                          <p:val>
                                            <p:fltVal val="223.68"/>
                                          </p:val>
                                        </p:tav>
                                        <p:tav tm="15584">
                                          <p:val>
                                            <p:fltVal val="262.57"/>
                                          </p:val>
                                        </p:tav>
                                        <p:tav tm="18182">
                                          <p:val>
                                            <p:fltVal val="287.29"/>
                                          </p:val>
                                        </p:tav>
                                        <p:tav tm="20779">
                                          <p:val>
                                            <p:fltVal val="302.83"/>
                                          </p:val>
                                        </p:tav>
                                        <p:tav tm="23377">
                                          <p:val>
                                            <p:fltVal val="313.4"/>
                                          </p:val>
                                        </p:tav>
                                        <p:tav tm="25974">
                                          <p:val>
                                            <p:fltVal val="321.51"/>
                                          </p:val>
                                        </p:tav>
                                        <p:tav tm="28571">
                                          <p:val>
                                            <p:fltVal val="328.11"/>
                                          </p:val>
                                        </p:tav>
                                        <p:tav tm="31169">
                                          <p:val>
                                            <p:fltVal val="333.62"/>
                                          </p:val>
                                        </p:tav>
                                        <p:tav tm="33766">
                                          <p:val>
                                            <p:fltVal val="338.29"/>
                                          </p:val>
                                        </p:tav>
                                        <p:tav tm="38961">
                                          <p:val>
                                            <p:fltVal val="345.72"/>
                                          </p:val>
                                        </p:tav>
                                        <p:tav tm="41558">
                                          <p:val>
                                            <p:fltVal val="348.68"/>
                                          </p:val>
                                        </p:tav>
                                        <p:tav tm="46753">
                                          <p:val>
                                            <p:fltVal val="353.4"/>
                                          </p:val>
                                        </p:tav>
                                        <p:tav tm="54545">
                                          <p:val>
                                            <p:fltVal val="358.11"/>
                                          </p:val>
                                        </p:tav>
                                        <p:tav tm="59740">
                                          <p:val>
                                            <p:fltVal val="360"/>
                                          </p:val>
                                        </p:tav>
                                        <p:tav tm="64935">
                                          <p:val>
                                            <p:fltVal val="361.09"/>
                                          </p:val>
                                        </p:tav>
                                        <p:tav tm="70130">
                                          <p:val>
                                            <p:fltVal val="361.51"/>
                                          </p:val>
                                        </p:tav>
                                        <p:tav tm="96104">
                                          <p:val>
                                            <p:fltVal val="361.5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96" dur="7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8" dur="128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03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348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0335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035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04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0743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028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269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471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1639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1780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18987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19991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0847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157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220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2744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207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3945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4482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11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29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3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128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406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938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9594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7141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053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784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54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57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77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33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72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337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128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830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252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9188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565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9694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7651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3.0439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757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67876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5616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2.4055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2.0548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889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7409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60964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49556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3973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31345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420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8156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306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5252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749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510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7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128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7343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3599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740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789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658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7617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3.6684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3.1690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6110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2024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9221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258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82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744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89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194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614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699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017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307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7414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682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" dur="128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.28"/>
                                          </p:val>
                                        </p:tav>
                                        <p:tav tm="2597">
                                          <p:val>
                                            <p:fltVal val="-68.02"/>
                                          </p:val>
                                        </p:tav>
                                        <p:tav tm="5195">
                                          <p:val>
                                            <p:fltVal val="-71.76"/>
                                          </p:val>
                                        </p:tav>
                                        <p:tav tm="7792">
                                          <p:val>
                                            <p:fltVal val="-97.97"/>
                                          </p:val>
                                        </p:tav>
                                        <p:tav tm="10390">
                                          <p:val>
                                            <p:fltVal val="-160.04"/>
                                          </p:val>
                                        </p:tav>
                                        <p:tav tm="12987">
                                          <p:val>
                                            <p:fltVal val="-181.55"/>
                                          </p:val>
                                        </p:tav>
                                        <p:tav tm="15584">
                                          <p:val>
                                            <p:fltVal val="-219.01"/>
                                          </p:val>
                                        </p:tav>
                                        <p:tav tm="18182">
                                          <p:val>
                                            <p:fltVal val="-251.05"/>
                                          </p:val>
                                        </p:tav>
                                        <p:tav tm="20779">
                                          <p:val>
                                            <p:fltVal val="-273.66"/>
                                          </p:val>
                                        </p:tav>
                                        <p:tav tm="23377">
                                          <p:val>
                                            <p:fltVal val="-289.16"/>
                                          </p:val>
                                        </p:tav>
                                        <p:tav tm="25974">
                                          <p:val>
                                            <p:fltVal val="-300.71"/>
                                          </p:val>
                                        </p:tav>
                                        <p:tav tm="28571">
                                          <p:val>
                                            <p:fltVal val="-309.88"/>
                                          </p:val>
                                        </p:tav>
                                        <p:tav tm="31169">
                                          <p:val>
                                            <p:fltVal val="-317.47"/>
                                          </p:val>
                                        </p:tav>
                                        <p:tav tm="33766">
                                          <p:val>
                                            <p:fltVal val="-323.93"/>
                                          </p:val>
                                        </p:tav>
                                        <p:tav tm="36364">
                                          <p:val>
                                            <p:fltVal val="-329.52"/>
                                          </p:val>
                                        </p:tav>
                                        <p:tav tm="38961">
                                          <p:val>
                                            <p:fltVal val="-334.43"/>
                                          </p:val>
                                        </p:tav>
                                        <p:tav tm="41558">
                                          <p:val>
                                            <p:fltVal val="-338.76"/>
                                          </p:val>
                                        </p:tav>
                                        <p:tav tm="46753">
                                          <p:val>
                                            <p:fltVal val="-345.96"/>
                                          </p:val>
                                        </p:tav>
                                        <p:tav tm="49351">
                                          <p:val>
                                            <p:fltVal val="-348.94"/>
                                          </p:val>
                                        </p:tav>
                                        <p:tav tm="54545">
                                          <p:val>
                                            <p:fltVal val="-353.82"/>
                                          </p:val>
                                        </p:tav>
                                        <p:tav tm="62338">
                                          <p:val>
                                            <p:fltVal val="-358.85"/>
                                          </p:val>
                                        </p:tav>
                                        <p:tav tm="70130">
                                          <p:val>
                                            <p:fltVal val="-361.63"/>
                                          </p:val>
                                        </p:tav>
                                        <p:tav tm="77922">
                                          <p:val>
                                            <p:fltVal val="-362.63"/>
                                          </p:val>
                                        </p:tav>
                                        <p:tav tm="96104">
                                          <p:val>
                                            <p:fltVal val="-362.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05" dur="7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128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7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123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0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0987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152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440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649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044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215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10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83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46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00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472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23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3813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253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584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922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176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128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649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4804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4814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4425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944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22568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875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15959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3647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162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9884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839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7104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599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5024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345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2811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1769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0673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80519">
                                          <p:val>
                                            <p:strVal val="#ppt_y-0.00464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4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" dur="128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565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533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70634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3790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2489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438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7042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3347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073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564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822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64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824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222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744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983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0987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636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2715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8975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711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7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" dur="128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268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6231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383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8513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3777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9266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6783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483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655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3740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2484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7874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65128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5326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4309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3445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713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096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575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1365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4614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045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542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128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8.69"/>
                                          </p:val>
                                        </p:tav>
                                        <p:tav tm="2597">
                                          <p:val>
                                            <p:fltVal val="-86.44"/>
                                          </p:val>
                                        </p:tav>
                                        <p:tav tm="5195">
                                          <p:val>
                                            <p:fltVal val="-90.18"/>
                                          </p:val>
                                        </p:tav>
                                        <p:tav tm="7792">
                                          <p:val>
                                            <p:fltVal val="-107.22"/>
                                          </p:val>
                                        </p:tav>
                                        <p:tav tm="10390">
                                          <p:val>
                                            <p:fltVal val="-144.44"/>
                                          </p:val>
                                        </p:tav>
                                        <p:tav tm="12987">
                                          <p:val>
                                            <p:fltVal val="-141.68"/>
                                          </p:val>
                                        </p:tav>
                                        <p:tav tm="15584">
                                          <p:val>
                                            <p:fltVal val="-130.21"/>
                                          </p:val>
                                        </p:tav>
                                        <p:tav tm="18182">
                                          <p:val>
                                            <p:fltVal val="-116.51"/>
                                          </p:val>
                                        </p:tav>
                                        <p:tav tm="23377">
                                          <p:val>
                                            <p:fltVal val="-86.7"/>
                                          </p:val>
                                        </p:tav>
                                        <p:tav tm="25974">
                                          <p:val>
                                            <p:fltVal val="-72.65"/>
                                          </p:val>
                                        </p:tav>
                                        <p:tav tm="28571">
                                          <p:val>
                                            <p:fltVal val="-60.24"/>
                                          </p:val>
                                        </p:tav>
                                        <p:tav tm="31169">
                                          <p:val>
                                            <p:fltVal val="-49.63"/>
                                          </p:val>
                                        </p:tav>
                                        <p:tav tm="33766">
                                          <p:val>
                                            <p:fltVal val="-40.71"/>
                                          </p:val>
                                        </p:tav>
                                        <p:tav tm="36364">
                                          <p:val>
                                            <p:fltVal val="-33.28"/>
                                          </p:val>
                                        </p:tav>
                                        <p:tav tm="38961">
                                          <p:val>
                                            <p:fltVal val="-27.07"/>
                                          </p:val>
                                        </p:tav>
                                        <p:tav tm="41558">
                                          <p:val>
                                            <p:fltVal val="-21.88"/>
                                          </p:val>
                                        </p:tav>
                                        <p:tav tm="44156">
                                          <p:val>
                                            <p:fltVal val="-17.52"/>
                                          </p:val>
                                        </p:tav>
                                        <p:tav tm="46753">
                                          <p:val>
                                            <p:fltVal val="-13.84"/>
                                          </p:val>
                                        </p:tav>
                                        <p:tav tm="51948">
                                          <p:val>
                                            <p:fltVal val="-8.09"/>
                                          </p:val>
                                        </p:tav>
                                        <p:tav tm="57143">
                                          <p:val>
                                            <p:fltVal val="-3.97"/>
                                          </p:val>
                                        </p:tav>
                                        <p:tav tm="62338">
                                          <p:val>
                                            <p:fltVal val="-1.08"/>
                                          </p:val>
                                        </p:tav>
                                        <p:tav tm="67532">
                                          <p:val>
                                            <p:fltVal val="0.87"/>
                                          </p:val>
                                        </p:tav>
                                        <p:tav tm="75325">
                                          <p:val>
                                            <p:fltVal val="2.4"/>
                                          </p:val>
                                        </p:tav>
                                        <p:tav tm="96104">
                                          <p:val>
                                            <p:fltVal val="2.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14" dur="8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6" dur="128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057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773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33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629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64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89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60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79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5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09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49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13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622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998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411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4693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4882"/>
                                          </p:val>
                                        </p:tav>
                                        <p:tav tm="75325">
                                          <p:val>
                                            <p:strVal val="#ppt_x-1.2502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" dur="128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5682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5934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5932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5588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40148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30891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2563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21845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18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1622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14008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120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10424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897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7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6583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56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4734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3294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2699"/>
                                          </p:val>
                                        </p:tav>
                                        <p:tav tm="57143">
                                          <p:val>
                                            <p:strVal val="#ppt_y+0.01716"/>
                                          </p:val>
                                        </p:tav>
                                        <p:tav tm="64935">
                                          <p:val>
                                            <p:strVal val="#ppt_y+0.00661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75325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4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128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5570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333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9355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5115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1658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9063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9516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7445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2.0899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239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24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844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883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216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732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354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5084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669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2156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9176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765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73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128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0808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5042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7288"/>
                                          </p:val>
                                        </p:tav>
                                        <p:tav tm="7792">
                                          <p:val>
                                            <p:strVal val="#ppt_h*4.0043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86904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4814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8250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5206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4014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2.3483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2.3033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2.2365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2.1381"/>
                                          </p:val>
                                        </p:tav>
                                        <p:tav tm="33766">
                                          <p:val>
                                            <p:strVal val="#ppt_h*2.0154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7525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63228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5252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43194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35155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2826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2239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1.1738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950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3888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651"/>
                                          </p:val>
                                        </p:tav>
                                        <p:tav tm="85714">
                                          <p:val>
                                            <p:strVal val="#ppt_h*0.9573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6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128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0.48"/>
                                          </p:val>
                                        </p:tav>
                                        <p:tav tm="2597">
                                          <p:val>
                                            <p:fltVal val="63.42"/>
                                          </p:val>
                                        </p:tav>
                                        <p:tav tm="5195">
                                          <p:val>
                                            <p:fltVal val="55.6"/>
                                          </p:val>
                                        </p:tav>
                                        <p:tav tm="7792">
                                          <p:val>
                                            <p:fltVal val="23.99"/>
                                          </p:val>
                                        </p:tav>
                                        <p:tav tm="10390">
                                          <p:val>
                                            <p:fltVal val="-90.76"/>
                                          </p:val>
                                        </p:tav>
                                        <p:tav tm="12987">
                                          <p:val>
                                            <p:fltVal val="-155.21"/>
                                          </p:val>
                                        </p:tav>
                                        <p:tav tm="15584">
                                          <p:val>
                                            <p:fltVal val="-189.64"/>
                                          </p:val>
                                        </p:tav>
                                        <p:tav tm="18182">
                                          <p:val>
                                            <p:fltVal val="-211.17"/>
                                          </p:val>
                                        </p:tav>
                                        <p:tav tm="20779">
                                          <p:val>
                                            <p:fltVal val="-228.28"/>
                                          </p:val>
                                        </p:tav>
                                        <p:tav tm="23377">
                                          <p:val>
                                            <p:fltVal val="-243.63"/>
                                          </p:val>
                                        </p:tav>
                                        <p:tav tm="28571">
                                          <p:val>
                                            <p:fltVal val="-272.55"/>
                                          </p:val>
                                        </p:tav>
                                        <p:tav tm="31169">
                                          <p:val>
                                            <p:fltVal val="-285.7"/>
                                          </p:val>
                                        </p:tav>
                                        <p:tav tm="33766">
                                          <p:val>
                                            <p:fltVal val="-297.48"/>
                                          </p:val>
                                        </p:tav>
                                        <p:tav tm="36364">
                                          <p:val>
                                            <p:fltVal val="-307.74"/>
                                          </p:val>
                                        </p:tav>
                                        <p:tav tm="38961">
                                          <p:val>
                                            <p:fltVal val="-316.5"/>
                                          </p:val>
                                        </p:tav>
                                        <p:tav tm="41558">
                                          <p:val>
                                            <p:fltVal val="-323.93"/>
                                          </p:val>
                                        </p:tav>
                                        <p:tav tm="44156">
                                          <p:val>
                                            <p:fltVal val="-330.21"/>
                                          </p:val>
                                        </p:tav>
                                        <p:tav tm="46753">
                                          <p:val>
                                            <p:fltVal val="-335.53"/>
                                          </p:val>
                                        </p:tav>
                                        <p:tav tm="49351">
                                          <p:val>
                                            <p:fltVal val="-340.05"/>
                                          </p:val>
                                        </p:tav>
                                        <p:tav tm="51948">
                                          <p:val>
                                            <p:fltVal val="-343.9"/>
                                          </p:val>
                                        </p:tav>
                                        <p:tav tm="54545">
                                          <p:val>
                                            <p:fltVal val="-347.19"/>
                                          </p:val>
                                        </p:tav>
                                        <p:tav tm="59740">
                                          <p:val>
                                            <p:fltVal val="-352.42"/>
                                          </p:val>
                                        </p:tav>
                                        <p:tav tm="64935">
                                          <p:val>
                                            <p:fltVal val="-356.24"/>
                                          </p:val>
                                        </p:tav>
                                        <p:tav tm="70130">
                                          <p:val>
                                            <p:fltVal val="-358.97"/>
                                          </p:val>
                                        </p:tav>
                                        <p:tav tm="75325">
                                          <p:val>
                                            <p:fltVal val="-360.83"/>
                                          </p:val>
                                        </p:tav>
                                        <p:tav tm="80519">
                                          <p:val>
                                            <p:fltVal val="-361.98"/>
                                          </p:val>
                                        </p:tav>
                                        <p:tav tm="85714">
                                          <p:val>
                                            <p:fltVal val="-362.53"/>
                                          </p:val>
                                        </p:tav>
                                        <p:tav tm="96104">
                                          <p:val>
                                            <p:fltVal val="-362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23" dur="5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5" dur="128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23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305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2393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068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047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225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341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409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444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45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844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6" dur="128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9752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4398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4388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399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2385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544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1118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8512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6655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528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4207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3325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60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516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128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3.68737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7742"/>
                                          </p:val>
                                        </p:tav>
                                        <p:tav tm="5195">
                                          <p:val>
                                            <p:strVal val="#ppt_w*4.0797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6401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3.5088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3.0716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7383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4618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2132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896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952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307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933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795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856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086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459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95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550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2364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831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66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5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128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3.9820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4193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887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9073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3.56674"/>
                                          </p:val>
                                        </p:tav>
                                        <p:tav tm="12987">
                                          <p:val>
                                            <p:strVal val="#ppt_h*3.0298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546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700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963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977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483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315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377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611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980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4584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028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393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8779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57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75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9" dur="128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2.66"/>
                                          </p:val>
                                        </p:tav>
                                        <p:tav tm="2597">
                                          <p:val>
                                            <p:fltVal val="55.6"/>
                                          </p:val>
                                        </p:tav>
                                        <p:tav tm="5195">
                                          <p:val>
                                            <p:fltVal val="47.78"/>
                                          </p:val>
                                        </p:tav>
                                        <p:tav tm="7792">
                                          <p:val>
                                            <p:fltVal val="16.17"/>
                                          </p:val>
                                        </p:tav>
                                        <p:tav tm="10390">
                                          <p:val>
                                            <p:fltVal val="-55.38"/>
                                          </p:val>
                                        </p:tav>
                                        <p:tav tm="12987">
                                          <p:val>
                                            <p:fltVal val="-60.2"/>
                                          </p:val>
                                        </p:tav>
                                        <p:tav tm="15584">
                                          <p:val>
                                            <p:fltVal val="-53.25"/>
                                          </p:val>
                                        </p:tav>
                                        <p:tav tm="20779">
                                          <p:val>
                                            <p:fltVal val="-37.12"/>
                                          </p:val>
                                        </p:tav>
                                        <p:tav tm="23377">
                                          <p:val>
                                            <p:fltVal val="-30.17"/>
                                          </p:val>
                                        </p:tav>
                                        <p:tav tm="25974">
                                          <p:val>
                                            <p:fltVal val="-24.35"/>
                                          </p:val>
                                        </p:tav>
                                        <p:tav tm="28571">
                                          <p:val>
                                            <p:fltVal val="-19.53"/>
                                          </p:val>
                                        </p:tav>
                                        <p:tav tm="31169">
                                          <p:val>
                                            <p:fltVal val="-15.5"/>
                                          </p:val>
                                        </p:tav>
                                        <p:tav tm="33766">
                                          <p:val>
                                            <p:fltVal val="-12.1"/>
                                          </p:val>
                                        </p:tav>
                                        <p:tav tm="36364">
                                          <p:val>
                                            <p:fltVal val="-9.24"/>
                                          </p:val>
                                        </p:tav>
                                        <p:tav tm="41558">
                                          <p:val>
                                            <p:fltVal val="-4.84"/>
                                          </p:val>
                                        </p:tav>
                                        <p:tav tm="44156">
                                          <p:val>
                                            <p:fltVal val="-3.19"/>
                                          </p:val>
                                        </p:tav>
                                        <p:tav tm="49351">
                                          <p:val>
                                            <p:fltVal val="-0.8"/>
                                          </p:val>
                                        </p:tav>
                                        <p:tav tm="57143">
                                          <p:val>
                                            <p:fltVal val="0.96"/>
                                          </p:val>
                                        </p:tav>
                                        <p:tav tm="96104">
                                          <p:val>
                                            <p:fltVal val="1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32" dur="867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4" dur="128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7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7355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857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52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029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92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45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91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6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197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632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1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641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3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08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128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753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1897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138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0907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128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828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340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35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43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9276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672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488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631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033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647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435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369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428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593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851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598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599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1778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466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706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287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63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128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828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340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35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4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9276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672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488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631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033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647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435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369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428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593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512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598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5992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1778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4663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70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87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63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128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.14"/>
                                          </p:val>
                                        </p:tav>
                                        <p:tav tm="2597">
                                          <p:val>
                                            <p:fltVal val="-48.82"/>
                                          </p:val>
                                        </p:tav>
                                        <p:tav tm="5195">
                                          <p:val>
                                            <p:fltVal val="-98.35"/>
                                          </p:val>
                                        </p:tav>
                                        <p:tav tm="7792">
                                          <p:val>
                                            <p:fltVal val="-137.24"/>
                                          </p:val>
                                        </p:tav>
                                        <p:tav tm="10390">
                                          <p:val>
                                            <p:fltVal val="-168.6"/>
                                          </p:val>
                                        </p:tav>
                                        <p:tav tm="12987">
                                          <p:val>
                                            <p:fltVal val="-194.46"/>
                                          </p:val>
                                        </p:tav>
                                        <p:tav tm="15584">
                                          <p:val>
                                            <p:fltVal val="-216.14"/>
                                          </p:val>
                                        </p:tav>
                                        <p:tav tm="18182">
                                          <p:val>
                                            <p:fltVal val="-234.58"/>
                                          </p:val>
                                        </p:tav>
                                        <p:tav tm="20779">
                                          <p:val>
                                            <p:fltVal val="-250.45"/>
                                          </p:val>
                                        </p:tav>
                                        <p:tav tm="23377">
                                          <p:val>
                                            <p:fltVal val="-264.21"/>
                                          </p:val>
                                        </p:tav>
                                        <p:tav tm="25974">
                                          <p:val>
                                            <p:fltVal val="-276.24"/>
                                          </p:val>
                                        </p:tav>
                                        <p:tav tm="28571">
                                          <p:val>
                                            <p:fltVal val="-286.82"/>
                                          </p:val>
                                        </p:tav>
                                        <p:tav tm="31169">
                                          <p:val>
                                            <p:fltVal val="-296.17"/>
                                          </p:val>
                                        </p:tav>
                                        <p:tav tm="33766">
                                          <p:val>
                                            <p:fltVal val="-304.46"/>
                                          </p:val>
                                        </p:tav>
                                        <p:tav tm="36364">
                                          <p:val>
                                            <p:fltVal val="-311.83"/>
                                          </p:val>
                                        </p:tav>
                                        <p:tav tm="38961">
                                          <p:val>
                                            <p:fltVal val="-318.4"/>
                                          </p:val>
                                        </p:tav>
                                        <p:tav tm="41558">
                                          <p:val>
                                            <p:fltVal val="-324.27"/>
                                          </p:val>
                                        </p:tav>
                                        <p:tav tm="46753">
                                          <p:val>
                                            <p:fltVal val="-334.19"/>
                                          </p:val>
                                        </p:tav>
                                        <p:tav tm="49351">
                                          <p:val>
                                            <p:fltVal val="-338.38"/>
                                          </p:val>
                                        </p:tav>
                                        <p:tav tm="54545">
                                          <p:val>
                                            <p:fltVal val="-345.44"/>
                                          </p:val>
                                        </p:tav>
                                        <p:tav tm="57143">
                                          <p:val>
                                            <p:fltVal val="-348.4"/>
                                          </p:val>
                                        </p:tav>
                                        <p:tav tm="62338">
                                          <p:val>
                                            <p:fltVal val="-353.34"/>
                                          </p:val>
                                        </p:tav>
                                        <p:tav tm="67532">
                                          <p:val>
                                            <p:fltVal val="-357.15"/>
                                          </p:val>
                                        </p:tav>
                                        <p:tav tm="72727">
                                          <p:val>
                                            <p:fltVal val="-360"/>
                                          </p:val>
                                        </p:tav>
                                        <p:tav tm="77922">
                                          <p:val>
                                            <p:fltVal val="-362.03"/>
                                          </p:val>
                                        </p:tav>
                                        <p:tav tm="83117">
                                          <p:val>
                                            <p:fltVal val="-363.34"/>
                                          </p:val>
                                        </p:tav>
                                        <p:tav tm="88312">
                                          <p:val>
                                            <p:fltVal val="-364.04"/>
                                          </p:val>
                                        </p:tav>
                                        <p:tav tm="96104">
                                          <p:val>
                                            <p:fltVal val="-364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41" dur="8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3" dur="128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07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344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544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698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21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20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03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7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32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83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27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999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558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172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592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873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088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1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128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41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1711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9696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8141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690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589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05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35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748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042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472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846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128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697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581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2945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2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988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35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16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324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7526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400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227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20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309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522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28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216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199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778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8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3377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659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5497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3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6" dur="128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6972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581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294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2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988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35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16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324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752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400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227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20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09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522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28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216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199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778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083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3377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659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497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3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128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5.58"/>
                                          </p:val>
                                        </p:tav>
                                        <p:tav tm="2597">
                                          <p:val>
                                            <p:fltVal val="-20.75"/>
                                          </p:val>
                                        </p:tav>
                                        <p:tav tm="5195">
                                          <p:val>
                                            <p:fltVal val="-17.16"/>
                                          </p:val>
                                        </p:tav>
                                        <p:tav tm="10390">
                                          <p:val>
                                            <p:fltVal val="-12.21"/>
                                          </p:val>
                                        </p:tav>
                                        <p:tav tm="18182">
                                          <p:val>
                                            <p:fltVal val="-7.68"/>
                                          </p:val>
                                        </p:tav>
                                        <p:tav tm="25974">
                                          <p:val>
                                            <p:fltVal val="-4.9"/>
                                          </p:val>
                                        </p:tav>
                                        <p:tav tm="36364">
                                          <p:val>
                                            <p:fltVal val="-2.6"/>
                                          </p:val>
                                        </p:tav>
                                        <p:tav tm="51948">
                                          <p:val>
                                            <p:fltVal val="-0.73"/>
                                          </p:val>
                                        </p:tav>
                                        <p:tav tm="70130">
                                          <p:val>
                                            <p:fltVal val="0.16"/>
                                          </p:val>
                                        </p:tav>
                                        <p:tav tm="96104">
                                          <p:val>
                                            <p:fltVal val="0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50" dur="8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2" dur="128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089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534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0866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124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329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497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637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755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856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943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18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084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142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193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2785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13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725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73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05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134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23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128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41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4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17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992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843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721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620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5357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462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3458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566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59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9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45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4" dur="128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01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966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7103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646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40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764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564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707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121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753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565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528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617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815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107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481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927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0035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6202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9858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3063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9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25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128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019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966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710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646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40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764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564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707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121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753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565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528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617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815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107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481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927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003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620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9858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3063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79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25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128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.42"/>
                                          </p:val>
                                        </p:tav>
                                        <p:tav tm="2597">
                                          <p:val>
                                            <p:fltVal val="110.35"/>
                                          </p:val>
                                        </p:tav>
                                        <p:tav tm="5195">
                                          <p:val>
                                            <p:fltVal val="91.62"/>
                                          </p:val>
                                        </p:tav>
                                        <p:tav tm="7792">
                                          <p:val>
                                            <p:fltVal val="77.14"/>
                                          </p:val>
                                        </p:tav>
                                        <p:tav tm="10390">
                                          <p:val>
                                            <p:fltVal val="65.6"/>
                                          </p:val>
                                        </p:tav>
                                        <p:tav tm="12987">
                                          <p:val>
                                            <p:fltVal val="56.17"/>
                                          </p:val>
                                        </p:tav>
                                        <p:tav tm="15584">
                                          <p:val>
                                            <p:fltVal val="48.34"/>
                                          </p:val>
                                        </p:tav>
                                        <p:tav tm="18182">
                                          <p:val>
                                            <p:fltVal val="41.72"/>
                                          </p:val>
                                        </p:tav>
                                        <p:tav tm="20779">
                                          <p:val>
                                            <p:fltVal val="36.07"/>
                                          </p:val>
                                        </p:tav>
                                        <p:tav tm="23377">
                                          <p:val>
                                            <p:fltVal val="31.19"/>
                                          </p:val>
                                        </p:tav>
                                        <p:tav tm="25974">
                                          <p:val>
                                            <p:fltVal val="26.96"/>
                                          </p:val>
                                        </p:tav>
                                        <p:tav tm="31169">
                                          <p:val>
                                            <p:fltVal val="20.02"/>
                                          </p:val>
                                        </p:tav>
                                        <p:tav tm="33766">
                                          <p:val>
                                            <p:fltVal val="17.16"/>
                                          </p:val>
                                        </p:tav>
                                        <p:tav tm="38961">
                                          <p:val>
                                            <p:fltVal val="12.41"/>
                                          </p:val>
                                        </p:tav>
                                        <p:tav tm="46753">
                                          <p:val>
                                            <p:fltVal val="7.14"/>
                                          </p:val>
                                        </p:tav>
                                        <p:tav tm="54545">
                                          <p:val>
                                            <p:fltVal val="3.51"/>
                                          </p:val>
                                        </p:tav>
                                        <p:tav tm="62338">
                                          <p:val>
                                            <p:fltVal val="1.09"/>
                                          </p:val>
                                        </p:tav>
                                        <p:tav tm="72727">
                                          <p:val>
                                            <p:fltVal val="-0.75"/>
                                          </p:val>
                                        </p:tav>
                                        <p:tav tm="80519">
                                          <p:val>
                                            <p:fltVal val="-1.33"/>
                                          </p:val>
                                        </p:tav>
                                        <p:tav tm="96104">
                                          <p:val>
                                            <p:fltVal val="-1.4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59" dur="7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1" dur="128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038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33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554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18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46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49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34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04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64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15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94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83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403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773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128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7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049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034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128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9655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179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549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0298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6971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4295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2096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0261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8710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387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250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267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415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6744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028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465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5496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180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588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6895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593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128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9655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179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549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298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6971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295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096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261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710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387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250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267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415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674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028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465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549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180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5887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6895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593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9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128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.95"/>
                                          </p:val>
                                        </p:tav>
                                        <p:tav tm="2597">
                                          <p:val>
                                            <p:fltVal val="10.3"/>
                                          </p:val>
                                        </p:tav>
                                        <p:tav tm="5195">
                                          <p:val>
                                            <p:fltVal val="8.38"/>
                                          </p:val>
                                        </p:tav>
                                        <p:tav tm="10390">
                                          <p:val>
                                            <p:fltVal val="5.79"/>
                                          </p:val>
                                        </p:tav>
                                        <p:tav tm="18182">
                                          <p:val>
                                            <p:fltVal val="3.5"/>
                                          </p:val>
                                        </p:tav>
                                        <p:tav tm="25974">
                                          <p:val>
                                            <p:fltVal val="2.13"/>
                                          </p:val>
                                        </p:tav>
                                        <p:tav tm="36364">
                                          <p:val>
                                            <p:fltVal val="1.03"/>
                                          </p:val>
                                        </p:tav>
                                        <p:tav tm="51948">
                                          <p:val>
                                            <p:fltVal val="0.2"/>
                                          </p:val>
                                        </p:tav>
                                        <p:tav tm="96104">
                                          <p:val>
                                            <p:fltVal val="-0.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68" dur="733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0" dur="128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106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381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581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34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55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53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35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03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61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10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34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226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753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323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702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1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128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93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283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05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8751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734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212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2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50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84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8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016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418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34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128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9704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562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958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0771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474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4807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2607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0762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197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857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701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69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825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061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393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8073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844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451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12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1539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743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983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595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128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9704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4562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958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771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474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807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607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762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197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857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701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699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825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061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393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807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844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451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8127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1539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8743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6983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595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9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4" dur="128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1.32"/>
                                          </p:val>
                                        </p:tav>
                                        <p:tav tm="2597">
                                          <p:val>
                                            <p:fltVal val="-46.12"/>
                                          </p:val>
                                        </p:tav>
                                        <p:tav tm="5195">
                                          <p:val>
                                            <p:fltVal val="-102.78"/>
                                          </p:val>
                                        </p:tav>
                                        <p:tav tm="7792">
                                          <p:val>
                                            <p:fltVal val="-145.92"/>
                                          </p:val>
                                        </p:tav>
                                        <p:tav tm="10390">
                                          <p:val>
                                            <p:fltVal val="-179.91"/>
                                          </p:val>
                                        </p:tav>
                                        <p:tav tm="12987">
                                          <p:val>
                                            <p:fltVal val="-207.39"/>
                                          </p:val>
                                        </p:tav>
                                        <p:tav tm="15584">
                                          <p:val>
                                            <p:fltVal val="-230.07"/>
                                          </p:val>
                                        </p:tav>
                                        <p:tav tm="18182">
                                          <p:val>
                                            <p:fltVal val="-249.08"/>
                                          </p:val>
                                        </p:tav>
                                        <p:tav tm="20779">
                                          <p:val>
                                            <p:fltVal val="-265.21"/>
                                          </p:val>
                                        </p:tav>
                                        <p:tav tm="23377">
                                          <p:val>
                                            <p:fltVal val="-279.02"/>
                                          </p:val>
                                        </p:tav>
                                        <p:tav tm="25974">
                                          <p:val>
                                            <p:fltVal val="-290.93"/>
                                          </p:val>
                                        </p:tav>
                                        <p:tav tm="28571">
                                          <p:val>
                                            <p:fltVal val="-301.27"/>
                                          </p:val>
                                        </p:tav>
                                        <p:tav tm="31169">
                                          <p:val>
                                            <p:fltVal val="-310.27"/>
                                          </p:val>
                                        </p:tav>
                                        <p:tav tm="33766">
                                          <p:val>
                                            <p:fltVal val="-318.14"/>
                                          </p:val>
                                        </p:tav>
                                        <p:tav tm="36364">
                                          <p:val>
                                            <p:fltVal val="-325.03"/>
                                          </p:val>
                                        </p:tav>
                                        <p:tav tm="38961">
                                          <p:val>
                                            <p:fltVal val="-331.07"/>
                                          </p:val>
                                        </p:tav>
                                        <p:tav tm="41558">
                                          <p:val>
                                            <p:fltVal val="-336.36"/>
                                          </p:val>
                                        </p:tav>
                                        <p:tav tm="44156">
                                          <p:val>
                                            <p:fltVal val="-340.99"/>
                                          </p:val>
                                        </p:tav>
                                        <p:tav tm="46753">
                                          <p:val>
                                            <p:fltVal val="-345.04"/>
                                          </p:val>
                                        </p:tav>
                                        <p:tav tm="51948">
                                          <p:val>
                                            <p:fltVal val="-351.62"/>
                                          </p:val>
                                        </p:tav>
                                        <p:tav tm="54545">
                                          <p:val>
                                            <p:fltVal val="-354.26"/>
                                          </p:val>
                                        </p:tav>
                                        <p:tav tm="59740">
                                          <p:val>
                                            <p:fltVal val="-358.41"/>
                                          </p:val>
                                        </p:tav>
                                        <p:tav tm="64935">
                                          <p:val>
                                            <p:fltVal val="-361.3"/>
                                          </p:val>
                                        </p:tav>
                                        <p:tav tm="70130">
                                          <p:val>
                                            <p:fltVal val="-363.11"/>
                                          </p:val>
                                        </p:tav>
                                        <p:tav tm="77922">
                                          <p:val>
                                            <p:fltVal val="-364.17"/>
                                          </p:val>
                                        </p:tav>
                                        <p:tav tm="96104">
                                          <p:val>
                                            <p:fltVal val="-364.1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77" dur="6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9" dur="128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202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759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41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4183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627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91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2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30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18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92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4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06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507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879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455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674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204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33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128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641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277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0068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8074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6542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5331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4353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3551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2886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861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254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128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2162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164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2007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7552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4174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1526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9399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7661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223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022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01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161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441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834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321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891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533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665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45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4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2" dur="128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216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164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007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7552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4174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1526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9399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7661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223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022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01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161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441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83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321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891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533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665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45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4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128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2.99"/>
                                          </p:val>
                                        </p:tav>
                                        <p:tav tm="2597">
                                          <p:val>
                                            <p:fltVal val="100.64"/>
                                          </p:val>
                                        </p:tav>
                                        <p:tav tm="5195">
                                          <p:val>
                                            <p:fltVal val="78.64"/>
                                          </p:val>
                                        </p:tav>
                                        <p:tav tm="7792">
                                          <p:val>
                                            <p:fltVal val="62.72"/>
                                          </p:val>
                                        </p:tav>
                                        <p:tav tm="10390">
                                          <p:val>
                                            <p:fltVal val="50.65"/>
                                          </p:val>
                                        </p:tav>
                                        <p:tav tm="12987">
                                          <p:val>
                                            <p:fltVal val="41.19"/>
                                          </p:val>
                                        </p:tav>
                                        <p:tav tm="15584">
                                          <p:val>
                                            <p:fltVal val="33.59"/>
                                          </p:val>
                                        </p:tav>
                                        <p:tav tm="18182">
                                          <p:val>
                                            <p:fltVal val="27.38"/>
                                          </p:val>
                                        </p:tav>
                                        <p:tav tm="20779">
                                          <p:val>
                                            <p:fltVal val="22.24"/>
                                          </p:val>
                                        </p:tav>
                                        <p:tav tm="23377">
                                          <p:val>
                                            <p:fltVal val="17.95"/>
                                          </p:val>
                                        </p:tav>
                                        <p:tav tm="28571">
                                          <p:val>
                                            <p:fltVal val="11.3"/>
                                          </p:val>
                                        </p:tav>
                                        <p:tav tm="33766">
                                          <p:val>
                                            <p:fltVal val="6.55"/>
                                          </p:val>
                                        </p:tav>
                                        <p:tav tm="38961">
                                          <p:val>
                                            <p:fltVal val="3.19"/>
                                          </p:val>
                                        </p:tav>
                                        <p:tav tm="46753">
                                          <p:val>
                                            <p:fltVal val="0"/>
                                          </p:val>
                                        </p:tav>
                                        <p:tav tm="51948">
                                          <p:val>
                                            <p:fltVal val="-1.2"/>
                                          </p:val>
                                        </p:tav>
                                        <p:tav tm="59740">
                                          <p:val>
                                            <p:fltVal val="-1.96"/>
                                          </p:val>
                                        </p:tav>
                                        <p:tav tm="96104">
                                          <p:val>
                                            <p:fltVal val="-1.9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86" dur="833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8" dur="128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640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9699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219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414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70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99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8067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97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76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4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03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54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41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769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371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849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85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19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9" dur="128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601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8605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5577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13211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11309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9747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844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733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6378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5554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4204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3155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1985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29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83117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128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7681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073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0054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047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869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59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076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224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635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259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059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00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079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258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530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307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37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9305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48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4959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406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816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599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5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128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7681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073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005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047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869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259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076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224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635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259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059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00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079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258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530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307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3372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930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483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4959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406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816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599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5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128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.31"/>
                                          </p:val>
                                        </p:tav>
                                        <p:tav tm="2597">
                                          <p:val>
                                            <p:fltVal val="13.42"/>
                                          </p:val>
                                        </p:tav>
                                        <p:tav tm="5195">
                                          <p:val>
                                            <p:fltVal val="11.23"/>
                                          </p:val>
                                        </p:tav>
                                        <p:tav tm="10390">
                                          <p:val>
                                            <p:fltVal val="8.15"/>
                                          </p:val>
                                        </p:tav>
                                        <p:tav tm="18182">
                                          <p:val>
                                            <p:fltVal val="5.28"/>
                                          </p:val>
                                        </p:tav>
                                        <p:tav tm="28571">
                                          <p:val>
                                            <p:fltVal val="3.03"/>
                                          </p:val>
                                        </p:tav>
                                        <p:tav tm="41558">
                                          <p:val>
                                            <p:fltVal val="1.43"/>
                                          </p:val>
                                        </p:tav>
                                        <p:tav tm="54545">
                                          <p:val>
                                            <p:fltVal val="0.54"/>
                                          </p:val>
                                        </p:tav>
                                        <p:tav tm="96104">
                                          <p:val>
                                            <p:fltVal val="-0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95" dur="767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7" dur="128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3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636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86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02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94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68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30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8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27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98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52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942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706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1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128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33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4009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155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9665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8172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9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95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5112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4393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3242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37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70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969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128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20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735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350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19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946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288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085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232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655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300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127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106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214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431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742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136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132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719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39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3197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845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623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128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209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735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350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19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946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288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085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232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655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300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127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1069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214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431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742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136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1324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719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0393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3197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845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623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128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1.47"/>
                                          </p:val>
                                        </p:tav>
                                        <p:tav tm="2597">
                                          <p:val>
                                            <p:fltVal val="25.44"/>
                                          </p:val>
                                        </p:tav>
                                        <p:tav tm="5195">
                                          <p:val>
                                            <p:fltVal val="20.98"/>
                                          </p:val>
                                        </p:tav>
                                        <p:tav tm="7792">
                                          <p:val>
                                            <p:fltVal val="17.56"/>
                                          </p:val>
                                        </p:tav>
                                        <p:tav tm="10390">
                                          <p:val>
                                            <p:fltVal val="14.85"/>
                                          </p:val>
                                        </p:tav>
                                        <p:tav tm="12987">
                                          <p:val>
                                            <p:fltVal val="12.65"/>
                                          </p:val>
                                        </p:tav>
                                        <p:tav tm="18182">
                                          <p:val>
                                            <p:fltVal val="9.3"/>
                                          </p:val>
                                        </p:tav>
                                        <p:tav tm="25974">
                                          <p:val>
                                            <p:fltVal val="5.9"/>
                                          </p:val>
                                        </p:tav>
                                        <p:tav tm="36364">
                                          <p:val>
                                            <p:fltVal val="3.1"/>
                                          </p:val>
                                        </p:tav>
                                        <p:tav tm="51948">
                                          <p:val>
                                            <p:fltVal val="0.86"/>
                                          </p:val>
                                        </p:tav>
                                        <p:tav tm="70130">
                                          <p:val>
                                            <p:fltVal val="-0.18"/>
                                          </p:val>
                                        </p:tav>
                                        <p:tav tm="96104">
                                          <p:val>
                                            <p:fltVal val="-0.3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04" dur="767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6" dur="128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217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667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0997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248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446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06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38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49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44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24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94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54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07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9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29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3877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503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05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88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256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128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0571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040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128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585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05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941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0776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491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483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2637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0795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232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893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73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733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858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092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422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834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866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4703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256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1572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709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88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574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9" dur="128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585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405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941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776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491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83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637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795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232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893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73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7333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858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092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422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8342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86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470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825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1572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8709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688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574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128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5.15"/>
                                          </p:val>
                                        </p:tav>
                                        <p:tav tm="2597">
                                          <p:val>
                                            <p:fltVal val="28.23"/>
                                          </p:val>
                                        </p:tav>
                                        <p:tav tm="5195">
                                          <p:val>
                                            <p:fltVal val="23.16"/>
                                          </p:val>
                                        </p:tav>
                                        <p:tav tm="7792">
                                          <p:val>
                                            <p:fltVal val="19.29"/>
                                          </p:val>
                                        </p:tav>
                                        <p:tav tm="10390">
                                          <p:val>
                                            <p:fltVal val="16.24"/>
                                          </p:val>
                                        </p:tav>
                                        <p:tav tm="12987">
                                          <p:val>
                                            <p:fltVal val="13.77"/>
                                          </p:val>
                                        </p:tav>
                                        <p:tav tm="18182">
                                          <p:val>
                                            <p:fltVal val="10.02"/>
                                          </p:val>
                                        </p:tav>
                                        <p:tav tm="25974">
                                          <p:val>
                                            <p:fltVal val="6.25"/>
                                          </p:val>
                                        </p:tav>
                                        <p:tav tm="36364">
                                          <p:val>
                                            <p:fltVal val="3.18"/>
                                          </p:val>
                                        </p:tav>
                                        <p:tav tm="51948">
                                          <p:val>
                                            <p:fltVal val="0.77"/>
                                          </p:val>
                                        </p:tav>
                                        <p:tav tm="70130">
                                          <p:val>
                                            <p:fltVal val="-0.29"/>
                                          </p:val>
                                        </p:tav>
                                        <p:tav tm="96104">
                                          <p:val>
                                            <p:fltVal val="-0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13" dur="8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5" dur="128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609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942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98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406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76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15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829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925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006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75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351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86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31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71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368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092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589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168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24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128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413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2665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031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8481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7089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6014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5157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4451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3855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2896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2155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1327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338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7" dur="128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598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62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2448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15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008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391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216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381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814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464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292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269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371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582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85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2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725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8184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442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8225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1609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8648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6639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511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128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598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462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244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15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008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391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216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381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814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464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292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269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71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582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85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2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725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8184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442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8225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1609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8648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6639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11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128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4.15"/>
                                          </p:val>
                                        </p:tav>
                                        <p:tav tm="2597">
                                          <p:val>
                                            <p:fltVal val="31.34"/>
                                          </p:val>
                                        </p:tav>
                                        <p:tav tm="5195">
                                          <p:val>
                                            <p:fltVal val="87.64"/>
                                          </p:val>
                                        </p:tav>
                                        <p:tav tm="7792">
                                          <p:val>
                                            <p:fltVal val="131.11"/>
                                          </p:val>
                                        </p:tav>
                                        <p:tav tm="10390">
                                          <p:val>
                                            <p:fltVal val="165.71"/>
                                          </p:val>
                                        </p:tav>
                                        <p:tav tm="12987">
                                          <p:val>
                                            <p:fltVal val="193.94"/>
                                          </p:val>
                                        </p:tav>
                                        <p:tav tm="15584">
                                          <p:val>
                                            <p:fltVal val="217.41"/>
                                          </p:val>
                                        </p:tav>
                                        <p:tav tm="18182">
                                          <p:val>
                                            <p:fltVal val="237.21"/>
                                          </p:val>
                                        </p:tav>
                                        <p:tav tm="20779">
                                          <p:val>
                                            <p:fltVal val="254.12"/>
                                          </p:val>
                                        </p:tav>
                                        <p:tav tm="23377">
                                          <p:val>
                                            <p:fltVal val="268.68"/>
                                          </p:val>
                                        </p:tav>
                                        <p:tav tm="25974">
                                          <p:val>
                                            <p:fltVal val="281.32"/>
                                          </p:val>
                                        </p:tav>
                                        <p:tav tm="28571">
                                          <p:val>
                                            <p:fltVal val="292.36"/>
                                          </p:val>
                                        </p:tav>
                                        <p:tav tm="31169">
                                          <p:val>
                                            <p:fltVal val="302.04"/>
                                          </p:val>
                                        </p:tav>
                                        <p:tav tm="33766">
                                          <p:val>
                                            <p:fltVal val="310.56"/>
                                          </p:val>
                                        </p:tav>
                                        <p:tav tm="36364">
                                          <p:val>
                                            <p:fltVal val="318.08"/>
                                          </p:val>
                                        </p:tav>
                                        <p:tav tm="38961">
                                          <p:val>
                                            <p:fltVal val="324.72"/>
                                          </p:val>
                                        </p:tav>
                                        <p:tav tm="41558">
                                          <p:val>
                                            <p:fltVal val="330.6"/>
                                          </p:val>
                                        </p:tav>
                                        <p:tav tm="44156">
                                          <p:val>
                                            <p:fltVal val="335.79"/>
                                          </p:val>
                                        </p:tav>
                                        <p:tav tm="46753">
                                          <p:val>
                                            <p:fltVal val="340.38"/>
                                          </p:val>
                                        </p:tav>
                                        <p:tav tm="49351">
                                          <p:val>
                                            <p:fltVal val="344.43"/>
                                          </p:val>
                                        </p:tav>
                                        <p:tav tm="54545">
                                          <p:val>
                                            <p:fltVal val="351.13"/>
                                          </p:val>
                                        </p:tav>
                                        <p:tav tm="57143">
                                          <p:val>
                                            <p:fltVal val="353.86"/>
                                          </p:val>
                                        </p:tav>
                                        <p:tav tm="62338">
                                          <p:val>
                                            <p:fltVal val="358.26"/>
                                          </p:val>
                                        </p:tav>
                                        <p:tav tm="67532">
                                          <p:val>
                                            <p:fltVal val="361.46"/>
                                          </p:val>
                                        </p:tav>
                                        <p:tav tm="72727">
                                          <p:val>
                                            <p:fltVal val="363.63"/>
                                          </p:val>
                                        </p:tav>
                                        <p:tav tm="80519">
                                          <p:val>
                                            <p:fltVal val="365.27"/>
                                          </p:val>
                                        </p:tav>
                                        <p:tav tm="96104">
                                          <p:val>
                                            <p:fltVal val="365.4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22" dur="567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4" dur="128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92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595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01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22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54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73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885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06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05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88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56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13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61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01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60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826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13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304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36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3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128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236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4087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291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2288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1576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0714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128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151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811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14247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6873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3461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0810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8699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6988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558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421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45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2644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19701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407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0941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558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247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0.98079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5666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483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128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15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7811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4247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6873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3461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0810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8699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6988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558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4421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345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26449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19701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407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0941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558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247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0.98079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5666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483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128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3.93"/>
                                          </p:val>
                                        </p:tav>
                                        <p:tav tm="2597">
                                          <p:val>
                                            <p:fltVal val="-110.19"/>
                                          </p:val>
                                        </p:tav>
                                        <p:tav tm="5195">
                                          <p:val>
                                            <p:fltVal val="-167.56"/>
                                          </p:val>
                                        </p:tav>
                                        <p:tav tm="7792">
                                          <p:val>
                                            <p:fltVal val="-208.44"/>
                                          </p:val>
                                        </p:tav>
                                        <p:tav tm="10390">
                                          <p:val>
                                            <p:fltVal val="-239.09"/>
                                          </p:val>
                                        </p:tav>
                                        <p:tav tm="12987">
                                          <p:val>
                                            <p:fltVal val="-262.9"/>
                                          </p:val>
                                        </p:tav>
                                        <p:tav tm="15584">
                                          <p:val>
                                            <p:fltVal val="-281.86"/>
                                          </p:val>
                                        </p:tav>
                                        <p:tav tm="18182">
                                          <p:val>
                                            <p:fltVal val="-297.23"/>
                                          </p:val>
                                        </p:tav>
                                        <p:tav tm="20779">
                                          <p:val>
                                            <p:fltVal val="-309.84"/>
                                          </p:val>
                                        </p:tav>
                                        <p:tav tm="23377">
                                          <p:val>
                                            <p:fltVal val="-320.29"/>
                                          </p:val>
                                        </p:tav>
                                        <p:tav tm="25974">
                                          <p:val>
                                            <p:fltVal val="-328.98"/>
                                          </p:val>
                                        </p:tav>
                                        <p:tav tm="28571">
                                          <p:val>
                                            <p:fltVal val="-336.24"/>
                                          </p:val>
                                        </p:tav>
                                        <p:tav tm="31169">
                                          <p:val>
                                            <p:fltVal val="-342.3"/>
                                          </p:val>
                                        </p:tav>
                                        <p:tav tm="33766">
                                          <p:val>
                                            <p:fltVal val="-347.35"/>
                                          </p:val>
                                        </p:tav>
                                        <p:tav tm="36364">
                                          <p:val>
                                            <p:fltVal val="-351.54"/>
                                          </p:val>
                                        </p:tav>
                                        <p:tav tm="38961">
                                          <p:val>
                                            <p:fltVal val="-354.98"/>
                                          </p:val>
                                        </p:tav>
                                        <p:tav tm="41558">
                                          <p:val>
                                            <p:fltVal val="-357.77"/>
                                          </p:val>
                                        </p:tav>
                                        <p:tav tm="46753">
                                          <p:val>
                                            <p:fltVal val="-361.73"/>
                                          </p:val>
                                        </p:tav>
                                        <p:tav tm="51948">
                                          <p:val>
                                            <p:fltVal val="-363.89"/>
                                          </p:val>
                                        </p:tav>
                                        <p:tav tm="57143">
                                          <p:val>
                                            <p:fltVal val="-364.64"/>
                                          </p:val>
                                        </p:tav>
                                        <p:tav tm="96104">
                                          <p:val>
                                            <p:fltVal val="-364.6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31" dur="633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3" dur="128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33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740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885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95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08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151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209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57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9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61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4086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432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787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14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4" dur="128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36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701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551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44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3683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306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2559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1788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123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51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"/>
                                          </p:val>
                                        </p:tav>
                                        <p:tav tm="64935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128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3372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966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30925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8751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5408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275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0595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881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7323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064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994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079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295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622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045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549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766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463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6983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485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6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128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337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966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0925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8751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5408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275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0595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881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323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064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994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079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295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622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045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549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766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46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6983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485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6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7" dur="128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1.89"/>
                                          </p:val>
                                        </p:tav>
                                        <p:tav tm="2597">
                                          <p:val>
                                            <p:fltVal val="-125.59"/>
                                          </p:val>
                                        </p:tav>
                                        <p:tav tm="5195">
                                          <p:val>
                                            <p:fltVal val="-100.13"/>
                                          </p:val>
                                        </p:tav>
                                        <p:tav tm="7792">
                                          <p:val>
                                            <p:fltVal val="-81.3"/>
                                          </p:val>
                                        </p:tav>
                                        <p:tav tm="10390">
                                          <p:val>
                                            <p:fltVal val="-66.81"/>
                                          </p:val>
                                        </p:tav>
                                        <p:tav tm="12987">
                                          <p:val>
                                            <p:fltVal val="-55.29"/>
                                          </p:val>
                                        </p:tav>
                                        <p:tav tm="15584">
                                          <p:val>
                                            <p:fltVal val="-45.94"/>
                                          </p:val>
                                        </p:tav>
                                        <p:tav tm="18182">
                                          <p:val>
                                            <p:fltVal val="-38.22"/>
                                          </p:val>
                                        </p:tav>
                                        <p:tav tm="20779">
                                          <p:val>
                                            <p:fltVal val="-31.75"/>
                                          </p:val>
                                        </p:tav>
                                        <p:tav tm="23377">
                                          <p:val>
                                            <p:fltVal val="-26.3"/>
                                          </p:val>
                                        </p:tav>
                                        <p:tav tm="25974">
                                          <p:val>
                                            <p:fltVal val="-21.65"/>
                                          </p:val>
                                        </p:tav>
                                        <p:tav tm="31169">
                                          <p:val>
                                            <p:fltVal val="-14.29"/>
                                          </p:val>
                                        </p:tav>
                                        <p:tav tm="36364">
                                          <p:val>
                                            <p:fltVal val="-8.87"/>
                                          </p:val>
                                        </p:tav>
                                        <p:tav tm="44156">
                                          <p:val>
                                            <p:fltVal val="-3.32"/>
                                          </p:val>
                                        </p:tav>
                                        <p:tav tm="51948">
                                          <p:val>
                                            <p:fltVal val="0"/>
                                          </p:val>
                                        </p:tav>
                                        <p:tav tm="57143">
                                          <p:val>
                                            <p:fltVal val="1.31"/>
                                          </p:val>
                                        </p:tav>
                                        <p:tav tm="64935">
                                          <p:val>
                                            <p:fltVal val="2.23"/>
                                          </p:val>
                                        </p:tav>
                                        <p:tav tm="96104">
                                          <p:val>
                                            <p:fltVal val="2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40" dur="833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2" dur="128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40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632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75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75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48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09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6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43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06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55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09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661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6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31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10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128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47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3412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113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9378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798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85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90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5114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443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3345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511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592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951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503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128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62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220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064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051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83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03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004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142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547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167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966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914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9881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170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445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31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272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8724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035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4728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328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895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396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5" dur="128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626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220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064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051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83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203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004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142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547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167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966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914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9881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170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445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231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272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8724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035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4728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328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895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396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128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4.7"/>
                                          </p:val>
                                        </p:tav>
                                        <p:tav tm="2597">
                                          <p:val>
                                            <p:fltVal val="-77.67"/>
                                          </p:val>
                                        </p:tav>
                                        <p:tav tm="5195">
                                          <p:val>
                                            <p:fltVal val="-64.85"/>
                                          </p:val>
                                        </p:tav>
                                        <p:tav tm="7792">
                                          <p:val>
                                            <p:fltVal val="-54.86"/>
                                          </p:val>
                                        </p:tav>
                                        <p:tav tm="10390">
                                          <p:val>
                                            <p:fltVal val="-46.87"/>
                                          </p:val>
                                        </p:tav>
                                        <p:tav tm="12987">
                                          <p:val>
                                            <p:fltVal val="-40.31"/>
                                          </p:val>
                                        </p:tav>
                                        <p:tav tm="15584">
                                          <p:val>
                                            <p:fltVal val="-34.84"/>
                                          </p:val>
                                        </p:tav>
                                        <p:tav tm="18182">
                                          <p:val>
                                            <p:fltVal val="-30.21"/>
                                          </p:val>
                                        </p:tav>
                                        <p:tav tm="23377">
                                          <p:val>
                                            <p:fltVal val="-22.81"/>
                                          </p:val>
                                        </p:tav>
                                        <p:tav tm="28571">
                                          <p:val>
                                            <p:fltVal val="-17.2"/>
                                          </p:val>
                                        </p:tav>
                                        <p:tav tm="33766">
                                          <p:val>
                                            <p:fltVal val="-12.86"/>
                                          </p:val>
                                        </p:tav>
                                        <p:tav tm="41558">
                                          <p:val>
                                            <p:fltVal val="-8.04"/>
                                          </p:val>
                                        </p:tav>
                                        <p:tav tm="46753">
                                          <p:val>
                                            <p:fltVal val="-5.65"/>
                                          </p:val>
                                        </p:tav>
                                        <p:tav tm="54545">
                                          <p:val>
                                            <p:fltVal val="-2.99"/>
                                          </p:val>
                                        </p:tav>
                                        <p:tav tm="62338">
                                          <p:val>
                                            <p:fltVal val="-1.18"/>
                                          </p:val>
                                        </p:tav>
                                        <p:tav tm="72727">
                                          <p:val>
                                            <p:fltVal val="0.27"/>
                                          </p:val>
                                        </p:tav>
                                        <p:tav tm="83117">
                                          <p:val>
                                            <p:fltVal val="0.9"/>
                                          </p:val>
                                        </p:tav>
                                        <p:tav tm="96104">
                                          <p:val>
                                            <p:fltVal val="0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49" dur="8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1" dur="128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876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185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4123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5861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724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836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30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09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0775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359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86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69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038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604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229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654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137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19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128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229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7094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4059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11752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9938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8471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7259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624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5373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3982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2926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211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1212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596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80519">
                                          <p:val>
                                            <p:strVal val="#ppt_y+0.00245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3" dur="128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748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606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304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23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982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344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155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310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738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385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212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190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295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508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15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204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189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7697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76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335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687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558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4" dur="128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748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606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304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2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982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344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155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310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738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385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212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190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295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508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158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204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189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7697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0765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335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687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58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128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5.88"/>
                                          </p:val>
                                        </p:tav>
                                        <p:tav tm="2597">
                                          <p:val>
                                            <p:fltVal val="-202.6"/>
                                          </p:val>
                                        </p:tav>
                                        <p:tav tm="5195">
                                          <p:val>
                                            <p:fltVal val="-229.87"/>
                                          </p:val>
                                        </p:tav>
                                        <p:tav tm="7792">
                                          <p:val>
                                            <p:fltVal val="-250.86"/>
                                          </p:val>
                                        </p:tav>
                                        <p:tav tm="10390">
                                          <p:val>
                                            <p:fltVal val="-267.52"/>
                                          </p:val>
                                        </p:tav>
                                        <p:tav tm="12987">
                                          <p:val>
                                            <p:fltVal val="-281.09"/>
                                          </p:val>
                                        </p:tav>
                                        <p:tav tm="15584">
                                          <p:val>
                                            <p:fltVal val="-292.35"/>
                                          </p:val>
                                        </p:tav>
                                        <p:tav tm="18182">
                                          <p:val>
                                            <p:fltVal val="-301.83"/>
                                          </p:val>
                                        </p:tav>
                                        <p:tav tm="20779">
                                          <p:val>
                                            <p:fltVal val="-309.92"/>
                                          </p:val>
                                        </p:tav>
                                        <p:tav tm="23377">
                                          <p:val>
                                            <p:fltVal val="-316.88"/>
                                          </p:val>
                                        </p:tav>
                                        <p:tav tm="25974">
                                          <p:val>
                                            <p:fltVal val="-322.91"/>
                                          </p:val>
                                        </p:tav>
                                        <p:tav tm="28571">
                                          <p:val>
                                            <p:fltVal val="-328.17"/>
                                          </p:val>
                                        </p:tav>
                                        <p:tav tm="31169">
                                          <p:val>
                                            <p:fltVal val="-332.77"/>
                                          </p:val>
                                        </p:tav>
                                        <p:tav tm="36364">
                                          <p:val>
                                            <p:fltVal val="-340.38"/>
                                          </p:val>
                                        </p:tav>
                                        <p:tav tm="38961">
                                          <p:val>
                                            <p:fltVal val="-343.52"/>
                                          </p:val>
                                        </p:tav>
                                        <p:tav tm="44156">
                                          <p:val>
                                            <p:fltVal val="-348.74"/>
                                          </p:val>
                                        </p:tav>
                                        <p:tav tm="51948">
                                          <p:val>
                                            <p:fltVal val="-354.46"/>
                                          </p:val>
                                        </p:tav>
                                        <p:tav tm="59740">
                                          <p:val>
                                            <p:fltVal val="-358.28"/>
                                          </p:val>
                                        </p:tav>
                                        <p:tav tm="70130">
                                          <p:val>
                                            <p:fltVal val="-361.19"/>
                                          </p:val>
                                        </p:tav>
                                        <p:tav tm="80519">
                                          <p:val>
                                            <p:fltVal val="-362.27"/>
                                          </p:val>
                                        </p:tav>
                                        <p:tav tm="96104">
                                          <p:val>
                                            <p:fltVal val="-36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58" dur="7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0" dur="128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44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918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037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119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181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229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269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333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804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416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43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72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08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1" dur="128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66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8544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678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545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446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3706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310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262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2219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158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111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2" dur="128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87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67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0513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9819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6515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3862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687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873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8343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040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922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957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122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397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766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218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329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9728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405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849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568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501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128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8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67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0513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819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6515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3862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687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873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343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040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922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957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122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397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7668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218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3294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972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405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849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568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501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4" dur="128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05"/>
                                          </p:val>
                                        </p:tav>
                                        <p:tav tm="2597">
                                          <p:val>
                                            <p:fltVal val="78.23"/>
                                          </p:val>
                                        </p:tav>
                                        <p:tav tm="5195">
                                          <p:val>
                                            <p:fltVal val="131.63"/>
                                          </p:val>
                                        </p:tav>
                                        <p:tav tm="7792">
                                          <p:val>
                                            <p:fltVal val="171.81"/>
                                          </p:val>
                                        </p:tav>
                                        <p:tav tm="10390">
                                          <p:val>
                                            <p:fltVal val="203.18"/>
                                          </p:val>
                                        </p:tav>
                                        <p:tav tm="12987">
                                          <p:val>
                                            <p:fltVal val="228.37"/>
                                          </p:val>
                                        </p:tav>
                                        <p:tav tm="15584">
                                          <p:val>
                                            <p:fltVal val="249.03"/>
                                          </p:val>
                                        </p:tav>
                                        <p:tav tm="18182">
                                          <p:val>
                                            <p:fltVal val="266.25"/>
                                          </p:val>
                                        </p:tav>
                                        <p:tav tm="20779">
                                          <p:val>
                                            <p:fltVal val="280.77"/>
                                          </p:val>
                                        </p:tav>
                                        <p:tav tm="23377">
                                          <p:val>
                                            <p:fltVal val="293.15"/>
                                          </p:val>
                                        </p:tav>
                                        <p:tav tm="25974">
                                          <p:val>
                                            <p:fltVal val="303.77"/>
                                          </p:val>
                                        </p:tav>
                                        <p:tav tm="28571">
                                          <p:val>
                                            <p:fltVal val="312.92"/>
                                          </p:val>
                                        </p:tav>
                                        <p:tav tm="31169">
                                          <p:val>
                                            <p:fltVal val="320.86"/>
                                          </p:val>
                                        </p:tav>
                                        <p:tav tm="33766">
                                          <p:val>
                                            <p:fltVal val="327.74"/>
                                          </p:val>
                                        </p:tav>
                                        <p:tav tm="36364">
                                          <p:val>
                                            <p:fltVal val="333.73"/>
                                          </p:val>
                                        </p:tav>
                                        <p:tav tm="38961">
                                          <p:val>
                                            <p:fltVal val="338.93"/>
                                          </p:val>
                                        </p:tav>
                                        <p:tav tm="41558">
                                          <p:val>
                                            <p:fltVal val="343.46"/>
                                          </p:val>
                                        </p:tav>
                                        <p:tav tm="44156">
                                          <p:val>
                                            <p:fltVal val="347.38"/>
                                          </p:val>
                                        </p:tav>
                                        <p:tav tm="46753">
                                          <p:val>
                                            <p:fltVal val="350.76"/>
                                          </p:val>
                                        </p:tav>
                                        <p:tav tm="51948">
                                          <p:val>
                                            <p:fltVal val="356.15"/>
                                          </p:val>
                                        </p:tav>
                                        <p:tav tm="54545">
                                          <p:val>
                                            <p:fltVal val="358.25"/>
                                          </p:val>
                                        </p:tav>
                                        <p:tav tm="59740">
                                          <p:val>
                                            <p:fltVal val="361.43"/>
                                          </p:val>
                                        </p:tav>
                                        <p:tav tm="67532">
                                          <p:val>
                                            <p:fltVal val="364.1"/>
                                          </p:val>
                                        </p:tav>
                                        <p:tav tm="72727">
                                          <p:val>
                                            <p:fltVal val="364.73"/>
                                          </p:val>
                                        </p:tav>
                                        <p:tav tm="96104">
                                          <p:val>
                                            <p:fltVal val="364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67" dur="8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9" dur="128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04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874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5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64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34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73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89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86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69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41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1039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58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06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481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18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4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95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486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41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80519">
                                          <p:val>
                                            <p:strVal val="#ppt_x-1.2519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128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359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9012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5771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13269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11277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9652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8302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7162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6189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4623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343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2123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122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599"/>
                                          </p:val>
                                        </p:tav>
                                        <p:tav tm="62338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80519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128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55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991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719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645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400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752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5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691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103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735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547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510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600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799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092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46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91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992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610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978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3033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931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633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2" dur="128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559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991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719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645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400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752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5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691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103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735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547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510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600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799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092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46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914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992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610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9784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3033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7931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633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128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4.08"/>
                                          </p:val>
                                        </p:tav>
                                        <p:tav tm="2597">
                                          <p:val>
                                            <p:fltVal val="44.04"/>
                                          </p:val>
                                        </p:tav>
                                        <p:tav tm="5195">
                                          <p:val>
                                            <p:fltVal val="36.55"/>
                                          </p:val>
                                        </p:tav>
                                        <p:tav tm="7792">
                                          <p:val>
                                            <p:fltVal val="30.76"/>
                                          </p:val>
                                        </p:tav>
                                        <p:tav tm="10390">
                                          <p:val>
                                            <p:fltVal val="26.15"/>
                                          </p:val>
                                        </p:tav>
                                        <p:tav tm="12987">
                                          <p:val>
                                            <p:fltVal val="22.39"/>
                                          </p:val>
                                        </p:tav>
                                        <p:tav tm="18182">
                                          <p:val>
                                            <p:fltVal val="16.62"/>
                                          </p:val>
                                        </p:tav>
                                        <p:tav tm="25974">
                                          <p:val>
                                            <p:fltVal val="10.73"/>
                                          </p:val>
                                        </p:tav>
                                        <p:tav tm="31169">
                                          <p:val>
                                            <p:fltVal val="7.96"/>
                                          </p:val>
                                        </p:tav>
                                        <p:tav tm="38961">
                                          <p:val>
                                            <p:fltVal val="4.93"/>
                                          </p:val>
                                        </p:tav>
                                        <p:tav tm="46753">
                                          <p:val>
                                            <p:fltVal val="2.83"/>
                                          </p:val>
                                        </p:tav>
                                        <p:tav tm="54545">
                                          <p:val>
                                            <p:fltVal val="1.39"/>
                                          </p:val>
                                        </p:tav>
                                        <p:tav tm="72727">
                                          <p:val>
                                            <p:fltVal val="-0.29"/>
                                          </p:val>
                                        </p:tav>
                                        <p:tav tm="96104">
                                          <p:val>
                                            <p:fltVal val="-0.5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76" dur="533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8" dur="128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50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907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27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53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732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883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04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01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8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48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035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496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88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201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683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10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243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28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128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86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1307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637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28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0249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821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6606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5301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4232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3348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612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199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1062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323"/>
                                          </p:val>
                                        </p:tav>
                                        <p:tav tm="57143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0" dur="128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9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839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1429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6865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3446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0792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8680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6968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5564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402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435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2629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195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397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09336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5532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24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0.98108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5755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4988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1" dur="128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9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7839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429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6865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3446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0792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8680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6968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5564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4402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3435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2629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195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397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09336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5532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24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0.98108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5755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4988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2" dur="128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2.46"/>
                                          </p:val>
                                        </p:tav>
                                        <p:tav tm="2597">
                                          <p:val>
                                            <p:fltVal val="191.05"/>
                                          </p:val>
                                        </p:tav>
                                        <p:tav tm="5195">
                                          <p:val>
                                            <p:fltVal val="229.95"/>
                                          </p:val>
                                        </p:tav>
                                        <p:tav tm="7792">
                                          <p:val>
                                            <p:fltVal val="257.65"/>
                                          </p:val>
                                        </p:tav>
                                        <p:tav tm="10390">
                                          <p:val>
                                            <p:fltVal val="278.39"/>
                                          </p:val>
                                        </p:tav>
                                        <p:tav tm="12987">
                                          <p:val>
                                            <p:fltVal val="294.5"/>
                                          </p:val>
                                        </p:tav>
                                        <p:tav tm="15584">
                                          <p:val>
                                            <p:fltVal val="307.32"/>
                                          </p:val>
                                        </p:tav>
                                        <p:tav tm="18182">
                                          <p:val>
                                            <p:fltVal val="317.71"/>
                                          </p:val>
                                        </p:tav>
                                        <p:tav tm="20779">
                                          <p:val>
                                            <p:fltVal val="326.23"/>
                                          </p:val>
                                        </p:tav>
                                        <p:tav tm="23377">
                                          <p:val>
                                            <p:fltVal val="333.28"/>
                                          </p:val>
                                        </p:tav>
                                        <p:tav tm="25974">
                                          <p:val>
                                            <p:fltVal val="339.15"/>
                                          </p:val>
                                        </p:tav>
                                        <p:tav tm="28571">
                                          <p:val>
                                            <p:fltVal val="344.04"/>
                                          </p:val>
                                        </p:tav>
                                        <p:tav tm="31169">
                                          <p:val>
                                            <p:fltVal val="348.12"/>
                                          </p:val>
                                        </p:tav>
                                        <p:tav tm="33766">
                                          <p:val>
                                            <p:fltVal val="351.52"/>
                                          </p:val>
                                        </p:tav>
                                        <p:tav tm="38961">
                                          <p:val>
                                            <p:fltVal val="356.64"/>
                                          </p:val>
                                        </p:tav>
                                        <p:tav tm="41558">
                                          <p:val>
                                            <p:fltVal val="358.51"/>
                                          </p:val>
                                        </p:tav>
                                        <p:tav tm="46753">
                                          <p:val>
                                            <p:fltVal val="361.15"/>
                                          </p:val>
                                        </p:tav>
                                        <p:tav tm="51948">
                                          <p:val>
                                            <p:fltVal val="362.58"/>
                                          </p:val>
                                        </p:tav>
                                        <p:tav tm="57143">
                                          <p:val>
                                            <p:fltVal val="363.04"/>
                                          </p:val>
                                        </p:tav>
                                        <p:tav tm="96104">
                                          <p:val>
                                            <p:fltVal val="363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85" dur="833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7" dur="12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278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879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44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51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54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68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64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47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19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8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36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278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657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29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795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59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74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20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12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58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2947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246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1785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1154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0659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9" dur="12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849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132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030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051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85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39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049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193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60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224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024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971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044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224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49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78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125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9082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311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487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376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846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14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0" dur="12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849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132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030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051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85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239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049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193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60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224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024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971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044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224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49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278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312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908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311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487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376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846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14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12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2.53"/>
                                          </p:val>
                                        </p:tav>
                                        <p:tav tm="2597">
                                          <p:val>
                                            <p:fltVal val="51.39"/>
                                          </p:val>
                                        </p:tav>
                                        <p:tav tm="5195">
                                          <p:val>
                                            <p:fltVal val="42.96"/>
                                          </p:val>
                                        </p:tav>
                                        <p:tav tm="7792">
                                          <p:val>
                                            <p:fltVal val="36.4"/>
                                          </p:val>
                                        </p:tav>
                                        <p:tav tm="10390">
                                          <p:val>
                                            <p:fltVal val="31.13"/>
                                          </p:val>
                                        </p:tav>
                                        <p:tav tm="12987">
                                          <p:val>
                                            <p:fltVal val="26.8"/>
                                          </p:val>
                                        </p:tav>
                                        <p:tav tm="18182">
                                          <p:val>
                                            <p:fltVal val="20.13"/>
                                          </p:val>
                                        </p:tav>
                                        <p:tav tm="23377">
                                          <p:val>
                                            <p:fltVal val="15.23"/>
                                          </p:val>
                                        </p:tav>
                                        <p:tav tm="28571">
                                          <p:val>
                                            <p:fltVal val="11.51"/>
                                          </p:val>
                                        </p:tav>
                                        <p:tav tm="33766">
                                          <p:val>
                                            <p:fltVal val="8.62"/>
                                          </p:val>
                                        </p:tav>
                                        <p:tav tm="41558">
                                          <p:val>
                                            <p:fltVal val="5.41"/>
                                          </p:val>
                                        </p:tav>
                                        <p:tav tm="54545">
                                          <p:val>
                                            <p:fltVal val="2.03"/>
                                          </p:val>
                                        </p:tav>
                                        <p:tav tm="72727">
                                          <p:val>
                                            <p:fltVal val="-0.19"/>
                                          </p:val>
                                        </p:tav>
                                        <p:tav tm="96104">
                                          <p:val>
                                            <p:fltVal val="-0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94" dur="667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6" dur="128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29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508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04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50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63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5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2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86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37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80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17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759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19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651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095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64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128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32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279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0279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84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6944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578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483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05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39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362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1603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038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45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8" dur="128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32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341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35896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9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5973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3316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148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34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7837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554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459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518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707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007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40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8804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042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71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1955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152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508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8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128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32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341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5896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5973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3316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148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34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837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554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459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518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707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007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40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8804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042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71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1955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152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508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8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128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1.12"/>
                                          </p:val>
                                        </p:tav>
                                        <p:tav tm="2597">
                                          <p:val>
                                            <p:fltVal val="-63.58"/>
                                          </p:val>
                                        </p:tav>
                                        <p:tav tm="5195">
                                          <p:val>
                                            <p:fltVal val="-51.12"/>
                                          </p:val>
                                        </p:tav>
                                        <p:tav tm="7792">
                                          <p:val>
                                            <p:fltVal val="-41.82"/>
                                          </p:val>
                                        </p:tav>
                                        <p:tav tm="10390">
                                          <p:val>
                                            <p:fltVal val="-34.61"/>
                                          </p:val>
                                        </p:tav>
                                        <p:tav tm="12987">
                                          <p:val>
                                            <p:fltVal val="-28.86"/>
                                          </p:val>
                                        </p:tav>
                                        <p:tav tm="15584">
                                          <p:val>
                                            <p:fltVal val="-24.16"/>
                                          </p:val>
                                        </p:tav>
                                        <p:tav tm="18182">
                                          <p:val>
                                            <p:fltVal val="-20.26"/>
                                          </p:val>
                                        </p:tav>
                                        <p:tav tm="20779">
                                          <p:val>
                                            <p:fltVal val="-16.98"/>
                                          </p:val>
                                        </p:tav>
                                        <p:tav tm="25974">
                                          <p:val>
                                            <p:fltVal val="-11.83"/>
                                          </p:val>
                                        </p:tav>
                                        <p:tav tm="31169">
                                          <p:val>
                                            <p:fltVal val="-8.03"/>
                                          </p:val>
                                        </p:tav>
                                        <p:tav tm="36364">
                                          <p:val>
                                            <p:fltVal val="-5.21"/>
                                          </p:val>
                                        </p:tav>
                                        <p:tav tm="44156">
                                          <p:val>
                                            <p:fltVal val="-2.26"/>
                                          </p:val>
                                        </p:tav>
                                        <p:tav tm="51948">
                                          <p:val>
                                            <p:fltVal val="-0.42"/>
                                          </p:val>
                                        </p:tav>
                                        <p:tav tm="67532">
                                          <p:val>
                                            <p:fltVal val="1.07"/>
                                          </p:val>
                                        </p:tav>
                                        <p:tav tm="96104">
                                          <p:val>
                                            <p:fltVal val="1.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03" dur="867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5" dur="128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36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8833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47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354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520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56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69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65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4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019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812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356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26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637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271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77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42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73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64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21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6" dur="128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853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410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3489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255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1639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092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051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128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578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974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9613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0383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88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87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114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269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68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311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113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060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132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310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580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351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75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964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748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5096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453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768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575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128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5786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974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961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0383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88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287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114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269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68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311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113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060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132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310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580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351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3753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964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748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509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453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768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575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9" dur="128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6.56"/>
                                          </p:val>
                                        </p:tav>
                                        <p:tav tm="2597">
                                          <p:val>
                                            <p:fltVal val="175.83"/>
                                          </p:val>
                                        </p:tav>
                                        <p:tav tm="5195">
                                          <p:val>
                                            <p:fltVal val="205.63"/>
                                          </p:val>
                                        </p:tav>
                                        <p:tav tm="7792">
                                          <p:val>
                                            <p:fltVal val="228.96"/>
                                          </p:val>
                                        </p:tav>
                                        <p:tav tm="10390">
                                          <p:val>
                                            <p:fltVal val="247.72"/>
                                          </p:val>
                                        </p:tav>
                                        <p:tav tm="12987">
                                          <p:val>
                                            <p:fltVal val="263.15"/>
                                          </p:val>
                                        </p:tav>
                                        <p:tav tm="15584">
                                          <p:val>
                                            <p:fltVal val="276.07"/>
                                          </p:val>
                                        </p:tav>
                                        <p:tav tm="18182">
                                          <p:val>
                                            <p:fltVal val="287.05"/>
                                          </p:val>
                                        </p:tav>
                                        <p:tav tm="20779">
                                          <p:val>
                                            <p:fltVal val="296.47"/>
                                          </p:val>
                                        </p:tav>
                                        <p:tav tm="23377">
                                          <p:val>
                                            <p:fltVal val="304.63"/>
                                          </p:val>
                                        </p:tav>
                                        <p:tav tm="25974">
                                          <p:val>
                                            <p:fltVal val="311.76"/>
                                          </p:val>
                                        </p:tav>
                                        <p:tav tm="28571">
                                          <p:val>
                                            <p:fltVal val="318.02"/>
                                          </p:val>
                                        </p:tav>
                                        <p:tav tm="31169">
                                          <p:val>
                                            <p:fltVal val="323.54"/>
                                          </p:val>
                                        </p:tav>
                                        <p:tav tm="33766">
                                          <p:val>
                                            <p:fltVal val="328.43"/>
                                          </p:val>
                                        </p:tav>
                                        <p:tav tm="36364">
                                          <p:val>
                                            <p:fltVal val="332.77"/>
                                          </p:val>
                                        </p:tav>
                                        <p:tav tm="41558">
                                          <p:val>
                                            <p:fltVal val="340.07"/>
                                          </p:val>
                                        </p:tav>
                                        <p:tav tm="46753">
                                          <p:val>
                                            <p:fltVal val="345.88"/>
                                          </p:val>
                                        </p:tav>
                                        <p:tav tm="54545">
                                          <p:val>
                                            <p:fltVal val="352.42"/>
                                          </p:val>
                                        </p:tav>
                                        <p:tav tm="62338">
                                          <p:val>
                                            <p:fltVal val="356.97"/>
                                          </p:val>
                                        </p:tav>
                                        <p:tav tm="72727">
                                          <p:val>
                                            <p:fltVal val="360.73"/>
                                          </p:val>
                                        </p:tav>
                                        <p:tav tm="83117">
                                          <p:val>
                                            <p:fltVal val="362.53"/>
                                          </p:val>
                                        </p:tav>
                                        <p:tav tm="96104">
                                          <p:val>
                                            <p:fltVal val="362.8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12" dur="833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4" dur="128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26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797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077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295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470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613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733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834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921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997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062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2154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2551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3216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742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331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73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20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128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215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346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2892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2095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1355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6" dur="128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910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145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0354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051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856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34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043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186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594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216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016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963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0366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217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490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71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0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903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272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485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369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853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18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8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7" dur="128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9106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145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035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051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856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234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043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186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594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216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016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963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0366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217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490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271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307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903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272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485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369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853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18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8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8" dur="128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7.4"/>
                                          </p:val>
                                        </p:tav>
                                        <p:tav tm="2597">
                                          <p:val>
                                            <p:fltVal val="-30.72"/>
                                          </p:val>
                                        </p:tav>
                                        <p:tav tm="5195">
                                          <p:val>
                                            <p:fltVal val="-25.68"/>
                                          </p:val>
                                        </p:tav>
                                        <p:tav tm="7792">
                                          <p:val>
                                            <p:fltVal val="-21.75"/>
                                          </p:val>
                                        </p:tav>
                                        <p:tav tm="10390">
                                          <p:val>
                                            <p:fltVal val="-18.6"/>
                                          </p:val>
                                        </p:tav>
                                        <p:tav tm="12987">
                                          <p:val>
                                            <p:fltVal val="-16.01"/>
                                          </p:val>
                                        </p:tav>
                                        <p:tav tm="18182">
                                          <p:val>
                                            <p:fltVal val="-12.02"/>
                                          </p:val>
                                        </p:tav>
                                        <p:tav tm="23377">
                                          <p:val>
                                            <p:fltVal val="-9.09"/>
                                          </p:val>
                                        </p:tav>
                                        <p:tav tm="28571">
                                          <p:val>
                                            <p:fltVal val="-6.87"/>
                                          </p:val>
                                        </p:tav>
                                        <p:tav tm="41558">
                                          <p:val>
                                            <p:fltVal val="-3.23"/>
                                          </p:val>
                                        </p:tav>
                                        <p:tav tm="54545">
                                          <p:val>
                                            <p:fltVal val="-1.21"/>
                                          </p:val>
                                        </p:tav>
                                        <p:tav tm="72727">
                                          <p:val>
                                            <p:fltVal val="0.11"/>
                                          </p:val>
                                        </p:tav>
                                        <p:tav tm="96104">
                                          <p:val>
                                            <p:fltVal val="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21" dur="533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3" dur="128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170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77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174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460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673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838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68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73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602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31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90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40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812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15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666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853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113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28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4" dur="128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188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2994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225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1769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1421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0933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048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5" dur="128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6508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894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14353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6847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3414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07536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8637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6925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5522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36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399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2597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1929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374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0916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541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23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0.9816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0.96834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544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3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6" dur="128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6508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7894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4353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6847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3414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0753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8637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6925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5522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436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3399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2597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1929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374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0916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541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23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0.9816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0.96834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544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3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128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3.51"/>
                                          </p:val>
                                        </p:tav>
                                        <p:tav tm="2597">
                                          <p:val>
                                            <p:fltVal val="110.7"/>
                                          </p:val>
                                        </p:tav>
                                        <p:tav tm="5195">
                                          <p:val>
                                            <p:fltVal val="168.43"/>
                                          </p:val>
                                        </p:tav>
                                        <p:tav tm="7792">
                                          <p:val>
                                            <p:fltVal val="209.43"/>
                                          </p:val>
                                        </p:tav>
                                        <p:tav tm="10390">
                                          <p:val>
                                            <p:fltVal val="240.11"/>
                                          </p:val>
                                        </p:tav>
                                        <p:tav tm="12987">
                                          <p:val>
                                            <p:fltVal val="263.89"/>
                                          </p:val>
                                        </p:tav>
                                        <p:tav tm="15584">
                                          <p:val>
                                            <p:fltVal val="282.8"/>
                                          </p:val>
                                        </p:tav>
                                        <p:tav tm="18182">
                                          <p:val>
                                            <p:fltVal val="298.11"/>
                                          </p:val>
                                        </p:tav>
                                        <p:tav tm="20779">
                                          <p:val>
                                            <p:fltVal val="310.64"/>
                                          </p:val>
                                        </p:tav>
                                        <p:tav tm="23377">
                                          <p:val>
                                            <p:fltVal val="321.01"/>
                                          </p:val>
                                        </p:tav>
                                        <p:tav tm="25974">
                                          <p:val>
                                            <p:fltVal val="329.62"/>
                                          </p:val>
                                        </p:tav>
                                        <p:tav tm="28571">
                                          <p:val>
                                            <p:fltVal val="336.79"/>
                                          </p:val>
                                        </p:tav>
                                        <p:tav tm="31169">
                                          <p:val>
                                            <p:fltVal val="342.76"/>
                                          </p:val>
                                        </p:tav>
                                        <p:tav tm="33766">
                                          <p:val>
                                            <p:fltVal val="347.72"/>
                                          </p:val>
                                        </p:tav>
                                        <p:tav tm="36364">
                                          <p:val>
                                            <p:fltVal val="351.81"/>
                                          </p:val>
                                        </p:tav>
                                        <p:tav tm="38961">
                                          <p:val>
                                            <p:fltVal val="355.16"/>
                                          </p:val>
                                        </p:tav>
                                        <p:tav tm="41558">
                                          <p:val>
                                            <p:fltVal val="357.86"/>
                                          </p:val>
                                        </p:tav>
                                        <p:tav tm="46753">
                                          <p:val>
                                            <p:fltVal val="361.64"/>
                                          </p:val>
                                        </p:tav>
                                        <p:tav tm="49351">
                                          <p:val>
                                            <p:fltVal val="362.83"/>
                                          </p:val>
                                        </p:tav>
                                        <p:tav tm="54545">
                                          <p:val>
                                            <p:fltVal val="364.07"/>
                                          </p:val>
                                        </p:tav>
                                        <p:tav tm="96104">
                                          <p:val>
                                            <p:fltVal val="364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30" dur="567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2" dur="128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89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2862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554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48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94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08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00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7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36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8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31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672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234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63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135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213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128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031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9036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702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5581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4495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3648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2969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2415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1577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0988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4" dur="128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974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274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20327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7532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4129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1467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9332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759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153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955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9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10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390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790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285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864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5153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684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50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128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97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274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0327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7532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4129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1467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9332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759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153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4955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39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10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390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790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285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864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5153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6847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50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6" dur="128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.84"/>
                                          </p:val>
                                        </p:tav>
                                        <p:tav tm="2597">
                                          <p:val>
                                            <p:fltVal val="214.34"/>
                                          </p:val>
                                        </p:tav>
                                        <p:tav tm="5195">
                                          <p:val>
                                            <p:fltVal val="246.5"/>
                                          </p:val>
                                        </p:tav>
                                        <p:tav tm="7792">
                                          <p:val>
                                            <p:fltVal val="269.68"/>
                                          </p:val>
                                        </p:tav>
                                        <p:tav tm="10390">
                                          <p:val>
                                            <p:fltVal val="287.21"/>
                                          </p:val>
                                        </p:tav>
                                        <p:tav tm="12987">
                                          <p:val>
                                            <p:fltVal val="300.93"/>
                                          </p:val>
                                        </p:tav>
                                        <p:tav tm="15584">
                                          <p:val>
                                            <p:fltVal val="311.92"/>
                                          </p:val>
                                        </p:tav>
                                        <p:tav tm="18182">
                                          <p:val>
                                            <p:fltVal val="320.89"/>
                                          </p:val>
                                        </p:tav>
                                        <p:tav tm="20779">
                                          <p:val>
                                            <p:fltVal val="328.3"/>
                                          </p:val>
                                        </p:tav>
                                        <p:tav tm="23377">
                                          <p:val>
                                            <p:fltVal val="334.47"/>
                                          </p:val>
                                        </p:tav>
                                        <p:tav tm="25974">
                                          <p:val>
                                            <p:fltVal val="339.65"/>
                                          </p:val>
                                        </p:tav>
                                        <p:tav tm="28571">
                                          <p:val>
                                            <p:fltVal val="344.01"/>
                                          </p:val>
                                        </p:tav>
                                        <p:tav tm="33766">
                                          <p:val>
                                            <p:fltVal val="350.78"/>
                                          </p:val>
                                        </p:tav>
                                        <p:tav tm="38961">
                                          <p:val>
                                            <p:fltVal val="355.55"/>
                                          </p:val>
                                        </p:tav>
                                        <p:tav tm="41558">
                                          <p:val>
                                            <p:fltVal val="357.35"/>
                                          </p:val>
                                        </p:tav>
                                        <p:tav tm="46753">
                                          <p:val>
                                            <p:fltVal val="360"/>
                                          </p:val>
                                        </p:tav>
                                        <p:tav tm="51948">
                                          <p:val>
                                            <p:fltVal val="361.62"/>
                                          </p:val>
                                        </p:tav>
                                        <p:tav tm="59740">
                                          <p:val>
                                            <p:fltVal val="362.57"/>
                                          </p:val>
                                        </p:tav>
                                        <p:tav tm="96104">
                                          <p:val>
                                            <p:fltVal val="362.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39" dur="533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1" dur="128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15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918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053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148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220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27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320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356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409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4465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719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89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036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08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2" dur="128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657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4957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381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2995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2381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1526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0765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128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9226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7981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14376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6806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3351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0678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8557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6844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5444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4289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332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2538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1878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332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0884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519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228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0.9828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0.9705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5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8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4" dur="128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9226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7981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14376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6806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335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0678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8557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6844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5444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4289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3332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2538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1878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332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0884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519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228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0.98281"/>
                                          </p:val>
                                        </p:tav>
                                        <p:tav tm="49351">
                                          <p:val>
                                            <p:strVal val="#ppt_h*0.9705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5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8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128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7.26"/>
                                          </p:val>
                                        </p:tav>
                                        <p:tav tm="2597">
                                          <p:val>
                                            <p:fltVal val="-57.01"/>
                                          </p:val>
                                        </p:tav>
                                        <p:tav tm="5195">
                                          <p:val>
                                            <p:fltVal val="-43.67"/>
                                          </p:val>
                                        </p:tav>
                                        <p:tav tm="7792">
                                          <p:val>
                                            <p:fltVal val="-34.24"/>
                                          </p:val>
                                        </p:tav>
                                        <p:tav tm="10390">
                                          <p:val>
                                            <p:fltVal val="-27.2"/>
                                          </p:val>
                                        </p:tav>
                                        <p:tav tm="12987">
                                          <p:val>
                                            <p:fltVal val="-21.75"/>
                                          </p:val>
                                        </p:tav>
                                        <p:tav tm="15584">
                                          <p:val>
                                            <p:fltVal val="-17.43"/>
                                          </p:val>
                                        </p:tav>
                                        <p:tav tm="18182">
                                          <p:val>
                                            <p:fltVal val="-13.94"/>
                                          </p:val>
                                        </p:tav>
                                        <p:tav tm="23377">
                                          <p:val>
                                            <p:fltVal val="-8.74"/>
                                          </p:val>
                                        </p:tav>
                                        <p:tav tm="28571">
                                          <p:val>
                                            <p:fltVal val="-5.17"/>
                                          </p:val>
                                        </p:tav>
                                        <p:tav tm="33766">
                                          <p:val>
                                            <p:fltVal val="-2.72"/>
                                          </p:val>
                                        </p:tav>
                                        <p:tav tm="38961">
                                          <p:val>
                                            <p:fltVal val="-1.06"/>
                                          </p:val>
                                        </p:tav>
                                        <p:tav tm="46753">
                                          <p:val>
                                            <p:fltVal val="0.35"/>
                                          </p:val>
                                        </p:tav>
                                        <p:tav tm="54545">
                                          <p:val>
                                            <p:fltVal val="0.84"/>
                                          </p:val>
                                        </p:tav>
                                        <p:tav tm="96104">
                                          <p:val>
                                            <p:fltVal val="0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48" dur="867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0" dur="128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076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049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0817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068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27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437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576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1695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179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1885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19624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030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0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1431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1903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2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3337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059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568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22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128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094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25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0593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903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776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718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83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508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3885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2967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2252"/>
                                          </p:val>
                                        </p:tav>
                                        <p:tav tm="41558">
                                          <p:val>
                                            <p:strVal val="#ppt_y+0.0145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048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592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128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7661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279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325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429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9285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691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513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660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066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681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470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405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463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6279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884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628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625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2017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485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819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2927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51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5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128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7661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279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325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429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9285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691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513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660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066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681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470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405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463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6279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84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628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6253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2017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4854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819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927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51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5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4" dur="128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9.53"/>
                                          </p:val>
                                        </p:tav>
                                        <p:tav tm="2597">
                                          <p:val>
                                            <p:fltVal val="-90.72"/>
                                          </p:val>
                                        </p:tav>
                                        <p:tav tm="5195">
                                          <p:val>
                                            <p:fltVal val="-76.35"/>
                                          </p:val>
                                        </p:tav>
                                        <p:tav tm="7792">
                                          <p:val>
                                            <p:fltVal val="-65.05"/>
                                          </p:val>
                                        </p:tav>
                                        <p:tav tm="10390">
                                          <p:val>
                                            <p:fltVal val="-55.93"/>
                                          </p:val>
                                        </p:tav>
                                        <p:tav tm="12987">
                                          <p:val>
                                            <p:fltVal val="-48.41"/>
                                          </p:val>
                                        </p:tav>
                                        <p:tav tm="15584">
                                          <p:val>
                                            <p:fltVal val="-42.09"/>
                                          </p:val>
                                        </p:tav>
                                        <p:tav tm="18182">
                                          <p:val>
                                            <p:fltVal val="-36.72"/>
                                          </p:val>
                                        </p:tav>
                                        <p:tav tm="20779">
                                          <p:val>
                                            <p:fltVal val="-32.09"/>
                                          </p:val>
                                        </p:tav>
                                        <p:tav tm="23377">
                                          <p:val>
                                            <p:fltVal val="-28.08"/>
                                          </p:val>
                                        </p:tav>
                                        <p:tav tm="28571">
                                          <p:val>
                                            <p:fltVal val="-21.48"/>
                                          </p:val>
                                        </p:tav>
                                        <p:tav tm="33766">
                                          <p:val>
                                            <p:fltVal val="-16.32"/>
                                          </p:val>
                                        </p:tav>
                                        <p:tav tm="41558">
                                          <p:val>
                                            <p:fltVal val="-10.52"/>
                                          </p:val>
                                        </p:tav>
                                        <p:tav tm="46753">
                                          <p:val>
                                            <p:fltVal val="-7.61"/>
                                          </p:val>
                                        </p:tav>
                                        <p:tav tm="54545">
                                          <p:val>
                                            <p:fltVal val="-4.31"/>
                                          </p:val>
                                        </p:tav>
                                        <p:tav tm="62338">
                                          <p:val>
                                            <p:fltVal val="-1.98"/>
                                          </p:val>
                                        </p:tav>
                                        <p:tav tm="72727">
                                          <p:val>
                                            <p:fltVal val="0"/>
                                          </p:val>
                                        </p:tav>
                                        <p:tav tm="83117">
                                          <p:val>
                                            <p:fltVal val="1.01"/>
                                          </p:val>
                                        </p:tav>
                                        <p:tav tm="96104">
                                          <p:val>
                                            <p:fltVal val="1.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57" dur="8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9" dur="128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61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899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0025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081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1451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1967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239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757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3066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563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942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356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642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838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968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128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058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224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0145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8525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723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18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309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572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394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2929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157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31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73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2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128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667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662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2463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16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007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390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215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379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8127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462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290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267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370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580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84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268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724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8173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441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8218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1607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865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6644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512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2" dur="128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667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4662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2463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16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007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390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215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379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8127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462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290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267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70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580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84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268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724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8173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441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8218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1607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865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6644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12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128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.17"/>
                                          </p:val>
                                        </p:tav>
                                        <p:tav tm="2597">
                                          <p:val>
                                            <p:fltVal val="-11.52"/>
                                          </p:val>
                                        </p:tav>
                                        <p:tav tm="5195">
                                          <p:val>
                                            <p:fltVal val="-9.55"/>
                                          </p:val>
                                        </p:tav>
                                        <p:tav tm="10390">
                                          <p:val>
                                            <p:fltVal val="-6.81"/>
                                          </p:val>
                                        </p:tav>
                                        <p:tav tm="18182">
                                          <p:val>
                                            <p:fltVal val="-4.3"/>
                                          </p:val>
                                        </p:tav>
                                        <p:tav tm="25974">
                                          <p:val>
                                            <p:fltVal val="-2.76"/>
                                          </p:val>
                                        </p:tav>
                                        <p:tav tm="38961">
                                          <p:val>
                                            <p:fltVal val="-1.24"/>
                                          </p:val>
                                        </p:tav>
                                        <p:tav tm="54545">
                                          <p:val>
                                            <p:fltVal val="-0.31"/>
                                          </p:val>
                                        </p:tav>
                                        <p:tav tm="96104">
                                          <p:val>
                                            <p:fltVal val="0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66" dur="6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8" dur="128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838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044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3663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598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772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08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163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04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767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372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879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30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976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4452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903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074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185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9" dur="128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529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0745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8305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6624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538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4411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363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2987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2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785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0" dur="128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65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881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26251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8095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4658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1962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9795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8024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558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3332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303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433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698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0767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552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1119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744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1957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849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624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128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65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881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6251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8095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4658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1962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9795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8024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558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3332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303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433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698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0767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552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1119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744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1957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8493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624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2" dur="128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5.71"/>
                                          </p:val>
                                        </p:tav>
                                        <p:tav tm="2597">
                                          <p:val>
                                            <p:fltVal val="151.89"/>
                                          </p:val>
                                        </p:tav>
                                        <p:tav tm="5195">
                                          <p:val>
                                            <p:fltVal val="196.97"/>
                                          </p:val>
                                        </p:tav>
                                        <p:tav tm="7792">
                                          <p:val>
                                            <p:fltVal val="229.61"/>
                                          </p:val>
                                        </p:tav>
                                        <p:tav tm="10390">
                                          <p:val>
                                            <p:fltVal val="254.38"/>
                                          </p:val>
                                        </p:tav>
                                        <p:tav tm="12987">
                                          <p:val>
                                            <p:fltVal val="273.8"/>
                                          </p:val>
                                        </p:tav>
                                        <p:tav tm="15584">
                                          <p:val>
                                            <p:fltVal val="289.41"/>
                                          </p:val>
                                        </p:tav>
                                        <p:tav tm="18182">
                                          <p:val>
                                            <p:fltVal val="302.18"/>
                                          </p:val>
                                        </p:tav>
                                        <p:tav tm="20779">
                                          <p:val>
                                            <p:fltVal val="312.74"/>
                                          </p:val>
                                        </p:tav>
                                        <p:tav tm="23377">
                                          <p:val>
                                            <p:fltVal val="321.57"/>
                                          </p:val>
                                        </p:tav>
                                        <p:tav tm="25974">
                                          <p:val>
                                            <p:fltVal val="328.99"/>
                                          </p:val>
                                        </p:tav>
                                        <p:tav tm="28571">
                                          <p:val>
                                            <p:fltVal val="335.26"/>
                                          </p:val>
                                        </p:tav>
                                        <p:tav tm="31169">
                                          <p:val>
                                            <p:fltVal val="340.56"/>
                                          </p:val>
                                        </p:tav>
                                        <p:tav tm="33766">
                                          <p:val>
                                            <p:fltVal val="345.04"/>
                                          </p:val>
                                        </p:tav>
                                        <p:tav tm="36364">
                                          <p:val>
                                            <p:fltVal val="348.81"/>
                                          </p:val>
                                        </p:tav>
                                        <p:tav tm="38961">
                                          <p:val>
                                            <p:fltVal val="351.99"/>
                                          </p:val>
                                        </p:tav>
                                        <p:tav tm="41558">
                                          <p:val>
                                            <p:fltVal val="354.63"/>
                                          </p:val>
                                        </p:tav>
                                        <p:tav tm="46753">
                                          <p:val>
                                            <p:fltVal val="358.59"/>
                                          </p:val>
                                        </p:tav>
                                        <p:tav tm="51948">
                                          <p:val>
                                            <p:fltVal val="361.09"/>
                                          </p:val>
                                        </p:tav>
                                        <p:tav tm="59740">
                                          <p:val>
                                            <p:fltVal val="362.71"/>
                                          </p:val>
                                        </p:tav>
                                        <p:tav tm="96104">
                                          <p:val>
                                            <p:fltVal val="362.7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75" dur="667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7" dur="128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124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454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664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09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19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105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86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518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074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55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96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6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109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616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57143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64935">
                                          <p:val>
                                            <p:strVal val="#ppt_x-1.2516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8" dur="128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85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3858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2108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1725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1145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0614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128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567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400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36085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929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5955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32906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117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314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78018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519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424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485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677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979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377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8581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027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7003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1914"/>
                                          </p:val>
                                        </p:tav>
                                        <p:tav tm="57143">
                                          <p:val>
                                            <p:strVal val="#ppt_w*0.9845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568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513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1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0" dur="128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567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400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6085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29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5955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32906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117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314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8018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519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424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485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677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979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377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8581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0274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7003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1914"/>
                                          </p:val>
                                        </p:tav>
                                        <p:tav tm="57143">
                                          <p:val>
                                            <p:strVal val="#ppt_h*0.98451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568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513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1" dur="128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8.22"/>
                                          </p:val>
                                        </p:tav>
                                        <p:tav tm="2597">
                                          <p:val>
                                            <p:fltVal val="48.34"/>
                                          </p:val>
                                        </p:tav>
                                        <p:tav tm="5195">
                                          <p:val>
                                            <p:fltVal val="109.74"/>
                                          </p:val>
                                        </p:tav>
                                        <p:tav tm="7792">
                                          <p:val>
                                            <p:fltVal val="155.46"/>
                                          </p:val>
                                        </p:tav>
                                        <p:tav tm="10390">
                                          <p:val>
                                            <p:fltVal val="190.86"/>
                                          </p:val>
                                        </p:tav>
                                        <p:tav tm="12987">
                                          <p:val>
                                            <p:fltVal val="219.11"/>
                                          </p:val>
                                        </p:tav>
                                        <p:tav tm="15584">
                                          <p:val>
                                            <p:fltVal val="242.15"/>
                                          </p:val>
                                        </p:tav>
                                        <p:tav tm="18182">
                                          <p:val>
                                            <p:fltVal val="261.26"/>
                                          </p:val>
                                        </p:tav>
                                        <p:tav tm="20779">
                                          <p:val>
                                            <p:fltVal val="277.3"/>
                                          </p:val>
                                        </p:tav>
                                        <p:tav tm="23377">
                                          <p:val>
                                            <p:fltVal val="290.89"/>
                                          </p:val>
                                        </p:tav>
                                        <p:tav tm="25974">
                                          <p:val>
                                            <p:fltVal val="302.5"/>
                                          </p:val>
                                        </p:tav>
                                        <p:tav tm="28571">
                                          <p:val>
                                            <p:fltVal val="312.45"/>
                                          </p:val>
                                        </p:tav>
                                        <p:tav tm="31169">
                                          <p:val>
                                            <p:fltVal val="321.02"/>
                                          </p:val>
                                        </p:tav>
                                        <p:tav tm="33766">
                                          <p:val>
                                            <p:fltVal val="328.41"/>
                                          </p:val>
                                        </p:tav>
                                        <p:tav tm="36364">
                                          <p:val>
                                            <p:fltVal val="334.8"/>
                                          </p:val>
                                        </p:tav>
                                        <p:tav tm="38961">
                                          <p:val>
                                            <p:fltVal val="340.3"/>
                                          </p:val>
                                        </p:tav>
                                        <p:tav tm="41558">
                                          <p:val>
                                            <p:fltVal val="345.04"/>
                                          </p:val>
                                        </p:tav>
                                        <p:tav tm="44156">
                                          <p:val>
                                            <p:fltVal val="349.11"/>
                                          </p:val>
                                        </p:tav>
                                        <p:tav tm="46753">
                                          <p:val>
                                            <p:fltVal val="352.58"/>
                                          </p:val>
                                        </p:tav>
                                        <p:tav tm="51948">
                                          <p:val>
                                            <p:fltVal val="357.97"/>
                                          </p:val>
                                        </p:tav>
                                        <p:tav tm="57143">
                                          <p:val>
                                            <p:fltVal val="361.64"/>
                                          </p:val>
                                        </p:tav>
                                        <p:tav tm="59740">
                                          <p:val>
                                            <p:fltVal val="362.93"/>
                                          </p:val>
                                        </p:tav>
                                        <p:tav tm="64935">
                                          <p:val>
                                            <p:fltVal val="364.58"/>
                                          </p:val>
                                        </p:tav>
                                        <p:tav tm="70130">
                                          <p:val>
                                            <p:fltVal val="365.15"/>
                                          </p:val>
                                        </p:tav>
                                        <p:tav tm="96104">
                                          <p:val>
                                            <p:fltVal val="365.1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4" dur="767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6" dur="128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8618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184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420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598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7386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852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19459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24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092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00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2823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345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147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617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154"/>
                                          </p:val>
                                        </p:tav>
                                        <p:tav tm="77922">
                                          <p:val>
                                            <p:strVal val="#ppt_x-1.2522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128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609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1066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729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440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2131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029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87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7513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643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5517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472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3425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2429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134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602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70130">
                                          <p:val>
                                            <p:strVal val="#ppt_y-0.00242"/>
                                          </p:val>
                                        </p:tav>
                                        <p:tav tm="77922">
                                          <p:val>
                                            <p:strVal val="#ppt_y-0.0034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3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8" dur="128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395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182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8564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0773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541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4915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27419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09138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358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022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8659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859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980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209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531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935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947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5417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746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1699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58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49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495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9" dur="128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3952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182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8564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77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541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915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7419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9138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358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022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8659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859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980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209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531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935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947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5417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874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1699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858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649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495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128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3.12"/>
                                          </p:val>
                                        </p:tav>
                                        <p:tav tm="2597">
                                          <p:val>
                                            <p:fltVal val="136.52"/>
                                          </p:val>
                                        </p:tav>
                                        <p:tav tm="5195">
                                          <p:val>
                                            <p:fltVal val="175.96"/>
                                          </p:val>
                                        </p:tav>
                                        <p:tav tm="7792">
                                          <p:val>
                                            <p:fltVal val="206.19"/>
                                          </p:val>
                                        </p:tav>
                                        <p:tav tm="10390">
                                          <p:val>
                                            <p:fltVal val="230.12"/>
                                          </p:val>
                                        </p:tav>
                                        <p:tav tm="12987">
                                          <p:val>
                                            <p:fltVal val="249.56"/>
                                          </p:val>
                                        </p:tav>
                                        <p:tav tm="15584">
                                          <p:val>
                                            <p:fltVal val="265.66"/>
                                          </p:val>
                                        </p:tav>
                                        <p:tav tm="18182">
                                          <p:val>
                                            <p:fltVal val="279.19"/>
                                          </p:val>
                                        </p:tav>
                                        <p:tav tm="20779">
                                          <p:val>
                                            <p:fltVal val="290.71"/>
                                          </p:val>
                                        </p:tav>
                                        <p:tav tm="23377">
                                          <p:val>
                                            <p:fltVal val="300.6"/>
                                          </p:val>
                                        </p:tav>
                                        <p:tav tm="25974">
                                          <p:val>
                                            <p:fltVal val="309.16"/>
                                          </p:val>
                                        </p:tav>
                                        <p:tav tm="28571">
                                          <p:val>
                                            <p:fltVal val="316.61"/>
                                          </p:val>
                                        </p:tav>
                                        <p:tav tm="31169">
                                          <p:val>
                                            <p:fltVal val="323.12"/>
                                          </p:val>
                                        </p:tav>
                                        <p:tav tm="33766">
                                          <p:val>
                                            <p:fltVal val="328.83"/>
                                          </p:val>
                                        </p:tav>
                                        <p:tav tm="36364">
                                          <p:val>
                                            <p:fltVal val="333.85"/>
                                          </p:val>
                                        </p:tav>
                                        <p:tav tm="38961">
                                          <p:val>
                                            <p:fltVal val="338.27"/>
                                          </p:val>
                                        </p:tav>
                                        <p:tav tm="44156">
                                          <p:val>
                                            <p:fltVal val="345.58"/>
                                          </p:val>
                                        </p:tav>
                                        <p:tav tm="46753">
                                          <p:val>
                                            <p:fltVal val="348.58"/>
                                          </p:val>
                                        </p:tav>
                                        <p:tav tm="51948">
                                          <p:val>
                                            <p:fltVal val="353.52"/>
                                          </p:val>
                                        </p:tav>
                                        <p:tav tm="59740">
                                          <p:val>
                                            <p:fltVal val="358.74"/>
                                          </p:val>
                                        </p:tav>
                                        <p:tav tm="64935">
                                          <p:val>
                                            <p:fltVal val="361.05"/>
                                          </p:val>
                                        </p:tav>
                                        <p:tav tm="70130">
                                          <p:val>
                                            <p:fltVal val="362.6"/>
                                          </p:val>
                                        </p:tav>
                                        <p:tav tm="77922">
                                          <p:val>
                                            <p:fltVal val="363.74"/>
                                          </p:val>
                                        </p:tav>
                                        <p:tav tm="96104">
                                          <p:val>
                                            <p:fltVal val="363.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93" dur="7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5" dur="128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829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862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9868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0785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1494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206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252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91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323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75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4138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42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728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19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07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128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5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6848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560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4645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388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3267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2325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1385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0637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301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7" dur="128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169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905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1191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9793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6432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3745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548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723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8188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884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7698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811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98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268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649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1133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251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909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3726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8657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635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128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169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905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1191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793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6432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3745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548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723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188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884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7698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811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98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268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649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113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251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909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3726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8657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635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128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5.28"/>
                                          </p:val>
                                        </p:tav>
                                        <p:tav tm="2597">
                                          <p:val>
                                            <p:fltVal val="130.02"/>
                                          </p:val>
                                        </p:tav>
                                        <p:tav tm="5195">
                                          <p:val>
                                            <p:fltVal val="104.86"/>
                                          </p:val>
                                        </p:tav>
                                        <p:tav tm="7792">
                                          <p:val>
                                            <p:fltVal val="86.05"/>
                                          </p:val>
                                        </p:tav>
                                        <p:tav tm="10390">
                                          <p:val>
                                            <p:fltVal val="71.44"/>
                                          </p:val>
                                        </p:tav>
                                        <p:tav tm="12987">
                                          <p:val>
                                            <p:fltVal val="59.76"/>
                                          </p:val>
                                        </p:tav>
                                        <p:tav tm="15584">
                                          <p:val>
                                            <p:fltVal val="50.21"/>
                                          </p:val>
                                        </p:tav>
                                        <p:tav tm="18182">
                                          <p:val>
                                            <p:fltVal val="42.27"/>
                                          </p:val>
                                        </p:tav>
                                        <p:tav tm="20779">
                                          <p:val>
                                            <p:fltVal val="35.6"/>
                                          </p:val>
                                        </p:tav>
                                        <p:tav tm="23377">
                                          <p:val>
                                            <p:fltVal val="29.93"/>
                                          </p:val>
                                        </p:tav>
                                        <p:tav tm="25974">
                                          <p:val>
                                            <p:fltVal val="25.08"/>
                                          </p:val>
                                        </p:tav>
                                        <p:tav tm="31169">
                                          <p:val>
                                            <p:fltVal val="17.32"/>
                                          </p:val>
                                        </p:tav>
                                        <p:tav tm="36364">
                                          <p:val>
                                            <p:fltVal val="11.52"/>
                                          </p:val>
                                        </p:tav>
                                        <p:tav tm="38961">
                                          <p:val>
                                            <p:fltVal val="9.19"/>
                                          </p:val>
                                        </p:tav>
                                        <p:tav tm="44156">
                                          <p:val>
                                            <p:fltVal val="5.44"/>
                                          </p:val>
                                        </p:tav>
                                        <p:tav tm="51948">
                                          <p:val>
                                            <p:fltVal val="1.62"/>
                                          </p:val>
                                        </p:tav>
                                        <p:tav tm="59740">
                                          <p:val>
                                            <p:fltVal val="-0.58"/>
                                          </p:val>
                                        </p:tav>
                                        <p:tav tm="67532">
                                          <p:val>
                                            <p:fltVal val="-1.58"/>
                                          </p:val>
                                        </p:tav>
                                        <p:tav tm="96104">
                                          <p:val>
                                            <p:fltVal val="-1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02" dur="6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3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4" dur="128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97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590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89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31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0382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121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88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43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893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3277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3879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4313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748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094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15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128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834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9705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7676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6216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5094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4196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3464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2348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557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0987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0574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28"/>
                                          </p:val>
                                        </p:tav>
                                        <p:tav tm="49351">
                                          <p:val>
                                            <p:strVal val="#ppt_y+0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6" dur="128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5944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709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26014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815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4758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20878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99344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81682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70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4711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433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553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806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17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633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795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475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7037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5233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128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594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709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6014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815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4758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20878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99344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81682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70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4711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433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553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806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17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633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7952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475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7037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5233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8" dur="128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6.74"/>
                                          </p:val>
                                        </p:tav>
                                        <p:tav tm="2597">
                                          <p:val>
                                            <p:fltVal val="143.68"/>
                                          </p:val>
                                        </p:tav>
                                        <p:tav tm="5195">
                                          <p:val>
                                            <p:fltVal val="189.71"/>
                                          </p:val>
                                        </p:tav>
                                        <p:tav tm="7792">
                                          <p:val>
                                            <p:fltVal val="223.24"/>
                                          </p:val>
                                        </p:tav>
                                        <p:tav tm="10390">
                                          <p:val>
                                            <p:fltVal val="248.8"/>
                                          </p:val>
                                        </p:tav>
                                        <p:tav tm="12987">
                                          <p:val>
                                            <p:fltVal val="268.92"/>
                                          </p:val>
                                        </p:tav>
                                        <p:tav tm="15584">
                                          <p:val>
                                            <p:fltVal val="285.15"/>
                                          </p:val>
                                        </p:tav>
                                        <p:tav tm="18182">
                                          <p:val>
                                            <p:fltVal val="298.46"/>
                                          </p:val>
                                        </p:tav>
                                        <p:tav tm="20779">
                                          <p:val>
                                            <p:fltVal val="309.51"/>
                                          </p:val>
                                        </p:tav>
                                        <p:tav tm="23377">
                                          <p:val>
                                            <p:fltVal val="318.78"/>
                                          </p:val>
                                        </p:tav>
                                        <p:tav tm="25974">
                                          <p:val>
                                            <p:fltVal val="326.6"/>
                                          </p:val>
                                        </p:tav>
                                        <p:tav tm="28571">
                                          <p:val>
                                            <p:fltVal val="333.22"/>
                                          </p:val>
                                        </p:tav>
                                        <p:tav tm="31169">
                                          <p:val>
                                            <p:fltVal val="338.85"/>
                                          </p:val>
                                        </p:tav>
                                        <p:tav tm="33766">
                                          <p:val>
                                            <p:fltVal val="343.63"/>
                                          </p:val>
                                        </p:tav>
                                        <p:tav tm="36364">
                                          <p:val>
                                            <p:fltVal val="347.69"/>
                                          </p:val>
                                        </p:tav>
                                        <p:tav tm="41558">
                                          <p:val>
                                            <p:fltVal val="354.01"/>
                                          </p:val>
                                        </p:tav>
                                        <p:tav tm="44156">
                                          <p:val>
                                            <p:fltVal val="356.41"/>
                                          </p:val>
                                        </p:tav>
                                        <p:tav tm="49351">
                                          <p:val>
                                            <p:fltVal val="360"/>
                                          </p:val>
                                        </p:tav>
                                        <p:tav tm="54545">
                                          <p:val>
                                            <p:fltVal val="362.23"/>
                                          </p:val>
                                        </p:tav>
                                        <p:tav tm="62338">
                                          <p:val>
                                            <p:fltVal val="363.59"/>
                                          </p:val>
                                        </p:tav>
                                        <p:tav tm="96104">
                                          <p:val>
                                            <p:fltVal val="363.6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11" dur="867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3" dur="128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30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535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509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5022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4" dur="128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578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135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9682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8333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720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624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431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728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3593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2729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205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534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529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128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13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406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379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438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9263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648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457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595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994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606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393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3279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3871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553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812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5636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5687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1499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444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575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2803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77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6" dur="128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132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406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379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438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9263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648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457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595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994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606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393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3279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3871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553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12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5636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5687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1499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444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575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803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77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0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7" dur="128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7.65"/>
                                          </p:val>
                                        </p:tav>
                                        <p:tav tm="2597">
                                          <p:val>
                                            <p:fltVal val="-110.2"/>
                                          </p:val>
                                        </p:tav>
                                        <p:tav tm="5195">
                                          <p:val>
                                            <p:fltVal val="-150.18"/>
                                          </p:val>
                                        </p:tav>
                                        <p:tav tm="7792">
                                          <p:val>
                                            <p:fltVal val="-181.53"/>
                                          </p:val>
                                        </p:tav>
                                        <p:tav tm="10390">
                                          <p:val>
                                            <p:fltVal val="-206.79"/>
                                          </p:val>
                                        </p:tav>
                                        <p:tav tm="12987">
                                          <p:val>
                                            <p:fltVal val="-227.58"/>
                                          </p:val>
                                        </p:tav>
                                        <p:tav tm="15584">
                                          <p:val>
                                            <p:fltVal val="-245.01"/>
                                          </p:val>
                                        </p:tav>
                                        <p:tav tm="18182">
                                          <p:val>
                                            <p:fltVal val="-259.82"/>
                                          </p:val>
                                        </p:tav>
                                        <p:tav tm="20779">
                                          <p:val>
                                            <p:fltVal val="-272.55"/>
                                          </p:val>
                                        </p:tav>
                                        <p:tav tm="23377">
                                          <p:val>
                                            <p:fltVal val="-283.59"/>
                                          </p:val>
                                        </p:tav>
                                        <p:tav tm="25974">
                                          <p:val>
                                            <p:fltVal val="-293.24"/>
                                          </p:val>
                                        </p:tav>
                                        <p:tav tm="28571">
                                          <p:val>
                                            <p:fltVal val="-301.72"/>
                                          </p:val>
                                        </p:tav>
                                        <p:tav tm="31169">
                                          <p:val>
                                            <p:fltVal val="-309.2"/>
                                          </p:val>
                                        </p:tav>
                                        <p:tav tm="33766">
                                          <p:val>
                                            <p:fltVal val="-315.83"/>
                                          </p:val>
                                        </p:tav>
                                        <p:tav tm="36364">
                                          <p:val>
                                            <p:fltVal val="-321.72"/>
                                          </p:val>
                                        </p:tav>
                                        <p:tav tm="41558">
                                          <p:val>
                                            <p:fltVal val="-331.66"/>
                                          </p:val>
                                        </p:tav>
                                        <p:tav tm="46753">
                                          <p:val>
                                            <p:fltVal val="-339.57"/>
                                          </p:val>
                                        </p:tav>
                                        <p:tav tm="49351">
                                          <p:val>
                                            <p:fltVal val="-342.9"/>
                                          </p:val>
                                        </p:tav>
                                        <p:tav tm="54545">
                                          <p:val>
                                            <p:fltVal val="-348.51"/>
                                          </p:val>
                                        </p:tav>
                                        <p:tav tm="62338">
                                          <p:val>
                                            <p:fltVal val="-354.77"/>
                                          </p:val>
                                        </p:tav>
                                        <p:tav tm="67532">
                                          <p:val>
                                            <p:fltVal val="-357.77"/>
                                          </p:val>
                                        </p:tav>
                                        <p:tav tm="72727">
                                          <p:val>
                                            <p:fltVal val="-360"/>
                                          </p:val>
                                        </p:tav>
                                        <p:tav tm="83117">
                                          <p:val>
                                            <p:fltVal val="-362.57"/>
                                          </p:val>
                                        </p:tav>
                                        <p:tav tm="96104">
                                          <p:val>
                                            <p:fltVal val="-363.1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20" dur="8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2" dur="128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8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461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475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49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128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24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1167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9711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0817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6935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5923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508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4369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3241"/>
                                          </p:val>
                                        </p:tav>
                                        <p:tav tm="28571">
                                          <p:val>
                                            <p:strVal val="#ppt_y+0.02396"/>
                                          </p:val>
                                        </p:tav>
                                        <p:tav tm="33766">
                                          <p:val>
                                            <p:strVal val="#ppt_y+0.01749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0692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313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72727">
                                          <p:val>
                                            <p:strVal val="#ppt_y-0.00128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4" dur="128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513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4584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242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15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008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39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2183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3831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816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466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2945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2714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374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584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887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2718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2727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8198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444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0823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1611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8646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6632"/>
                                          </p:val>
                                        </p:tav>
                                        <p:tav tm="80519">
                                          <p:val>
                                            <p:strVal val="#ppt_w*0.9509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5" dur="128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513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4584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242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15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008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39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2183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3831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816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466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2945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2714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374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584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887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2718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2727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8198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444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08233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1611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8646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6632"/>
                                          </p:val>
                                        </p:tav>
                                        <p:tav tm="80519">
                                          <p:val>
                                            <p:strVal val="#ppt_h*0.9509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6" dur="128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.61"/>
                                          </p:val>
                                        </p:tav>
                                        <p:tav tm="2597">
                                          <p:val>
                                            <p:fltVal val="177.51"/>
                                          </p:val>
                                        </p:tav>
                                        <p:tav tm="5195">
                                          <p:val>
                                            <p:fltVal val="208.76"/>
                                          </p:val>
                                        </p:tav>
                                        <p:tav tm="7792">
                                          <p:val>
                                            <p:fltVal val="232.89"/>
                                          </p:val>
                                        </p:tav>
                                        <p:tav tm="10390">
                                          <p:val>
                                            <p:fltVal val="252.1"/>
                                          </p:val>
                                        </p:tav>
                                        <p:tav tm="12987">
                                          <p:val>
                                            <p:fltVal val="267.77"/>
                                          </p:val>
                                        </p:tav>
                                        <p:tav tm="15584">
                                          <p:val>
                                            <p:fltVal val="280.8"/>
                                          </p:val>
                                        </p:tav>
                                        <p:tav tm="18182">
                                          <p:val>
                                            <p:fltVal val="291.8"/>
                                          </p:val>
                                        </p:tav>
                                        <p:tav tm="20779">
                                          <p:val>
                                            <p:fltVal val="301.18"/>
                                          </p:val>
                                        </p:tav>
                                        <p:tav tm="23377">
                                          <p:val>
                                            <p:fltVal val="309.27"/>
                                          </p:val>
                                        </p:tav>
                                        <p:tav tm="25974">
                                          <p:val>
                                            <p:fltVal val="316.29"/>
                                          </p:val>
                                        </p:tav>
                                        <p:tav tm="28571">
                                          <p:val>
                                            <p:fltVal val="322.42"/>
                                          </p:val>
                                        </p:tav>
                                        <p:tav tm="31169">
                                          <p:val>
                                            <p:fltVal val="327.8"/>
                                          </p:val>
                                        </p:tav>
                                        <p:tav tm="33766">
                                          <p:val>
                                            <p:fltVal val="332.53"/>
                                          </p:val>
                                        </p:tav>
                                        <p:tav tm="38961">
                                          <p:val>
                                            <p:fltVal val="340.4"/>
                                          </p:val>
                                        </p:tav>
                                        <p:tav tm="41558">
                                          <p:val>
                                            <p:fltVal val="343.66"/>
                                          </p:val>
                                        </p:tav>
                                        <p:tav tm="46753">
                                          <p:val>
                                            <p:fltVal val="349.1"/>
                                          </p:val>
                                        </p:tav>
                                        <p:tav tm="54545">
                                          <p:val>
                                            <p:fltVal val="355.07"/>
                                          </p:val>
                                        </p:tav>
                                        <p:tav tm="62338">
                                          <p:val>
                                            <p:fltVal val="359.03"/>
                                          </p:val>
                                        </p:tav>
                                        <p:tav tm="72727">
                                          <p:val>
                                            <p:fltVal val="362.02"/>
                                          </p:val>
                                        </p:tav>
                                        <p:tav tm="80519">
                                          <p:val>
                                            <p:fltVal val="362.94"/>
                                          </p:val>
                                        </p:tav>
                                        <p:tav tm="96104">
                                          <p:val>
                                            <p:fltVal val="363.0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29" dur="833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1" dur="128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66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488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6596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93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993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85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56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16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673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249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127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824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31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656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891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078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15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2" dur="128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5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0048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00337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3" dur="128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53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6908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5965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632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458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857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686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847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272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911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725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6872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773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9662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2515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054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1085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7136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0543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3346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7609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516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4" dur="128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532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6908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5965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632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458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857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686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847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272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911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725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6872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773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9662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2515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054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1085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7136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0543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334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7609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516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128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6.7"/>
                                          </p:val>
                                        </p:tav>
                                        <p:tav tm="2597">
                                          <p:val>
                                            <p:fltVal val="-86.88"/>
                                          </p:val>
                                        </p:tav>
                                        <p:tav tm="5195">
                                          <p:val>
                                            <p:fltVal val="-132.22"/>
                                          </p:val>
                                        </p:tav>
                                        <p:tav tm="7792">
                                          <p:val>
                                            <p:fltVal val="-167.49"/>
                                          </p:val>
                                        </p:tav>
                                        <p:tav tm="10390">
                                          <p:val>
                                            <p:fltVal val="-195.73"/>
                                          </p:val>
                                        </p:tav>
                                        <p:tav tm="12987">
                                          <p:val>
                                            <p:fltVal val="-218.88"/>
                                          </p:val>
                                        </p:tav>
                                        <p:tav tm="15584">
                                          <p:val>
                                            <p:fltVal val="-238.2"/>
                                          </p:val>
                                        </p:tav>
                                        <p:tav tm="18182">
                                          <p:val>
                                            <p:fltVal val="-254.56"/>
                                          </p:val>
                                        </p:tav>
                                        <p:tav tm="20779">
                                          <p:val>
                                            <p:fltVal val="-268.58"/>
                                          </p:val>
                                        </p:tav>
                                        <p:tav tm="23377">
                                          <p:val>
                                            <p:fltVal val="-280.7"/>
                                          </p:val>
                                        </p:tav>
                                        <p:tav tm="25974">
                                          <p:val>
                                            <p:fltVal val="-291.25"/>
                                          </p:val>
                                        </p:tav>
                                        <p:tav tm="28571">
                                          <p:val>
                                            <p:fltVal val="-300.49"/>
                                          </p:val>
                                        </p:tav>
                                        <p:tav tm="31169">
                                          <p:val>
                                            <p:fltVal val="-308.62"/>
                                          </p:val>
                                        </p:tav>
                                        <p:tav tm="33766">
                                          <p:val>
                                            <p:fltVal val="-315.81"/>
                                          </p:val>
                                        </p:tav>
                                        <p:tav tm="36364">
                                          <p:val>
                                            <p:fltVal val="-322.17"/>
                                          </p:val>
                                        </p:tav>
                                        <p:tav tm="38961">
                                          <p:val>
                                            <p:fltVal val="-327.81"/>
                                          </p:val>
                                        </p:tav>
                                        <p:tav tm="41558">
                                          <p:val>
                                            <p:fltVal val="-332.82"/>
                                          </p:val>
                                        </p:tav>
                                        <p:tav tm="46753">
                                          <p:val>
                                            <p:fltVal val="-341.24"/>
                                          </p:val>
                                        </p:tav>
                                        <p:tav tm="49351">
                                          <p:val>
                                            <p:fltVal val="-344.75"/>
                                          </p:val>
                                        </p:tav>
                                        <p:tav tm="54545">
                                          <p:val>
                                            <p:fltVal val="-350.62"/>
                                          </p:val>
                                        </p:tav>
                                        <p:tav tm="62338">
                                          <p:val>
                                            <p:fltVal val="-357.02"/>
                                          </p:val>
                                        </p:tav>
                                        <p:tav tm="67532">
                                          <p:val>
                                            <p:fltVal val="-360"/>
                                          </p:val>
                                        </p:tav>
                                        <p:tav tm="72727">
                                          <p:val>
                                            <p:fltVal val="-362.13"/>
                                          </p:val>
                                        </p:tav>
                                        <p:tav tm="77922">
                                          <p:val>
                                            <p:fltVal val="-363.53"/>
                                          </p:val>
                                        </p:tav>
                                        <p:tav tm="83117">
                                          <p:val>
                                            <p:fltVal val="-364.3"/>
                                          </p:val>
                                        </p:tav>
                                        <p:tav tm="96104">
                                          <p:val>
                                            <p:fltVal val="-364.5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38" dur="633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0" dur="128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311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586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778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918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024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1089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76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32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78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501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4019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41558">
                                          <p:val>
                                            <p:strVal val="#ppt_x-1.24671"/>
                                          </p:val>
                                        </p:tav>
                                        <p:tav tm="49351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512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1" dur="128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632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2689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2095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1683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1378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0947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0543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234"/>
                                          </p:val>
                                        </p:tav>
                                        <p:tav tm="49351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2" dur="128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7648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144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31408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87276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53417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2661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0489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8700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7207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9507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884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976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200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2537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9697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10743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07269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01955"/>
                                          </p:val>
                                        </p:tav>
                                        <p:tav tm="54545">
                                          <p:val>
                                            <p:strVal val="#ppt_w*0.98449"/>
                                          </p:val>
                                        </p:tav>
                                        <p:tav tm="62338">
                                          <p:val>
                                            <p:strVal val="#ppt_w*0.9585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128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7648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144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1408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87276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53417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2661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0489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8700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207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9507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884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976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200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2537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9697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10743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07269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01955"/>
                                          </p:val>
                                        </p:tav>
                                        <p:tav tm="54545">
                                          <p:val>
                                            <p:strVal val="#ppt_h*0.98449"/>
                                          </p:val>
                                        </p:tav>
                                        <p:tav tm="62338">
                                          <p:val>
                                            <p:strVal val="#ppt_h*0.9585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4" dur="128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2.74"/>
                                          </p:val>
                                        </p:tav>
                                        <p:tav tm="2597">
                                          <p:val>
                                            <p:fltVal val="-102.44"/>
                                          </p:val>
                                        </p:tav>
                                        <p:tav tm="5195">
                                          <p:val>
                                            <p:fltVal val="-81.34"/>
                                          </p:val>
                                        </p:tav>
                                        <p:tav tm="7792">
                                          <p:val>
                                            <p:fltVal val="-65.83"/>
                                          </p:val>
                                        </p:tav>
                                        <p:tav tm="10390">
                                          <p:val>
                                            <p:fltVal val="-53.93"/>
                                          </p:val>
                                        </p:tav>
                                        <p:tav tm="12987">
                                          <p:val>
                                            <p:fltVal val="-44.5"/>
                                          </p:val>
                                        </p:tav>
                                        <p:tav tm="15584">
                                          <p:val>
                                            <p:fltVal val="-36.87"/>
                                          </p:val>
                                        </p:tav>
                                        <p:tav tm="18182">
                                          <p:val>
                                            <p:fltVal val="-30.58"/>
                                          </p:val>
                                        </p:tav>
                                        <p:tav tm="20779">
                                          <p:val>
                                            <p:fltVal val="-25.34"/>
                                          </p:val>
                                        </p:tav>
                                        <p:tav tm="23377">
                                          <p:val>
                                            <p:fltVal val="-20.92"/>
                                          </p:val>
                                        </p:tav>
                                        <p:tav tm="25974">
                                          <p:val>
                                            <p:fltVal val="-17.17"/>
                                          </p:val>
                                        </p:tav>
                                        <p:tav tm="31169">
                                          <p:val>
                                            <p:fltVal val="-11.25"/>
                                          </p:val>
                                        </p:tav>
                                        <p:tav tm="36364">
                                          <p:val>
                                            <p:fltVal val="-6.92"/>
                                          </p:val>
                                        </p:tav>
                                        <p:tav tm="41558">
                                          <p:val>
                                            <p:fltVal val="-3.78"/>
                                          </p:val>
                                        </p:tav>
                                        <p:tav tm="49351">
                                          <p:val>
                                            <p:fltVal val="-0.69"/>
                                          </p:val>
                                        </p:tav>
                                        <p:tav tm="54545">
                                          <p:val>
                                            <p:fltVal val="0.55"/>
                                          </p:val>
                                        </p:tav>
                                        <p:tav tm="62338">
                                          <p:val>
                                            <p:fltVal val="1.46"/>
                                          </p:val>
                                        </p:tav>
                                        <p:tav tm="96104">
                                          <p:val>
                                            <p:fltVal val="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47" dur="667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9" dur="12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198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494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684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21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31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22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986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63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176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26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037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67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14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627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103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0" dur="12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5267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0123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6447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352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1157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09247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7692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6415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5354"/>
                                          </p:val>
                                        </p:tav>
                                        <p:tav tm="23377">
                                          <p:val>
                                            <p:strVal val="#ppt_y+0.04464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371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2514"/>
                                          </p:val>
                                        </p:tav>
                                        <p:tav tm="36364">
                                          <p:val>
                                            <p:strVal val="#ppt_y+0.0163"/>
                                          </p:val>
                                        </p:tav>
                                        <p:tav tm="44156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96"/>
                                          </p:val>
                                        </p:tav>
                                        <p:tav tm="67532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3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12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2961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279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3568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9301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5989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33414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178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3817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78711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6588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4926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550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37379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035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4278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1902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05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7236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1994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707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487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2" dur="12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296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279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3568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301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5989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33414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178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3817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78711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6588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4926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550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37379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035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4278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19022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05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7236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199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707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487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3" dur="12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1.07"/>
                                          </p:val>
                                        </p:tav>
                                        <p:tav tm="2597">
                                          <p:val>
                                            <p:fltVal val="-45.14"/>
                                          </p:val>
                                        </p:tav>
                                        <p:tav tm="5195">
                                          <p:val>
                                            <p:fltVal val="-106.56"/>
                                          </p:val>
                                        </p:tav>
                                        <p:tav tm="7792">
                                          <p:val>
                                            <p:fltVal val="-152.44"/>
                                          </p:val>
                                        </p:tav>
                                        <p:tav tm="10390">
                                          <p:val>
                                            <p:fltVal val="-188.06"/>
                                          </p:val>
                                        </p:tav>
                                        <p:tav tm="12987">
                                          <p:val>
                                            <p:fltVal val="-216.53"/>
                                          </p:val>
                                        </p:tav>
                                        <p:tav tm="15584">
                                          <p:val>
                                            <p:fltVal val="-239.79"/>
                                          </p:val>
                                        </p:tav>
                                        <p:tav tm="18182">
                                          <p:val>
                                            <p:fltVal val="-259.11"/>
                                          </p:val>
                                        </p:tav>
                                        <p:tav tm="20779">
                                          <p:val>
                                            <p:fltVal val="-275.36"/>
                                          </p:val>
                                        </p:tav>
                                        <p:tav tm="23377">
                                          <p:val>
                                            <p:fltVal val="-289.15"/>
                                          </p:val>
                                        </p:tav>
                                        <p:tav tm="25974">
                                          <p:val>
                                            <p:fltVal val="-300.93"/>
                                          </p:val>
                                        </p:tav>
                                        <p:tav tm="28571">
                                          <p:val>
                                            <p:fltVal val="-311.07"/>
                                          </p:val>
                                        </p:tav>
                                        <p:tav tm="31169">
                                          <p:val>
                                            <p:fltVal val="-319.8"/>
                                          </p:val>
                                        </p:tav>
                                        <p:tav tm="33766">
                                          <p:val>
                                            <p:fltVal val="-327.36"/>
                                          </p:val>
                                        </p:tav>
                                        <p:tav tm="36364">
                                          <p:val>
                                            <p:fltVal val="-333.89"/>
                                          </p:val>
                                        </p:tav>
                                        <p:tav tm="38961">
                                          <p:val>
                                            <p:fltVal val="-339.54"/>
                                          </p:val>
                                        </p:tav>
                                        <p:tav tm="41558">
                                          <p:val>
                                            <p:fltVal val="-344.42"/>
                                          </p:val>
                                        </p:tav>
                                        <p:tav tm="44156">
                                          <p:val>
                                            <p:fltVal val="-348.62"/>
                                          </p:val>
                                        </p:tav>
                                        <p:tav tm="46753">
                                          <p:val>
                                            <p:fltVal val="-352.22"/>
                                          </p:val>
                                        </p:tav>
                                        <p:tav tm="51948">
                                          <p:val>
                                            <p:fltVal val="-357.86"/>
                                          </p:val>
                                        </p:tav>
                                        <p:tav tm="54545">
                                          <p:val>
                                            <p:fltVal val="-360"/>
                                          </p:val>
                                        </p:tav>
                                        <p:tav tm="59740">
                                          <p:val>
                                            <p:fltVal val="-363.15"/>
                                          </p:val>
                                        </p:tav>
                                        <p:tav tm="67532">
                                          <p:val>
                                            <p:fltVal val="-365.51"/>
                                          </p:val>
                                        </p:tav>
                                        <p:tav tm="96104">
                                          <p:val>
                                            <p:fltVal val="-365.8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56" dur="6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8" dur="128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782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469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32564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31028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986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8954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822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7625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7131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6718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608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5625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303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887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81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8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128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143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2192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9512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7578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6113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4967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4047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3296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2157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1356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785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0" dur="128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3053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200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20161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75471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4161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1508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9379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76406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202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0018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3993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1438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4262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8205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310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883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528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6712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467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6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1" dur="128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3053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200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0161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75471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4161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1508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9379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76406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202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0018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3993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1438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4262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8205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310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883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528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6712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467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6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2" dur="128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1.91"/>
                                          </p:val>
                                        </p:tav>
                                        <p:tav tm="2597">
                                          <p:val>
                                            <p:fltVal val="-24.12"/>
                                          </p:val>
                                        </p:tav>
                                        <p:tav tm="5195">
                                          <p:val>
                                            <p:fltVal val="-18.83"/>
                                          </p:val>
                                        </p:tav>
                                        <p:tav tm="7792">
                                          <p:val>
                                            <p:fltVal val="-15.01"/>
                                          </p:val>
                                        </p:tav>
                                        <p:tav tm="10390">
                                          <p:val>
                                            <p:fltVal val="-12.11"/>
                                          </p:val>
                                        </p:tav>
                                        <p:tav tm="15584">
                                          <p:val>
                                            <p:fltVal val="-8.02"/>
                                          </p:val>
                                        </p:tav>
                                        <p:tav tm="23377">
                                          <p:val>
                                            <p:fltVal val="-4.28"/>
                                          </p:val>
                                        </p:tav>
                                        <p:tav tm="33766">
                                          <p:val>
                                            <p:fltVal val="-1.56"/>
                                          </p:val>
                                        </p:tav>
                                        <p:tav tm="46753">
                                          <p:val>
                                            <p:fltVal val="0"/>
                                          </p:val>
                                        </p:tav>
                                        <p:tav tm="59740">
                                          <p:val>
                                            <p:fltVal val="0.46"/>
                                          </p:val>
                                        </p:tav>
                                        <p:tav tm="96104">
                                          <p:val>
                                            <p:fltVal val="0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65" dur="867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7" dur="128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036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410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573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711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826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19231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0032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0702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1269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1753"/>
                                          </p:val>
                                        </p:tav>
                                        <p:tav tm="28571">
                                          <p:val>
                                            <p:strVal val="#ppt_x-1.22534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3133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3603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4134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4512"/>
                                          </p:val>
                                        </p:tav>
                                        <p:tav tm="62338">
                                          <p:val>
                                            <p:strVal val="#ppt_x-1.2477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5"/>
                                          </p:val>
                                        </p:tav>
                                        <p:tav tm="83117">
                                          <p:val>
                                            <p:strVal val="#ppt_x-1.251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8" dur="128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4239"/>
                                          </p:val>
                                        </p:tav>
                                        <p:tav tm="2597">
                                          <p:val>
                                            <p:strVal val="#ppt_y+0.20187"/>
                                          </p:val>
                                        </p:tav>
                                        <p:tav tm="5195">
                                          <p:val>
                                            <p:strVal val="#ppt_y+0.168"/>
                                          </p:val>
                                        </p:tav>
                                        <p:tav tm="7792">
                                          <p:val>
                                            <p:strVal val="#ppt_y+0.14106"/>
                                          </p:val>
                                        </p:tav>
                                        <p:tav tm="10390">
                                          <p:val>
                                            <p:strVal val="#ppt_y+0.11996"/>
                                          </p:val>
                                        </p:tav>
                                        <p:tav tm="12987">
                                          <p:val>
                                            <p:strVal val="#ppt_y+0.10319"/>
                                          </p:val>
                                        </p:tav>
                                        <p:tav tm="15584">
                                          <p:val>
                                            <p:strVal val="#ppt_y+0.08953"/>
                                          </p:val>
                                        </p:tav>
                                        <p:tav tm="18182">
                                          <p:val>
                                            <p:strVal val="#ppt_y+0.07814"/>
                                          </p:val>
                                        </p:tav>
                                        <p:tav tm="20779">
                                          <p:val>
                                            <p:strVal val="#ppt_y+0.06842"/>
                                          </p:val>
                                        </p:tav>
                                        <p:tav tm="25974">
                                          <p:val>
                                            <p:strVal val="#ppt_y+0.05264"/>
                                          </p:val>
                                        </p:tav>
                                        <p:tav tm="31169">
                                          <p:val>
                                            <p:strVal val="#ppt_y+0.04036"/>
                                          </p:val>
                                        </p:tav>
                                        <p:tav tm="38961">
                                          <p:val>
                                            <p:strVal val="#ppt_y+0.02646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.01647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93"/>
                                          </p:val>
                                        </p:tav>
                                        <p:tav tm="62338">
                                          <p:val>
                                            <p:strVal val="#ppt_y+0.00425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"/>
                                          </p:val>
                                        </p:tav>
                                        <p:tav tm="83117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96104">
                                          <p:val>
                                            <p:strVal val="#ppt_y-0.00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9" dur="128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9846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3925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3738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4377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92663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6542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4646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603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1003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6155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403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7337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396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562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821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5715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5756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21561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449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6604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2818"/>
                                          </p:val>
                                        </p:tav>
                                        <p:tav tm="72727">
                                          <p:val>
                                            <p:strVal val="#ppt_w*1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74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9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0" dur="128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9846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3925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3738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4377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92663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6542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4646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603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1003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6155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403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73373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396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562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821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5715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5756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21561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449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6604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2818"/>
                                          </p:val>
                                        </p:tav>
                                        <p:tav tm="72727">
                                          <p:val>
                                            <p:strVal val="#ppt_h*1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74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9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1" dur="128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5.11"/>
                                          </p:val>
                                        </p:tav>
                                        <p:tav tm="2597">
                                          <p:val>
                                            <p:fltVal val="-8.67"/>
                                          </p:val>
                                        </p:tav>
                                        <p:tav tm="5195">
                                          <p:val>
                                            <p:fltVal val="-64.83"/>
                                          </p:val>
                                        </p:tav>
                                        <p:tav tm="7792">
                                          <p:val>
                                            <p:fltVal val="-108.88"/>
                                          </p:val>
                                        </p:tav>
                                        <p:tav tm="10390">
                                          <p:val>
                                            <p:fltVal val="-144.38"/>
                                          </p:val>
                                        </p:tav>
                                        <p:tav tm="12987">
                                          <p:val>
                                            <p:fltVal val="-173.61"/>
                                          </p:val>
                                        </p:tav>
                                        <p:tav tm="15584">
                                          <p:val>
                                            <p:fltVal val="-198.12"/>
                                          </p:val>
                                        </p:tav>
                                        <p:tav tm="18182">
                                          <p:val>
                                            <p:fltVal val="-218.95"/>
                                          </p:val>
                                        </p:tav>
                                        <p:tav tm="20779">
                                          <p:val>
                                            <p:fltVal val="-236.85"/>
                                          </p:val>
                                        </p:tav>
                                        <p:tav tm="23377">
                                          <p:val>
                                            <p:fltVal val="-252.39"/>
                                          </p:val>
                                        </p:tav>
                                        <p:tav tm="25974">
                                          <p:val>
                                            <p:fltVal val="-265.96"/>
                                          </p:val>
                                        </p:tav>
                                        <p:tav tm="28571">
                                          <p:val>
                                            <p:fltVal val="-277.88"/>
                                          </p:val>
                                        </p:tav>
                                        <p:tav tm="31169">
                                          <p:val>
                                            <p:fltVal val="-288.41"/>
                                          </p:val>
                                        </p:tav>
                                        <p:tav tm="33766">
                                          <p:val>
                                            <p:fltVal val="-297.75"/>
                                          </p:val>
                                        </p:tav>
                                        <p:tav tm="36364">
                                          <p:val>
                                            <p:fltVal val="-306.04"/>
                                          </p:val>
                                        </p:tav>
                                        <p:tav tm="38961">
                                          <p:val>
                                            <p:fltVal val="-313.44"/>
                                          </p:val>
                                        </p:tav>
                                        <p:tav tm="41558">
                                          <p:val>
                                            <p:fltVal val="-320.03"/>
                                          </p:val>
                                        </p:tav>
                                        <p:tav tm="44156">
                                          <p:val>
                                            <p:fltVal val="-325.92"/>
                                          </p:val>
                                        </p:tav>
                                        <p:tav tm="46753">
                                          <p:val>
                                            <p:fltVal val="-331.18"/>
                                          </p:val>
                                        </p:tav>
                                        <p:tav tm="49351">
                                          <p:val>
                                            <p:fltVal val="-335.87"/>
                                          </p:val>
                                        </p:tav>
                                        <p:tav tm="54545">
                                          <p:val>
                                            <p:fltVal val="-343.78"/>
                                          </p:val>
                                        </p:tav>
                                        <p:tav tm="57143">
                                          <p:val>
                                            <p:fltVal val="-347.09"/>
                                          </p:val>
                                        </p:tav>
                                        <p:tav tm="62338">
                                          <p:val>
                                            <p:fltVal val="-352.61"/>
                                          </p:val>
                                        </p:tav>
                                        <p:tav tm="67532">
                                          <p:val>
                                            <p:fltVal val="-356.85"/>
                                          </p:val>
                                        </p:tav>
                                        <p:tav tm="72727">
                                          <p:val>
                                            <p:fltVal val="-360"/>
                                          </p:val>
                                        </p:tav>
                                        <p:tav tm="77922">
                                          <p:val>
                                            <p:fltVal val="-362.23"/>
                                          </p:val>
                                        </p:tav>
                                        <p:tav tm="83117">
                                          <p:val>
                                            <p:fltVal val="-363.65"/>
                                          </p:val>
                                        </p:tav>
                                        <p:tav tm="88312">
                                          <p:val>
                                            <p:fltVal val="-364.37"/>
                                          </p:val>
                                        </p:tav>
                                        <p:tav tm="96104">
                                          <p:val>
                                            <p:fltVal val="-364.5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74" dur="767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6" dur="128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497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9426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863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80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7568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7185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604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6018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574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553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305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149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496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7" dur="128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001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2923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0662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893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7559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6444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552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4741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4078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3013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2206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1584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0903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44"/>
                                          </p:val>
                                        </p:tav>
                                        <p:tav tm="59740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8" dur="128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141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7323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53492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12194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9478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52897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3087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1234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6579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3029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7130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109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5216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4331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7445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31382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21339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720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10403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320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1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7841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622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6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128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141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7323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53492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12194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9478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52897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3087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1234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6579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3029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7130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109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5216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4331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7445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31382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21339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720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10403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3201"/>
                                          </p:val>
                                        </p:tav>
                                        <p:tav tm="64935">
                                          <p:val>
                                            <p:strVal val="#ppt_h*1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7841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622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6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0" dur="128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8.12"/>
                                          </p:val>
                                        </p:tav>
                                        <p:tav tm="2597">
                                          <p:val>
                                            <p:fltVal val="144"/>
                                          </p:val>
                                        </p:tav>
                                        <p:tav tm="5195">
                                          <p:val>
                                            <p:fltVal val="118.77"/>
                                          </p:val>
                                        </p:tav>
                                        <p:tav tm="7792">
                                          <p:val>
                                            <p:fltVal val="99.42"/>
                                          </p:val>
                                        </p:tav>
                                        <p:tav tm="10390">
                                          <p:val>
                                            <p:fltVal val="84.09"/>
                                          </p:val>
                                        </p:tav>
                                        <p:tav tm="12987">
                                          <p:val>
                                            <p:fltVal val="71.64"/>
                                          </p:val>
                                        </p:tav>
                                        <p:tav tm="15584">
                                          <p:val>
                                            <p:fltVal val="61.32"/>
                                          </p:val>
                                        </p:tav>
                                        <p:tav tm="18182">
                                          <p:val>
                                            <p:fltVal val="52.64"/>
                                          </p:val>
                                        </p:tav>
                                        <p:tav tm="20779">
                                          <p:val>
                                            <p:fltVal val="45.25"/>
                                          </p:val>
                                        </p:tav>
                                        <p:tav tm="23377">
                                          <p:val>
                                            <p:fltVal val="38.9"/>
                                          </p:val>
                                        </p:tav>
                                        <p:tav tm="25974">
                                          <p:val>
                                            <p:fltVal val="33.41"/>
                                          </p:val>
                                        </p:tav>
                                        <p:tav tm="28571">
                                          <p:val>
                                            <p:fltVal val="28.62"/>
                                          </p:val>
                                        </p:tav>
                                        <p:tav tm="31169">
                                          <p:val>
                                            <p:fltVal val="24.44"/>
                                          </p:val>
                                        </p:tav>
                                        <p:tav tm="36364">
                                          <p:val>
                                            <p:fltVal val="17.54"/>
                                          </p:val>
                                        </p:tav>
                                        <p:tav tm="38961">
                                          <p:val>
                                            <p:fltVal val="14.7"/>
                                          </p:val>
                                        </p:tav>
                                        <p:tav tm="44156">
                                          <p:val>
                                            <p:fltVal val="10"/>
                                          </p:val>
                                        </p:tav>
                                        <p:tav tm="51948">
                                          <p:val>
                                            <p:fltVal val="4.87"/>
                                          </p:val>
                                        </p:tav>
                                        <p:tav tm="59740">
                                          <p:val>
                                            <p:fltVal val="1.5"/>
                                          </p:val>
                                        </p:tav>
                                        <p:tav tm="70130">
                                          <p:val>
                                            <p:fltVal val="-1.01"/>
                                          </p:val>
                                        </p:tav>
                                        <p:tav tm="77922">
                                          <p:val>
                                            <p:fltVal val="-1.77"/>
                                          </p:val>
                                        </p:tav>
                                        <p:tav tm="96104">
                                          <p:val>
                                            <p:fltVal val="-1.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83" dur="733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5" dur="128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522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8979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007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092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1597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2136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2578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2946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3255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74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4109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38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682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877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508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6" dur="128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198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4099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3282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2684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2232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1879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0839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128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5551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9941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4886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0311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030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43821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2201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0375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883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508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37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3841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5267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778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1253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5539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6182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238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6244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7417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5859"/>
                                          </p:val>
                                        </p:tav>
                                        <p:tav tm="75325">
                                          <p:val>
                                            <p:strVal val="#ppt_w*0.95171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8" dur="128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5551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9941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4886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311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030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3821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201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375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83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508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37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3841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5267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778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1253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5539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6182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238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6244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7417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5859"/>
                                          </p:val>
                                        </p:tav>
                                        <p:tav tm="75325">
                                          <p:val>
                                            <p:strVal val="#ppt_h*0.95171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9" dur="128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7.01"/>
                                          </p:val>
                                        </p:tav>
                                        <p:tav tm="2597">
                                          <p:val>
                                            <p:fltVal val="118.01"/>
                                          </p:val>
                                        </p:tav>
                                        <p:tav tm="5195">
                                          <p:val>
                                            <p:fltVal val="162.43"/>
                                          </p:val>
                                        </p:tav>
                                        <p:tav tm="7792">
                                          <p:val>
                                            <p:fltVal val="196.13"/>
                                          </p:val>
                                        </p:tav>
                                        <p:tav tm="10390">
                                          <p:val>
                                            <p:fltVal val="222.6"/>
                                          </p:val>
                                        </p:tav>
                                        <p:tav tm="12987">
                                          <p:val>
                                            <p:fltVal val="243.97"/>
                                          </p:val>
                                        </p:tav>
                                        <p:tav tm="15584">
                                          <p:val>
                                            <p:fltVal val="261.56"/>
                                          </p:val>
                                        </p:tav>
                                        <p:tav tm="18182">
                                          <p:val>
                                            <p:fltVal val="276.29"/>
                                          </p:val>
                                        </p:tav>
                                        <p:tav tm="20779">
                                          <p:val>
                                            <p:fltVal val="288.76"/>
                                          </p:val>
                                        </p:tav>
                                        <p:tav tm="23377">
                                          <p:val>
                                            <p:fltVal val="299.42"/>
                                          </p:val>
                                        </p:tav>
                                        <p:tav tm="25974">
                                          <p:val>
                                            <p:fltVal val="308.61"/>
                                          </p:val>
                                        </p:tav>
                                        <p:tav tm="28571">
                                          <p:val>
                                            <p:fltVal val="316.56"/>
                                          </p:val>
                                        </p:tav>
                                        <p:tav tm="31169">
                                          <p:val>
                                            <p:fltVal val="323.48"/>
                                          </p:val>
                                        </p:tav>
                                        <p:tav tm="33766">
                                          <p:val>
                                            <p:fltVal val="329.51"/>
                                          </p:val>
                                        </p:tav>
                                        <p:tav tm="36364">
                                          <p:val>
                                            <p:fltVal val="334.79"/>
                                          </p:val>
                                        </p:tav>
                                        <p:tav tm="38961">
                                          <p:val>
                                            <p:fltVal val="339.4"/>
                                          </p:val>
                                        </p:tav>
                                        <p:tav tm="44156">
                                          <p:val>
                                            <p:fltVal val="346.94"/>
                                          </p:val>
                                        </p:tav>
                                        <p:tav tm="46753">
                                          <p:val>
                                            <p:fltVal val="350.01"/>
                                          </p:val>
                                        </p:tav>
                                        <p:tav tm="51948">
                                          <p:val>
                                            <p:fltVal val="354.96"/>
                                          </p:val>
                                        </p:tav>
                                        <p:tav tm="59740">
                                          <p:val>
                                            <p:fltVal val="360"/>
                                          </p:val>
                                        </p:tav>
                                        <p:tav tm="64935">
                                          <p:val>
                                            <p:fltVal val="362.08"/>
                                          </p:val>
                                        </p:tav>
                                        <p:tav tm="70130">
                                          <p:val>
                                            <p:fltVal val="363.34"/>
                                          </p:val>
                                        </p:tav>
                                        <p:tav tm="75325">
                                          <p:val>
                                            <p:fltVal val="363.9"/>
                                          </p:val>
                                        </p:tav>
                                        <p:tav tm="96104">
                                          <p:val>
                                            <p:fltVal val="363.9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92" dur="833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4" dur="128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930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8504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7911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7456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709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680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351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5889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567"/>
                                          </p:val>
                                        </p:tav>
                                        <p:tav tm="38961">
                                          <p:val>
                                            <p:strVal val="#ppt_x-1.25428"/>
                                          </p:val>
                                        </p:tav>
                                        <p:tav tm="54545">
                                          <p:val>
                                            <p:strVal val="#ppt_x-1.2513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128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229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6767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5675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4824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414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3576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2699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205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1554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1167"/>
                                          </p:val>
                                        </p:tav>
                                        <p:tav tm="41558">
                                          <p:val>
                                            <p:strVal val="#ppt_y-0.00734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6" dur="128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591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11196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60249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20505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88616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6243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40558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22005"/>
                                          </p:val>
                                        </p:tav>
                                        <p:tav tm="20779">
                                          <p:val>
                                            <p:strVal val="#ppt_w*2.06095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92326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80322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69796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6052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52324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45053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32848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23181"/>
                                          </p:val>
                                        </p:tav>
                                        <p:tav tm="49351">
                                          <p:val>
                                            <p:strVal val="#ppt_w*1.19132"/>
                                          </p:val>
                                        </p:tav>
                                        <p:tav tm="54545">
                                          <p:val>
                                            <p:strVal val="#ppt_w*1.12349"/>
                                          </p:val>
                                        </p:tav>
                                        <p:tav tm="62338">
                                          <p:val>
                                            <p:strVal val="#ppt_w*1.0489"/>
                                          </p:val>
                                        </p:tav>
                                        <p:tav tm="67532">
                                          <p:val>
                                            <p:strVal val="#ppt_w*1.01383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8839"/>
                                          </p:val>
                                        </p:tav>
                                        <p:tav tm="83117">
                                          <p:val>
                                            <p:strVal val="#ppt_w*0.96115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57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7" dur="128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591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11196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60249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20505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88616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6243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40558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22005"/>
                                          </p:val>
                                        </p:tav>
                                        <p:tav tm="20779">
                                          <p:val>
                                            <p:strVal val="#ppt_h*2.06095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92326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80322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69796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6052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52324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45053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32848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23181"/>
                                          </p:val>
                                        </p:tav>
                                        <p:tav tm="49351">
                                          <p:val>
                                            <p:strVal val="#ppt_h*1.19132"/>
                                          </p:val>
                                        </p:tav>
                                        <p:tav tm="54545">
                                          <p:val>
                                            <p:strVal val="#ppt_h*1.12349"/>
                                          </p:val>
                                        </p:tav>
                                        <p:tav tm="62338">
                                          <p:val>
                                            <p:strVal val="#ppt_h*1.0489"/>
                                          </p:val>
                                        </p:tav>
                                        <p:tav tm="67532">
                                          <p:val>
                                            <p:strVal val="#ppt_h*1.01383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8839"/>
                                          </p:val>
                                        </p:tav>
                                        <p:tav tm="83117">
                                          <p:val>
                                            <p:strVal val="#ppt_h*0.96115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57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8" dur="128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5.37"/>
                                          </p:val>
                                        </p:tav>
                                        <p:tav tm="2597">
                                          <p:val>
                                            <p:fltVal val="119.49"/>
                                          </p:val>
                                        </p:tav>
                                        <p:tav tm="5195">
                                          <p:val>
                                            <p:fltVal val="99.93"/>
                                          </p:val>
                                        </p:tav>
                                        <p:tav tm="7792">
                                          <p:val>
                                            <p:fltVal val="84.67"/>
                                          </p:val>
                                        </p:tav>
                                        <p:tav tm="10390">
                                          <p:val>
                                            <p:fltVal val="72.43"/>
                                          </p:val>
                                        </p:tav>
                                        <p:tav tm="12987">
                                          <p:val>
                                            <p:fltVal val="62.37"/>
                                          </p:val>
                                        </p:tav>
                                        <p:tav tm="15584">
                                          <p:val>
                                            <p:fltVal val="53.97"/>
                                          </p:val>
                                        </p:tav>
                                        <p:tav tm="18182">
                                          <p:val>
                                            <p:fltVal val="46.85"/>
                                          </p:val>
                                        </p:tav>
                                        <p:tav tm="20779">
                                          <p:val>
                                            <p:fltVal val="40.74"/>
                                          </p:val>
                                        </p:tav>
                                        <p:tav tm="23377">
                                          <p:val>
                                            <p:fltVal val="35.45"/>
                                          </p:val>
                                        </p:tav>
                                        <p:tav tm="28571">
                                          <p:val>
                                            <p:fltVal val="26.8"/>
                                          </p:val>
                                        </p:tav>
                                        <p:tav tm="33766">
                                          <p:val>
                                            <p:fltVal val="20.09"/>
                                          </p:val>
                                        </p:tav>
                                        <p:tav tm="41558">
                                          <p:val>
                                            <p:fltVal val="12.61"/>
                                          </p:val>
                                        </p:tav>
                                        <p:tav tm="46753">
                                          <p:val>
                                            <p:fltVal val="8.9"/>
                                          </p:val>
                                        </p:tav>
                                        <p:tav tm="54545">
                                          <p:val>
                                            <p:fltVal val="4.74"/>
                                          </p:val>
                                        </p:tav>
                                        <p:tav tm="62338">
                                          <p:val>
                                            <p:fltVal val="1.88"/>
                                          </p:val>
                                        </p:tav>
                                        <p:tav tm="72727">
                                          <p:val>
                                            <p:fltVal val="-0.45"/>
                                          </p:val>
                                        </p:tav>
                                        <p:tav tm="83117">
                                          <p:val>
                                            <p:fltVal val="-1.49"/>
                                          </p:val>
                                        </p:tav>
                                        <p:tav tm="96104">
                                          <p:val>
                                            <p:fltVal val="-1.6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01" dur="7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3" dur="128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2285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15031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16967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18397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195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03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1101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1701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2207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3012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3612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4066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4549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4862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67532">
                                          <p:val>
                                            <p:strVal val="#ppt_x-1.25149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5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128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974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9484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775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6452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5423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4584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3297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2796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1995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1393"/>
                                          </p:val>
                                        </p:tav>
                                        <p:tav tm="36364">
                                          <p:val>
                                            <p:strVal val="#ppt_y-0.00938"/>
                                          </p:val>
                                        </p:tav>
                                        <p:tav tm="44156">
                                          <p:val>
                                            <p:strVal val="#ppt_y-0.00452"/>
                                          </p:val>
                                        </p:tav>
                                        <p:tav tm="51948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67532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5" dur="128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022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96357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037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98199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6525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38779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17057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98944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83654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7062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594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49787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1423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34158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2783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233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340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0982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4098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8466"/>
                                          </p:val>
                                        </p:tav>
                                        <p:tav tm="67532">
                                          <p:val>
                                            <p:strVal val="#ppt_w*0.9558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9486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8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6" dur="128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022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96357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037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98199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6525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38779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17057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98944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83654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7062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594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49787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1423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34158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2783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233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340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0982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4098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8466"/>
                                          </p:val>
                                        </p:tav>
                                        <p:tav tm="67532">
                                          <p:val>
                                            <p:strVal val="#ppt_h*0.9558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9486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8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128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7.1"/>
                                          </p:val>
                                        </p:tav>
                                        <p:tav tm="2597">
                                          <p:val>
                                            <p:fltVal val="191.31"/>
                                          </p:val>
                                        </p:tav>
                                        <p:tav tm="5195">
                                          <p:val>
                                            <p:fltVal val="223.18"/>
                                          </p:val>
                                        </p:tav>
                                        <p:tav tm="7792">
                                          <p:val>
                                            <p:fltVal val="247.18"/>
                                          </p:val>
                                        </p:tav>
                                        <p:tav tm="10390">
                                          <p:val>
                                            <p:fltVal val="265.94"/>
                                          </p:val>
                                        </p:tav>
                                        <p:tav tm="12987">
                                          <p:val>
                                            <p:fltVal val="281"/>
                                          </p:val>
                                        </p:tav>
                                        <p:tav tm="15584">
                                          <p:val>
                                            <p:fltVal val="293.37"/>
                                          </p:val>
                                        </p:tav>
                                        <p:tav tm="18182">
                                          <p:val>
                                            <p:fltVal val="303.68"/>
                                          </p:val>
                                        </p:tav>
                                        <p:tav tm="20779">
                                          <p:val>
                                            <p:fltVal val="312.38"/>
                                          </p:val>
                                        </p:tav>
                                        <p:tav tm="23377">
                                          <p:val>
                                            <p:fltVal val="319.8"/>
                                          </p:val>
                                        </p:tav>
                                        <p:tav tm="25974">
                                          <p:val>
                                            <p:fltVal val="326.17"/>
                                          </p:val>
                                        </p:tav>
                                        <p:tav tm="28571">
                                          <p:val>
                                            <p:fltVal val="331.66"/>
                                          </p:val>
                                        </p:tav>
                                        <p:tav tm="31169">
                                          <p:val>
                                            <p:fltVal val="336.42"/>
                                          </p:val>
                                        </p:tav>
                                        <p:tav tm="36364">
                                          <p:val>
                                            <p:fltVal val="344.15"/>
                                          </p:val>
                                        </p:tav>
                                        <p:tav tm="38961">
                                          <p:val>
                                            <p:fltVal val="347.29"/>
                                          </p:val>
                                        </p:tav>
                                        <p:tav tm="44156">
                                          <p:val>
                                            <p:fltVal val="352.37"/>
                                          </p:val>
                                        </p:tav>
                                        <p:tav tm="51948">
                                          <p:val>
                                            <p:fltVal val="357.67"/>
                                          </p:val>
                                        </p:tav>
                                        <p:tav tm="59740">
                                          <p:val>
                                            <p:fltVal val="360.87"/>
                                          </p:val>
                                        </p:tav>
                                        <p:tav tm="67532">
                                          <p:val>
                                            <p:fltVal val="362.52"/>
                                          </p:val>
                                        </p:tav>
                                        <p:tav tm="72727">
                                          <p:val>
                                            <p:fltVal val="362.92"/>
                                          </p:val>
                                        </p:tav>
                                        <p:tav tm="96104">
                                          <p:val>
                                            <p:fltVal val="362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10" dur="767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2" dur="128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1553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3039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9482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8742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8139"/>
                                          </p:val>
                                        </p:tav>
                                        <p:tav tm="12987">
                                          <p:val>
                                            <p:strVal val="#ppt_x-1.27648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7244"/>
                                          </p:val>
                                        </p:tav>
                                        <p:tav tm="18182">
                                          <p:val>
                                            <p:strVal val="#ppt_x-1.26909"/>
                                          </p:val>
                                        </p:tav>
                                        <p:tav tm="20779">
                                          <p:val>
                                            <p:strVal val="#ppt_x-1.26628"/>
                                          </p:val>
                                        </p:tav>
                                        <p:tav tm="25974">
                                          <p:val>
                                            <p:strVal val="#ppt_x-1.26185"/>
                                          </p:val>
                                        </p:tav>
                                        <p:tav tm="31169">
                                          <p:val>
                                            <p:strVal val="#ppt_x-1.25855"/>
                                          </p:val>
                                        </p:tav>
                                        <p:tav tm="36364">
                                          <p:val>
                                            <p:strVal val="#ppt_x-1.25605"/>
                                          </p:val>
                                        </p:tav>
                                        <p:tav tm="44156">
                                          <p:val>
                                            <p:strVal val="#ppt_x-1.25332"/>
                                          </p:val>
                                        </p:tav>
                                        <p:tav tm="51948">
                                          <p:val>
                                            <p:strVal val="#ppt_x-1.25149"/>
                                          </p:val>
                                        </p:tav>
                                        <p:tav tm="70130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128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784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09527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07741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6378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5331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4508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3843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3291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2825"/>
                                          </p:val>
                                        </p:tav>
                                        <p:tav tm="25974">
                                          <p:val>
                                            <p:strVal val="#ppt_y-0.02081"/>
                                          </p:val>
                                        </p:tav>
                                        <p:tav tm="31169">
                                          <p:val>
                                            <p:strVal val="#ppt_y-0.01515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0897"/>
                                          </p:val>
                                        </p:tav>
                                        <p:tav tm="46753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54545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70130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4" dur="128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802"/>
                                          </p:val>
                                        </p:tav>
                                        <p:tav tm="2597">
                                          <p:val>
                                            <p:strVal val="#ppt_w*4.0224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48741"/>
                                          </p:val>
                                        </p:tav>
                                        <p:tav tm="7792">
                                          <p:val>
                                            <p:strVal val="#ppt_w*3.07762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75342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4903"/>
                                          </p:val>
                                        </p:tav>
                                        <p:tav tm="15584">
                                          <p:val>
                                            <p:strVal val="#ppt_w*2.2725"/>
                                          </p:val>
                                        </p:tav>
                                        <p:tav tm="18182">
                                          <p:val>
                                            <p:strVal val="#ppt_w*2.08943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93372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80003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68441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58383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49595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41893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35127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29177"/>
                                          </p:val>
                                        </p:tav>
                                        <p:tav tm="44156">
                                          <p:val>
                                            <p:strVal val="#ppt_w*1.19337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.15294"/>
                                          </p:val>
                                        </p:tav>
                                        <p:tav tm="51948">
                                          <p:val>
                                            <p:strVal val="#ppt_w*1.08661"/>
                                          </p:val>
                                        </p:tav>
                                        <p:tav tm="59740">
                                          <p:val>
                                            <p:strVal val="#ppt_w*1.01677"/>
                                          </p:val>
                                        </p:tav>
                                        <p:tav tm="64935">
                                          <p:val>
                                            <p:strVal val="#ppt_w*0.98603"/>
                                          </p:val>
                                        </p:tav>
                                        <p:tav tm="70130">
                                          <p:val>
                                            <p:strVal val="#ppt_w*0.96558"/>
                                          </p:val>
                                        </p:tav>
                                        <p:tav tm="77922">
                                          <p:val>
                                            <p:strVal val="#ppt_w*0.9509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128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802"/>
                                          </p:val>
                                        </p:tav>
                                        <p:tav tm="2597">
                                          <p:val>
                                            <p:strVal val="#ppt_h*4.0224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48741"/>
                                          </p:val>
                                        </p:tav>
                                        <p:tav tm="7792">
                                          <p:val>
                                            <p:strVal val="#ppt_h*3.07762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75342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4903"/>
                                          </p:val>
                                        </p:tav>
                                        <p:tav tm="15584">
                                          <p:val>
                                            <p:strVal val="#ppt_h*2.2725"/>
                                          </p:val>
                                        </p:tav>
                                        <p:tav tm="18182">
                                          <p:val>
                                            <p:strVal val="#ppt_h*2.08943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93372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80003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68441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58383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49595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41893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35127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29177"/>
                                          </p:val>
                                        </p:tav>
                                        <p:tav tm="44156">
                                          <p:val>
                                            <p:strVal val="#ppt_h*1.19337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.15294"/>
                                          </p:val>
                                        </p:tav>
                                        <p:tav tm="51948">
                                          <p:val>
                                            <p:strVal val="#ppt_h*1.08661"/>
                                          </p:val>
                                        </p:tav>
                                        <p:tav tm="59740">
                                          <p:val>
                                            <p:strVal val="#ppt_h*1.01677"/>
                                          </p:val>
                                        </p:tav>
                                        <p:tav tm="64935">
                                          <p:val>
                                            <p:strVal val="#ppt_h*0.98603"/>
                                          </p:val>
                                        </p:tav>
                                        <p:tav tm="70130">
                                          <p:val>
                                            <p:strVal val="#ppt_h*0.96558"/>
                                          </p:val>
                                        </p:tav>
                                        <p:tav tm="77922">
                                          <p:val>
                                            <p:strVal val="#ppt_h*0.9509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6" dur="128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.7"/>
                                          </p:val>
                                        </p:tav>
                                        <p:tav tm="2597">
                                          <p:val>
                                            <p:fltVal val="-67.51"/>
                                          </p:val>
                                        </p:tav>
                                        <p:tav tm="5195">
                                          <p:val>
                                            <p:fltVal val="-119.29"/>
                                          </p:val>
                                        </p:tav>
                                        <p:tav tm="7792">
                                          <p:val>
                                            <p:fltVal val="-158.95"/>
                                          </p:val>
                                        </p:tav>
                                        <p:tav tm="10390">
                                          <p:val>
                                            <p:fltVal val="-190.32"/>
                                          </p:val>
                                        </p:tav>
                                        <p:tav tm="12987">
                                          <p:val>
                                            <p:fltVal val="-215.78"/>
                                          </p:val>
                                        </p:tav>
                                        <p:tav tm="15584">
                                          <p:val>
                                            <p:fltVal val="-236.86"/>
                                          </p:val>
                                        </p:tav>
                                        <p:tav tm="18182">
                                          <p:val>
                                            <p:fltVal val="-254.57"/>
                                          </p:val>
                                        </p:tav>
                                        <p:tav tm="20779">
                                          <p:val>
                                            <p:fltVal val="-269.64"/>
                                          </p:val>
                                        </p:tav>
                                        <p:tav tm="23377">
                                          <p:val>
                                            <p:fltVal val="-282.58"/>
                                          </p:val>
                                        </p:tav>
                                        <p:tav tm="25974">
                                          <p:val>
                                            <p:fltVal val="-293.77"/>
                                          </p:val>
                                        </p:tav>
                                        <p:tav tm="28571">
                                          <p:val>
                                            <p:fltVal val="-303.5"/>
                                          </p:val>
                                        </p:tav>
                                        <p:tav tm="31169">
                                          <p:val>
                                            <p:fltVal val="-312.01"/>
                                          </p:val>
                                        </p:tav>
                                        <p:tav tm="33766">
                                          <p:val>
                                            <p:fltVal val="-319.46"/>
                                          </p:val>
                                        </p:tav>
                                        <p:tav tm="36364">
                                          <p:val>
                                            <p:fltVal val="-326.01"/>
                                          </p:val>
                                        </p:tav>
                                        <p:tav tm="38961">
                                          <p:val>
                                            <p:fltVal val="-331.77"/>
                                          </p:val>
                                        </p:tav>
                                        <p:tav tm="41558">
                                          <p:val>
                                            <p:fltVal val="-336.83"/>
                                          </p:val>
                                        </p:tav>
                                        <p:tav tm="44156">
                                          <p:val>
                                            <p:fltVal val="-341.29"/>
                                          </p:val>
                                        </p:tav>
                                        <p:tav tm="46753">
                                          <p:val>
                                            <p:fltVal val="-345.2"/>
                                          </p:val>
                                        </p:tav>
                                        <p:tav tm="51948">
                                          <p:val>
                                            <p:fltVal val="-351.62"/>
                                          </p:val>
                                        </p:tav>
                                        <p:tav tm="54545">
                                          <p:val>
                                            <p:fltVal val="-354.22"/>
                                          </p:val>
                                        </p:tav>
                                        <p:tav tm="59740">
                                          <p:val>
                                            <p:fltVal val="-358.38"/>
                                          </p:val>
                                        </p:tav>
                                        <p:tav tm="64935">
                                          <p:val>
                                            <p:fltVal val="-361.35"/>
                                          </p:val>
                                        </p:tav>
                                        <p:tav tm="70130">
                                          <p:val>
                                            <p:fltVal val="-363.33"/>
                                          </p:val>
                                        </p:tav>
                                        <p:tav tm="77922">
                                          <p:val>
                                            <p:fltVal val="-364.75"/>
                                          </p:val>
                                        </p:tav>
                                        <p:tav tm="96104">
                                          <p:val>
                                            <p:fltVal val="-364.8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19" dur="6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1" dur="128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44"/>
                                          </p:val>
                                        </p:tav>
                                        <p:tav tm="2597">
                                          <p:val>
                                            <p:strVal val="#ppt_x-1.2757"/>
                                          </p:val>
                                        </p:tav>
                                        <p:tav tm="5195">
                                          <p:val>
                                            <p:strVal val="#ppt_x-1.26989"/>
                                          </p:val>
                                        </p:tav>
                                        <p:tav tm="7792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10390">
                                          <p:val>
                                            <p:strVal val="#ppt_x-1.26283"/>
                                          </p:val>
                                        </p:tav>
                                        <p:tav tm="15584">
                                          <p:val>
                                            <p:strVal val="#ppt_x-1.25858"/>
                                          </p:val>
                                        </p:tav>
                                        <p:tav tm="23377">
                                          <p:val>
                                            <p:strVal val="#ppt_x-1.25463"/>
                                          </p:val>
                                        </p:tav>
                                        <p:tav tm="33766">
                                          <p:val>
                                            <p:strVal val="#ppt_x-1.2517"/>
                                          </p:val>
                                        </p:tav>
                                        <p:tav tm="46753">
                                          <p:val>
                                            <p:strVal val="#ppt_x-1.25"/>
                                          </p:val>
                                        </p:tav>
                                        <p:tav tm="59740">
                                          <p:val>
                                            <p:strVal val="#ppt_x-1.24948"/>
                                          </p:val>
                                        </p:tav>
                                        <p:tav tm="96104">
                                          <p:val>
                                            <p:strVal val="#ppt_x-1.249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2" dur="128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061"/>
                                          </p:val>
                                        </p:tav>
                                        <p:tav tm="2597">
                                          <p:val>
                                            <p:strVal val="#ppt_y-0.14401"/>
                                          </p:val>
                                        </p:tav>
                                        <p:tav tm="5195">
                                          <p:val>
                                            <p:strVal val="#ppt_y-0.11283"/>
                                          </p:val>
                                        </p:tav>
                                        <p:tav tm="7792">
                                          <p:val>
                                            <p:strVal val="#ppt_y-0.09028"/>
                                          </p:val>
                                        </p:tav>
                                        <p:tav tm="10390">
                                          <p:val>
                                            <p:strVal val="#ppt_y-0.07309"/>
                                          </p:val>
                                        </p:tav>
                                        <p:tav tm="12987">
                                          <p:val>
                                            <p:strVal val="#ppt_y-0.05954"/>
                                          </p:val>
                                        </p:tav>
                                        <p:tav tm="15584">
                                          <p:val>
                                            <p:strVal val="#ppt_y-0.0486"/>
                                          </p:val>
                                        </p:tav>
                                        <p:tav tm="18182">
                                          <p:val>
                                            <p:strVal val="#ppt_y-0.03964"/>
                                          </p:val>
                                        </p:tav>
                                        <p:tav tm="20779">
                                          <p:val>
                                            <p:strVal val="#ppt_y-0.03221"/>
                                          </p:val>
                                        </p:tav>
                                        <p:tav tm="23377">
                                          <p:val>
                                            <p:strVal val="#ppt_y-0.026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1638"/>
                                          </p:val>
                                        </p:tav>
                                        <p:tav tm="33766">
                                          <p:val>
                                            <p:strVal val="#ppt_y-0.00951"/>
                                          </p:val>
                                        </p:tav>
                                        <p:tav tm="38961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46753">
                                          <p:val>
                                            <p:strVal val="#ppt_y+0"/>
                                          </p:val>
                                        </p:tav>
                                        <p:tav tm="51948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59740">
                                          <p:val>
                                            <p:strVal val="#ppt_y+0.00287"/>
                                          </p:val>
                                        </p:tav>
                                        <p:tav tm="96104">
                                          <p:val>
                                            <p:strVal val="#ppt_y+0.002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128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1644"/>
                                          </p:val>
                                        </p:tav>
                                        <p:tav tm="2597">
                                          <p:val>
                                            <p:strVal val="#ppt_w*3.81439"/>
                                          </p:val>
                                        </p:tav>
                                        <p:tav tm="5195">
                                          <p:val>
                                            <p:strVal val="#ppt_w*3.20012"/>
                                          </p:val>
                                        </p:tav>
                                        <p:tav tm="7792">
                                          <p:val>
                                            <p:strVal val="#ppt_w*2.75548"/>
                                          </p:val>
                                        </p:tav>
                                        <p:tav tm="10390">
                                          <p:val>
                                            <p:strVal val="#ppt_w*2.41819"/>
                                          </p:val>
                                        </p:tav>
                                        <p:tav tm="12987">
                                          <p:val>
                                            <p:strVal val="#ppt_w*2.15365"/>
                                          </p:val>
                                        </p:tav>
                                        <p:tav tm="15584">
                                          <p:val>
                                            <p:strVal val="#ppt_w*1.94112"/>
                                          </p:val>
                                        </p:tav>
                                        <p:tav tm="18182">
                                          <p:val>
                                            <p:strVal val="#ppt_w*1.76739"/>
                                          </p:val>
                                        </p:tav>
                                        <p:tav tm="20779">
                                          <p:val>
                                            <p:strVal val="#ppt_w*1.62356"/>
                                          </p:val>
                                        </p:tav>
                                        <p:tav tm="23377">
                                          <p:val>
                                            <p:strVal val="#ppt_w*1.5034"/>
                                          </p:val>
                                        </p:tav>
                                        <p:tav tm="25974">
                                          <p:val>
                                            <p:strVal val="#ppt_w*1.4024"/>
                                          </p:val>
                                        </p:tav>
                                        <p:tav tm="28571">
                                          <p:val>
                                            <p:strVal val="#ppt_w*1.31715"/>
                                          </p:val>
                                        </p:tav>
                                        <p:tav tm="31169">
                                          <p:val>
                                            <p:strVal val="#ppt_w*1.24508"/>
                                          </p:val>
                                        </p:tav>
                                        <p:tav tm="33766">
                                          <p:val>
                                            <p:strVal val="#ppt_w*1.18416"/>
                                          </p:val>
                                        </p:tav>
                                        <p:tav tm="36364">
                                          <p:val>
                                            <p:strVal val="#ppt_w*1.13279"/>
                                          </p:val>
                                        </p:tav>
                                        <p:tav tm="38961">
                                          <p:val>
                                            <p:strVal val="#ppt_w*1.08966"/>
                                          </p:val>
                                        </p:tav>
                                        <p:tav tm="41558">
                                          <p:val>
                                            <p:strVal val="#ppt_w*1.05371"/>
                                          </p:val>
                                        </p:tav>
                                        <p:tav tm="46753">
                                          <p:val>
                                            <p:strVal val="#ppt_w*1"/>
                                          </p:val>
                                        </p:tav>
                                        <p:tav tm="51948">
                                          <p:val>
                                            <p:strVal val="#ppt_w*0.96617"/>
                                          </p:val>
                                        </p:tav>
                                        <p:tav tm="59740">
                                          <p:val>
                                            <p:strVal val="#ppt_w*0.94432"/>
                                          </p:val>
                                        </p:tav>
                                        <p:tav tm="96104">
                                          <p:val>
                                            <p:strVal val="#ppt_w*0.943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128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1644"/>
                                          </p:val>
                                        </p:tav>
                                        <p:tav tm="2597">
                                          <p:val>
                                            <p:strVal val="#ppt_h*3.81439"/>
                                          </p:val>
                                        </p:tav>
                                        <p:tav tm="5195">
                                          <p:val>
                                            <p:strVal val="#ppt_h*3.20012"/>
                                          </p:val>
                                        </p:tav>
                                        <p:tav tm="7792">
                                          <p:val>
                                            <p:strVal val="#ppt_h*2.75548"/>
                                          </p:val>
                                        </p:tav>
                                        <p:tav tm="10390">
                                          <p:val>
                                            <p:strVal val="#ppt_h*2.41819"/>
                                          </p:val>
                                        </p:tav>
                                        <p:tav tm="12987">
                                          <p:val>
                                            <p:strVal val="#ppt_h*2.15365"/>
                                          </p:val>
                                        </p:tav>
                                        <p:tav tm="15584">
                                          <p:val>
                                            <p:strVal val="#ppt_h*1.94112"/>
                                          </p:val>
                                        </p:tav>
                                        <p:tav tm="18182">
                                          <p:val>
                                            <p:strVal val="#ppt_h*1.76739"/>
                                          </p:val>
                                        </p:tav>
                                        <p:tav tm="20779">
                                          <p:val>
                                            <p:strVal val="#ppt_h*1.62356"/>
                                          </p:val>
                                        </p:tav>
                                        <p:tav tm="23377">
                                          <p:val>
                                            <p:strVal val="#ppt_h*1.5034"/>
                                          </p:val>
                                        </p:tav>
                                        <p:tav tm="25974">
                                          <p:val>
                                            <p:strVal val="#ppt_h*1.4024"/>
                                          </p:val>
                                        </p:tav>
                                        <p:tav tm="28571">
                                          <p:val>
                                            <p:strVal val="#ppt_h*1.31715"/>
                                          </p:val>
                                        </p:tav>
                                        <p:tav tm="31169">
                                          <p:val>
                                            <p:strVal val="#ppt_h*1.24508"/>
                                          </p:val>
                                        </p:tav>
                                        <p:tav tm="33766">
                                          <p:val>
                                            <p:strVal val="#ppt_h*1.18416"/>
                                          </p:val>
                                        </p:tav>
                                        <p:tav tm="36364">
                                          <p:val>
                                            <p:strVal val="#ppt_h*1.13279"/>
                                          </p:val>
                                        </p:tav>
                                        <p:tav tm="38961">
                                          <p:val>
                                            <p:strVal val="#ppt_h*1.08966"/>
                                          </p:val>
                                        </p:tav>
                                        <p:tav tm="41558">
                                          <p:val>
                                            <p:strVal val="#ppt_h*1.05371"/>
                                          </p:val>
                                        </p:tav>
                                        <p:tav tm="46753">
                                          <p:val>
                                            <p:strVal val="#ppt_h*1"/>
                                          </p:val>
                                        </p:tav>
                                        <p:tav tm="51948">
                                          <p:val>
                                            <p:strVal val="#ppt_h*0.96617"/>
                                          </p:val>
                                        </p:tav>
                                        <p:tav tm="59740">
                                          <p:val>
                                            <p:strVal val="#ppt_h*0.94432"/>
                                          </p:val>
                                        </p:tav>
                                        <p:tav tm="96104">
                                          <p:val>
                                            <p:strVal val="#ppt_h*0.943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5" dur="128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2.86"/>
                                          </p:val>
                                        </p:tav>
                                        <p:tav tm="2597">
                                          <p:val>
                                            <p:fltVal val="-104.69"/>
                                          </p:val>
                                        </p:tav>
                                        <p:tav tm="5195">
                                          <p:val>
                                            <p:fltVal val="-160.41"/>
                                          </p:val>
                                        </p:tav>
                                        <p:tav tm="7792">
                                          <p:val>
                                            <p:fltVal val="-200.75"/>
                                          </p:val>
                                        </p:tav>
                                        <p:tav tm="10390">
                                          <p:val>
                                            <p:fltVal val="-231.35"/>
                                          </p:val>
                                        </p:tav>
                                        <p:tav tm="12987">
                                          <p:val>
                                            <p:fltVal val="-255.34"/>
                                          </p:val>
                                        </p:tav>
                                        <p:tav tm="15584">
                                          <p:val>
                                            <p:fltVal val="-274.62"/>
                                          </p:val>
                                        </p:tav>
                                        <p:tav tm="18182">
                                          <p:val>
                                            <p:fltVal val="-290.39"/>
                                          </p:val>
                                        </p:tav>
                                        <p:tav tm="20779">
                                          <p:val>
                                            <p:fltVal val="-303.43"/>
                                          </p:val>
                                        </p:tav>
                                        <p:tav tm="23377">
                                          <p:val>
                                            <p:fltVal val="-314.33"/>
                                          </p:val>
                                        </p:tav>
                                        <p:tav tm="25974">
                                          <p:val>
                                            <p:fltVal val="-323.5"/>
                                          </p:val>
                                        </p:tav>
                                        <p:tav tm="28571">
                                          <p:val>
                                            <p:fltVal val="-331.23"/>
                                          </p:val>
                                        </p:tav>
                                        <p:tav tm="31169">
                                          <p:val>
                                            <p:fltVal val="-337.77"/>
                                          </p:val>
                                        </p:tav>
                                        <p:tav tm="33766">
                                          <p:val>
                                            <p:fltVal val="-343.29"/>
                                          </p:val>
                                        </p:tav>
                                        <p:tav tm="36364">
                                          <p:val>
                                            <p:fltVal val="-347.95"/>
                                          </p:val>
                                        </p:tav>
                                        <p:tav tm="38961">
                                          <p:val>
                                            <p:fltVal val="-351.87"/>
                                          </p:val>
                                        </p:tav>
                                        <p:tav tm="41558">
                                          <p:val>
                                            <p:fltVal val="-355.13"/>
                                          </p:val>
                                        </p:tav>
                                        <p:tav tm="46753">
                                          <p:val>
                                            <p:fltVal val="-360"/>
                                          </p:val>
                                        </p:tav>
                                        <p:tav tm="51948">
                                          <p:val>
                                            <p:fltVal val="-363.07"/>
                                          </p:val>
                                        </p:tav>
                                        <p:tav tm="54545">
                                          <p:val>
                                            <p:fltVal val="-364.04"/>
                                          </p:val>
                                        </p:tav>
                                        <p:tav tm="59740">
                                          <p:val>
                                            <p:fltVal val="-365.05"/>
                                          </p:val>
                                        </p:tav>
                                        <p:tav tm="96104">
                                          <p:val>
                                            <p:fltVal val="-365.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6" presetID="31" presetClass="entr" presetSubtype="0" fill="hold" grpId="0" nodeType="withEffect">
                                  <p:stCondLst>
                                    <p:cond delay="182"/>
                                  </p:stCondLst>
                                  <p:childTnLst>
                                    <p:set>
                                      <p:cBhvr>
                                        <p:cTn id="1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28" dur="1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129" dur="1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30" dur="1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4" dur="480" fill="hold" decel="1000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480" fill="hold" decel="1000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6" dur="480" fill="hold" decel="1000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1.8843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7" presetID="31" presetClass="entr" presetSubtype="0" fill="hold" grpId="0" nodeType="withEffect">
                                  <p:stCondLst>
                                    <p:cond delay="187"/>
                                  </p:stCondLst>
                                  <p:childTnLst>
                                    <p:set>
                                      <p:cBhvr>
                                        <p:cTn id="1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39" dur="1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140" dur="1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41" dur="1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5" dur="480" fill="hold" decel="100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6" dur="480" fill="hold" decel="100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480" fill="hold" decel="100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0.01855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8" presetID="31" presetClass="entr" presetSubtype="0" fill="hold" grpId="0" nodeType="withEffect">
                                  <p:stCondLst>
                                    <p:cond delay="188"/>
                                  </p:stCondLst>
                                  <p:childTnLs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50" dur="1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151" dur="1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2" dur="1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6" dur="480" fill="hold" decel="1000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7" dur="480" fill="hold" decel="1000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8" dur="480" fill="hold" decel="1000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5.69271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9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61" dur="1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162" dur="1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63" dur="1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7" dur="480" fill="hold" decel="1000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8" dur="480" fill="hold" decel="1000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9" dur="480" fill="hold" decel="1000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6.01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0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72" dur="1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73" dur="1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74" dur="1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8" dur="480" fill="hold" decel="1000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480" fill="hold" decel="1000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0" dur="480" fill="hold" decel="1000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5.15189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1" presetID="31" presetClass="entr" presetSubtype="0" fill="hold" grpId="0" nodeType="withEffect">
                                  <p:stCondLst>
                                    <p:cond delay="197"/>
                                  </p:stCondLst>
                                  <p:childTnLs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83" dur="1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84" dur="1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85" dur="1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9" dur="480" fill="hold" decel="100000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0" dur="480" fill="hold" decel="100000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480" fill="hold" decel="100000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2.9566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2" presetID="31" presetClass="entr" presetSubtype="0" fill="hold" grpId="0" nodeType="withEffect">
                                  <p:stCondLst>
                                    <p:cond delay="197"/>
                                  </p:stCondLst>
                                  <p:childTnLst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194" dur="1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195" dur="1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96" dur="1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1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1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0" dur="480" fill="hold" decel="1000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1" dur="480" fill="hold" decel="1000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2" dur="480" fill="hold" decel="1000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6.31317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3" presetID="31" presetClass="entr" presetSubtype="0" fill="hold" grpId="0" nodeType="withEffect">
                                  <p:stCondLst>
                                    <p:cond delay="201"/>
                                  </p:stCondLst>
                                  <p:childTnLst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05" dur="1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206" dur="1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07" dur="1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1" dur="480" fill="hold" decel="1000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2" dur="480" fill="hold" decel="1000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3" dur="480" fill="hold" decel="1000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1.53922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4" presetID="31" presetClass="entr" presetSubtype="0" fill="hold" grpId="0" nodeType="withEffect">
                                  <p:stCondLst>
                                    <p:cond delay="208"/>
                                  </p:stCondLst>
                                  <p:childTnLst>
                                    <p:set>
                                      <p:cBhvr>
                                        <p:cTn id="1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16" dur="1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217" dur="1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18" dur="1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2" dur="480" fill="hold" decel="1000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480" fill="hold" decel="1000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4" dur="480" fill="hold" decel="1000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4.23298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5" presetID="31" presetClass="entr" presetSubtype="0" fill="hold" grpId="0" nodeType="withEffect">
                                  <p:stCondLst>
                                    <p:cond delay="208"/>
                                  </p:stCondLst>
                                  <p:childTnLst>
                                    <p:set>
                                      <p:cBhvr>
                                        <p:cTn id="1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27" dur="1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28" dur="1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9" dur="1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3" dur="480" fill="hold" decel="100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4" dur="480" fill="hold" decel="100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480" fill="hold" decel="100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4.29634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6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38" dur="1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39" dur="1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40" dur="1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4" dur="480" fill="hold" decel="100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5" dur="480" fill="hold" decel="100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6" dur="480" fill="hold" decel="100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8.44249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7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49" dur="1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250" dur="1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51" dur="1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5" dur="480" fill="hold" decel="1000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6" dur="480" fill="hold" decel="1000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7" dur="480" fill="hold" decel="1000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9.20033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8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1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60" dur="1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261" dur="1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62" dur="1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6" dur="480" fill="hold" decel="1000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480" fill="hold" decel="1000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8" dur="480" fill="hold" decel="1000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7.67224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9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1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71" dur="1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72" dur="1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73" dur="1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7" dur="480" fill="hold" decel="1000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8" dur="480" fill="hold" decel="1000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480" fill="hold" decel="1000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9.00338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0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82" dur="1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83" dur="1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84" dur="1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8" dur="480" fill="hold" decel="100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9" dur="480" fill="hold" decel="100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0" dur="480" fill="hold" decel="100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2.5887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1" presetID="31" presetClass="entr" presetSubtype="0" fill="hold" grpId="0" nodeType="withEffect">
                                  <p:stCondLst>
                                    <p:cond delay="220"/>
                                  </p:stCondLst>
                                  <p:childTnLst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293" dur="1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294" dur="1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95" dur="1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2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2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9" dur="480" fill="hold" decel="100000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0" dur="480" fill="hold" decel="100000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1" dur="480" fill="hold" decel="100000"/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2.23422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2" presetID="31" presetClass="entr" presetSubtype="0" fill="hold" grpId="0" nodeType="withEffect">
                                  <p:stCondLst>
                                    <p:cond delay="222"/>
                                  </p:stCondLst>
                                  <p:childTnLst>
                                    <p:set>
                                      <p:cBhvr>
                                        <p:cTn id="1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04" dur="1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05" dur="1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06" dur="1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0" dur="480" fill="hold" decel="1000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480" fill="hold" decel="1000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2" dur="480" fill="hold" decel="1000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2.56120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3" presetID="31" presetClass="entr" presetSubtype="0" fill="hold" grpId="0" nodeType="withEffect">
                                  <p:stCondLst>
                                    <p:cond delay="224"/>
                                  </p:stCondLst>
                                  <p:childTnLst>
                                    <p:set>
                                      <p:cBhvr>
                                        <p:cTn id="1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15" dur="1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16" dur="1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7" dur="1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1" dur="480" fill="hold" decel="100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2" dur="480" fill="hold" decel="100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480" fill="hold" decel="100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83712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4" presetID="31" presetClass="entr" presetSubtype="0" fill="hold" grpId="0" nodeType="withEffect">
                                  <p:stCondLst>
                                    <p:cond delay="224"/>
                                  </p:stCondLst>
                                  <p:childTnLst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26" dur="1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327" dur="1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28" dur="1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2" dur="480" fill="hold" decel="1000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3" dur="480" fill="hold" decel="1000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4" dur="480" fill="hold" decel="1000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0.51040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5" presetID="31" presetClass="entr" presetSubtype="0" fill="hold" grpId="0" nodeType="withEffect">
                                  <p:stCondLst>
                                    <p:cond delay="227"/>
                                  </p:stCondLst>
                                  <p:childTnLst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37" dur="1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338" dur="1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39" dur="1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3" dur="480" fill="hold" decel="1000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4" dur="480" fill="hold" decel="1000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5" dur="480" fill="hold" decel="1000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6.32076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6" presetID="31" presetClass="entr" presetSubtype="0" fill="hold" grpId="0" nodeType="withEffect">
                                  <p:stCondLst>
                                    <p:cond delay="229"/>
                                  </p:stCondLst>
                                  <p:childTnLst>
                                    <p:set>
                                      <p:cBhvr>
                                        <p:cTn id="1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48" dur="1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349" dur="1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50" dur="1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4" dur="480" fill="hold" decel="100000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480" fill="hold" decel="100000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6" dur="480" fill="hold" decel="100000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7.98276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7" presetID="31" presetClass="entr" presetSubtype="0" fill="hold" grpId="0" nodeType="withEffect">
                                  <p:stCondLst>
                                    <p:cond delay="231"/>
                                  </p:stCondLst>
                                  <p:childTnLst>
                                    <p:set>
                                      <p:cBhvr>
                                        <p:cTn id="1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59" dur="1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360" dur="1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61" dur="1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5" dur="480" fill="hold" decel="1000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6" dur="480" fill="hold" decel="1000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480" fill="hold" decel="1000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8.3529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8" presetID="31" presetClass="entr" presetSubtype="0" fill="hold" grpId="0" nodeType="withEffect">
                                  <p:stCondLst>
                                    <p:cond delay="233"/>
                                  </p:stCondLst>
                                  <p:childTnLst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70" dur="1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71" dur="1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72" dur="1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6" dur="480" fill="hold" decel="100000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7" dur="480" fill="hold" decel="100000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8" dur="480" fill="hold" decel="100000"/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4.14040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9" presetID="31" presetClass="entr" presetSubtype="0" fill="hold" grpId="0" nodeType="withEffect">
                                  <p:stCondLst>
                                    <p:cond delay="233"/>
                                  </p:stCondLst>
                                  <p:childTnLst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81" dur="1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382" dur="1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83" dur="1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7" dur="480" fill="hold" decel="1000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8" dur="480" fill="hold" decel="1000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9" dur="480" fill="hold" decel="1000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2.74897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0" presetID="31" presetClass="entr" presetSubtype="0" fill="hold" grpId="0" nodeType="withEffect">
                                  <p:stCondLst>
                                    <p:cond delay="242"/>
                                  </p:stCondLst>
                                  <p:childTnLst>
                                    <p:set>
                                      <p:cBhvr>
                                        <p:cTn id="1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392" dur="1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393" dur="1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94" dur="1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3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3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8" dur="480" fill="hold" decel="100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480" fill="hold" decel="100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0" dur="480" fill="hold" decel="100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.6409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1" presetID="31" presetClass="entr" presetSubtype="0" fill="hold" grpId="0" nodeType="withEffect">
                                  <p:stCondLst>
                                    <p:cond delay="242"/>
                                  </p:stCondLst>
                                  <p:childTnLst>
                                    <p:set>
                                      <p:cBhvr>
                                        <p:cTn id="1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03" dur="1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404" dur="1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05" dur="1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9" dur="480" fill="hold" decel="1000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0" dur="480" fill="hold" decel="1000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480" fill="hold" decel="1000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9.54128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2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14" dur="1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415" dur="1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16" dur="1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0" dur="480" fill="hold" decel="1000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1" dur="480" fill="hold" decel="1000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2" dur="480" fill="hold" decel="1000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4.52695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3" presetID="31" presetClass="entr" presetSubtype="0" fill="hold" grpId="0" nodeType="withEffect">
                                  <p:stCondLst>
                                    <p:cond delay="244"/>
                                  </p:stCondLst>
                                  <p:childTnLst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25" dur="1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426" dur="1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27" dur="1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1" dur="480" fill="hold" decel="100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2" dur="480" fill="hold" decel="100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3" dur="480" fill="hold" decel="100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5.52188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4" presetID="31" presetClass="entr" presetSubtype="0" fill="hold" grpId="0" nodeType="withEffect">
                                  <p:stCondLst>
                                    <p:cond delay="245"/>
                                  </p:stCondLst>
                                  <p:childTnLst>
                                    <p:set>
                                      <p:cBhvr>
                                        <p:cTn id="1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36" dur="1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437" dur="1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38" dur="1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2" dur="480" fill="hold" decel="100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480" fill="hold" decel="100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4" dur="480" fill="hold" decel="100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1.04618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5" presetID="31" presetClass="entr" presetSubtype="0" fill="hold" grpId="0" nodeType="withEffect">
                                  <p:stCondLst>
                                    <p:cond delay="245"/>
                                  </p:stCondLst>
                                  <p:childTnLs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47" dur="1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48" dur="1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49" dur="1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3" dur="480" fill="hold" decel="1000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4" dur="480" fill="hold" decel="1000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5" dur="480" fill="hold" decel="1000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9.75640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6" presetID="31" presetClass="entr" presetSubtype="0" fill="hold" grpId="0" nodeType="withEffect">
                                  <p:stCondLst>
                                    <p:cond delay="245"/>
                                  </p:stCondLst>
                                  <p:childTnLst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58" dur="1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59" dur="1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60" dur="1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4" dur="480" fill="hold" decel="100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5" dur="480" fill="hold" decel="100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6" dur="480" fill="hold" decel="100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0.06845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7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1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69" dur="1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470" dur="1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1" dur="1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5" dur="480" fill="hold" decel="1000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6" dur="480" fill="hold" decel="1000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7" dur="480" fill="hold" decel="1000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1.44546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8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1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80" dur="1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81" dur="1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82" dur="1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6" dur="480" fill="hold" decel="1000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7" dur="480" fill="hold" decel="1000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8" dur="480" fill="hold" decel="1000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.32730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9" presetID="31" presetClass="entr" presetSubtype="0" fill="hold" grpId="0" nodeType="withEffect">
                                  <p:stCondLst>
                                    <p:cond delay="248"/>
                                  </p:stCondLst>
                                  <p:childTnLst>
                                    <p:set>
                                      <p:cBhvr>
                                        <p:cTn id="1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491" dur="1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92" dur="1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93" dur="1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4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4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7" dur="480" fill="hold" decel="100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8" dur="480" fill="hold" decel="100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9" dur="480" fill="hold" decel="100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6.75861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0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1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02" dur="1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503" dur="1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04" dur="1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8" dur="480" fill="hold" decel="1000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9" dur="480" fill="hold" decel="1000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0" dur="480" fill="hold" decel="1000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6.29280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1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13" dur="1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514" dur="1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15" dur="1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9" dur="480" fill="hold" decel="1000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0" dur="480" fill="hold" decel="1000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1" dur="480" fill="hold" decel="1000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6.71488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2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Abs val="36"/>
                                  </p:iterate>
                                  <p:childTnLst>
                                    <p:set>
                                      <p:cBhvr>
                                        <p:cTn id="15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4" dur="352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25" dur="64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333"/>
                                          </p:val>
                                        </p:tav>
                                        <p:tav tm="55000">
                                          <p:val>
                                            <p:strVal val="#ppt_y+0.009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6" dur="64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55"/>
                                          </p:val>
                                        </p:tav>
                                        <p:tav tm="55000">
                                          <p:val>
                                            <p:strVal val="#ppt_w*0.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7" dur="64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55"/>
                                          </p:val>
                                        </p:tav>
                                        <p:tav tm="55000">
                                          <p:val>
                                            <p:strVal val="#ppt_h*0.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8" dur="64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"/>
                                          </p:val>
                                        </p:tav>
                                        <p:tav tm="5500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9" presetID="31" presetClass="entr" presetSubtype="0" fill="hold" grpId="0" nodeType="withEffect">
                                  <p:stCondLst>
                                    <p:cond delay="254"/>
                                  </p:stCondLst>
                                  <p:childTnLst>
                                    <p:set>
                                      <p:cBhvr>
                                        <p:cTn id="1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31" dur="1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32" dur="1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33" dur="1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7" dur="480" fill="hold" decel="1000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8" dur="480" fill="hold" decel="1000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9" dur="480" fill="hold" decel="1000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.20131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0" presetID="31" presetClass="entr" presetSubtype="0" fill="hold" grpId="0" nodeType="withEffect">
                                  <p:stCondLst>
                                    <p:cond delay="254"/>
                                  </p:stCondLst>
                                  <p:childTnLst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42" dur="1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543" dur="1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4" dur="1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8" dur="480" fill="hold" decel="1000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9" dur="480" fill="hold" decel="1000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0" dur="480" fill="hold" decel="1000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7.73648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1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1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53" dur="1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54" dur="1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55" dur="1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9" dur="480" fill="hold" decel="1000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0" dur="480" fill="hold" decel="1000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1" dur="480" fill="hold" decel="1000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1.76846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2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1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64" dur="1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65" dur="1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66" dur="1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0" dur="480" fill="hold" decel="1000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1" dur="480" fill="hold" decel="1000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2" dur="480" fill="hold" decel="1000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6.63176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3" presetID="31" presetClass="entr" presetSubtype="0" fill="hold" grpId="0" nodeType="withEffect">
                                  <p:stCondLst>
                                    <p:cond delay="258"/>
                                  </p:stCondLst>
                                  <p:childTnLst>
                                    <p:set>
                                      <p:cBhvr>
                                        <p:cTn id="1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75" dur="1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76" dur="1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77" dur="1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1" dur="480" fill="hold" decel="1000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2" dur="480" fill="hold" decel="1000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3" dur="480" fill="hold" decel="1000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3.32085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4" presetID="31" presetClass="entr" presetSubtype="0" fill="hold" grpId="0" nodeType="withEffect">
                                  <p:stCondLst>
                                    <p:cond delay="258"/>
                                  </p:stCondLst>
                                  <p:childTnLst>
                                    <p:set>
                                      <p:cBhvr>
                                        <p:cTn id="1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86" dur="1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87" dur="1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88" dur="1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2" dur="480" fill="hold" decel="100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3" dur="480" fill="hold" decel="100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4" dur="480" fill="hold" decel="100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5.3092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5" presetID="31" presetClass="entr" presetSubtype="0" fill="hold" grpId="0" nodeType="withEffect">
                                  <p:stCondLst>
                                    <p:cond delay="259"/>
                                  </p:stCondLst>
                                  <p:childTnLst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597" dur="1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598" dur="1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99" dur="1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3" dur="480" fill="hold" decel="100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4" dur="480" fill="hold" decel="100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5" dur="480" fill="hold" decel="100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0.97905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6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16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08" dur="1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09" dur="1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10" dur="1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4" dur="480" fill="hold" decel="1000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5" dur="480" fill="hold" decel="1000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6" dur="480" fill="hold" decel="1000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4.75646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7" presetID="31" presetClass="entr" presetSubtype="0" fill="hold" grpId="0" nodeType="withEffect">
                                  <p:stCondLst>
                                    <p:cond delay="262"/>
                                  </p:stCondLst>
                                  <p:childTnLst>
                                    <p:set>
                                      <p:cBhvr>
                                        <p:cTn id="1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19" dur="1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620" dur="1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21" dur="1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5" dur="480" fill="hold" decel="1000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6" dur="480" fill="hold" decel="1000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7" dur="480" fill="hold" decel="1000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4.77206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8" presetID="31" presetClass="entr" presetSubtype="0" fill="hold" grpId="0" nodeType="withEffect">
                                  <p:stCondLst>
                                    <p:cond delay="263"/>
                                  </p:stCondLst>
                                  <p:childTnLst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30" dur="1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631" dur="1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32" dur="1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6" dur="480" fill="hold" decel="100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7" dur="480" fill="hold" decel="100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8" dur="480" fill="hold" decel="100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2.12010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9" presetID="31" presetClass="entr" presetSubtype="0" fill="hold" grpId="0" nodeType="withEffect">
                                  <p:stCondLst>
                                    <p:cond delay="263"/>
                                  </p:stCondLst>
                                  <p:childTnLst>
                                    <p:set>
                                      <p:cBhvr>
                                        <p:cTn id="1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41" dur="1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642" dur="1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43" dur="1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7" dur="480" fill="hold" decel="1000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8" dur="480" fill="hold" decel="1000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9" dur="480" fill="hold" decel="1000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4.1112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0" presetID="31" presetClass="entr" presetSubtype="0" fill="hold" grpId="0" nodeType="withEffect">
                                  <p:stCondLst>
                                    <p:cond delay="263"/>
                                  </p:stCondLst>
                                  <p:childTnLst>
                                    <p:set>
                                      <p:cBhvr>
                                        <p:cTn id="1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52" dur="1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653" dur="1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54" dur="1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8" dur="480" fill="hold" decel="100000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9" dur="480" fill="hold" decel="100000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0" dur="480" fill="hold" decel="100000"/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2.718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1" presetID="31" presetClass="entr" presetSubtype="0" fill="hold" grpId="0" nodeType="withEffect">
                                  <p:stCondLst>
                                    <p:cond delay="267"/>
                                  </p:stCondLst>
                                  <p:childTnLst>
                                    <p:set>
                                      <p:cBhvr>
                                        <p:cTn id="1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63" dur="1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664" dur="1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65" dur="1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9" dur="480" fill="hold" decel="100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0" dur="480" fill="hold" decel="100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1" dur="480" fill="hold" decel="100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3.4400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2" presetID="31" presetClass="entr" presetSubtype="0" fill="hold" grpId="0" nodeType="withEffect">
                                  <p:stCondLst>
                                    <p:cond delay="269"/>
                                  </p:stCondLst>
                                  <p:childTnLst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74" dur="1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675" dur="1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76" dur="1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0" dur="480" fill="hold" decel="10000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1" dur="480" fill="hold" decel="10000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2" dur="480" fill="hold" decel="10000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4.41291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3" presetID="31" presetClass="entr" presetSubtype="0" fill="hold" grpId="0" nodeType="withEffect">
                                  <p:stCondLst>
                                    <p:cond delay="269"/>
                                  </p:stCondLst>
                                  <p:childTnLst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85" dur="1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686" dur="1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87" dur="1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6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1" dur="480" fill="hold" decel="100000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2" dur="480" fill="hold" decel="100000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3" dur="480" fill="hold" decel="100000"/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4.85112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4" presetID="31" presetClass="entr" presetSubtype="0" fill="hold" grpId="0" nodeType="withEffect">
                                  <p:stCondLst>
                                    <p:cond delay="269"/>
                                  </p:stCondLst>
                                  <p:childTnLst>
                                    <p:set>
                                      <p:cBhvr>
                                        <p:cTn id="1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696" dur="1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697" dur="1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98" dur="1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2" dur="480" fill="hold" decel="100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3" dur="480" fill="hold" decel="100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4" dur="480" fill="hold" decel="100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3.78098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5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1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07" dur="1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08" dur="1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09" dur="1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3" dur="480" fill="hold" decel="100000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4" dur="480" fill="hold" decel="100000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5" dur="480" fill="hold" decel="100000"/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9.5845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6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18" dur="1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19" dur="1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20" dur="1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4" dur="480" fill="hold" decel="1000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5" dur="480" fill="hold" decel="1000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6" dur="480" fill="hold" decel="1000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27575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7" presetID="31" presetClass="entr" presetSubtype="0" fill="hold" grpId="0" nodeType="withEffect">
                                  <p:stCondLst>
                                    <p:cond delay="274"/>
                                  </p:stCondLst>
                                  <p:childTnLst>
                                    <p:set>
                                      <p:cBhvr>
                                        <p:cTn id="17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29" dur="1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30" dur="1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31" dur="1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5" dur="480" fill="hold" decel="1000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6" dur="480" fill="hold" decel="1000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7" dur="480" fill="hold" decel="1000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1.23671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8" presetID="31" presetClass="entr" presetSubtype="0" fill="hold" grpId="0" nodeType="withEffect">
                                  <p:stCondLst>
                                    <p:cond delay="274"/>
                                  </p:stCondLst>
                                  <p:childTnLst>
                                    <p:set>
                                      <p:cBhvr>
                                        <p:cTn id="17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40" dur="1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741" dur="1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42" dur="1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6" dur="480" fill="hold" decel="1000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7" dur="480" fill="hold" decel="1000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8" dur="480" fill="hold" decel="1000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5.91309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9" presetID="31" presetClass="entr" presetSubtype="0" fill="hold" grpId="0" nodeType="withEffect">
                                  <p:stCondLst>
                                    <p:cond delay="282"/>
                                  </p:stCondLst>
                                  <p:childTnLst>
                                    <p:set>
                                      <p:cBhvr>
                                        <p:cTn id="1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51" dur="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52" dur="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53" dur="1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7" dur="480" fill="hold" decel="100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8" dur="480" fill="hold" decel="100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9" dur="480" fill="hold" decel="100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9.98857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0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1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62" dur="1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63" dur="1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64" dur="1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8" dur="480" fill="hold" decel="100000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9" dur="480" fill="hold" decel="100000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0" dur="480" fill="hold" decel="100000"/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71821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1" presetID="31" presetClass="entr" presetSubtype="0" fill="hold" grpId="0" nodeType="withEffect">
                                  <p:stCondLst>
                                    <p:cond delay="285"/>
                                  </p:stCondLst>
                                  <p:childTnLst>
                                    <p:set>
                                      <p:cBhvr>
                                        <p:cTn id="1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73" dur="1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774" dur="1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75" dur="1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9" dur="480" fill="hold" decel="1000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0" dur="480" fill="hold" decel="1000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1" dur="480" fill="hold" decel="1000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.22993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2" presetID="31" presetClass="entr" presetSubtype="0" fill="hold" grpId="0" nodeType="withEffect">
                                  <p:stCondLst>
                                    <p:cond delay="285"/>
                                  </p:stCondLst>
                                  <p:childTnLst>
                                    <p:set>
                                      <p:cBhvr>
                                        <p:cTn id="1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84" dur="1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85" dur="1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86" dur="1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0" dur="480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1" dur="480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2" dur="480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7.5802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3" presetID="31" presetClass="entr" presetSubtype="0" fill="hold" grpId="0" nodeType="withEffect">
                                  <p:stCondLst>
                                    <p:cond delay="286"/>
                                  </p:stCondLst>
                                  <p:childTnLst>
                                    <p:set>
                                      <p:cBhvr>
                                        <p:cTn id="1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795" dur="1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796" dur="1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97" dur="1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7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1" dur="480" fill="hold" decel="100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2" dur="480" fill="hold" decel="100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3" dur="480" fill="hold" decel="100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4.61069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4" presetID="31" presetClass="entr" presetSubtype="0" fill="hold" grpId="0" nodeType="withEffect">
                                  <p:stCondLst>
                                    <p:cond delay="286"/>
                                  </p:stCondLst>
                                  <p:childTnLst>
                                    <p:set>
                                      <p:cBhvr>
                                        <p:cTn id="1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06" dur="1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807" dur="1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08" dur="1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2" dur="480" fill="hold" decel="100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3" dur="480" fill="hold" decel="100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4" dur="480" fill="hold" decel="100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.52846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5" presetID="31" presetClass="entr" presetSubtype="0" fill="hold" grpId="0" nodeType="withEffect">
                                  <p:stCondLst>
                                    <p:cond delay="286"/>
                                  </p:stCondLst>
                                  <p:childTnLst>
                                    <p:set>
                                      <p:cBhvr>
                                        <p:cTn id="1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17" dur="1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818" dur="1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19" dur="1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3" dur="480" fill="hold" decel="1000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4" dur="480" fill="hold" decel="1000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5" dur="480" fill="hold" decel="1000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.5562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6" presetID="31" presetClass="entr" presetSubtype="0" fill="hold" grpId="0" nodeType="withEffect">
                                  <p:stCondLst>
                                    <p:cond delay="286"/>
                                  </p:stCondLst>
                                  <p:childTnLst>
                                    <p:set>
                                      <p:cBhvr>
                                        <p:cTn id="1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28" dur="1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829" dur="1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30" dur="1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4" dur="480" fill="hold" decel="1000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5" dur="480" fill="hold" decel="1000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6" dur="480" fill="hold" decel="1000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1.51225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7" presetID="31" presetClass="entr" presetSubtype="0" fill="hold" grpId="0" nodeType="withEffect">
                                  <p:stCondLst>
                                    <p:cond delay="286"/>
                                  </p:stCondLst>
                                  <p:childTnLst>
                                    <p:set>
                                      <p:cBhvr>
                                        <p:cTn id="1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39" dur="1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840" dur="1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41" dur="1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5" dur="480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6" dur="480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7" dur="480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6.45005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8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1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50" dur="1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851" dur="1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52" dur="1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6" dur="480" fill="hold" decel="1000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7" dur="480" fill="hold" decel="1000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8" dur="480" fill="hold" decel="1000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5.78593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9" presetID="31" presetClass="entr" presetSubtype="0" fill="hold" grpId="0" nodeType="withEffect">
                                  <p:stCondLst>
                                    <p:cond delay="289"/>
                                  </p:stCondLst>
                                  <p:childTnLst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61" dur="1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862" dur="1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63" dur="1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7" dur="480" fill="hold" decel="1000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8" dur="480" fill="hold" decel="1000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9" dur="480" fill="hold" decel="1000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8.97565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0" presetID="31" presetClass="entr" presetSubtype="0" fill="hold" grpId="0" nodeType="withEffect">
                                  <p:stCondLst>
                                    <p:cond delay="293"/>
                                  </p:stCondLst>
                                  <p:childTnLst>
                                    <p:set>
                                      <p:cBhvr>
                                        <p:cTn id="1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72" dur="1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73" dur="1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74" dur="1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8" dur="480" fill="hold" decel="100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9" dur="480" fill="hold" decel="100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0" dur="480" fill="hold" decel="100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.90752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1" presetID="31" presetClass="entr" presetSubtype="0" fill="hold" grpId="0" nodeType="withEffect">
                                  <p:stCondLst>
                                    <p:cond delay="295"/>
                                  </p:stCondLst>
                                  <p:childTnLst>
                                    <p:set>
                                      <p:cBhvr>
                                        <p:cTn id="1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83" dur="1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884" dur="1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85" dur="1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9" dur="480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0" dur="480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1" dur="480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3.15842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2" presetID="31" presetClass="entr" presetSubtype="0" fill="hold" grpId="0" nodeType="withEffect">
                                  <p:stCondLst>
                                    <p:cond delay="296"/>
                                  </p:stCondLst>
                                  <p:childTnLst>
                                    <p:set>
                                      <p:cBhvr>
                                        <p:cTn id="1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894" dur="1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95" dur="1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96" dur="1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8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8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0" dur="480" fill="hold" decel="100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1" dur="480" fill="hold" decel="100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2" dur="480" fill="hold" decel="100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4.6938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3" presetID="31" presetClass="entr" presetSubtype="0" fill="hold" grpId="0" nodeType="withEffect">
                                  <p:stCondLst>
                                    <p:cond delay="296"/>
                                  </p:stCondLst>
                                  <p:childTnLst>
                                    <p:set>
                                      <p:cBhvr>
                                        <p:cTn id="19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05" dur="1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906" dur="1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07" dur="1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1" dur="480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2" dur="480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3" dur="480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.6431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4" presetID="31" presetClass="entr" presetSubtype="0" fill="hold" grpId="0" nodeType="withEffect">
                                  <p:stCondLst>
                                    <p:cond delay="296"/>
                                  </p:stCondLst>
                                  <p:childTnLst>
                                    <p:set>
                                      <p:cBhvr>
                                        <p:cTn id="19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16" dur="1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917" dur="1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18" dur="1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2" dur="480" fill="hold" decel="1000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3" dur="480" fill="hold" decel="1000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4" dur="480" fill="hold" decel="1000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5.20385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5" presetID="31" presetClass="entr" presetSubtype="0" fill="hold" grpId="0" nodeType="withEffect">
                                  <p:stCondLst>
                                    <p:cond delay="298"/>
                                  </p:stCondLst>
                                  <p:childTnLst>
                                    <p:set>
                                      <p:cBhvr>
                                        <p:cTn id="1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27" dur="1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928" dur="1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29" dur="1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3" dur="480" fill="hold" decel="1000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4" dur="480" fill="hold" decel="1000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5" dur="480" fill="hold" decel="1000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2.2303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6" presetID="31" presetClass="entr" presetSubtype="0" fill="hold" grpId="0" nodeType="withEffect">
                                  <p:stCondLst>
                                    <p:cond delay="299"/>
                                  </p:stCondLst>
                                  <p:childTnLst>
                                    <p:set>
                                      <p:cBhvr>
                                        <p:cTn id="1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38" dur="1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939" dur="1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40" dur="1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4" dur="480" fill="hold" decel="1000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5" dur="480" fill="hold" decel="1000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6" dur="480" fill="hold" decel="1000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0.40715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7" presetID="31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9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49" dur="1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950" dur="1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51" dur="1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5" dur="480" fill="hold" decel="10000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6" dur="480" fill="hold" decel="10000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7" dur="480" fill="hold" decel="10000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2.50958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8" presetID="31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60" dur="1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1961" dur="1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62" dur="1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6" dur="480" fill="hold" decel="1000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7" dur="480" fill="hold" decel="1000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8" dur="480" fill="hold" decel="1000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8.52039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9" presetID="31" presetClass="entr" presetSubtype="0" fill="hold" grpId="0" nodeType="withEffect">
                                  <p:stCondLst>
                                    <p:cond delay="301"/>
                                  </p:stCondLst>
                                  <p:childTnLst>
                                    <p:set>
                                      <p:cBhvr>
                                        <p:cTn id="1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71" dur="1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1972" dur="1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73" dur="1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7" dur="480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8" dur="480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9" dur="480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3.62305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0" presetID="31" presetClass="entr" presetSubtype="0" fill="hold" grpId="0" nodeType="withEffect">
                                  <p:stCondLst>
                                    <p:cond delay="301"/>
                                  </p:stCondLst>
                                  <p:childTnLst>
                                    <p:set>
                                      <p:cBhvr>
                                        <p:cTn id="1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82" dur="1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83" dur="1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84" dur="1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8" dur="480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9" dur="480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0" dur="480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5.73597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1" presetID="31" presetClass="entr" presetSubtype="0" fill="hold" grpId="0" nodeType="withEffect">
                                  <p:stCondLst>
                                    <p:cond delay="301"/>
                                  </p:stCondLst>
                                  <p:childTnLst>
                                    <p:set>
                                      <p:cBhvr>
                                        <p:cTn id="1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1993" dur="1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94" dur="1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95" dur="1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19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9" dur="480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0" dur="480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1" dur="480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5.88103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2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20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04" dur="1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05" dur="1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06" dur="1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0" dur="480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1" dur="480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2" dur="480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8.12208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3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2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15" dur="1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016" dur="1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17" dur="1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1" dur="480" fill="hold" decel="100000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2" dur="480" fill="hold" decel="100000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3" dur="480" fill="hold" decel="100000"/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4.77668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4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2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26" dur="1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027" dur="1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28" dur="1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2" dur="480" fill="hold" decel="100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3" dur="480" fill="hold" decel="100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4" dur="480" fill="hold" decel="100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0.59063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5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2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37" dur="1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038" dur="1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39" dur="1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3" dur="480" fill="hold" decel="1000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4" dur="480" fill="hold" decel="1000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5" dur="480" fill="hold" decel="1000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7.65520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6" presetID="31" presetClass="entr" presetSubtype="0" fill="hold" grpId="0" nodeType="withEffect">
                                  <p:stCondLst>
                                    <p:cond delay="304"/>
                                  </p:stCondLst>
                                  <p:childTnLst>
                                    <p:set>
                                      <p:cBhvr>
                                        <p:cTn id="20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48" dur="1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049" dur="1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50" dur="1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4" dur="480" fill="hold" decel="1000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5" dur="480" fill="hold" decel="1000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6" dur="480" fill="hold" decel="1000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8.41243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7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20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59" dur="1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060" dur="1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61" dur="1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5" dur="480" fill="hold" decel="100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6" dur="480" fill="hold" decel="100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7" dur="480" fill="hold" decel="100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3.2296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8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20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70" dur="1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071" dur="1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72" dur="1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6" dur="480" fill="hold" decel="1000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7" dur="480" fill="hold" decel="1000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8" dur="480" fill="hold" decel="1000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9.11503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9" presetID="31" presetClass="entr" presetSubtype="0" fill="hold" grpId="0" nodeType="withEffect">
                                  <p:stCondLst>
                                    <p:cond delay="306"/>
                                  </p:stCondLst>
                                  <p:childTnLst>
                                    <p:set>
                                      <p:cBhvr>
                                        <p:cTn id="20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81" dur="1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82" dur="1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3" dur="1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7" dur="480" fill="hold" decel="1000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8" dur="480" fill="hold" decel="1000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9" dur="480" fill="hold" decel="1000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3.96531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0" presetID="31" presetClass="entr" presetSubtype="0" fill="hold" grpId="0" nodeType="withEffect">
                                  <p:stCondLst>
                                    <p:cond delay="309"/>
                                  </p:stCondLst>
                                  <p:childTnLst>
                                    <p:set>
                                      <p:cBhvr>
                                        <p:cTn id="2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092" dur="1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093" dur="1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94" dur="1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0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8" dur="480" fill="hold" decel="100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9" dur="480" fill="hold" decel="100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0" dur="480" fill="hold" decel="100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4.77314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1" presetID="31" presetClass="entr" presetSubtype="0" fill="hold" grpId="0" nodeType="withEffect">
                                  <p:stCondLst>
                                    <p:cond delay="309"/>
                                  </p:stCondLst>
                                  <p:childTnLst>
                                    <p:set>
                                      <p:cBhvr>
                                        <p:cTn id="2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03" dur="1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04" dur="1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05" dur="1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9" dur="480" fill="hold" decel="100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0" dur="480" fill="hold" decel="100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1" dur="480" fill="hold" decel="100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6.88718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2" presetID="31" presetClass="entr" presetSubtype="0" fill="hold" grpId="0" nodeType="withEffect">
                                  <p:stCondLst>
                                    <p:cond delay="310"/>
                                  </p:stCondLst>
                                  <p:childTnLst>
                                    <p:set>
                                      <p:cBhvr>
                                        <p:cTn id="2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14" dur="1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15" dur="1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16" dur="1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0" dur="480" fill="hold" decel="100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1" dur="480" fill="hold" decel="100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2" dur="480" fill="hold" decel="100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8.06808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3" presetID="31" presetClass="entr" presetSubtype="0" fill="hold" grpId="0" nodeType="withEffect">
                                  <p:stCondLst>
                                    <p:cond delay="310"/>
                                  </p:stCondLst>
                                  <p:childTnLst>
                                    <p:set>
                                      <p:cBhvr>
                                        <p:cTn id="2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25" dur="1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126" dur="1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27" dur="1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1" dur="480" fill="hold" decel="1000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2" dur="480" fill="hold" decel="1000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3" dur="480" fill="hold" decel="1000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8.39244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4" presetID="31" presetClass="entr" presetSubtype="0" fill="hold" grpId="0" nodeType="withEffect">
                                  <p:stCondLst>
                                    <p:cond delay="310"/>
                                  </p:stCondLst>
                                  <p:childTnLst>
                                    <p:set>
                                      <p:cBhvr>
                                        <p:cTn id="2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36" dur="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137" dur="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38" dur="1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2" dur="480" fill="hold" decel="1000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3" dur="480" fill="hold" decel="1000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4" dur="480" fill="hold" decel="1000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2.08594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5" presetID="31" presetClass="entr" presetSubtype="0" fill="hold" grpId="0" nodeType="withEffect">
                                  <p:stCondLst>
                                    <p:cond delay="312"/>
                                  </p:stCondLst>
                                  <p:childTnLst>
                                    <p:set>
                                      <p:cBhvr>
                                        <p:cTn id="2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47" dur="1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48" dur="1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49" dur="1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3" dur="480" fill="hold" decel="1000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4" dur="480" fill="hold" decel="1000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5" dur="480" fill="hold" decel="1000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4.10833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6" presetID="31" presetClass="entr" presetSubtype="0" fill="hold" grpId="0" nodeType="withEffect">
                                  <p:stCondLst>
                                    <p:cond delay="313"/>
                                  </p:stCondLst>
                                  <p:childTnLst>
                                    <p:set>
                                      <p:cBhvr>
                                        <p:cTn id="2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58" dur="1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159" dur="1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60" dur="1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4" dur="480" fill="hold" decel="1000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5" dur="480" fill="hold" decel="1000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6" dur="480" fill="hold" decel="1000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4.48178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7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2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69" dur="1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170" dur="1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71" dur="1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5" dur="480" fill="hold" decel="100000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6" dur="480" fill="hold" decel="100000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7" dur="480" fill="hold" decel="100000"/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4.10202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8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2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80" dur="1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81" dur="1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2" dur="1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6" dur="480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7" dur="480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8" dur="480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6.24282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9" presetID="31" presetClass="entr" presetSubtype="0" fill="hold" grpId="0" nodeType="withEffect">
                                  <p:stCondLst>
                                    <p:cond delay="317"/>
                                  </p:stCondLst>
                                  <p:childTnLst>
                                    <p:set>
                                      <p:cBhvr>
                                        <p:cTn id="2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191" dur="1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92" dur="1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93" dur="1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1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1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7" dur="480" fill="hold" decel="100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8" dur="480" fill="hold" decel="100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9" dur="480" fill="hold" decel="100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3.46440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0" presetID="31" presetClass="entr" presetSubtype="0" fill="hold" grpId="0" nodeType="withEffect">
                                  <p:stCondLst>
                                    <p:cond delay="317"/>
                                  </p:stCondLst>
                                  <p:childTnLst>
                                    <p:set>
                                      <p:cBhvr>
                                        <p:cTn id="2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02" dur="1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03" dur="1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04" dur="1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8" dur="480" fill="hold" decel="1000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9" dur="480" fill="hold" decel="1000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0" dur="480" fill="hold" decel="1000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5.09404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1" presetID="31" presetClass="entr" presetSubtype="0" fill="hold" grpId="0" nodeType="withEffect">
                                  <p:stCondLst>
                                    <p:cond delay="317"/>
                                  </p:stCondLst>
                                  <p:childTnLst>
                                    <p:set>
                                      <p:cBhvr>
                                        <p:cTn id="2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13" dur="1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14" dur="1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15" dur="1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9" dur="480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0" dur="480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1" dur="480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8.64331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2" presetID="31" presetClass="entr" presetSubtype="0" fill="hold" grpId="0" nodeType="withEffect">
                                  <p:stCondLst>
                                    <p:cond delay="318"/>
                                  </p:stCondLst>
                                  <p:childTnLst>
                                    <p:set>
                                      <p:cBhvr>
                                        <p:cTn id="2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24" dur="1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225" dur="1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26" dur="1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0" dur="480" fill="hold" decel="100000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1" dur="480" fill="hold" decel="100000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2" dur="480" fill="hold" decel="100000"/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0.38975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3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2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35" dur="1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236" dur="1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37" dur="1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1" dur="480" fill="hold" decel="100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2" dur="480" fill="hold" decel="100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3" dur="480" fill="hold" decel="100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5.34358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4" presetID="31" presetClass="entr" presetSubtype="0" fill="hold" grpId="0" nodeType="withEffect">
                                  <p:stCondLst>
                                    <p:cond delay="321"/>
                                  </p:stCondLst>
                                  <p:childTnLst>
                                    <p:set>
                                      <p:cBhvr>
                                        <p:cTn id="2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46" dur="1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247" dur="1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48" dur="1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2" dur="480" fill="hold" decel="100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3" dur="480" fill="hold" decel="100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4" dur="480" fill="hold" decel="100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6.77214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5" presetID="31" presetClass="entr" presetSubtype="0" fill="hold" grpId="0" nodeType="withEffect">
                                  <p:stCondLst>
                                    <p:cond delay="321"/>
                                  </p:stCondLst>
                                  <p:childTnLst>
                                    <p:set>
                                      <p:cBhvr>
                                        <p:cTn id="2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57" dur="1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258" dur="1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59" dur="1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3" dur="480" fill="hold" decel="100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4" dur="480" fill="hold" decel="100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5" dur="480" fill="hold" decel="100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9.9590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6" presetID="31" presetClass="entr" presetSubtype="0" fill="hold" grpId="0" nodeType="withEffect">
                                  <p:stCondLst>
                                    <p:cond delay="323"/>
                                  </p:stCondLst>
                                  <p:childTnLst>
                                    <p:set>
                                      <p:cBhvr>
                                        <p:cTn id="2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68" dur="1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269" dur="1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70" dur="1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4" dur="480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5" dur="480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6" dur="480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4.63670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7" presetID="31" presetClass="entr" presetSubtype="0" fill="hold" grpId="0" nodeType="withEffect">
                                  <p:stCondLst>
                                    <p:cond delay="323"/>
                                  </p:stCondLst>
                                  <p:childTnLst>
                                    <p:set>
                                      <p:cBhvr>
                                        <p:cTn id="2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79" dur="1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280" dur="1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1" dur="1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85" dur="480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6" dur="480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7" dur="480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1.11559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8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2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290" dur="1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291" dur="1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92" dur="1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2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6" dur="480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7" dur="480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8" dur="480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8.615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9" presetID="31" presetClass="entr" presetSubtype="0" fill="hold" grpId="0" nodeType="withEffect">
                                  <p:stCondLst>
                                    <p:cond delay="328"/>
                                  </p:stCondLst>
                                  <p:childTnLst>
                                    <p:set>
                                      <p:cBhvr>
                                        <p:cTn id="2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01" dur="1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302" dur="1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03" dur="1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7" dur="480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8" dur="480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9" dur="480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8.60768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0" presetID="31" presetClass="entr" presetSubtype="0" fill="hold" grpId="0" nodeType="withEffect">
                                  <p:stCondLst>
                                    <p:cond delay="328"/>
                                  </p:stCondLst>
                                  <p:childTnLst>
                                    <p:set>
                                      <p:cBhvr>
                                        <p:cTn id="2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12" dur="1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313" dur="1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14" dur="1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8" dur="480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9" dur="480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0" dur="480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7.82232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1" presetID="31" presetClass="entr" presetSubtype="0" fill="hold" grpId="0" nodeType="withEffect">
                                  <p:stCondLst>
                                    <p:cond delay="328"/>
                                  </p:stCondLst>
                                  <p:childTnLst>
                                    <p:set>
                                      <p:cBhvr>
                                        <p:cTn id="2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23" dur="1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324" dur="1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25" dur="1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9" dur="480" fill="hold" decel="1000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0" dur="480" fill="hold" decel="1000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1" dur="480" fill="hold" decel="1000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1.1790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2" presetID="31" presetClass="entr" presetSubtype="0" fill="hold" grpId="0" nodeType="withEffect">
                                  <p:stCondLst>
                                    <p:cond delay="329"/>
                                  </p:stCondLst>
                                  <p:childTnLst>
                                    <p:set>
                                      <p:cBhvr>
                                        <p:cTn id="2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34" dur="1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335" dur="1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36" dur="1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0" dur="480" fill="hold" decel="1000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1" dur="480" fill="hold" decel="1000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2" dur="480" fill="hold" decel="1000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7.27209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3" presetID="31" presetClass="entr" presetSubtype="0" fill="hold" grpId="0" nodeType="withEffect">
                                  <p:stCondLst>
                                    <p:cond delay="332"/>
                                  </p:stCondLst>
                                  <p:childTnLst>
                                    <p:set>
                                      <p:cBhvr>
                                        <p:cTn id="2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45" dur="1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346" dur="1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47" dur="1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1" dur="480" fill="hold" decel="1000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2" dur="480" fill="hold" decel="1000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3" dur="480" fill="hold" decel="1000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1.25461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4" presetID="31" presetClass="entr" presetSubtype="0" fill="hold" grpId="0" nodeType="withEffect">
                                  <p:stCondLst>
                                    <p:cond delay="334"/>
                                  </p:stCondLst>
                                  <p:childTnLst>
                                    <p:set>
                                      <p:cBhvr>
                                        <p:cTn id="2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56" dur="1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357" dur="1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58" dur="1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62" dur="480" fill="hold" decel="1000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3" dur="480" fill="hold" decel="1000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4" dur="480" fill="hold" decel="1000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0.19995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5" presetID="31" presetClass="entr" presetSubtype="0" fill="hold" grpId="0" nodeType="withEffect">
                                  <p:stCondLst>
                                    <p:cond delay="334"/>
                                  </p:stCondLst>
                                  <p:childTnLst>
                                    <p:set>
                                      <p:cBhvr>
                                        <p:cTn id="2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67" dur="1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368" dur="1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69" dur="1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3" dur="480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4" dur="480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5" dur="480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5.61658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6" presetID="31" presetClass="entr" presetSubtype="0" fill="hold" grpId="0" nodeType="withEffect">
                                  <p:stCondLst>
                                    <p:cond delay="334"/>
                                  </p:stCondLst>
                                  <p:childTnLst>
                                    <p:set>
                                      <p:cBhvr>
                                        <p:cTn id="2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78" dur="1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79" dur="1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0" dur="1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4" dur="480" fill="hold" decel="100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5" dur="480" fill="hold" decel="100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6" dur="480" fill="hold" decel="100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2.11529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7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2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389" dur="1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390" dur="1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91" dur="1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3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5" dur="480" fill="hold" decel="100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6" dur="480" fill="hold" decel="100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7" dur="480" fill="hold" decel="100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1.4980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8" presetID="31" presetClass="entr" presetSubtype="0" fill="hold" grpId="0" nodeType="withEffect">
                                  <p:stCondLst>
                                    <p:cond delay="336"/>
                                  </p:stCondLst>
                                  <p:childTnLst>
                                    <p:set>
                                      <p:cBhvr>
                                        <p:cTn id="2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00" dur="1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401" dur="1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02" dur="1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06" dur="480" fill="hold" decel="1000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7" dur="480" fill="hold" decel="1000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8" dur="480" fill="hold" decel="1000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0.55344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9" presetID="31" presetClass="entr" presetSubtype="0" fill="hold" grpId="0" nodeType="withEffect">
                                  <p:stCondLst>
                                    <p:cond delay="338"/>
                                  </p:stCondLst>
                                  <p:childTnLst>
                                    <p:set>
                                      <p:cBhvr>
                                        <p:cTn id="2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11" dur="1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412" dur="1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13" dur="1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7" dur="480" fill="hold" decel="1000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8" dur="480" fill="hold" decel="1000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9" dur="480" fill="hold" decel="1000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7.87384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0" presetID="31" presetClass="entr" presetSubtype="0" fill="hold" grpId="0" nodeType="withEffect">
                                  <p:stCondLst>
                                    <p:cond delay="338"/>
                                  </p:stCondLst>
                                  <p:childTnLst>
                                    <p:set>
                                      <p:cBhvr>
                                        <p:cTn id="2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22" dur="1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23" dur="1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24" dur="1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8" dur="480" fill="hold" decel="100000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9" dur="480" fill="hold" decel="100000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0" dur="480" fill="hold" decel="100000"/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3.6946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1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2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33" dur="1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434" dur="1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35" dur="1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9" dur="480" fill="hold" decel="1000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0" dur="480" fill="hold" decel="1000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1" dur="480" fill="hold" decel="1000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7.64826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2" presetID="31" presetClass="entr" presetSubtype="0" fill="hold" grpId="0" nodeType="withEffect">
                                  <p:stCondLst>
                                    <p:cond delay="341"/>
                                  </p:stCondLst>
                                  <p:childTnLst>
                                    <p:set>
                                      <p:cBhvr>
                                        <p:cTn id="2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44" dur="1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445" dur="1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46" dur="1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0" dur="480" fill="hold" decel="100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1" dur="480" fill="hold" decel="100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2" dur="480" fill="hold" decel="100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1.8348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3" presetID="31" presetClass="entr" presetSubtype="0" fill="hold" grpId="0" nodeType="withEffect">
                                  <p:stCondLst>
                                    <p:cond delay="341"/>
                                  </p:stCondLst>
                                  <p:childTnLst>
                                    <p:set>
                                      <p:cBhvr>
                                        <p:cTn id="2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55" dur="1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56" dur="1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57" dur="1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1" dur="480" fill="hold" decel="1000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2" dur="480" fill="hold" decel="1000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3" dur="480" fill="hold" decel="1000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3.0989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4" presetID="31" presetClass="entr" presetSubtype="0" fill="hold" grpId="0" nodeType="withEffect">
                                  <p:stCondLst>
                                    <p:cond delay="341"/>
                                  </p:stCondLst>
                                  <p:childTnLst>
                                    <p:set>
                                      <p:cBhvr>
                                        <p:cTn id="2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66" dur="1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67" dur="1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68" dur="1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2" dur="480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3" dur="480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4" dur="480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6.6043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5" presetID="31" presetClass="entr" presetSubtype="0" fill="hold" grpId="0" nodeType="withEffect">
                                  <p:stCondLst>
                                    <p:cond delay="341"/>
                                  </p:stCondLst>
                                  <p:childTnLst>
                                    <p:set>
                                      <p:cBhvr>
                                        <p:cTn id="2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77" dur="1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78" dur="1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79" dur="1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83" dur="480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4" dur="480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5" dur="480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3.9087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6" presetID="31" presetClass="entr" presetSubtype="0" fill="hold" grpId="0" nodeType="withEffect">
                                  <p:stCondLst>
                                    <p:cond delay="342"/>
                                  </p:stCondLst>
                                  <p:childTnLst>
                                    <p:set>
                                      <p:cBhvr>
                                        <p:cTn id="2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88" dur="1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89" dur="1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90" dur="1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4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4" dur="480" fill="hold" decel="1000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5" dur="480" fill="hold" decel="1000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6" dur="480" fill="hold" decel="1000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3.43349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7" presetID="31" presetClass="entr" presetSubtype="0" fill="hold" grpId="0" nodeType="withEffect">
                                  <p:stCondLst>
                                    <p:cond delay="344"/>
                                  </p:stCondLst>
                                  <p:childTnLst>
                                    <p:set>
                                      <p:cBhvr>
                                        <p:cTn id="2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499" dur="1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500" dur="1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01" dur="1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5" dur="480" fill="hold" decel="1000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6" dur="480" fill="hold" decel="1000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7" dur="480" fill="hold" decel="1000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8.4721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8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2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10" dur="1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511" dur="1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12" dur="1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6" dur="480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7" dur="480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8" dur="480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0.99262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9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2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21" dur="1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522" dur="1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23" dur="1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7" dur="480" fill="hold" decel="1000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8" dur="480" fill="hold" decel="1000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9" dur="480" fill="hold" decel="1000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5.1353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0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2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32" dur="1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533" dur="1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34" dur="1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8" dur="480" fill="hold" decel="1000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9" dur="480" fill="hold" decel="1000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0" dur="480" fill="hold" decel="1000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6.88294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1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2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43" dur="1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44" dur="1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45" dur="1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9" dur="480" fill="hold" decel="1000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0" dur="480" fill="hold" decel="1000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1" dur="480" fill="hold" decel="1000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.85035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2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2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54" dur="1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55" dur="1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56" dur="1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60" dur="480" fill="hold" decel="1000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1" dur="480" fill="hold" decel="1000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2" dur="480" fill="hold" decel="1000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3.14339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3" presetID="31" presetClass="entr" presetSubtype="0" fill="hold" grpId="0" nodeType="withEffect">
                                  <p:stCondLst>
                                    <p:cond delay="346"/>
                                  </p:stCondLst>
                                  <p:childTnLst>
                                    <p:set>
                                      <p:cBhvr>
                                        <p:cTn id="2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65" dur="1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566" dur="1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67" dur="1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1" dur="480" fill="hold" decel="100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2" dur="480" fill="hold" decel="100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3" dur="480" fill="hold" decel="100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8.8853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4" presetID="31" presetClass="entr" presetSubtype="0" fill="hold" grpId="0" nodeType="withEffect">
                                  <p:stCondLst>
                                    <p:cond delay="347"/>
                                  </p:stCondLst>
                                  <p:childTnLst>
                                    <p:set>
                                      <p:cBhvr>
                                        <p:cTn id="2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76" dur="1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577" dur="1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78" dur="1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2" dur="480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3" dur="480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4" dur="480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1387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5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2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87" dur="1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588" dur="1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89" dur="1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5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3" dur="480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4" dur="480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5" dur="480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9.21607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6" presetID="31" presetClass="entr" presetSubtype="0" fill="hold" grpId="0" nodeType="withEffect">
                                  <p:stCondLst>
                                    <p:cond delay="349"/>
                                  </p:stCondLst>
                                  <p:childTnLst>
                                    <p:set>
                                      <p:cBhvr>
                                        <p:cTn id="2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598" dur="1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599" dur="1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00" dur="1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4" dur="480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5" dur="480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6" dur="480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9.26915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7" presetID="31" presetClass="entr" presetSubtype="0" fill="hold" grpId="0" nodeType="withEffect">
                                  <p:stCondLst>
                                    <p:cond delay="351"/>
                                  </p:stCondLst>
                                  <p:childTnLst>
                                    <p:set>
                                      <p:cBhvr>
                                        <p:cTn id="2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09" dur="1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610" dur="1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11" dur="1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15" dur="480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6" dur="480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7" dur="480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4.75040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8" presetID="31" presetClass="entr" presetSubtype="0" fill="hold" grpId="0" nodeType="withEffect">
                                  <p:stCondLst>
                                    <p:cond delay="352"/>
                                  </p:stCondLst>
                                  <p:childTnLst>
                                    <p:set>
                                      <p:cBhvr>
                                        <p:cTn id="2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20" dur="1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621" dur="1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22" dur="1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6" dur="480" fill="hold" decel="100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7" dur="480" fill="hold" decel="100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8" dur="480" fill="hold" decel="100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8.83705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9" presetID="31" presetClass="entr" presetSubtype="0" fill="hold" grpId="0" nodeType="withEffect">
                                  <p:stCondLst>
                                    <p:cond delay="354"/>
                                  </p:stCondLst>
                                  <p:childTnLst>
                                    <p:set>
                                      <p:cBhvr>
                                        <p:cTn id="2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31" dur="1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632" dur="1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33" dur="1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7" dur="480" fill="hold" decel="1000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8" dur="480" fill="hold" decel="1000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9" dur="480" fill="hold" decel="1000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8.24047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0" presetID="31" presetClass="entr" presetSubtype="0" fill="hold" grpId="0" nodeType="withEffect">
                                  <p:stCondLst>
                                    <p:cond delay="354"/>
                                  </p:stCondLst>
                                  <p:childTnLst>
                                    <p:set>
                                      <p:cBhvr>
                                        <p:cTn id="2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42" dur="1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643" dur="1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44" dur="1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48" dur="480" fill="hold" decel="1000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9" dur="480" fill="hold" decel="1000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0" dur="480" fill="hold" decel="1000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9.16495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1" presetID="31" presetClass="entr" presetSubtype="0" fill="hold" grpId="0" nodeType="withEffect">
                                  <p:stCondLst>
                                    <p:cond delay="356"/>
                                  </p:stCondLst>
                                  <p:childTnLst>
                                    <p:set>
                                      <p:cBhvr>
                                        <p:cTn id="26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53" dur="1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654" dur="1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55" dur="1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9" dur="480" fill="hold" decel="1000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0" dur="480" fill="hold" decel="1000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1" dur="480" fill="hold" decel="1000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3.87603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2" presetID="31" presetClass="entr" presetSubtype="0" fill="hold" grpId="0" nodeType="withEffect">
                                  <p:stCondLst>
                                    <p:cond delay="356"/>
                                  </p:stCondLst>
                                  <p:childTnLst>
                                    <p:set>
                                      <p:cBhvr>
                                        <p:cTn id="2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64" dur="1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65" dur="1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66" dur="1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0" dur="480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1" dur="480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2" dur="480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8065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3" presetID="31" presetClass="entr" presetSubtype="0" fill="hold" grpId="0" nodeType="withEffect">
                                  <p:stCondLst>
                                    <p:cond delay="357"/>
                                  </p:stCondLst>
                                  <p:childTnLst>
                                    <p:set>
                                      <p:cBhvr>
                                        <p:cTn id="2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75" dur="1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676" dur="1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77" dur="1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81" dur="480" fill="hold" decel="100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2" dur="480" fill="hold" decel="100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3" dur="480" fill="hold" decel="100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0.97657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4" presetID="31" presetClass="entr" presetSubtype="0" fill="hold" grpId="0" nodeType="withEffect">
                                  <p:stCondLst>
                                    <p:cond delay="357"/>
                                  </p:stCondLst>
                                  <p:childTnLst>
                                    <p:set>
                                      <p:cBhvr>
                                        <p:cTn id="2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86" dur="1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87" dur="1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88" dur="1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2" dur="480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3" dur="480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4" dur="480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46589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5" presetID="31" presetClass="entr" presetSubtype="0" fill="hold" grpId="0" nodeType="withEffect">
                                  <p:stCondLst>
                                    <p:cond delay="357"/>
                                  </p:stCondLst>
                                  <p:childTnLst>
                                    <p:set>
                                      <p:cBhvr>
                                        <p:cTn id="2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697" dur="1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698" dur="1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99" dur="1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3" dur="480" fill="hold" decel="100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4" dur="480" fill="hold" decel="100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5" dur="480" fill="hold" decel="100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6.85226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6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2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08" dur="1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09" dur="1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10" dur="1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4" dur="480" fill="hold" decel="1000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5" dur="480" fill="hold" decel="1000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6" dur="480" fill="hold" decel="1000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3.5836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7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2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19" dur="1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720" dur="1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21" dur="1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5" dur="480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6" dur="480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7" dur="480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6.8297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8" presetID="31" presetClass="entr" presetSubtype="0" fill="hold" grpId="0" nodeType="withEffect">
                                  <p:stCondLst>
                                    <p:cond delay="361"/>
                                  </p:stCondLst>
                                  <p:childTnLst>
                                    <p:set>
                                      <p:cBhvr>
                                        <p:cTn id="2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30" dur="1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31" dur="1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32" dur="1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6" dur="480" fill="hold" decel="100000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7" dur="480" fill="hold" decel="100000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8" dur="480" fill="hold" decel="100000"/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.87186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9" presetID="31" presetClass="entr" presetSubtype="0" fill="hold" grpId="0" nodeType="withEffect">
                                  <p:stCondLst>
                                    <p:cond delay="362"/>
                                  </p:stCondLst>
                                  <p:childTnLst>
                                    <p:set>
                                      <p:cBhvr>
                                        <p:cTn id="2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41" dur="1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742" dur="1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43" dur="1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7" dur="480" fill="hold" decel="100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8" dur="480" fill="hold" decel="100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9" dur="480" fill="hold" decel="100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7.86134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0" presetID="31" presetClass="entr" presetSubtype="0" fill="hold" grpId="0" nodeType="withEffect">
                                  <p:stCondLst>
                                    <p:cond delay="363"/>
                                  </p:stCondLst>
                                  <p:childTnLst>
                                    <p:set>
                                      <p:cBhvr>
                                        <p:cTn id="2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52" dur="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53" dur="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54" dur="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8" dur="480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9" dur="480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0" dur="480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6.91882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1" presetID="31" presetClass="entr" presetSubtype="0" fill="hold" grpId="0" nodeType="withEffect">
                                  <p:stCondLst>
                                    <p:cond delay="363"/>
                                  </p:stCondLst>
                                  <p:childTnLst>
                                    <p:set>
                                      <p:cBhvr>
                                        <p:cTn id="2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63" dur="1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764" dur="1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65" dur="1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69" dur="480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0" dur="480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1" dur="480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9.27706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2" presetID="31" presetClass="entr" presetSubtype="0" fill="hold" grpId="0" nodeType="withEffect">
                                  <p:stCondLst>
                                    <p:cond delay="363"/>
                                  </p:stCondLst>
                                  <p:childTnLst>
                                    <p:set>
                                      <p:cBhvr>
                                        <p:cTn id="2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74" dur="1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75" dur="1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76" dur="1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0" dur="480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1" dur="480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2" dur="480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5.96052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3" presetID="31" presetClass="entr" presetSubtype="0" fill="hold" grpId="0" nodeType="withEffect">
                                  <p:stCondLst>
                                    <p:cond delay="366"/>
                                  </p:stCondLst>
                                  <p:childTnLst>
                                    <p:set>
                                      <p:cBhvr>
                                        <p:cTn id="2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85" dur="1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786" dur="1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87" dur="1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1" dur="480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2" dur="480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3" dur="480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6.4832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4" presetID="31" presetClass="entr" presetSubtype="0" fill="hold" grpId="0" nodeType="withEffect">
                                  <p:stCondLst>
                                    <p:cond delay="366"/>
                                  </p:stCondLst>
                                  <p:childTnLst>
                                    <p:set>
                                      <p:cBhvr>
                                        <p:cTn id="2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796" dur="1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797" dur="1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98" dur="1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7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02" dur="480" fill="hold" decel="100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3" dur="480" fill="hold" decel="100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4" dur="480" fill="hold" decel="100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3.77477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5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2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07" dur="1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08" dur="1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09" dur="1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13" dur="480" fill="hold" decel="1000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4" dur="480" fill="hold" decel="1000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5" dur="480" fill="hold" decel="1000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0.3285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6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2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18" dur="1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819" dur="1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20" dur="1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4" dur="480" fill="hold" decel="1000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5" dur="480" fill="hold" decel="1000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6" dur="480" fill="hold" decel="1000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.6649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7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2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29" dur="1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830" dur="1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31" dur="1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5" dur="480" fill="hold" decel="100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6" dur="480" fill="hold" decel="100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7" dur="480" fill="hold" decel="100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1.45285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8" presetID="31" presetClass="entr" presetSubtype="0" fill="hold" grpId="0" nodeType="withEffect">
                                  <p:stCondLst>
                                    <p:cond delay="369"/>
                                  </p:stCondLst>
                                  <p:childTnLst>
                                    <p:set>
                                      <p:cBhvr>
                                        <p:cTn id="2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40" dur="1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841" dur="1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42" dur="1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46" dur="480" fill="hold" decel="1000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7" dur="480" fill="hold" decel="1000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8" dur="480" fill="hold" decel="1000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.13062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9" presetID="31" presetClass="entr" presetSubtype="0" fill="hold" grpId="0" nodeType="withEffect">
                                  <p:stCondLst>
                                    <p:cond delay="372"/>
                                  </p:stCondLst>
                                  <p:childTnLst>
                                    <p:set>
                                      <p:cBhvr>
                                        <p:cTn id="2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51" dur="1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852" dur="1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53" dur="1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57" dur="480" fill="hold" decel="100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8" dur="480" fill="hold" decel="100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9" dur="480" fill="hold" decel="100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8.97226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0" presetID="31" presetClass="entr" presetSubtype="0" fill="hold" grpId="0" nodeType="withEffect">
                                  <p:stCondLst>
                                    <p:cond delay="373"/>
                                  </p:stCondLst>
                                  <p:childTnLst>
                                    <p:set>
                                      <p:cBhvr>
                                        <p:cTn id="2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62" dur="1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863" dur="1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64" dur="1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8" dur="480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9" dur="480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0" dur="480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9.91944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1" presetID="31" presetClass="entr" presetSubtype="0" fill="hold" grpId="0" nodeType="withEffect">
                                  <p:stCondLst>
                                    <p:cond delay="376"/>
                                  </p:stCondLst>
                                  <p:childTnLst>
                                    <p:set>
                                      <p:cBhvr>
                                        <p:cTn id="2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73" dur="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874" dur="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75" dur="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9" dur="480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0" dur="480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1" dur="480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6.7170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2" presetID="31" presetClass="entr" presetSubtype="0" fill="hold" grpId="0" nodeType="withEffect">
                                  <p:stCondLst>
                                    <p:cond delay="378"/>
                                  </p:stCondLst>
                                  <p:childTnLst>
                                    <p:set>
                                      <p:cBhvr>
                                        <p:cTn id="2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84" dur="1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885" dur="1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86" dur="1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0" dur="480" fill="hold" decel="1000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1" dur="480" fill="hold" decel="1000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2" dur="480" fill="hold" decel="1000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7.92998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3" presetID="31" presetClass="entr" presetSubtype="0" fill="hold" grpId="0" nodeType="withEffect">
                                  <p:stCondLst>
                                    <p:cond delay="379"/>
                                  </p:stCondLst>
                                  <p:childTnLst>
                                    <p:set>
                                      <p:cBhvr>
                                        <p:cTn id="2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895" dur="1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96" dur="1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97" dur="1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8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8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1" dur="480" fill="hold" decel="1000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2" dur="480" fill="hold" decel="1000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3" dur="480" fill="hold" decel="1000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8.22977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04" presetID="31" presetClass="entr" presetSubtype="0" fill="hold" grpId="0" nodeType="withEffect">
                                  <p:stCondLst>
                                    <p:cond delay="379"/>
                                  </p:stCondLst>
                                  <p:childTnLst>
                                    <p:set>
                                      <p:cBhvr>
                                        <p:cTn id="2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06" dur="1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907" dur="1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08" dur="1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2" dur="480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3" dur="480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4" dur="480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5.37480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5" presetID="31" presetClass="entr" presetSubtype="0" fill="hold" grpId="0" nodeType="withEffect">
                                  <p:stCondLst>
                                    <p:cond delay="379"/>
                                  </p:stCondLst>
                                  <p:childTnLst>
                                    <p:set>
                                      <p:cBhvr>
                                        <p:cTn id="2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17" dur="1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918" dur="1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19" dur="1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3" dur="480" fill="hold" decel="1000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4" dur="480" fill="hold" decel="1000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5" dur="480" fill="hold" decel="1000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6.330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6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29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28" dur="1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29" dur="1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30" dur="1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4" dur="480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5" dur="480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6" dur="480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6.99963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7" presetID="31" presetClass="entr" presetSubtype="0" fill="hold" grpId="0" nodeType="withEffect">
                                  <p:stCondLst>
                                    <p:cond delay="381"/>
                                  </p:stCondLst>
                                  <p:childTnLst>
                                    <p:set>
                                      <p:cBhvr>
                                        <p:cTn id="29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39" dur="1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40" dur="1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41" dur="1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5" dur="480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6" dur="480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7" dur="480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6.54730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8" presetID="31" presetClass="entr" presetSubtype="0" fill="hold" grpId="0" nodeType="withEffect">
                                  <p:stCondLst>
                                    <p:cond delay="381"/>
                                  </p:stCondLst>
                                  <p:childTnLst>
                                    <p:set>
                                      <p:cBhvr>
                                        <p:cTn id="2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50" dur="1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51" dur="1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52" dur="1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6" dur="480" fill="hold" decel="100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7" dur="480" fill="hold" decel="100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8" dur="480" fill="hold" decel="100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9.18562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9" presetID="31" presetClass="entr" presetSubtype="0" fill="hold" grpId="0" nodeType="withEffect">
                                  <p:stCondLst>
                                    <p:cond delay="381"/>
                                  </p:stCondLst>
                                  <p:childTnLst>
                                    <p:set>
                                      <p:cBhvr>
                                        <p:cTn id="29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61" dur="1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62" dur="1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63" dur="1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67" dur="480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8" dur="480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9" dur="480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2.5082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0" presetID="31" presetClass="entr" presetSubtype="0" fill="hold" grpId="0" nodeType="withEffect">
                                  <p:stCondLst>
                                    <p:cond delay="381"/>
                                  </p:stCondLst>
                                  <p:childTnLst>
                                    <p:set>
                                      <p:cBhvr>
                                        <p:cTn id="2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72" dur="1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973" dur="1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74" dur="1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8" dur="480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9" dur="480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0" dur="480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.64611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1" presetID="31" presetClass="entr" presetSubtype="0" fill="hold" grpId="0" nodeType="withEffect">
                                  <p:stCondLst>
                                    <p:cond delay="382"/>
                                  </p:stCondLst>
                                  <p:childTnLst>
                                    <p:set>
                                      <p:cBhvr>
                                        <p:cTn id="29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83" dur="1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2984" dur="1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85" dur="1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9" dur="480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0" dur="480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1" dur="480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9.910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2" presetID="31" presetClass="entr" presetSubtype="0" fill="hold" grpId="0" nodeType="withEffect">
                                  <p:stCondLst>
                                    <p:cond delay="385"/>
                                  </p:stCondLst>
                                  <p:childTnLst>
                                    <p:set>
                                      <p:cBhvr>
                                        <p:cTn id="29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2994" dur="1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2995" dur="1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96" dur="1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9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29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00" dur="480" fill="hold" decel="100000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1" dur="480" fill="hold" decel="100000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2" dur="480" fill="hold" decel="100000"/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0.8736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3" presetID="31" presetClass="entr" presetSubtype="0" fill="hold" grpId="0" nodeType="withEffect">
                                  <p:stCondLst>
                                    <p:cond delay="386"/>
                                  </p:stCondLst>
                                  <p:childTnLst>
                                    <p:set>
                                      <p:cBhvr>
                                        <p:cTn id="3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05" dur="1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006" dur="1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07" dur="1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1" dur="480" fill="hold" decel="1000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2" dur="480" fill="hold" decel="1000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3" dur="480" fill="hold" decel="1000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1.88683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4" presetID="31" presetClass="entr" presetSubtype="0" fill="hold" grpId="0" nodeType="withEffect">
                                  <p:stCondLst>
                                    <p:cond delay="387"/>
                                  </p:stCondLst>
                                  <p:childTnLst>
                                    <p:set>
                                      <p:cBhvr>
                                        <p:cTn id="30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16" dur="1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017" dur="1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18" dur="1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2" dur="480" fill="hold" decel="100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3" dur="480" fill="hold" decel="100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4" dur="480" fill="hold" decel="100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1.2259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5" presetID="31" presetClass="entr" presetSubtype="0" fill="hold" grpId="0" nodeType="withEffect">
                                  <p:stCondLst>
                                    <p:cond delay="387"/>
                                  </p:stCondLst>
                                  <p:childTnLst>
                                    <p:set>
                                      <p:cBhvr>
                                        <p:cTn id="3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27" dur="1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028" dur="1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29" dur="1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3" dur="480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4" dur="480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5" dur="480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7.92572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6" presetID="31" presetClass="entr" presetSubtype="0" fill="hold" grpId="0" nodeType="withEffect">
                                  <p:stCondLst>
                                    <p:cond delay="389"/>
                                  </p:stCondLst>
                                  <p:childTnLst>
                                    <p:set>
                                      <p:cBhvr>
                                        <p:cTn id="30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38" dur="1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039" dur="1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40" dur="1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4" dur="480" fill="hold" decel="1000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5" dur="480" fill="hold" decel="1000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6" dur="480" fill="hold" decel="1000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7.792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7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30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49" dur="1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050" dur="1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51" dur="1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5" dur="480" fill="hold" decel="100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6" dur="480" fill="hold" decel="100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7" dur="480" fill="hold" decel="100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0.98576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8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30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60" dur="1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061" dur="1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62" dur="1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6" dur="480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7" dur="480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8" dur="480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4.09722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9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30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71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072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73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7" dur="480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8" dur="480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9" dur="480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.85788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0" presetID="31" presetClass="entr" presetSubtype="0" fill="hold" grpId="0" nodeType="withEffect">
                                  <p:stCondLst>
                                    <p:cond delay="398"/>
                                  </p:stCondLst>
                                  <p:childTnLst>
                                    <p:set>
                                      <p:cBhvr>
                                        <p:cTn id="3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82" dur="1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83" dur="1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84" dur="1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8" dur="480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9" dur="480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0" dur="480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.89650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1" presetID="31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093" dur="1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94" dur="1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95" dur="1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0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0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9" dur="480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0" dur="480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1" dur="480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4.7282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2" presetID="31" presetClass="entr" presetSubtype="0" fill="hold" grpId="0" nodeType="withEffect">
                                  <p:stCondLst>
                                    <p:cond delay="402"/>
                                  </p:stCondLst>
                                  <p:childTnLst>
                                    <p:set>
                                      <p:cBhvr>
                                        <p:cTn id="3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04" dur="1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05" dur="1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06" dur="1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0" dur="480" fill="hold" decel="100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1" dur="480" fill="hold" decel="100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2" dur="480" fill="hold" decel="100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6.3179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3" presetID="31" presetClass="entr" presetSubtype="0" fill="hold" grpId="0" nodeType="withEffect">
                                  <p:stCondLst>
                                    <p:cond delay="402"/>
                                  </p:stCondLst>
                                  <p:childTnLst>
                                    <p:set>
                                      <p:cBhvr>
                                        <p:cTn id="3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15" dur="1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116" dur="1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17" dur="1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1" dur="480" fill="hold" decel="1000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2" dur="480" fill="hold" decel="1000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3" dur="480" fill="hold" decel="1000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.26238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4" presetID="31" presetClass="entr" presetSubtype="0" fill="hold" grpId="0" nodeType="withEffect">
                                  <p:stCondLst>
                                    <p:cond delay="404"/>
                                  </p:stCondLst>
                                  <p:childTnLst>
                                    <p:set>
                                      <p:cBhvr>
                                        <p:cTn id="3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26" dur="1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27" dur="1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28" dur="1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2" dur="480" fill="hold" decel="1000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3" dur="480" fill="hold" decel="1000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4" dur="480" fill="hold" decel="1000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0.55062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5" presetID="31" presetClass="entr" presetSubtype="0" fill="hold" grpId="0" nodeType="withEffect">
                                  <p:stCondLst>
                                    <p:cond delay="404"/>
                                  </p:stCondLst>
                                  <p:childTnLst>
                                    <p:set>
                                      <p:cBhvr>
                                        <p:cTn id="3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37" dur="1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138" dur="1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39" dur="1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3" dur="480" fill="hold" decel="1000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4" dur="480" fill="hold" decel="1000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5" dur="480" fill="hold" decel="1000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4.5108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6" presetID="31" presetClass="entr" presetSubtype="0" fill="hold" grpId="0" nodeType="withEffect">
                                  <p:stCondLst>
                                    <p:cond delay="404"/>
                                  </p:stCondLst>
                                  <p:childTnLst>
                                    <p:set>
                                      <p:cBhvr>
                                        <p:cTn id="3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48" dur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149" dur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50" dur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4" dur="480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5" dur="480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6" dur="480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7.17164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7" presetID="31" presetClass="entr" presetSubtype="0" fill="hold" grpId="0" nodeType="withEffect">
                                  <p:stCondLst>
                                    <p:cond delay="406"/>
                                  </p:stCondLst>
                                  <p:childTnLst>
                                    <p:set>
                                      <p:cBhvr>
                                        <p:cTn id="3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59" dur="1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160" dur="1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61" dur="1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6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65" dur="480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6" dur="480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7" dur="480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1.57630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8" presetID="31" presetClass="entr" presetSubtype="0" fill="hold" grpId="0" nodeType="withEffect">
                                  <p:stCondLst>
                                    <p:cond delay="406"/>
                                  </p:stCondLst>
                                  <p:childTnLst>
                                    <p:set>
                                      <p:cBhvr>
                                        <p:cTn id="3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70" dur="1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171" dur="1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72" dur="1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7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6" dur="480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7" dur="480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8" dur="480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1.36058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9" presetID="31" presetClass="entr" presetSubtype="0" fill="hold" grpId="0" nodeType="withEffect">
                                  <p:stCondLst>
                                    <p:cond delay="408"/>
                                  </p:stCondLst>
                                  <p:childTnLst>
                                    <p:set>
                                      <p:cBhvr>
                                        <p:cTn id="3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81" dur="1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182" dur="1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83" dur="1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8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7" dur="480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8" dur="480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9" dur="480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8.26234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0" presetID="31" presetClass="entr" presetSubtype="0" fill="hold" grpId="0" nodeType="withEffect">
                                  <p:stCondLst>
                                    <p:cond delay="409"/>
                                  </p:stCondLst>
                                  <p:childTnLst>
                                    <p:set>
                                      <p:cBhvr>
                                        <p:cTn id="3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192" dur="1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93" dur="1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94" dur="1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1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1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9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8" dur="480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9" dur="480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0" dur="480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7.1254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1" presetID="31" presetClass="entr" presetSubtype="0" fill="hold" grpId="0" nodeType="withEffect">
                                  <p:stCondLst>
                                    <p:cond delay="410"/>
                                  </p:stCondLst>
                                  <p:childTnLst>
                                    <p:set>
                                      <p:cBhvr>
                                        <p:cTn id="3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03" dur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04" dur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05" dur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0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09" dur="480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0" dur="480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1" dur="480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2.86535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2" presetID="31" presetClass="entr" presetSubtype="0" fill="hold" grpId="0" nodeType="withEffect">
                                  <p:stCondLst>
                                    <p:cond delay="411"/>
                                  </p:stCondLst>
                                  <p:childTnLst>
                                    <p:set>
                                      <p:cBhvr>
                                        <p:cTn id="3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14" dur="1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215" dur="1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16" dur="1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1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0" dur="480" fill="hold" decel="100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1" dur="480" fill="hold" decel="100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2" dur="480" fill="hold" decel="100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7.91529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3" presetID="31" presetClass="entr" presetSubtype="0" fill="hold" grpId="0" nodeType="withEffect">
                                  <p:stCondLst>
                                    <p:cond delay="411"/>
                                  </p:stCondLst>
                                  <p:childTnLst>
                                    <p:set>
                                      <p:cBhvr>
                                        <p:cTn id="3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25" dur="1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226" dur="1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27" dur="1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3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1" dur="480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2" dur="480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3" dur="480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7.0111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4" presetID="31" presetClass="entr" presetSubtype="0" fill="hold" grpId="0" nodeType="withEffect">
                                  <p:stCondLst>
                                    <p:cond delay="411"/>
                                  </p:stCondLst>
                                  <p:childTnLst>
                                    <p:set>
                                      <p:cBhvr>
                                        <p:cTn id="3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36" dur="1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37" dur="1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38" dur="1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4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42" dur="480" fill="hold" decel="100000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3" dur="480" fill="hold" decel="100000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4" dur="480" fill="hold" decel="100000"/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6.15051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5" presetID="31" presetClass="entr" presetSubtype="0" fill="hold" grpId="0" nodeType="withEffect">
                                  <p:stCondLst>
                                    <p:cond delay="413"/>
                                  </p:stCondLst>
                                  <p:childTnLst>
                                    <p:set>
                                      <p:cBhvr>
                                        <p:cTn id="3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47" dur="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48" dur="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49" dur="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5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53" dur="480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4" dur="480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5" dur="480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35802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6" presetID="31" presetClass="entr" presetSubtype="0" fill="hold" grpId="0" nodeType="withEffect">
                                  <p:stCondLst>
                                    <p:cond delay="415"/>
                                  </p:stCondLst>
                                  <p:childTnLst>
                                    <p:set>
                                      <p:cBhvr>
                                        <p:cTn id="3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58" dur="1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259" dur="1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60" dur="1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6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4" dur="480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5" dur="480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6" dur="480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.30876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7" presetID="31" presetClass="entr" presetSubtype="0" fill="hold" grpId="0" nodeType="withEffect">
                                  <p:stCondLst>
                                    <p:cond delay="420"/>
                                  </p:stCondLst>
                                  <p:childTnLst>
                                    <p:set>
                                      <p:cBhvr>
                                        <p:cTn id="3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69" dur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270" dur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71" dur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7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5" dur="480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6" dur="480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7" dur="480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5.28693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8" presetID="31" presetClass="entr" presetSubtype="0" fill="hold" grpId="0" nodeType="withEffect">
                                  <p:stCondLst>
                                    <p:cond delay="422"/>
                                  </p:stCondLst>
                                  <p:childTnLst>
                                    <p:set>
                                      <p:cBhvr>
                                        <p:cTn id="3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80" dur="1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81" dur="1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82" dur="1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8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86" dur="480" fill="hold" decel="1000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7" dur="480" fill="hold" decel="1000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8" dur="480" fill="hold" decel="1000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3.03914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9" presetID="31" presetClass="entr" presetSubtype="0" fill="hold" grpId="0" nodeType="withEffect">
                                  <p:stCondLst>
                                    <p:cond delay="424"/>
                                  </p:stCondLst>
                                  <p:childTnLst>
                                    <p:set>
                                      <p:cBhvr>
                                        <p:cTn id="3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291" dur="1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292" dur="1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93" dur="1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2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2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9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7" dur="480" fill="hold" decel="1000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8" dur="480" fill="hold" decel="1000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9" dur="480" fill="hold" decel="1000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8.88238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0" presetID="31" presetClass="entr" presetSubtype="0" fill="hold" grpId="0" nodeType="withEffect">
                                  <p:stCondLst>
                                    <p:cond delay="429"/>
                                  </p:stCondLst>
                                  <p:childTnLst>
                                    <p:set>
                                      <p:cBhvr>
                                        <p:cTn id="3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02" dur="1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303" dur="1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04" dur="1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0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08" dur="480" fill="hold" decel="100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9" dur="480" fill="hold" decel="100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0" dur="480" fill="hold" decel="100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7.19065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1" presetID="31" presetClass="entr" presetSubtype="0" fill="hold" grpId="0" nodeType="withEffect">
                                  <p:stCondLst>
                                    <p:cond delay="430"/>
                                  </p:stCondLst>
                                  <p:childTnLst>
                                    <p:set>
                                      <p:cBhvr>
                                        <p:cTn id="3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13" dur="1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314" dur="1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15" dur="1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1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9" dur="480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0" dur="480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1" dur="480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3.65142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2" presetID="31" presetClass="entr" presetSubtype="0" fill="hold" grpId="0" nodeType="withEffect">
                                  <p:stCondLst>
                                    <p:cond delay="431"/>
                                  </p:stCondLst>
                                  <p:childTnLst>
                                    <p:set>
                                      <p:cBhvr>
                                        <p:cTn id="3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24" dur="1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325" dur="1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26" dur="1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2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30" dur="480" fill="hold" decel="100000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1" dur="480" fill="hold" decel="100000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2" dur="480" fill="hold" decel="100000"/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6.93848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3" presetID="31" presetClass="entr" presetSubtype="0" fill="hold" grpId="0" nodeType="withEffect">
                                  <p:stCondLst>
                                    <p:cond delay="433"/>
                                  </p:stCondLst>
                                  <p:childTnLst>
                                    <p:set>
                                      <p:cBhvr>
                                        <p:cTn id="3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35" dur="1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336" dur="1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37" dur="1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4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41" dur="480" fill="hold" decel="100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2" dur="480" fill="hold" decel="100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3" dur="480" fill="hold" decel="100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6.650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4" presetID="31" presetClass="entr" presetSubtype="0" fill="hold" grpId="0" nodeType="withEffect">
                                  <p:stCondLst>
                                    <p:cond delay="434"/>
                                  </p:stCondLst>
                                  <p:childTnLst>
                                    <p:set>
                                      <p:cBhvr>
                                        <p:cTn id="3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46" dur="1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347" dur="1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48" dur="1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5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2" dur="480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3" dur="480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4" dur="480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2.79757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5" presetID="31" presetClass="entr" presetSubtype="0" fill="hold" grpId="0" nodeType="withEffect">
                                  <p:stCondLst>
                                    <p:cond delay="434"/>
                                  </p:stCondLst>
                                  <p:childTnLst>
                                    <p:set>
                                      <p:cBhvr>
                                        <p:cTn id="3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57" dur="1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358" dur="1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59" dur="1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6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63" dur="480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4" dur="480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5" dur="480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.54566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6" presetID="31" presetClass="entr" presetSubtype="0" fill="hold" grpId="0" nodeType="withEffect">
                                  <p:stCondLst>
                                    <p:cond delay="435"/>
                                  </p:stCondLst>
                                  <p:childTnLst>
                                    <p:set>
                                      <p:cBhvr>
                                        <p:cTn id="3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68" dur="1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369" dur="1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70" dur="1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7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4" dur="480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5" dur="480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6" dur="480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1.2826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7" presetID="31" presetClass="entr" presetSubtype="0" fill="hold" grpId="0" nodeType="withEffect">
                                  <p:stCondLst>
                                    <p:cond delay="436"/>
                                  </p:stCondLst>
                                  <p:childTnLst>
                                    <p:set>
                                      <p:cBhvr>
                                        <p:cTn id="3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79" dur="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80" dur="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81" dur="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8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85" dur="480" fill="hold" decel="1000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6" dur="480" fill="hold" decel="1000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7" dur="480" fill="hold" decel="1000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7.72065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8" presetID="31" presetClass="entr" presetSubtype="0" fill="hold" grpId="0" nodeType="withEffect">
                                  <p:stCondLst>
                                    <p:cond delay="439"/>
                                  </p:stCondLst>
                                  <p:childTnLst>
                                    <p:set>
                                      <p:cBhvr>
                                        <p:cTn id="3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390" dur="1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391" dur="1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92" dur="1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3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3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9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6" dur="480" fill="hold" decel="100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7" dur="480" fill="hold" decel="100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8" dur="480" fill="hold" decel="100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6.38279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9" presetID="31" presetClass="entr" presetSubtype="0" fill="hold" grpId="0" nodeType="withEffect">
                                  <p:stCondLst>
                                    <p:cond delay="443"/>
                                  </p:stCondLst>
                                  <p:childTnLst>
                                    <p:set>
                                      <p:cBhvr>
                                        <p:cTn id="3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01" dur="1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402" dur="1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03" dur="1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0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07" dur="480" fill="hold" decel="100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8" dur="480" fill="hold" decel="100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9" dur="480" fill="hold" decel="100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9.5401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0" presetID="31" presetClass="entr" presetSubtype="0" fill="hold" grpId="0" nodeType="withEffect">
                                  <p:stCondLst>
                                    <p:cond delay="448"/>
                                  </p:stCondLst>
                                  <p:childTnLst>
                                    <p:set>
                                      <p:cBhvr>
                                        <p:cTn id="3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12" dur="1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413" dur="1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14" dur="1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1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18" dur="480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9" dur="480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0" dur="480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2.40071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1" presetID="31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23" dur="1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424" dur="1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25" dur="1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2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29" dur="480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0" dur="480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1" dur="480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7.5318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2" presetID="31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34" dur="1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435" dur="1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36" dur="1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3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40" dur="480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1" dur="480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2" dur="480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6.51524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3" presetID="31" presetClass="entr" presetSubtype="0" fill="hold" grpId="0" nodeType="withEffect">
                                  <p:stCondLst>
                                    <p:cond delay="451"/>
                                  </p:stCondLst>
                                  <p:childTnLst>
                                    <p:set>
                                      <p:cBhvr>
                                        <p:cTn id="3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45" dur="1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446" dur="1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47" dur="1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5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51" dur="480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2" dur="480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3" dur="480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2.64441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4" presetID="31" presetClass="entr" presetSubtype="0" fill="hold" grpId="0" nodeType="withEffect">
                                  <p:stCondLst>
                                    <p:cond delay="451"/>
                                  </p:stCondLst>
                                  <p:childTnLst>
                                    <p:set>
                                      <p:cBhvr>
                                        <p:cTn id="3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56" dur="1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457" dur="1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58" dur="1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6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62" dur="480" fill="hold" decel="1000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3" dur="480" fill="hold" decel="1000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4" dur="480" fill="hold" decel="1000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6.31551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5" presetID="31" presetClass="entr" presetSubtype="0" fill="hold" grpId="0" nodeType="withEffect">
                                  <p:stCondLst>
                                    <p:cond delay="452"/>
                                  </p:stCondLst>
                                  <p:childTnLst>
                                    <p:set>
                                      <p:cBhvr>
                                        <p:cTn id="3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67" dur="1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68" dur="1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69" dur="1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3" dur="480" fill="hold" decel="100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4" dur="480" fill="hold" decel="100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5" dur="480" fill="hold" decel="100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8.15757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6" presetID="31" presetClass="entr" presetSubtype="0" fill="hold" grpId="0" nodeType="withEffect">
                                  <p:stCondLst>
                                    <p:cond delay="453"/>
                                  </p:stCondLst>
                                  <p:childTnLst>
                                    <p:set>
                                      <p:cBhvr>
                                        <p:cTn id="3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78" dur="1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479" dur="1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80" dur="1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84" dur="480" fill="hold" decel="1000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5" dur="480" fill="hold" decel="1000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6" dur="480" fill="hold" decel="1000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4.1791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7" presetID="31" presetClass="entr" presetSubtype="0" fill="hold" grpId="0" nodeType="withEffect">
                                  <p:stCondLst>
                                    <p:cond delay="457"/>
                                  </p:stCondLst>
                                  <p:childTnLst>
                                    <p:set>
                                      <p:cBhvr>
                                        <p:cTn id="3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489" dur="1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490" dur="1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91" dur="1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4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4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5" dur="480" fill="hold" decel="100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6" dur="480" fill="hold" decel="100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7" dur="480" fill="hold" decel="100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7.786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8" presetID="31" presetClass="entr" presetSubtype="0" fill="hold" grpId="0" nodeType="withEffect">
                                  <p:stCondLst>
                                    <p:cond delay="458"/>
                                  </p:stCondLst>
                                  <p:childTnLst>
                                    <p:set>
                                      <p:cBhvr>
                                        <p:cTn id="34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00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501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02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06" dur="480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7" dur="480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8" dur="480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.30572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9" presetID="31" presetClass="entr" presetSubtype="0" fill="hold" grpId="0" nodeType="withEffect">
                                  <p:stCondLst>
                                    <p:cond delay="459"/>
                                  </p:stCondLst>
                                  <p:childTnLst>
                                    <p:set>
                                      <p:cBhvr>
                                        <p:cTn id="3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11" dur="1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12" dur="1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13" dur="1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7" dur="480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8" dur="480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9" dur="480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8.19494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0" presetID="31" presetClass="entr" presetSubtype="0" fill="hold" grpId="0" nodeType="withEffect">
                                  <p:stCondLst>
                                    <p:cond delay="462"/>
                                  </p:stCondLst>
                                  <p:childTnLst>
                                    <p:set>
                                      <p:cBhvr>
                                        <p:cTn id="3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22" dur="1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23" dur="1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24" dur="1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8" dur="480" fill="hold" decel="100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9" dur="480" fill="hold" decel="100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0" dur="480" fill="hold" decel="100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9.5569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1" presetID="31" presetClass="entr" presetSubtype="0" fill="hold" grpId="0" nodeType="withEffect">
                                  <p:stCondLst>
                                    <p:cond delay="464"/>
                                  </p:stCondLst>
                                  <p:childTnLst>
                                    <p:set>
                                      <p:cBhvr>
                                        <p:cTn id="3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33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534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35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39" dur="480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0" dur="480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1" dur="480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6.6555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2" presetID="31" presetClass="entr" presetSubtype="0" fill="hold" grpId="0" nodeType="withEffect">
                                  <p:stCondLst>
                                    <p:cond delay="465"/>
                                  </p:stCondLst>
                                  <p:childTnLst>
                                    <p:set>
                                      <p:cBhvr>
                                        <p:cTn id="3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44" dur="1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545" dur="1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46" dur="1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0" dur="480" fill="hold" decel="1000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1" dur="480" fill="hold" decel="1000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2" dur="480" fill="hold" decel="1000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5.328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3" presetID="31" presetClass="entr" presetSubtype="0" fill="hold" grpId="0" nodeType="withEffect">
                                  <p:stCondLst>
                                    <p:cond delay="465"/>
                                  </p:stCondLst>
                                  <p:childTnLst>
                                    <p:set>
                                      <p:cBhvr>
                                        <p:cTn id="3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55" dur="1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56" dur="1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57" dur="1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61" dur="480" fill="hold" decel="1000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2" dur="480" fill="hold" decel="1000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3" dur="480" fill="hold" decel="1000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6.07858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4" presetID="31" presetClass="entr" presetSubtype="0" fill="hold" grpId="0" nodeType="withEffect">
                                  <p:stCondLst>
                                    <p:cond delay="466"/>
                                  </p:stCondLst>
                                  <p:childTnLst>
                                    <p:set>
                                      <p:cBhvr>
                                        <p:cTn id="3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66" dur="1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67" dur="1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68" dur="1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2" dur="480" fill="hold" decel="1000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3" dur="480" fill="hold" decel="1000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4" dur="480" fill="hold" decel="1000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.52837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5" presetID="31" presetClass="entr" presetSubtype="0" fill="hold" grpId="0" nodeType="withEffect">
                                  <p:stCondLst>
                                    <p:cond delay="470"/>
                                  </p:stCondLst>
                                  <p:childTnLst>
                                    <p:set>
                                      <p:cBhvr>
                                        <p:cTn id="3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77" dur="1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78" dur="1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79" dur="1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83" dur="480" fill="hold" decel="100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4" dur="480" fill="hold" decel="100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5" dur="480" fill="hold" decel="100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2.2615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6" presetID="31" presetClass="entr" presetSubtype="0" fill="hold" grpId="0" nodeType="withEffect">
                                  <p:stCondLst>
                                    <p:cond delay="471"/>
                                  </p:stCondLst>
                                  <p:childTnLst>
                                    <p:set>
                                      <p:cBhvr>
                                        <p:cTn id="3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88" dur="1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589" dur="1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90" dur="1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5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5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4" dur="480" fill="hold" decel="100000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5" dur="480" fill="hold" decel="100000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6" dur="480" fill="hold" decel="100000"/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7.85464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7" presetID="31" presetClass="entr" presetSubtype="0" fill="hold" grpId="0" nodeType="withEffect">
                                  <p:stCondLst>
                                    <p:cond delay="471"/>
                                  </p:stCondLst>
                                  <p:childTnLst>
                                    <p:set>
                                      <p:cBhvr>
                                        <p:cTn id="3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599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600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01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05" dur="480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6" dur="480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7" dur="480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.68728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8" presetID="31" presetClass="entr" presetSubtype="0" fill="hold" grpId="0" nodeType="withEffect">
                                  <p:stCondLst>
                                    <p:cond delay="474"/>
                                  </p:stCondLst>
                                  <p:childTnLst>
                                    <p:set>
                                      <p:cBhvr>
                                        <p:cTn id="3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10" dur="1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611" dur="1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12" dur="1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6" dur="480" fill="hold" decel="1000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7" dur="480" fill="hold" decel="1000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8" dur="480" fill="hold" decel="1000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3.1323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9" presetID="31" presetClass="entr" presetSubtype="0" fill="hold" grpId="0" nodeType="withEffect">
                                  <p:stCondLst>
                                    <p:cond delay="478"/>
                                  </p:stCondLst>
                                  <p:childTnLst>
                                    <p:set>
                                      <p:cBhvr>
                                        <p:cTn id="3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21" dur="1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622" dur="1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23" dur="1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27" dur="480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8" dur="480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9" dur="480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5.9916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0" presetID="31" presetClass="entr" presetSubtype="0" fill="hold" grpId="0" nodeType="withEffect">
                                  <p:stCondLst>
                                    <p:cond delay="484"/>
                                  </p:stCondLst>
                                  <p:childTnLst>
                                    <p:set>
                                      <p:cBhvr>
                                        <p:cTn id="3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32" dur="1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633" dur="1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34" dur="1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8" dur="480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9" dur="480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0" dur="480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.7576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1" presetID="31" presetClass="entr" presetSubtype="0" fill="hold" grpId="0" nodeType="withEffect">
                                  <p:stCondLst>
                                    <p:cond delay="486"/>
                                  </p:stCondLst>
                                  <p:childTnLst>
                                    <p:set>
                                      <p:cBhvr>
                                        <p:cTn id="3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43" dur="1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44" dur="1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45" dur="1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49" dur="480" fill="hold" decel="1000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0" dur="480" fill="hold" decel="1000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1" dur="480" fill="hold" decel="1000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5.13105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2" presetID="31" presetClass="entr" presetSubtype="0" fill="hold" grpId="0" nodeType="withEffect">
                                  <p:stCondLst>
                                    <p:cond delay="486"/>
                                  </p:stCondLst>
                                  <p:childTnLst>
                                    <p:set>
                                      <p:cBhvr>
                                        <p:cTn id="3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54" dur="1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655" dur="1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56" dur="1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60" dur="480" fill="hold" decel="100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1" dur="480" fill="hold" decel="100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2" dur="480" fill="hold" decel="100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7.58936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63" presetID="31" presetClass="entr" presetSubtype="0" fill="hold" grpId="0" nodeType="withEffect">
                                  <p:stCondLst>
                                    <p:cond delay="486"/>
                                  </p:stCondLst>
                                  <p:childTnLst>
                                    <p:set>
                                      <p:cBhvr>
                                        <p:cTn id="3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65" dur="1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666" dur="1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67" dur="1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1" dur="480" fill="hold" decel="1000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2" dur="480" fill="hold" decel="1000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3" dur="480" fill="hold" decel="1000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7.56170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4" presetID="31" presetClass="entr" presetSubtype="0" fill="hold" grpId="0" nodeType="withEffect">
                                  <p:stCondLst>
                                    <p:cond delay="486"/>
                                  </p:stCondLst>
                                  <p:childTnLst>
                                    <p:set>
                                      <p:cBhvr>
                                        <p:cTn id="3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76" dur="1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677" dur="1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78" dur="1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82" dur="480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3" dur="480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4" dur="480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7.2317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5" presetID="31" presetClass="entr" presetSubtype="0" fill="hold" grpId="0" nodeType="withEffect">
                                  <p:stCondLst>
                                    <p:cond delay="490"/>
                                  </p:stCondLst>
                                  <p:childTnLst>
                                    <p:set>
                                      <p:cBhvr>
                                        <p:cTn id="3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87" dur="1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688" dur="1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89" dur="1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6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6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3" dur="480" fill="hold" decel="1000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4" dur="480" fill="hold" decel="1000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5" dur="480" fill="hold" decel="1000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6.42456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6" presetID="31" presetClass="entr" presetSubtype="0" fill="hold" grpId="0" nodeType="withEffect">
                                  <p:stCondLst>
                                    <p:cond delay="494"/>
                                  </p:stCondLst>
                                  <p:childTnLst>
                                    <p:set>
                                      <p:cBhvr>
                                        <p:cTn id="3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698" dur="1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699" dur="1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00" dur="1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04" dur="480" fill="hold" decel="1000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5" dur="480" fill="hold" decel="1000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6" dur="480" fill="hold" decel="1000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6.1814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07" presetID="31" presetClass="entr" presetSubtype="0" fill="hold" grpId="0" nodeType="withEffect">
                                  <p:stCondLst>
                                    <p:cond delay="497"/>
                                  </p:stCondLst>
                                  <p:childTnLst>
                                    <p:set>
                                      <p:cBhvr>
                                        <p:cTn id="3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09" dur="1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710" dur="1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11" dur="1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5" dur="480" fill="hold" decel="1000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6" dur="480" fill="hold" decel="1000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7" dur="480" fill="hold" decel="1000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2.91654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8" presetID="31" presetClass="entr" presetSubtype="0" fill="hold" grpId="0" nodeType="withEffect">
                                  <p:stCondLst>
                                    <p:cond delay="498"/>
                                  </p:stCondLst>
                                  <p:childTnLst>
                                    <p:set>
                                      <p:cBhvr>
                                        <p:cTn id="3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20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721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22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26" dur="480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7" dur="480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8" dur="480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0.8265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9" presetID="31" presetClass="entr" presetSubtype="0" fill="hold" grpId="0" nodeType="withEffect">
                                  <p:stCondLst>
                                    <p:cond delay="498"/>
                                  </p:stCondLst>
                                  <p:childTnLst>
                                    <p:set>
                                      <p:cBhvr>
                                        <p:cTn id="3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31" dur="1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732" dur="1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33" dur="1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37" dur="480" fill="hold" decel="100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8" dur="480" fill="hold" decel="100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9" dur="480" fill="hold" decel="100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5.70008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0" presetID="31" presetClass="entr" presetSubtype="0" fill="hold" grpId="0" nodeType="withEffect">
                                  <p:stCondLst>
                                    <p:cond delay="498"/>
                                  </p:stCondLst>
                                  <p:childTnLst>
                                    <p:set>
                                      <p:cBhvr>
                                        <p:cTn id="3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42" dur="1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743" dur="1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44" dur="1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48" dur="480" fill="hold" decel="100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9" dur="480" fill="hold" decel="100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0" dur="480" fill="hold" decel="100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.38183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1" presetID="31" presetClass="entr" presetSubtype="0" fill="hold" grpId="0" nodeType="withEffect">
                                  <p:stCondLst>
                                    <p:cond delay="499"/>
                                  </p:stCondLst>
                                  <p:childTnLst>
                                    <p:set>
                                      <p:cBhvr>
                                        <p:cTn id="37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53" dur="1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754" dur="1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55" dur="1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9" dur="480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0" dur="480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1" dur="480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4.73691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64" dur="1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65" dur="1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66" dur="1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0" dur="480" fill="hold" decel="1000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1" dur="480" fill="hold" decel="1000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2" dur="480" fill="hold" decel="1000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4.68648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3" presetID="31" presetClass="entr" presetSubtype="0" fill="hold" grpId="0" nodeType="withEffect">
                                  <p:stCondLst>
                                    <p:cond delay="502"/>
                                  </p:stCondLst>
                                  <p:childTnLst>
                                    <p:set>
                                      <p:cBhvr>
                                        <p:cTn id="3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75" dur="1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776" dur="1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77" dur="1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81" dur="480" fill="hold" decel="100000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2" dur="480" fill="hold" decel="100000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3" dur="480" fill="hold" decel="100000"/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2.92922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84" presetID="31" presetClass="entr" presetSubtype="0" fill="hold" grpId="0" nodeType="withEffect">
                                  <p:stCondLst>
                                    <p:cond delay="507"/>
                                  </p:stCondLst>
                                  <p:childTnLst>
                                    <p:set>
                                      <p:cBhvr>
                                        <p:cTn id="3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86" dur="1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87" dur="1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88" dur="1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7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7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2" dur="480" fill="hold" decel="1000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3" dur="480" fill="hold" decel="1000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4" dur="480" fill="hold" decel="1000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2.07038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5" presetID="31" presetClass="entr" presetSubtype="0" fill="hold" grpId="0" nodeType="withEffect">
                                  <p:stCondLst>
                                    <p:cond delay="508"/>
                                  </p:stCondLst>
                                  <p:childTnLst>
                                    <p:set>
                                      <p:cBhvr>
                                        <p:cTn id="3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797" dur="1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798" dur="1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99" dur="1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03" dur="480" fill="hold" decel="100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4" dur="480" fill="hold" decel="100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5" dur="480" fill="hold" decel="100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4.92558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6" presetID="31" presetClass="entr" presetSubtype="0" fill="hold" grpId="0" nodeType="withEffect">
                                  <p:stCondLst>
                                    <p:cond delay="510"/>
                                  </p:stCondLst>
                                  <p:childTnLst>
                                    <p:set>
                                      <p:cBhvr>
                                        <p:cTn id="3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08" dur="1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809" dur="1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10" dur="1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14" dur="480" fill="hold" decel="1000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5" dur="480" fill="hold" decel="1000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6" dur="480" fill="hold" decel="1000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94212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7" presetID="31" presetClass="entr" presetSubtype="0" fill="hold" grpId="0" nodeType="withEffect">
                                  <p:stCondLst>
                                    <p:cond delay="510"/>
                                  </p:stCondLst>
                                  <p:childTnLst>
                                    <p:set>
                                      <p:cBhvr>
                                        <p:cTn id="3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19" dur="1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820" dur="1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21" dur="1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5" dur="480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6" dur="480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7" dur="480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3.80242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8" presetID="31" presetClass="entr" presetSubtype="0" fill="hold" grpId="0" nodeType="withEffect">
                                  <p:stCondLst>
                                    <p:cond delay="511"/>
                                  </p:stCondLst>
                                  <p:childTnLst>
                                    <p:set>
                                      <p:cBhvr>
                                        <p:cTn id="3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30" dur="1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31" dur="1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32" dur="1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6" dur="480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7" dur="480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8" dur="480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0.534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9" presetID="31" presetClass="entr" presetSubtype="0" fill="hold" grpId="0" nodeType="withEffect">
                                  <p:stCondLst>
                                    <p:cond delay="516"/>
                                  </p:stCondLst>
                                  <p:childTnLst>
                                    <p:set>
                                      <p:cBhvr>
                                        <p:cTn id="3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41" dur="1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842" dur="1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43" dur="1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47" dur="480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8" dur="480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9" dur="480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3.74839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0" presetID="31" presetClass="entr" presetSubtype="0" fill="hold" grpId="0" nodeType="withEffect">
                                  <p:stCondLst>
                                    <p:cond delay="523"/>
                                  </p:stCondLst>
                                  <p:childTnLst>
                                    <p:set>
                                      <p:cBhvr>
                                        <p:cTn id="3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52" dur="1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3853" dur="1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54" dur="1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8" dur="480" fill="hold" decel="1000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9" dur="480" fill="hold" decel="1000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0" dur="480" fill="hold" decel="1000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9.26669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61" presetID="31" presetClass="entr" presetSubtype="0" fill="hold" grpId="0" nodeType="withEffect">
                                  <p:stCondLst>
                                    <p:cond delay="523"/>
                                  </p:stCondLst>
                                  <p:childTnLst>
                                    <p:set>
                                      <p:cBhvr>
                                        <p:cTn id="3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63" dur="1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64" dur="1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65" dur="1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69" dur="480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0" dur="480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1" dur="480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4.13334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2" presetID="31" presetClass="entr" presetSubtype="0" fill="hold" grpId="0" nodeType="withEffect">
                                  <p:stCondLst>
                                    <p:cond delay="524"/>
                                  </p:stCondLst>
                                  <p:childTnLst>
                                    <p:set>
                                      <p:cBhvr>
                                        <p:cTn id="3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74" dur="1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875" dur="1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76" dur="1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80" dur="480" fill="hold" decel="100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1" dur="480" fill="hold" decel="100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2" dur="480" fill="hold" decel="100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2.72828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3" presetID="31" presetClass="entr" presetSubtype="0" fill="hold" grpId="0" nodeType="withEffect">
                                  <p:stCondLst>
                                    <p:cond delay="525"/>
                                  </p:stCondLst>
                                  <p:childTnLst>
                                    <p:set>
                                      <p:cBhvr>
                                        <p:cTn id="38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85" dur="1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886" dur="1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87" dur="1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91" dur="480" fill="hold" decel="1000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2" dur="480" fill="hold" decel="1000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3" dur="480" fill="hold" decel="1000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3.85831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4" presetID="31" presetClass="entr" presetSubtype="0" fill="hold" grpId="0" nodeType="withEffect">
                                  <p:stCondLst>
                                    <p:cond delay="525"/>
                                  </p:stCondLst>
                                  <p:childTnLst>
                                    <p:set>
                                      <p:cBhvr>
                                        <p:cTn id="3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896" dur="1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897" dur="1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98" dur="1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8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02" dur="480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3" dur="480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4" dur="480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.96379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05" presetID="31" presetClass="entr" presetSubtype="0" fill="hold" grpId="0" nodeType="withEffect">
                                  <p:stCondLst>
                                    <p:cond delay="529"/>
                                  </p:stCondLst>
                                  <p:childTnLst>
                                    <p:set>
                                      <p:cBhvr>
                                        <p:cTn id="3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07" dur="1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908" dur="1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09" dur="1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1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3" dur="480" fill="hold" decel="1000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4" dur="480" fill="hold" decel="1000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5" dur="480" fill="hold" decel="1000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1.13708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6" presetID="31" presetClass="entr" presetSubtype="0" fill="hold" grpId="0" nodeType="withEffect">
                                  <p:stCondLst>
                                    <p:cond delay="531"/>
                                  </p:stCondLst>
                                  <p:childTnLst>
                                    <p:set>
                                      <p:cBhvr>
                                        <p:cTn id="3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18" dur="1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19" dur="1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20" dur="1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2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24" dur="480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5" dur="480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6" dur="480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7.13119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7" presetID="31" presetClass="entr" presetSubtype="0" fill="hold" grpId="0" nodeType="withEffect">
                                  <p:stCondLst>
                                    <p:cond delay="531"/>
                                  </p:stCondLst>
                                  <p:childTnLst>
                                    <p:set>
                                      <p:cBhvr>
                                        <p:cTn id="39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29" dur="1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930" dur="1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31" dur="1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3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35" dur="480" fill="hold" decel="1000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6" dur="480" fill="hold" decel="1000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7" dur="480" fill="hold" decel="1000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.77308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8" presetID="31" presetClass="entr" presetSubtype="0" fill="hold" grpId="0" nodeType="withEffect">
                                  <p:stCondLst>
                                    <p:cond delay="533"/>
                                  </p:stCondLst>
                                  <p:childTnLst>
                                    <p:set>
                                      <p:cBhvr>
                                        <p:cTn id="39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40" dur="1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41" dur="1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42" dur="1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4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46" dur="480" fill="hold" decel="100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7" dur="480" fill="hold" decel="100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8" dur="480" fill="hold" decel="100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09883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49" presetID="31" presetClass="entr" presetSubtype="0" fill="hold" grpId="0" nodeType="withEffect">
                                  <p:stCondLst>
                                    <p:cond delay="534"/>
                                  </p:stCondLst>
                                  <p:childTnLst>
                                    <p:set>
                                      <p:cBhvr>
                                        <p:cTn id="3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51" dur="1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52" dur="1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53" dur="1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5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7" dur="480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8" dur="480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9" dur="480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8.4190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0" presetID="31" presetClass="entr" presetSubtype="0" fill="hold" grpId="0" nodeType="withEffect">
                                  <p:stCondLst>
                                    <p:cond delay="536"/>
                                  </p:stCondLst>
                                  <p:childTnLst>
                                    <p:set>
                                      <p:cBhvr>
                                        <p:cTn id="3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62" dur="1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963" dur="1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64" dur="1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6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6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6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68" dur="480" fill="hold" decel="100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9" dur="480" fill="hold" decel="100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0" dur="480" fill="hold" decel="100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1.80914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1" presetID="31" presetClass="entr" presetSubtype="0" fill="hold" grpId="0" nodeType="withEffect">
                                  <p:stCondLst>
                                    <p:cond delay="536"/>
                                  </p:stCondLst>
                                  <p:childTnLst>
                                    <p:set>
                                      <p:cBhvr>
                                        <p:cTn id="39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73" dur="1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74" dur="1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75" dur="1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7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7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7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9" dur="480" fill="hold" decel="1000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0" dur="480" fill="hold" decel="1000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1" dur="480" fill="hold" decel="1000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8.38964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82" presetID="31" presetClass="entr" presetSubtype="0" fill="hold" grpId="0" nodeType="withEffect">
                                  <p:stCondLst>
                                    <p:cond delay="536"/>
                                  </p:stCondLst>
                                  <p:childTnLst>
                                    <p:set>
                                      <p:cBhvr>
                                        <p:cTn id="3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84" dur="1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985" dur="1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86" dur="1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8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8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8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0" dur="480" fill="hold" decel="100000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1" dur="480" fill="hold" decel="100000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2" dur="480" fill="hold" decel="100000"/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3.39823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3" presetID="31" presetClass="entr" presetSubtype="0" fill="hold" grpId="0" nodeType="withEffect">
                                  <p:stCondLst>
                                    <p:cond delay="541"/>
                                  </p:stCondLst>
                                  <p:childTnLst>
                                    <p:set>
                                      <p:cBhvr>
                                        <p:cTn id="3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3995" dur="1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3996" dur="1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97" dur="1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399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399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0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01" dur="480" fill="hold" decel="1000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2" dur="480" fill="hold" decel="1000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3" dur="480" fill="hold" decel="1000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4.12361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04" presetID="31" presetClass="entr" presetSubtype="0" fill="hold" grpId="0" nodeType="withEffect">
                                  <p:stCondLst>
                                    <p:cond delay="545"/>
                                  </p:stCondLst>
                                  <p:childTnLst>
                                    <p:set>
                                      <p:cBhvr>
                                        <p:cTn id="40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06" dur="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07" dur="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08" dur="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0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1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1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12" dur="480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3" dur="480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4" dur="480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.49880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5" presetID="31" presetClass="entr" presetSubtype="0" fill="hold" grpId="0" nodeType="withEffect">
                                  <p:stCondLst>
                                    <p:cond delay="549"/>
                                  </p:stCondLst>
                                  <p:childTnLst>
                                    <p:set>
                                      <p:cBhvr>
                                        <p:cTn id="4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17" dur="1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018" dur="1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19" dur="1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2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2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2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23" dur="480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4" dur="480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5" dur="480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.767769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26" presetID="31" presetClass="entr" presetSubtype="0" fill="hold" grpId="0" nodeType="withEffect">
                                  <p:stCondLst>
                                    <p:cond delay="549"/>
                                  </p:stCondLst>
                                  <p:childTnLst>
                                    <p:set>
                                      <p:cBhvr>
                                        <p:cTn id="40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28" dur="1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029" dur="1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30" dur="1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3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3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3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4" dur="480" fill="hold" decel="100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5" dur="480" fill="hold" decel="100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6" dur="480" fill="hold" decel="100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9.43249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7" presetID="31" presetClass="entr" presetSubtype="0" fill="hold" grpId="0" nodeType="withEffect">
                                  <p:stCondLst>
                                    <p:cond delay="554"/>
                                  </p:stCondLst>
                                  <p:childTnLst>
                                    <p:set>
                                      <p:cBhvr>
                                        <p:cTn id="4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39" dur="1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040" dur="1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41" dur="1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4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4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4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45" dur="480" fill="hold" decel="100000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6" dur="480" fill="hold" decel="100000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7" dur="480" fill="hold" decel="100000"/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5.25137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8" presetID="31" presetClass="entr" presetSubtype="0" fill="hold" grpId="0" nodeType="withEffect">
                                  <p:stCondLst>
                                    <p:cond delay="555"/>
                                  </p:stCondLst>
                                  <p:childTnLst>
                                    <p:set>
                                      <p:cBhvr>
                                        <p:cTn id="40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50" dur="1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051" dur="1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52" dur="1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5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5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5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56" dur="480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7" dur="480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8" dur="480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.08581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9" presetID="10" presetClass="entr" presetSubtype="0" fill="hold" grpId="0" nodeType="withEffect">
                                  <p:stCondLst>
                                    <p:cond delay="555"/>
                                  </p:stCondLst>
                                  <p:childTnLst>
                                    <p:set>
                                      <p:cBhvr>
                                        <p:cTn id="4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1" dur="3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2" presetID="10" presetClass="entr" presetSubtype="0" fill="hold" grpId="0" nodeType="withEffect">
                                  <p:stCondLst>
                                    <p:cond delay="555"/>
                                  </p:stCondLst>
                                  <p:childTnLst>
                                    <p:set>
                                      <p:cBhvr>
                                        <p:cTn id="40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4" dur="3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5" presetID="31" presetClass="entr" presetSubtype="0" fill="hold" grpId="0" nodeType="withEffect">
                                  <p:stCondLst>
                                    <p:cond delay="556"/>
                                  </p:stCondLst>
                                  <p:childTnLst>
                                    <p:set>
                                      <p:cBhvr>
                                        <p:cTn id="4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67" dur="1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068" dur="1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69" dur="1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7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3" dur="480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4" dur="480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5" dur="480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7.42243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6" presetID="31" presetClass="entr" presetSubtype="0" fill="hold" grpId="0" nodeType="withEffect">
                                  <p:stCondLst>
                                    <p:cond delay="562"/>
                                  </p:stCondLst>
                                  <p:childTnLst>
                                    <p:set>
                                      <p:cBhvr>
                                        <p:cTn id="4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78" dur="1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079" dur="1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80" dur="1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8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84" dur="480" fill="hold" decel="100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5" dur="480" fill="hold" decel="100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6" dur="480" fill="hold" decel="100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7.763537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7" presetID="31" presetClass="entr" presetSubtype="0" fill="hold" grpId="0" nodeType="withEffect">
                                  <p:stCondLst>
                                    <p:cond delay="566"/>
                                  </p:stCondLst>
                                  <p:childTnLst>
                                    <p:set>
                                      <p:cBhvr>
                                        <p:cTn id="40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089" dur="1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090" dur="1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91" dur="1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0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0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9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95" dur="480" fill="hold" decel="1000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6" dur="480" fill="hold" decel="1000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7" dur="480" fill="hold" decel="1000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.1294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8" presetID="31" presetClass="entr" presetSubtype="0" fill="hold" grpId="0" nodeType="withEffect">
                                  <p:stCondLst>
                                    <p:cond delay="566"/>
                                  </p:stCondLst>
                                  <p:childTnLst>
                                    <p:set>
                                      <p:cBhvr>
                                        <p:cTn id="40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00" dur="1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01" dur="1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02" dur="1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0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06" dur="480" fill="hold" decel="1000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7" dur="480" fill="hold" decel="1000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8" dur="480" fill="hold" decel="1000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9.1430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09" presetID="31" presetClass="entr" presetSubtype="0" fill="hold" grpId="0" nodeType="withEffect">
                                  <p:stCondLst>
                                    <p:cond delay="566"/>
                                  </p:stCondLst>
                                  <p:childTnLst>
                                    <p:set>
                                      <p:cBhvr>
                                        <p:cTn id="4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11" dur="1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12" dur="1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13" dur="1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1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7" dur="480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8" dur="480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9" dur="480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2.20708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0" presetID="31" presetClass="entr" presetSubtype="0" fill="hold" grpId="0" nodeType="withEffect">
                                  <p:stCondLst>
                                    <p:cond delay="567"/>
                                  </p:stCondLst>
                                  <p:childTnLst>
                                    <p:set>
                                      <p:cBhvr>
                                        <p:cTn id="4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22" dur="1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123" dur="1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24" dur="1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2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8" dur="480" fill="hold" decel="1000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9" dur="480" fill="hold" decel="1000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0" dur="480" fill="hold" decel="1000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1.52084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1" presetID="31" presetClass="entr" presetSubtype="0" fill="hold" grpId="0" nodeType="withEffect">
                                  <p:stCondLst>
                                    <p:cond delay="571"/>
                                  </p:stCondLst>
                                  <p:childTnLst>
                                    <p:set>
                                      <p:cBhvr>
                                        <p:cTn id="4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33" dur="1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134" dur="1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35" dur="1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3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9" dur="480" fill="hold" decel="100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0" dur="480" fill="hold" decel="100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1" dur="480" fill="hold" decel="100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9.32926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2" presetID="31" presetClass="entr" presetSubtype="0" fill="hold" grpId="0" nodeType="withEffect">
                                  <p:stCondLst>
                                    <p:cond delay="576"/>
                                  </p:stCondLst>
                                  <p:childTnLst>
                                    <p:set>
                                      <p:cBhvr>
                                        <p:cTn id="4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44" dur="1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145" dur="1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46" dur="1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4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0" dur="480" fill="hold" decel="100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1" dur="480" fill="hold" decel="100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2" dur="480" fill="hold" decel="100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1.85543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3" presetID="31" presetClass="entr" presetSubtype="0" fill="hold" grpId="0" nodeType="withEffect">
                                  <p:stCondLst>
                                    <p:cond delay="577"/>
                                  </p:stCondLst>
                                  <p:childTnLst>
                                    <p:set>
                                      <p:cBhvr>
                                        <p:cTn id="4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55" dur="1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156" dur="1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57" dur="1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6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61" dur="480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2" dur="480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3" dur="480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7.650222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4" presetID="31" presetClass="entr" presetSubtype="0" fill="hold" grpId="0" nodeType="withEffect">
                                  <p:stCondLst>
                                    <p:cond delay="578"/>
                                  </p:stCondLst>
                                  <p:childTnLst>
                                    <p:set>
                                      <p:cBhvr>
                                        <p:cTn id="4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66" dur="1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167" dur="1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68" dur="1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7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72" dur="480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3" dur="480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4" dur="480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9.34429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5" presetID="31" presetClass="entr" presetSubtype="0" fill="hold" grpId="0" nodeType="withEffect">
                                  <p:stCondLst>
                                    <p:cond delay="579"/>
                                  </p:stCondLst>
                                  <p:childTnLst>
                                    <p:set>
                                      <p:cBhvr>
                                        <p:cTn id="4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77" dur="1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178" dur="1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79" dur="1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8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83" dur="480" fill="hold" decel="1000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4" dur="480" fill="hold" decel="1000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5" dur="480" fill="hold" decel="1000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5.8238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86" presetID="31" presetClass="entr" presetSubtype="0" fill="hold" grpId="0" nodeType="withEffect">
                                  <p:stCondLst>
                                    <p:cond delay="580"/>
                                  </p:stCondLst>
                                  <p:childTnLst>
                                    <p:set>
                                      <p:cBhvr>
                                        <p:cTn id="4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88" dur="1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89" dur="1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90" dur="1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1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1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9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4" dur="480" fill="hold" decel="1000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5" dur="480" fill="hold" decel="1000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6" dur="480" fill="hold" decel="1000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2.05097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7" presetID="31" presetClass="entr" presetSubtype="0" fill="hold" grpId="0" nodeType="withEffect">
                                  <p:stCondLst>
                                    <p:cond delay="581"/>
                                  </p:stCondLst>
                                  <p:childTnLst>
                                    <p:set>
                                      <p:cBhvr>
                                        <p:cTn id="4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199" dur="1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00" dur="1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01" dur="1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0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05" dur="480" fill="hold" decel="100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6" dur="480" fill="hold" decel="100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7" dur="480" fill="hold" decel="100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3.33515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8" presetID="31" presetClass="entr" presetSubtype="0" fill="hold" grpId="0" nodeType="withEffect">
                                  <p:stCondLst>
                                    <p:cond delay="581"/>
                                  </p:stCondLst>
                                  <p:childTnLst>
                                    <p:set>
                                      <p:cBhvr>
                                        <p:cTn id="4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10" dur="1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211" dur="1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12" dur="1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1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1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1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16" dur="480" fill="hold" decel="1000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7" dur="480" fill="hold" decel="1000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8" dur="480" fill="hold" decel="1000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2.85917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9" presetID="31" presetClass="entr" presetSubtype="0" fill="hold" grpId="0" nodeType="withEffect">
                                  <p:stCondLst>
                                    <p:cond delay="582"/>
                                  </p:stCondLst>
                                  <p:childTnLst>
                                    <p:set>
                                      <p:cBhvr>
                                        <p:cTn id="4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21" dur="1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22" dur="1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23" dur="1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24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2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2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27" dur="480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8" dur="480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9" dur="480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4.5232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0" presetID="31" presetClass="entr" presetSubtype="0" fill="hold" grpId="0" nodeType="withEffect">
                                  <p:stCondLst>
                                    <p:cond delay="584"/>
                                  </p:stCondLst>
                                  <p:childTnLst>
                                    <p:set>
                                      <p:cBhvr>
                                        <p:cTn id="4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32" dur="1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33" dur="1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34" dur="1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35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3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3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8" dur="480" fill="hold" decel="1000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9" dur="480" fill="hold" decel="1000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0" dur="480" fill="hold" decel="1000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7.38341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1" presetID="31" presetClass="entr" presetSubtype="0" fill="hold" grpId="0" nodeType="withEffect">
                                  <p:stCondLst>
                                    <p:cond delay="589"/>
                                  </p:stCondLst>
                                  <p:childTnLst>
                                    <p:set>
                                      <p:cBhvr>
                                        <p:cTn id="4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43" dur="1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244" dur="1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45" dur="1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46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4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4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49" dur="480" fill="hold" decel="100000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0" dur="480" fill="hold" decel="100000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1" dur="480" fill="hold" decel="100000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.74387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2" presetID="31" presetClass="entr" presetSubtype="0" fill="hold" grpId="0" nodeType="withEffect">
                                  <p:stCondLst>
                                    <p:cond delay="594"/>
                                  </p:stCondLst>
                                  <p:childTnLst>
                                    <p:set>
                                      <p:cBhvr>
                                        <p:cTn id="4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54" dur="1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55" dur="1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56" dur="1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57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5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5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60" dur="480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1" dur="480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2" dur="480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.61792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63" presetID="31" presetClass="entr" presetSubtype="0" fill="hold" grpId="0" nodeType="withEffect">
                                  <p:stCondLst>
                                    <p:cond delay="594"/>
                                  </p:stCondLst>
                                  <p:childTnLst>
                                    <p:set>
                                      <p:cBhvr>
                                        <p:cTn id="4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65" dur="1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266" dur="1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67" dur="1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68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6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7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1" dur="480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2" dur="480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3" dur="480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7.76719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4" presetID="31" presetClass="entr" presetSubtype="0" fill="hold" grpId="0" nodeType="withEffect">
                                  <p:stCondLst>
                                    <p:cond delay="604"/>
                                  </p:stCondLst>
                                  <p:childTnLst>
                                    <p:set>
                                      <p:cBhvr>
                                        <p:cTn id="4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76" dur="1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F1723"/>
                                      </p:to>
                                    </p:animClr>
                                    <p:set>
                                      <p:cBhvr>
                                        <p:cTn id="4277" dur="1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78" dur="1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79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8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8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82" dur="480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3" dur="480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4" dur="480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9.19243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5" presetID="31" presetClass="entr" presetSubtype="0" fill="hold" grpId="0" nodeType="withEffect">
                                  <p:stCondLst>
                                    <p:cond delay="609"/>
                                  </p:stCondLst>
                                  <p:childTnLst>
                                    <p:set>
                                      <p:cBhvr>
                                        <p:cTn id="4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87" dur="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288" dur="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89" dur="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290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29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9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93" dur="480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4" dur="480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5" dur="480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3.9133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6" presetID="31" presetClass="entr" presetSubtype="0" fill="hold" grpId="0" nodeType="withEffect">
                                  <p:stCondLst>
                                    <p:cond delay="630"/>
                                  </p:stCondLst>
                                  <p:childTnLst>
                                    <p:set>
                                      <p:cBhvr>
                                        <p:cTn id="4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Clr clrSpc="rgb" dir="cw">
                                      <p:cBhvr>
                                        <p:cTn id="4298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5161D"/>
                                      </p:to>
                                    </p:animClr>
                                    <p:set>
                                      <p:cBhvr>
                                        <p:cTn id="4299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00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4301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E312F"/>
                                      </p:to>
                                    </p:animClr>
                                    <p:set>
                                      <p:cBhvr>
                                        <p:cTn id="4302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03" dur="240" fill="hold">
                                          <p:stCondLst>
                                            <p:cond delay="13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04" dur="480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5" dur="480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6" dur="480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6.87568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07" presetID="1" presetClass="entr" presetSubtype="0" fill="hold" grpId="0" nodeType="withEffect">
                                  <p:stCondLst>
                                    <p:cond delay="670"/>
                                  </p:stCondLst>
                                  <p:iterate type="lt">
                                    <p:tmAbs val="26"/>
                                  </p:iterate>
                                  <p:childTnLst>
                                    <p:set>
                                      <p:cBhvr>
                                        <p:cTn id="4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9" presetID="0" presetClass="path" presetSubtype="0" repeatCount="indefinite" fill="hold" grpId="0" nodeType="withEffect">
                                  <p:stCondLst>
                                    <p:cond delay="120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0" dur="150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5356">
                                          <p:val>
                                            <p:strVal val="#ppt_x-0.00619"/>
                                          </p:val>
                                        </p:tav>
                                        <p:tav tm="18400">
                                          <p:val>
                                            <p:strVal val="#ppt_x-0.02965"/>
                                          </p:val>
                                        </p:tav>
                                        <p:tav tm="24489">
                                          <p:val>
                                            <p:strVal val="#ppt_x-0.03909"/>
                                          </p:val>
                                        </p:tav>
                                        <p:tav tm="27911">
                                          <p:val>
                                            <p:strVal val="#ppt_x-0.04317"/>
                                          </p:val>
                                        </p:tav>
                                        <p:tav tm="31133">
                                          <p:val>
                                            <p:strVal val="#ppt_x-0.04599"/>
                                          </p:val>
                                        </p:tav>
                                        <p:tav tm="34267">
                                          <p:val>
                                            <p:strVal val="#ppt_x-0.04767"/>
                                          </p:val>
                                        </p:tav>
                                        <p:tav tm="37378">
                                          <p:val>
                                            <p:strVal val="#ppt_x-0.04823"/>
                                          </p:val>
                                        </p:tav>
                                        <p:tav tm="40400">
                                          <p:val>
                                            <p:strVal val="#ppt_x-0.0477"/>
                                          </p:val>
                                        </p:tav>
                                        <p:tav tm="43467">
                                          <p:val>
                                            <p:strVal val="#ppt_x-0.0461"/>
                                          </p:val>
                                        </p:tav>
                                        <p:tav tm="46600">
                                          <p:val>
                                            <p:strVal val="#ppt_x-0.04342"/>
                                          </p:val>
                                        </p:tav>
                                        <p:tav tm="49867">
                                          <p:val>
                                            <p:strVal val="#ppt_x-0.03962"/>
                                          </p:val>
                                        </p:tav>
                                        <p:tav tm="55933">
                                          <p:val>
                                            <p:strVal val="#ppt_x-0.03038"/>
                                          </p:val>
                                        </p:tav>
                                        <p:tav tm="67022">
                                          <p:val>
                                            <p:strVal val="#ppt_x-0.01029"/>
                                          </p:val>
                                        </p:tav>
                                        <p:tav tm="71444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76044">
                                          <p:val>
                                            <p:strVal val="#ppt_x+0.00353"/>
                                          </p:val>
                                        </p:tav>
                                        <p:tav tm="80289">
                                          <p:val>
                                            <p:strVal val="#ppt_x+0.00782"/>
                                          </p:val>
                                        </p:tav>
                                        <p:tav tm="82756">
                                          <p:val>
                                            <p:strVal val="#ppt_x+0.00946"/>
                                          </p:val>
                                        </p:tav>
                                        <p:tav tm="85178">
                                          <p:val>
                                            <p:strVal val="#ppt_x+0.01041"/>
                                          </p:val>
                                        </p:tav>
                                        <p:tav tm="87578">
                                          <p:val>
                                            <p:strVal val="#ppt_x+0.01069"/>
                                          </p:val>
                                        </p:tav>
                                        <p:tav tm="89978">
                                          <p:val>
                                            <p:strVal val="#ppt_x+0.0103"/>
                                          </p:val>
                                        </p:tav>
                                        <p:tav tm="92400">
                                          <p:val>
                                            <p:strVal val="#ppt_x+0.00924"/>
                                          </p:val>
                                        </p:tav>
                                        <p:tav tm="94844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1" dur="150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5111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7556">
                                          <p:val>
                                            <p:strVal val="#ppt_y+0.00962"/>
                                          </p:val>
                                        </p:tav>
                                        <p:tav tm="9956">
                                          <p:val>
                                            <p:strVal val="#ppt_y+0.0114"/>
                                          </p:val>
                                        </p:tav>
                                        <p:tav tm="12356">
                                          <p:val>
                                            <p:strVal val="#ppt_y+0.012"/>
                                          </p:val>
                                        </p:tav>
                                        <p:tav tm="14733">
                                          <p:val>
                                            <p:strVal val="#ppt_y+0.01143"/>
                                          </p:val>
                                        </p:tav>
                                        <p:tav tm="17133">
                                          <p:val>
                                            <p:strVal val="#ppt_y+0.00968"/>
                                          </p:val>
                                        </p:tav>
                                        <p:tav tm="19578">
                                          <p:val>
                                            <p:strVal val="#ppt_y+0.00673"/>
                                          </p:val>
                                        </p:tav>
                                        <p:tav tm="23778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28356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32778">
                                          <p:val>
                                            <p:strVal val="#ppt_y-0.02545"/>
                                          </p:val>
                                        </p:tav>
                                        <p:tav tm="43800">
                                          <p:val>
                                            <p:strVal val="#ppt_y-0.06094"/>
                                          </p:val>
                                        </p:tav>
                                        <p:tav tm="49889">
                                          <p:val>
                                            <p:strVal val="#ppt_y-0.07744"/>
                                          </p:val>
                                        </p:tav>
                                        <p:tav tm="53156">
                                          <p:val>
                                            <p:strVal val="#ppt_y-0.0842"/>
                                          </p:val>
                                        </p:tav>
                                        <p:tav tm="56311">
                                          <p:val>
                                            <p:strVal val="#ppt_y-0.08899"/>
                                          </p:val>
                                        </p:tav>
                                        <p:tav tm="59378">
                                          <p:val>
                                            <p:strVal val="#ppt_y-0.09183"/>
                                          </p:val>
                                        </p:tav>
                                        <p:tav tm="62378">
                                          <p:val>
                                            <p:strVal val="#ppt_y-0.09275"/>
                                          </p:val>
                                        </p:tav>
                                        <p:tav tm="65489">
                                          <p:val>
                                            <p:strVal val="#ppt_y-0.09176"/>
                                          </p:val>
                                        </p:tav>
                                        <p:tav tm="68622">
                                          <p:val>
                                            <p:strVal val="#ppt_y-0.08877"/>
                                          </p:val>
                                        </p:tav>
                                        <p:tav tm="71867">
                                          <p:val>
                                            <p:strVal val="#ppt_y-0.08372"/>
                                          </p:val>
                                        </p:tav>
                                        <p:tav tm="75267">
                                          <p:val>
                                            <p:strVal val="#ppt_y-0.0765"/>
                                          </p:val>
                                        </p:tav>
                                        <p:tav tm="81333">
                                          <p:val>
                                            <p:strVal val="#ppt_y-0.05979"/>
                                          </p:val>
                                        </p:tav>
                                        <p:tav tm="94489">
                                          <p:val>
                                            <p:strVal val="#ppt_y-0.017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306"/>
                                          </p:val>
                                        </p:tav>
                                      </p:tavLst>
                                    </p:anim>
                                    <p:animRot by="-299401">
                                      <p:cBhvr>
                                        <p:cTn id="4312" dur="1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1600000">
                                      <p:cBhvr>
                                        <p:cTn id="4313" dur="150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4" presetID="0" presetClass="path" presetSubtype="0" repeatCount="indefinite" fill="hold" grpId="0" nodeType="withEffect">
                                  <p:stCondLst>
                                    <p:cond delay="1278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5" dur="150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2578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5089">
                                          <p:val>
                                            <p:strVal val="#ppt_x-0.0061"/>
                                          </p:val>
                                        </p:tav>
                                        <p:tav tm="7533">
                                          <p:val>
                                            <p:strVal val="#ppt_x-0.00882"/>
                                          </p:val>
                                        </p:tav>
                                        <p:tav tm="9933">
                                          <p:val>
                                            <p:strVal val="#ppt_x-0.01043"/>
                                          </p:val>
                                        </p:tav>
                                        <p:tav tm="12311">
                                          <p:val>
                                            <p:strVal val="#ppt_x-0.01097"/>
                                          </p:val>
                                        </p:tav>
                                        <p:tav tm="14689">
                                          <p:val>
                                            <p:strVal val="#ppt_x-0.01045"/>
                                          </p:val>
                                        </p:tav>
                                        <p:tav tm="17111">
                                          <p:val>
                                            <p:strVal val="#ppt_x-0.00883"/>
                                          </p:val>
                                        </p:tav>
                                        <p:tav tm="19556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21644">
                                          <p:val>
                                            <p:strVal val="#ppt_x-0.003"/>
                                          </p:val>
                                        </p:tav>
                                        <p:tav tm="23778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26000">
                                          <p:val>
                                            <p:strVal val="#ppt_x+0.00563"/>
                                          </p:val>
                                        </p:tav>
                                        <p:tav tm="28333">
                                          <p:val>
                                            <p:strVal val="#ppt_x+0.01127"/>
                                          </p:val>
                                        </p:tav>
                                        <p:tav tm="32711">
                                          <p:val>
                                            <p:strVal val="#ppt_x+0.02321"/>
                                          </p:val>
                                        </p:tav>
                                        <p:tav tm="43733">
                                          <p:val>
                                            <p:strVal val="#ppt_x+0.05566"/>
                                          </p:val>
                                        </p:tav>
                                        <p:tav tm="46933">
                                          <p:val>
                                            <p:strVal val="#ppt_x+0.06408"/>
                                          </p:val>
                                        </p:tav>
                                        <p:tav tm="49844">
                                          <p:val>
                                            <p:strVal val="#ppt_x+0.0708"/>
                                          </p:val>
                                        </p:tav>
                                        <p:tav tm="53111">
                                          <p:val>
                                            <p:strVal val="#ppt_x+0.07698"/>
                                          </p:val>
                                        </p:tav>
                                        <p:tav tm="56244">
                                          <p:val>
                                            <p:strVal val="#ppt_x+0.08133"/>
                                          </p:val>
                                        </p:tav>
                                        <p:tav tm="59289">
                                          <p:val>
                                            <p:strVal val="#ppt_x+0.08391"/>
                                          </p:val>
                                        </p:tav>
                                        <p:tav tm="62311">
                                          <p:val>
                                            <p:strVal val="#ppt_x+0.08478"/>
                                          </p:val>
                                        </p:tav>
                                        <p:tav tm="65444">
                                          <p:val>
                                            <p:strVal val="#ppt_x+0.08387"/>
                                          </p:val>
                                        </p:tav>
                                        <p:tav tm="68578">
                                          <p:val>
                                            <p:strVal val="#ppt_x+0.08114"/>
                                          </p:val>
                                        </p:tav>
                                        <p:tav tm="71800">
                                          <p:val>
                                            <p:strVal val="#ppt_x+0.07655"/>
                                          </p:val>
                                        </p:tav>
                                        <p:tav tm="75200">
                                          <p:val>
                                            <p:strVal val="#ppt_x+0.06996"/>
                                          </p:val>
                                        </p:tav>
                                        <p:tav tm="78067">
                                          <p:val>
                                            <p:strVal val="#ppt_x+0.06322"/>
                                          </p:val>
                                        </p:tav>
                                        <p:tav tm="81267">
                                          <p:val>
                                            <p:strVal val="#ppt_x+0.0547"/>
                                          </p:val>
                                        </p:tav>
                                        <p:tav tm="91156">
                                          <p:val>
                                            <p:strVal val="#ppt_x+0.0255"/>
                                          </p:val>
                                        </p:tav>
                                        <p:tav tm="94467">
                                          <p:val>
                                            <p:strVal val="#ppt_x+0.01614"/>
                                          </p:val>
                                        </p:tav>
                                        <p:tav tm="97356">
                                          <p:val>
                                            <p:strVal val="#ppt_x+0.00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6" dur="150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2556">
                                          <p:val>
                                            <p:strVal val="#ppt_y-0.00518"/>
                                          </p:val>
                                        </p:tav>
                                        <p:tav tm="5311">
                                          <p:val>
                                            <p:strVal val="#ppt_y-0.0179"/>
                                          </p:val>
                                        </p:tav>
                                        <p:tav tm="18378">
                                          <p:val>
                                            <p:strVal val="#ppt_y-0.0858"/>
                                          </p:val>
                                        </p:tav>
                                        <p:tav tm="21556">
                                          <p:val>
                                            <p:strVal val="#ppt_y-0.10085"/>
                                          </p:val>
                                        </p:tav>
                                        <p:tav tm="24444">
                                          <p:val>
                                            <p:strVal val="#ppt_y-0.11294"/>
                                          </p:val>
                                        </p:tav>
                                        <p:tav tm="27822">
                                          <p:val>
                                            <p:strVal val="#ppt_y-0.1246"/>
                                          </p:val>
                                        </p:tav>
                                        <p:tav tm="31067">
                                          <p:val>
                                            <p:strVal val="#ppt_y-0.13283"/>
                                          </p:val>
                                        </p:tav>
                                        <p:tav tm="34222">
                                          <p:val>
                                            <p:strVal val="#ppt_y-0.13772"/>
                                          </p:val>
                                        </p:tav>
                                        <p:tav tm="37333">
                                          <p:val>
                                            <p:strVal val="#ppt_y-0.13933"/>
                                          </p:val>
                                        </p:tav>
                                        <p:tav tm="40356">
                                          <p:val>
                                            <p:strVal val="#ppt_y-0.1378"/>
                                          </p:val>
                                        </p:tav>
                                        <p:tav tm="43400">
                                          <p:val>
                                            <p:strVal val="#ppt_y-0.13321"/>
                                          </p:val>
                                        </p:tav>
                                        <p:tav tm="46533">
                                          <p:val>
                                            <p:strVal val="#ppt_y-0.12549"/>
                                          </p:val>
                                        </p:tav>
                                        <p:tav tm="49800">
                                          <p:val>
                                            <p:strVal val="#ppt_y-0.11451"/>
                                          </p:val>
                                        </p:tav>
                                        <p:tav tm="52711">
                                          <p:val>
                                            <p:strVal val="#ppt_y-0.10258"/>
                                          </p:val>
                                        </p:tav>
                                        <p:tav tm="55911">
                                          <p:val>
                                            <p:strVal val="#ppt_y-0.08761"/>
                                          </p:val>
                                        </p:tav>
                                        <p:tav tm="66978">
                                          <p:val>
                                            <p:strVal val="#ppt_y-0.0297"/>
                                          </p:val>
                                        </p:tav>
                                        <p:tav tm="71400">
                                          <p:val>
                                            <p:strVal val="#ppt_y-0.00829"/>
                                          </p:val>
                                        </p:tav>
                                        <p:tav tm="73778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76000">
                                          <p:val>
                                            <p:strVal val="#ppt_y+0.01023"/>
                                          </p:val>
                                        </p:tav>
                                        <p:tav tm="78156">
                                          <p:val>
                                            <p:strVal val="#ppt_y+0.01715"/>
                                          </p:val>
                                        </p:tav>
                                        <p:tav tm="80244">
                                          <p:val>
                                            <p:strVal val="#ppt_y+0.0226"/>
                                          </p:val>
                                        </p:tav>
                                        <p:tav tm="82711">
                                          <p:val>
                                            <p:strVal val="#ppt_y+0.02734"/>
                                          </p:val>
                                        </p:tav>
                                        <p:tav tm="85133">
                                          <p:val>
                                            <p:strVal val="#ppt_y+0.03009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3089"/>
                                          </p:val>
                                        </p:tav>
                                        <p:tav tm="89956">
                                          <p:val>
                                            <p:strVal val="#ppt_y+0.02974"/>
                                          </p:val>
                                        </p:tav>
                                        <p:tav tm="92378">
                                          <p:val>
                                            <p:strVal val="#ppt_y+0.02665"/>
                                          </p:val>
                                        </p:tav>
                                        <p:tav tm="94844">
                                          <p:val>
                                            <p:strVal val="#ppt_y+0.02158"/>
                                          </p:val>
                                        </p:tav>
                                        <p:tav tm="97378">
                                          <p:val>
                                            <p:strVal val="#ppt_y+0.014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31"/>
                                          </p:val>
                                        </p:tav>
                                      </p:tavLst>
                                    </p:anim>
                                    <p:animRot by="-288601">
                                      <p:cBhvr>
                                        <p:cTn id="4317" dur="1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1600000">
                                      <p:cBhvr>
                                        <p:cTn id="4318" dur="150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9" presetID="0" presetClass="path" presetSubtype="0" repeatCount="indefinite" fill="hold" grpId="0" nodeType="withEffect">
                                  <p:stCondLst>
                                    <p:cond delay="13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0" dur="150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99"/>
                                          </p:val>
                                        </p:tav>
                                        <p:tav tm="2556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5289">
                                          <p:val>
                                            <p:strVal val="#ppt_x+0.01405"/>
                                          </p:val>
                                        </p:tav>
                                        <p:tav tm="8489">
                                          <p:val>
                                            <p:strVal val="#ppt_x+0.0266"/>
                                          </p:val>
                                        </p:tav>
                                        <p:tav tm="18333">
                                          <p:val>
                                            <p:strVal val="#ppt_x+0.06685"/>
                                          </p:val>
                                        </p:tav>
                                        <p:tav tm="21511">
                                          <p:val>
                                            <p:strVal val="#ppt_x+0.07857"/>
                                          </p:val>
                                        </p:tav>
                                        <p:tav tm="24378">
                                          <p:val>
                                            <p:strVal val="#ppt_x+0.08791"/>
                                          </p:val>
                                        </p:tav>
                                        <p:tav tm="27756">
                                          <p:val>
                                            <p:strVal val="#ppt_x+0.09701"/>
                                          </p:val>
                                        </p:tav>
                                        <p:tav tm="31000">
                                          <p:val>
                                            <p:strVal val="#ppt_x+0.10343"/>
                                          </p:val>
                                        </p:tav>
                                        <p:tav tm="34156">
                                          <p:val>
                                            <p:strVal val="#ppt_x+0.10725"/>
                                          </p:val>
                                        </p:tav>
                                        <p:tav tm="35711">
                                          <p:val>
                                            <p:strVal val="#ppt_x+0.1082"/>
                                          </p:val>
                                        </p:tav>
                                        <p:tav tm="37267">
                                          <p:val>
                                            <p:strVal val="#ppt_x+0.10852"/>
                                          </p:val>
                                        </p:tav>
                                        <p:tav tm="40289">
                                          <p:val>
                                            <p:strVal val="#ppt_x+0.10734"/>
                                          </p:val>
                                        </p:tav>
                                        <p:tav tm="43333">
                                          <p:val>
                                            <p:strVal val="#ppt_x+0.10378"/>
                                          </p:val>
                                        </p:tav>
                                        <p:tav tm="46467">
                                          <p:val>
                                            <p:strVal val="#ppt_x+0.09777"/>
                                          </p:val>
                                        </p:tav>
                                        <p:tav tm="49733">
                                          <p:val>
                                            <p:strVal val="#ppt_x+0.08923"/>
                                          </p:val>
                                        </p:tav>
                                        <p:tav tm="52644">
                                          <p:val>
                                            <p:strVal val="#ppt_x+0.07995"/>
                                          </p:val>
                                        </p:tav>
                                        <p:tav tm="55867">
                                          <p:val>
                                            <p:strVal val="#ppt_x+0.06822"/>
                                          </p:val>
                                        </p:tav>
                                        <p:tav tm="58978">
                                          <p:val>
                                            <p:strVal val="#ppt_x+0.05588"/>
                                          </p:val>
                                        </p:tav>
                                        <p:tav tm="66911">
                                          <p:val>
                                            <p:strVal val="#ppt_x+0.0232"/>
                                          </p:val>
                                        </p:tav>
                                        <p:tav tm="71333">
                                          <p:val>
                                            <p:strVal val="#ppt_x+0.00651"/>
                                          </p:val>
                                        </p:tav>
                                        <p:tav tm="73711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75956">
                                          <p:val>
                                            <p:strVal val="#ppt_x-0.00798"/>
                                          </p:val>
                                        </p:tav>
                                        <p:tav tm="78111">
                                          <p:val>
                                            <p:strVal val="#ppt_x-0.01337"/>
                                          </p:val>
                                        </p:tav>
                                        <p:tav tm="80200">
                                          <p:val>
                                            <p:strVal val="#ppt_x-0.01761"/>
                                          </p:val>
                                        </p:tav>
                                        <p:tav tm="82667">
                                          <p:val>
                                            <p:strVal val="#ppt_x-0.0213"/>
                                          </p:val>
                                        </p:tav>
                                        <p:tav tm="85089">
                                          <p:val>
                                            <p:strVal val="#ppt_x-0.02344"/>
                                          </p:val>
                                        </p:tav>
                                        <p:tav tm="87511">
                                          <p:val>
                                            <p:strVal val="#ppt_x-0.02406"/>
                                          </p:val>
                                        </p:tav>
                                        <p:tav tm="89911">
                                          <p:val>
                                            <p:strVal val="#ppt_x-0.02316"/>
                                          </p:val>
                                        </p:tav>
                                        <p:tav tm="92356">
                                          <p:val>
                                            <p:strVal val="#ppt_x-0.02072"/>
                                          </p:val>
                                        </p:tav>
                                        <p:tav tm="94822">
                                          <p:val>
                                            <p:strVal val="#ppt_x-0.01675"/>
                                          </p:val>
                                        </p:tav>
                                        <p:tav tm="97356">
                                          <p:val>
                                            <p:strVal val="#ppt_x-0.011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3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1" dur="150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36"/>
                                          </p:val>
                                        </p:tav>
                                        <p:tav tm="2600">
                                          <p:val>
                                            <p:strVal val="#ppt_y-0.00588"/>
                                          </p:val>
                                        </p:tav>
                                        <p:tav tm="5089">
                                          <p:val>
                                            <p:strVal val="#ppt_y-0.01519"/>
                                          </p:val>
                                        </p:tav>
                                        <p:tav tm="7511">
                                          <p:val>
                                            <p:strVal val="#ppt_y-0.02176"/>
                                          </p:val>
                                        </p:tav>
                                        <p:tav tm="9911">
                                          <p:val>
                                            <p:strVal val="#ppt_y-0.02571"/>
                                          </p:val>
                                        </p:tav>
                                        <p:tav tm="12289">
                                          <p:val>
                                            <p:strVal val="#ppt_y-0.02701"/>
                                          </p:val>
                                        </p:tav>
                                        <p:tav tm="14667">
                                          <p:val>
                                            <p:strVal val="#ppt_y-0.02568"/>
                                          </p:val>
                                        </p:tav>
                                        <p:tav tm="17067">
                                          <p:val>
                                            <p:strVal val="#ppt_y-0.02171"/>
                                          </p:val>
                                        </p:tav>
                                        <p:tav tm="19511">
                                          <p:val>
                                            <p:strVal val="#ppt_y-0.01504"/>
                                          </p:val>
                                        </p:tav>
                                        <p:tav tm="21578">
                                          <p:val>
                                            <p:strVal val="#ppt_y-0.00745"/>
                                          </p:val>
                                        </p:tav>
                                        <p:tav tm="23711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25933">
                                          <p:val>
                                            <p:strVal val="#ppt_y+0.01378"/>
                                          </p:val>
                                        </p:tav>
                                        <p:tav tm="28267">
                                          <p:val>
                                            <p:strVal val="#ppt_y+0.02763"/>
                                          </p:val>
                                        </p:tav>
                                        <p:tav tm="32667">
                                          <p:val>
                                            <p:strVal val="#ppt_y+0.05718"/>
                                          </p:val>
                                        </p:tav>
                                        <p:tav tm="40578">
                                          <p:val>
                                            <p:strVal val="#ppt_y+0.11511"/>
                                          </p:val>
                                        </p:tav>
                                        <p:tav tm="43689">
                                          <p:val>
                                            <p:strVal val="#ppt_y+0.13704"/>
                                          </p:val>
                                        </p:tav>
                                        <p:tav tm="46867">
                                          <p:val>
                                            <p:strVal val="#ppt_y+0.15763"/>
                                          </p:val>
                                        </p:tav>
                                        <p:tav tm="49778">
                                          <p:val>
                                            <p:strVal val="#ppt_y+0.17418"/>
                                          </p:val>
                                        </p:tav>
                                        <p:tav tm="53044">
                                          <p:val>
                                            <p:strVal val="#ppt_y+0.18941"/>
                                          </p:val>
                                        </p:tav>
                                        <p:tav tm="56178">
                                          <p:val>
                                            <p:strVal val="#ppt_y+0.20015"/>
                                          </p:val>
                                        </p:tav>
                                        <p:tav tm="59244">
                                          <p:val>
                                            <p:strVal val="#ppt_y+0.20656"/>
                                          </p:val>
                                        </p:tav>
                                        <p:tav tm="62267">
                                          <p:val>
                                            <p:strVal val="#ppt_y+0.2087"/>
                                          </p:val>
                                        </p:tav>
                                        <p:tav tm="63822">
                                          <p:val>
                                            <p:strVal val="#ppt_y+0.20814"/>
                                          </p:val>
                                        </p:tav>
                                        <p:tav tm="65378">
                                          <p:val>
                                            <p:strVal val="#ppt_y+0.20647"/>
                                          </p:val>
                                        </p:tav>
                                        <p:tav tm="68533">
                                          <p:val>
                                            <p:strVal val="#ppt_y+0.19971"/>
                                          </p:val>
                                        </p:tav>
                                        <p:tav tm="71778">
                                          <p:val>
                                            <p:strVal val="#ppt_y+0.18832"/>
                                          </p:val>
                                        </p:tav>
                                        <p:tav tm="75178">
                                          <p:val>
                                            <p:strVal val="#ppt_y+0.17206"/>
                                          </p:val>
                                        </p:tav>
                                        <p:tav tm="78067">
                                          <p:val>
                                            <p:strVal val="#ppt_y+0.15531"/>
                                          </p:val>
                                        </p:tav>
                                        <p:tav tm="81244">
                                          <p:val>
                                            <p:strVal val="#ppt_y+0.13446"/>
                                          </p:val>
                                        </p:tav>
                                        <p:tav tm="91111">
                                          <p:val>
                                            <p:strVal val="#ppt_y+0.06273"/>
                                          </p:val>
                                        </p:tav>
                                        <p:tav tm="94400">
                                          <p:val>
                                            <p:strVal val="#ppt_y+0.03985"/>
                                          </p:val>
                                        </p:tav>
                                        <p:tav tm="97311">
                                          <p:val>
                                            <p:strVal val="#ppt_y+0.021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36"/>
                                          </p:val>
                                        </p:tav>
                                      </p:tavLst>
                                    </p:anim>
                                    <p:animRot by="-277801">
                                      <p:cBhvr>
                                        <p:cTn id="4322" dur="1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1600000">
                                      <p:cBhvr>
                                        <p:cTn id="4323" dur="150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24" presetID="0" presetClass="path" presetSubtype="0" repeatCount="indefinite" fill="hold" grpId="0" nodeType="withEffect">
                                  <p:stCondLst>
                                    <p:cond delay="1428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5" dur="150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38"/>
                                          </p:val>
                                        </p:tav>
                                        <p:tav tm="2578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5067">
                                          <p:val>
                                            <p:strVal val="#ppt_x+0.01098"/>
                                          </p:val>
                                        </p:tav>
                                        <p:tav tm="7489">
                                          <p:val>
                                            <p:strVal val="#ppt_x+0.01568"/>
                                          </p:val>
                                        </p:tav>
                                        <p:tav tm="9889">
                                          <p:val>
                                            <p:strVal val="#ppt_x+0.0185"/>
                                          </p:val>
                                        </p:tav>
                                        <p:tav tm="12267">
                                          <p:val>
                                            <p:strVal val="#ppt_x+0.01941"/>
                                          </p:val>
                                        </p:tav>
                                        <p:tav tm="14644">
                                          <p:val>
                                            <p:strVal val="#ppt_x+0.01844"/>
                                          </p:val>
                                        </p:tav>
                                        <p:tav tm="17044">
                                          <p:val>
                                            <p:strVal val="#ppt_x+0.01556"/>
                                          </p:val>
                                        </p:tav>
                                        <p:tav tm="19467">
                                          <p:val>
                                            <p:strVal val="#ppt_x+0.0108"/>
                                          </p:val>
                                        </p:tav>
                                        <p:tav tm="21533">
                                          <p:val>
                                            <p:strVal val="#ppt_x+0.00534"/>
                                          </p:val>
                                        </p:tav>
                                        <p:tav tm="23667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25889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28222">
                                          <p:val>
                                            <p:strVal val="#ppt_x-0.01988"/>
                                          </p:val>
                                        </p:tav>
                                        <p:tav tm="30289">
                                          <p:val>
                                            <p:strVal val="#ppt_x-0.02952"/>
                                          </p:val>
                                        </p:tav>
                                        <p:tav tm="32600">
                                          <p:val>
                                            <p:strVal val="#ppt_x-0.04101"/>
                                          </p:val>
                                        </p:tav>
                                        <p:tav tm="40511">
                                          <p:val>
                                            <p:strVal val="#ppt_x-0.08265"/>
                                          </p:val>
                                        </p:tav>
                                        <p:tav tm="43644">
                                          <p:val>
                                            <p:strVal val="#ppt_x-0.09853"/>
                                          </p:val>
                                        </p:tav>
                                        <p:tav tm="46822">
                                          <p:val>
                                            <p:strVal val="#ppt_x-0.11332"/>
                                          </p:val>
                                        </p:tav>
                                        <p:tav tm="49733">
                                          <p:val>
                                            <p:strVal val="#ppt_x-0.12521"/>
                                          </p:val>
                                        </p:tav>
                                        <p:tav tm="51400">
                                          <p:val>
                                            <p:strVal val="#ppt_x-0.13114"/>
                                          </p:val>
                                        </p:tav>
                                        <p:tav tm="53022">
                                          <p:val>
                                            <p:strVal val="#ppt_x-0.13622"/>
                                          </p:val>
                                        </p:tav>
                                        <p:tav tm="54600">
                                          <p:val>
                                            <p:strVal val="#ppt_x-0.14046"/>
                                          </p:val>
                                        </p:tav>
                                        <p:tav tm="56156">
                                          <p:val>
                                            <p:strVal val="#ppt_x-0.14391"/>
                                          </p:val>
                                        </p:tav>
                                        <p:tav tm="57689">
                                          <p:val>
                                            <p:strVal val="#ppt_x-0.14658"/>
                                          </p:val>
                                        </p:tav>
                                        <p:tav tm="59200">
                                          <p:val>
                                            <p:strVal val="#ppt_x-0.14847"/>
                                          </p:val>
                                        </p:tav>
                                        <p:tav tm="60711">
                                          <p:val>
                                            <p:strVal val="#ppt_x-0.14962"/>
                                          </p:val>
                                        </p:tav>
                                        <p:tav tm="62222">
                                          <p:val>
                                            <p:strVal val="#ppt_x-0.15"/>
                                          </p:val>
                                        </p:tav>
                                        <p:tav tm="63778">
                                          <p:val>
                                            <p:strVal val="#ppt_x-0.1496"/>
                                          </p:val>
                                        </p:tav>
                                        <p:tav tm="65333">
                                          <p:val>
                                            <p:strVal val="#ppt_x-0.14839"/>
                                          </p:val>
                                        </p:tav>
                                        <p:tav tm="66911">
                                          <p:val>
                                            <p:strVal val="#ppt_x-0.14636"/>
                                          </p:val>
                                        </p:tav>
                                        <p:tav tm="68489">
                                          <p:val>
                                            <p:strVal val="#ppt_x-0.14353"/>
                                          </p:val>
                                        </p:tav>
                                        <p:tav tm="70089">
                                          <p:val>
                                            <p:strVal val="#ppt_x-0.13988"/>
                                          </p:val>
                                        </p:tav>
                                        <p:tav tm="71733">
                                          <p:val>
                                            <p:strVal val="#ppt_x-0.13534"/>
                                          </p:val>
                                        </p:tav>
                                        <p:tav tm="73400">
                                          <p:val>
                                            <p:strVal val="#ppt_x-0.12997"/>
                                          </p:val>
                                        </p:tav>
                                        <p:tav tm="75111">
                                          <p:val>
                                            <p:strVal val="#ppt_x-0.12373"/>
                                          </p:val>
                                        </p:tav>
                                        <p:tav tm="77978">
                                          <p:val>
                                            <p:strVal val="#ppt_x-0.1118"/>
                                          </p:val>
                                        </p:tav>
                                        <p:tav tm="81178">
                                          <p:val>
                                            <p:strVal val="#ppt_x-0.09672"/>
                                          </p:val>
                                        </p:tav>
                                        <p:tav tm="84178">
                                          <p:val>
                                            <p:strVal val="#ppt_x-0.08143"/>
                                          </p:val>
                                        </p:tav>
                                        <p:tav tm="91067">
                                          <p:val>
                                            <p:strVal val="#ppt_x-0.04506"/>
                                          </p:val>
                                        </p:tav>
                                        <p:tav tm="94356">
                                          <p:val>
                                            <p:strVal val="#ppt_x-0.02861"/>
                                          </p:val>
                                        </p:tav>
                                        <p:tav tm="97289">
                                          <p:val>
                                            <p:strVal val="#ppt_x-0.015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4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6" dur="150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72"/>
                                          </p:val>
                                        </p:tav>
                                        <p:tav tm="2511">
                                          <p:val>
                                            <p:strVal val="#ppt_y+0.0096"/>
                                          </p:val>
                                        </p:tav>
                                        <p:tav tm="5244">
                                          <p:val>
                                            <p:strVal val="#ppt_y+0.03195"/>
                                          </p:val>
                                        </p:tav>
                                        <p:tav tm="8444">
                                          <p:val>
                                            <p:strVal val="#ppt_y+0.06047"/>
                                          </p:val>
                                        </p:tav>
                                        <p:tav tm="15267">
                                          <p:val>
                                            <p:strVal val="#ppt_y+0.12451"/>
                                          </p:val>
                                        </p:tav>
                                        <p:tav tm="18267">
                                          <p:val>
                                            <p:strVal val="#ppt_y+0.1517"/>
                                          </p:val>
                                        </p:tav>
                                        <p:tav tm="21467">
                                          <p:val>
                                            <p:strVal val="#ppt_y+0.17852"/>
                                          </p:val>
                                        </p:tav>
                                        <p:tav tm="24333">
                                          <p:val>
                                            <p:strVal val="#ppt_y+0.19974"/>
                                          </p:val>
                                        </p:tav>
                                        <p:tav tm="26044">
                                          <p:val>
                                            <p:strVal val="#ppt_y+0.21084"/>
                                          </p:val>
                                        </p:tav>
                                        <p:tav tm="27733">
                                          <p:val>
                                            <p:strVal val="#ppt_y+0.2205"/>
                                          </p:val>
                                        </p:tav>
                                        <p:tav tm="29356">
                                          <p:val>
                                            <p:strVal val="#ppt_y+0.22847"/>
                                          </p:val>
                                        </p:tav>
                                        <p:tav tm="30956">
                                          <p:val>
                                            <p:strVal val="#ppt_y+0.23497"/>
                                          </p:val>
                                        </p:tav>
                                        <p:tav tm="32533">
                                          <p:val>
                                            <p:strVal val="#ppt_y+0.24001"/>
                                          </p:val>
                                        </p:tav>
                                        <p:tav tm="34111">
                                          <p:val>
                                            <p:strVal val="#ppt_y+0.24364"/>
                                          </p:val>
                                        </p:tav>
                                        <p:tav tm="35667">
                                          <p:val>
                                            <p:strVal val="#ppt_y+0.24579"/>
                                          </p:val>
                                        </p:tav>
                                        <p:tav tm="37222">
                                          <p:val>
                                            <p:strVal val="#ppt_y+0.24651"/>
                                          </p:val>
                                        </p:tav>
                                        <p:tav tm="38711">
                                          <p:val>
                                            <p:strVal val="#ppt_y+0.24586"/>
                                          </p:val>
                                        </p:tav>
                                        <p:tav tm="40222">
                                          <p:val>
                                            <p:strVal val="#ppt_y+0.24386"/>
                                          </p:val>
                                        </p:tav>
                                        <p:tav tm="41756">
                                          <p:val>
                                            <p:strVal val="#ppt_y+0.24046"/>
                                          </p:val>
                                        </p:tav>
                                        <p:tav tm="43289">
                                          <p:val>
                                            <p:strVal val="#ppt_y+0.23573"/>
                                          </p:val>
                                        </p:tav>
                                        <p:tav tm="44844">
                                          <p:val>
                                            <p:strVal val="#ppt_y+0.2296"/>
                                          </p:val>
                                        </p:tav>
                                        <p:tav tm="46422">
                                          <p:val>
                                            <p:strVal val="#ppt_y+0.22208"/>
                                          </p:val>
                                        </p:tav>
                                        <p:tav tm="48044">
                                          <p:val>
                                            <p:strVal val="#ppt_y+0.21306"/>
                                          </p:val>
                                        </p:tav>
                                        <p:tav tm="49689">
                                          <p:val>
                                            <p:strVal val="#ppt_y+0.20267"/>
                                          </p:val>
                                        </p:tav>
                                        <p:tav tm="52600">
                                          <p:val>
                                            <p:strVal val="#ppt_y+0.18157"/>
                                          </p:val>
                                        </p:tav>
                                        <p:tav tm="55800">
                                          <p:val>
                                            <p:strVal val="#ppt_y+0.15511"/>
                                          </p:val>
                                        </p:tav>
                                        <p:tav tm="58911">
                                          <p:val>
                                            <p:strVal val="#ppt_y+0.12708"/>
                                          </p:val>
                                        </p:tav>
                                        <p:tav tm="66867">
                                          <p:val>
                                            <p:strVal val="#ppt_y+0.05265"/>
                                          </p:val>
                                        </p:tav>
                                        <p:tav tm="69200">
                                          <p:val>
                                            <p:strVal val="#ppt_y+0.03205"/>
                                          </p:val>
                                        </p:tav>
                                        <p:tav tm="71289">
                                          <p:val>
                                            <p:strVal val="#ppt_y+0.01475"/>
                                          </p:val>
                                        </p:tav>
                                        <p:tav tm="73667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75911">
                                          <p:val>
                                            <p:strVal val="#ppt_y-0.01817"/>
                                          </p:val>
                                        </p:tav>
                                        <p:tav tm="78067">
                                          <p:val>
                                            <p:strVal val="#ppt_y-0.03039"/>
                                          </p:val>
                                        </p:tav>
                                        <p:tav tm="80156">
                                          <p:val>
                                            <p:strVal val="#ppt_y-0.04004"/>
                                          </p:val>
                                        </p:tav>
                                        <p:tav tm="82622">
                                          <p:val>
                                            <p:strVal val="#ppt_y-0.0484"/>
                                          </p:val>
                                        </p:tav>
                                        <p:tav tm="85067">
                                          <p:val>
                                            <p:strVal val="#ppt_y-0.05327"/>
                                          </p:val>
                                        </p:tav>
                                        <p:tav tm="87489">
                                          <p:val>
                                            <p:strVal val="#ppt_y-0.05464"/>
                                          </p:val>
                                        </p:tav>
                                        <p:tav tm="89889">
                                          <p:val>
                                            <p:strVal val="#ppt_y-0.05256"/>
                                          </p:val>
                                        </p:tav>
                                        <p:tav tm="92333">
                                          <p:val>
                                            <p:strVal val="#ppt_y-0.04698"/>
                                          </p:val>
                                        </p:tav>
                                        <p:tav tm="94800">
                                          <p:val>
                                            <p:strVal val="#ppt_y-0.03794"/>
                                          </p:val>
                                        </p:tav>
                                        <p:tav tm="97356">
                                          <p:val>
                                            <p:strVal val="#ppt_y-0.025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872"/>
                                          </p:val>
                                        </p:tav>
                                      </p:tavLst>
                                    </p:anim>
                                    <p:animRot by="-267001">
                                      <p:cBhvr>
                                        <p:cTn id="4327" dur="1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1600000">
                                      <p:cBhvr>
                                        <p:cTn id="4328" dur="150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29" fill="hold">
                      <p:stCondLst>
                        <p:cond delay="indefinite"/>
                      </p:stCondLst>
                      <p:childTnLst>
                        <p:par>
                          <p:cTn id="4330" fill="hold">
                            <p:stCondLst>
                              <p:cond delay="0"/>
                            </p:stCondLst>
                            <p:childTnLst>
                              <p:par>
                                <p:cTn id="43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33" dur="47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7631"/>
                                          </p:val>
                                        </p:tav>
                                        <p:tav tm="7042">
                                          <p:val>
                                            <p:strVal val="#ppt_x+0.0744"/>
                                          </p:val>
                                        </p:tav>
                                        <p:tav tm="14085">
                                          <p:val>
                                            <p:strVal val="#ppt_x-0.00731"/>
                                          </p:val>
                                        </p:tav>
                                        <p:tav tm="21127">
                                          <p:val>
                                            <p:strVal val="#ppt_x-0.0045"/>
                                          </p:val>
                                        </p:tav>
                                        <p:tav tm="28169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42254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63380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9859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4" dur="47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227"/>
                                          </p:val>
                                        </p:tav>
                                        <p:tav tm="7042">
                                          <p:val>
                                            <p:strVal val="#ppt_y-0.05582"/>
                                          </p:val>
                                        </p:tav>
                                        <p:tav tm="14085">
                                          <p:val>
                                            <p:strVal val="#ppt_y+0.00548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0213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5" dur="47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4"/>
                                          </p:val>
                                        </p:tav>
                                        <p:tav tm="7042">
                                          <p:val>
                                            <p:strVal val="#ppt_w*1.59079"/>
                                          </p:val>
                                        </p:tav>
                                        <p:tav tm="14085">
                                          <p:val>
                                            <p:strVal val="#ppt_w*0.94195"/>
                                          </p:val>
                                        </p:tav>
                                        <p:tav tm="21127">
                                          <p:val>
                                            <p:strVal val="#ppt_w*0.96429"/>
                                          </p:val>
                                        </p:tav>
                                        <p:tav tm="28169">
                                          <p:val>
                                            <p:strVal val="#ppt_w*0.97742"/>
                                          </p:val>
                                        </p:tav>
                                        <p:tav tm="35211">
                                          <p:val>
                                            <p:strVal val="#ppt_w*0.98545"/>
                                          </p:val>
                                        </p:tav>
                                        <p:tav tm="42254">
                                          <p:val>
                                            <p:strVal val="#ppt_w*0.9906"/>
                                          </p:val>
                                        </p:tav>
                                        <p:tav tm="49296">
                                          <p:val>
                                            <p:strVal val="#ppt_w*0.99402"/>
                                          </p:val>
                                        </p:tav>
                                        <p:tav tm="63380">
                                          <p:val>
                                            <p:strVal val="#ppt_w*0.99788"/>
                                          </p:val>
                                        </p:tav>
                                        <p:tav tm="77465">
                                          <p:val>
                                            <p:strVal val="#ppt_w*0.99953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6" dur="47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4"/>
                                          </p:val>
                                        </p:tav>
                                        <p:tav tm="7042">
                                          <p:val>
                                            <p:strVal val="#ppt_h*1.59079"/>
                                          </p:val>
                                        </p:tav>
                                        <p:tav tm="14085">
                                          <p:val>
                                            <p:strVal val="#ppt_h*0.94195"/>
                                          </p:val>
                                        </p:tav>
                                        <p:tav tm="21127">
                                          <p:val>
                                            <p:strVal val="#ppt_h*0.96429"/>
                                          </p:val>
                                        </p:tav>
                                        <p:tav tm="28169">
                                          <p:val>
                                            <p:strVal val="#ppt_h*0.97742"/>
                                          </p:val>
                                        </p:tav>
                                        <p:tav tm="42254">
                                          <p:val>
                                            <p:strVal val="#ppt_h*0.9906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39" dur="47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7631"/>
                                          </p:val>
                                        </p:tav>
                                        <p:tav tm="7042">
                                          <p:val>
                                            <p:strVal val="#ppt_x+0.0744"/>
                                          </p:val>
                                        </p:tav>
                                        <p:tav tm="14085">
                                          <p:val>
                                            <p:strVal val="#ppt_x-0.00731"/>
                                          </p:val>
                                        </p:tav>
                                        <p:tav tm="21127">
                                          <p:val>
                                            <p:strVal val="#ppt_x-0.0045"/>
                                          </p:val>
                                        </p:tav>
                                        <p:tav tm="28169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42254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63380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9859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0" dur="47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67"/>
                                          </p:val>
                                        </p:tav>
                                        <p:tav tm="14085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1" dur="47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4"/>
                                          </p:val>
                                        </p:tav>
                                        <p:tav tm="7042">
                                          <p:val>
                                            <p:strVal val="#ppt_w*1.59079"/>
                                          </p:val>
                                        </p:tav>
                                        <p:tav tm="14085">
                                          <p:val>
                                            <p:strVal val="#ppt_w*0.94195"/>
                                          </p:val>
                                        </p:tav>
                                        <p:tav tm="21127">
                                          <p:val>
                                            <p:strVal val="#ppt_w*0.96429"/>
                                          </p:val>
                                        </p:tav>
                                        <p:tav tm="28169">
                                          <p:val>
                                            <p:strVal val="#ppt_w*0.97742"/>
                                          </p:val>
                                        </p:tav>
                                        <p:tav tm="35211">
                                          <p:val>
                                            <p:strVal val="#ppt_w*0.98545"/>
                                          </p:val>
                                        </p:tav>
                                        <p:tav tm="42254">
                                          <p:val>
                                            <p:strVal val="#ppt_w*0.9906"/>
                                          </p:val>
                                        </p:tav>
                                        <p:tav tm="49296">
                                          <p:val>
                                            <p:strVal val="#ppt_w*0.99402"/>
                                          </p:val>
                                        </p:tav>
                                        <p:tav tm="63380">
                                          <p:val>
                                            <p:strVal val="#ppt_w*0.99788"/>
                                          </p:val>
                                        </p:tav>
                                        <p:tav tm="77465">
                                          <p:val>
                                            <p:strVal val="#ppt_w*0.99953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2" dur="47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4"/>
                                          </p:val>
                                        </p:tav>
                                        <p:tav tm="7042">
                                          <p:val>
                                            <p:strVal val="#ppt_h*1.59079"/>
                                          </p:val>
                                        </p:tav>
                                        <p:tav tm="14085">
                                          <p:val>
                                            <p:strVal val="#ppt_h*0.94195"/>
                                          </p:val>
                                        </p:tav>
                                        <p:tav tm="21127">
                                          <p:val>
                                            <p:strVal val="#ppt_h*0.96429"/>
                                          </p:val>
                                        </p:tav>
                                        <p:tav tm="28169">
                                          <p:val>
                                            <p:strVal val="#ppt_h*0.97742"/>
                                          </p:val>
                                        </p:tav>
                                        <p:tav tm="42254">
                                          <p:val>
                                            <p:strVal val="#ppt_h*0.9906"/>
                                          </p:val>
                                        </p:tav>
                                        <p:tav tm="63380">
                                          <p:val>
                                            <p:strVal val="#ppt_h*0.99788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45" dur="5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47" dur="11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5494"/>
                                          </p:val>
                                        </p:tav>
                                        <p:tav tm="2994">
                                          <p:val>
                                            <p:strVal val="#ppt_x-1.56087"/>
                                          </p:val>
                                        </p:tav>
                                        <p:tav tm="5988">
                                          <p:val>
                                            <p:strVal val="#ppt_x-1.48544"/>
                                          </p:val>
                                        </p:tav>
                                        <p:tav tm="8982">
                                          <p:val>
                                            <p:strVal val="#ppt_x-1.48804"/>
                                          </p:val>
                                        </p:tav>
                                        <p:tav tm="14970">
                                          <p:val>
                                            <p:strVal val="#ppt_x-1.4905"/>
                                          </p:val>
                                        </p:tav>
                                        <p:tav tm="17964">
                                          <p:val>
                                            <p:strVal val="#ppt_x-1.45202"/>
                                          </p:val>
                                        </p:tav>
                                        <p:tav tm="20958">
                                          <p:val>
                                            <p:strVal val="#ppt_x-1.38666"/>
                                          </p:val>
                                        </p:tav>
                                        <p:tav tm="23952">
                                          <p:val>
                                            <p:strVal val="#ppt_x-1.3237"/>
                                          </p:val>
                                        </p:tav>
                                        <p:tav tm="26946">
                                          <p:val>
                                            <p:strVal val="#ppt_x-1.26769"/>
                                          </p:val>
                                        </p:tav>
                                        <p:tav tm="29940">
                                          <p:val>
                                            <p:strVal val="#ppt_x-1.25014"/>
                                          </p:val>
                                        </p:tav>
                                        <p:tav tm="98802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8" dur="11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098"/>
                                          </p:val>
                                        </p:tav>
                                        <p:tav tm="2994">
                                          <p:val>
                                            <p:strVal val="#ppt_y-0.05527"/>
                                          </p:val>
                                        </p:tav>
                                        <p:tav tm="5988">
                                          <p:val>
                                            <p:strVal val="#ppt_y+0.00543"/>
                                          </p:val>
                                        </p:tav>
                                        <p:tav tm="11976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23952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9880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9" dur="11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4970">
                                          <p:val>
                                            <p:strVal val="#ppt_w*0"/>
                                          </p:val>
                                        </p:tav>
                                        <p:tav tm="17964">
                                          <p:val>
                                            <p:strVal val="#ppt_w*0.16132"/>
                                          </p:val>
                                        </p:tav>
                                        <p:tav tm="20958">
                                          <p:val>
                                            <p:strVal val="#ppt_w*0.43285"/>
                                          </p:val>
                                        </p:tav>
                                        <p:tav tm="23952">
                                          <p:val>
                                            <p:strVal val="#ppt_w*0.69395"/>
                                          </p:val>
                                        </p:tav>
                                        <p:tav tm="26946">
                                          <p:val>
                                            <p:strVal val="#ppt_w*0.92594"/>
                                          </p:val>
                                        </p:tav>
                                        <p:tav tm="29940">
                                          <p:val>
                                            <p:strVal val="#ppt_w*0.9989"/>
                                          </p:val>
                                        </p:tav>
                                        <p:tav tm="38922">
                                          <p:val>
                                            <p:strVal val="#ppt_w*1"/>
                                          </p:val>
                                        </p:tav>
                                        <p:tav tm="988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0" dur="11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4970">
                                          <p:val>
                                            <p:strVal val="#ppt_h*0"/>
                                          </p:val>
                                        </p:tav>
                                        <p:tav tm="17964">
                                          <p:val>
                                            <p:strVal val="#ppt_h*0.9906"/>
                                          </p:val>
                                        </p:tav>
                                        <p:tav tm="32934">
                                          <p:val>
                                            <p:strVal val="#ppt_h*0.99953"/>
                                          </p:val>
                                        </p:tav>
                                        <p:tav tm="9880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51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352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53" dur="567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54" dur="1" fill="hold">
                                          <p:stCondLst>
                                            <p:cond delay="593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5" dur="899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2966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6" dur="899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2966">
                                          <p:val>
                                            <p:strVal val="#ppt_y-0.07096"/>
                                          </p:val>
                                        </p:tav>
                                        <p:tav tm="10380">
                                          <p:val>
                                            <p:strVal val="#ppt_y-0.04757"/>
                                          </p:val>
                                        </p:tav>
                                        <p:tav tm="14087">
                                          <p:val>
                                            <p:strVal val="#ppt_y-0.03716"/>
                                          </p:val>
                                        </p:tav>
                                        <p:tav tm="17794">
                                          <p:val>
                                            <p:strVal val="#ppt_y-0.02858"/>
                                          </p:val>
                                        </p:tav>
                                        <p:tav tm="21501">
                                          <p:val>
                                            <p:strVal val="#ppt_y-0.02195"/>
                                          </p:val>
                                        </p:tav>
                                        <p:tav tm="25208">
                                          <p:val>
                                            <p:strVal val="#ppt_y-0.01695"/>
                                          </p:val>
                                        </p:tav>
                                        <p:tav tm="32623">
                                          <p:val>
                                            <p:strVal val="#ppt_y-0.01024"/>
                                          </p:val>
                                        </p:tav>
                                        <p:tav tm="43744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58572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77108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7" dur="899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2966">
                                          <p:val>
                                            <p:strVal val="#ppt_w*4.67265"/>
                                          </p:val>
                                        </p:tav>
                                        <p:tav tm="6673">
                                          <p:val>
                                            <p:strVal val="#ppt_w*4.06244"/>
                                          </p:val>
                                        </p:tav>
                                        <p:tav tm="10380">
                                          <p:val>
                                            <p:strVal val="#ppt_w*3.46581"/>
                                          </p:val>
                                        </p:tav>
                                        <p:tav tm="14087">
                                          <p:val>
                                            <p:strVal val="#ppt_w*2.92743"/>
                                          </p:val>
                                        </p:tav>
                                        <p:tav tm="17794">
                                          <p:val>
                                            <p:strVal val="#ppt_w*2.48357"/>
                                          </p:val>
                                        </p:tav>
                                        <p:tav tm="21501">
                                          <p:val>
                                            <p:strVal val="#ppt_w*2.14"/>
                                          </p:val>
                                        </p:tav>
                                        <p:tav tm="25208">
                                          <p:val>
                                            <p:strVal val="#ppt_w*1.88024"/>
                                          </p:val>
                                        </p:tav>
                                        <p:tav tm="28916">
                                          <p:val>
                                            <p:strVal val="#ppt_w*1.68333"/>
                                          </p:val>
                                        </p:tav>
                                        <p:tav tm="32623">
                                          <p:val>
                                            <p:strVal val="#ppt_w*1.53208"/>
                                          </p:val>
                                        </p:tav>
                                        <p:tav tm="36330">
                                          <p:val>
                                            <p:strVal val="#ppt_w*1.41412"/>
                                          </p:val>
                                        </p:tav>
                                        <p:tav tm="40037">
                                          <p:val>
                                            <p:strVal val="#ppt_w*1.32086"/>
                                          </p:val>
                                        </p:tav>
                                        <p:tav tm="43744">
                                          <p:val>
                                            <p:strVal val="#ppt_w*1.24627"/>
                                          </p:val>
                                        </p:tav>
                                        <p:tav tm="47451">
                                          <p:val>
                                            <p:strVal val="#ppt_w*1.18611"/>
                                          </p:val>
                                        </p:tav>
                                        <p:tav tm="51158">
                                          <p:val>
                                            <p:strVal val="#ppt_w*1.13728"/>
                                          </p:val>
                                        </p:tav>
                                        <p:tav tm="58572">
                                          <p:val>
                                            <p:strVal val="#ppt_w*1.06507"/>
                                          </p:val>
                                        </p:tav>
                                        <p:tav tm="65987">
                                          <p:val>
                                            <p:strVal val="#ppt_w*1.01724"/>
                                          </p:val>
                                        </p:tav>
                                        <p:tav tm="77108">
                                          <p:val>
                                            <p:strVal val="#ppt_w*0.9756"/>
                                          </p:val>
                                        </p:tav>
                                        <p:tav tm="88229">
                                          <p:val>
                                            <p:strVal val="#ppt_w*0.957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4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8" dur="899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2966">
                                          <p:val>
                                            <p:strVal val="#ppt_h*4.67265"/>
                                          </p:val>
                                        </p:tav>
                                        <p:tav tm="6673">
                                          <p:val>
                                            <p:strVal val="#ppt_h*4.06244"/>
                                          </p:val>
                                        </p:tav>
                                        <p:tav tm="10380">
                                          <p:val>
                                            <p:strVal val="#ppt_h*3.46581"/>
                                          </p:val>
                                        </p:tav>
                                        <p:tav tm="14087">
                                          <p:val>
                                            <p:strVal val="#ppt_h*2.92743"/>
                                          </p:val>
                                        </p:tav>
                                        <p:tav tm="17794">
                                          <p:val>
                                            <p:strVal val="#ppt_h*2.48357"/>
                                          </p:val>
                                        </p:tav>
                                        <p:tav tm="21501">
                                          <p:val>
                                            <p:strVal val="#ppt_h*2.14"/>
                                          </p:val>
                                        </p:tav>
                                        <p:tav tm="25208">
                                          <p:val>
                                            <p:strVal val="#ppt_h*1.88024"/>
                                          </p:val>
                                        </p:tav>
                                        <p:tav tm="28916">
                                          <p:val>
                                            <p:strVal val="#ppt_h*1.68333"/>
                                          </p:val>
                                        </p:tav>
                                        <p:tav tm="32623">
                                          <p:val>
                                            <p:strVal val="#ppt_h*1.53208"/>
                                          </p:val>
                                        </p:tav>
                                        <p:tav tm="36330">
                                          <p:val>
                                            <p:strVal val="#ppt_h*1.41412"/>
                                          </p:val>
                                        </p:tav>
                                        <p:tav tm="40037">
                                          <p:val>
                                            <p:strVal val="#ppt_h*1.32086"/>
                                          </p:val>
                                        </p:tav>
                                        <p:tav tm="43744">
                                          <p:val>
                                            <p:strVal val="#ppt_h*1.24627"/>
                                          </p:val>
                                        </p:tav>
                                        <p:tav tm="47451">
                                          <p:val>
                                            <p:strVal val="#ppt_h*1.18611"/>
                                          </p:val>
                                        </p:tav>
                                        <p:tav tm="51158">
                                          <p:val>
                                            <p:strVal val="#ppt_h*1.13728"/>
                                          </p:val>
                                        </p:tav>
                                        <p:tav tm="58572">
                                          <p:val>
                                            <p:strVal val="#ppt_h*1.06507"/>
                                          </p:val>
                                        </p:tav>
                                        <p:tav tm="65987">
                                          <p:val>
                                            <p:strVal val="#ppt_h*1.01724"/>
                                          </p:val>
                                        </p:tav>
                                        <p:tav tm="77108">
                                          <p:val>
                                            <p:strVal val="#ppt_h*0.9756"/>
                                          </p:val>
                                        </p:tav>
                                        <p:tav tm="88229">
                                          <p:val>
                                            <p:strVal val="#ppt_h*0.957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4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9" dur="899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2966">
                                          <p:val>
                                            <p:fltVal val="10.64"/>
                                          </p:val>
                                        </p:tav>
                                        <p:tav tm="10380">
                                          <p:val>
                                            <p:fltVal val="7.14"/>
                                          </p:val>
                                        </p:tav>
                                        <p:tav tm="17794">
                                          <p:val>
                                            <p:fltVal val="4.3"/>
                                          </p:val>
                                        </p:tav>
                                        <p:tav tm="25208">
                                          <p:val>
                                            <p:fltVal val="2.55"/>
                                          </p:val>
                                        </p:tav>
                                        <p:tav tm="32623">
                                          <p:val>
                                            <p:fltVal val="1.54"/>
                                          </p:val>
                                        </p:tav>
                                        <p:tav tm="58572">
                                          <p:val>
                                            <p:fltVal val="0.19"/>
                                          </p:val>
                                        </p:tav>
                                        <p:tav tm="100000">
                                          <p:val>
                                            <p:fltVal val="-0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0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361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62" dur="533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63" dur="1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64" dur="849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140">
                                          <p:val>
                                            <p:strVal val="#ppt_x-1.27655"/>
                                          </p:val>
                                        </p:tav>
                                        <p:tav tm="7065">
                                          <p:val>
                                            <p:strVal val="#ppt_x-1.27638"/>
                                          </p:val>
                                        </p:tav>
                                        <p:tav tm="14914">
                                          <p:val>
                                            <p:strVal val="#ppt_x-1.26682"/>
                                          </p:val>
                                        </p:tav>
                                        <p:tav tm="18839">
                                          <p:val>
                                            <p:strVal val="#ppt_x-1.26265"/>
                                          </p:val>
                                        </p:tav>
                                        <p:tav tm="22764">
                                          <p:val>
                                            <p:strVal val="#ppt_x-1.25937"/>
                                          </p:val>
                                        </p:tav>
                                        <p:tav tm="26689">
                                          <p:val>
                                            <p:strVal val="#ppt_x-1.25696"/>
                                          </p:val>
                                        </p:tav>
                                        <p:tav tm="34538">
                                          <p:val>
                                            <p:strVal val="#ppt_x-1.25391"/>
                                          </p:val>
                                        </p:tav>
                                        <p:tav tm="46312">
                                          <p:val>
                                            <p:strVal val="#ppt_x-1.25163"/>
                                          </p:val>
                                        </p:tav>
                                        <p:tav tm="58087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97335">
                                          <p:val>
                                            <p:strVal val="#ppt_x-1.249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5" dur="849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140">
                                          <p:val>
                                            <p:strVal val="#ppt_y-0.14828"/>
                                          </p:val>
                                        </p:tav>
                                        <p:tav tm="7065">
                                          <p:val>
                                            <p:strVal val="#ppt_y-0.1473"/>
                                          </p:val>
                                        </p:tav>
                                        <p:tav tm="14914">
                                          <p:val>
                                            <p:strVal val="#ppt_y-0.09379"/>
                                          </p:val>
                                        </p:tav>
                                        <p:tav tm="18839">
                                          <p:val>
                                            <p:strVal val="#ppt_y-0.07076"/>
                                          </p:val>
                                        </p:tav>
                                        <p:tav tm="22764">
                                          <p:val>
                                            <p:strVal val="#ppt_y-0.05263"/>
                                          </p:val>
                                        </p:tav>
                                        <p:tav tm="26689">
                                          <p:val>
                                            <p:strVal val="#ppt_y-0.03922"/>
                                          </p:val>
                                        </p:tav>
                                        <p:tav tm="30613">
                                          <p:val>
                                            <p:strVal val="#ppt_y-0.02943"/>
                                          </p:val>
                                        </p:tav>
                                        <p:tav tm="34538">
                                          <p:val>
                                            <p:strVal val="#ppt_y-0.02219"/>
                                          </p:val>
                                        </p:tav>
                                        <p:tav tm="38463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46312">
                                          <p:val>
                                            <p:strVal val="#ppt_y-0.00931"/>
                                          </p:val>
                                        </p:tav>
                                        <p:tav tm="58087">
                                          <p:val>
                                            <p:strVal val="#ppt_y-0.00311"/>
                                          </p:val>
                                        </p:tav>
                                        <p:tav tm="73786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97335">
                                          <p:val>
                                            <p:strVal val="#ppt_y+0.00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6" dur="849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140">
                                          <p:val>
                                            <p:strVal val="#ppt_w*4.75088"/>
                                          </p:val>
                                        </p:tav>
                                        <p:tav tm="7065">
                                          <p:val>
                                            <p:strVal val="#ppt_w*4.72657"/>
                                          </p:val>
                                        </p:tav>
                                        <p:tav tm="10989">
                                          <p:val>
                                            <p:strVal val="#ppt_w*4.04954"/>
                                          </p:val>
                                        </p:tav>
                                        <p:tav tm="14914">
                                          <p:val>
                                            <p:strVal val="#ppt_w*3.38942"/>
                                          </p:val>
                                        </p:tav>
                                        <p:tav tm="18839">
                                          <p:val>
                                            <p:strVal val="#ppt_w*2.80721"/>
                                          </p:val>
                                        </p:tav>
                                        <p:tav tm="22764">
                                          <p:val>
                                            <p:strVal val="#ppt_w*2.3463"/>
                                          </p:val>
                                        </p:tav>
                                        <p:tav tm="26689">
                                          <p:val>
                                            <p:strVal val="#ppt_w*2.00419"/>
                                          </p:val>
                                        </p:tav>
                                        <p:tav tm="30613">
                                          <p:val>
                                            <p:strVal val="#ppt_w*1.75393"/>
                                          </p:val>
                                        </p:tav>
                                        <p:tav tm="34538">
                                          <p:val>
                                            <p:strVal val="#ppt_w*1.56876"/>
                                          </p:val>
                                        </p:tav>
                                        <p:tav tm="38463">
                                          <p:val>
                                            <p:strVal val="#ppt_w*1.4292"/>
                                          </p:val>
                                        </p:tav>
                                        <p:tav tm="42388">
                                          <p:val>
                                            <p:strVal val="#ppt_w*1.32212"/>
                                          </p:val>
                                        </p:tav>
                                        <p:tav tm="46312">
                                          <p:val>
                                            <p:strVal val="#ppt_w*1.23876"/>
                                          </p:val>
                                        </p:tav>
                                        <p:tav tm="50237">
                                          <p:val>
                                            <p:strVal val="#ppt_w*1.17315"/>
                                          </p:val>
                                        </p:tav>
                                        <p:tav tm="54162">
                                          <p:val>
                                            <p:strVal val="#ppt_w*1.12114"/>
                                          </p:val>
                                        </p:tav>
                                        <p:tav tm="58087">
                                          <p:val>
                                            <p:strVal val="#ppt_w*1.07974"/>
                                          </p:val>
                                        </p:tav>
                                        <p:tav tm="65936">
                                          <p:val>
                                            <p:strVal val="#ppt_w*1.02061"/>
                                          </p:val>
                                        </p:tav>
                                        <p:tav tm="73786">
                                          <p:val>
                                            <p:strVal val="#ppt_w*0.98398"/>
                                          </p:val>
                                        </p:tav>
                                        <p:tav tm="85560">
                                          <p:val>
                                            <p:strVal val="#ppt_w*0.9565"/>
                                          </p:val>
                                        </p:tav>
                                        <p:tav tm="97335">
                                          <p:val>
                                            <p:strVal val="#ppt_w*0.95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7" dur="849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140">
                                          <p:val>
                                            <p:strVal val="#ppt_h*4.75088"/>
                                          </p:val>
                                        </p:tav>
                                        <p:tav tm="7065">
                                          <p:val>
                                            <p:strVal val="#ppt_h*4.72657"/>
                                          </p:val>
                                        </p:tav>
                                        <p:tav tm="10989">
                                          <p:val>
                                            <p:strVal val="#ppt_h*4.04954"/>
                                          </p:val>
                                        </p:tav>
                                        <p:tav tm="14914">
                                          <p:val>
                                            <p:strVal val="#ppt_h*3.38942"/>
                                          </p:val>
                                        </p:tav>
                                        <p:tav tm="18839">
                                          <p:val>
                                            <p:strVal val="#ppt_h*2.80721"/>
                                          </p:val>
                                        </p:tav>
                                        <p:tav tm="22764">
                                          <p:val>
                                            <p:strVal val="#ppt_h*2.3463"/>
                                          </p:val>
                                        </p:tav>
                                        <p:tav tm="26689">
                                          <p:val>
                                            <p:strVal val="#ppt_h*2.00419"/>
                                          </p:val>
                                        </p:tav>
                                        <p:tav tm="30613">
                                          <p:val>
                                            <p:strVal val="#ppt_h*1.75393"/>
                                          </p:val>
                                        </p:tav>
                                        <p:tav tm="34538">
                                          <p:val>
                                            <p:strVal val="#ppt_h*1.56876"/>
                                          </p:val>
                                        </p:tav>
                                        <p:tav tm="38463">
                                          <p:val>
                                            <p:strVal val="#ppt_h*1.4292"/>
                                          </p:val>
                                        </p:tav>
                                        <p:tav tm="42388">
                                          <p:val>
                                            <p:strVal val="#ppt_h*1.32212"/>
                                          </p:val>
                                        </p:tav>
                                        <p:tav tm="46312">
                                          <p:val>
                                            <p:strVal val="#ppt_h*1.23876"/>
                                          </p:val>
                                        </p:tav>
                                        <p:tav tm="50237">
                                          <p:val>
                                            <p:strVal val="#ppt_h*1.17315"/>
                                          </p:val>
                                        </p:tav>
                                        <p:tav tm="54162">
                                          <p:val>
                                            <p:strVal val="#ppt_h*1.12114"/>
                                          </p:val>
                                        </p:tav>
                                        <p:tav tm="58087">
                                          <p:val>
                                            <p:strVal val="#ppt_h*1.07974"/>
                                          </p:val>
                                        </p:tav>
                                        <p:tav tm="65936">
                                          <p:val>
                                            <p:strVal val="#ppt_h*1.02061"/>
                                          </p:val>
                                        </p:tav>
                                        <p:tav tm="73786">
                                          <p:val>
                                            <p:strVal val="#ppt_h*0.98398"/>
                                          </p:val>
                                        </p:tav>
                                        <p:tav tm="85560">
                                          <p:val>
                                            <p:strVal val="#ppt_h*0.9565"/>
                                          </p:val>
                                        </p:tav>
                                        <p:tav tm="97335">
                                          <p:val>
                                            <p:strVal val="#ppt_h*0.95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8" dur="849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140">
                                          <p:val>
                                            <p:fltVal val="89.6"/>
                                          </p:val>
                                        </p:tav>
                                        <p:tav tm="7065">
                                          <p:val>
                                            <p:fltVal val="89.02"/>
                                          </p:val>
                                        </p:tav>
                                        <p:tav tm="14914">
                                          <p:val>
                                            <p:fltVal val="57.08"/>
                                          </p:val>
                                        </p:tav>
                                        <p:tav tm="18839">
                                          <p:val>
                                            <p:fltVal val="43.17"/>
                                          </p:val>
                                        </p:tav>
                                        <p:tav tm="22764">
                                          <p:val>
                                            <p:fltVal val="32.16"/>
                                          </p:val>
                                        </p:tav>
                                        <p:tav tm="26689">
                                          <p:val>
                                            <p:fltVal val="23.99"/>
                                          </p:val>
                                        </p:tav>
                                        <p:tav tm="30613">
                                          <p:val>
                                            <p:fltVal val="18.01"/>
                                          </p:val>
                                        </p:tav>
                                        <p:tav tm="34538">
                                          <p:val>
                                            <p:fltVal val="13.59"/>
                                          </p:val>
                                        </p:tav>
                                        <p:tav tm="38463">
                                          <p:val>
                                            <p:fltVal val="10.25"/>
                                          </p:val>
                                        </p:tav>
                                        <p:tav tm="46312">
                                          <p:val>
                                            <p:fltVal val="5.7"/>
                                          </p:val>
                                        </p:tav>
                                        <p:tav tm="50237">
                                          <p:val>
                                            <p:fltVal val="4.14"/>
                                          </p:val>
                                        </p:tav>
                                        <p:tav tm="58087">
                                          <p:val>
                                            <p:fltVal val="1.9"/>
                                          </p:val>
                                        </p:tav>
                                        <p:tav tm="73786">
                                          <p:val>
                                            <p:fltVal val="-0.38"/>
                                          </p:val>
                                        </p:tav>
                                        <p:tav tm="97335">
                                          <p:val>
                                            <p:fltVal val="-1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9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370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71" dur="533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2" dur="1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3" dur="841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172">
                                          <p:val>
                                            <p:strVal val="#ppt_x-1.26752"/>
                                          </p:val>
                                        </p:tav>
                                        <p:tav tm="11103">
                                          <p:val>
                                            <p:strVal val="#ppt_x-1.2612"/>
                                          </p:val>
                                        </p:tav>
                                        <p:tav tm="15069">
                                          <p:val>
                                            <p:strVal val="#ppt_x-1.25856"/>
                                          </p:val>
                                        </p:tav>
                                        <p:tav tm="23000">
                                          <p:val>
                                            <p:strVal val="#ppt_x-1.25493"/>
                                          </p:val>
                                        </p:tav>
                                        <p:tav tm="30931">
                                          <p:val>
                                            <p:strVal val="#ppt_x-1.2529"/>
                                          </p:val>
                                        </p:tav>
                                        <p:tav tm="42827">
                                          <p:val>
                                            <p:strVal val="#ppt_x-1.2513"/>
                                          </p:val>
                                        </p:tav>
                                        <p:tav tm="54724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98344">
                                          <p:val>
                                            <p:strVal val="#ppt_x-1.249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4" dur="841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172">
                                          <p:val>
                                            <p:strVal val="#ppt_y-0.05131"/>
                                          </p:val>
                                        </p:tav>
                                        <p:tav tm="11103">
                                          <p:val>
                                            <p:strVal val="#ppt_y-0.03283"/>
                                          </p:val>
                                        </p:tav>
                                        <p:tav tm="15069">
                                          <p:val>
                                            <p:strVal val="#ppt_y-0.02509"/>
                                          </p:val>
                                        </p:tav>
                                        <p:tav tm="19034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23000">
                                          <p:val>
                                            <p:strVal val="#ppt_y-0.01445"/>
                                          </p:val>
                                        </p:tav>
                                        <p:tav tm="30931">
                                          <p:val>
                                            <p:strVal val="#ppt_y-0.0085"/>
                                          </p:val>
                                        </p:tav>
                                        <p:tav tm="42827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54724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7455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344">
                                          <p:val>
                                            <p:strVal val="#ppt_y+0.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5" dur="841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172">
                                          <p:val>
                                            <p:strVal val="#ppt_w*4.485"/>
                                          </p:val>
                                        </p:tav>
                                        <p:tav tm="7138">
                                          <p:val>
                                            <p:strVal val="#ppt_w*3.8354"/>
                                          </p:val>
                                        </p:tav>
                                        <p:tav tm="11103">
                                          <p:val>
                                            <p:strVal val="#ppt_w*3.22078"/>
                                          </p:val>
                                        </p:tav>
                                        <p:tav tm="15069">
                                          <p:val>
                                            <p:strVal val="#ppt_w*2.69432"/>
                                          </p:val>
                                        </p:tav>
                                        <p:tav tm="19034">
                                          <p:val>
                                            <p:strVal val="#ppt_w*2.28218"/>
                                          </p:val>
                                        </p:tav>
                                        <p:tav tm="23000">
                                          <p:val>
                                            <p:strVal val="#ppt_w*1.97386"/>
                                          </p:val>
                                        </p:tav>
                                        <p:tav tm="26965">
                                          <p:val>
                                            <p:strVal val="#ppt_w*1.74465"/>
                                          </p:val>
                                        </p:tav>
                                        <p:tav tm="30931">
                                          <p:val>
                                            <p:strVal val="#ppt_w*1.57214"/>
                                          </p:val>
                                        </p:tav>
                                        <p:tav tm="34896">
                                          <p:val>
                                            <p:strVal val="#ppt_w*1.4401"/>
                                          </p:val>
                                        </p:tav>
                                        <p:tav tm="38862">
                                          <p:val>
                                            <p:strVal val="#ppt_w*1.33741"/>
                                          </p:val>
                                        </p:tav>
                                        <p:tav tm="42827">
                                          <p:val>
                                            <p:strVal val="#ppt_w*1.25648"/>
                                          </p:val>
                                        </p:tav>
                                        <p:tav tm="46793">
                                          <p:val>
                                            <p:strVal val="#ppt_w*1.19206"/>
                                          </p:val>
                                        </p:tav>
                                        <p:tav tm="50758">
                                          <p:val>
                                            <p:strVal val="#ppt_w*1.14043"/>
                                          </p:val>
                                        </p:tav>
                                        <p:tav tm="54724">
                                          <p:val>
                                            <p:strVal val="#ppt_w*1.09888"/>
                                          </p:val>
                                        </p:tav>
                                        <p:tav tm="62655">
                                          <p:val>
                                            <p:strVal val="#ppt_w*1.03852"/>
                                          </p:val>
                                        </p:tav>
                                        <p:tav tm="66620">
                                          <p:val>
                                            <p:strVal val="#ppt_w*1.01702"/>
                                          </p:val>
                                        </p:tav>
                                        <p:tav tm="74551">
                                          <p:val>
                                            <p:strVal val="#ppt_w*0.98674"/>
                                          </p:val>
                                        </p:tav>
                                        <p:tav tm="86448">
                                          <p:val>
                                            <p:strVal val="#ppt_w*0.96418"/>
                                          </p:val>
                                        </p:tav>
                                        <p:tav tm="98344">
                                          <p:val>
                                            <p:strVal val="#ppt_w*0.959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6" dur="841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172">
                                          <p:val>
                                            <p:strVal val="#ppt_h*4.485"/>
                                          </p:val>
                                        </p:tav>
                                        <p:tav tm="7138">
                                          <p:val>
                                            <p:strVal val="#ppt_h*3.8354"/>
                                          </p:val>
                                        </p:tav>
                                        <p:tav tm="11103">
                                          <p:val>
                                            <p:strVal val="#ppt_h*3.22078"/>
                                          </p:val>
                                        </p:tav>
                                        <p:tav tm="15069">
                                          <p:val>
                                            <p:strVal val="#ppt_h*2.69432"/>
                                          </p:val>
                                        </p:tav>
                                        <p:tav tm="19034">
                                          <p:val>
                                            <p:strVal val="#ppt_h*2.28218"/>
                                          </p:val>
                                        </p:tav>
                                        <p:tav tm="23000">
                                          <p:val>
                                            <p:strVal val="#ppt_h*1.97386"/>
                                          </p:val>
                                        </p:tav>
                                        <p:tav tm="26965">
                                          <p:val>
                                            <p:strVal val="#ppt_h*1.74465"/>
                                          </p:val>
                                        </p:tav>
                                        <p:tav tm="30931">
                                          <p:val>
                                            <p:strVal val="#ppt_h*1.57214"/>
                                          </p:val>
                                        </p:tav>
                                        <p:tav tm="34896">
                                          <p:val>
                                            <p:strVal val="#ppt_h*1.4401"/>
                                          </p:val>
                                        </p:tav>
                                        <p:tav tm="38862">
                                          <p:val>
                                            <p:strVal val="#ppt_h*1.33741"/>
                                          </p:val>
                                        </p:tav>
                                        <p:tav tm="42827">
                                          <p:val>
                                            <p:strVal val="#ppt_h*1.25648"/>
                                          </p:val>
                                        </p:tav>
                                        <p:tav tm="46793">
                                          <p:val>
                                            <p:strVal val="#ppt_h*1.19206"/>
                                          </p:val>
                                        </p:tav>
                                        <p:tav tm="50758">
                                          <p:val>
                                            <p:strVal val="#ppt_h*1.14043"/>
                                          </p:val>
                                        </p:tav>
                                        <p:tav tm="54724">
                                          <p:val>
                                            <p:strVal val="#ppt_h*1.09888"/>
                                          </p:val>
                                        </p:tav>
                                        <p:tav tm="62655">
                                          <p:val>
                                            <p:strVal val="#ppt_h*1.03852"/>
                                          </p:val>
                                        </p:tav>
                                        <p:tav tm="66620">
                                          <p:val>
                                            <p:strVal val="#ppt_h*1.01702"/>
                                          </p:val>
                                        </p:tav>
                                        <p:tav tm="74551">
                                          <p:val>
                                            <p:strVal val="#ppt_h*0.98674"/>
                                          </p:val>
                                        </p:tav>
                                        <p:tav tm="86448">
                                          <p:val>
                                            <p:strVal val="#ppt_h*0.96418"/>
                                          </p:val>
                                        </p:tav>
                                        <p:tav tm="98344">
                                          <p:val>
                                            <p:strVal val="#ppt_h*0.959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7" dur="841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172">
                                          <p:val>
                                            <p:fltVal val="25.7"/>
                                          </p:val>
                                        </p:tav>
                                        <p:tav tm="11103">
                                          <p:val>
                                            <p:fltVal val="16.37"/>
                                          </p:val>
                                        </p:tav>
                                        <p:tav tm="15069">
                                          <p:val>
                                            <p:fltVal val="12.49"/>
                                          </p:val>
                                        </p:tav>
                                        <p:tav tm="19034">
                                          <p:val>
                                            <p:fltVal val="9.45"/>
                                          </p:val>
                                        </p:tav>
                                        <p:tav tm="23000">
                                          <p:val>
                                            <p:fltVal val="7.18"/>
                                          </p:val>
                                        </p:tav>
                                        <p:tav tm="30931">
                                          <p:val>
                                            <p:fltVal val="4.22"/>
                                          </p:val>
                                        </p:tav>
                                        <p:tav tm="42827">
                                          <p:val>
                                            <p:fltVal val="1.89"/>
                                          </p:val>
                                        </p:tav>
                                        <p:tav tm="54724">
                                          <p:val>
                                            <p:fltVal val="0.73"/>
                                          </p:val>
                                        </p:tav>
                                        <p:tav tm="74551">
                                          <p:val>
                                            <p:fltVal val="-0.1"/>
                                          </p:val>
                                        </p:tav>
                                        <p:tav tm="98344">
                                          <p:val>
                                            <p:fltVal val="-0.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8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379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80" dur="467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81" dur="1" fill="hold">
                                          <p:stCondLst>
                                            <p:cond delay="493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82" dur="764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493">
                                          <p:val>
                                            <p:strVal val="#ppt_x-1.21433"/>
                                          </p:val>
                                        </p:tav>
                                        <p:tav tm="7858">
                                          <p:val>
                                            <p:strVal val="#ppt_x-1.21988"/>
                                          </p:val>
                                        </p:tav>
                                        <p:tav tm="12224">
                                          <p:val>
                                            <p:strVal val="#ppt_x-1.2268"/>
                                          </p:val>
                                        </p:tav>
                                        <p:tav tm="16589">
                                          <p:val>
                                            <p:strVal val="#ppt_x-1.23287"/>
                                          </p:val>
                                        </p:tav>
                                        <p:tav tm="20955">
                                          <p:val>
                                            <p:strVal val="#ppt_x-1.23757"/>
                                          </p:val>
                                        </p:tav>
                                        <p:tav tm="25321">
                                          <p:val>
                                            <p:strVal val="#ppt_x-1.24095"/>
                                          </p:val>
                                        </p:tav>
                                        <p:tav tm="29686">
                                          <p:val>
                                            <p:strVal val="#ppt_x-1.24336"/>
                                          </p:val>
                                        </p:tav>
                                        <p:tav tm="34052">
                                          <p:val>
                                            <p:strVal val="#ppt_x-1.24511"/>
                                          </p:val>
                                        </p:tav>
                                        <p:tav tm="42783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55880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73343">
                                          <p:val>
                                            <p:strVal val="#ppt_x-1.25016"/>
                                          </p:val>
                                        </p:tav>
                                        <p:tav tm="99537">
                                          <p:val>
                                            <p:strVal val="#ppt_x-1.25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3" dur="764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493">
                                          <p:val>
                                            <p:strVal val="#ppt_y+0.02992"/>
                                          </p:val>
                                        </p:tav>
                                        <p:tav tm="16589">
                                          <p:val>
                                            <p:strVal val="#ppt_y+0.01395"/>
                                          </p:val>
                                        </p:tav>
                                        <p:tav tm="20955">
                                          <p:val>
                                            <p:strVal val="#ppt_y+0.01002"/>
                                          </p:val>
                                        </p:tav>
                                        <p:tav tm="25321">
                                          <p:val>
                                            <p:strVal val="#ppt_y+0.00724"/>
                                          </p:val>
                                        </p:tav>
                                        <p:tav tm="34052">
                                          <p:val>
                                            <p:strVal val="#ppt_y+0.00387"/>
                                          </p:val>
                                        </p:tav>
                                        <p:tav tm="55880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99537">
                                          <p:val>
                                            <p:strVal val="#ppt_y-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4" dur="764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493">
                                          <p:val>
                                            <p:strVal val="#ppt_w*4.75415"/>
                                          </p:val>
                                        </p:tav>
                                        <p:tav tm="7858">
                                          <p:val>
                                            <p:strVal val="#ppt_w*4.1803"/>
                                          </p:val>
                                        </p:tav>
                                        <p:tav tm="12224">
                                          <p:val>
                                            <p:strVal val="#ppt_w*3.45588"/>
                                          </p:val>
                                        </p:tav>
                                        <p:tav tm="16589">
                                          <p:val>
                                            <p:strVal val="#ppt_w*2.81611"/>
                                          </p:val>
                                        </p:tav>
                                        <p:tav tm="20955">
                                          <p:val>
                                            <p:strVal val="#ppt_w*2.31864"/>
                                          </p:val>
                                        </p:tav>
                                        <p:tav tm="25321">
                                          <p:val>
                                            <p:strVal val="#ppt_w*1.95955"/>
                                          </p:val>
                                        </p:tav>
                                        <p:tav tm="29686">
                                          <p:val>
                                            <p:strVal val="#ppt_w*1.70367"/>
                                          </p:val>
                                        </p:tav>
                                        <p:tav tm="34052">
                                          <p:val>
                                            <p:strVal val="#ppt_w*1.51841"/>
                                          </p:val>
                                        </p:tav>
                                        <p:tav tm="38418">
                                          <p:val>
                                            <p:strVal val="#ppt_w*1.38128"/>
                                          </p:val>
                                        </p:tav>
                                        <p:tav tm="42783">
                                          <p:val>
                                            <p:strVal val="#ppt_w*1.27775"/>
                                          </p:val>
                                        </p:tav>
                                        <p:tav tm="47149">
                                          <p:val>
                                            <p:strVal val="#ppt_w*1.19838"/>
                                          </p:val>
                                        </p:tav>
                                        <p:tav tm="51515">
                                          <p:val>
                                            <p:strVal val="#ppt_w*1.1369"/>
                                          </p:val>
                                        </p:tav>
                                        <p:tav tm="55880">
                                          <p:val>
                                            <p:strVal val="#ppt_w*1.08899"/>
                                          </p:val>
                                        </p:tav>
                                        <p:tav tm="60246">
                                          <p:val>
                                            <p:strVal val="#ppt_w*1.05158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2247"/>
                                          </p:val>
                                        </p:tav>
                                        <p:tav tm="73343">
                                          <p:val>
                                            <p:strVal val="#ppt_w*0.98292"/>
                                          </p:val>
                                        </p:tav>
                                        <p:tav tm="86440">
                                          <p:val>
                                            <p:strVal val="#ppt_w*0.95536"/>
                                          </p:val>
                                        </p:tav>
                                        <p:tav tm="99537">
                                          <p:val>
                                            <p:strVal val="#ppt_w*0.95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5" dur="764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493">
                                          <p:val>
                                            <p:strVal val="#ppt_h*4.75415"/>
                                          </p:val>
                                        </p:tav>
                                        <p:tav tm="7858">
                                          <p:val>
                                            <p:strVal val="#ppt_h*4.1803"/>
                                          </p:val>
                                        </p:tav>
                                        <p:tav tm="12224">
                                          <p:val>
                                            <p:strVal val="#ppt_h*3.45588"/>
                                          </p:val>
                                        </p:tav>
                                        <p:tav tm="16589">
                                          <p:val>
                                            <p:strVal val="#ppt_h*2.81611"/>
                                          </p:val>
                                        </p:tav>
                                        <p:tav tm="20955">
                                          <p:val>
                                            <p:strVal val="#ppt_h*2.31864"/>
                                          </p:val>
                                        </p:tav>
                                        <p:tav tm="25321">
                                          <p:val>
                                            <p:strVal val="#ppt_h*1.95955"/>
                                          </p:val>
                                        </p:tav>
                                        <p:tav tm="29686">
                                          <p:val>
                                            <p:strVal val="#ppt_h*1.70367"/>
                                          </p:val>
                                        </p:tav>
                                        <p:tav tm="34052">
                                          <p:val>
                                            <p:strVal val="#ppt_h*1.51841"/>
                                          </p:val>
                                        </p:tav>
                                        <p:tav tm="38418">
                                          <p:val>
                                            <p:strVal val="#ppt_h*1.38128"/>
                                          </p:val>
                                        </p:tav>
                                        <p:tav tm="42783">
                                          <p:val>
                                            <p:strVal val="#ppt_h*1.27775"/>
                                          </p:val>
                                        </p:tav>
                                        <p:tav tm="47149">
                                          <p:val>
                                            <p:strVal val="#ppt_h*1.19838"/>
                                          </p:val>
                                        </p:tav>
                                        <p:tav tm="51515">
                                          <p:val>
                                            <p:strVal val="#ppt_h*1.1369"/>
                                          </p:val>
                                        </p:tav>
                                        <p:tav tm="55880">
                                          <p:val>
                                            <p:strVal val="#ppt_h*1.08899"/>
                                          </p:val>
                                        </p:tav>
                                        <p:tav tm="60246">
                                          <p:val>
                                            <p:strVal val="#ppt_h*1.05158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2247"/>
                                          </p:val>
                                        </p:tav>
                                        <p:tav tm="73343">
                                          <p:val>
                                            <p:strVal val="#ppt_h*0.98292"/>
                                          </p:val>
                                        </p:tav>
                                        <p:tav tm="86440">
                                          <p:val>
                                            <p:strVal val="#ppt_h*0.95536"/>
                                          </p:val>
                                        </p:tav>
                                        <p:tav tm="99537">
                                          <p:val>
                                            <p:strVal val="#ppt_h*0.95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6" dur="764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493">
                                          <p:val>
                                            <p:fltVal val="-56.44"/>
                                          </p:val>
                                        </p:tav>
                                        <p:tav tm="7858">
                                          <p:val>
                                            <p:fltVal val="-47.81"/>
                                          </p:val>
                                        </p:tav>
                                        <p:tav tm="12224">
                                          <p:val>
                                            <p:fltVal val="-36.92"/>
                                          </p:val>
                                        </p:tav>
                                        <p:tav tm="16589">
                                          <p:val>
                                            <p:fltVal val="-27.3"/>
                                          </p:val>
                                        </p:tav>
                                        <p:tav tm="20955">
                                          <p:val>
                                            <p:fltVal val="-19.83"/>
                                          </p:val>
                                        </p:tav>
                                        <p:tav tm="25321">
                                          <p:val>
                                            <p:fltVal val="-14.43"/>
                                          </p:val>
                                        </p:tav>
                                        <p:tav tm="29686">
                                          <p:val>
                                            <p:fltVal val="-10.58"/>
                                          </p:val>
                                        </p:tav>
                                        <p:tav tm="34052">
                                          <p:val>
                                            <p:fltVal val="-7.79"/>
                                          </p:val>
                                        </p:tav>
                                        <p:tav tm="42783">
                                          <p:val>
                                            <p:fltVal val="-4.18"/>
                                          </p:val>
                                        </p:tav>
                                        <p:tav tm="55880">
                                          <p:val>
                                            <p:fltVal val="-1.34"/>
                                          </p:val>
                                        </p:tav>
                                        <p:tav tm="73343">
                                          <p:val>
                                            <p:fltVal val="0.26"/>
                                          </p:val>
                                        </p:tav>
                                        <p:tav tm="99537">
                                          <p:val>
                                            <p:fltVal val="0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87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388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89" dur="533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0" dur="1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1" dur="842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166">
                                          <p:val>
                                            <p:strVal val="#ppt_x-1.27563"/>
                                          </p:val>
                                        </p:tav>
                                        <p:tav tm="7124">
                                          <p:val>
                                            <p:strVal val="#ppt_x-1.27243"/>
                                          </p:val>
                                        </p:tav>
                                        <p:tav tm="15040">
                                          <p:val>
                                            <p:strVal val="#ppt_x-1.26406"/>
                                          </p:val>
                                        </p:tav>
                                        <p:tav tm="18998">
                                          <p:val>
                                            <p:strVal val="#ppt_x-1.26065"/>
                                          </p:val>
                                        </p:tav>
                                        <p:tav tm="22955">
                                          <p:val>
                                            <p:strVal val="#ppt_x-1.25802"/>
                                          </p:val>
                                        </p:tav>
                                        <p:tav tm="26913">
                                          <p:val>
                                            <p:strVal val="#ppt_x-1.25607"/>
                                          </p:val>
                                        </p:tav>
                                        <p:tav tm="34829">
                                          <p:val>
                                            <p:strVal val="#ppt_x-1.25352"/>
                                          </p:val>
                                        </p:tav>
                                        <p:tav tm="46702">
                                          <p:val>
                                            <p:strVal val="#ppt_x-1.25151"/>
                                          </p:val>
                                        </p:tav>
                                        <p:tav tm="58576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8154">
                                          <p:val>
                                            <p:strVal val="#ppt_x-1.249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2" dur="842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166">
                                          <p:val>
                                            <p:strVal val="#ppt_y-0.11898"/>
                                          </p:val>
                                        </p:tav>
                                        <p:tav tm="7124">
                                          <p:val>
                                            <p:strVal val="#ppt_y-0.1032"/>
                                          </p:val>
                                        </p:tav>
                                        <p:tav tm="11082">
                                          <p:val>
                                            <p:strVal val="#ppt_y-0.08247"/>
                                          </p:val>
                                        </p:tav>
                                        <p:tav tm="15040">
                                          <p:val>
                                            <p:strVal val="#ppt_y-0.06352"/>
                                          </p:val>
                                        </p:tav>
                                        <p:tav tm="18998">
                                          <p:val>
                                            <p:strVal val="#ppt_y-0.04791"/>
                                          </p:val>
                                        </p:tav>
                                        <p:tav tm="22955">
                                          <p:val>
                                            <p:strVal val="#ppt_y-0.03603"/>
                                          </p:val>
                                        </p:tav>
                                        <p:tav tm="26913">
                                          <p:val>
                                            <p:strVal val="#ppt_y-0.02724"/>
                                          </p:val>
                                        </p:tav>
                                        <p:tav tm="30871">
                                          <p:val>
                                            <p:strVal val="#ppt_y-0.02071"/>
                                          </p:val>
                                        </p:tav>
                                        <p:tav tm="34829">
                                          <p:val>
                                            <p:strVal val="#ppt_y-0.0158"/>
                                          </p:val>
                                        </p:tav>
                                        <p:tav tm="42745">
                                          <p:val>
                                            <p:strVal val="#ppt_y-0.00909"/>
                                          </p:val>
                                        </p:tav>
                                        <p:tav tm="54618">
                                          <p:val>
                                            <p:strVal val="#ppt_y-0.00346"/>
                                          </p:val>
                                        </p:tav>
                                        <p:tav tm="74407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8154">
                                          <p:val>
                                            <p:strVal val="#ppt_y+0.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3" dur="842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166">
                                          <p:val>
                                            <p:strVal val="#ppt_w*4.78021"/>
                                          </p:val>
                                        </p:tav>
                                        <p:tav tm="7124">
                                          <p:val>
                                            <p:strVal val="#ppt_w*4.27962"/>
                                          </p:val>
                                        </p:tav>
                                        <p:tav tm="11082">
                                          <p:val>
                                            <p:strVal val="#ppt_w*3.61869"/>
                                          </p:val>
                                        </p:tav>
                                        <p:tav tm="15040">
                                          <p:val>
                                            <p:strVal val="#ppt_w*3.0133"/>
                                          </p:val>
                                        </p:tav>
                                        <p:tav tm="18998">
                                          <p:val>
                                            <p:strVal val="#ppt_w*2.5153"/>
                                          </p:val>
                                        </p:tav>
                                        <p:tav tm="22955">
                                          <p:val>
                                            <p:strVal val="#ppt_w*2.13714"/>
                                          </p:val>
                                        </p:tav>
                                        <p:tav tm="26913">
                                          <p:val>
                                            <p:strVal val="#ppt_w*1.85835"/>
                                          </p:val>
                                        </p:tav>
                                        <p:tav tm="30871">
                                          <p:val>
                                            <p:strVal val="#ppt_w*1.65201"/>
                                          </p:val>
                                        </p:tav>
                                        <p:tav tm="34829">
                                          <p:val>
                                            <p:strVal val="#ppt_w*1.49677"/>
                                          </p:val>
                                        </p:tav>
                                        <p:tav tm="38787">
                                          <p:val>
                                            <p:strVal val="#ppt_w*1.37788"/>
                                          </p:val>
                                        </p:tav>
                                        <p:tav tm="42745">
                                          <p:val>
                                            <p:strVal val="#ppt_w*1.2854"/>
                                          </p:val>
                                        </p:tav>
                                        <p:tav tm="46702">
                                          <p:val>
                                            <p:strVal val="#ppt_w*1.21258"/>
                                          </p:val>
                                        </p:tav>
                                        <p:tav tm="50660">
                                          <p:val>
                                            <p:strVal val="#ppt_w*1.15475"/>
                                          </p:val>
                                        </p:tav>
                                        <p:tav tm="54618">
                                          <p:val>
                                            <p:strVal val="#ppt_w*1.10857"/>
                                          </p:val>
                                        </p:tav>
                                        <p:tav tm="62534">
                                          <p:val>
                                            <p:strVal val="#ppt_w*1.04206"/>
                                          </p:val>
                                        </p:tav>
                                        <p:tav tm="66492">
                                          <p:val>
                                            <p:strVal val="#ppt_w*1.01855"/>
                                          </p:val>
                                        </p:tav>
                                        <p:tav tm="74407">
                                          <p:val>
                                            <p:strVal val="#ppt_w*0.98559"/>
                                          </p:val>
                                        </p:tav>
                                        <p:tav tm="86281">
                                          <p:val>
                                            <p:strVal val="#ppt_w*0.96113"/>
                                          </p:val>
                                        </p:tav>
                                        <p:tav tm="98154">
                                          <p:val>
                                            <p:strVal val="#ppt_w*0.956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4" dur="842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166">
                                          <p:val>
                                            <p:strVal val="#ppt_h*4.78021"/>
                                          </p:val>
                                        </p:tav>
                                        <p:tav tm="7124">
                                          <p:val>
                                            <p:strVal val="#ppt_h*4.27962"/>
                                          </p:val>
                                        </p:tav>
                                        <p:tav tm="11082">
                                          <p:val>
                                            <p:strVal val="#ppt_h*3.61869"/>
                                          </p:val>
                                        </p:tav>
                                        <p:tav tm="15040">
                                          <p:val>
                                            <p:strVal val="#ppt_h*3.0133"/>
                                          </p:val>
                                        </p:tav>
                                        <p:tav tm="18998">
                                          <p:val>
                                            <p:strVal val="#ppt_h*2.5153"/>
                                          </p:val>
                                        </p:tav>
                                        <p:tav tm="22955">
                                          <p:val>
                                            <p:strVal val="#ppt_h*2.13714"/>
                                          </p:val>
                                        </p:tav>
                                        <p:tav tm="26913">
                                          <p:val>
                                            <p:strVal val="#ppt_h*1.85835"/>
                                          </p:val>
                                        </p:tav>
                                        <p:tav tm="30871">
                                          <p:val>
                                            <p:strVal val="#ppt_h*1.65201"/>
                                          </p:val>
                                        </p:tav>
                                        <p:tav tm="34829">
                                          <p:val>
                                            <p:strVal val="#ppt_h*1.49677"/>
                                          </p:val>
                                        </p:tav>
                                        <p:tav tm="38787">
                                          <p:val>
                                            <p:strVal val="#ppt_h*1.37788"/>
                                          </p:val>
                                        </p:tav>
                                        <p:tav tm="42745">
                                          <p:val>
                                            <p:strVal val="#ppt_h*1.2854"/>
                                          </p:val>
                                        </p:tav>
                                        <p:tav tm="46702">
                                          <p:val>
                                            <p:strVal val="#ppt_h*1.21258"/>
                                          </p:val>
                                        </p:tav>
                                        <p:tav tm="50660">
                                          <p:val>
                                            <p:strVal val="#ppt_h*1.15475"/>
                                          </p:val>
                                        </p:tav>
                                        <p:tav tm="54618">
                                          <p:val>
                                            <p:strVal val="#ppt_h*1.10857"/>
                                          </p:val>
                                        </p:tav>
                                        <p:tav tm="62534">
                                          <p:val>
                                            <p:strVal val="#ppt_h*1.04206"/>
                                          </p:val>
                                        </p:tav>
                                        <p:tav tm="66492">
                                          <p:val>
                                            <p:strVal val="#ppt_h*1.01855"/>
                                          </p:val>
                                        </p:tav>
                                        <p:tav tm="74407">
                                          <p:val>
                                            <p:strVal val="#ppt_h*0.98559"/>
                                          </p:val>
                                        </p:tav>
                                        <p:tav tm="86281">
                                          <p:val>
                                            <p:strVal val="#ppt_h*0.96113"/>
                                          </p:val>
                                        </p:tav>
                                        <p:tav tm="98154">
                                          <p:val>
                                            <p:strVal val="#ppt_h*0.956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5" dur="842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166">
                                          <p:val>
                                            <p:fltVal val="-100.1"/>
                                          </p:val>
                                        </p:tav>
                                        <p:tav tm="7124">
                                          <p:val>
                                            <p:fltVal val="-86.85"/>
                                          </p:val>
                                        </p:tav>
                                        <p:tav tm="11082">
                                          <p:val>
                                            <p:fltVal val="-69.35"/>
                                          </p:val>
                                        </p:tav>
                                        <p:tav tm="15040">
                                          <p:val>
                                            <p:fltVal val="-53.31"/>
                                          </p:val>
                                        </p:tav>
                                        <p:tav tm="18998">
                                          <p:val>
                                            <p:fltVal val="-40.13"/>
                                          </p:val>
                                        </p:tav>
                                        <p:tav tm="22955">
                                          <p:val>
                                            <p:fltVal val="-30.11"/>
                                          </p:val>
                                        </p:tav>
                                        <p:tav tm="26913">
                                          <p:val>
                                            <p:fltVal val="-22.73"/>
                                          </p:val>
                                        </p:tav>
                                        <p:tav tm="30871">
                                          <p:val>
                                            <p:fltVal val="-17.27"/>
                                          </p:val>
                                        </p:tav>
                                        <p:tav tm="34829">
                                          <p:val>
                                            <p:fltVal val="-13.15"/>
                                          </p:val>
                                        </p:tav>
                                        <p:tav tm="38787">
                                          <p:val>
                                            <p:fltVal val="-10.01"/>
                                          </p:val>
                                        </p:tav>
                                        <p:tav tm="42745">
                                          <p:val>
                                            <p:fltVal val="-7.56"/>
                                          </p:val>
                                        </p:tav>
                                        <p:tav tm="46702">
                                          <p:val>
                                            <p:fltVal val="-5.63"/>
                                          </p:val>
                                        </p:tav>
                                        <p:tav tm="54618">
                                          <p:val>
                                            <p:fltVal val="-2.88"/>
                                          </p:val>
                                        </p:tav>
                                        <p:tav tm="62534">
                                          <p:val>
                                            <p:fltVal val="-1.11"/>
                                          </p:val>
                                        </p:tav>
                                        <p:tav tm="74407">
                                          <p:val>
                                            <p:fltVal val="0.38"/>
                                          </p:val>
                                        </p:tav>
                                        <p:tav tm="98154">
                                          <p:val>
                                            <p:fltVal val="1.1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6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397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98" dur="500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9" dur="1" fill="hold">
                                          <p:stCondLst>
                                            <p:cond delay="527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00" dur="776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438">
                                          <p:val>
                                            <p:strVal val="#ppt_x-1.25673"/>
                                          </p:val>
                                        </p:tav>
                                        <p:tav tm="16330">
                                          <p:val>
                                            <p:strVal val="#ppt_x-1.25287"/>
                                          </p:val>
                                        </p:tav>
                                        <p:tav tm="29222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55006">
                                          <p:val>
                                            <p:strVal val="#ppt_x-1.25016"/>
                                          </p:val>
                                        </p:tav>
                                        <p:tav tm="97979">
                                          <p:val>
                                            <p:strVal val="#ppt_x-1.24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1" dur="776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438">
                                          <p:val>
                                            <p:strVal val="#ppt_y+0.13134"/>
                                          </p:val>
                                        </p:tav>
                                        <p:tav tm="7735">
                                          <p:val>
                                            <p:strVal val="#ppt_y+0.10368"/>
                                          </p:val>
                                        </p:tav>
                                        <p:tav tm="12033">
                                          <p:val>
                                            <p:strVal val="#ppt_y+0.07849"/>
                                          </p:val>
                                        </p:tav>
                                        <p:tav tm="16330">
                                          <p:val>
                                            <p:strVal val="#ppt_y+0.05809"/>
                                          </p:val>
                                        </p:tav>
                                        <p:tav tm="20627">
                                          <p:val>
                                            <p:strVal val="#ppt_y+0.04291"/>
                                          </p:val>
                                        </p:tav>
                                        <p:tav tm="24925">
                                          <p:val>
                                            <p:strVal val="#ppt_y+0.03191"/>
                                          </p:val>
                                        </p:tav>
                                        <p:tav tm="29222">
                                          <p:val>
                                            <p:strVal val="#ppt_y+0.02387"/>
                                          </p:val>
                                        </p:tav>
                                        <p:tav tm="33519">
                                          <p:val>
                                            <p:strVal val="#ppt_y+0.01789"/>
                                          </p:val>
                                        </p:tav>
                                        <p:tav tm="42114">
                                          <p:val>
                                            <p:strVal val="#ppt_y+0.00984"/>
                                          </p:val>
                                        </p:tav>
                                        <p:tav tm="55006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72195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97979">
                                          <p:val>
                                            <p:strVal val="#ppt_y-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2" dur="776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438">
                                          <p:val>
                                            <p:strVal val="#ppt_w*4.29117"/>
                                          </p:val>
                                        </p:tav>
                                        <p:tav tm="7735">
                                          <p:val>
                                            <p:strVal val="#ppt_w*3.60125"/>
                                          </p:val>
                                        </p:tav>
                                        <p:tav tm="12033">
                                          <p:val>
                                            <p:strVal val="#ppt_w*2.97188"/>
                                          </p:val>
                                        </p:tav>
                                        <p:tav tm="16330">
                                          <p:val>
                                            <p:strVal val="#ppt_w*2.46129"/>
                                          </p:val>
                                        </p:tav>
                                        <p:tav tm="20627">
                                          <p:val>
                                            <p:strVal val="#ppt_w*2.08048"/>
                                          </p:val>
                                        </p:tav>
                                        <p:tav tm="24925">
                                          <p:val>
                                            <p:strVal val="#ppt_w*1.80407"/>
                                          </p:val>
                                        </p:tav>
                                        <p:tav tm="29222">
                                          <p:val>
                                            <p:strVal val="#ppt_w*1.6019"/>
                                          </p:val>
                                        </p:tav>
                                        <p:tav tm="33519">
                                          <p:val>
                                            <p:strVal val="#ppt_w*1.45121"/>
                                          </p:val>
                                        </p:tav>
                                        <p:tav tm="37817">
                                          <p:val>
                                            <p:strVal val="#ppt_w*1.33673"/>
                                          </p:val>
                                        </p:tav>
                                        <p:tav tm="42114">
                                          <p:val>
                                            <p:strVal val="#ppt_w*1.24836"/>
                                          </p:val>
                                        </p:tav>
                                        <p:tav tm="46411">
                                          <p:val>
                                            <p:strVal val="#ppt_w*1.17932"/>
                                          </p:val>
                                        </p:tav>
                                        <p:tav tm="50709">
                                          <p:val>
                                            <p:strVal val="#ppt_w*1.12495"/>
                                          </p:val>
                                        </p:tav>
                                        <p:tav tm="55006">
                                          <p:val>
                                            <p:strVal val="#ppt_w*1.08194"/>
                                          </p:val>
                                        </p:tav>
                                        <p:tav tm="63601">
                                          <p:val>
                                            <p:strVal val="#ppt_w*1.02103"/>
                                          </p:val>
                                        </p:tav>
                                        <p:tav tm="72195">
                                          <p:val>
                                            <p:strVal val="#ppt_w*0.98377"/>
                                          </p:val>
                                        </p:tav>
                                        <p:tav tm="85087">
                                          <p:val>
                                            <p:strVal val="#ppt_w*0.95648"/>
                                          </p:val>
                                        </p:tav>
                                        <p:tav tm="97979">
                                          <p:val>
                                            <p:strVal val="#ppt_w*0.95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3" dur="776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438">
                                          <p:val>
                                            <p:strVal val="#ppt_h*4.29117"/>
                                          </p:val>
                                        </p:tav>
                                        <p:tav tm="7735">
                                          <p:val>
                                            <p:strVal val="#ppt_h*3.60125"/>
                                          </p:val>
                                        </p:tav>
                                        <p:tav tm="12033">
                                          <p:val>
                                            <p:strVal val="#ppt_h*2.97188"/>
                                          </p:val>
                                        </p:tav>
                                        <p:tav tm="16330">
                                          <p:val>
                                            <p:strVal val="#ppt_h*2.46129"/>
                                          </p:val>
                                        </p:tav>
                                        <p:tav tm="20627">
                                          <p:val>
                                            <p:strVal val="#ppt_h*2.08048"/>
                                          </p:val>
                                        </p:tav>
                                        <p:tav tm="24925">
                                          <p:val>
                                            <p:strVal val="#ppt_h*1.80407"/>
                                          </p:val>
                                        </p:tav>
                                        <p:tav tm="29222">
                                          <p:val>
                                            <p:strVal val="#ppt_h*1.6019"/>
                                          </p:val>
                                        </p:tav>
                                        <p:tav tm="33519">
                                          <p:val>
                                            <p:strVal val="#ppt_h*1.45121"/>
                                          </p:val>
                                        </p:tav>
                                        <p:tav tm="37817">
                                          <p:val>
                                            <p:strVal val="#ppt_h*1.33673"/>
                                          </p:val>
                                        </p:tav>
                                        <p:tav tm="42114">
                                          <p:val>
                                            <p:strVal val="#ppt_h*1.24836"/>
                                          </p:val>
                                        </p:tav>
                                        <p:tav tm="46411">
                                          <p:val>
                                            <p:strVal val="#ppt_h*1.17932"/>
                                          </p:val>
                                        </p:tav>
                                        <p:tav tm="50709">
                                          <p:val>
                                            <p:strVal val="#ppt_h*1.12495"/>
                                          </p:val>
                                        </p:tav>
                                        <p:tav tm="55006">
                                          <p:val>
                                            <p:strVal val="#ppt_h*1.08194"/>
                                          </p:val>
                                        </p:tav>
                                        <p:tav tm="63601">
                                          <p:val>
                                            <p:strVal val="#ppt_h*1.02103"/>
                                          </p:val>
                                        </p:tav>
                                        <p:tav tm="72195">
                                          <p:val>
                                            <p:strVal val="#ppt_h*0.98377"/>
                                          </p:val>
                                        </p:tav>
                                        <p:tav tm="85087">
                                          <p:val>
                                            <p:strVal val="#ppt_h*0.95648"/>
                                          </p:val>
                                        </p:tav>
                                        <p:tav tm="97979">
                                          <p:val>
                                            <p:strVal val="#ppt_h*0.95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4" dur="776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438">
                                          <p:val>
                                            <p:fltVal val="57.86"/>
                                          </p:val>
                                        </p:tav>
                                        <p:tav tm="7735">
                                          <p:val>
                                            <p:fltVal val="45.73"/>
                                          </p:val>
                                        </p:tav>
                                        <p:tav tm="12033">
                                          <p:val>
                                            <p:fltVal val="34.66"/>
                                          </p:val>
                                        </p:tav>
                                        <p:tav tm="16330">
                                          <p:val>
                                            <p:fltVal val="25.69"/>
                                          </p:val>
                                        </p:tav>
                                        <p:tav tm="20627">
                                          <p:val>
                                            <p:fltVal val="18.99"/>
                                          </p:val>
                                        </p:tav>
                                        <p:tav tm="24925">
                                          <p:val>
                                            <p:fltVal val="14.13"/>
                                          </p:val>
                                        </p:tav>
                                        <p:tav tm="29222">
                                          <p:val>
                                            <p:fltVal val="10.58"/>
                                          </p:val>
                                        </p:tav>
                                        <p:tav tm="33519">
                                          <p:val>
                                            <p:fltVal val="7.93"/>
                                          </p:val>
                                        </p:tav>
                                        <p:tav tm="42114">
                                          <p:val>
                                            <p:fltVal val="4.37"/>
                                          </p:val>
                                        </p:tav>
                                        <p:tav tm="55006">
                                          <p:val>
                                            <p:fltVal val="1.44"/>
                                          </p:val>
                                        </p:tav>
                                        <p:tav tm="72195">
                                          <p:val>
                                            <p:fltVal val="-0.29"/>
                                          </p:val>
                                        </p:tav>
                                        <p:tav tm="97979">
                                          <p:val>
                                            <p:fltVal val="-0.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5" presetID="10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4406" dur="1" fill="hold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407" dur="533">
                                          <p:stCondLst>
                                            <p:cond delay="27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8" dur="1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09" dur="866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079">
                                          <p:val>
                                            <p:strVal val="#ppt_x-1.19473"/>
                                          </p:val>
                                        </p:tav>
                                        <p:tav tm="6928">
                                          <p:val>
                                            <p:strVal val="#ppt_x-1.20497"/>
                                          </p:val>
                                        </p:tav>
                                        <p:tav tm="10777">
                                          <p:val>
                                            <p:strVal val="#ppt_x-1.21457"/>
                                          </p:val>
                                        </p:tav>
                                        <p:tav tm="14626">
                                          <p:val>
                                            <p:strVal val="#ppt_x-1.22275"/>
                                          </p:val>
                                        </p:tav>
                                        <p:tav tm="18474">
                                          <p:val>
                                            <p:strVal val="#ppt_x-1.22918"/>
                                          </p:val>
                                        </p:tav>
                                        <p:tav tm="22323">
                                          <p:val>
                                            <p:strVal val="#ppt_x-1.23404"/>
                                          </p:val>
                                        </p:tav>
                                        <p:tav tm="26172">
                                          <p:val>
                                            <p:strVal val="#ppt_x-1.2377"/>
                                          </p:val>
                                        </p:tav>
                                        <p:tav tm="30021">
                                          <p:val>
                                            <p:strVal val="#ppt_x-1.24048"/>
                                          </p:val>
                                        </p:tav>
                                        <p:tav tm="33870">
                                          <p:val>
                                            <p:strVal val="#ppt_x-1.24263"/>
                                          </p:val>
                                        </p:tav>
                                        <p:tav tm="41567">
                                          <p:val>
                                            <p:strVal val="#ppt_x-1.24565"/>
                                          </p:val>
                                        </p:tav>
                                        <p:tav tm="53114">
                                          <p:val>
                                            <p:strVal val="#ppt_x-1.24829"/>
                                          </p:val>
                                        </p:tav>
                                        <p:tav tm="72358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9300">
                                          <p:val>
                                            <p:strVal val="#ppt_x-1.25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0" dur="866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079">
                                          <p:val>
                                            <p:strVal val="#ppt_y-0.01399"/>
                                          </p:val>
                                        </p:tav>
                                        <p:tav tm="1462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22323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30021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53114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9300">
                                          <p:val>
                                            <p:strVal val="#ppt_y+0.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1" dur="866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079">
                                          <p:val>
                                            <p:strVal val="#ppt_w*4.33017"/>
                                          </p:val>
                                        </p:tav>
                                        <p:tav tm="6928">
                                          <p:val>
                                            <p:strVal val="#ppt_w*3.71282"/>
                                          </p:val>
                                        </p:tav>
                                        <p:tav tm="10777">
                                          <p:val>
                                            <p:strVal val="#ppt_w*3.1348"/>
                                          </p:val>
                                        </p:tav>
                                        <p:tav tm="14626">
                                          <p:val>
                                            <p:strVal val="#ppt_w*2.64204"/>
                                          </p:val>
                                        </p:tav>
                                        <p:tav tm="18474">
                                          <p:val>
                                            <p:strVal val="#ppt_w*2.25445"/>
                                          </p:val>
                                        </p:tav>
                                        <p:tav tm="22323">
                                          <p:val>
                                            <p:strVal val="#ppt_w*1.96144"/>
                                          </p:val>
                                        </p:tav>
                                        <p:tav tm="26172">
                                          <p:val>
                                            <p:strVal val="#ppt_w*1.74108"/>
                                          </p:val>
                                        </p:tav>
                                        <p:tav tm="30021">
                                          <p:val>
                                            <p:strVal val="#ppt_w*1.57351"/>
                                          </p:val>
                                        </p:tav>
                                        <p:tav tm="33870">
                                          <p:val>
                                            <p:strVal val="#ppt_w*1.44407"/>
                                          </p:val>
                                        </p:tav>
                                        <p:tav tm="37719">
                                          <p:val>
                                            <p:strVal val="#ppt_w*1.34258"/>
                                          </p:val>
                                        </p:tav>
                                        <p:tav tm="41567">
                                          <p:val>
                                            <p:strVal val="#ppt_w*1.262"/>
                                          </p:val>
                                        </p:tav>
                                        <p:tav tm="45416">
                                          <p:val>
                                            <p:strVal val="#ppt_w*1.19739"/>
                                          </p:val>
                                        </p:tav>
                                        <p:tav tm="49265">
                                          <p:val>
                                            <p:strVal val="#ppt_w*1.14522"/>
                                          </p:val>
                                        </p:tav>
                                        <p:tav tm="53114">
                                          <p:val>
                                            <p:strVal val="#ppt_w*1.10292"/>
                                          </p:val>
                                        </p:tav>
                                        <p:tav tm="60812">
                                          <p:val>
                                            <p:strVal val="#ppt_w*1.04066"/>
                                          </p:val>
                                        </p:tav>
                                        <p:tav tm="64660">
                                          <p:val>
                                            <p:strVal val="#ppt_w*1.0181"/>
                                          </p:val>
                                        </p:tav>
                                        <p:tav tm="72358">
                                          <p:val>
                                            <p:strVal val="#ppt_w*0.98564"/>
                                          </p:val>
                                        </p:tav>
                                        <p:tav tm="83905">
                                          <p:val>
                                            <p:strVal val="#ppt_w*0.9598"/>
                                          </p:val>
                                        </p:tav>
                                        <p:tav tm="99300">
                                          <p:val>
                                            <p:strVal val="#ppt_w*0.952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2" dur="866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079">
                                          <p:val>
                                            <p:strVal val="#ppt_h*4.33017"/>
                                          </p:val>
                                        </p:tav>
                                        <p:tav tm="6928">
                                          <p:val>
                                            <p:strVal val="#ppt_h*3.71282"/>
                                          </p:val>
                                        </p:tav>
                                        <p:tav tm="10777">
                                          <p:val>
                                            <p:strVal val="#ppt_h*3.1348"/>
                                          </p:val>
                                        </p:tav>
                                        <p:tav tm="14626">
                                          <p:val>
                                            <p:strVal val="#ppt_h*2.64204"/>
                                          </p:val>
                                        </p:tav>
                                        <p:tav tm="18474">
                                          <p:val>
                                            <p:strVal val="#ppt_h*2.25445"/>
                                          </p:val>
                                        </p:tav>
                                        <p:tav tm="22323">
                                          <p:val>
                                            <p:strVal val="#ppt_h*1.96144"/>
                                          </p:val>
                                        </p:tav>
                                        <p:tav tm="26172">
                                          <p:val>
                                            <p:strVal val="#ppt_h*1.74108"/>
                                          </p:val>
                                        </p:tav>
                                        <p:tav tm="30021">
                                          <p:val>
                                            <p:strVal val="#ppt_h*1.57351"/>
                                          </p:val>
                                        </p:tav>
                                        <p:tav tm="33870">
                                          <p:val>
                                            <p:strVal val="#ppt_h*1.44407"/>
                                          </p:val>
                                        </p:tav>
                                        <p:tav tm="37719">
                                          <p:val>
                                            <p:strVal val="#ppt_h*1.34258"/>
                                          </p:val>
                                        </p:tav>
                                        <p:tav tm="41567">
                                          <p:val>
                                            <p:strVal val="#ppt_h*1.262"/>
                                          </p:val>
                                        </p:tav>
                                        <p:tav tm="45416">
                                          <p:val>
                                            <p:strVal val="#ppt_h*1.19739"/>
                                          </p:val>
                                        </p:tav>
                                        <p:tav tm="49265">
                                          <p:val>
                                            <p:strVal val="#ppt_h*1.14522"/>
                                          </p:val>
                                        </p:tav>
                                        <p:tav tm="53114">
                                          <p:val>
                                            <p:strVal val="#ppt_h*1.10292"/>
                                          </p:val>
                                        </p:tav>
                                        <p:tav tm="60812">
                                          <p:val>
                                            <p:strVal val="#ppt_h*1.04066"/>
                                          </p:val>
                                        </p:tav>
                                        <p:tav tm="64660">
                                          <p:val>
                                            <p:strVal val="#ppt_h*1.0181"/>
                                          </p:val>
                                        </p:tav>
                                        <p:tav tm="72358">
                                          <p:val>
                                            <p:strVal val="#ppt_h*0.98564"/>
                                          </p:val>
                                        </p:tav>
                                        <p:tav tm="83905">
                                          <p:val>
                                            <p:strVal val="#ppt_h*0.9598"/>
                                          </p:val>
                                        </p:tav>
                                        <p:tav tm="99300">
                                          <p:val>
                                            <p:strVal val="#ppt_h*0.952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3" dur="866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079">
                                          <p:val>
                                            <p:fltVal val="3.96"/>
                                          </p:val>
                                        </p:tav>
                                        <p:tav tm="14626">
                                          <p:val>
                                            <p:fltVal val="1.95"/>
                                          </p:val>
                                        </p:tav>
                                        <p:tav tm="30021">
                                          <p:val>
                                            <p:fltVal val="0.68"/>
                                          </p:val>
                                        </p:tav>
                                        <p:tav tm="53114">
                                          <p:val>
                                            <p:fltVal val="0.12"/>
                                          </p:val>
                                        </p:tav>
                                        <p:tav tm="99300">
                                          <p:val>
                                            <p:fltVal val="-0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 animBg="1"/>
      <p:bldP spid="291" grpId="0" animBg="1"/>
      <p:bldP spid="292" grpId="0" animBg="1"/>
      <p:bldP spid="293" grpId="0" animBg="1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1" grpId="0" animBg="1"/>
      <p:bldP spid="362" grpId="0" animBg="1"/>
      <p:bldP spid="363" grpId="0" animBg="1"/>
      <p:bldP spid="364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  <p:bldP spid="382" grpId="0" animBg="1"/>
      <p:bldP spid="383" grpId="0" animBg="1"/>
      <p:bldP spid="384" grpId="0" animBg="1"/>
      <p:bldP spid="385" grpId="0" animBg="1"/>
      <p:bldP spid="386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  <p:bldP spid="393" grpId="0" animBg="1"/>
      <p:bldP spid="394" grpId="0" animBg="1"/>
      <p:bldP spid="395" grpId="0" animBg="1"/>
      <p:bldP spid="396" grpId="0" animBg="1"/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403" grpId="0" animBg="1"/>
      <p:bldP spid="404" grpId="0" animBg="1"/>
      <p:bldP spid="405" grpId="0" animBg="1"/>
      <p:bldP spid="406" grpId="0" animBg="1"/>
      <p:bldP spid="407" grpId="0" animBg="1"/>
      <p:bldP spid="408" grpId="0" animBg="1"/>
      <p:bldP spid="409" grpId="0" animBg="1"/>
      <p:bldP spid="410" grpId="0" animBg="1"/>
      <p:bldP spid="411" grpId="0" animBg="1"/>
      <p:bldP spid="412" grpId="0" animBg="1"/>
      <p:bldP spid="413" grpId="0" animBg="1"/>
      <p:bldP spid="414" grpId="0" animBg="1"/>
      <p:bldP spid="415" grpId="0" animBg="1"/>
      <p:bldP spid="416" grpId="0" animBg="1"/>
      <p:bldP spid="417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185" grpId="0" animBg="1"/>
      <p:bldP spid="182" grpId="0" animBg="1"/>
      <p:bldP spid="184" grpId="0" animBg="1"/>
      <p:bldP spid="183" grpId="0" animBg="1"/>
      <p:bldP spid="214" grpId="0" animBg="1"/>
      <p:bldP spid="216" grpId="0" animBg="1"/>
      <p:bldP spid="215" grpId="0" animBg="1"/>
      <p:bldP spid="217" grpId="0" animBg="1"/>
      <p:bldP spid="187" grpId="0" animBg="1"/>
      <p:bldP spid="151" grpId="0" animBg="1"/>
      <p:bldP spid="153" grpId="0" animBg="1"/>
      <p:bldP spid="212" grpId="0" animBg="1"/>
      <p:bldP spid="181" grpId="0" animBg="1"/>
      <p:bldP spid="218" grpId="0" animBg="1"/>
      <p:bldP spid="150" grpId="0" animBg="1"/>
      <p:bldP spid="246" grpId="0" animBg="1"/>
      <p:bldP spid="248" grpId="0" animBg="1"/>
      <p:bldP spid="152" grpId="0" animBg="1"/>
      <p:bldP spid="180" grpId="0" animBg="1"/>
      <p:bldP spid="213" grpId="0" animBg="1"/>
      <p:bldP spid="219" grpId="0" animBg="1"/>
      <p:bldP spid="247" grpId="0" animBg="1"/>
      <p:bldP spid="249" grpId="0" animBg="1"/>
      <p:bldP spid="186" grpId="0" animBg="1"/>
      <p:bldP spid="149" grpId="0" animBg="1"/>
      <p:bldP spid="245" grpId="0" animBg="1"/>
      <p:bldP spid="148" grpId="0" animBg="1"/>
      <p:bldP spid="154" grpId="0" animBg="1"/>
      <p:bldP spid="119" grpId="0" animBg="1"/>
      <p:bldP spid="244" grpId="0" animBg="1"/>
      <p:bldP spid="155" grpId="0" animBg="1"/>
      <p:bldP spid="178" grpId="0" animBg="1"/>
      <p:bldP spid="250" grpId="0" animBg="1"/>
      <p:bldP spid="121" grpId="0" animBg="1"/>
      <p:bldP spid="251" grpId="0" animBg="1"/>
      <p:bldP spid="211" grpId="0" animBg="1"/>
      <p:bldP spid="295" grpId="0" animBg="1"/>
      <p:bldP spid="221" grpId="0" animBg="1"/>
      <p:bldP spid="278" grpId="0" animBg="1"/>
      <p:bldP spid="280" grpId="0" animBg="1"/>
      <p:bldP spid="179" grpId="0" animBg="1"/>
      <p:bldP spid="210" grpId="0" animBg="1"/>
      <p:bldP spid="120" grpId="0" animBg="1"/>
      <p:bldP spid="118" grpId="0" animBg="1"/>
      <p:bldP spid="147" grpId="0" animBg="1"/>
      <p:bldP spid="188" grpId="0" animBg="1"/>
      <p:bldP spid="117" grpId="0" animBg="1"/>
      <p:bldP spid="242" grpId="0" animBg="1"/>
      <p:bldP spid="276" grpId="0" animBg="1"/>
      <p:bldP spid="123" grpId="0" animBg="1"/>
      <p:bldP spid="252" grpId="0" animBg="1"/>
      <p:bldP spid="279" grpId="0" animBg="1"/>
      <p:bldP spid="157" grpId="0" animBg="1"/>
      <p:bldP spid="282" grpId="0" animBg="1"/>
      <p:bldP spid="281" grpId="0" animBg="1"/>
      <p:bldP spid="189" grpId="0" animBg="1"/>
      <p:bldP spid="220" grpId="0" animBg="1"/>
      <p:bldP spid="156" grpId="0" animBg="1"/>
      <p:bldP spid="243" grpId="0" animBg="1"/>
      <p:bldP spid="146" grpId="0" animBg="1"/>
      <p:bldP spid="89" grpId="0" animBg="1"/>
      <p:bldP spid="122" grpId="0" animBg="1"/>
      <p:bldP spid="116" grpId="0" animBg="1"/>
      <p:bldP spid="208" grpId="0" animBg="1"/>
      <p:bldP spid="177" grpId="0" animBg="1"/>
      <p:bldP spid="87" grpId="0" animBg="1"/>
      <p:bldP spid="277" grpId="0" animBg="1"/>
      <p:bldP spid="283" grpId="0" animBg="1"/>
      <p:bldP spid="125" grpId="0" animBg="1"/>
      <p:bldP spid="86" grpId="0" animBg="1"/>
      <p:bldP spid="124" grpId="0" animBg="1"/>
      <p:bldP spid="88" grpId="0" animBg="1"/>
      <p:bldP spid="274" grpId="0" animBg="1"/>
      <p:bldP spid="253" grpId="0" animBg="1"/>
      <p:bldP spid="191" grpId="0" animBg="1"/>
      <p:bldP spid="222" grpId="0" animBg="1"/>
      <p:bldP spid="275" grpId="0" animBg="1"/>
      <p:bldP spid="91" grpId="0" animBg="1"/>
      <p:bldP spid="85" grpId="0" animBg="1"/>
      <p:bldP spid="90" grpId="0" animBg="1"/>
      <p:bldP spid="84" grpId="0" animBg="1"/>
      <p:bldP spid="285" grpId="0" animBg="1"/>
      <p:bldP spid="115" grpId="0" animBg="1"/>
      <p:bldP spid="176" grpId="0" animBg="1"/>
      <p:bldP spid="144" grpId="0" animBg="1"/>
      <p:bldP spid="114" grpId="0" animBg="1"/>
      <p:bldP spid="223" grpId="0" animBg="1"/>
      <p:bldP spid="241" grpId="0" animBg="1"/>
      <p:bldP spid="209" grpId="0" animBg="1"/>
      <p:bldP spid="158" grpId="0" animBg="1"/>
      <p:bldP spid="93" grpId="0" animBg="1"/>
      <p:bldP spid="284" grpId="0" animBg="1"/>
      <p:bldP spid="145" grpId="0" animBg="1"/>
      <p:bldP spid="190" grpId="0" animBg="1"/>
      <p:bldP spid="254" grpId="0" animBg="1"/>
      <p:bldP spid="240" grpId="0" animBg="1"/>
      <p:bldP spid="55" grpId="0" animBg="1"/>
      <p:bldP spid="127" grpId="0" animBg="1"/>
      <p:bldP spid="272" grpId="0" animBg="1"/>
      <p:bldP spid="83" grpId="0" animBg="1"/>
      <p:bldP spid="255" grpId="0" animBg="1"/>
      <p:bldP spid="113" grpId="0" animBg="1"/>
      <p:bldP spid="92" grpId="0" animBg="1"/>
      <p:bldP spid="159" grpId="0" animBg="1"/>
      <p:bldP spid="53" grpId="0" animBg="1"/>
      <p:bldP spid="57" grpId="0" animBg="1"/>
      <p:bldP spid="54" grpId="0" animBg="1"/>
      <p:bldP spid="82" grpId="0" animBg="1"/>
      <p:bldP spid="59" grpId="0" animBg="1"/>
      <p:bldP spid="225" grpId="0" animBg="1"/>
      <p:bldP spid="286" grpId="0" animBg="1"/>
      <p:bldP spid="174" grpId="0" animBg="1"/>
      <p:bldP spid="256" grpId="0" animBg="1"/>
      <p:bldP spid="56" grpId="0" animBg="1"/>
      <p:bldP spid="112" grpId="0" animBg="1"/>
      <p:bldP spid="126" grpId="0" animBg="1"/>
      <p:bldP spid="192" grpId="0" animBg="1"/>
      <p:bldP spid="207" grpId="0" animBg="1"/>
      <p:bldP spid="273" grpId="0" animBg="1"/>
      <p:bldP spid="143" grpId="0" animBg="1"/>
      <p:bldP spid="94" grpId="0" animBg="1"/>
      <p:bldP spid="238" grpId="0" animBg="1"/>
      <p:bldP spid="52" grpId="0" animBg="1"/>
      <p:bldP spid="61" grpId="0" animBg="1"/>
      <p:bldP spid="175" grpId="0" animBg="1"/>
      <p:bldP spid="206" grpId="0" animBg="1"/>
      <p:bldP spid="80" grpId="0" animBg="1"/>
      <p:bldP spid="193" grpId="0" animBg="1"/>
      <p:bldP spid="287" grpId="0" animBg="1"/>
      <p:bldP spid="224" grpId="0" animBg="1"/>
      <p:bldP spid="161" grpId="0" animBg="1"/>
      <p:bldP spid="95" grpId="0" animBg="1"/>
      <p:bldP spid="81" grpId="0" animBg="1"/>
      <p:bldP spid="51" grpId="0" animBg="1"/>
      <p:bldP spid="58" grpId="0" animBg="1"/>
      <p:bldP spid="60" grpId="0" animBg="1"/>
      <p:bldP spid="110" grpId="0" animBg="1"/>
      <p:bldP spid="142" grpId="0" animBg="1"/>
      <p:bldP spid="257" grpId="0" animBg="1"/>
      <p:bldP spid="239" grpId="0" animBg="1"/>
      <p:bldP spid="23" grpId="0" animBg="1"/>
      <p:bldP spid="160" grpId="0" animBg="1"/>
      <p:bldP spid="50" grpId="0" animBg="1"/>
      <p:bldP spid="111" grpId="0" animBg="1"/>
      <p:bldP spid="271" grpId="0" animBg="1"/>
      <p:bldP spid="63" grpId="0" animBg="1"/>
      <p:bldP spid="270" grpId="0" animBg="1"/>
      <p:bldP spid="128" grpId="0" animBg="1"/>
      <p:bldP spid="79" grpId="0" animBg="1"/>
      <p:bldP spid="49" grpId="0" animBg="1"/>
      <p:bldP spid="25" grpId="0" animBg="1"/>
      <p:bldP spid="21" grpId="0" animBg="1"/>
      <p:bldP spid="129" grpId="0" animBg="1"/>
      <p:bldP spid="173" grpId="0" animBg="1"/>
      <p:bldP spid="289" grpId="0" animBg="1"/>
      <p:bldP spid="288" grpId="0" animBg="1"/>
      <p:bldP spid="204" grpId="0" animBg="1"/>
      <p:bldP spid="97" grpId="0" animBg="1"/>
      <p:bldP spid="22" grpId="0" animBg="1"/>
      <p:bldP spid="20" grpId="0" animBg="1"/>
      <p:bldP spid="205" grpId="0" animBg="1"/>
      <p:bldP spid="172" grpId="0" animBg="1"/>
      <p:bldP spid="27" grpId="0" animBg="1"/>
      <p:bldP spid="140" grpId="0" animBg="1"/>
      <p:bldP spid="62" grpId="0" animBg="1"/>
      <p:bldP spid="29" grpId="0" animBg="1"/>
      <p:bldP spid="109" grpId="0" animBg="1"/>
      <p:bldP spid="24" grpId="0" animBg="1"/>
      <p:bldP spid="19" grpId="0" animBg="1"/>
      <p:bldP spid="78" grpId="0" animBg="1"/>
      <p:bldP spid="237" grpId="0" animBg="1"/>
      <p:bldP spid="236" grpId="0" animBg="1"/>
      <p:bldP spid="141" grpId="0" animBg="1"/>
      <p:bldP spid="26" grpId="0" animBg="1"/>
      <p:bldP spid="268" grpId="0" animBg="1"/>
      <p:bldP spid="96" grpId="0" animBg="1"/>
      <p:bldP spid="48" grpId="0" animBg="1"/>
      <p:bldP spid="28" grpId="0" animBg="1"/>
      <p:bldP spid="18" grpId="0" animBg="1"/>
      <p:bldP spid="76" grpId="0" animBg="1"/>
      <p:bldP spid="108" grpId="0" animBg="1"/>
      <p:bldP spid="269" grpId="0" animBg="1"/>
      <p:bldP spid="203" grpId="0" animBg="1"/>
      <p:bldP spid="170" grpId="0" animBg="1"/>
      <p:bldP spid="47" grpId="0" animBg="1"/>
      <p:bldP spid="31" grpId="0" animBg="1"/>
      <p:bldP spid="64" grpId="0" animBg="1"/>
      <p:bldP spid="77" grpId="0" animBg="1"/>
      <p:bldP spid="65" grpId="0" animBg="1"/>
      <p:bldP spid="46" grpId="0" animBg="1"/>
      <p:bldP spid="139" grpId="0" animBg="1"/>
      <p:bldP spid="30" grpId="0" animBg="1"/>
      <p:bldP spid="234" grpId="0" animBg="1"/>
      <p:bldP spid="16" grpId="0" animBg="1"/>
      <p:bldP spid="17" grpId="0" animBg="1"/>
      <p:bldP spid="45" grpId="0" animBg="1"/>
      <p:bldP spid="171" grpId="0" animBg="1"/>
      <p:bldP spid="202" grpId="0" animBg="1"/>
      <p:bldP spid="106" grpId="0" animBg="1"/>
      <p:bldP spid="33" grpId="0" animBg="1"/>
      <p:bldP spid="267" grpId="0" animBg="1"/>
      <p:bldP spid="138" grpId="0" animBg="1"/>
      <p:bldP spid="15" grpId="0" animBg="1"/>
      <p:bldP spid="75" grpId="0" animBg="1"/>
      <p:bldP spid="44" grpId="0" animBg="1"/>
      <p:bldP spid="235" grpId="0" animBg="1"/>
      <p:bldP spid="107" grpId="0" animBg="1"/>
      <p:bldP spid="266" grpId="0" animBg="1"/>
      <p:bldP spid="14" grpId="0" animBg="1"/>
      <p:bldP spid="74" grpId="0" animBg="1"/>
      <p:bldP spid="42" grpId="0" animBg="1"/>
      <p:bldP spid="32" grpId="0" animBg="1"/>
      <p:bldP spid="169" grpId="0" animBg="1"/>
      <p:bldP spid="136" grpId="0" animBg="1"/>
      <p:bldP spid="200" grpId="0" animBg="1"/>
      <p:bldP spid="105" grpId="0" animBg="1"/>
      <p:bldP spid="13" grpId="0" animBg="1"/>
      <p:bldP spid="43" grpId="0" animBg="1"/>
      <p:bldP spid="137" grpId="0" animBg="1"/>
      <p:bldP spid="12" grpId="0" animBg="1"/>
      <p:bldP spid="233" grpId="0" animBg="1"/>
      <p:bldP spid="168" grpId="0" animBg="1"/>
      <p:bldP spid="201" grpId="0" animBg="1"/>
      <p:bldP spid="104" grpId="0" animBg="1"/>
      <p:bldP spid="264" grpId="0" animBg="1"/>
      <p:bldP spid="11" grpId="0" animBg="1"/>
      <p:bldP spid="232" grpId="0" animBg="1"/>
      <p:bldP spid="72" grpId="0" animBg="1"/>
      <p:bldP spid="73" grpId="0" animBg="1"/>
      <p:bldP spid="265" grpId="0" animBg="1"/>
      <p:bldP spid="135" grpId="0" animBg="1"/>
      <p:bldP spid="199" grpId="0" animBg="1"/>
      <p:bldP spid="41" grpId="0" animBg="1"/>
      <p:bldP spid="166" grpId="0" animBg="1"/>
      <p:bldP spid="230" grpId="0" animBg="1"/>
      <p:bldP spid="198" grpId="0" animBg="1"/>
      <p:bldP spid="10" grpId="0" animBg="1"/>
      <p:bldP spid="134" grpId="0" animBg="1"/>
      <p:bldP spid="102" grpId="0" animBg="1"/>
      <p:bldP spid="40" grpId="0" animBg="1"/>
      <p:bldP spid="167" grpId="0" animBg="1"/>
      <p:bldP spid="231" grpId="0" animBg="1"/>
      <p:bldP spid="263" grpId="0" animBg="1"/>
      <p:bldP spid="103" grpId="0" animBg="1"/>
      <p:bldP spid="262" grpId="0" animBg="1"/>
      <p:bldP spid="9" grpId="0" animBg="1"/>
      <p:bldP spid="71" grpId="0" animBg="1"/>
      <p:bldP spid="8" grpId="0" animBg="1"/>
      <p:bldP spid="229" grpId="0" animBg="1"/>
      <p:bldP spid="38" grpId="0" animBg="1"/>
      <p:bldP spid="132" grpId="0" animBg="1"/>
      <p:bldP spid="196" grpId="0" animBg="1"/>
      <p:bldP spid="70" grpId="0" animBg="1"/>
      <p:bldP spid="165" grpId="0" animBg="1"/>
      <p:bldP spid="39" grpId="0" animBg="1"/>
      <p:bldP spid="260" grpId="0" animBg="1"/>
      <p:bldP spid="101" grpId="0" animBg="1"/>
      <p:bldP spid="7" grpId="0" animBg="1"/>
      <p:bldP spid="133" grpId="0" animBg="1"/>
      <p:bldP spid="197" grpId="0" animBg="1"/>
      <p:bldP spid="228" grpId="0" animBg="1"/>
      <p:bldP spid="164" grpId="0" animBg="1"/>
      <p:bldP spid="68" grpId="0" animBg="1"/>
      <p:bldP spid="37" grpId="0" animBg="1"/>
      <p:bldP spid="100" grpId="0" animBg="1"/>
      <p:bldP spid="261" grpId="0" animBg="1"/>
      <p:bldP spid="6" grpId="0" animBg="1"/>
      <p:bldP spid="299" grpId="0" animBg="1"/>
      <p:bldP spid="300" grpId="0" animBg="1"/>
      <p:bldP spid="69" grpId="0" animBg="1"/>
      <p:bldP spid="131" grpId="0" animBg="1"/>
      <p:bldP spid="195" grpId="0" animBg="1"/>
      <p:bldP spid="226" grpId="0" animBg="1"/>
      <p:bldP spid="36" grpId="0" animBg="1"/>
      <p:bldP spid="162" grpId="0" animBg="1"/>
      <p:bldP spid="98" grpId="0" animBg="1"/>
      <p:bldP spid="130" grpId="0" animBg="1"/>
      <p:bldP spid="4" grpId="0" animBg="1"/>
      <p:bldP spid="67" grpId="0" animBg="1"/>
      <p:bldP spid="163" grpId="0" animBg="1"/>
      <p:bldP spid="194" grpId="0" animBg="1"/>
      <p:bldP spid="99" grpId="0" animBg="1"/>
      <p:bldP spid="259" grpId="0" animBg="1"/>
      <p:bldP spid="5" grpId="0" animBg="1"/>
      <p:bldP spid="227" grpId="0" animBg="1"/>
      <p:bldP spid="258" grpId="0" animBg="1"/>
      <p:bldP spid="66" grpId="0" animBg="1"/>
      <p:bldP spid="34" grpId="0" animBg="1"/>
      <p:bldP spid="35" grpId="0" animBg="1"/>
      <p:bldP spid="3" grpId="0" animBg="1"/>
      <p:bldP spid="2" grpId="0" animBg="1"/>
      <p:bldP spid="294" grpId="0" animBg="1"/>
      <p:bldP spid="296" grpId="0" animBg="1"/>
      <p:bldP spid="297" grpId="0" animBg="1"/>
      <p:bldP spid="298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Kiedyś jeden sklep. Teraz aplikacja szybkich dostaw.">
    <p:bg>
      <p:bgPr>
        <a:solidFill>
          <a:srgbClr val="EE31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fasetka 1"/>
          <p:cNvSpPr/>
          <p:nvPr/>
        </p:nvSpPr>
        <p:spPr>
          <a:xfrm>
            <a:off x="0" y="0"/>
            <a:ext cx="1077144" cy="1027309"/>
          </a:xfrm>
          <a:custGeom>
            <a:avLst/>
            <a:gdLst/>
            <a:ahLst/>
            <a:cxnLst/>
            <a:rect l="0" t="0" r="r" b="b"/>
            <a:pathLst>
              <a:path w="1077144" h="1027309">
                <a:moveTo>
                  <a:pt x="0" y="0"/>
                </a:moveTo>
                <a:lnTo>
                  <a:pt x="1077144" y="0"/>
                </a:lnTo>
                <a:lnTo>
                  <a:pt x="0" y="102730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2"/>
          <p:cNvSpPr/>
          <p:nvPr/>
        </p:nvSpPr>
        <p:spPr>
          <a:xfrm>
            <a:off x="0" y="0"/>
            <a:ext cx="1476529" cy="1556287"/>
          </a:xfrm>
          <a:custGeom>
            <a:avLst/>
            <a:gdLst/>
            <a:ahLst/>
            <a:cxnLst/>
            <a:rect l="0" t="0" r="r" b="b"/>
            <a:pathLst>
              <a:path w="1476529" h="1556287">
                <a:moveTo>
                  <a:pt x="1077144" y="0"/>
                </a:moveTo>
                <a:lnTo>
                  <a:pt x="1476529" y="1556287"/>
                </a:lnTo>
                <a:lnTo>
                  <a:pt x="0" y="102730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3"/>
          <p:cNvSpPr/>
          <p:nvPr/>
        </p:nvSpPr>
        <p:spPr>
          <a:xfrm>
            <a:off x="1077144" y="0"/>
            <a:ext cx="1955716" cy="1169608"/>
          </a:xfrm>
          <a:custGeom>
            <a:avLst/>
            <a:gdLst/>
            <a:ahLst/>
            <a:cxnLst/>
            <a:rect l="0" t="0" r="r" b="b"/>
            <a:pathLst>
              <a:path w="1955716" h="1169608">
                <a:moveTo>
                  <a:pt x="0" y="0"/>
                </a:moveTo>
                <a:lnTo>
                  <a:pt x="1955716" y="0"/>
                </a:lnTo>
                <a:lnTo>
                  <a:pt x="1712595" y="116960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4"/>
          <p:cNvSpPr/>
          <p:nvPr/>
        </p:nvSpPr>
        <p:spPr>
          <a:xfrm>
            <a:off x="1077144" y="0"/>
            <a:ext cx="1712595" cy="1556287"/>
          </a:xfrm>
          <a:custGeom>
            <a:avLst/>
            <a:gdLst/>
            <a:ahLst/>
            <a:cxnLst/>
            <a:rect l="0" t="0" r="r" b="b"/>
            <a:pathLst>
              <a:path w="1712595" h="1556287">
                <a:moveTo>
                  <a:pt x="0" y="0"/>
                </a:moveTo>
                <a:lnTo>
                  <a:pt x="1712595" y="1169608"/>
                </a:lnTo>
                <a:lnTo>
                  <a:pt x="399385" y="155628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5"/>
          <p:cNvSpPr/>
          <p:nvPr/>
        </p:nvSpPr>
        <p:spPr>
          <a:xfrm>
            <a:off x="2789738" y="0"/>
            <a:ext cx="944266" cy="1169608"/>
          </a:xfrm>
          <a:custGeom>
            <a:avLst/>
            <a:gdLst/>
            <a:ahLst/>
            <a:cxnLst/>
            <a:rect l="0" t="0" r="r" b="b"/>
            <a:pathLst>
              <a:path w="944266" h="1169608">
                <a:moveTo>
                  <a:pt x="243121" y="0"/>
                </a:moveTo>
                <a:lnTo>
                  <a:pt x="944266" y="0"/>
                </a:lnTo>
                <a:lnTo>
                  <a:pt x="0" y="116960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6"/>
          <p:cNvSpPr/>
          <p:nvPr/>
        </p:nvSpPr>
        <p:spPr>
          <a:xfrm>
            <a:off x="2789738" y="0"/>
            <a:ext cx="1677567" cy="1172958"/>
          </a:xfrm>
          <a:custGeom>
            <a:avLst/>
            <a:gdLst/>
            <a:ahLst/>
            <a:cxnLst/>
            <a:rect l="0" t="0" r="r" b="b"/>
            <a:pathLst>
              <a:path w="1677567" h="1172958">
                <a:moveTo>
                  <a:pt x="944266" y="0"/>
                </a:moveTo>
                <a:lnTo>
                  <a:pt x="1677567" y="1172958"/>
                </a:lnTo>
                <a:lnTo>
                  <a:pt x="0" y="116960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7"/>
          <p:cNvSpPr/>
          <p:nvPr/>
        </p:nvSpPr>
        <p:spPr>
          <a:xfrm>
            <a:off x="3734004" y="0"/>
            <a:ext cx="1980978" cy="1504018"/>
          </a:xfrm>
          <a:custGeom>
            <a:avLst/>
            <a:gdLst/>
            <a:ahLst/>
            <a:cxnLst/>
            <a:rect l="0" t="0" r="r" b="b"/>
            <a:pathLst>
              <a:path w="1980978" h="1504018">
                <a:moveTo>
                  <a:pt x="0" y="0"/>
                </a:moveTo>
                <a:lnTo>
                  <a:pt x="1980978" y="0"/>
                </a:lnTo>
                <a:lnTo>
                  <a:pt x="1896782" y="150401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8"/>
          <p:cNvSpPr/>
          <p:nvPr/>
        </p:nvSpPr>
        <p:spPr>
          <a:xfrm>
            <a:off x="3734004" y="0"/>
            <a:ext cx="1896782" cy="1504018"/>
          </a:xfrm>
          <a:custGeom>
            <a:avLst/>
            <a:gdLst/>
            <a:ahLst/>
            <a:cxnLst/>
            <a:rect l="0" t="0" r="r" b="b"/>
            <a:pathLst>
              <a:path w="1896782" h="1504018">
                <a:moveTo>
                  <a:pt x="0" y="0"/>
                </a:moveTo>
                <a:lnTo>
                  <a:pt x="1896782" y="1504018"/>
                </a:lnTo>
                <a:lnTo>
                  <a:pt x="733301" y="117295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9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84196" y="0"/>
                </a:moveTo>
                <a:lnTo>
                  <a:pt x="1348710" y="0"/>
                </a:lnTo>
                <a:lnTo>
                  <a:pt x="0" y="150401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10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1348710" y="0"/>
                </a:moveTo>
                <a:lnTo>
                  <a:pt x="1019973" y="1404754"/>
                </a:lnTo>
                <a:lnTo>
                  <a:pt x="0" y="150401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1"/>
          <p:cNvSpPr/>
          <p:nvPr/>
        </p:nvSpPr>
        <p:spPr>
          <a:xfrm>
            <a:off x="6979496" y="0"/>
            <a:ext cx="1514614" cy="1712552"/>
          </a:xfrm>
          <a:custGeom>
            <a:avLst/>
            <a:gdLst/>
            <a:ahLst/>
            <a:cxnLst/>
            <a:rect l="0" t="0" r="r" b="b"/>
            <a:pathLst>
              <a:path w="1514614" h="1712552">
                <a:moveTo>
                  <a:pt x="0" y="0"/>
                </a:moveTo>
                <a:lnTo>
                  <a:pt x="1322478" y="0"/>
                </a:lnTo>
                <a:lnTo>
                  <a:pt x="1514614" y="17125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2"/>
          <p:cNvSpPr/>
          <p:nvPr/>
        </p:nvSpPr>
        <p:spPr>
          <a:xfrm>
            <a:off x="6650759" y="0"/>
            <a:ext cx="1843351" cy="1712552"/>
          </a:xfrm>
          <a:custGeom>
            <a:avLst/>
            <a:gdLst/>
            <a:ahLst/>
            <a:cxnLst/>
            <a:rect l="0" t="0" r="r" b="b"/>
            <a:pathLst>
              <a:path w="1843351" h="1712552">
                <a:moveTo>
                  <a:pt x="328737" y="0"/>
                </a:moveTo>
                <a:lnTo>
                  <a:pt x="1843351" y="1712552"/>
                </a:lnTo>
                <a:lnTo>
                  <a:pt x="0" y="140475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3"/>
          <p:cNvSpPr/>
          <p:nvPr/>
        </p:nvSpPr>
        <p:spPr>
          <a:xfrm>
            <a:off x="8301974" y="0"/>
            <a:ext cx="962115" cy="1712552"/>
          </a:xfrm>
          <a:custGeom>
            <a:avLst/>
            <a:gdLst/>
            <a:ahLst/>
            <a:cxnLst/>
            <a:rect l="0" t="0" r="r" b="b"/>
            <a:pathLst>
              <a:path w="962115" h="1712552">
                <a:moveTo>
                  <a:pt x="0" y="0"/>
                </a:moveTo>
                <a:lnTo>
                  <a:pt x="962115" y="0"/>
                </a:lnTo>
                <a:lnTo>
                  <a:pt x="192135" y="17125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4"/>
          <p:cNvSpPr/>
          <p:nvPr/>
        </p:nvSpPr>
        <p:spPr>
          <a:xfrm>
            <a:off x="8494110" y="0"/>
            <a:ext cx="947406" cy="1720134"/>
          </a:xfrm>
          <a:custGeom>
            <a:avLst/>
            <a:gdLst/>
            <a:ahLst/>
            <a:cxnLst/>
            <a:rect l="0" t="0" r="r" b="b"/>
            <a:pathLst>
              <a:path w="947406" h="1720134">
                <a:moveTo>
                  <a:pt x="769980" y="0"/>
                </a:moveTo>
                <a:lnTo>
                  <a:pt x="947406" y="1720134"/>
                </a:lnTo>
                <a:lnTo>
                  <a:pt x="0" y="17125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5"/>
          <p:cNvSpPr/>
          <p:nvPr/>
        </p:nvSpPr>
        <p:spPr>
          <a:xfrm>
            <a:off x="9264089" y="0"/>
            <a:ext cx="1959634" cy="1536949"/>
          </a:xfrm>
          <a:custGeom>
            <a:avLst/>
            <a:gdLst/>
            <a:ahLst/>
            <a:cxnLst/>
            <a:rect l="0" t="0" r="r" b="b"/>
            <a:pathLst>
              <a:path w="1959634" h="1536949">
                <a:moveTo>
                  <a:pt x="0" y="0"/>
                </a:moveTo>
                <a:lnTo>
                  <a:pt x="1959634" y="0"/>
                </a:lnTo>
                <a:lnTo>
                  <a:pt x="1287511" y="153694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6"/>
          <p:cNvSpPr/>
          <p:nvPr/>
        </p:nvSpPr>
        <p:spPr>
          <a:xfrm>
            <a:off x="9264089" y="0"/>
            <a:ext cx="1287511" cy="1720134"/>
          </a:xfrm>
          <a:custGeom>
            <a:avLst/>
            <a:gdLst/>
            <a:ahLst/>
            <a:cxnLst/>
            <a:rect l="0" t="0" r="r" b="b"/>
            <a:pathLst>
              <a:path w="1287511" h="1720134">
                <a:moveTo>
                  <a:pt x="0" y="0"/>
                </a:moveTo>
                <a:lnTo>
                  <a:pt x="1287511" y="1536949"/>
                </a:lnTo>
                <a:lnTo>
                  <a:pt x="177427" y="172013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7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672123" y="0"/>
                </a:moveTo>
                <a:lnTo>
                  <a:pt x="1640400" y="0"/>
                </a:lnTo>
                <a:lnTo>
                  <a:pt x="0" y="153694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8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1640400" y="0"/>
                </a:moveTo>
                <a:lnTo>
                  <a:pt x="1640400" y="1216364"/>
                </a:lnTo>
                <a:lnTo>
                  <a:pt x="0" y="153694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9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476529" y="528978"/>
                </a:lnTo>
                <a:lnTo>
                  <a:pt x="1701315" y="1440316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20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701315" y="1440316"/>
                </a:lnTo>
                <a:lnTo>
                  <a:pt x="0" y="129440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1"/>
          <p:cNvSpPr/>
          <p:nvPr/>
        </p:nvSpPr>
        <p:spPr>
          <a:xfrm>
            <a:off x="1476529" y="1169608"/>
            <a:ext cx="1313209" cy="1298017"/>
          </a:xfrm>
          <a:custGeom>
            <a:avLst/>
            <a:gdLst/>
            <a:ahLst/>
            <a:cxnLst/>
            <a:rect l="0" t="0" r="r" b="b"/>
            <a:pathLst>
              <a:path w="1313209" h="1298017">
                <a:moveTo>
                  <a:pt x="0" y="386679"/>
                </a:moveTo>
                <a:lnTo>
                  <a:pt x="1313209" y="0"/>
                </a:lnTo>
                <a:lnTo>
                  <a:pt x="224786" y="129801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2"/>
          <p:cNvSpPr/>
          <p:nvPr/>
        </p:nvSpPr>
        <p:spPr>
          <a:xfrm>
            <a:off x="1701315" y="1169608"/>
            <a:ext cx="1088423" cy="1568081"/>
          </a:xfrm>
          <a:custGeom>
            <a:avLst/>
            <a:gdLst/>
            <a:ahLst/>
            <a:cxnLst/>
            <a:rect l="0" t="0" r="r" b="b"/>
            <a:pathLst>
              <a:path w="1088423" h="1568081">
                <a:moveTo>
                  <a:pt x="1088423" y="0"/>
                </a:moveTo>
                <a:lnTo>
                  <a:pt x="1032297" y="1568081"/>
                </a:lnTo>
                <a:lnTo>
                  <a:pt x="0" y="129801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3"/>
          <p:cNvSpPr/>
          <p:nvPr/>
        </p:nvSpPr>
        <p:spPr>
          <a:xfrm>
            <a:off x="2789738" y="1169608"/>
            <a:ext cx="1677567" cy="1885321"/>
          </a:xfrm>
          <a:custGeom>
            <a:avLst/>
            <a:gdLst/>
            <a:ahLst/>
            <a:cxnLst/>
            <a:rect l="0" t="0" r="r" b="b"/>
            <a:pathLst>
              <a:path w="1677567" h="1885321">
                <a:moveTo>
                  <a:pt x="0" y="0"/>
                </a:moveTo>
                <a:lnTo>
                  <a:pt x="1677567" y="3351"/>
                </a:lnTo>
                <a:lnTo>
                  <a:pt x="882520" y="188532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4"/>
          <p:cNvSpPr/>
          <p:nvPr/>
        </p:nvSpPr>
        <p:spPr>
          <a:xfrm>
            <a:off x="2733612" y="1169608"/>
            <a:ext cx="938646" cy="1885321"/>
          </a:xfrm>
          <a:custGeom>
            <a:avLst/>
            <a:gdLst/>
            <a:ahLst/>
            <a:cxnLst/>
            <a:rect l="0" t="0" r="r" b="b"/>
            <a:pathLst>
              <a:path w="938646" h="1885321">
                <a:moveTo>
                  <a:pt x="56126" y="0"/>
                </a:moveTo>
                <a:lnTo>
                  <a:pt x="938646" y="1885321"/>
                </a:lnTo>
                <a:lnTo>
                  <a:pt x="0" y="156808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5"/>
          <p:cNvSpPr/>
          <p:nvPr/>
        </p:nvSpPr>
        <p:spPr>
          <a:xfrm>
            <a:off x="3672258" y="1172958"/>
            <a:ext cx="1958528" cy="1881970"/>
          </a:xfrm>
          <a:custGeom>
            <a:avLst/>
            <a:gdLst/>
            <a:ahLst/>
            <a:cxnLst/>
            <a:rect l="0" t="0" r="r" b="b"/>
            <a:pathLst>
              <a:path w="1958528" h="1881970">
                <a:moveTo>
                  <a:pt x="795047" y="0"/>
                </a:moveTo>
                <a:lnTo>
                  <a:pt x="1958528" y="331059"/>
                </a:lnTo>
                <a:lnTo>
                  <a:pt x="0" y="188197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6"/>
          <p:cNvSpPr/>
          <p:nvPr/>
        </p:nvSpPr>
        <p:spPr>
          <a:xfrm>
            <a:off x="3672258" y="1504018"/>
            <a:ext cx="1958528" cy="1550911"/>
          </a:xfrm>
          <a:custGeom>
            <a:avLst/>
            <a:gdLst/>
            <a:ahLst/>
            <a:cxnLst/>
            <a:rect l="0" t="0" r="r" b="b"/>
            <a:pathLst>
              <a:path w="1958528" h="1550911">
                <a:moveTo>
                  <a:pt x="1958528" y="0"/>
                </a:moveTo>
                <a:lnTo>
                  <a:pt x="1934074" y="956390"/>
                </a:lnTo>
                <a:lnTo>
                  <a:pt x="0" y="1550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7"/>
          <p:cNvSpPr/>
          <p:nvPr/>
        </p:nvSpPr>
        <p:spPr>
          <a:xfrm>
            <a:off x="5630786" y="1404754"/>
            <a:ext cx="1019973" cy="1328000"/>
          </a:xfrm>
          <a:custGeom>
            <a:avLst/>
            <a:gdLst/>
            <a:ahLst/>
            <a:cxnLst/>
            <a:rect l="0" t="0" r="r" b="b"/>
            <a:pathLst>
              <a:path w="1019973" h="1328000">
                <a:moveTo>
                  <a:pt x="0" y="99264"/>
                </a:moveTo>
                <a:lnTo>
                  <a:pt x="1019973" y="0"/>
                </a:lnTo>
                <a:lnTo>
                  <a:pt x="744905" y="1328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8"/>
          <p:cNvSpPr/>
          <p:nvPr/>
        </p:nvSpPr>
        <p:spPr>
          <a:xfrm>
            <a:off x="5606333" y="1504018"/>
            <a:ext cx="769359" cy="1228736"/>
          </a:xfrm>
          <a:custGeom>
            <a:avLst/>
            <a:gdLst/>
            <a:ahLst/>
            <a:cxnLst/>
            <a:rect l="0" t="0" r="r" b="b"/>
            <a:pathLst>
              <a:path w="769359" h="1228736">
                <a:moveTo>
                  <a:pt x="24454" y="0"/>
                </a:moveTo>
                <a:lnTo>
                  <a:pt x="769359" y="1228736"/>
                </a:lnTo>
                <a:lnTo>
                  <a:pt x="0" y="95639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9"/>
          <p:cNvSpPr/>
          <p:nvPr/>
        </p:nvSpPr>
        <p:spPr>
          <a:xfrm>
            <a:off x="6375692" y="1404754"/>
            <a:ext cx="2118418" cy="1328000"/>
          </a:xfrm>
          <a:custGeom>
            <a:avLst/>
            <a:gdLst/>
            <a:ahLst/>
            <a:cxnLst/>
            <a:rect l="0" t="0" r="r" b="b"/>
            <a:pathLst>
              <a:path w="2118418" h="1328000">
                <a:moveTo>
                  <a:pt x="275067" y="0"/>
                </a:moveTo>
                <a:lnTo>
                  <a:pt x="2118418" y="307799"/>
                </a:lnTo>
                <a:lnTo>
                  <a:pt x="0" y="1328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30"/>
          <p:cNvSpPr/>
          <p:nvPr/>
        </p:nvSpPr>
        <p:spPr>
          <a:xfrm>
            <a:off x="6375692" y="1712552"/>
            <a:ext cx="2118418" cy="1178693"/>
          </a:xfrm>
          <a:custGeom>
            <a:avLst/>
            <a:gdLst/>
            <a:ahLst/>
            <a:cxnLst/>
            <a:rect l="0" t="0" r="r" b="b"/>
            <a:pathLst>
              <a:path w="2118418" h="1178693">
                <a:moveTo>
                  <a:pt x="2118418" y="0"/>
                </a:moveTo>
                <a:lnTo>
                  <a:pt x="1577009" y="1178693"/>
                </a:lnTo>
                <a:lnTo>
                  <a:pt x="0" y="102020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1"/>
          <p:cNvSpPr/>
          <p:nvPr/>
        </p:nvSpPr>
        <p:spPr>
          <a:xfrm>
            <a:off x="8494110" y="1712552"/>
            <a:ext cx="947406" cy="1080407"/>
          </a:xfrm>
          <a:custGeom>
            <a:avLst/>
            <a:gdLst/>
            <a:ahLst/>
            <a:cxnLst/>
            <a:rect l="0" t="0" r="r" b="b"/>
            <a:pathLst>
              <a:path w="947406" h="1080407">
                <a:moveTo>
                  <a:pt x="0" y="0"/>
                </a:moveTo>
                <a:lnTo>
                  <a:pt x="947406" y="7582"/>
                </a:lnTo>
                <a:lnTo>
                  <a:pt x="797093" y="108040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2"/>
          <p:cNvSpPr/>
          <p:nvPr/>
        </p:nvSpPr>
        <p:spPr>
          <a:xfrm>
            <a:off x="7952701" y="1712552"/>
            <a:ext cx="1338501" cy="1178693"/>
          </a:xfrm>
          <a:custGeom>
            <a:avLst/>
            <a:gdLst/>
            <a:ahLst/>
            <a:cxnLst/>
            <a:rect l="0" t="0" r="r" b="b"/>
            <a:pathLst>
              <a:path w="1338501" h="1178693">
                <a:moveTo>
                  <a:pt x="541409" y="0"/>
                </a:moveTo>
                <a:lnTo>
                  <a:pt x="1338501" y="1080407"/>
                </a:lnTo>
                <a:lnTo>
                  <a:pt x="0" y="117869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3"/>
          <p:cNvSpPr/>
          <p:nvPr/>
        </p:nvSpPr>
        <p:spPr>
          <a:xfrm>
            <a:off x="9291202" y="1536949"/>
            <a:ext cx="1260398" cy="1256010"/>
          </a:xfrm>
          <a:custGeom>
            <a:avLst/>
            <a:gdLst/>
            <a:ahLst/>
            <a:cxnLst/>
            <a:rect l="0" t="0" r="r" b="b"/>
            <a:pathLst>
              <a:path w="1260398" h="1256010">
                <a:moveTo>
                  <a:pt x="150314" y="183185"/>
                </a:moveTo>
                <a:lnTo>
                  <a:pt x="1260398" y="0"/>
                </a:lnTo>
                <a:lnTo>
                  <a:pt x="0" y="12560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4"/>
          <p:cNvSpPr/>
          <p:nvPr/>
        </p:nvSpPr>
        <p:spPr>
          <a:xfrm>
            <a:off x="9291202" y="1536949"/>
            <a:ext cx="1967171" cy="1269568"/>
          </a:xfrm>
          <a:custGeom>
            <a:avLst/>
            <a:gdLst/>
            <a:ahLst/>
            <a:cxnLst/>
            <a:rect l="0" t="0" r="r" b="b"/>
            <a:pathLst>
              <a:path w="1967171" h="1269568">
                <a:moveTo>
                  <a:pt x="1260398" y="0"/>
                </a:moveTo>
                <a:lnTo>
                  <a:pt x="1967171" y="1269568"/>
                </a:lnTo>
                <a:lnTo>
                  <a:pt x="0" y="12560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5"/>
          <p:cNvSpPr/>
          <p:nvPr/>
        </p:nvSpPr>
        <p:spPr>
          <a:xfrm>
            <a:off x="10551600" y="1216364"/>
            <a:ext cx="1640400" cy="1209839"/>
          </a:xfrm>
          <a:custGeom>
            <a:avLst/>
            <a:gdLst/>
            <a:ahLst/>
            <a:cxnLst/>
            <a:rect l="0" t="0" r="r" b="b"/>
            <a:pathLst>
              <a:path w="1640400" h="1209839">
                <a:moveTo>
                  <a:pt x="0" y="320585"/>
                </a:moveTo>
                <a:lnTo>
                  <a:pt x="1640400" y="0"/>
                </a:lnTo>
                <a:lnTo>
                  <a:pt x="1640400" y="120983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6"/>
          <p:cNvSpPr/>
          <p:nvPr/>
        </p:nvSpPr>
        <p:spPr>
          <a:xfrm>
            <a:off x="10551600" y="1536949"/>
            <a:ext cx="1640400" cy="1269568"/>
          </a:xfrm>
          <a:custGeom>
            <a:avLst/>
            <a:gdLst/>
            <a:ahLst/>
            <a:cxnLst/>
            <a:rect l="0" t="0" r="r" b="b"/>
            <a:pathLst>
              <a:path w="1640400" h="1269568">
                <a:moveTo>
                  <a:pt x="0" y="0"/>
                </a:moveTo>
                <a:lnTo>
                  <a:pt x="1640400" y="889254"/>
                </a:lnTo>
                <a:lnTo>
                  <a:pt x="706773" y="126956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7"/>
          <p:cNvSpPr/>
          <p:nvPr/>
        </p:nvSpPr>
        <p:spPr>
          <a:xfrm>
            <a:off x="0" y="2321714"/>
            <a:ext cx="1701315" cy="1809445"/>
          </a:xfrm>
          <a:custGeom>
            <a:avLst/>
            <a:gdLst/>
            <a:ahLst/>
            <a:cxnLst/>
            <a:rect l="0" t="0" r="r" b="b"/>
            <a:pathLst>
              <a:path w="1701315" h="1809445">
                <a:moveTo>
                  <a:pt x="0" y="0"/>
                </a:moveTo>
                <a:lnTo>
                  <a:pt x="1701315" y="145911"/>
                </a:lnTo>
                <a:lnTo>
                  <a:pt x="0" y="180944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8"/>
          <p:cNvSpPr/>
          <p:nvPr/>
        </p:nvSpPr>
        <p:spPr>
          <a:xfrm>
            <a:off x="0" y="2467625"/>
            <a:ext cx="1701315" cy="1681462"/>
          </a:xfrm>
          <a:custGeom>
            <a:avLst/>
            <a:gdLst/>
            <a:ahLst/>
            <a:cxnLst/>
            <a:rect l="0" t="0" r="r" b="b"/>
            <a:pathLst>
              <a:path w="1701315" h="1681462">
                <a:moveTo>
                  <a:pt x="1701315" y="0"/>
                </a:moveTo>
                <a:lnTo>
                  <a:pt x="1193767" y="1681462"/>
                </a:lnTo>
                <a:lnTo>
                  <a:pt x="0" y="166353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9"/>
          <p:cNvSpPr/>
          <p:nvPr/>
        </p:nvSpPr>
        <p:spPr>
          <a:xfrm>
            <a:off x="1701315" y="2467625"/>
            <a:ext cx="1284137" cy="1719054"/>
          </a:xfrm>
          <a:custGeom>
            <a:avLst/>
            <a:gdLst/>
            <a:ahLst/>
            <a:cxnLst/>
            <a:rect l="0" t="0" r="r" b="b"/>
            <a:pathLst>
              <a:path w="1284137" h="1719054">
                <a:moveTo>
                  <a:pt x="0" y="0"/>
                </a:moveTo>
                <a:lnTo>
                  <a:pt x="1032297" y="270064"/>
                </a:lnTo>
                <a:lnTo>
                  <a:pt x="1284137" y="171905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40"/>
          <p:cNvSpPr/>
          <p:nvPr/>
        </p:nvSpPr>
        <p:spPr>
          <a:xfrm>
            <a:off x="1193767" y="2467625"/>
            <a:ext cx="1791686" cy="1719054"/>
          </a:xfrm>
          <a:custGeom>
            <a:avLst/>
            <a:gdLst/>
            <a:ahLst/>
            <a:cxnLst/>
            <a:rect l="0" t="0" r="r" b="b"/>
            <a:pathLst>
              <a:path w="1791686" h="1719054">
                <a:moveTo>
                  <a:pt x="507548" y="0"/>
                </a:moveTo>
                <a:lnTo>
                  <a:pt x="1791686" y="1719054"/>
                </a:lnTo>
                <a:lnTo>
                  <a:pt x="0" y="168146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1"/>
          <p:cNvSpPr/>
          <p:nvPr/>
        </p:nvSpPr>
        <p:spPr>
          <a:xfrm>
            <a:off x="2733612" y="2737689"/>
            <a:ext cx="938646" cy="1448990"/>
          </a:xfrm>
          <a:custGeom>
            <a:avLst/>
            <a:gdLst/>
            <a:ahLst/>
            <a:cxnLst/>
            <a:rect l="0" t="0" r="r" b="b"/>
            <a:pathLst>
              <a:path w="938646" h="1448990">
                <a:moveTo>
                  <a:pt x="0" y="0"/>
                </a:moveTo>
                <a:lnTo>
                  <a:pt x="938646" y="317240"/>
                </a:lnTo>
                <a:lnTo>
                  <a:pt x="251840" y="144899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2"/>
          <p:cNvSpPr/>
          <p:nvPr/>
        </p:nvSpPr>
        <p:spPr>
          <a:xfrm>
            <a:off x="2985452" y="3054929"/>
            <a:ext cx="1183279" cy="1131750"/>
          </a:xfrm>
          <a:custGeom>
            <a:avLst/>
            <a:gdLst/>
            <a:ahLst/>
            <a:cxnLst/>
            <a:rect l="0" t="0" r="r" b="b"/>
            <a:pathLst>
              <a:path w="1183279" h="1131750">
                <a:moveTo>
                  <a:pt x="686806" y="0"/>
                </a:moveTo>
                <a:lnTo>
                  <a:pt x="1183279" y="1091145"/>
                </a:lnTo>
                <a:lnTo>
                  <a:pt x="0" y="113175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3"/>
          <p:cNvSpPr/>
          <p:nvPr/>
        </p:nvSpPr>
        <p:spPr>
          <a:xfrm>
            <a:off x="3672258" y="2460407"/>
            <a:ext cx="1934074" cy="1651441"/>
          </a:xfrm>
          <a:custGeom>
            <a:avLst/>
            <a:gdLst/>
            <a:ahLst/>
            <a:cxnLst/>
            <a:rect l="0" t="0" r="r" b="b"/>
            <a:pathLst>
              <a:path w="1934074" h="1651441">
                <a:moveTo>
                  <a:pt x="0" y="594522"/>
                </a:moveTo>
                <a:lnTo>
                  <a:pt x="1934074" y="0"/>
                </a:lnTo>
                <a:lnTo>
                  <a:pt x="1890662" y="165144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4"/>
          <p:cNvSpPr/>
          <p:nvPr/>
        </p:nvSpPr>
        <p:spPr>
          <a:xfrm>
            <a:off x="3672258" y="3054929"/>
            <a:ext cx="1890662" cy="1091145"/>
          </a:xfrm>
          <a:custGeom>
            <a:avLst/>
            <a:gdLst/>
            <a:ahLst/>
            <a:cxnLst/>
            <a:rect l="0" t="0" r="r" b="b"/>
            <a:pathLst>
              <a:path w="1890662" h="1091145">
                <a:moveTo>
                  <a:pt x="0" y="0"/>
                </a:moveTo>
                <a:lnTo>
                  <a:pt x="1890662" y="1056919"/>
                </a:lnTo>
                <a:lnTo>
                  <a:pt x="496473" y="109114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5"/>
          <p:cNvSpPr/>
          <p:nvPr/>
        </p:nvSpPr>
        <p:spPr>
          <a:xfrm>
            <a:off x="5562921" y="2460407"/>
            <a:ext cx="812771" cy="1651441"/>
          </a:xfrm>
          <a:custGeom>
            <a:avLst/>
            <a:gdLst/>
            <a:ahLst/>
            <a:cxnLst/>
            <a:rect l="0" t="0" r="r" b="b"/>
            <a:pathLst>
              <a:path w="812771" h="1651441">
                <a:moveTo>
                  <a:pt x="43412" y="0"/>
                </a:moveTo>
                <a:lnTo>
                  <a:pt x="812771" y="272346"/>
                </a:lnTo>
                <a:lnTo>
                  <a:pt x="0" y="165144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6"/>
          <p:cNvSpPr/>
          <p:nvPr/>
        </p:nvSpPr>
        <p:spPr>
          <a:xfrm>
            <a:off x="5562921" y="2732754"/>
            <a:ext cx="915408" cy="1782810"/>
          </a:xfrm>
          <a:custGeom>
            <a:avLst/>
            <a:gdLst/>
            <a:ahLst/>
            <a:cxnLst/>
            <a:rect l="0" t="0" r="r" b="b"/>
            <a:pathLst>
              <a:path w="915408" h="1782810">
                <a:moveTo>
                  <a:pt x="812771" y="0"/>
                </a:moveTo>
                <a:lnTo>
                  <a:pt x="915408" y="1782810"/>
                </a:lnTo>
                <a:lnTo>
                  <a:pt x="0" y="137909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7"/>
          <p:cNvSpPr/>
          <p:nvPr/>
        </p:nvSpPr>
        <p:spPr>
          <a:xfrm>
            <a:off x="6375692" y="2732754"/>
            <a:ext cx="1841582" cy="1513703"/>
          </a:xfrm>
          <a:custGeom>
            <a:avLst/>
            <a:gdLst/>
            <a:ahLst/>
            <a:cxnLst/>
            <a:rect l="0" t="0" r="r" b="b"/>
            <a:pathLst>
              <a:path w="1841582" h="1513703">
                <a:moveTo>
                  <a:pt x="0" y="0"/>
                </a:moveTo>
                <a:lnTo>
                  <a:pt x="1577009" y="158492"/>
                </a:lnTo>
                <a:lnTo>
                  <a:pt x="1841582" y="151370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8"/>
          <p:cNvSpPr/>
          <p:nvPr/>
        </p:nvSpPr>
        <p:spPr>
          <a:xfrm>
            <a:off x="6375692" y="2732754"/>
            <a:ext cx="1841582" cy="1782810"/>
          </a:xfrm>
          <a:custGeom>
            <a:avLst/>
            <a:gdLst/>
            <a:ahLst/>
            <a:cxnLst/>
            <a:rect l="0" t="0" r="r" b="b"/>
            <a:pathLst>
              <a:path w="1841582" h="1782810">
                <a:moveTo>
                  <a:pt x="0" y="0"/>
                </a:moveTo>
                <a:lnTo>
                  <a:pt x="1841582" y="1513703"/>
                </a:lnTo>
                <a:lnTo>
                  <a:pt x="102637" y="17828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9"/>
          <p:cNvSpPr/>
          <p:nvPr/>
        </p:nvSpPr>
        <p:spPr>
          <a:xfrm>
            <a:off x="7952701" y="2792959"/>
            <a:ext cx="1338501" cy="1453497"/>
          </a:xfrm>
          <a:custGeom>
            <a:avLst/>
            <a:gdLst/>
            <a:ahLst/>
            <a:cxnLst/>
            <a:rect l="0" t="0" r="r" b="b"/>
            <a:pathLst>
              <a:path w="1338501" h="1453497">
                <a:moveTo>
                  <a:pt x="0" y="98286"/>
                </a:moveTo>
                <a:lnTo>
                  <a:pt x="1338501" y="0"/>
                </a:lnTo>
                <a:lnTo>
                  <a:pt x="264573" y="14534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50"/>
          <p:cNvSpPr/>
          <p:nvPr/>
        </p:nvSpPr>
        <p:spPr>
          <a:xfrm>
            <a:off x="8217274" y="2792959"/>
            <a:ext cx="1314219" cy="1468071"/>
          </a:xfrm>
          <a:custGeom>
            <a:avLst/>
            <a:gdLst/>
            <a:ahLst/>
            <a:cxnLst/>
            <a:rect l="0" t="0" r="r" b="b"/>
            <a:pathLst>
              <a:path w="1314219" h="1468071">
                <a:moveTo>
                  <a:pt x="1073929" y="0"/>
                </a:moveTo>
                <a:lnTo>
                  <a:pt x="1314219" y="1468071"/>
                </a:lnTo>
                <a:lnTo>
                  <a:pt x="0" y="14534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1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67171" y="13557"/>
                </a:lnTo>
                <a:lnTo>
                  <a:pt x="1990624" y="171121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2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90624" y="1711215"/>
                </a:lnTo>
                <a:lnTo>
                  <a:pt x="240291" y="146807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3"/>
          <p:cNvSpPr/>
          <p:nvPr/>
        </p:nvSpPr>
        <p:spPr>
          <a:xfrm>
            <a:off x="11258373" y="2426203"/>
            <a:ext cx="933627" cy="2077971"/>
          </a:xfrm>
          <a:custGeom>
            <a:avLst/>
            <a:gdLst/>
            <a:ahLst/>
            <a:cxnLst/>
            <a:rect l="0" t="0" r="r" b="b"/>
            <a:pathLst>
              <a:path w="933627" h="2077971">
                <a:moveTo>
                  <a:pt x="0" y="380313"/>
                </a:moveTo>
                <a:lnTo>
                  <a:pt x="933627" y="0"/>
                </a:lnTo>
                <a:lnTo>
                  <a:pt x="23453" y="207797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4"/>
          <p:cNvSpPr/>
          <p:nvPr/>
        </p:nvSpPr>
        <p:spPr>
          <a:xfrm>
            <a:off x="11281826" y="2426203"/>
            <a:ext cx="910174" cy="2077971"/>
          </a:xfrm>
          <a:custGeom>
            <a:avLst/>
            <a:gdLst/>
            <a:ahLst/>
            <a:cxnLst/>
            <a:rect l="0" t="0" r="r" b="b"/>
            <a:pathLst>
              <a:path w="910174" h="2077971">
                <a:moveTo>
                  <a:pt x="910174" y="0"/>
                </a:moveTo>
                <a:lnTo>
                  <a:pt x="910174" y="1242244"/>
                </a:lnTo>
                <a:lnTo>
                  <a:pt x="0" y="207797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5"/>
          <p:cNvSpPr/>
          <p:nvPr/>
        </p:nvSpPr>
        <p:spPr>
          <a:xfrm>
            <a:off x="0" y="4131159"/>
            <a:ext cx="1193767" cy="1509930"/>
          </a:xfrm>
          <a:custGeom>
            <a:avLst/>
            <a:gdLst/>
            <a:ahLst/>
            <a:cxnLst/>
            <a:rect l="0" t="0" r="r" b="b"/>
            <a:pathLst>
              <a:path w="1193767" h="1509930">
                <a:moveTo>
                  <a:pt x="0" y="0"/>
                </a:moveTo>
                <a:lnTo>
                  <a:pt x="1193767" y="17928"/>
                </a:lnTo>
                <a:lnTo>
                  <a:pt x="981630" y="150993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6"/>
          <p:cNvSpPr/>
          <p:nvPr/>
        </p:nvSpPr>
        <p:spPr>
          <a:xfrm>
            <a:off x="0" y="4131159"/>
            <a:ext cx="981630" cy="1571393"/>
          </a:xfrm>
          <a:custGeom>
            <a:avLst/>
            <a:gdLst/>
            <a:ahLst/>
            <a:cxnLst/>
            <a:rect l="0" t="0" r="r" b="b"/>
            <a:pathLst>
              <a:path w="981630" h="1571393">
                <a:moveTo>
                  <a:pt x="0" y="0"/>
                </a:moveTo>
                <a:lnTo>
                  <a:pt x="981630" y="1509930"/>
                </a:lnTo>
                <a:lnTo>
                  <a:pt x="0" y="157139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7"/>
          <p:cNvSpPr/>
          <p:nvPr/>
        </p:nvSpPr>
        <p:spPr>
          <a:xfrm>
            <a:off x="981630" y="4149086"/>
            <a:ext cx="2003822" cy="1492002"/>
          </a:xfrm>
          <a:custGeom>
            <a:avLst/>
            <a:gdLst/>
            <a:ahLst/>
            <a:cxnLst/>
            <a:rect l="0" t="0" r="r" b="b"/>
            <a:pathLst>
              <a:path w="2003822" h="1492002">
                <a:moveTo>
                  <a:pt x="212137" y="0"/>
                </a:moveTo>
                <a:lnTo>
                  <a:pt x="2003822" y="37593"/>
                </a:lnTo>
                <a:lnTo>
                  <a:pt x="0" y="149200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8"/>
          <p:cNvSpPr/>
          <p:nvPr/>
        </p:nvSpPr>
        <p:spPr>
          <a:xfrm>
            <a:off x="981630" y="4186679"/>
            <a:ext cx="2003822" cy="1742597"/>
          </a:xfrm>
          <a:custGeom>
            <a:avLst/>
            <a:gdLst/>
            <a:ahLst/>
            <a:cxnLst/>
            <a:rect l="0" t="0" r="r" b="b"/>
            <a:pathLst>
              <a:path w="2003822" h="1742597">
                <a:moveTo>
                  <a:pt x="2003822" y="0"/>
                </a:moveTo>
                <a:lnTo>
                  <a:pt x="1856759" y="1742597"/>
                </a:lnTo>
                <a:lnTo>
                  <a:pt x="0" y="14544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9"/>
          <p:cNvSpPr/>
          <p:nvPr/>
        </p:nvSpPr>
        <p:spPr>
          <a:xfrm>
            <a:off x="2985452" y="4146074"/>
            <a:ext cx="1294578" cy="1717926"/>
          </a:xfrm>
          <a:custGeom>
            <a:avLst/>
            <a:gdLst/>
            <a:ahLst/>
            <a:cxnLst/>
            <a:rect l="0" t="0" r="r" b="b"/>
            <a:pathLst>
              <a:path w="1294578" h="1717926">
                <a:moveTo>
                  <a:pt x="0" y="40605"/>
                </a:moveTo>
                <a:lnTo>
                  <a:pt x="1183279" y="0"/>
                </a:lnTo>
                <a:lnTo>
                  <a:pt x="1294578" y="1717926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60"/>
          <p:cNvSpPr/>
          <p:nvPr/>
        </p:nvSpPr>
        <p:spPr>
          <a:xfrm>
            <a:off x="2838389" y="4186679"/>
            <a:ext cx="1441641" cy="1742597"/>
          </a:xfrm>
          <a:custGeom>
            <a:avLst/>
            <a:gdLst/>
            <a:ahLst/>
            <a:cxnLst/>
            <a:rect l="0" t="0" r="r" b="b"/>
            <a:pathLst>
              <a:path w="1441641" h="1742597">
                <a:moveTo>
                  <a:pt x="147063" y="0"/>
                </a:moveTo>
                <a:lnTo>
                  <a:pt x="1441641" y="1677321"/>
                </a:lnTo>
                <a:lnTo>
                  <a:pt x="0" y="17425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1"/>
          <p:cNvSpPr/>
          <p:nvPr/>
        </p:nvSpPr>
        <p:spPr>
          <a:xfrm>
            <a:off x="4168731" y="4111848"/>
            <a:ext cx="1394189" cy="1752152"/>
          </a:xfrm>
          <a:custGeom>
            <a:avLst/>
            <a:gdLst/>
            <a:ahLst/>
            <a:cxnLst/>
            <a:rect l="0" t="0" r="r" b="b"/>
            <a:pathLst>
              <a:path w="1394189" h="1752152">
                <a:moveTo>
                  <a:pt x="0" y="34226"/>
                </a:moveTo>
                <a:lnTo>
                  <a:pt x="1394189" y="0"/>
                </a:lnTo>
                <a:lnTo>
                  <a:pt x="111299" y="17521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2"/>
          <p:cNvSpPr/>
          <p:nvPr/>
        </p:nvSpPr>
        <p:spPr>
          <a:xfrm>
            <a:off x="4280030" y="4111848"/>
            <a:ext cx="1409943" cy="1752152"/>
          </a:xfrm>
          <a:custGeom>
            <a:avLst/>
            <a:gdLst/>
            <a:ahLst/>
            <a:cxnLst/>
            <a:rect l="0" t="0" r="r" b="b"/>
            <a:pathLst>
              <a:path w="1409943" h="1752152">
                <a:moveTo>
                  <a:pt x="1282891" y="0"/>
                </a:moveTo>
                <a:lnTo>
                  <a:pt x="1409943" y="1124840"/>
                </a:lnTo>
                <a:lnTo>
                  <a:pt x="0" y="17521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3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915408" y="403715"/>
                </a:lnTo>
                <a:lnTo>
                  <a:pt x="1381862" y="180094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4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1381862" y="1800947"/>
                </a:lnTo>
                <a:lnTo>
                  <a:pt x="127052" y="112484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5"/>
          <p:cNvSpPr/>
          <p:nvPr/>
        </p:nvSpPr>
        <p:spPr>
          <a:xfrm>
            <a:off x="6478329" y="4246457"/>
            <a:ext cx="1738945" cy="1666339"/>
          </a:xfrm>
          <a:custGeom>
            <a:avLst/>
            <a:gdLst/>
            <a:ahLst/>
            <a:cxnLst/>
            <a:rect l="0" t="0" r="r" b="b"/>
            <a:pathLst>
              <a:path w="1738945" h="1666339">
                <a:moveTo>
                  <a:pt x="0" y="269107"/>
                </a:moveTo>
                <a:lnTo>
                  <a:pt x="1738945" y="0"/>
                </a:lnTo>
                <a:lnTo>
                  <a:pt x="466454" y="166633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6"/>
          <p:cNvSpPr/>
          <p:nvPr/>
        </p:nvSpPr>
        <p:spPr>
          <a:xfrm>
            <a:off x="6944783" y="4246457"/>
            <a:ext cx="1272491" cy="1666339"/>
          </a:xfrm>
          <a:custGeom>
            <a:avLst/>
            <a:gdLst/>
            <a:ahLst/>
            <a:cxnLst/>
            <a:rect l="0" t="0" r="r" b="b"/>
            <a:pathLst>
              <a:path w="1272491" h="1666339">
                <a:moveTo>
                  <a:pt x="1272491" y="0"/>
                </a:moveTo>
                <a:lnTo>
                  <a:pt x="835669" y="1651809"/>
                </a:lnTo>
                <a:lnTo>
                  <a:pt x="0" y="166633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7"/>
          <p:cNvSpPr/>
          <p:nvPr/>
        </p:nvSpPr>
        <p:spPr>
          <a:xfrm>
            <a:off x="8217274" y="4246457"/>
            <a:ext cx="1436179" cy="1513384"/>
          </a:xfrm>
          <a:custGeom>
            <a:avLst/>
            <a:gdLst/>
            <a:ahLst/>
            <a:cxnLst/>
            <a:rect l="0" t="0" r="r" b="b"/>
            <a:pathLst>
              <a:path w="1436179" h="1513384">
                <a:moveTo>
                  <a:pt x="0" y="0"/>
                </a:moveTo>
                <a:lnTo>
                  <a:pt x="1314219" y="14573"/>
                </a:lnTo>
                <a:lnTo>
                  <a:pt x="1436179" y="151338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8"/>
          <p:cNvSpPr/>
          <p:nvPr/>
        </p:nvSpPr>
        <p:spPr>
          <a:xfrm>
            <a:off x="7780452" y="4246457"/>
            <a:ext cx="1873000" cy="1651809"/>
          </a:xfrm>
          <a:custGeom>
            <a:avLst/>
            <a:gdLst/>
            <a:ahLst/>
            <a:cxnLst/>
            <a:rect l="0" t="0" r="r" b="b"/>
            <a:pathLst>
              <a:path w="1873000" h="1651809">
                <a:moveTo>
                  <a:pt x="436821" y="0"/>
                </a:moveTo>
                <a:lnTo>
                  <a:pt x="1873000" y="1513384"/>
                </a:lnTo>
                <a:lnTo>
                  <a:pt x="0" y="165180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9"/>
          <p:cNvSpPr/>
          <p:nvPr/>
        </p:nvSpPr>
        <p:spPr>
          <a:xfrm>
            <a:off x="9531493" y="4261030"/>
            <a:ext cx="1750333" cy="1498811"/>
          </a:xfrm>
          <a:custGeom>
            <a:avLst/>
            <a:gdLst/>
            <a:ahLst/>
            <a:cxnLst/>
            <a:rect l="0" t="0" r="r" b="b"/>
            <a:pathLst>
              <a:path w="1750333" h="1498811">
                <a:moveTo>
                  <a:pt x="0" y="0"/>
                </a:moveTo>
                <a:lnTo>
                  <a:pt x="1750333" y="243144"/>
                </a:lnTo>
                <a:lnTo>
                  <a:pt x="121960" y="14988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70"/>
          <p:cNvSpPr/>
          <p:nvPr/>
        </p:nvSpPr>
        <p:spPr>
          <a:xfrm>
            <a:off x="9653453" y="4504174"/>
            <a:ext cx="1628373" cy="1255666"/>
          </a:xfrm>
          <a:custGeom>
            <a:avLst/>
            <a:gdLst/>
            <a:ahLst/>
            <a:cxnLst/>
            <a:rect l="0" t="0" r="r" b="b"/>
            <a:pathLst>
              <a:path w="1628373" h="1255666">
                <a:moveTo>
                  <a:pt x="1628373" y="0"/>
                </a:moveTo>
                <a:lnTo>
                  <a:pt x="1041963" y="1233229"/>
                </a:lnTo>
                <a:lnTo>
                  <a:pt x="0" y="1255666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1"/>
          <p:cNvSpPr/>
          <p:nvPr/>
        </p:nvSpPr>
        <p:spPr>
          <a:xfrm>
            <a:off x="11281826" y="3668447"/>
            <a:ext cx="910174" cy="1652653"/>
          </a:xfrm>
          <a:custGeom>
            <a:avLst/>
            <a:gdLst/>
            <a:ahLst/>
            <a:cxnLst/>
            <a:rect l="0" t="0" r="r" b="b"/>
            <a:pathLst>
              <a:path w="910174" h="1652653">
                <a:moveTo>
                  <a:pt x="0" y="835728"/>
                </a:moveTo>
                <a:lnTo>
                  <a:pt x="910174" y="0"/>
                </a:lnTo>
                <a:lnTo>
                  <a:pt x="910174" y="165265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2"/>
          <p:cNvSpPr/>
          <p:nvPr/>
        </p:nvSpPr>
        <p:spPr>
          <a:xfrm>
            <a:off x="10695416" y="4504174"/>
            <a:ext cx="1496584" cy="1233229"/>
          </a:xfrm>
          <a:custGeom>
            <a:avLst/>
            <a:gdLst/>
            <a:ahLst/>
            <a:cxnLst/>
            <a:rect l="0" t="0" r="r" b="b"/>
            <a:pathLst>
              <a:path w="1496584" h="1233229">
                <a:moveTo>
                  <a:pt x="586411" y="0"/>
                </a:moveTo>
                <a:lnTo>
                  <a:pt x="1496584" y="816925"/>
                </a:lnTo>
                <a:lnTo>
                  <a:pt x="0" y="123322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3"/>
          <p:cNvSpPr/>
          <p:nvPr/>
        </p:nvSpPr>
        <p:spPr>
          <a:xfrm>
            <a:off x="0" y="5641089"/>
            <a:ext cx="981630" cy="1216911"/>
          </a:xfrm>
          <a:custGeom>
            <a:avLst/>
            <a:gdLst/>
            <a:ahLst/>
            <a:cxnLst/>
            <a:rect l="0" t="0" r="r" b="b"/>
            <a:pathLst>
              <a:path w="981630" h="1216911">
                <a:moveTo>
                  <a:pt x="0" y="61463"/>
                </a:moveTo>
                <a:lnTo>
                  <a:pt x="981630" y="0"/>
                </a:lnTo>
                <a:lnTo>
                  <a:pt x="0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4"/>
          <p:cNvSpPr/>
          <p:nvPr/>
        </p:nvSpPr>
        <p:spPr>
          <a:xfrm>
            <a:off x="0" y="5641089"/>
            <a:ext cx="1552749" cy="1216911"/>
          </a:xfrm>
          <a:custGeom>
            <a:avLst/>
            <a:gdLst/>
            <a:ahLst/>
            <a:cxnLst/>
            <a:rect l="0" t="0" r="r" b="b"/>
            <a:pathLst>
              <a:path w="1552749" h="1216911">
                <a:moveTo>
                  <a:pt x="981630" y="0"/>
                </a:moveTo>
                <a:lnTo>
                  <a:pt x="1552749" y="1216911"/>
                </a:lnTo>
                <a:lnTo>
                  <a:pt x="0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5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1856759" y="288187"/>
                </a:lnTo>
                <a:lnTo>
                  <a:pt x="2056914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6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2056914" y="1216911"/>
                </a:lnTo>
                <a:lnTo>
                  <a:pt x="571119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7"/>
          <p:cNvSpPr/>
          <p:nvPr/>
        </p:nvSpPr>
        <p:spPr>
          <a:xfrm>
            <a:off x="2838389" y="5864000"/>
            <a:ext cx="1441641" cy="994000"/>
          </a:xfrm>
          <a:custGeom>
            <a:avLst/>
            <a:gdLst/>
            <a:ahLst/>
            <a:cxnLst/>
            <a:rect l="0" t="0" r="r" b="b"/>
            <a:pathLst>
              <a:path w="1441641" h="994000">
                <a:moveTo>
                  <a:pt x="0" y="65276"/>
                </a:moveTo>
                <a:lnTo>
                  <a:pt x="1441641" y="0"/>
                </a:lnTo>
                <a:lnTo>
                  <a:pt x="200155" y="994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8"/>
          <p:cNvSpPr/>
          <p:nvPr/>
        </p:nvSpPr>
        <p:spPr>
          <a:xfrm>
            <a:off x="3038544" y="5864000"/>
            <a:ext cx="1241486" cy="994000"/>
          </a:xfrm>
          <a:custGeom>
            <a:avLst/>
            <a:gdLst/>
            <a:ahLst/>
            <a:cxnLst/>
            <a:rect l="0" t="0" r="r" b="b"/>
            <a:pathLst>
              <a:path w="1241486" h="994000">
                <a:moveTo>
                  <a:pt x="1241486" y="0"/>
                </a:moveTo>
                <a:lnTo>
                  <a:pt x="628813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9"/>
          <p:cNvSpPr/>
          <p:nvPr/>
        </p:nvSpPr>
        <p:spPr>
          <a:xfrm>
            <a:off x="4280030" y="5236688"/>
            <a:ext cx="1409943" cy="1621312"/>
          </a:xfrm>
          <a:custGeom>
            <a:avLst/>
            <a:gdLst/>
            <a:ahLst/>
            <a:cxnLst/>
            <a:rect l="0" t="0" r="r" b="b"/>
            <a:pathLst>
              <a:path w="1409943" h="1621312">
                <a:moveTo>
                  <a:pt x="0" y="627311"/>
                </a:moveTo>
                <a:lnTo>
                  <a:pt x="1409943" y="0"/>
                </a:lnTo>
                <a:lnTo>
                  <a:pt x="1215603" y="162131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80"/>
          <p:cNvSpPr/>
          <p:nvPr/>
        </p:nvSpPr>
        <p:spPr>
          <a:xfrm>
            <a:off x="3667357" y="5864000"/>
            <a:ext cx="1828276" cy="994000"/>
          </a:xfrm>
          <a:custGeom>
            <a:avLst/>
            <a:gdLst/>
            <a:ahLst/>
            <a:cxnLst/>
            <a:rect l="0" t="0" r="r" b="b"/>
            <a:pathLst>
              <a:path w="1828276" h="994000">
                <a:moveTo>
                  <a:pt x="612673" y="0"/>
                </a:moveTo>
                <a:lnTo>
                  <a:pt x="1828276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1"/>
          <p:cNvSpPr/>
          <p:nvPr/>
        </p:nvSpPr>
        <p:spPr>
          <a:xfrm>
            <a:off x="5495633" y="5236688"/>
            <a:ext cx="1449150" cy="1621312"/>
          </a:xfrm>
          <a:custGeom>
            <a:avLst/>
            <a:gdLst/>
            <a:ahLst/>
            <a:cxnLst/>
            <a:rect l="0" t="0" r="r" b="b"/>
            <a:pathLst>
              <a:path w="1449150" h="1621312">
                <a:moveTo>
                  <a:pt x="194340" y="0"/>
                </a:moveTo>
                <a:lnTo>
                  <a:pt x="1449150" y="676107"/>
                </a:lnTo>
                <a:lnTo>
                  <a:pt x="0" y="162131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2"/>
          <p:cNvSpPr/>
          <p:nvPr/>
        </p:nvSpPr>
        <p:spPr>
          <a:xfrm>
            <a:off x="5495633" y="5912795"/>
            <a:ext cx="1449150" cy="945205"/>
          </a:xfrm>
          <a:custGeom>
            <a:avLst/>
            <a:gdLst/>
            <a:ahLst/>
            <a:cxnLst/>
            <a:rect l="0" t="0" r="r" b="b"/>
            <a:pathLst>
              <a:path w="1449150" h="945205">
                <a:moveTo>
                  <a:pt x="1449150" y="0"/>
                </a:moveTo>
                <a:lnTo>
                  <a:pt x="1330082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3"/>
          <p:cNvSpPr/>
          <p:nvPr/>
        </p:nvSpPr>
        <p:spPr>
          <a:xfrm>
            <a:off x="6944783" y="5898266"/>
            <a:ext cx="1017569" cy="959734"/>
          </a:xfrm>
          <a:custGeom>
            <a:avLst/>
            <a:gdLst/>
            <a:ahLst/>
            <a:cxnLst/>
            <a:rect l="0" t="0" r="r" b="b"/>
            <a:pathLst>
              <a:path w="1017569" h="959734">
                <a:moveTo>
                  <a:pt x="0" y="14529"/>
                </a:moveTo>
                <a:lnTo>
                  <a:pt x="835669" y="0"/>
                </a:lnTo>
                <a:lnTo>
                  <a:pt x="1017569" y="95973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4"/>
          <p:cNvSpPr/>
          <p:nvPr/>
        </p:nvSpPr>
        <p:spPr>
          <a:xfrm>
            <a:off x="6825715" y="5912795"/>
            <a:ext cx="1136637" cy="945205"/>
          </a:xfrm>
          <a:custGeom>
            <a:avLst/>
            <a:gdLst/>
            <a:ahLst/>
            <a:cxnLst/>
            <a:rect l="0" t="0" r="r" b="b"/>
            <a:pathLst>
              <a:path w="1136637" h="945205">
                <a:moveTo>
                  <a:pt x="119068" y="0"/>
                </a:moveTo>
                <a:lnTo>
                  <a:pt x="1136637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5"/>
          <p:cNvSpPr/>
          <p:nvPr/>
        </p:nvSpPr>
        <p:spPr>
          <a:xfrm>
            <a:off x="7780452" y="5759841"/>
            <a:ext cx="1873000" cy="1098159"/>
          </a:xfrm>
          <a:custGeom>
            <a:avLst/>
            <a:gdLst/>
            <a:ahLst/>
            <a:cxnLst/>
            <a:rect l="0" t="0" r="r" b="b"/>
            <a:pathLst>
              <a:path w="1873000" h="1098159">
                <a:moveTo>
                  <a:pt x="0" y="138425"/>
                </a:moveTo>
                <a:lnTo>
                  <a:pt x="1873000" y="0"/>
                </a:lnTo>
                <a:lnTo>
                  <a:pt x="181899" y="109815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6"/>
          <p:cNvSpPr/>
          <p:nvPr/>
        </p:nvSpPr>
        <p:spPr>
          <a:xfrm>
            <a:off x="7962352" y="5759841"/>
            <a:ext cx="1691101" cy="1098159"/>
          </a:xfrm>
          <a:custGeom>
            <a:avLst/>
            <a:gdLst/>
            <a:ahLst/>
            <a:cxnLst/>
            <a:rect l="0" t="0" r="r" b="b"/>
            <a:pathLst>
              <a:path w="1691101" h="1098159">
                <a:moveTo>
                  <a:pt x="1691101" y="0"/>
                </a:moveTo>
                <a:lnTo>
                  <a:pt x="1552046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7"/>
          <p:cNvSpPr/>
          <p:nvPr/>
        </p:nvSpPr>
        <p:spPr>
          <a:xfrm>
            <a:off x="9653453" y="5737403"/>
            <a:ext cx="1041963" cy="1120597"/>
          </a:xfrm>
          <a:custGeom>
            <a:avLst/>
            <a:gdLst/>
            <a:ahLst/>
            <a:cxnLst/>
            <a:rect l="0" t="0" r="r" b="b"/>
            <a:pathLst>
              <a:path w="1041963" h="1120597">
                <a:moveTo>
                  <a:pt x="0" y="22437"/>
                </a:moveTo>
                <a:lnTo>
                  <a:pt x="1041963" y="0"/>
                </a:lnTo>
                <a:lnTo>
                  <a:pt x="984644" y="11205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8"/>
          <p:cNvSpPr/>
          <p:nvPr/>
        </p:nvSpPr>
        <p:spPr>
          <a:xfrm>
            <a:off x="9514398" y="5759841"/>
            <a:ext cx="1123699" cy="1098159"/>
          </a:xfrm>
          <a:custGeom>
            <a:avLst/>
            <a:gdLst/>
            <a:ahLst/>
            <a:cxnLst/>
            <a:rect l="0" t="0" r="r" b="b"/>
            <a:pathLst>
              <a:path w="1123699" h="1098159">
                <a:moveTo>
                  <a:pt x="139055" y="0"/>
                </a:moveTo>
                <a:lnTo>
                  <a:pt x="1123699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9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57318" y="416304"/>
                </a:moveTo>
                <a:lnTo>
                  <a:pt x="1553903" y="0"/>
                </a:lnTo>
                <a:lnTo>
                  <a:pt x="0" y="153690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90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1553903" y="0"/>
                </a:moveTo>
                <a:lnTo>
                  <a:pt x="1553903" y="1536901"/>
                </a:lnTo>
                <a:lnTo>
                  <a:pt x="0" y="153690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Kształt"/>
          <p:cNvSpPr/>
          <p:nvPr/>
        </p:nvSpPr>
        <p:spPr>
          <a:xfrm>
            <a:off x="6089650" y="1206500"/>
            <a:ext cx="12700" cy="4445000"/>
          </a:xfrm>
          <a:prstGeom prst="rect">
            <a:avLst/>
          </a:prstGeom>
          <a:solidFill>
            <a:srgbClr val="E3E3E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Tekst: Kiedyś"/>
          <p:cNvSpPr txBox="1"/>
          <p:nvPr/>
        </p:nvSpPr>
        <p:spPr>
          <a:xfrm>
            <a:off x="825500" y="1109662"/>
            <a:ext cx="482600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Kiedyś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94" name="Tekst: Jeden sklep w okolicy."/>
          <p:cNvSpPr txBox="1"/>
          <p:nvPr/>
        </p:nvSpPr>
        <p:spPr>
          <a:xfrm>
            <a:off x="825500" y="1472517"/>
            <a:ext cx="4826000" cy="96926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81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26" dirty="0">
                <a:solidFill>
                  <a:srgbClr val="151515"/>
                </a:solidFill>
                <a:latin typeface="Lato Black"/>
                <a:cs typeface="Lato Black"/>
              </a:rPr>
              <a:t>Jeden sklep</a:t>
            </a:r>
            <a:endParaRPr lang="pl-PL" sz="3600" kern="100" spc="-126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381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26" dirty="0">
                <a:solidFill>
                  <a:srgbClr val="151515"/>
                </a:solidFill>
                <a:latin typeface="Lato Black"/>
                <a:cs typeface="Lato Black"/>
              </a:rPr>
              <a:t>w okolicy.</a:t>
            </a:r>
            <a:endParaRPr lang="pl-PL" sz="3600" kern="100" spc="-126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95" name="Tekst: W promieniu kilku kilometrów. Otwarty w "/>
          <p:cNvSpPr txBox="1"/>
          <p:nvPr/>
        </p:nvSpPr>
        <p:spPr>
          <a:xfrm>
            <a:off x="825500" y="2524918"/>
            <a:ext cx="4826000" cy="5143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555555"/>
                </a:solidFill>
                <a:latin typeface="Lato"/>
                <a:cs typeface="Lato"/>
              </a:rPr>
              <a:t>W promieniu kilku kilometrów.</a:t>
            </a:r>
            <a:endParaRPr lang="pl-PL" sz="1500" kern="100" dirty="0">
              <a:solidFill>
                <a:srgbClr val="555555"/>
              </a:solidFill>
              <a:latin typeface="Lato"/>
              <a:cs typeface="Lato"/>
            </a:endParaRPr>
          </a:p>
          <a:p>
            <a:pPr algn="l">
              <a:lnSpc>
                <a:spcPts val="20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555555"/>
                </a:solidFill>
                <a:latin typeface="Lato"/>
                <a:cs typeface="Lato"/>
              </a:rPr>
              <a:t>Otwarty w swoich godzinach.</a:t>
            </a:r>
            <a:endParaRPr lang="pl-PL" sz="1500" kern="100" dirty="0">
              <a:solidFill>
                <a:srgbClr val="555555"/>
              </a:solidFill>
              <a:latin typeface="Lato"/>
              <a:cs typeface="Lato"/>
            </a:endParaRPr>
          </a:p>
        </p:txBody>
      </p:sp>
      <p:sp>
        <p:nvSpPr>
          <p:cNvPr id="96" name="Kształt 2"/>
          <p:cNvSpPr/>
          <p:nvPr/>
        </p:nvSpPr>
        <p:spPr>
          <a:xfrm>
            <a:off x="825500" y="3365500"/>
            <a:ext cx="4826000" cy="2095500"/>
          </a:xfrm>
          <a:prstGeom prst="roundRect">
            <a:avLst>
              <a:gd name="adj" fmla="val 6667"/>
            </a:avLst>
          </a:prstGeom>
          <a:solidFill>
            <a:srgbClr val="F2EEE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Kształt 3"/>
          <p:cNvSpPr/>
          <p:nvPr/>
        </p:nvSpPr>
        <p:spPr>
          <a:xfrm>
            <a:off x="825500" y="3810000"/>
            <a:ext cx="4826000" cy="101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4"/>
          <p:cNvSpPr/>
          <p:nvPr/>
        </p:nvSpPr>
        <p:spPr>
          <a:xfrm>
            <a:off x="825500" y="4445000"/>
            <a:ext cx="4826000" cy="101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5"/>
          <p:cNvSpPr/>
          <p:nvPr/>
        </p:nvSpPr>
        <p:spPr>
          <a:xfrm>
            <a:off x="825500" y="5080000"/>
            <a:ext cx="4826000" cy="101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6"/>
          <p:cNvSpPr/>
          <p:nvPr/>
        </p:nvSpPr>
        <p:spPr>
          <a:xfrm>
            <a:off x="1524000" y="3365500"/>
            <a:ext cx="101600" cy="2095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7"/>
          <p:cNvSpPr/>
          <p:nvPr/>
        </p:nvSpPr>
        <p:spPr>
          <a:xfrm>
            <a:off x="2730500" y="3365500"/>
            <a:ext cx="101600" cy="2095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8"/>
          <p:cNvSpPr/>
          <p:nvPr/>
        </p:nvSpPr>
        <p:spPr>
          <a:xfrm>
            <a:off x="3810000" y="3365500"/>
            <a:ext cx="101600" cy="2095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9"/>
          <p:cNvSpPr/>
          <p:nvPr/>
        </p:nvSpPr>
        <p:spPr>
          <a:xfrm>
            <a:off x="4889500" y="3365500"/>
            <a:ext cx="101600" cy="2095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10"/>
          <p:cNvSpPr/>
          <p:nvPr/>
        </p:nvSpPr>
        <p:spPr>
          <a:xfrm>
            <a:off x="1965325" y="3679825"/>
            <a:ext cx="1631950" cy="1631950"/>
          </a:xfrm>
          <a:prstGeom prst="ellipse">
            <a:avLst/>
          </a:prstGeom>
          <a:solidFill>
            <a:srgbClr val="EE312F">
              <a:alpha val="7000"/>
            </a:srgbClr>
          </a:solidFill>
          <a:ln w="19050">
            <a:solidFill>
              <a:srgbClr val="EE312F">
                <a:alpha val="50000"/>
              </a:srgbClr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11"/>
          <p:cNvSpPr/>
          <p:nvPr/>
        </p:nvSpPr>
        <p:spPr>
          <a:xfrm>
            <a:off x="2755900" y="4495800"/>
            <a:ext cx="50800" cy="660400"/>
          </a:xfrm>
          <a:prstGeom prst="roundRect">
            <a:avLst>
              <a:gd name="adj" fmla="val 500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12"/>
          <p:cNvSpPr/>
          <p:nvPr/>
        </p:nvSpPr>
        <p:spPr>
          <a:xfrm>
            <a:off x="2755900" y="5105400"/>
            <a:ext cx="635000" cy="50800"/>
          </a:xfrm>
          <a:prstGeom prst="roundRect">
            <a:avLst>
              <a:gd name="adj" fmla="val 500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13"/>
          <p:cNvSpPr/>
          <p:nvPr/>
        </p:nvSpPr>
        <p:spPr>
          <a:xfrm>
            <a:off x="2622550" y="4292600"/>
            <a:ext cx="317500" cy="304800"/>
          </a:xfrm>
          <a:custGeom>
            <a:avLst/>
            <a:gdLst/>
            <a:ahLst/>
            <a:cxnLst/>
            <a:rect l="0" t="0" r="r" b="b"/>
            <a:pathLst>
              <a:path w="317500" h="304800">
                <a:moveTo>
                  <a:pt x="158750" y="0"/>
                </a:moveTo>
                <a:lnTo>
                  <a:pt x="317500" y="133350"/>
                </a:lnTo>
                <a:lnTo>
                  <a:pt x="273050" y="133350"/>
                </a:lnTo>
                <a:lnTo>
                  <a:pt x="273050" y="304800"/>
                </a:lnTo>
                <a:lnTo>
                  <a:pt x="44450" y="304800"/>
                </a:lnTo>
                <a:lnTo>
                  <a:pt x="44450" y="133350"/>
                </a:lnTo>
                <a:lnTo>
                  <a:pt x="0" y="13335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14"/>
          <p:cNvSpPr/>
          <p:nvPr/>
        </p:nvSpPr>
        <p:spPr>
          <a:xfrm>
            <a:off x="2749550" y="4495800"/>
            <a:ext cx="63500" cy="101600"/>
          </a:xfrm>
          <a:custGeom>
            <a:avLst/>
            <a:gdLst/>
            <a:ahLst/>
            <a:cxnLst/>
            <a:rect l="0" t="0" r="r" b="b"/>
            <a:pathLst>
              <a:path w="63500" h="101600">
                <a:moveTo>
                  <a:pt x="0" y="0"/>
                </a:moveTo>
                <a:lnTo>
                  <a:pt x="63500" y="0"/>
                </a:lnTo>
                <a:lnTo>
                  <a:pt x="6350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15"/>
          <p:cNvSpPr/>
          <p:nvPr/>
        </p:nvSpPr>
        <p:spPr>
          <a:xfrm>
            <a:off x="3225800" y="5041900"/>
            <a:ext cx="304800" cy="215900"/>
          </a:xfrm>
          <a:custGeom>
            <a:avLst/>
            <a:gdLst/>
            <a:ahLst/>
            <a:cxnLst/>
            <a:rect l="0" t="0" r="r" b="b"/>
            <a:pathLst>
              <a:path w="304800" h="215900">
                <a:moveTo>
                  <a:pt x="0" y="0"/>
                </a:moveTo>
                <a:lnTo>
                  <a:pt x="304800" y="0"/>
                </a:lnTo>
                <a:lnTo>
                  <a:pt x="304800" y="215900"/>
                </a:lnTo>
                <a:lnTo>
                  <a:pt x="0" y="215900"/>
                </a:lnTo>
                <a:close/>
              </a:path>
            </a:pathLst>
          </a:custGeom>
          <a:solidFill>
            <a:srgbClr val="FFFFFF"/>
          </a:solidFill>
          <a:ln w="19050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Kształt 16"/>
          <p:cNvSpPr/>
          <p:nvPr/>
        </p:nvSpPr>
        <p:spPr>
          <a:xfrm>
            <a:off x="3200400" y="49403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0"/>
                </a:lnTo>
                <a:lnTo>
                  <a:pt x="8890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EE312F"/>
          </a:solidFill>
          <a:ln w="12700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Kształt 17"/>
          <p:cNvSpPr/>
          <p:nvPr/>
        </p:nvSpPr>
        <p:spPr>
          <a:xfrm>
            <a:off x="3289300" y="49403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0"/>
                </a:lnTo>
                <a:lnTo>
                  <a:pt x="8890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FFFFFF"/>
          </a:solidFill>
          <a:ln w="12700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Kształt 18"/>
          <p:cNvSpPr/>
          <p:nvPr/>
        </p:nvSpPr>
        <p:spPr>
          <a:xfrm>
            <a:off x="3378200" y="49403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0"/>
                </a:lnTo>
                <a:lnTo>
                  <a:pt x="8890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EE312F"/>
          </a:solidFill>
          <a:ln w="12700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19"/>
          <p:cNvSpPr/>
          <p:nvPr/>
        </p:nvSpPr>
        <p:spPr>
          <a:xfrm>
            <a:off x="3467100" y="4940300"/>
            <a:ext cx="88900" cy="101600"/>
          </a:xfrm>
          <a:custGeom>
            <a:avLst/>
            <a:gdLst/>
            <a:ahLst/>
            <a:cxnLst/>
            <a:rect l="0" t="0" r="r" b="b"/>
            <a:pathLst>
              <a:path w="88900" h="101600">
                <a:moveTo>
                  <a:pt x="0" y="0"/>
                </a:moveTo>
                <a:lnTo>
                  <a:pt x="88900" y="0"/>
                </a:lnTo>
                <a:lnTo>
                  <a:pt x="8890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FFFFFF"/>
          </a:solidFill>
          <a:ln w="12700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20"/>
          <p:cNvSpPr/>
          <p:nvPr/>
        </p:nvSpPr>
        <p:spPr>
          <a:xfrm>
            <a:off x="3340100" y="5130800"/>
            <a:ext cx="76200" cy="127000"/>
          </a:xfrm>
          <a:custGeom>
            <a:avLst/>
            <a:gdLst/>
            <a:ahLst/>
            <a:cxnLst/>
            <a:rect l="0" t="0" r="r" b="b"/>
            <a:pathLst>
              <a:path w="76200" h="127000">
                <a:moveTo>
                  <a:pt x="0" y="0"/>
                </a:moveTo>
                <a:lnTo>
                  <a:pt x="76200" y="0"/>
                </a:lnTo>
                <a:lnTo>
                  <a:pt x="76200" y="127000"/>
                </a:lnTo>
                <a:lnTo>
                  <a:pt x="0" y="12700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21"/>
          <p:cNvSpPr/>
          <p:nvPr/>
        </p:nvSpPr>
        <p:spPr>
          <a:xfrm>
            <a:off x="2093987" y="3949700"/>
            <a:ext cx="457200" cy="228600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  <a:effectLst>
            <a:outerShdw blurRad="88900" dist="38100" dir="5400000" algn="ctr" rotWithShape="0">
              <a:srgbClr val="000000">
                <a:alpha val="67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Tekst: Dom"/>
          <p:cNvSpPr txBox="1"/>
          <p:nvPr/>
        </p:nvSpPr>
        <p:spPr>
          <a:xfrm>
            <a:off x="2182887" y="3987800"/>
            <a:ext cx="484049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kern="100" dirty="0">
                <a:solidFill>
                  <a:srgbClr val="151515"/>
                </a:solidFill>
                <a:latin typeface="Lato Black"/>
                <a:cs typeface="Lato Black"/>
              </a:rPr>
              <a:t>Dom</a:t>
            </a:r>
            <a:endParaRPr lang="pl-PL" sz="1000" kern="100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17" name="Kształt 22"/>
          <p:cNvSpPr/>
          <p:nvPr/>
        </p:nvSpPr>
        <p:spPr>
          <a:xfrm>
            <a:off x="3657674" y="4864100"/>
            <a:ext cx="488950" cy="228600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  <a:effectLst>
            <a:outerShdw blurRad="88900" dist="38100" dir="5400000" algn="ctr" rotWithShape="0">
              <a:srgbClr val="000000">
                <a:alpha val="67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Tekst: Sklep"/>
          <p:cNvSpPr txBox="1"/>
          <p:nvPr/>
        </p:nvSpPr>
        <p:spPr>
          <a:xfrm>
            <a:off x="3746574" y="4902200"/>
            <a:ext cx="525959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kern="100" dirty="0">
                <a:solidFill>
                  <a:srgbClr val="151515"/>
                </a:solidFill>
                <a:latin typeface="Lato Black"/>
                <a:cs typeface="Lato Black"/>
              </a:rPr>
              <a:t>Sklep</a:t>
            </a:r>
            <a:endParaRPr lang="pl-PL" sz="1000" kern="100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19" name="Tekst: Teraz"/>
          <p:cNvSpPr txBox="1"/>
          <p:nvPr/>
        </p:nvSpPr>
        <p:spPr>
          <a:xfrm>
            <a:off x="6540500" y="1109662"/>
            <a:ext cx="482600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Teraz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120" name="Tekst: Aplikacja szybkich dostaw."/>
          <p:cNvSpPr txBox="1"/>
          <p:nvPr/>
        </p:nvSpPr>
        <p:spPr>
          <a:xfrm>
            <a:off x="6540500" y="1472517"/>
            <a:ext cx="4826000" cy="96926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81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26" dirty="0">
                <a:solidFill>
                  <a:srgbClr val="151515"/>
                </a:solidFill>
                <a:latin typeface="Lato Black"/>
                <a:cs typeface="Lato Black"/>
              </a:rPr>
              <a:t>Aplikacja</a:t>
            </a:r>
            <a:endParaRPr lang="pl-PL" sz="3600" kern="100" spc="-126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381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26" dirty="0">
                <a:solidFill>
                  <a:srgbClr val="151515"/>
                </a:solidFill>
                <a:latin typeface="Lato Black"/>
                <a:cs typeface="Lato Black"/>
              </a:rPr>
              <a:t>szybkich dostaw.</a:t>
            </a:r>
            <a:endParaRPr lang="pl-PL" sz="3600" kern="100" spc="-126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21" name="Tekst: Wiele sklepów w jednym telefonie. Zakupy"/>
          <p:cNvSpPr txBox="1"/>
          <p:nvPr/>
        </p:nvSpPr>
        <p:spPr>
          <a:xfrm>
            <a:off x="6540500" y="2524918"/>
            <a:ext cx="4826000" cy="5143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555555"/>
                </a:solidFill>
                <a:latin typeface="Lato"/>
                <a:cs typeface="Lato"/>
              </a:rPr>
              <a:t>Wiele sklepów w jednym telefonie.</a:t>
            </a:r>
            <a:endParaRPr lang="pl-PL" sz="1500" kern="100" dirty="0">
              <a:solidFill>
                <a:srgbClr val="555555"/>
              </a:solidFill>
              <a:latin typeface="Lato"/>
              <a:cs typeface="Lato"/>
            </a:endParaRPr>
          </a:p>
          <a:p>
            <a:pPr algn="l">
              <a:lnSpc>
                <a:spcPts val="202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555555"/>
                </a:solidFill>
                <a:latin typeface="Lato"/>
                <a:cs typeface="Lato"/>
              </a:rPr>
              <a:t>Zakupy wtedy, kiedy pojawia się potrzeba.</a:t>
            </a:r>
            <a:endParaRPr lang="pl-PL" sz="1500" kern="100" dirty="0">
              <a:solidFill>
                <a:srgbClr val="555555"/>
              </a:solidFill>
              <a:latin typeface="Lato"/>
              <a:cs typeface="Lato"/>
            </a:endParaRPr>
          </a:p>
        </p:txBody>
      </p:sp>
      <p:sp>
        <p:nvSpPr>
          <p:cNvPr id="122" name="Kształt 23"/>
          <p:cNvSpPr/>
          <p:nvPr/>
        </p:nvSpPr>
        <p:spPr>
          <a:xfrm>
            <a:off x="6546850" y="3371850"/>
            <a:ext cx="4813300" cy="2082800"/>
          </a:xfrm>
          <a:prstGeom prst="roundRect">
            <a:avLst>
              <a:gd name="adj" fmla="val 6667"/>
            </a:avLst>
          </a:prstGeom>
          <a:solidFill>
            <a:srgbClr val="FFFFFF"/>
          </a:solidFill>
          <a:ln w="12700">
            <a:solidFill>
              <a:srgbClr val="E3E3E3"/>
            </a:solidFill>
          </a:ln>
          <a:effectLst>
            <a:outerShdw blurRad="317500" dist="114300" dir="5400000" algn="ctr" rotWithShape="0">
              <a:srgbClr val="000000">
                <a:alpha val="6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Linia"/>
          <p:cNvSpPr/>
          <p:nvPr/>
        </p:nvSpPr>
        <p:spPr>
          <a:xfrm>
            <a:off x="6553200" y="3771900"/>
            <a:ext cx="4800600" cy="12700"/>
          </a:xfrm>
          <a:prstGeom prst="rect">
            <a:avLst/>
          </a:prstGeom>
          <a:solidFill>
            <a:srgbClr val="EDED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Tekst: Aplikacja szybkich dostaw"/>
          <p:cNvSpPr txBox="1"/>
          <p:nvPr/>
        </p:nvSpPr>
        <p:spPr>
          <a:xfrm>
            <a:off x="6719540" y="3482975"/>
            <a:ext cx="2296597" cy="1828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00" kern="100" dirty="0">
                <a:solidFill>
                  <a:srgbClr val="151515"/>
                </a:solidFill>
                <a:latin typeface="Lato Black"/>
                <a:cs typeface="Lato Black"/>
              </a:rPr>
              <a:t>Aplikacja szybkich dostaw</a:t>
            </a:r>
            <a:endParaRPr lang="pl-PL" sz="1200" kern="100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25" name="!!Telefon – koszyk (tekst)"/>
          <p:cNvSpPr txBox="1"/>
          <p:nvPr/>
        </p:nvSpPr>
        <p:spPr>
          <a:xfrm>
            <a:off x="11023748" y="3451225"/>
            <a:ext cx="350162" cy="228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151515"/>
                </a:solidFill>
                <a:latin typeface="Segoe UI Symbol"/>
                <a:cs typeface="Segoe UI Symbol"/>
              </a:rPr>
              <a:t>▣</a:t>
            </a:r>
            <a:endParaRPr lang="pl-PL" sz="1500" kern="100" dirty="0">
              <a:solidFill>
                <a:srgbClr val="151515"/>
              </a:solidFill>
              <a:latin typeface="Segoe UI Symbol"/>
              <a:cs typeface="Segoe UI Symbol"/>
            </a:endParaRPr>
          </a:p>
        </p:txBody>
      </p:sp>
      <p:sp>
        <p:nvSpPr>
          <p:cNvPr id="126" name="Kształt 24"/>
          <p:cNvSpPr/>
          <p:nvPr/>
        </p:nvSpPr>
        <p:spPr>
          <a:xfrm>
            <a:off x="6708775" y="39147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25"/>
          <p:cNvSpPr/>
          <p:nvPr/>
        </p:nvSpPr>
        <p:spPr>
          <a:xfrm>
            <a:off x="6769099" y="3968750"/>
            <a:ext cx="215900" cy="215900"/>
          </a:xfrm>
          <a:prstGeom prst="ellipse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26"/>
          <p:cNvSpPr/>
          <p:nvPr/>
        </p:nvSpPr>
        <p:spPr>
          <a:xfrm>
            <a:off x="6838187" y="4032440"/>
            <a:ext cx="77724" cy="38862"/>
          </a:xfrm>
          <a:custGeom>
            <a:avLst/>
            <a:gdLst/>
            <a:ahLst/>
            <a:cxnLst/>
            <a:rect l="0" t="0" r="r" b="b"/>
            <a:pathLst>
              <a:path w="77724" h="38862">
                <a:moveTo>
                  <a:pt x="0" y="38862"/>
                </a:moveTo>
                <a:lnTo>
                  <a:pt x="1079" y="30226"/>
                </a:lnTo>
                <a:lnTo>
                  <a:pt x="3778" y="22130"/>
                </a:lnTo>
                <a:lnTo>
                  <a:pt x="8636" y="14573"/>
                </a:lnTo>
                <a:lnTo>
                  <a:pt x="14573" y="8636"/>
                </a:lnTo>
                <a:lnTo>
                  <a:pt x="22130" y="3778"/>
                </a:lnTo>
                <a:lnTo>
                  <a:pt x="30226" y="1079"/>
                </a:lnTo>
                <a:lnTo>
                  <a:pt x="38862" y="0"/>
                </a:lnTo>
                <a:lnTo>
                  <a:pt x="47498" y="1079"/>
                </a:lnTo>
                <a:lnTo>
                  <a:pt x="55594" y="3778"/>
                </a:lnTo>
                <a:lnTo>
                  <a:pt x="63151" y="8636"/>
                </a:lnTo>
                <a:lnTo>
                  <a:pt x="69088" y="14573"/>
                </a:lnTo>
                <a:lnTo>
                  <a:pt x="73946" y="22130"/>
                </a:lnTo>
                <a:lnTo>
                  <a:pt x="76644" y="30226"/>
                </a:lnTo>
                <a:lnTo>
                  <a:pt x="77724" y="38862"/>
                </a:lnTo>
                <a:lnTo>
                  <a:pt x="66929" y="38862"/>
                </a:lnTo>
                <a:lnTo>
                  <a:pt x="66389" y="32385"/>
                </a:lnTo>
                <a:lnTo>
                  <a:pt x="64230" y="26448"/>
                </a:lnTo>
                <a:lnTo>
                  <a:pt x="60992" y="21590"/>
                </a:lnTo>
                <a:lnTo>
                  <a:pt x="56134" y="16732"/>
                </a:lnTo>
                <a:lnTo>
                  <a:pt x="51276" y="13494"/>
                </a:lnTo>
                <a:lnTo>
                  <a:pt x="45339" y="11335"/>
                </a:lnTo>
                <a:lnTo>
                  <a:pt x="38862" y="10795"/>
                </a:lnTo>
                <a:lnTo>
                  <a:pt x="32385" y="11335"/>
                </a:lnTo>
                <a:lnTo>
                  <a:pt x="26448" y="13494"/>
                </a:lnTo>
                <a:lnTo>
                  <a:pt x="21590" y="16732"/>
                </a:lnTo>
                <a:lnTo>
                  <a:pt x="16732" y="21590"/>
                </a:lnTo>
                <a:lnTo>
                  <a:pt x="13494" y="26448"/>
                </a:lnTo>
                <a:lnTo>
                  <a:pt x="11335" y="32385"/>
                </a:lnTo>
                <a:lnTo>
                  <a:pt x="10795" y="3886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27"/>
          <p:cNvSpPr/>
          <p:nvPr/>
        </p:nvSpPr>
        <p:spPr>
          <a:xfrm>
            <a:off x="6817677" y="4063206"/>
            <a:ext cx="118745" cy="18891"/>
          </a:xfrm>
          <a:custGeom>
            <a:avLst/>
            <a:gdLst/>
            <a:ahLst/>
            <a:cxnLst/>
            <a:rect l="0" t="0" r="r" b="b"/>
            <a:pathLst>
              <a:path w="118745" h="18891">
                <a:moveTo>
                  <a:pt x="110649" y="0"/>
                </a:moveTo>
                <a:lnTo>
                  <a:pt x="113887" y="540"/>
                </a:lnTo>
                <a:lnTo>
                  <a:pt x="116586" y="2159"/>
                </a:lnTo>
                <a:lnTo>
                  <a:pt x="118205" y="4858"/>
                </a:lnTo>
                <a:lnTo>
                  <a:pt x="118745" y="8096"/>
                </a:lnTo>
                <a:lnTo>
                  <a:pt x="118745" y="10795"/>
                </a:lnTo>
                <a:lnTo>
                  <a:pt x="118205" y="14033"/>
                </a:lnTo>
                <a:lnTo>
                  <a:pt x="116586" y="16732"/>
                </a:lnTo>
                <a:lnTo>
                  <a:pt x="113887" y="18351"/>
                </a:lnTo>
                <a:lnTo>
                  <a:pt x="110649" y="18891"/>
                </a:lnTo>
                <a:lnTo>
                  <a:pt x="8096" y="18891"/>
                </a:lnTo>
                <a:lnTo>
                  <a:pt x="4858" y="18351"/>
                </a:lnTo>
                <a:lnTo>
                  <a:pt x="2159" y="16732"/>
                </a:lnTo>
                <a:lnTo>
                  <a:pt x="540" y="14033"/>
                </a:lnTo>
                <a:lnTo>
                  <a:pt x="0" y="10795"/>
                </a:lnTo>
                <a:lnTo>
                  <a:pt x="0" y="8096"/>
                </a:lnTo>
                <a:lnTo>
                  <a:pt x="540" y="4858"/>
                </a:lnTo>
                <a:lnTo>
                  <a:pt x="2159" y="2159"/>
                </a:lnTo>
                <a:lnTo>
                  <a:pt x="4858" y="540"/>
                </a:lnTo>
                <a:lnTo>
                  <a:pt x="809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28"/>
          <p:cNvSpPr/>
          <p:nvPr/>
        </p:nvSpPr>
        <p:spPr>
          <a:xfrm>
            <a:off x="6828472" y="4087495"/>
            <a:ext cx="97155" cy="45879"/>
          </a:xfrm>
          <a:custGeom>
            <a:avLst/>
            <a:gdLst/>
            <a:ahLst/>
            <a:cxnLst/>
            <a:rect l="0" t="0" r="r" b="b"/>
            <a:pathLst>
              <a:path w="97155" h="45879">
                <a:moveTo>
                  <a:pt x="0" y="0"/>
                </a:moveTo>
                <a:lnTo>
                  <a:pt x="97155" y="0"/>
                </a:lnTo>
                <a:lnTo>
                  <a:pt x="86360" y="45879"/>
                </a:lnTo>
                <a:lnTo>
                  <a:pt x="10795" y="4587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29"/>
          <p:cNvSpPr/>
          <p:nvPr/>
        </p:nvSpPr>
        <p:spPr>
          <a:xfrm>
            <a:off x="6848443" y="4098290"/>
            <a:ext cx="9715" cy="24289"/>
          </a:xfrm>
          <a:custGeom>
            <a:avLst/>
            <a:gdLst/>
            <a:ahLst/>
            <a:cxnLst/>
            <a:rect l="0" t="0" r="r" b="b"/>
            <a:pathLst>
              <a:path w="9715" h="24289">
                <a:moveTo>
                  <a:pt x="4858" y="0"/>
                </a:moveTo>
                <a:lnTo>
                  <a:pt x="6477" y="540"/>
                </a:lnTo>
                <a:lnTo>
                  <a:pt x="8096" y="1619"/>
                </a:lnTo>
                <a:lnTo>
                  <a:pt x="9176" y="3238"/>
                </a:lnTo>
                <a:lnTo>
                  <a:pt x="9715" y="4858"/>
                </a:lnTo>
                <a:lnTo>
                  <a:pt x="9715" y="19431"/>
                </a:lnTo>
                <a:lnTo>
                  <a:pt x="9176" y="21050"/>
                </a:lnTo>
                <a:lnTo>
                  <a:pt x="8096" y="22669"/>
                </a:lnTo>
                <a:lnTo>
                  <a:pt x="6477" y="23749"/>
                </a:lnTo>
                <a:lnTo>
                  <a:pt x="4858" y="24289"/>
                </a:lnTo>
                <a:lnTo>
                  <a:pt x="4858" y="24289"/>
                </a:lnTo>
                <a:lnTo>
                  <a:pt x="3238" y="23749"/>
                </a:lnTo>
                <a:lnTo>
                  <a:pt x="1619" y="22669"/>
                </a:lnTo>
                <a:lnTo>
                  <a:pt x="540" y="21050"/>
                </a:lnTo>
                <a:lnTo>
                  <a:pt x="0" y="19431"/>
                </a:lnTo>
                <a:lnTo>
                  <a:pt x="0" y="4858"/>
                </a:lnTo>
                <a:lnTo>
                  <a:pt x="540" y="3238"/>
                </a:lnTo>
                <a:lnTo>
                  <a:pt x="1619" y="1619"/>
                </a:lnTo>
                <a:lnTo>
                  <a:pt x="3238" y="540"/>
                </a:lnTo>
                <a:lnTo>
                  <a:pt x="4858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30"/>
          <p:cNvSpPr/>
          <p:nvPr/>
        </p:nvSpPr>
        <p:spPr>
          <a:xfrm>
            <a:off x="6872192" y="4098290"/>
            <a:ext cx="9715" cy="24289"/>
          </a:xfrm>
          <a:custGeom>
            <a:avLst/>
            <a:gdLst/>
            <a:ahLst/>
            <a:cxnLst/>
            <a:rect l="0" t="0" r="r" b="b"/>
            <a:pathLst>
              <a:path w="9715" h="24289">
                <a:moveTo>
                  <a:pt x="4858" y="0"/>
                </a:moveTo>
                <a:lnTo>
                  <a:pt x="6477" y="540"/>
                </a:lnTo>
                <a:lnTo>
                  <a:pt x="8096" y="1619"/>
                </a:lnTo>
                <a:lnTo>
                  <a:pt x="9176" y="3238"/>
                </a:lnTo>
                <a:lnTo>
                  <a:pt x="9715" y="4858"/>
                </a:lnTo>
                <a:lnTo>
                  <a:pt x="9715" y="19431"/>
                </a:lnTo>
                <a:lnTo>
                  <a:pt x="9176" y="21050"/>
                </a:lnTo>
                <a:lnTo>
                  <a:pt x="8096" y="22669"/>
                </a:lnTo>
                <a:lnTo>
                  <a:pt x="6477" y="23749"/>
                </a:lnTo>
                <a:lnTo>
                  <a:pt x="4858" y="24289"/>
                </a:lnTo>
                <a:lnTo>
                  <a:pt x="4858" y="24289"/>
                </a:lnTo>
                <a:lnTo>
                  <a:pt x="3238" y="23749"/>
                </a:lnTo>
                <a:lnTo>
                  <a:pt x="1619" y="22669"/>
                </a:lnTo>
                <a:lnTo>
                  <a:pt x="540" y="21050"/>
                </a:lnTo>
                <a:lnTo>
                  <a:pt x="0" y="19431"/>
                </a:lnTo>
                <a:lnTo>
                  <a:pt x="0" y="4858"/>
                </a:lnTo>
                <a:lnTo>
                  <a:pt x="540" y="3238"/>
                </a:lnTo>
                <a:lnTo>
                  <a:pt x="1619" y="1619"/>
                </a:lnTo>
                <a:lnTo>
                  <a:pt x="3238" y="540"/>
                </a:lnTo>
                <a:lnTo>
                  <a:pt x="4858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31"/>
          <p:cNvSpPr/>
          <p:nvPr/>
        </p:nvSpPr>
        <p:spPr>
          <a:xfrm>
            <a:off x="6895941" y="4098290"/>
            <a:ext cx="9715" cy="24289"/>
          </a:xfrm>
          <a:custGeom>
            <a:avLst/>
            <a:gdLst/>
            <a:ahLst/>
            <a:cxnLst/>
            <a:rect l="0" t="0" r="r" b="b"/>
            <a:pathLst>
              <a:path w="9715" h="24289">
                <a:moveTo>
                  <a:pt x="4858" y="0"/>
                </a:moveTo>
                <a:lnTo>
                  <a:pt x="6477" y="540"/>
                </a:lnTo>
                <a:lnTo>
                  <a:pt x="8096" y="1619"/>
                </a:lnTo>
                <a:lnTo>
                  <a:pt x="9176" y="3238"/>
                </a:lnTo>
                <a:lnTo>
                  <a:pt x="9715" y="4858"/>
                </a:lnTo>
                <a:lnTo>
                  <a:pt x="9715" y="19431"/>
                </a:lnTo>
                <a:lnTo>
                  <a:pt x="9176" y="21050"/>
                </a:lnTo>
                <a:lnTo>
                  <a:pt x="8096" y="22669"/>
                </a:lnTo>
                <a:lnTo>
                  <a:pt x="6477" y="23749"/>
                </a:lnTo>
                <a:lnTo>
                  <a:pt x="4858" y="24289"/>
                </a:lnTo>
                <a:lnTo>
                  <a:pt x="4858" y="24289"/>
                </a:lnTo>
                <a:lnTo>
                  <a:pt x="3238" y="23749"/>
                </a:lnTo>
                <a:lnTo>
                  <a:pt x="1619" y="22669"/>
                </a:lnTo>
                <a:lnTo>
                  <a:pt x="540" y="21050"/>
                </a:lnTo>
                <a:lnTo>
                  <a:pt x="0" y="19431"/>
                </a:lnTo>
                <a:lnTo>
                  <a:pt x="0" y="4858"/>
                </a:lnTo>
                <a:lnTo>
                  <a:pt x="540" y="3238"/>
                </a:lnTo>
                <a:lnTo>
                  <a:pt x="1619" y="1619"/>
                </a:lnTo>
                <a:lnTo>
                  <a:pt x="3238" y="540"/>
                </a:lnTo>
                <a:lnTo>
                  <a:pt x="4858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Tekst: Market"/>
          <p:cNvSpPr txBox="1"/>
          <p:nvPr/>
        </p:nvSpPr>
        <p:spPr>
          <a:xfrm>
            <a:off x="7042844" y="4003675"/>
            <a:ext cx="618887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Market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35" name="Kształt 32"/>
          <p:cNvSpPr/>
          <p:nvPr/>
        </p:nvSpPr>
        <p:spPr>
          <a:xfrm>
            <a:off x="7851775" y="39147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33"/>
          <p:cNvSpPr/>
          <p:nvPr/>
        </p:nvSpPr>
        <p:spPr>
          <a:xfrm>
            <a:off x="7912099" y="3968750"/>
            <a:ext cx="215900" cy="215900"/>
          </a:xfrm>
          <a:prstGeom prst="ellipse">
            <a:avLst/>
          </a:pr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34"/>
          <p:cNvSpPr/>
          <p:nvPr/>
        </p:nvSpPr>
        <p:spPr>
          <a:xfrm>
            <a:off x="8000079" y="4022725"/>
            <a:ext cx="40481" cy="107950"/>
          </a:xfrm>
          <a:custGeom>
            <a:avLst/>
            <a:gdLst/>
            <a:ahLst/>
            <a:cxnLst/>
            <a:rect l="0" t="0" r="r" b="b"/>
            <a:pathLst>
              <a:path w="40481" h="107950">
                <a:moveTo>
                  <a:pt x="29686" y="0"/>
                </a:moveTo>
                <a:lnTo>
                  <a:pt x="33464" y="1079"/>
                </a:lnTo>
                <a:lnTo>
                  <a:pt x="37243" y="3238"/>
                </a:lnTo>
                <a:lnTo>
                  <a:pt x="39402" y="6477"/>
                </a:lnTo>
                <a:lnTo>
                  <a:pt x="40481" y="10795"/>
                </a:lnTo>
                <a:lnTo>
                  <a:pt x="40481" y="97155"/>
                </a:lnTo>
                <a:lnTo>
                  <a:pt x="39402" y="101473"/>
                </a:lnTo>
                <a:lnTo>
                  <a:pt x="37243" y="104711"/>
                </a:lnTo>
                <a:lnTo>
                  <a:pt x="33464" y="106870"/>
                </a:lnTo>
                <a:lnTo>
                  <a:pt x="29686" y="107950"/>
                </a:lnTo>
                <a:lnTo>
                  <a:pt x="10795" y="107950"/>
                </a:lnTo>
                <a:lnTo>
                  <a:pt x="6477" y="106870"/>
                </a:lnTo>
                <a:lnTo>
                  <a:pt x="2699" y="104711"/>
                </a:lnTo>
                <a:lnTo>
                  <a:pt x="540" y="101473"/>
                </a:lnTo>
                <a:lnTo>
                  <a:pt x="0" y="97155"/>
                </a:lnTo>
                <a:lnTo>
                  <a:pt x="0" y="10795"/>
                </a:lnTo>
                <a:lnTo>
                  <a:pt x="540" y="6477"/>
                </a:lnTo>
                <a:lnTo>
                  <a:pt x="2699" y="3238"/>
                </a:lnTo>
                <a:lnTo>
                  <a:pt x="6477" y="1079"/>
                </a:lnTo>
                <a:lnTo>
                  <a:pt x="1079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35"/>
          <p:cNvSpPr/>
          <p:nvPr/>
        </p:nvSpPr>
        <p:spPr>
          <a:xfrm>
            <a:off x="7966074" y="4056729"/>
            <a:ext cx="107950" cy="40481"/>
          </a:xfrm>
          <a:custGeom>
            <a:avLst/>
            <a:gdLst/>
            <a:ahLst/>
            <a:cxnLst/>
            <a:rect l="0" t="0" r="r" b="b"/>
            <a:pathLst>
              <a:path w="107950" h="40481">
                <a:moveTo>
                  <a:pt x="97155" y="0"/>
                </a:moveTo>
                <a:lnTo>
                  <a:pt x="101473" y="540"/>
                </a:lnTo>
                <a:lnTo>
                  <a:pt x="104711" y="2699"/>
                </a:lnTo>
                <a:lnTo>
                  <a:pt x="106870" y="6477"/>
                </a:lnTo>
                <a:lnTo>
                  <a:pt x="107950" y="10795"/>
                </a:lnTo>
                <a:lnTo>
                  <a:pt x="107950" y="29686"/>
                </a:lnTo>
                <a:lnTo>
                  <a:pt x="106870" y="33464"/>
                </a:lnTo>
                <a:lnTo>
                  <a:pt x="104711" y="37243"/>
                </a:lnTo>
                <a:lnTo>
                  <a:pt x="101473" y="39402"/>
                </a:lnTo>
                <a:lnTo>
                  <a:pt x="97155" y="40481"/>
                </a:lnTo>
                <a:lnTo>
                  <a:pt x="10795" y="40481"/>
                </a:lnTo>
                <a:lnTo>
                  <a:pt x="6477" y="39402"/>
                </a:lnTo>
                <a:lnTo>
                  <a:pt x="3238" y="37243"/>
                </a:lnTo>
                <a:lnTo>
                  <a:pt x="1079" y="33464"/>
                </a:lnTo>
                <a:lnTo>
                  <a:pt x="0" y="29686"/>
                </a:lnTo>
                <a:lnTo>
                  <a:pt x="0" y="10795"/>
                </a:lnTo>
                <a:lnTo>
                  <a:pt x="1079" y="6477"/>
                </a:lnTo>
                <a:lnTo>
                  <a:pt x="3238" y="2699"/>
                </a:lnTo>
                <a:lnTo>
                  <a:pt x="6477" y="540"/>
                </a:lnTo>
                <a:lnTo>
                  <a:pt x="1079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Tekst: Apteka"/>
          <p:cNvSpPr txBox="1"/>
          <p:nvPr/>
        </p:nvSpPr>
        <p:spPr>
          <a:xfrm>
            <a:off x="8184430" y="4003675"/>
            <a:ext cx="615494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Apteka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40" name="Kształt 36"/>
          <p:cNvSpPr/>
          <p:nvPr/>
        </p:nvSpPr>
        <p:spPr>
          <a:xfrm>
            <a:off x="8994775" y="39147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Kształt 37"/>
          <p:cNvSpPr/>
          <p:nvPr/>
        </p:nvSpPr>
        <p:spPr>
          <a:xfrm>
            <a:off x="9055099" y="3968750"/>
            <a:ext cx="215900" cy="215900"/>
          </a:xfrm>
          <a:prstGeom prst="ellipse">
            <a:avLst/>
          </a:prstGeom>
          <a:solidFill>
            <a:srgbClr val="6C72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Kształt 38"/>
          <p:cNvSpPr/>
          <p:nvPr/>
        </p:nvSpPr>
        <p:spPr>
          <a:xfrm>
            <a:off x="9117171" y="4019486"/>
            <a:ext cx="35084" cy="11874"/>
          </a:xfrm>
          <a:custGeom>
            <a:avLst/>
            <a:gdLst/>
            <a:ahLst/>
            <a:cxnLst/>
            <a:rect l="0" t="0" r="r" b="b"/>
            <a:pathLst>
              <a:path w="35084" h="11874">
                <a:moveTo>
                  <a:pt x="29146" y="0"/>
                </a:moveTo>
                <a:lnTo>
                  <a:pt x="31305" y="540"/>
                </a:lnTo>
                <a:lnTo>
                  <a:pt x="33464" y="1619"/>
                </a:lnTo>
                <a:lnTo>
                  <a:pt x="34544" y="3778"/>
                </a:lnTo>
                <a:lnTo>
                  <a:pt x="35084" y="5937"/>
                </a:lnTo>
                <a:lnTo>
                  <a:pt x="35084" y="5937"/>
                </a:lnTo>
                <a:lnTo>
                  <a:pt x="34544" y="8096"/>
                </a:lnTo>
                <a:lnTo>
                  <a:pt x="33464" y="10255"/>
                </a:lnTo>
                <a:lnTo>
                  <a:pt x="31305" y="11335"/>
                </a:lnTo>
                <a:lnTo>
                  <a:pt x="29146" y="11874"/>
                </a:lnTo>
                <a:lnTo>
                  <a:pt x="5937" y="11874"/>
                </a:lnTo>
                <a:lnTo>
                  <a:pt x="3778" y="11335"/>
                </a:lnTo>
                <a:lnTo>
                  <a:pt x="1619" y="10255"/>
                </a:lnTo>
                <a:lnTo>
                  <a:pt x="540" y="8096"/>
                </a:lnTo>
                <a:lnTo>
                  <a:pt x="0" y="5937"/>
                </a:lnTo>
                <a:lnTo>
                  <a:pt x="0" y="5937"/>
                </a:lnTo>
                <a:lnTo>
                  <a:pt x="540" y="3778"/>
                </a:lnTo>
                <a:lnTo>
                  <a:pt x="1619" y="1619"/>
                </a:lnTo>
                <a:lnTo>
                  <a:pt x="3778" y="540"/>
                </a:lnTo>
                <a:lnTo>
                  <a:pt x="593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ształt 39"/>
          <p:cNvSpPr/>
          <p:nvPr/>
        </p:nvSpPr>
        <p:spPr>
          <a:xfrm>
            <a:off x="9144158" y="4017327"/>
            <a:ext cx="37782" cy="20510"/>
          </a:xfrm>
          <a:custGeom>
            <a:avLst/>
            <a:gdLst/>
            <a:ahLst/>
            <a:cxnLst/>
            <a:rect l="0" t="0" r="r" b="b"/>
            <a:pathLst>
              <a:path w="37782" h="20510">
                <a:moveTo>
                  <a:pt x="30766" y="0"/>
                </a:moveTo>
                <a:lnTo>
                  <a:pt x="33464" y="540"/>
                </a:lnTo>
                <a:lnTo>
                  <a:pt x="35623" y="2159"/>
                </a:lnTo>
                <a:lnTo>
                  <a:pt x="37243" y="4318"/>
                </a:lnTo>
                <a:lnTo>
                  <a:pt x="37782" y="7017"/>
                </a:lnTo>
                <a:lnTo>
                  <a:pt x="37782" y="13494"/>
                </a:lnTo>
                <a:lnTo>
                  <a:pt x="37243" y="16192"/>
                </a:lnTo>
                <a:lnTo>
                  <a:pt x="35623" y="18351"/>
                </a:lnTo>
                <a:lnTo>
                  <a:pt x="33464" y="19971"/>
                </a:lnTo>
                <a:lnTo>
                  <a:pt x="30766" y="20510"/>
                </a:lnTo>
                <a:lnTo>
                  <a:pt x="7017" y="20510"/>
                </a:lnTo>
                <a:lnTo>
                  <a:pt x="4318" y="19971"/>
                </a:lnTo>
                <a:lnTo>
                  <a:pt x="2159" y="18351"/>
                </a:lnTo>
                <a:lnTo>
                  <a:pt x="540" y="16192"/>
                </a:lnTo>
                <a:lnTo>
                  <a:pt x="0" y="13494"/>
                </a:lnTo>
                <a:lnTo>
                  <a:pt x="0" y="7017"/>
                </a:lnTo>
                <a:lnTo>
                  <a:pt x="540" y="4318"/>
                </a:lnTo>
                <a:lnTo>
                  <a:pt x="2159" y="2159"/>
                </a:lnTo>
                <a:lnTo>
                  <a:pt x="4318" y="540"/>
                </a:lnTo>
                <a:lnTo>
                  <a:pt x="701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Kształt 40"/>
          <p:cNvSpPr/>
          <p:nvPr/>
        </p:nvSpPr>
        <p:spPr>
          <a:xfrm>
            <a:off x="9156572" y="4037838"/>
            <a:ext cx="13494" cy="15113"/>
          </a:xfrm>
          <a:custGeom>
            <a:avLst/>
            <a:gdLst/>
            <a:ahLst/>
            <a:cxnLst/>
            <a:rect l="0" t="0" r="r" b="b"/>
            <a:pathLst>
              <a:path w="13494" h="15113">
                <a:moveTo>
                  <a:pt x="0" y="0"/>
                </a:moveTo>
                <a:lnTo>
                  <a:pt x="13494" y="0"/>
                </a:lnTo>
                <a:lnTo>
                  <a:pt x="13494" y="15113"/>
                </a:lnTo>
                <a:lnTo>
                  <a:pt x="0" y="1511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Kształt 41"/>
          <p:cNvSpPr/>
          <p:nvPr/>
        </p:nvSpPr>
        <p:spPr>
          <a:xfrm>
            <a:off x="9144158" y="4052951"/>
            <a:ext cx="37782" cy="16192"/>
          </a:xfrm>
          <a:custGeom>
            <a:avLst/>
            <a:gdLst/>
            <a:ahLst/>
            <a:cxnLst/>
            <a:rect l="0" t="0" r="r" b="b"/>
            <a:pathLst>
              <a:path w="37782" h="16192">
                <a:moveTo>
                  <a:pt x="32385" y="0"/>
                </a:moveTo>
                <a:lnTo>
                  <a:pt x="34544" y="540"/>
                </a:lnTo>
                <a:lnTo>
                  <a:pt x="36163" y="1619"/>
                </a:lnTo>
                <a:lnTo>
                  <a:pt x="37243" y="3238"/>
                </a:lnTo>
                <a:lnTo>
                  <a:pt x="37782" y="5397"/>
                </a:lnTo>
                <a:lnTo>
                  <a:pt x="37782" y="10795"/>
                </a:lnTo>
                <a:lnTo>
                  <a:pt x="37243" y="12954"/>
                </a:lnTo>
                <a:lnTo>
                  <a:pt x="36163" y="14573"/>
                </a:lnTo>
                <a:lnTo>
                  <a:pt x="34544" y="15653"/>
                </a:lnTo>
                <a:lnTo>
                  <a:pt x="32385" y="16192"/>
                </a:lnTo>
                <a:lnTo>
                  <a:pt x="5397" y="16192"/>
                </a:lnTo>
                <a:lnTo>
                  <a:pt x="3238" y="15653"/>
                </a:lnTo>
                <a:lnTo>
                  <a:pt x="1619" y="14573"/>
                </a:lnTo>
                <a:lnTo>
                  <a:pt x="540" y="12954"/>
                </a:lnTo>
                <a:lnTo>
                  <a:pt x="0" y="10795"/>
                </a:lnTo>
                <a:lnTo>
                  <a:pt x="0" y="5397"/>
                </a:lnTo>
                <a:lnTo>
                  <a:pt x="540" y="3238"/>
                </a:lnTo>
                <a:lnTo>
                  <a:pt x="1619" y="1619"/>
                </a:lnTo>
                <a:lnTo>
                  <a:pt x="3238" y="540"/>
                </a:lnTo>
                <a:lnTo>
                  <a:pt x="5397" y="0"/>
                </a:lnTo>
                <a:close/>
              </a:path>
            </a:pathLst>
          </a:custGeom>
          <a:solidFill>
            <a:srgbClr val="BDC0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Kształt 42"/>
          <p:cNvSpPr/>
          <p:nvPr/>
        </p:nvSpPr>
        <p:spPr>
          <a:xfrm>
            <a:off x="9127966" y="4069143"/>
            <a:ext cx="70167" cy="66929"/>
          </a:xfrm>
          <a:custGeom>
            <a:avLst/>
            <a:gdLst/>
            <a:ahLst/>
            <a:cxnLst/>
            <a:rect l="0" t="0" r="r" b="b"/>
            <a:pathLst>
              <a:path w="70167" h="66929">
                <a:moveTo>
                  <a:pt x="52895" y="0"/>
                </a:moveTo>
                <a:lnTo>
                  <a:pt x="59372" y="1079"/>
                </a:lnTo>
                <a:lnTo>
                  <a:pt x="65310" y="4858"/>
                </a:lnTo>
                <a:lnTo>
                  <a:pt x="69088" y="10795"/>
                </a:lnTo>
                <a:lnTo>
                  <a:pt x="70167" y="17272"/>
                </a:lnTo>
                <a:lnTo>
                  <a:pt x="70167" y="49657"/>
                </a:lnTo>
                <a:lnTo>
                  <a:pt x="69088" y="56134"/>
                </a:lnTo>
                <a:lnTo>
                  <a:pt x="65310" y="62071"/>
                </a:lnTo>
                <a:lnTo>
                  <a:pt x="59372" y="65849"/>
                </a:lnTo>
                <a:lnTo>
                  <a:pt x="52895" y="66929"/>
                </a:lnTo>
                <a:lnTo>
                  <a:pt x="17272" y="66929"/>
                </a:lnTo>
                <a:lnTo>
                  <a:pt x="10795" y="65849"/>
                </a:lnTo>
                <a:lnTo>
                  <a:pt x="4858" y="62071"/>
                </a:lnTo>
                <a:lnTo>
                  <a:pt x="1079" y="56134"/>
                </a:lnTo>
                <a:lnTo>
                  <a:pt x="0" y="49657"/>
                </a:lnTo>
                <a:lnTo>
                  <a:pt x="0" y="17272"/>
                </a:lnTo>
                <a:lnTo>
                  <a:pt x="1079" y="10795"/>
                </a:lnTo>
                <a:lnTo>
                  <a:pt x="4858" y="4858"/>
                </a:lnTo>
                <a:lnTo>
                  <a:pt x="10795" y="1079"/>
                </a:lnTo>
                <a:lnTo>
                  <a:pt x="172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Kształt 43"/>
          <p:cNvSpPr/>
          <p:nvPr/>
        </p:nvSpPr>
        <p:spPr>
          <a:xfrm>
            <a:off x="9144158" y="4087495"/>
            <a:ext cx="37782" cy="32385"/>
          </a:xfrm>
          <a:custGeom>
            <a:avLst/>
            <a:gdLst/>
            <a:ahLst/>
            <a:cxnLst/>
            <a:rect l="0" t="0" r="r" b="b"/>
            <a:pathLst>
              <a:path w="37782" h="32385">
                <a:moveTo>
                  <a:pt x="31305" y="0"/>
                </a:moveTo>
                <a:lnTo>
                  <a:pt x="34004" y="540"/>
                </a:lnTo>
                <a:lnTo>
                  <a:pt x="35623" y="2159"/>
                </a:lnTo>
                <a:lnTo>
                  <a:pt x="37243" y="3778"/>
                </a:lnTo>
                <a:lnTo>
                  <a:pt x="37782" y="6477"/>
                </a:lnTo>
                <a:lnTo>
                  <a:pt x="37782" y="25908"/>
                </a:lnTo>
                <a:lnTo>
                  <a:pt x="37243" y="28607"/>
                </a:lnTo>
                <a:lnTo>
                  <a:pt x="35623" y="30226"/>
                </a:lnTo>
                <a:lnTo>
                  <a:pt x="34004" y="31845"/>
                </a:lnTo>
                <a:lnTo>
                  <a:pt x="31305" y="32385"/>
                </a:lnTo>
                <a:lnTo>
                  <a:pt x="6477" y="32385"/>
                </a:lnTo>
                <a:lnTo>
                  <a:pt x="3778" y="31845"/>
                </a:lnTo>
                <a:lnTo>
                  <a:pt x="2159" y="30226"/>
                </a:lnTo>
                <a:lnTo>
                  <a:pt x="540" y="28607"/>
                </a:lnTo>
                <a:lnTo>
                  <a:pt x="0" y="25908"/>
                </a:lnTo>
                <a:lnTo>
                  <a:pt x="0" y="6477"/>
                </a:lnTo>
                <a:lnTo>
                  <a:pt x="540" y="3778"/>
                </a:lnTo>
                <a:lnTo>
                  <a:pt x="2159" y="2159"/>
                </a:lnTo>
                <a:lnTo>
                  <a:pt x="3778" y="540"/>
                </a:lnTo>
                <a:lnTo>
                  <a:pt x="6477" y="0"/>
                </a:lnTo>
                <a:close/>
              </a:path>
            </a:pathLst>
          </a:custGeom>
          <a:solidFill>
            <a:srgbClr val="BDC0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Kształt 44"/>
          <p:cNvSpPr/>
          <p:nvPr/>
        </p:nvSpPr>
        <p:spPr>
          <a:xfrm>
            <a:off x="9154953" y="4093432"/>
            <a:ext cx="16192" cy="22130"/>
          </a:xfrm>
          <a:custGeom>
            <a:avLst/>
            <a:gdLst/>
            <a:ahLst/>
            <a:cxnLst/>
            <a:rect l="0" t="0" r="r" b="b"/>
            <a:pathLst>
              <a:path w="16192" h="22130">
                <a:moveTo>
                  <a:pt x="8096" y="0"/>
                </a:moveTo>
                <a:lnTo>
                  <a:pt x="14573" y="9176"/>
                </a:lnTo>
                <a:lnTo>
                  <a:pt x="16192" y="12414"/>
                </a:lnTo>
                <a:lnTo>
                  <a:pt x="15653" y="16192"/>
                </a:lnTo>
                <a:lnTo>
                  <a:pt x="14033" y="19431"/>
                </a:lnTo>
                <a:lnTo>
                  <a:pt x="11335" y="21590"/>
                </a:lnTo>
                <a:lnTo>
                  <a:pt x="8096" y="22130"/>
                </a:lnTo>
                <a:lnTo>
                  <a:pt x="4858" y="21590"/>
                </a:lnTo>
                <a:lnTo>
                  <a:pt x="2159" y="19431"/>
                </a:lnTo>
                <a:lnTo>
                  <a:pt x="540" y="16192"/>
                </a:lnTo>
                <a:lnTo>
                  <a:pt x="0" y="12414"/>
                </a:lnTo>
                <a:lnTo>
                  <a:pt x="1619" y="9176"/>
                </a:lnTo>
                <a:close/>
              </a:path>
            </a:pathLst>
          </a:custGeom>
          <a:solidFill>
            <a:srgbClr val="6C72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Tekst: Drogeria"/>
          <p:cNvSpPr txBox="1"/>
          <p:nvPr/>
        </p:nvSpPr>
        <p:spPr>
          <a:xfrm>
            <a:off x="9329713" y="4003675"/>
            <a:ext cx="712411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Drogeria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50" name="Kształt 45"/>
          <p:cNvSpPr/>
          <p:nvPr/>
        </p:nvSpPr>
        <p:spPr>
          <a:xfrm>
            <a:off x="10137775" y="39147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46"/>
          <p:cNvSpPr/>
          <p:nvPr/>
        </p:nvSpPr>
        <p:spPr>
          <a:xfrm>
            <a:off x="10198099" y="3968750"/>
            <a:ext cx="215900" cy="215900"/>
          </a:xfrm>
          <a:prstGeom prst="ellipse">
            <a:avLst/>
          </a:pr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47"/>
          <p:cNvSpPr/>
          <p:nvPr/>
        </p:nvSpPr>
        <p:spPr>
          <a:xfrm>
            <a:off x="10249376" y="4033520"/>
            <a:ext cx="113347" cy="91757"/>
          </a:xfrm>
          <a:custGeom>
            <a:avLst/>
            <a:gdLst/>
            <a:ahLst/>
            <a:cxnLst/>
            <a:rect l="0" t="0" r="r" b="b"/>
            <a:pathLst>
              <a:path w="113347" h="91757">
                <a:moveTo>
                  <a:pt x="0" y="48577"/>
                </a:moveTo>
                <a:lnTo>
                  <a:pt x="540" y="41021"/>
                </a:lnTo>
                <a:lnTo>
                  <a:pt x="2699" y="33464"/>
                </a:lnTo>
                <a:lnTo>
                  <a:pt x="5937" y="26448"/>
                </a:lnTo>
                <a:lnTo>
                  <a:pt x="10795" y="19971"/>
                </a:lnTo>
                <a:lnTo>
                  <a:pt x="16732" y="14033"/>
                </a:lnTo>
                <a:lnTo>
                  <a:pt x="23209" y="9176"/>
                </a:lnTo>
                <a:lnTo>
                  <a:pt x="30766" y="5397"/>
                </a:lnTo>
                <a:lnTo>
                  <a:pt x="39402" y="2159"/>
                </a:lnTo>
                <a:lnTo>
                  <a:pt x="48038" y="540"/>
                </a:lnTo>
                <a:lnTo>
                  <a:pt x="56674" y="0"/>
                </a:lnTo>
                <a:lnTo>
                  <a:pt x="65310" y="540"/>
                </a:lnTo>
                <a:lnTo>
                  <a:pt x="73946" y="2159"/>
                </a:lnTo>
                <a:lnTo>
                  <a:pt x="82582" y="5397"/>
                </a:lnTo>
                <a:lnTo>
                  <a:pt x="90138" y="9176"/>
                </a:lnTo>
                <a:lnTo>
                  <a:pt x="96615" y="14033"/>
                </a:lnTo>
                <a:lnTo>
                  <a:pt x="102552" y="19971"/>
                </a:lnTo>
                <a:lnTo>
                  <a:pt x="107410" y="26448"/>
                </a:lnTo>
                <a:lnTo>
                  <a:pt x="110649" y="33464"/>
                </a:lnTo>
                <a:lnTo>
                  <a:pt x="112808" y="41021"/>
                </a:lnTo>
                <a:lnTo>
                  <a:pt x="113347" y="48577"/>
                </a:lnTo>
                <a:lnTo>
                  <a:pt x="113347" y="80962"/>
                </a:lnTo>
                <a:lnTo>
                  <a:pt x="112268" y="85280"/>
                </a:lnTo>
                <a:lnTo>
                  <a:pt x="110109" y="88519"/>
                </a:lnTo>
                <a:lnTo>
                  <a:pt x="106870" y="90678"/>
                </a:lnTo>
                <a:lnTo>
                  <a:pt x="102552" y="91757"/>
                </a:lnTo>
                <a:lnTo>
                  <a:pt x="10795" y="91757"/>
                </a:lnTo>
                <a:lnTo>
                  <a:pt x="6477" y="90678"/>
                </a:lnTo>
                <a:lnTo>
                  <a:pt x="3238" y="88519"/>
                </a:lnTo>
                <a:lnTo>
                  <a:pt x="1079" y="85280"/>
                </a:lnTo>
                <a:lnTo>
                  <a:pt x="0" y="8096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48"/>
          <p:cNvSpPr/>
          <p:nvPr/>
        </p:nvSpPr>
        <p:spPr>
          <a:xfrm>
            <a:off x="10264489" y="4055650"/>
            <a:ext cx="24828" cy="31305"/>
          </a:xfrm>
          <a:custGeom>
            <a:avLst/>
            <a:gdLst/>
            <a:ahLst/>
            <a:cxnLst/>
            <a:rect l="0" t="0" r="r" b="b"/>
            <a:pathLst>
              <a:path w="24828" h="31305">
                <a:moveTo>
                  <a:pt x="23209" y="540"/>
                </a:moveTo>
                <a:lnTo>
                  <a:pt x="24289" y="2159"/>
                </a:lnTo>
                <a:lnTo>
                  <a:pt x="24828" y="3778"/>
                </a:lnTo>
                <a:lnTo>
                  <a:pt x="24828" y="5397"/>
                </a:lnTo>
                <a:lnTo>
                  <a:pt x="24289" y="7556"/>
                </a:lnTo>
                <a:lnTo>
                  <a:pt x="8636" y="29686"/>
                </a:lnTo>
                <a:lnTo>
                  <a:pt x="7017" y="30766"/>
                </a:lnTo>
                <a:lnTo>
                  <a:pt x="5397" y="31305"/>
                </a:lnTo>
                <a:lnTo>
                  <a:pt x="3778" y="31305"/>
                </a:lnTo>
                <a:lnTo>
                  <a:pt x="1619" y="30766"/>
                </a:lnTo>
                <a:lnTo>
                  <a:pt x="1619" y="30766"/>
                </a:lnTo>
                <a:lnTo>
                  <a:pt x="540" y="29146"/>
                </a:lnTo>
                <a:lnTo>
                  <a:pt x="0" y="27527"/>
                </a:lnTo>
                <a:lnTo>
                  <a:pt x="0" y="25908"/>
                </a:lnTo>
                <a:lnTo>
                  <a:pt x="540" y="23749"/>
                </a:lnTo>
                <a:lnTo>
                  <a:pt x="16192" y="1619"/>
                </a:lnTo>
                <a:lnTo>
                  <a:pt x="17812" y="540"/>
                </a:lnTo>
                <a:lnTo>
                  <a:pt x="19431" y="0"/>
                </a:lnTo>
                <a:lnTo>
                  <a:pt x="21050" y="0"/>
                </a:lnTo>
                <a:lnTo>
                  <a:pt x="23209" y="54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49"/>
          <p:cNvSpPr/>
          <p:nvPr/>
        </p:nvSpPr>
        <p:spPr>
          <a:xfrm>
            <a:off x="10293635" y="4048093"/>
            <a:ext cx="24828" cy="31305"/>
          </a:xfrm>
          <a:custGeom>
            <a:avLst/>
            <a:gdLst/>
            <a:ahLst/>
            <a:cxnLst/>
            <a:rect l="0" t="0" r="r" b="b"/>
            <a:pathLst>
              <a:path w="24828" h="31305">
                <a:moveTo>
                  <a:pt x="23209" y="540"/>
                </a:moveTo>
                <a:lnTo>
                  <a:pt x="24289" y="2159"/>
                </a:lnTo>
                <a:lnTo>
                  <a:pt x="24828" y="3778"/>
                </a:lnTo>
                <a:lnTo>
                  <a:pt x="24828" y="5397"/>
                </a:lnTo>
                <a:lnTo>
                  <a:pt x="24289" y="7556"/>
                </a:lnTo>
                <a:lnTo>
                  <a:pt x="8636" y="29686"/>
                </a:lnTo>
                <a:lnTo>
                  <a:pt x="7017" y="30766"/>
                </a:lnTo>
                <a:lnTo>
                  <a:pt x="5397" y="31305"/>
                </a:lnTo>
                <a:lnTo>
                  <a:pt x="3778" y="31305"/>
                </a:lnTo>
                <a:lnTo>
                  <a:pt x="1619" y="30766"/>
                </a:lnTo>
                <a:lnTo>
                  <a:pt x="1619" y="30766"/>
                </a:lnTo>
                <a:lnTo>
                  <a:pt x="540" y="29146"/>
                </a:lnTo>
                <a:lnTo>
                  <a:pt x="0" y="27527"/>
                </a:lnTo>
                <a:lnTo>
                  <a:pt x="0" y="25908"/>
                </a:lnTo>
                <a:lnTo>
                  <a:pt x="540" y="23749"/>
                </a:lnTo>
                <a:lnTo>
                  <a:pt x="16192" y="1619"/>
                </a:lnTo>
                <a:lnTo>
                  <a:pt x="17812" y="540"/>
                </a:lnTo>
                <a:lnTo>
                  <a:pt x="19431" y="0"/>
                </a:lnTo>
                <a:lnTo>
                  <a:pt x="21050" y="0"/>
                </a:lnTo>
                <a:lnTo>
                  <a:pt x="23209" y="54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Kształt 50"/>
          <p:cNvSpPr/>
          <p:nvPr/>
        </p:nvSpPr>
        <p:spPr>
          <a:xfrm>
            <a:off x="10322782" y="4055650"/>
            <a:ext cx="24828" cy="31305"/>
          </a:xfrm>
          <a:custGeom>
            <a:avLst/>
            <a:gdLst/>
            <a:ahLst/>
            <a:cxnLst/>
            <a:rect l="0" t="0" r="r" b="b"/>
            <a:pathLst>
              <a:path w="24828" h="31305">
                <a:moveTo>
                  <a:pt x="23209" y="540"/>
                </a:moveTo>
                <a:lnTo>
                  <a:pt x="24289" y="2159"/>
                </a:lnTo>
                <a:lnTo>
                  <a:pt x="24828" y="3778"/>
                </a:lnTo>
                <a:lnTo>
                  <a:pt x="24828" y="5397"/>
                </a:lnTo>
                <a:lnTo>
                  <a:pt x="24289" y="7556"/>
                </a:lnTo>
                <a:lnTo>
                  <a:pt x="8636" y="29686"/>
                </a:lnTo>
                <a:lnTo>
                  <a:pt x="7017" y="30766"/>
                </a:lnTo>
                <a:lnTo>
                  <a:pt x="5397" y="31305"/>
                </a:lnTo>
                <a:lnTo>
                  <a:pt x="3778" y="31305"/>
                </a:lnTo>
                <a:lnTo>
                  <a:pt x="1619" y="30766"/>
                </a:lnTo>
                <a:lnTo>
                  <a:pt x="1619" y="30766"/>
                </a:lnTo>
                <a:lnTo>
                  <a:pt x="540" y="29146"/>
                </a:lnTo>
                <a:lnTo>
                  <a:pt x="0" y="27527"/>
                </a:lnTo>
                <a:lnTo>
                  <a:pt x="0" y="25908"/>
                </a:lnTo>
                <a:lnTo>
                  <a:pt x="540" y="23749"/>
                </a:lnTo>
                <a:lnTo>
                  <a:pt x="16192" y="1619"/>
                </a:lnTo>
                <a:lnTo>
                  <a:pt x="17812" y="540"/>
                </a:lnTo>
                <a:lnTo>
                  <a:pt x="19431" y="0"/>
                </a:lnTo>
                <a:lnTo>
                  <a:pt x="21050" y="0"/>
                </a:lnTo>
                <a:lnTo>
                  <a:pt x="23209" y="54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Tekst: Piekarnia"/>
          <p:cNvSpPr txBox="1"/>
          <p:nvPr/>
        </p:nvSpPr>
        <p:spPr>
          <a:xfrm>
            <a:off x="10470455" y="4003675"/>
            <a:ext cx="752713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Piekarnia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57" name="Kształt 51"/>
          <p:cNvSpPr/>
          <p:nvPr/>
        </p:nvSpPr>
        <p:spPr>
          <a:xfrm>
            <a:off x="6708775" y="43211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52"/>
          <p:cNvSpPr/>
          <p:nvPr/>
        </p:nvSpPr>
        <p:spPr>
          <a:xfrm>
            <a:off x="6769099" y="4375150"/>
            <a:ext cx="215900" cy="215900"/>
          </a:xfrm>
          <a:prstGeom prst="ellipse">
            <a:avLst/>
          </a:prstGeom>
          <a:solidFill>
            <a:srgbClr val="D9668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53"/>
          <p:cNvSpPr/>
          <p:nvPr/>
        </p:nvSpPr>
        <p:spPr>
          <a:xfrm>
            <a:off x="6872192" y="4493895"/>
            <a:ext cx="9715" cy="48577"/>
          </a:xfrm>
          <a:custGeom>
            <a:avLst/>
            <a:gdLst/>
            <a:ahLst/>
            <a:cxnLst/>
            <a:rect l="0" t="0" r="r" b="b"/>
            <a:pathLst>
              <a:path w="9715" h="48577">
                <a:moveTo>
                  <a:pt x="0" y="0"/>
                </a:moveTo>
                <a:lnTo>
                  <a:pt x="9715" y="0"/>
                </a:lnTo>
                <a:lnTo>
                  <a:pt x="9715" y="48577"/>
                </a:lnTo>
                <a:lnTo>
                  <a:pt x="0" y="4857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54"/>
          <p:cNvSpPr/>
          <p:nvPr/>
        </p:nvSpPr>
        <p:spPr>
          <a:xfrm>
            <a:off x="6840346" y="4500911"/>
            <a:ext cx="36703" cy="41021"/>
          </a:xfrm>
          <a:custGeom>
            <a:avLst/>
            <a:gdLst/>
            <a:ahLst/>
            <a:cxnLst/>
            <a:rect l="0" t="0" r="r" b="b"/>
            <a:pathLst>
              <a:path w="36703" h="41021">
                <a:moveTo>
                  <a:pt x="26987" y="13494"/>
                </a:moveTo>
                <a:lnTo>
                  <a:pt x="30766" y="18351"/>
                </a:lnTo>
                <a:lnTo>
                  <a:pt x="34004" y="23749"/>
                </a:lnTo>
                <a:lnTo>
                  <a:pt x="35623" y="28607"/>
                </a:lnTo>
                <a:lnTo>
                  <a:pt x="36703" y="33464"/>
                </a:lnTo>
                <a:lnTo>
                  <a:pt x="36163" y="37243"/>
                </a:lnTo>
                <a:lnTo>
                  <a:pt x="34544" y="39402"/>
                </a:lnTo>
                <a:lnTo>
                  <a:pt x="31305" y="41021"/>
                </a:lnTo>
                <a:lnTo>
                  <a:pt x="28067" y="40481"/>
                </a:lnTo>
                <a:lnTo>
                  <a:pt x="23749" y="38862"/>
                </a:lnTo>
                <a:lnTo>
                  <a:pt x="18891" y="36163"/>
                </a:lnTo>
                <a:lnTo>
                  <a:pt x="14033" y="32385"/>
                </a:lnTo>
                <a:lnTo>
                  <a:pt x="9715" y="27527"/>
                </a:lnTo>
                <a:lnTo>
                  <a:pt x="5937" y="22669"/>
                </a:lnTo>
                <a:lnTo>
                  <a:pt x="2699" y="17272"/>
                </a:lnTo>
                <a:lnTo>
                  <a:pt x="1079" y="12414"/>
                </a:lnTo>
                <a:lnTo>
                  <a:pt x="0" y="7556"/>
                </a:lnTo>
                <a:lnTo>
                  <a:pt x="540" y="3778"/>
                </a:lnTo>
                <a:lnTo>
                  <a:pt x="2159" y="1619"/>
                </a:lnTo>
                <a:lnTo>
                  <a:pt x="5397" y="0"/>
                </a:lnTo>
                <a:lnTo>
                  <a:pt x="8636" y="540"/>
                </a:lnTo>
                <a:lnTo>
                  <a:pt x="12954" y="2159"/>
                </a:lnTo>
                <a:lnTo>
                  <a:pt x="17812" y="4858"/>
                </a:lnTo>
                <a:lnTo>
                  <a:pt x="22669" y="863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55"/>
          <p:cNvSpPr/>
          <p:nvPr/>
        </p:nvSpPr>
        <p:spPr>
          <a:xfrm>
            <a:off x="6877049" y="4495514"/>
            <a:ext cx="36703" cy="41021"/>
          </a:xfrm>
          <a:custGeom>
            <a:avLst/>
            <a:gdLst/>
            <a:ahLst/>
            <a:cxnLst/>
            <a:rect l="0" t="0" r="r" b="b"/>
            <a:pathLst>
              <a:path w="36703" h="41021">
                <a:moveTo>
                  <a:pt x="26987" y="27527"/>
                </a:moveTo>
                <a:lnTo>
                  <a:pt x="22669" y="32385"/>
                </a:lnTo>
                <a:lnTo>
                  <a:pt x="17812" y="36163"/>
                </a:lnTo>
                <a:lnTo>
                  <a:pt x="12954" y="38862"/>
                </a:lnTo>
                <a:lnTo>
                  <a:pt x="8636" y="40481"/>
                </a:lnTo>
                <a:lnTo>
                  <a:pt x="5397" y="41021"/>
                </a:lnTo>
                <a:lnTo>
                  <a:pt x="2159" y="39402"/>
                </a:lnTo>
                <a:lnTo>
                  <a:pt x="540" y="37243"/>
                </a:lnTo>
                <a:lnTo>
                  <a:pt x="0" y="33464"/>
                </a:lnTo>
                <a:lnTo>
                  <a:pt x="1079" y="28607"/>
                </a:lnTo>
                <a:lnTo>
                  <a:pt x="2699" y="23749"/>
                </a:lnTo>
                <a:lnTo>
                  <a:pt x="5937" y="18351"/>
                </a:lnTo>
                <a:lnTo>
                  <a:pt x="9715" y="13494"/>
                </a:lnTo>
                <a:lnTo>
                  <a:pt x="14033" y="8636"/>
                </a:lnTo>
                <a:lnTo>
                  <a:pt x="18891" y="4858"/>
                </a:lnTo>
                <a:lnTo>
                  <a:pt x="23749" y="2159"/>
                </a:lnTo>
                <a:lnTo>
                  <a:pt x="28067" y="540"/>
                </a:lnTo>
                <a:lnTo>
                  <a:pt x="31305" y="0"/>
                </a:lnTo>
                <a:lnTo>
                  <a:pt x="34544" y="1619"/>
                </a:lnTo>
                <a:lnTo>
                  <a:pt x="36163" y="3778"/>
                </a:lnTo>
                <a:lnTo>
                  <a:pt x="36703" y="7556"/>
                </a:lnTo>
                <a:lnTo>
                  <a:pt x="35623" y="12414"/>
                </a:lnTo>
                <a:lnTo>
                  <a:pt x="34004" y="17272"/>
                </a:lnTo>
                <a:lnTo>
                  <a:pt x="30766" y="2266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56"/>
          <p:cNvSpPr/>
          <p:nvPr/>
        </p:nvSpPr>
        <p:spPr>
          <a:xfrm>
            <a:off x="6841966" y="4423727"/>
            <a:ext cx="70167" cy="75565"/>
          </a:xfrm>
          <a:custGeom>
            <a:avLst/>
            <a:gdLst/>
            <a:ahLst/>
            <a:cxnLst/>
            <a:rect l="0" t="0" r="r" b="b"/>
            <a:pathLst>
              <a:path w="70167" h="75565">
                <a:moveTo>
                  <a:pt x="0" y="8096"/>
                </a:moveTo>
                <a:lnTo>
                  <a:pt x="17812" y="25908"/>
                </a:lnTo>
                <a:lnTo>
                  <a:pt x="35084" y="0"/>
                </a:lnTo>
                <a:lnTo>
                  <a:pt x="52356" y="25908"/>
                </a:lnTo>
                <a:lnTo>
                  <a:pt x="70167" y="8096"/>
                </a:lnTo>
                <a:lnTo>
                  <a:pt x="70167" y="43180"/>
                </a:lnTo>
                <a:lnTo>
                  <a:pt x="69088" y="51816"/>
                </a:lnTo>
                <a:lnTo>
                  <a:pt x="65310" y="59372"/>
                </a:lnTo>
                <a:lnTo>
                  <a:pt x="59912" y="65849"/>
                </a:lnTo>
                <a:lnTo>
                  <a:pt x="52895" y="71247"/>
                </a:lnTo>
                <a:lnTo>
                  <a:pt x="44259" y="74485"/>
                </a:lnTo>
                <a:lnTo>
                  <a:pt x="35084" y="75565"/>
                </a:lnTo>
                <a:lnTo>
                  <a:pt x="25908" y="74485"/>
                </a:lnTo>
                <a:lnTo>
                  <a:pt x="17812" y="71247"/>
                </a:lnTo>
                <a:lnTo>
                  <a:pt x="10255" y="65849"/>
                </a:lnTo>
                <a:lnTo>
                  <a:pt x="4858" y="59372"/>
                </a:lnTo>
                <a:lnTo>
                  <a:pt x="1079" y="51816"/>
                </a:lnTo>
                <a:lnTo>
                  <a:pt x="0" y="431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57"/>
          <p:cNvSpPr/>
          <p:nvPr/>
        </p:nvSpPr>
        <p:spPr>
          <a:xfrm>
            <a:off x="6859777" y="4423727"/>
            <a:ext cx="34544" cy="64770"/>
          </a:xfrm>
          <a:custGeom>
            <a:avLst/>
            <a:gdLst/>
            <a:ahLst/>
            <a:cxnLst/>
            <a:rect l="0" t="0" r="r" b="b"/>
            <a:pathLst>
              <a:path w="34544" h="64770">
                <a:moveTo>
                  <a:pt x="0" y="25908"/>
                </a:moveTo>
                <a:lnTo>
                  <a:pt x="17272" y="0"/>
                </a:lnTo>
                <a:lnTo>
                  <a:pt x="34544" y="25908"/>
                </a:lnTo>
                <a:lnTo>
                  <a:pt x="33464" y="45879"/>
                </a:lnTo>
                <a:lnTo>
                  <a:pt x="17272" y="64770"/>
                </a:lnTo>
                <a:lnTo>
                  <a:pt x="1079" y="45879"/>
                </a:lnTo>
                <a:close/>
              </a:path>
            </a:pathLst>
          </a:custGeom>
          <a:solidFill>
            <a:srgbClr val="EEB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Tekst: Kwiaciarnia"/>
          <p:cNvSpPr txBox="1"/>
          <p:nvPr/>
        </p:nvSpPr>
        <p:spPr>
          <a:xfrm>
            <a:off x="7041728" y="4410075"/>
            <a:ext cx="898148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Kwiaciarnia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65" name="Kształt 58"/>
          <p:cNvSpPr/>
          <p:nvPr/>
        </p:nvSpPr>
        <p:spPr>
          <a:xfrm>
            <a:off x="7851775" y="43211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59"/>
          <p:cNvSpPr/>
          <p:nvPr/>
        </p:nvSpPr>
        <p:spPr>
          <a:xfrm>
            <a:off x="7912099" y="4375150"/>
            <a:ext cx="215900" cy="215900"/>
          </a:xfrm>
          <a:prstGeom prst="ellipse">
            <a:avLst/>
          </a:prstGeom>
          <a:solidFill>
            <a:srgbClr val="3A8FC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60"/>
          <p:cNvSpPr/>
          <p:nvPr/>
        </p:nvSpPr>
        <p:spPr>
          <a:xfrm>
            <a:off x="8023288" y="4410773"/>
            <a:ext cx="22669" cy="44259"/>
          </a:xfrm>
          <a:custGeom>
            <a:avLst/>
            <a:gdLst/>
            <a:ahLst/>
            <a:cxnLst/>
            <a:rect l="0" t="0" r="r" b="b"/>
            <a:pathLst>
              <a:path w="22669" h="44259">
                <a:moveTo>
                  <a:pt x="13494" y="0"/>
                </a:moveTo>
                <a:lnTo>
                  <a:pt x="22669" y="3238"/>
                </a:lnTo>
                <a:lnTo>
                  <a:pt x="9715" y="44259"/>
                </a:lnTo>
                <a:lnTo>
                  <a:pt x="0" y="4102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61"/>
          <p:cNvSpPr/>
          <p:nvPr/>
        </p:nvSpPr>
        <p:spPr>
          <a:xfrm>
            <a:off x="7987664" y="4445317"/>
            <a:ext cx="64770" cy="12954"/>
          </a:xfrm>
          <a:custGeom>
            <a:avLst/>
            <a:gdLst/>
            <a:ahLst/>
            <a:cxnLst/>
            <a:rect l="0" t="0" r="r" b="b"/>
            <a:pathLst>
              <a:path w="64770" h="12954">
                <a:moveTo>
                  <a:pt x="0" y="12954"/>
                </a:moveTo>
                <a:lnTo>
                  <a:pt x="8096" y="0"/>
                </a:lnTo>
                <a:lnTo>
                  <a:pt x="56674" y="0"/>
                </a:lnTo>
                <a:lnTo>
                  <a:pt x="64770" y="1295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62"/>
          <p:cNvSpPr/>
          <p:nvPr/>
        </p:nvSpPr>
        <p:spPr>
          <a:xfrm>
            <a:off x="7976869" y="4456112"/>
            <a:ext cx="86360" cy="16192"/>
          </a:xfrm>
          <a:custGeom>
            <a:avLst/>
            <a:gdLst/>
            <a:ahLst/>
            <a:cxnLst/>
            <a:rect l="0" t="0" r="r" b="b"/>
            <a:pathLst>
              <a:path w="86360" h="16192">
                <a:moveTo>
                  <a:pt x="78803" y="0"/>
                </a:moveTo>
                <a:lnTo>
                  <a:pt x="81502" y="540"/>
                </a:lnTo>
                <a:lnTo>
                  <a:pt x="84201" y="2159"/>
                </a:lnTo>
                <a:lnTo>
                  <a:pt x="85820" y="4858"/>
                </a:lnTo>
                <a:lnTo>
                  <a:pt x="86360" y="7556"/>
                </a:lnTo>
                <a:lnTo>
                  <a:pt x="86360" y="8636"/>
                </a:lnTo>
                <a:lnTo>
                  <a:pt x="85820" y="11335"/>
                </a:lnTo>
                <a:lnTo>
                  <a:pt x="84201" y="14033"/>
                </a:lnTo>
                <a:lnTo>
                  <a:pt x="81502" y="15653"/>
                </a:lnTo>
                <a:lnTo>
                  <a:pt x="78803" y="16192"/>
                </a:lnTo>
                <a:lnTo>
                  <a:pt x="7556" y="16192"/>
                </a:lnTo>
                <a:lnTo>
                  <a:pt x="4858" y="15653"/>
                </a:lnTo>
                <a:lnTo>
                  <a:pt x="2159" y="14033"/>
                </a:lnTo>
                <a:lnTo>
                  <a:pt x="540" y="11335"/>
                </a:lnTo>
                <a:lnTo>
                  <a:pt x="0" y="8636"/>
                </a:lnTo>
                <a:lnTo>
                  <a:pt x="0" y="7556"/>
                </a:lnTo>
                <a:lnTo>
                  <a:pt x="540" y="4858"/>
                </a:lnTo>
                <a:lnTo>
                  <a:pt x="2159" y="2159"/>
                </a:lnTo>
                <a:lnTo>
                  <a:pt x="4858" y="540"/>
                </a:lnTo>
                <a:lnTo>
                  <a:pt x="755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63"/>
          <p:cNvSpPr/>
          <p:nvPr/>
        </p:nvSpPr>
        <p:spPr>
          <a:xfrm>
            <a:off x="7982267" y="4477702"/>
            <a:ext cx="75565" cy="72866"/>
          </a:xfrm>
          <a:custGeom>
            <a:avLst/>
            <a:gdLst/>
            <a:ahLst/>
            <a:cxnLst/>
            <a:rect l="0" t="0" r="r" b="b"/>
            <a:pathLst>
              <a:path w="75565" h="72866">
                <a:moveTo>
                  <a:pt x="0" y="0"/>
                </a:moveTo>
                <a:lnTo>
                  <a:pt x="75565" y="0"/>
                </a:lnTo>
                <a:lnTo>
                  <a:pt x="66389" y="72866"/>
                </a:lnTo>
                <a:lnTo>
                  <a:pt x="9176" y="728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64"/>
          <p:cNvSpPr/>
          <p:nvPr/>
        </p:nvSpPr>
        <p:spPr>
          <a:xfrm>
            <a:off x="7984966" y="4499292"/>
            <a:ext cx="70167" cy="24289"/>
          </a:xfrm>
          <a:custGeom>
            <a:avLst/>
            <a:gdLst/>
            <a:ahLst/>
            <a:cxnLst/>
            <a:rect l="0" t="0" r="r" b="b"/>
            <a:pathLst>
              <a:path w="70167" h="24289">
                <a:moveTo>
                  <a:pt x="0" y="0"/>
                </a:moveTo>
                <a:lnTo>
                  <a:pt x="70167" y="0"/>
                </a:lnTo>
                <a:lnTo>
                  <a:pt x="66929" y="24289"/>
                </a:lnTo>
                <a:lnTo>
                  <a:pt x="3238" y="24289"/>
                </a:lnTo>
                <a:close/>
              </a:path>
            </a:pathLst>
          </a:custGeom>
          <a:solidFill>
            <a:srgbClr val="A6CD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Tekst: Napoje"/>
          <p:cNvSpPr txBox="1"/>
          <p:nvPr/>
        </p:nvSpPr>
        <p:spPr>
          <a:xfrm>
            <a:off x="8184257" y="4410075"/>
            <a:ext cx="615077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Napoje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73" name="Kształt 65"/>
          <p:cNvSpPr/>
          <p:nvPr/>
        </p:nvSpPr>
        <p:spPr>
          <a:xfrm>
            <a:off x="8994775" y="43211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Kształt 66"/>
          <p:cNvSpPr/>
          <p:nvPr/>
        </p:nvSpPr>
        <p:spPr>
          <a:xfrm>
            <a:off x="9055099" y="4375150"/>
            <a:ext cx="215900" cy="215900"/>
          </a:xfrm>
          <a:prstGeom prst="ellipse">
            <a:avLst/>
          </a:prstGeom>
          <a:solidFill>
            <a:srgbClr val="8A6D3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Kształt 67"/>
          <p:cNvSpPr/>
          <p:nvPr/>
        </p:nvSpPr>
        <p:spPr>
          <a:xfrm>
            <a:off x="9132823" y="4482560"/>
            <a:ext cx="60452" cy="49657"/>
          </a:xfrm>
          <a:custGeom>
            <a:avLst/>
            <a:gdLst/>
            <a:ahLst/>
            <a:cxnLst/>
            <a:rect l="0" t="0" r="r" b="b"/>
            <a:pathLst>
              <a:path w="60452" h="49657">
                <a:moveTo>
                  <a:pt x="60452" y="24828"/>
                </a:moveTo>
                <a:lnTo>
                  <a:pt x="59912" y="29146"/>
                </a:lnTo>
                <a:lnTo>
                  <a:pt x="58833" y="33464"/>
                </a:lnTo>
                <a:lnTo>
                  <a:pt x="56134" y="37243"/>
                </a:lnTo>
                <a:lnTo>
                  <a:pt x="53435" y="41021"/>
                </a:lnTo>
                <a:lnTo>
                  <a:pt x="49657" y="43720"/>
                </a:lnTo>
                <a:lnTo>
                  <a:pt x="45339" y="46418"/>
                </a:lnTo>
                <a:lnTo>
                  <a:pt x="40481" y="48038"/>
                </a:lnTo>
                <a:lnTo>
                  <a:pt x="35623" y="49117"/>
                </a:lnTo>
                <a:lnTo>
                  <a:pt x="30226" y="49657"/>
                </a:lnTo>
                <a:lnTo>
                  <a:pt x="24828" y="49117"/>
                </a:lnTo>
                <a:lnTo>
                  <a:pt x="19971" y="48038"/>
                </a:lnTo>
                <a:lnTo>
                  <a:pt x="15113" y="46418"/>
                </a:lnTo>
                <a:lnTo>
                  <a:pt x="10795" y="43720"/>
                </a:lnTo>
                <a:lnTo>
                  <a:pt x="7017" y="41021"/>
                </a:lnTo>
                <a:lnTo>
                  <a:pt x="4318" y="37243"/>
                </a:lnTo>
                <a:lnTo>
                  <a:pt x="1619" y="33464"/>
                </a:lnTo>
                <a:lnTo>
                  <a:pt x="540" y="29146"/>
                </a:lnTo>
                <a:lnTo>
                  <a:pt x="0" y="24828"/>
                </a:lnTo>
                <a:lnTo>
                  <a:pt x="540" y="20510"/>
                </a:lnTo>
                <a:lnTo>
                  <a:pt x="1619" y="16192"/>
                </a:lnTo>
                <a:lnTo>
                  <a:pt x="4318" y="12414"/>
                </a:lnTo>
                <a:lnTo>
                  <a:pt x="7017" y="8636"/>
                </a:lnTo>
                <a:lnTo>
                  <a:pt x="10795" y="5937"/>
                </a:lnTo>
                <a:lnTo>
                  <a:pt x="15113" y="3238"/>
                </a:lnTo>
                <a:lnTo>
                  <a:pt x="19971" y="1619"/>
                </a:lnTo>
                <a:lnTo>
                  <a:pt x="24828" y="540"/>
                </a:lnTo>
                <a:lnTo>
                  <a:pt x="30226" y="0"/>
                </a:lnTo>
                <a:lnTo>
                  <a:pt x="35623" y="540"/>
                </a:lnTo>
                <a:lnTo>
                  <a:pt x="40481" y="1619"/>
                </a:lnTo>
                <a:lnTo>
                  <a:pt x="45339" y="3238"/>
                </a:lnTo>
                <a:lnTo>
                  <a:pt x="49657" y="5937"/>
                </a:lnTo>
                <a:lnTo>
                  <a:pt x="53435" y="8636"/>
                </a:lnTo>
                <a:lnTo>
                  <a:pt x="56134" y="12414"/>
                </a:lnTo>
                <a:lnTo>
                  <a:pt x="58833" y="16192"/>
                </a:lnTo>
                <a:lnTo>
                  <a:pt x="59912" y="2051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Kształt 68"/>
          <p:cNvSpPr/>
          <p:nvPr/>
        </p:nvSpPr>
        <p:spPr>
          <a:xfrm>
            <a:off x="9126346" y="4503070"/>
            <a:ext cx="36703" cy="33464"/>
          </a:xfrm>
          <a:custGeom>
            <a:avLst/>
            <a:gdLst/>
            <a:ahLst/>
            <a:cxnLst/>
            <a:rect l="0" t="0" r="r" b="b"/>
            <a:pathLst>
              <a:path w="36703" h="33464">
                <a:moveTo>
                  <a:pt x="36703" y="16732"/>
                </a:moveTo>
                <a:lnTo>
                  <a:pt x="36163" y="19431"/>
                </a:lnTo>
                <a:lnTo>
                  <a:pt x="35623" y="22669"/>
                </a:lnTo>
                <a:lnTo>
                  <a:pt x="34004" y="25368"/>
                </a:lnTo>
                <a:lnTo>
                  <a:pt x="32385" y="27527"/>
                </a:lnTo>
                <a:lnTo>
                  <a:pt x="30226" y="29686"/>
                </a:lnTo>
                <a:lnTo>
                  <a:pt x="27527" y="31305"/>
                </a:lnTo>
                <a:lnTo>
                  <a:pt x="24828" y="32385"/>
                </a:lnTo>
                <a:lnTo>
                  <a:pt x="21590" y="33464"/>
                </a:lnTo>
                <a:lnTo>
                  <a:pt x="18351" y="33464"/>
                </a:lnTo>
                <a:lnTo>
                  <a:pt x="15113" y="33464"/>
                </a:lnTo>
                <a:lnTo>
                  <a:pt x="11874" y="32385"/>
                </a:lnTo>
                <a:lnTo>
                  <a:pt x="9176" y="31305"/>
                </a:lnTo>
                <a:lnTo>
                  <a:pt x="6477" y="29686"/>
                </a:lnTo>
                <a:lnTo>
                  <a:pt x="4318" y="27527"/>
                </a:lnTo>
                <a:lnTo>
                  <a:pt x="2699" y="25368"/>
                </a:lnTo>
                <a:lnTo>
                  <a:pt x="1079" y="22669"/>
                </a:lnTo>
                <a:lnTo>
                  <a:pt x="540" y="19431"/>
                </a:lnTo>
                <a:lnTo>
                  <a:pt x="0" y="16732"/>
                </a:lnTo>
                <a:lnTo>
                  <a:pt x="540" y="14033"/>
                </a:lnTo>
                <a:lnTo>
                  <a:pt x="1079" y="10795"/>
                </a:lnTo>
                <a:lnTo>
                  <a:pt x="2699" y="8636"/>
                </a:lnTo>
                <a:lnTo>
                  <a:pt x="4318" y="5937"/>
                </a:lnTo>
                <a:lnTo>
                  <a:pt x="6477" y="3778"/>
                </a:lnTo>
                <a:lnTo>
                  <a:pt x="9176" y="2159"/>
                </a:lnTo>
                <a:lnTo>
                  <a:pt x="11874" y="1079"/>
                </a:lnTo>
                <a:lnTo>
                  <a:pt x="15113" y="0"/>
                </a:lnTo>
                <a:lnTo>
                  <a:pt x="18351" y="0"/>
                </a:lnTo>
                <a:lnTo>
                  <a:pt x="21590" y="0"/>
                </a:lnTo>
                <a:lnTo>
                  <a:pt x="24828" y="1079"/>
                </a:lnTo>
                <a:lnTo>
                  <a:pt x="27527" y="2159"/>
                </a:lnTo>
                <a:lnTo>
                  <a:pt x="30226" y="3778"/>
                </a:lnTo>
                <a:lnTo>
                  <a:pt x="32385" y="5937"/>
                </a:lnTo>
                <a:lnTo>
                  <a:pt x="34004" y="8636"/>
                </a:lnTo>
                <a:lnTo>
                  <a:pt x="35623" y="10795"/>
                </a:lnTo>
                <a:lnTo>
                  <a:pt x="36163" y="140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Kształt 69"/>
          <p:cNvSpPr/>
          <p:nvPr/>
        </p:nvSpPr>
        <p:spPr>
          <a:xfrm>
            <a:off x="9163049" y="4503070"/>
            <a:ext cx="36703" cy="33464"/>
          </a:xfrm>
          <a:custGeom>
            <a:avLst/>
            <a:gdLst/>
            <a:ahLst/>
            <a:cxnLst/>
            <a:rect l="0" t="0" r="r" b="b"/>
            <a:pathLst>
              <a:path w="36703" h="33464">
                <a:moveTo>
                  <a:pt x="36703" y="16732"/>
                </a:moveTo>
                <a:lnTo>
                  <a:pt x="36163" y="19431"/>
                </a:lnTo>
                <a:lnTo>
                  <a:pt x="35623" y="22669"/>
                </a:lnTo>
                <a:lnTo>
                  <a:pt x="34004" y="25368"/>
                </a:lnTo>
                <a:lnTo>
                  <a:pt x="32385" y="27527"/>
                </a:lnTo>
                <a:lnTo>
                  <a:pt x="30226" y="29686"/>
                </a:lnTo>
                <a:lnTo>
                  <a:pt x="27527" y="31305"/>
                </a:lnTo>
                <a:lnTo>
                  <a:pt x="24828" y="32385"/>
                </a:lnTo>
                <a:lnTo>
                  <a:pt x="21590" y="33464"/>
                </a:lnTo>
                <a:lnTo>
                  <a:pt x="18351" y="33464"/>
                </a:lnTo>
                <a:lnTo>
                  <a:pt x="15113" y="33464"/>
                </a:lnTo>
                <a:lnTo>
                  <a:pt x="11874" y="32385"/>
                </a:lnTo>
                <a:lnTo>
                  <a:pt x="9176" y="31305"/>
                </a:lnTo>
                <a:lnTo>
                  <a:pt x="6477" y="29686"/>
                </a:lnTo>
                <a:lnTo>
                  <a:pt x="4318" y="27527"/>
                </a:lnTo>
                <a:lnTo>
                  <a:pt x="2699" y="25368"/>
                </a:lnTo>
                <a:lnTo>
                  <a:pt x="1079" y="22669"/>
                </a:lnTo>
                <a:lnTo>
                  <a:pt x="540" y="19431"/>
                </a:lnTo>
                <a:lnTo>
                  <a:pt x="0" y="16732"/>
                </a:lnTo>
                <a:lnTo>
                  <a:pt x="540" y="14033"/>
                </a:lnTo>
                <a:lnTo>
                  <a:pt x="1079" y="10795"/>
                </a:lnTo>
                <a:lnTo>
                  <a:pt x="2699" y="8636"/>
                </a:lnTo>
                <a:lnTo>
                  <a:pt x="4318" y="5937"/>
                </a:lnTo>
                <a:lnTo>
                  <a:pt x="6477" y="3778"/>
                </a:lnTo>
                <a:lnTo>
                  <a:pt x="9176" y="2159"/>
                </a:lnTo>
                <a:lnTo>
                  <a:pt x="11874" y="1079"/>
                </a:lnTo>
                <a:lnTo>
                  <a:pt x="15113" y="0"/>
                </a:lnTo>
                <a:lnTo>
                  <a:pt x="18351" y="0"/>
                </a:lnTo>
                <a:lnTo>
                  <a:pt x="21590" y="0"/>
                </a:lnTo>
                <a:lnTo>
                  <a:pt x="24828" y="1079"/>
                </a:lnTo>
                <a:lnTo>
                  <a:pt x="27527" y="2159"/>
                </a:lnTo>
                <a:lnTo>
                  <a:pt x="30226" y="3778"/>
                </a:lnTo>
                <a:lnTo>
                  <a:pt x="32385" y="5937"/>
                </a:lnTo>
                <a:lnTo>
                  <a:pt x="34004" y="8636"/>
                </a:lnTo>
                <a:lnTo>
                  <a:pt x="35623" y="10795"/>
                </a:lnTo>
                <a:lnTo>
                  <a:pt x="36163" y="140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Kształt 70"/>
          <p:cNvSpPr/>
          <p:nvPr/>
        </p:nvSpPr>
        <p:spPr>
          <a:xfrm>
            <a:off x="9103137" y="4458271"/>
            <a:ext cx="29146" cy="34544"/>
          </a:xfrm>
          <a:custGeom>
            <a:avLst/>
            <a:gdLst/>
            <a:ahLst/>
            <a:cxnLst/>
            <a:rect l="0" t="0" r="r" b="b"/>
            <a:pathLst>
              <a:path w="29146" h="34544">
                <a:moveTo>
                  <a:pt x="26987" y="11335"/>
                </a:moveTo>
                <a:lnTo>
                  <a:pt x="28067" y="16192"/>
                </a:lnTo>
                <a:lnTo>
                  <a:pt x="29146" y="20510"/>
                </a:lnTo>
                <a:lnTo>
                  <a:pt x="28607" y="24828"/>
                </a:lnTo>
                <a:lnTo>
                  <a:pt x="26987" y="28607"/>
                </a:lnTo>
                <a:lnTo>
                  <a:pt x="24828" y="31305"/>
                </a:lnTo>
                <a:lnTo>
                  <a:pt x="22130" y="33464"/>
                </a:lnTo>
                <a:lnTo>
                  <a:pt x="18891" y="34544"/>
                </a:lnTo>
                <a:lnTo>
                  <a:pt x="15113" y="34004"/>
                </a:lnTo>
                <a:lnTo>
                  <a:pt x="11335" y="32925"/>
                </a:lnTo>
                <a:lnTo>
                  <a:pt x="7556" y="30226"/>
                </a:lnTo>
                <a:lnTo>
                  <a:pt x="4858" y="26987"/>
                </a:lnTo>
                <a:lnTo>
                  <a:pt x="2159" y="23209"/>
                </a:lnTo>
                <a:lnTo>
                  <a:pt x="1079" y="18351"/>
                </a:lnTo>
                <a:lnTo>
                  <a:pt x="0" y="14033"/>
                </a:lnTo>
                <a:lnTo>
                  <a:pt x="540" y="9715"/>
                </a:lnTo>
                <a:lnTo>
                  <a:pt x="2159" y="5937"/>
                </a:lnTo>
                <a:lnTo>
                  <a:pt x="4318" y="3238"/>
                </a:lnTo>
                <a:lnTo>
                  <a:pt x="7017" y="1079"/>
                </a:lnTo>
                <a:lnTo>
                  <a:pt x="10255" y="0"/>
                </a:lnTo>
                <a:lnTo>
                  <a:pt x="14033" y="540"/>
                </a:lnTo>
                <a:lnTo>
                  <a:pt x="17812" y="1619"/>
                </a:lnTo>
                <a:lnTo>
                  <a:pt x="21590" y="4318"/>
                </a:lnTo>
                <a:lnTo>
                  <a:pt x="24289" y="755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Kształt 71"/>
          <p:cNvSpPr/>
          <p:nvPr/>
        </p:nvSpPr>
        <p:spPr>
          <a:xfrm>
            <a:off x="9129045" y="4428585"/>
            <a:ext cx="29146" cy="37782"/>
          </a:xfrm>
          <a:custGeom>
            <a:avLst/>
            <a:gdLst/>
            <a:ahLst/>
            <a:cxnLst/>
            <a:rect l="0" t="0" r="r" b="b"/>
            <a:pathLst>
              <a:path w="29146" h="37782">
                <a:moveTo>
                  <a:pt x="29146" y="16732"/>
                </a:moveTo>
                <a:lnTo>
                  <a:pt x="29146" y="21590"/>
                </a:lnTo>
                <a:lnTo>
                  <a:pt x="28607" y="26448"/>
                </a:lnTo>
                <a:lnTo>
                  <a:pt x="26448" y="30766"/>
                </a:lnTo>
                <a:lnTo>
                  <a:pt x="24289" y="34004"/>
                </a:lnTo>
                <a:lnTo>
                  <a:pt x="21050" y="36703"/>
                </a:lnTo>
                <a:lnTo>
                  <a:pt x="17272" y="37782"/>
                </a:lnTo>
                <a:lnTo>
                  <a:pt x="13494" y="37243"/>
                </a:lnTo>
                <a:lnTo>
                  <a:pt x="9715" y="36163"/>
                </a:lnTo>
                <a:lnTo>
                  <a:pt x="6477" y="33464"/>
                </a:lnTo>
                <a:lnTo>
                  <a:pt x="3238" y="30226"/>
                </a:lnTo>
                <a:lnTo>
                  <a:pt x="1079" y="25908"/>
                </a:lnTo>
                <a:lnTo>
                  <a:pt x="0" y="21050"/>
                </a:lnTo>
                <a:lnTo>
                  <a:pt x="0" y="16192"/>
                </a:lnTo>
                <a:lnTo>
                  <a:pt x="540" y="11335"/>
                </a:lnTo>
                <a:lnTo>
                  <a:pt x="2699" y="7017"/>
                </a:lnTo>
                <a:lnTo>
                  <a:pt x="4858" y="3778"/>
                </a:lnTo>
                <a:lnTo>
                  <a:pt x="8096" y="1079"/>
                </a:lnTo>
                <a:lnTo>
                  <a:pt x="11874" y="0"/>
                </a:lnTo>
                <a:lnTo>
                  <a:pt x="15653" y="540"/>
                </a:lnTo>
                <a:lnTo>
                  <a:pt x="19431" y="1619"/>
                </a:lnTo>
                <a:lnTo>
                  <a:pt x="22669" y="4318"/>
                </a:lnTo>
                <a:lnTo>
                  <a:pt x="25908" y="7556"/>
                </a:lnTo>
                <a:lnTo>
                  <a:pt x="28067" y="1187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Kształt 72"/>
          <p:cNvSpPr/>
          <p:nvPr/>
        </p:nvSpPr>
        <p:spPr>
          <a:xfrm>
            <a:off x="9167907" y="4428585"/>
            <a:ext cx="29146" cy="37782"/>
          </a:xfrm>
          <a:custGeom>
            <a:avLst/>
            <a:gdLst/>
            <a:ahLst/>
            <a:cxnLst/>
            <a:rect l="0" t="0" r="r" b="b"/>
            <a:pathLst>
              <a:path w="29146" h="37782">
                <a:moveTo>
                  <a:pt x="29146" y="21050"/>
                </a:moveTo>
                <a:lnTo>
                  <a:pt x="28067" y="25908"/>
                </a:lnTo>
                <a:lnTo>
                  <a:pt x="25908" y="30226"/>
                </a:lnTo>
                <a:lnTo>
                  <a:pt x="22669" y="33464"/>
                </a:lnTo>
                <a:lnTo>
                  <a:pt x="19431" y="36163"/>
                </a:lnTo>
                <a:lnTo>
                  <a:pt x="15653" y="37243"/>
                </a:lnTo>
                <a:lnTo>
                  <a:pt x="11874" y="37782"/>
                </a:lnTo>
                <a:lnTo>
                  <a:pt x="8096" y="36703"/>
                </a:lnTo>
                <a:lnTo>
                  <a:pt x="4858" y="34004"/>
                </a:lnTo>
                <a:lnTo>
                  <a:pt x="2699" y="30766"/>
                </a:lnTo>
                <a:lnTo>
                  <a:pt x="540" y="26448"/>
                </a:lnTo>
                <a:lnTo>
                  <a:pt x="0" y="21590"/>
                </a:lnTo>
                <a:lnTo>
                  <a:pt x="0" y="16732"/>
                </a:lnTo>
                <a:lnTo>
                  <a:pt x="1079" y="11874"/>
                </a:lnTo>
                <a:lnTo>
                  <a:pt x="3238" y="7556"/>
                </a:lnTo>
                <a:lnTo>
                  <a:pt x="6477" y="4318"/>
                </a:lnTo>
                <a:lnTo>
                  <a:pt x="9715" y="1619"/>
                </a:lnTo>
                <a:lnTo>
                  <a:pt x="13494" y="540"/>
                </a:lnTo>
                <a:lnTo>
                  <a:pt x="17272" y="0"/>
                </a:lnTo>
                <a:lnTo>
                  <a:pt x="21050" y="1079"/>
                </a:lnTo>
                <a:lnTo>
                  <a:pt x="24289" y="3778"/>
                </a:lnTo>
                <a:lnTo>
                  <a:pt x="26448" y="7017"/>
                </a:lnTo>
                <a:lnTo>
                  <a:pt x="28607" y="11335"/>
                </a:lnTo>
                <a:lnTo>
                  <a:pt x="29146" y="1619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Kształt 73"/>
          <p:cNvSpPr/>
          <p:nvPr/>
        </p:nvSpPr>
        <p:spPr>
          <a:xfrm>
            <a:off x="9193815" y="4458271"/>
            <a:ext cx="29146" cy="34544"/>
          </a:xfrm>
          <a:custGeom>
            <a:avLst/>
            <a:gdLst/>
            <a:ahLst/>
            <a:cxnLst/>
            <a:rect l="0" t="0" r="r" b="b"/>
            <a:pathLst>
              <a:path w="29146" h="34544">
                <a:moveTo>
                  <a:pt x="26987" y="23209"/>
                </a:moveTo>
                <a:lnTo>
                  <a:pt x="24289" y="26987"/>
                </a:lnTo>
                <a:lnTo>
                  <a:pt x="21590" y="30226"/>
                </a:lnTo>
                <a:lnTo>
                  <a:pt x="17812" y="32925"/>
                </a:lnTo>
                <a:lnTo>
                  <a:pt x="14033" y="34004"/>
                </a:lnTo>
                <a:lnTo>
                  <a:pt x="10255" y="34544"/>
                </a:lnTo>
                <a:lnTo>
                  <a:pt x="7017" y="33464"/>
                </a:lnTo>
                <a:lnTo>
                  <a:pt x="4318" y="31305"/>
                </a:lnTo>
                <a:lnTo>
                  <a:pt x="2159" y="28607"/>
                </a:lnTo>
                <a:lnTo>
                  <a:pt x="540" y="24828"/>
                </a:lnTo>
                <a:lnTo>
                  <a:pt x="0" y="20510"/>
                </a:lnTo>
                <a:lnTo>
                  <a:pt x="1079" y="16192"/>
                </a:lnTo>
                <a:lnTo>
                  <a:pt x="2159" y="11335"/>
                </a:lnTo>
                <a:lnTo>
                  <a:pt x="4858" y="7556"/>
                </a:lnTo>
                <a:lnTo>
                  <a:pt x="7556" y="4318"/>
                </a:lnTo>
                <a:lnTo>
                  <a:pt x="11335" y="1619"/>
                </a:lnTo>
                <a:lnTo>
                  <a:pt x="15113" y="540"/>
                </a:lnTo>
                <a:lnTo>
                  <a:pt x="18891" y="0"/>
                </a:lnTo>
                <a:lnTo>
                  <a:pt x="22130" y="1079"/>
                </a:lnTo>
                <a:lnTo>
                  <a:pt x="24828" y="3238"/>
                </a:lnTo>
                <a:lnTo>
                  <a:pt x="26987" y="5937"/>
                </a:lnTo>
                <a:lnTo>
                  <a:pt x="28607" y="9715"/>
                </a:lnTo>
                <a:lnTo>
                  <a:pt x="29146" y="14033"/>
                </a:lnTo>
                <a:lnTo>
                  <a:pt x="28067" y="1835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Tekst: Zoologiczny"/>
          <p:cNvSpPr txBox="1"/>
          <p:nvPr/>
        </p:nvSpPr>
        <p:spPr>
          <a:xfrm>
            <a:off x="9327232" y="4410075"/>
            <a:ext cx="927438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Zoologiczny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83" name="Kształt 74"/>
          <p:cNvSpPr/>
          <p:nvPr/>
        </p:nvSpPr>
        <p:spPr>
          <a:xfrm>
            <a:off x="10137775" y="4321175"/>
            <a:ext cx="1060450" cy="323850"/>
          </a:xfrm>
          <a:prstGeom prst="roundRect">
            <a:avLst>
              <a:gd name="adj" fmla="val 50000"/>
            </a:avLst>
          </a:prstGeom>
          <a:solidFill>
            <a:srgbClr val="FAFAFA"/>
          </a:solidFill>
          <a:ln w="6350">
            <a:solidFill>
              <a:srgbClr val="E5E5E5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Kształt 75"/>
          <p:cNvSpPr/>
          <p:nvPr/>
        </p:nvSpPr>
        <p:spPr>
          <a:xfrm>
            <a:off x="10198099" y="4375150"/>
            <a:ext cx="215900" cy="215900"/>
          </a:xfrm>
          <a:prstGeom prst="ellipse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Kształt 76"/>
          <p:cNvSpPr/>
          <p:nvPr/>
        </p:nvSpPr>
        <p:spPr>
          <a:xfrm>
            <a:off x="10255313" y="4432363"/>
            <a:ext cx="101473" cy="50736"/>
          </a:xfrm>
          <a:custGeom>
            <a:avLst/>
            <a:gdLst/>
            <a:ahLst/>
            <a:cxnLst/>
            <a:rect l="0" t="0" r="r" b="b"/>
            <a:pathLst>
              <a:path w="101473" h="50736">
                <a:moveTo>
                  <a:pt x="0" y="50736"/>
                </a:moveTo>
                <a:lnTo>
                  <a:pt x="1079" y="39402"/>
                </a:lnTo>
                <a:lnTo>
                  <a:pt x="4858" y="28607"/>
                </a:lnTo>
                <a:lnTo>
                  <a:pt x="11335" y="18891"/>
                </a:lnTo>
                <a:lnTo>
                  <a:pt x="18891" y="11335"/>
                </a:lnTo>
                <a:lnTo>
                  <a:pt x="28607" y="4858"/>
                </a:lnTo>
                <a:lnTo>
                  <a:pt x="39402" y="1079"/>
                </a:lnTo>
                <a:lnTo>
                  <a:pt x="50736" y="0"/>
                </a:lnTo>
                <a:lnTo>
                  <a:pt x="62071" y="1079"/>
                </a:lnTo>
                <a:lnTo>
                  <a:pt x="72866" y="4858"/>
                </a:lnTo>
                <a:lnTo>
                  <a:pt x="82582" y="11335"/>
                </a:lnTo>
                <a:lnTo>
                  <a:pt x="90138" y="18891"/>
                </a:lnTo>
                <a:lnTo>
                  <a:pt x="96615" y="28607"/>
                </a:lnTo>
                <a:lnTo>
                  <a:pt x="100393" y="39402"/>
                </a:lnTo>
                <a:lnTo>
                  <a:pt x="101473" y="50736"/>
                </a:lnTo>
                <a:lnTo>
                  <a:pt x="90678" y="50736"/>
                </a:lnTo>
                <a:lnTo>
                  <a:pt x="89598" y="42100"/>
                </a:lnTo>
                <a:lnTo>
                  <a:pt x="86900" y="33464"/>
                </a:lnTo>
                <a:lnTo>
                  <a:pt x="82042" y="25908"/>
                </a:lnTo>
                <a:lnTo>
                  <a:pt x="75565" y="19431"/>
                </a:lnTo>
                <a:lnTo>
                  <a:pt x="68008" y="14573"/>
                </a:lnTo>
                <a:lnTo>
                  <a:pt x="59372" y="11874"/>
                </a:lnTo>
                <a:lnTo>
                  <a:pt x="50736" y="10795"/>
                </a:lnTo>
                <a:lnTo>
                  <a:pt x="42100" y="11874"/>
                </a:lnTo>
                <a:lnTo>
                  <a:pt x="33464" y="14573"/>
                </a:lnTo>
                <a:lnTo>
                  <a:pt x="25908" y="19431"/>
                </a:lnTo>
                <a:lnTo>
                  <a:pt x="19431" y="25908"/>
                </a:lnTo>
                <a:lnTo>
                  <a:pt x="14573" y="33464"/>
                </a:lnTo>
                <a:lnTo>
                  <a:pt x="11874" y="42100"/>
                </a:lnTo>
                <a:lnTo>
                  <a:pt x="10795" y="5073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Kształt 77"/>
          <p:cNvSpPr/>
          <p:nvPr/>
        </p:nvSpPr>
        <p:spPr>
          <a:xfrm>
            <a:off x="10247756" y="4477702"/>
            <a:ext cx="29146" cy="56674"/>
          </a:xfrm>
          <a:custGeom>
            <a:avLst/>
            <a:gdLst/>
            <a:ahLst/>
            <a:cxnLst/>
            <a:rect l="0" t="0" r="r" b="b"/>
            <a:pathLst>
              <a:path w="29146" h="56674">
                <a:moveTo>
                  <a:pt x="16192" y="0"/>
                </a:moveTo>
                <a:lnTo>
                  <a:pt x="21050" y="1079"/>
                </a:lnTo>
                <a:lnTo>
                  <a:pt x="25368" y="3778"/>
                </a:lnTo>
                <a:lnTo>
                  <a:pt x="28067" y="8096"/>
                </a:lnTo>
                <a:lnTo>
                  <a:pt x="29146" y="12954"/>
                </a:lnTo>
                <a:lnTo>
                  <a:pt x="29146" y="43720"/>
                </a:lnTo>
                <a:lnTo>
                  <a:pt x="28067" y="48577"/>
                </a:lnTo>
                <a:lnTo>
                  <a:pt x="25368" y="52895"/>
                </a:lnTo>
                <a:lnTo>
                  <a:pt x="21050" y="55594"/>
                </a:lnTo>
                <a:lnTo>
                  <a:pt x="16192" y="56674"/>
                </a:lnTo>
                <a:lnTo>
                  <a:pt x="12954" y="56674"/>
                </a:lnTo>
                <a:lnTo>
                  <a:pt x="8096" y="55594"/>
                </a:lnTo>
                <a:lnTo>
                  <a:pt x="3778" y="52895"/>
                </a:lnTo>
                <a:lnTo>
                  <a:pt x="1079" y="48577"/>
                </a:lnTo>
                <a:lnTo>
                  <a:pt x="0" y="43720"/>
                </a:lnTo>
                <a:lnTo>
                  <a:pt x="0" y="12954"/>
                </a:lnTo>
                <a:lnTo>
                  <a:pt x="1079" y="8096"/>
                </a:lnTo>
                <a:lnTo>
                  <a:pt x="3778" y="3778"/>
                </a:lnTo>
                <a:lnTo>
                  <a:pt x="8096" y="1079"/>
                </a:lnTo>
                <a:lnTo>
                  <a:pt x="1295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Kształt 78"/>
          <p:cNvSpPr/>
          <p:nvPr/>
        </p:nvSpPr>
        <p:spPr>
          <a:xfrm>
            <a:off x="10335196" y="4477702"/>
            <a:ext cx="29146" cy="56674"/>
          </a:xfrm>
          <a:custGeom>
            <a:avLst/>
            <a:gdLst/>
            <a:ahLst/>
            <a:cxnLst/>
            <a:rect l="0" t="0" r="r" b="b"/>
            <a:pathLst>
              <a:path w="29146" h="56674">
                <a:moveTo>
                  <a:pt x="16192" y="0"/>
                </a:moveTo>
                <a:lnTo>
                  <a:pt x="21050" y="1079"/>
                </a:lnTo>
                <a:lnTo>
                  <a:pt x="25368" y="3778"/>
                </a:lnTo>
                <a:lnTo>
                  <a:pt x="28067" y="8096"/>
                </a:lnTo>
                <a:lnTo>
                  <a:pt x="29146" y="12954"/>
                </a:lnTo>
                <a:lnTo>
                  <a:pt x="29146" y="43720"/>
                </a:lnTo>
                <a:lnTo>
                  <a:pt x="28067" y="48577"/>
                </a:lnTo>
                <a:lnTo>
                  <a:pt x="25368" y="52895"/>
                </a:lnTo>
                <a:lnTo>
                  <a:pt x="21050" y="55594"/>
                </a:lnTo>
                <a:lnTo>
                  <a:pt x="16192" y="56674"/>
                </a:lnTo>
                <a:lnTo>
                  <a:pt x="12954" y="56674"/>
                </a:lnTo>
                <a:lnTo>
                  <a:pt x="8096" y="55594"/>
                </a:lnTo>
                <a:lnTo>
                  <a:pt x="3778" y="52895"/>
                </a:lnTo>
                <a:lnTo>
                  <a:pt x="1079" y="48577"/>
                </a:lnTo>
                <a:lnTo>
                  <a:pt x="0" y="43720"/>
                </a:lnTo>
                <a:lnTo>
                  <a:pt x="0" y="12954"/>
                </a:lnTo>
                <a:lnTo>
                  <a:pt x="1079" y="8096"/>
                </a:lnTo>
                <a:lnTo>
                  <a:pt x="3778" y="3778"/>
                </a:lnTo>
                <a:lnTo>
                  <a:pt x="8096" y="1079"/>
                </a:lnTo>
                <a:lnTo>
                  <a:pt x="1295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Kształt 79"/>
          <p:cNvSpPr/>
          <p:nvPr/>
        </p:nvSpPr>
        <p:spPr>
          <a:xfrm>
            <a:off x="10272585" y="4483100"/>
            <a:ext cx="14033" cy="45879"/>
          </a:xfrm>
          <a:custGeom>
            <a:avLst/>
            <a:gdLst/>
            <a:ahLst/>
            <a:cxnLst/>
            <a:rect l="0" t="0" r="r" b="b"/>
            <a:pathLst>
              <a:path w="14033" h="45879">
                <a:moveTo>
                  <a:pt x="7556" y="0"/>
                </a:moveTo>
                <a:lnTo>
                  <a:pt x="10255" y="540"/>
                </a:lnTo>
                <a:lnTo>
                  <a:pt x="11874" y="2159"/>
                </a:lnTo>
                <a:lnTo>
                  <a:pt x="13494" y="3778"/>
                </a:lnTo>
                <a:lnTo>
                  <a:pt x="14033" y="6477"/>
                </a:lnTo>
                <a:lnTo>
                  <a:pt x="14033" y="39402"/>
                </a:lnTo>
                <a:lnTo>
                  <a:pt x="13494" y="42100"/>
                </a:lnTo>
                <a:lnTo>
                  <a:pt x="11874" y="43720"/>
                </a:lnTo>
                <a:lnTo>
                  <a:pt x="10255" y="45339"/>
                </a:lnTo>
                <a:lnTo>
                  <a:pt x="7556" y="45879"/>
                </a:lnTo>
                <a:lnTo>
                  <a:pt x="6477" y="45879"/>
                </a:lnTo>
                <a:lnTo>
                  <a:pt x="3778" y="45339"/>
                </a:lnTo>
                <a:lnTo>
                  <a:pt x="2159" y="43720"/>
                </a:lnTo>
                <a:lnTo>
                  <a:pt x="540" y="42100"/>
                </a:lnTo>
                <a:lnTo>
                  <a:pt x="0" y="39402"/>
                </a:lnTo>
                <a:lnTo>
                  <a:pt x="0" y="6477"/>
                </a:lnTo>
                <a:lnTo>
                  <a:pt x="540" y="3778"/>
                </a:lnTo>
                <a:lnTo>
                  <a:pt x="2159" y="2159"/>
                </a:lnTo>
                <a:lnTo>
                  <a:pt x="3778" y="540"/>
                </a:lnTo>
                <a:lnTo>
                  <a:pt x="6477" y="0"/>
                </a:lnTo>
                <a:close/>
              </a:path>
            </a:pathLst>
          </a:custGeom>
          <a:solidFill>
            <a:srgbClr val="B3B3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Kształt 80"/>
          <p:cNvSpPr/>
          <p:nvPr/>
        </p:nvSpPr>
        <p:spPr>
          <a:xfrm>
            <a:off x="10325480" y="4483100"/>
            <a:ext cx="14033" cy="45879"/>
          </a:xfrm>
          <a:custGeom>
            <a:avLst/>
            <a:gdLst/>
            <a:ahLst/>
            <a:cxnLst/>
            <a:rect l="0" t="0" r="r" b="b"/>
            <a:pathLst>
              <a:path w="14033" h="45879">
                <a:moveTo>
                  <a:pt x="7556" y="0"/>
                </a:moveTo>
                <a:lnTo>
                  <a:pt x="10255" y="540"/>
                </a:lnTo>
                <a:lnTo>
                  <a:pt x="11874" y="2159"/>
                </a:lnTo>
                <a:lnTo>
                  <a:pt x="13494" y="3778"/>
                </a:lnTo>
                <a:lnTo>
                  <a:pt x="14033" y="6477"/>
                </a:lnTo>
                <a:lnTo>
                  <a:pt x="14033" y="39402"/>
                </a:lnTo>
                <a:lnTo>
                  <a:pt x="13494" y="42100"/>
                </a:lnTo>
                <a:lnTo>
                  <a:pt x="11874" y="43720"/>
                </a:lnTo>
                <a:lnTo>
                  <a:pt x="10255" y="45339"/>
                </a:lnTo>
                <a:lnTo>
                  <a:pt x="7556" y="45879"/>
                </a:lnTo>
                <a:lnTo>
                  <a:pt x="6477" y="45879"/>
                </a:lnTo>
                <a:lnTo>
                  <a:pt x="3778" y="45339"/>
                </a:lnTo>
                <a:lnTo>
                  <a:pt x="2159" y="43720"/>
                </a:lnTo>
                <a:lnTo>
                  <a:pt x="540" y="42100"/>
                </a:lnTo>
                <a:lnTo>
                  <a:pt x="0" y="39402"/>
                </a:lnTo>
                <a:lnTo>
                  <a:pt x="0" y="6477"/>
                </a:lnTo>
                <a:lnTo>
                  <a:pt x="540" y="3778"/>
                </a:lnTo>
                <a:lnTo>
                  <a:pt x="2159" y="2159"/>
                </a:lnTo>
                <a:lnTo>
                  <a:pt x="3778" y="540"/>
                </a:lnTo>
                <a:lnTo>
                  <a:pt x="6477" y="0"/>
                </a:lnTo>
                <a:close/>
              </a:path>
            </a:pathLst>
          </a:custGeom>
          <a:solidFill>
            <a:srgbClr val="B3B3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Tekst: Elektronika"/>
          <p:cNvSpPr txBox="1"/>
          <p:nvPr/>
        </p:nvSpPr>
        <p:spPr>
          <a:xfrm>
            <a:off x="10471299" y="4410075"/>
            <a:ext cx="884277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51515"/>
                </a:solidFill>
                <a:latin typeface="Lato"/>
                <a:cs typeface="Lato"/>
              </a:rPr>
              <a:t>Elektronika</a:t>
            </a:r>
            <a:endParaRPr lang="pl-PL" sz="9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91" name="Kształt 81"/>
          <p:cNvSpPr/>
          <p:nvPr/>
        </p:nvSpPr>
        <p:spPr>
          <a:xfrm>
            <a:off x="6705600" y="4748212"/>
            <a:ext cx="4495800" cy="450850"/>
          </a:xfrm>
          <a:prstGeom prst="rect">
            <a:avLst/>
          </a:prstGeom>
          <a:solidFill>
            <a:srgbClr val="FD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Linia 2"/>
          <p:cNvSpPr/>
          <p:nvPr/>
        </p:nvSpPr>
        <p:spPr>
          <a:xfrm>
            <a:off x="6705600" y="4748212"/>
            <a:ext cx="4495800" cy="63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Linia 3"/>
          <p:cNvSpPr/>
          <p:nvPr/>
        </p:nvSpPr>
        <p:spPr>
          <a:xfrm>
            <a:off x="11195050" y="4748212"/>
            <a:ext cx="6350" cy="4508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Linia 4"/>
          <p:cNvSpPr/>
          <p:nvPr/>
        </p:nvSpPr>
        <p:spPr>
          <a:xfrm>
            <a:off x="6705600" y="5192712"/>
            <a:ext cx="4495800" cy="63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Linia 5"/>
          <p:cNvSpPr/>
          <p:nvPr/>
        </p:nvSpPr>
        <p:spPr>
          <a:xfrm>
            <a:off x="6705600" y="4748212"/>
            <a:ext cx="31750" cy="4508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Tekst: Sponsorowane"/>
          <p:cNvSpPr txBox="1"/>
          <p:nvPr/>
        </p:nvSpPr>
        <p:spPr>
          <a:xfrm>
            <a:off x="6838950" y="4824412"/>
            <a:ext cx="4254500" cy="1143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" kern="100" spc="15" dirty="0">
                <a:solidFill>
                  <a:srgbClr val="7A7A7A"/>
                </a:solidFill>
                <a:latin typeface="Lato"/>
                <a:cs typeface="Lato"/>
              </a:rPr>
              <a:t>Sponsorowane</a:t>
            </a:r>
            <a:endParaRPr lang="pl-PL" sz="750" kern="100" spc="15" dirty="0">
              <a:solidFill>
                <a:srgbClr val="7A7A7A"/>
              </a:solidFill>
              <a:latin typeface="Lato"/>
              <a:cs typeface="Lato"/>
            </a:endParaRPr>
          </a:p>
        </p:txBody>
      </p:sp>
      <p:sp>
        <p:nvSpPr>
          <p:cNvPr id="197" name="Tekst: Polecane na wieczór ze znajomymi"/>
          <p:cNvSpPr txBox="1"/>
          <p:nvPr/>
        </p:nvSpPr>
        <p:spPr>
          <a:xfrm>
            <a:off x="6838950" y="4962525"/>
            <a:ext cx="42545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51515"/>
                </a:solidFill>
                <a:latin typeface="Lato"/>
                <a:cs typeface="Lato"/>
              </a:rPr>
              <a:t>Polecane na wieczór ze znajomymi</a:t>
            </a:r>
            <a:endParaRPr lang="pl-PL" sz="110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98" name="Tekst: + marka w chwili wyboru"/>
          <p:cNvSpPr txBox="1"/>
          <p:nvPr/>
        </p:nvSpPr>
        <p:spPr>
          <a:xfrm>
            <a:off x="6539284" y="5638800"/>
            <a:ext cx="3730882" cy="3352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6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spc="-44" dirty="0">
                <a:solidFill>
                  <a:srgbClr val="EE312F"/>
                </a:solidFill>
                <a:latin typeface="Lato Black"/>
                <a:cs typeface="Lato Black"/>
              </a:rPr>
              <a:t>+ marka w chwili wyboru</a:t>
            </a:r>
            <a:endParaRPr lang="pl-PL" sz="2200" kern="100" spc="-44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pic>
        <p:nvPicPr>
          <p:cNvPr id="199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200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201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06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02" name="!!Postęp"/>
          <p:cNvSpPr/>
          <p:nvPr/>
        </p:nvSpPr>
        <p:spPr>
          <a:xfrm>
            <a:off x="0" y="6826250"/>
            <a:ext cx="3048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Iskra"/>
          <p:cNvSpPr/>
          <p:nvPr/>
        </p:nvSpPr>
        <p:spPr>
          <a:xfrm>
            <a:off x="21396165" y="6204533"/>
            <a:ext cx="14495" cy="12511"/>
          </a:xfrm>
          <a:custGeom>
            <a:avLst/>
            <a:gdLst/>
            <a:ahLst/>
            <a:cxnLst/>
            <a:rect l="0" t="0" r="r" b="b"/>
            <a:pathLst>
              <a:path w="14495" h="12511">
                <a:moveTo>
                  <a:pt x="1130" y="12511"/>
                </a:moveTo>
                <a:lnTo>
                  <a:pt x="0" y="0"/>
                </a:lnTo>
                <a:lnTo>
                  <a:pt x="14495" y="363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4" name="Iskra 2"/>
          <p:cNvSpPr/>
          <p:nvPr/>
        </p:nvSpPr>
        <p:spPr>
          <a:xfrm>
            <a:off x="22063727" y="6303696"/>
            <a:ext cx="16970" cy="20705"/>
          </a:xfrm>
          <a:custGeom>
            <a:avLst/>
            <a:gdLst/>
            <a:ahLst/>
            <a:cxnLst/>
            <a:rect l="0" t="0" r="r" b="b"/>
            <a:pathLst>
              <a:path w="16970" h="20705">
                <a:moveTo>
                  <a:pt x="0" y="16355"/>
                </a:moveTo>
                <a:lnTo>
                  <a:pt x="13971" y="0"/>
                </a:lnTo>
                <a:lnTo>
                  <a:pt x="16970" y="2070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5" name="Iskra 3"/>
          <p:cNvSpPr/>
          <p:nvPr/>
        </p:nvSpPr>
        <p:spPr>
          <a:xfrm>
            <a:off x="21994177" y="5480794"/>
            <a:ext cx="25922" cy="23458"/>
          </a:xfrm>
          <a:custGeom>
            <a:avLst/>
            <a:gdLst/>
            <a:ahLst/>
            <a:cxnLst/>
            <a:rect l="0" t="0" r="r" b="b"/>
            <a:pathLst>
              <a:path w="25922" h="23458">
                <a:moveTo>
                  <a:pt x="25922" y="23458"/>
                </a:moveTo>
                <a:lnTo>
                  <a:pt x="0" y="20669"/>
                </a:lnTo>
                <a:lnTo>
                  <a:pt x="17096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6" name="Iskra 4"/>
          <p:cNvSpPr/>
          <p:nvPr/>
        </p:nvSpPr>
        <p:spPr>
          <a:xfrm>
            <a:off x="21896357" y="5275830"/>
            <a:ext cx="16599" cy="14841"/>
          </a:xfrm>
          <a:custGeom>
            <a:avLst/>
            <a:gdLst/>
            <a:ahLst/>
            <a:cxnLst/>
            <a:rect l="0" t="0" r="r" b="b"/>
            <a:pathLst>
              <a:path w="16599" h="14841">
                <a:moveTo>
                  <a:pt x="0" y="14841"/>
                </a:moveTo>
                <a:lnTo>
                  <a:pt x="3117" y="0"/>
                </a:lnTo>
                <a:lnTo>
                  <a:pt x="16599" y="13354"/>
                </a:lnTo>
                <a:close/>
              </a:path>
            </a:pathLst>
          </a:custGeom>
          <a:solidFill>
            <a:srgbClr val="EE312F">
              <a:alpha val="96441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7" name="Iskra 5"/>
          <p:cNvSpPr/>
          <p:nvPr/>
        </p:nvSpPr>
        <p:spPr>
          <a:xfrm>
            <a:off x="22002203" y="6340817"/>
            <a:ext cx="17568" cy="20964"/>
          </a:xfrm>
          <a:custGeom>
            <a:avLst/>
            <a:gdLst/>
            <a:ahLst/>
            <a:cxnLst/>
            <a:rect l="0" t="0" r="r" b="b"/>
            <a:pathLst>
              <a:path w="17568" h="20964">
                <a:moveTo>
                  <a:pt x="16538" y="0"/>
                </a:moveTo>
                <a:lnTo>
                  <a:pt x="17568" y="20964"/>
                </a:lnTo>
                <a:lnTo>
                  <a:pt x="0" y="15472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11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7647">
                                          <p:val>
                                            <p:strVal val="#ppt_h*0"/>
                                          </p:val>
                                        </p:tav>
                                        <p:tav tm="20588">
                                          <p:val>
                                            <p:strVal val="#ppt_h*0.21456"/>
                                          </p:val>
                                        </p:tav>
                                        <p:tav tm="23529">
                                          <p:val>
                                            <p:strVal val="#ppt_h*0.39219"/>
                                          </p:val>
                                        </p:tav>
                                        <p:tav tm="26471">
                                          <p:val>
                                            <p:strVal val="#ppt_h*0.53299"/>
                                          </p:val>
                                        </p:tav>
                                        <p:tav tm="29412">
                                          <p:val>
                                            <p:strVal val="#ppt_h*0.6417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72473"/>
                                          </p:val>
                                        </p:tav>
                                        <p:tav tm="35294">
                                          <p:val>
                                            <p:strVal val="#ppt_h*0.78807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3658"/>
                                          </p:val>
                                        </p:tav>
                                        <p:tav tm="41176">
                                          <p:val>
                                            <p:strVal val="#ppt_h*0.87394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90287"/>
                                          </p:val>
                                        </p:tav>
                                        <p:tav tm="47059">
                                          <p:val>
                                            <p:strVal val="#ppt_h*0.925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94293"/>
                                          </p:val>
                                        </p:tav>
                                        <p:tav tm="52941">
                                          <p:val>
                                            <p:strVal val="#ppt_h*0.95664"/>
                                          </p:val>
                                        </p:tav>
                                        <p:tav tm="55882">
                                          <p:val>
                                            <p:strVal val="#ppt_h*0.96735"/>
                                          </p:val>
                                        </p:tav>
                                        <p:tav tm="58824">
                                          <p:val>
                                            <p:strVal val="#ppt_h*0.9756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0.98215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99091"/>
                                          </p:val>
                                        </p:tav>
                                        <p:tav tm="76471">
                                          <p:val>
                                            <p:strVal val="#ppt_h*0.99737"/>
                                          </p:val>
                                        </p:tav>
                                        <p:tav tm="85294">
                                          <p:val>
                                            <p:strVal val="#ppt_h*0.999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" dur="6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526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21053">
                                          <p:val>
                                            <p:strVal val="#ppt_y+0.00644"/>
                                          </p:val>
                                        </p:tav>
                                        <p:tav tm="26316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36842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57895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>
                                          <p:stCondLst>
                                            <p:cond delay="3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" dur="9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34247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441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4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" dur="121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022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32967">
                                          <p:val>
                                            <p:strVal val="#ppt_y+0.02365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323"/>
                                          </p:val>
                                        </p:tav>
                                        <p:tav tm="41209">
                                          <p:val>
                                            <p:strVal val="#ppt_y+0.00982"/>
                                          </p:val>
                                        </p:tav>
                                        <p:tav tm="46703">
                                          <p:val>
                                            <p:strVal val="#ppt_y+0.00544"/>
                                          </p:val>
                                        </p:tav>
                                        <p:tav tm="54945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68681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890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4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" dur="1328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7604">
                                          <p:val>
                                            <p:strVal val="#ppt_y-0.125"/>
                                          </p:val>
                                        </p:tav>
                                        <p:tav tm="30113">
                                          <p:val>
                                            <p:strVal val="#ppt_y-0.12913"/>
                                          </p:val>
                                        </p:tav>
                                        <p:tav tm="32622">
                                          <p:val>
                                            <p:strVal val="#ppt_y-0.13499"/>
                                          </p:val>
                                        </p:tav>
                                        <p:tav tm="35132">
                                          <p:val>
                                            <p:strVal val="#ppt_y-0.13954"/>
                                          </p:val>
                                        </p:tav>
                                        <p:tav tm="37641">
                                          <p:val>
                                            <p:strVal val="#ppt_y-0.14296"/>
                                          </p:val>
                                        </p:tav>
                                        <p:tav tm="42660">
                                          <p:val>
                                            <p:strVal val="#ppt_y-0.14733"/>
                                          </p:val>
                                        </p:tav>
                                        <p:tav tm="45169">
                                          <p:val>
                                            <p:strVal val="#ppt_y-0.14198"/>
                                          </p:val>
                                        </p:tav>
                                        <p:tav tm="47679">
                                          <p:val>
                                            <p:strVal val="#ppt_y-0.10325"/>
                                          </p:val>
                                        </p:tav>
                                        <p:tav tm="50188">
                                          <p:val>
                                            <p:strVal val="#ppt_y-0.07368"/>
                                          </p:val>
                                        </p:tav>
                                        <p:tav tm="52698">
                                          <p:val>
                                            <p:strVal val="#ppt_y-0.05235"/>
                                          </p:val>
                                        </p:tav>
                                        <p:tav tm="55207">
                                          <p:val>
                                            <p:strVal val="#ppt_y-0.03728"/>
                                          </p:val>
                                        </p:tav>
                                        <p:tav tm="57716">
                                          <p:val>
                                            <p:strVal val="#ppt_y-0.02665"/>
                                          </p:val>
                                        </p:tav>
                                        <p:tav tm="60226">
                                          <p:val>
                                            <p:strVal val="#ppt_y-0.01909"/>
                                          </p:val>
                                        </p:tav>
                                        <p:tav tm="62735">
                                          <p:val>
                                            <p:strVal val="#ppt_y-0.01366"/>
                                          </p:val>
                                        </p:tav>
                                        <p:tav tm="65245">
                                          <p:val>
                                            <p:strVal val="#ppt_y-0.00973"/>
                                          </p:val>
                                        </p:tav>
                                        <p:tav tm="67754">
                                          <p:val>
                                            <p:strVal val="#ppt_y-0.00687"/>
                                          </p:val>
                                        </p:tav>
                                        <p:tav tm="72773">
                                          <p:val>
                                            <p:strVal val="#ppt_y-0.00327"/>
                                          </p:val>
                                        </p:tav>
                                        <p:tav tm="82811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9786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328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2660">
                                          <p:val>
                                            <p:strVal val="#ppt_h*0"/>
                                          </p:val>
                                        </p:tav>
                                        <p:tav tm="45169">
                                          <p:val>
                                            <p:strVal val="#ppt_h*0.04405"/>
                                          </p:val>
                                        </p:tav>
                                        <p:tav tm="47679">
                                          <p:val>
                                            <p:strVal val="#ppt_h*0.30431"/>
                                          </p:val>
                                        </p:tav>
                                        <p:tav tm="50188">
                                          <p:val>
                                            <p:strVal val="#ppt_h*0.50291"/>
                                          </p:val>
                                        </p:tav>
                                        <p:tav tm="52698">
                                          <p:val>
                                            <p:strVal val="#ppt_h*0.64641"/>
                                          </p:val>
                                        </p:tav>
                                        <p:tav tm="55207">
                                          <p:val>
                                            <p:strVal val="#ppt_h*0.74792"/>
                                          </p:val>
                                        </p:tav>
                                        <p:tav tm="57716">
                                          <p:val>
                                            <p:strVal val="#ppt_h*0.8197"/>
                                          </p:val>
                                        </p:tav>
                                        <p:tav tm="60226">
                                          <p:val>
                                            <p:strVal val="#ppt_h*0.87086"/>
                                          </p:val>
                                        </p:tav>
                                        <p:tav tm="62735">
                                          <p:val>
                                            <p:strVal val="#ppt_h*0.90766"/>
                                          </p:val>
                                        </p:tav>
                                        <p:tav tm="65245">
                                          <p:val>
                                            <p:strVal val="#ppt_h*0.93432"/>
                                          </p:val>
                                        </p:tav>
                                        <p:tav tm="67754">
                                          <p:val>
                                            <p:strVal val="#ppt_h*0.95371"/>
                                          </p:val>
                                        </p:tav>
                                        <p:tav tm="70263">
                                          <p:val>
                                            <p:strVal val="#ppt_h*0.96782"/>
                                          </p:val>
                                        </p:tav>
                                        <p:tav tm="72773">
                                          <p:val>
                                            <p:strVal val="#ppt_h*0.97804"/>
                                          </p:val>
                                        </p:tav>
                                        <p:tav tm="77792">
                                          <p:val>
                                            <p:strVal val="#ppt_h*0.9906"/>
                                          </p:val>
                                        </p:tav>
                                        <p:tav tm="82811">
                                          <p:val>
                                            <p:strVal val="#ppt_h*0.99665"/>
                                          </p:val>
                                        </p:tav>
                                        <p:tav tm="9786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4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" dur="13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6699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9126">
                                          <p:val>
                                            <p:strVal val="#ppt_y-0.12913"/>
                                          </p:val>
                                        </p:tav>
                                        <p:tav tm="31553">
                                          <p:val>
                                            <p:strVal val="#ppt_y-0.13499"/>
                                          </p:val>
                                        </p:tav>
                                        <p:tav tm="33981">
                                          <p:val>
                                            <p:strVal val="#ppt_y-0.13954"/>
                                          </p:val>
                                        </p:tav>
                                        <p:tav tm="36408">
                                          <p:val>
                                            <p:strVal val="#ppt_y-0.14296"/>
                                          </p:val>
                                        </p:tav>
                                        <p:tav tm="41262">
                                          <p:val>
                                            <p:strVal val="#ppt_y-0.14733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14974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08384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05963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04244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03032"/>
                                          </p:val>
                                        </p:tav>
                                        <p:tav tm="60680">
                                          <p:val>
                                            <p:strVal val="#ppt_y-0.02172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1556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1111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72816">
                                          <p:val>
                                            <p:strVal val="#ppt_y-0.0038"/>
                                          </p:val>
                                        </p:tav>
                                        <p:tav tm="82524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3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6117">
                                          <p:val>
                                            <p:strVal val="#ppt_h*0"/>
                                          </p:val>
                                        </p:tav>
                                        <p:tav tm="50971">
                                          <p:val>
                                            <p:strVal val="#ppt_h*0.44025"/>
                                          </p:val>
                                        </p:tav>
                                        <p:tav tm="53398">
                                          <p:val>
                                            <p:strVal val="#ppt_h*0.60166"/>
                                          </p:val>
                                        </p:tav>
                                        <p:tav tm="55825">
                                          <p:val>
                                            <p:strVal val="#ppt_h*0.71634"/>
                                          </p:val>
                                        </p:tav>
                                        <p:tav tm="58252">
                                          <p:val>
                                            <p:strVal val="#ppt_h*0.79732"/>
                                          </p:val>
                                        </p:tav>
                                        <p:tav tm="60680">
                                          <p:val>
                                            <p:strVal val="#ppt_h*0.85486"/>
                                          </p:val>
                                        </p:tav>
                                        <p:tav tm="63107">
                                          <p:val>
                                            <p:strVal val="#ppt_h*0.89611"/>
                                          </p:val>
                                        </p:tav>
                                        <p:tav tm="65534">
                                          <p:val>
                                            <p:strVal val="#ppt_h*0.92594"/>
                                          </p:val>
                                        </p:tav>
                                        <p:tav tm="67961">
                                          <p:val>
                                            <p:strVal val="#ppt_h*0.94761"/>
                                          </p:val>
                                        </p:tav>
                                        <p:tav tm="70388">
                                          <p:val>
                                            <p:strVal val="#ppt_h*0.96338"/>
                                          </p:val>
                                        </p:tav>
                                        <p:tav tm="72816">
                                          <p:val>
                                            <p:strVal val="#ppt_h*0.97484"/>
                                          </p:val>
                                        </p:tav>
                                        <p:tav tm="77670">
                                          <p:val>
                                            <p:strVal val="#ppt_h*0.98898"/>
                                          </p:val>
                                        </p:tav>
                                        <p:tav tm="82524">
                                          <p:val>
                                            <p:strVal val="#ppt_h*0.99591"/>
                                          </p:val>
                                        </p:tav>
                                        <p:tav tm="89806">
                                          <p:val>
                                            <p:strVal val="#ppt_h*0.99954"/>
                                          </p:val>
                                        </p:tav>
                                        <p:tav tm="995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" dur="1418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5852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8202">
                                          <p:val>
                                            <p:strVal val="#ppt_y-0.12913"/>
                                          </p:val>
                                        </p:tav>
                                        <p:tav tm="30552">
                                          <p:val>
                                            <p:strVal val="#ppt_y-0.13499"/>
                                          </p:val>
                                        </p:tav>
                                        <p:tav tm="32902">
                                          <p:val>
                                            <p:strVal val="#ppt_y-0.13954"/>
                                          </p:val>
                                        </p:tav>
                                        <p:tav tm="35253">
                                          <p:val>
                                            <p:strVal val="#ppt_y-0.14296"/>
                                          </p:val>
                                        </p:tav>
                                        <p:tav tm="39953">
                                          <p:val>
                                            <p:strVal val="#ppt_y-0.14733"/>
                                          </p:val>
                                        </p:tav>
                                        <p:tav tm="47004">
                                          <p:val>
                                            <p:strVal val="#ppt_y-0.15052"/>
                                          </p:val>
                                        </p:tav>
                                        <p:tav tm="49354">
                                          <p:val>
                                            <p:strVal val="#ppt_y-0.13148"/>
                                          </p:val>
                                        </p:tav>
                                        <p:tav tm="51704">
                                          <p:val>
                                            <p:strVal val="#ppt_y-0.09497"/>
                                          </p:val>
                                        </p:tav>
                                        <p:tav tm="54054">
                                          <p:val>
                                            <p:strVal val="#ppt_y-0.06767"/>
                                          </p:val>
                                        </p:tav>
                                        <p:tav tm="56404">
                                          <p:val>
                                            <p:strVal val="#ppt_y-0.04815"/>
                                          </p:val>
                                        </p:tav>
                                        <p:tav tm="58754">
                                          <p:val>
                                            <p:strVal val="#ppt_y-0.03437"/>
                                          </p:val>
                                        </p:tav>
                                        <p:tav tm="61105">
                                          <p:val>
                                            <p:strVal val="#ppt_y-0.02461"/>
                                          </p:val>
                                        </p:tav>
                                        <p:tav tm="63455">
                                          <p:val>
                                            <p:strVal val="#ppt_y-0.01764"/>
                                          </p:val>
                                        </p:tav>
                                        <p:tav tm="65805">
                                          <p:val>
                                            <p:strVal val="#ppt_y-0.01261"/>
                                          </p:val>
                                        </p:tav>
                                        <p:tav tm="68155">
                                          <p:val>
                                            <p:strVal val="#ppt_y-0.00897"/>
                                          </p:val>
                                        </p:tav>
                                        <p:tav tm="70505">
                                          <p:val>
                                            <p:strVal val="#ppt_y-0.00631"/>
                                          </p:val>
                                        </p:tav>
                                        <p:tav tm="75206">
                                          <p:val>
                                            <p:strVal val="#ppt_y-0.00297"/>
                                          </p:val>
                                        </p:tav>
                                        <p:tav tm="84606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87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418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7004">
                                          <p:val>
                                            <p:strVal val="#ppt_h*0"/>
                                          </p:val>
                                        </p:tav>
                                        <p:tav tm="49354">
                                          <p:val>
                                            <p:strVal val="#ppt_h*0.12843"/>
                                          </p:val>
                                        </p:tav>
                                        <p:tav tm="51704">
                                          <p:val>
                                            <p:strVal val="#ppt_h*0.37031"/>
                                          </p:val>
                                        </p:tav>
                                        <p:tav tm="54054">
                                          <p:val>
                                            <p:strVal val="#ppt_h*0.55119"/>
                                          </p:val>
                                        </p:tav>
                                        <p:tav tm="56404">
                                          <p:val>
                                            <p:strVal val="#ppt_h*0.68066"/>
                                          </p:val>
                                        </p:tav>
                                        <p:tav tm="58754">
                                          <p:val>
                                            <p:strVal val="#ppt_h*0.7721"/>
                                          </p:val>
                                        </p:tav>
                                        <p:tav tm="61105">
                                          <p:val>
                                            <p:strVal val="#ppt_h*0.83688"/>
                                          </p:val>
                                        </p:tav>
                                        <p:tav tm="63455">
                                          <p:val>
                                            <p:strVal val="#ppt_h*0.88318"/>
                                          </p:val>
                                        </p:tav>
                                        <p:tav tm="65805">
                                          <p:val>
                                            <p:strVal val="#ppt_h*0.91657"/>
                                          </p:val>
                                        </p:tav>
                                        <p:tav tm="68155">
                                          <p:val>
                                            <p:strVal val="#ppt_h*0.94079"/>
                                          </p:val>
                                        </p:tav>
                                        <p:tav tm="70505">
                                          <p:val>
                                            <p:strVal val="#ppt_h*0.95842"/>
                                          </p:val>
                                        </p:tav>
                                        <p:tav tm="72855">
                                          <p:val>
                                            <p:strVal val="#ppt_h*0.97124"/>
                                          </p:val>
                                        </p:tav>
                                        <p:tav tm="75206">
                                          <p:val>
                                            <p:strVal val="#ppt_h*0.98051"/>
                                          </p:val>
                                        </p:tav>
                                        <p:tav tm="79906">
                                          <p:val>
                                            <p:strVal val="#ppt_h*0.99183"/>
                                          </p:val>
                                        </p:tav>
                                        <p:tav tm="84606">
                                          <p:val>
                                            <p:strVal val="#ppt_h*0.9972"/>
                                          </p:val>
                                        </p:tav>
                                        <p:tav tm="987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4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" dur="146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5057">
                                          <p:val>
                                            <p:strVal val="#ppt_y-0.125"/>
                                          </p:val>
                                        </p:tav>
                                        <p:tav tm="27335">
                                          <p:val>
                                            <p:strVal val="#ppt_y-0.12913"/>
                                          </p:val>
                                        </p:tav>
                                        <p:tav tm="29613">
                                          <p:val>
                                            <p:strVal val="#ppt_y-0.13499"/>
                                          </p:val>
                                        </p:tav>
                                        <p:tav tm="31891">
                                          <p:val>
                                            <p:strVal val="#ppt_y-0.13954"/>
                                          </p:val>
                                        </p:tav>
                                        <p:tav tm="34169">
                                          <p:val>
                                            <p:strVal val="#ppt_y-0.14296"/>
                                          </p:val>
                                        </p:tav>
                                        <p:tav tm="36446">
                                          <p:val>
                                            <p:strVal val="#ppt_y-0.14547"/>
                                          </p:val>
                                        </p:tav>
                                        <p:tav tm="41002">
                                          <p:val>
                                            <p:strVal val="#ppt_y-0.14871"/>
                                          </p:val>
                                        </p:tav>
                                        <p:tav tm="47836">
                                          <p:val>
                                            <p:strVal val="#ppt_y-0.1511"/>
                                          </p:val>
                                        </p:tav>
                                        <p:tav tm="50114">
                                          <p:val>
                                            <p:strVal val="#ppt_y-0.14704"/>
                                          </p:val>
                                        </p:tav>
                                        <p:tav tm="52392">
                                          <p:val>
                                            <p:strVal val="#ppt_y-0.10716"/>
                                          </p:val>
                                        </p:tav>
                                        <p:tav tm="54670">
                                          <p:val>
                                            <p:strVal val="#ppt_y-0.07661"/>
                                          </p:val>
                                        </p:tav>
                                        <p:tav tm="56948">
                                          <p:val>
                                            <p:strVal val="#ppt_y-0.0545"/>
                                          </p:val>
                                        </p:tav>
                                        <p:tav tm="59226">
                                          <p:val>
                                            <p:strVal val="#ppt_y-0.03886"/>
                                          </p:val>
                                        </p:tav>
                                        <p:tav tm="61503">
                                          <p:val>
                                            <p:strVal val="#ppt_y-0.0278"/>
                                          </p:val>
                                        </p:tav>
                                        <p:tav tm="63781">
                                          <p:val>
                                            <p:strVal val="#ppt_y-0.01993"/>
                                          </p:val>
                                        </p:tav>
                                        <p:tav tm="66059">
                                          <p:val>
                                            <p:strVal val="#ppt_y-0.01427"/>
                                          </p:val>
                                        </p:tav>
                                        <p:tav tm="68337">
                                          <p:val>
                                            <p:strVal val="#ppt_y-0.01016"/>
                                          </p:val>
                                        </p:tav>
                                        <p:tav tm="70615">
                                          <p:val>
                                            <p:strVal val="#ppt_y-0.00718"/>
                                          </p:val>
                                        </p:tav>
                                        <p:tav tm="75171">
                                          <p:val>
                                            <p:strVal val="#ppt_y-0.00342"/>
                                          </p:val>
                                        </p:tav>
                                        <p:tav tm="84282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9795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46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7836">
                                          <p:val>
                                            <p:strVal val="#ppt_h*0"/>
                                          </p:val>
                                        </p:tav>
                                        <p:tav tm="50114">
                                          <p:val>
                                            <p:strVal val="#ppt_h*0.0295"/>
                                          </p:val>
                                        </p:tav>
                                        <p:tav tm="52392">
                                          <p:val>
                                            <p:strVal val="#ppt_h*0.29276"/>
                                          </p:val>
                                        </p:tav>
                                        <p:tav tm="54670">
                                          <p:val>
                                            <p:strVal val="#ppt_h*0.49439"/>
                                          </p:val>
                                        </p:tav>
                                        <p:tav tm="56948">
                                          <p:val>
                                            <p:strVal val="#ppt_h*0.64035"/>
                                          </p:val>
                                        </p:tav>
                                        <p:tav tm="59226">
                                          <p:val>
                                            <p:strVal val="#ppt_h*0.74364"/>
                                          </p:val>
                                        </p:tav>
                                        <p:tav tm="61503">
                                          <p:val>
                                            <p:strVal val="#ppt_h*0.81666"/>
                                          </p:val>
                                        </p:tav>
                                        <p:tav tm="63781">
                                          <p:val>
                                            <p:strVal val="#ppt_h*0.86869"/>
                                          </p:val>
                                        </p:tav>
                                        <p:tav tm="66059">
                                          <p:val>
                                            <p:strVal val="#ppt_h*0.90609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93318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95288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6721"/>
                                          </p:val>
                                        </p:tav>
                                        <p:tav tm="75171">
                                          <p:val>
                                            <p:strVal val="#ppt_h*0.97761"/>
                                          </p:val>
                                        </p:tav>
                                        <p:tav tm="79727">
                                          <p:val>
                                            <p:strVal val="#ppt_h*0.99038"/>
                                          </p:val>
                                        </p:tav>
                                        <p:tav tm="84282">
                                          <p:val>
                                            <p:strVal val="#ppt_h*0.99655"/>
                                          </p:val>
                                        </p:tav>
                                        <p:tav tm="9795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" dur="17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20913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22814">
                                          <p:val>
                                            <p:strVal val="#ppt_y+0.02365"/>
                                          </p:val>
                                        </p:tav>
                                        <p:tav tm="24715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26616">
                                          <p:val>
                                            <p:strVal val="#ppt_y+0.01323"/>
                                          </p:val>
                                        </p:tav>
                                        <p:tav tm="28517">
                                          <p:val>
                                            <p:strVal val="#ppt_y+0.00982"/>
                                          </p:val>
                                        </p:tav>
                                        <p:tav tm="30418">
                                          <p:val>
                                            <p:strVal val="#ppt_y+0.0073"/>
                                          </p:val>
                                        </p:tav>
                                        <p:tav tm="34221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39924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53232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7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"/>
                                          </p:val>
                                        </p:tav>
                                        <p:tav tm="45627">
                                          <p:val>
                                            <p:strVal val="#ppt_w*0.1"/>
                                          </p:val>
                                        </p:tav>
                                        <p:tav tm="47529">
                                          <p:val>
                                            <p:strVal val="#ppt_w*0.11555"/>
                                          </p:val>
                                        </p:tav>
                                        <p:tav tm="49430">
                                          <p:val>
                                            <p:strVal val="#ppt_w*0.22164"/>
                                          </p:val>
                                        </p:tav>
                                        <p:tav tm="51331">
                                          <p:val>
                                            <p:strVal val="#ppt_w*0.39614"/>
                                          </p:val>
                                        </p:tav>
                                        <p:tav tm="53232">
                                          <p:val>
                                            <p:strVal val="#ppt_w*0.59433"/>
                                          </p:val>
                                        </p:tav>
                                        <p:tav tm="55133">
                                          <p:val>
                                            <p:strVal val="#ppt_w*0.78047"/>
                                          </p:val>
                                        </p:tav>
                                        <p:tav tm="57034">
                                          <p:val>
                                            <p:strVal val="#ppt_w*0.93333"/>
                                          </p:val>
                                        </p:tav>
                                        <p:tav tm="58935">
                                          <p:val>
                                            <p:strVal val="#ppt_w*1.04436"/>
                                          </p:val>
                                        </p:tav>
                                        <p:tav tm="60837">
                                          <p:val>
                                            <p:strVal val="#ppt_w*1.11288"/>
                                          </p:val>
                                        </p:tav>
                                        <p:tav tm="62738">
                                          <p:val>
                                            <p:strVal val="#ppt_w*1.14312"/>
                                          </p:val>
                                        </p:tav>
                                        <p:tav tm="64639">
                                          <p:val>
                                            <p:strVal val="#ppt_w*1.14328"/>
                                          </p:val>
                                        </p:tav>
                                        <p:tav tm="66540">
                                          <p:val>
                                            <p:strVal val="#ppt_w*1.12454"/>
                                          </p:val>
                                        </p:tav>
                                        <p:tav tm="72243">
                                          <p:val>
                                            <p:strVal val="#ppt_w*1.0331"/>
                                          </p:val>
                                        </p:tav>
                                        <p:tav tm="74144">
                                          <p:val>
                                            <p:strVal val="#ppt_w*1.00884"/>
                                          </p:val>
                                        </p:tav>
                                        <p:tav tm="76046">
                                          <p:val>
                                            <p:strVal val="#ppt_w*0.99142"/>
                                          </p:val>
                                        </p:tav>
                                        <p:tav tm="77947">
                                          <p:val>
                                            <p:strVal val="#ppt_w*0.98085"/>
                                          </p:val>
                                        </p:tav>
                                        <p:tav tm="79848">
                                          <p:val>
                                            <p:strVal val="#ppt_w*0.97644"/>
                                          </p:val>
                                        </p:tav>
                                        <p:tav tm="81749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93156">
                                          <p:val>
                                            <p:strVal val="#ppt_w*1.00161"/>
                                          </p:val>
                                        </p:tav>
                                        <p:tav tm="96958">
                                          <p:val>
                                            <p:strVal val="#ppt_w*1.00386"/>
                                          </p:val>
                                        </p:tav>
                                        <p:tav tm="9885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7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"/>
                                          </p:val>
                                        </p:tav>
                                        <p:tav tm="45627">
                                          <p:val>
                                            <p:strVal val="#ppt_h*0.1"/>
                                          </p:val>
                                        </p:tav>
                                        <p:tav tm="47529">
                                          <p:val>
                                            <p:strVal val="#ppt_h*0.11555"/>
                                          </p:val>
                                        </p:tav>
                                        <p:tav tm="49430">
                                          <p:val>
                                            <p:strVal val="#ppt_h*0.22164"/>
                                          </p:val>
                                        </p:tav>
                                        <p:tav tm="51331">
                                          <p:val>
                                            <p:strVal val="#ppt_h*0.39614"/>
                                          </p:val>
                                        </p:tav>
                                        <p:tav tm="53232">
                                          <p:val>
                                            <p:strVal val="#ppt_h*0.59433"/>
                                          </p:val>
                                        </p:tav>
                                        <p:tav tm="55133">
                                          <p:val>
                                            <p:strVal val="#ppt_h*0.78047"/>
                                          </p:val>
                                        </p:tav>
                                        <p:tav tm="57034">
                                          <p:val>
                                            <p:strVal val="#ppt_h*0.93333"/>
                                          </p:val>
                                        </p:tav>
                                        <p:tav tm="58935">
                                          <p:val>
                                            <p:strVal val="#ppt_h*1.04436"/>
                                          </p:val>
                                        </p:tav>
                                        <p:tav tm="60837">
                                          <p:val>
                                            <p:strVal val="#ppt_h*1.11288"/>
                                          </p:val>
                                        </p:tav>
                                        <p:tav tm="62738">
                                          <p:val>
                                            <p:strVal val="#ppt_h*1.14312"/>
                                          </p:val>
                                        </p:tav>
                                        <p:tav tm="64639">
                                          <p:val>
                                            <p:strVal val="#ppt_h*1.14328"/>
                                          </p:val>
                                        </p:tav>
                                        <p:tav tm="66540">
                                          <p:val>
                                            <p:strVal val="#ppt_h*1.12454"/>
                                          </p:val>
                                        </p:tav>
                                        <p:tav tm="72243">
                                          <p:val>
                                            <p:strVal val="#ppt_h*1.0331"/>
                                          </p:val>
                                        </p:tav>
                                        <p:tav tm="74144">
                                          <p:val>
                                            <p:strVal val="#ppt_h*1.00884"/>
                                          </p:val>
                                        </p:tav>
                                        <p:tav tm="76046">
                                          <p:val>
                                            <p:strVal val="#ppt_h*0.99142"/>
                                          </p:val>
                                        </p:tav>
                                        <p:tav tm="77947">
                                          <p:val>
                                            <p:strVal val="#ppt_h*0.98085"/>
                                          </p:val>
                                        </p:tav>
                                        <p:tav tm="79848">
                                          <p:val>
                                            <p:strVal val="#ppt_h*0.97644"/>
                                          </p:val>
                                        </p:tav>
                                        <p:tav tm="81749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93156">
                                          <p:val>
                                            <p:strVal val="#ppt_h*1.00161"/>
                                          </p:val>
                                        </p:tav>
                                        <p:tav tm="96958">
                                          <p:val>
                                            <p:strVal val="#ppt_h*1.00386"/>
                                          </p:val>
                                        </p:tav>
                                        <p:tav tm="9885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4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" dur="191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037"/>
                                          </p:val>
                                        </p:tav>
                                        <p:tav tm="19164">
                                          <p:val>
                                            <p:strVal val="#ppt_y-0.02037"/>
                                          </p:val>
                                        </p:tav>
                                        <p:tav tm="20906">
                                          <p:val>
                                            <p:strVal val="#ppt_y-0.0245"/>
                                          </p:val>
                                        </p:tav>
                                        <p:tav tm="22648">
                                          <p:val>
                                            <p:strVal val="#ppt_y-0.03036"/>
                                          </p:val>
                                        </p:tav>
                                        <p:tav tm="24390">
                                          <p:val>
                                            <p:strVal val="#ppt_y-0.03492"/>
                                          </p:val>
                                        </p:tav>
                                        <p:tav tm="26132">
                                          <p:val>
                                            <p:strVal val="#ppt_y-0.03833"/>
                                          </p:val>
                                        </p:tav>
                                        <p:tav tm="29617">
                                          <p:val>
                                            <p:strVal val="#ppt_y-0.0427"/>
                                          </p:val>
                                        </p:tav>
                                        <p:tav tm="34843">
                                          <p:val>
                                            <p:strVal val="#ppt_y-0.04589"/>
                                          </p:val>
                                        </p:tav>
                                        <p:tav tm="47038">
                                          <p:val>
                                            <p:strVal val="#ppt_y-0.04794"/>
                                          </p:val>
                                        </p:tav>
                                        <p:tav tm="78397">
                                          <p:val>
                                            <p:strVal val="#ppt_y-0.04815"/>
                                          </p:val>
                                        </p:tav>
                                        <p:tav tm="80139">
                                          <p:val>
                                            <p:strVal val="#ppt_y-0.04742"/>
                                          </p:val>
                                        </p:tav>
                                        <p:tav tm="81882">
                                          <p:val>
                                            <p:strVal val="#ppt_y-0.04455"/>
                                          </p:val>
                                        </p:tav>
                                        <p:tav tm="83624">
                                          <p:val>
                                            <p:strVal val="#ppt_y-0.03776"/>
                                          </p:val>
                                        </p:tav>
                                        <p:tav tm="85366">
                                          <p:val>
                                            <p:strVal val="#ppt_y-0.02643"/>
                                          </p:val>
                                        </p:tav>
                                        <p:tav tm="87108">
                                          <p:val>
                                            <p:strVal val="#ppt_y-0.01632"/>
                                          </p:val>
                                        </p:tav>
                                        <p:tav tm="88850">
                                          <p:val>
                                            <p:strVal val="#ppt_y-0.00979"/>
                                          </p:val>
                                        </p:tav>
                                        <p:tav tm="90592">
                                          <p:val>
                                            <p:strVal val="#ppt_y-0.00565"/>
                                          </p:val>
                                        </p:tav>
                                        <p:tav tm="94077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9930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191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78397">
                                          <p:val>
                                            <p:strVal val="#ppt_h*0"/>
                                          </p:val>
                                        </p:tav>
                                        <p:tav tm="80139">
                                          <p:val>
                                            <p:strVal val="#ppt_h*0.01509"/>
                                          </p:val>
                                        </p:tav>
                                        <p:tav tm="81882">
                                          <p:val>
                                            <p:strVal val="#ppt_h*0.07478"/>
                                          </p:val>
                                        </p:tav>
                                        <p:tav tm="83624">
                                          <p:val>
                                            <p:strVal val="#ppt_h*0.21579"/>
                                          </p:val>
                                        </p:tav>
                                        <p:tav tm="85366">
                                          <p:val>
                                            <p:strVal val="#ppt_h*0.45108"/>
                                          </p:val>
                                        </p:tav>
                                        <p:tav tm="87108">
                                          <p:val>
                                            <p:strVal val="#ppt_h*0.66097"/>
                                          </p:val>
                                        </p:tav>
                                        <p:tav tm="88850">
                                          <p:val>
                                            <p:strVal val="#ppt_h*0.79658"/>
                                          </p:val>
                                        </p:tav>
                                        <p:tav tm="90592">
                                          <p:val>
                                            <p:strVal val="#ppt_h*0.88263"/>
                                          </p:val>
                                        </p:tav>
                                        <p:tav tm="92334">
                                          <p:val>
                                            <p:strVal val="#ppt_h*0.93767"/>
                                          </p:val>
                                        </p:tav>
                                        <p:tav tm="94077">
                                          <p:val>
                                            <p:strVal val="#ppt_h*0.97192"/>
                                          </p:val>
                                        </p:tav>
                                        <p:tav tm="95819">
                                          <p:val>
                                            <p:strVal val="#ppt_h*0.99125"/>
                                          </p:val>
                                        </p:tav>
                                        <p:tav tm="9930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00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" dur="163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2449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4490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6531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30612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34694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42857">
                                          <p:val>
                                            <p:strVal val="#ppt_y-0.06314"/>
                                          </p:val>
                                        </p:tav>
                                        <p:tav tm="59184">
                                          <p:val>
                                            <p:strVal val="#ppt_y-0.06473"/>
                                          </p:val>
                                        </p:tav>
                                        <p:tav tm="61224">
                                          <p:val>
                                            <p:strVal val="#ppt_y-0.05555"/>
                                          </p:val>
                                        </p:tav>
                                        <p:tav tm="63265">
                                          <p:val>
                                            <p:strVal val="#ppt_y-0.04185"/>
                                          </p:val>
                                        </p:tav>
                                        <p:tav tm="65306">
                                          <p:val>
                                            <p:strVal val="#ppt_y-0.03013"/>
                                          </p:val>
                                        </p:tav>
                                        <p:tav tm="67347">
                                          <p:val>
                                            <p:strVal val="#ppt_y-0.0203"/>
                                          </p:val>
                                        </p:tav>
                                        <p:tav tm="69388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73469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75510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77551">
                                          <p:val>
                                            <p:strVal val="#ppt_y+0.0047"/>
                                          </p:val>
                                        </p:tav>
                                        <p:tav tm="81633">
                                          <p:val>
                                            <p:strVal val="#ppt_y+0.00634"/>
                                          </p:val>
                                        </p:tav>
                                        <p:tav tm="85714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93878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200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" dur="163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2449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4490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6531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8571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30612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34694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42857">
                                          <p:val>
                                            <p:strVal val="#ppt_y-0.06314"/>
                                          </p:val>
                                        </p:tav>
                                        <p:tav tm="59184">
                                          <p:val>
                                            <p:strVal val="#ppt_y-0.06473"/>
                                          </p:val>
                                        </p:tav>
                                        <p:tav tm="61224">
                                          <p:val>
                                            <p:strVal val="#ppt_y-0.05555"/>
                                          </p:val>
                                        </p:tav>
                                        <p:tav tm="63265">
                                          <p:val>
                                            <p:strVal val="#ppt_y-0.04185"/>
                                          </p:val>
                                        </p:tav>
                                        <p:tav tm="65306">
                                          <p:val>
                                            <p:strVal val="#ppt_y-0.03013"/>
                                          </p:val>
                                        </p:tav>
                                        <p:tav tm="67347">
                                          <p:val>
                                            <p:strVal val="#ppt_y-0.0203"/>
                                          </p:val>
                                        </p:tav>
                                        <p:tav tm="69388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73469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75510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77551">
                                          <p:val>
                                            <p:strVal val="#ppt_y+0.0047"/>
                                          </p:val>
                                        </p:tav>
                                        <p:tav tm="81633">
                                          <p:val>
                                            <p:strVal val="#ppt_y+0.00634"/>
                                          </p:val>
                                        </p:tav>
                                        <p:tav tm="85714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93878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2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" dur="189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19366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1127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2887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4648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26408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29930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35211">
                                          <p:val>
                                            <p:strVal val="#ppt_y-0.06256"/>
                                          </p:val>
                                        </p:tav>
                                        <p:tav tm="45775">
                                          <p:val>
                                            <p:strVal val="#ppt_y-0.06451"/>
                                          </p:val>
                                        </p:tav>
                                        <p:tav tm="65141">
                                          <p:val>
                                            <p:strVal val="#ppt_y-0.06481"/>
                                          </p:val>
                                        </p:tav>
                                        <p:tav tm="66901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8662">
                                          <p:val>
                                            <p:strVal val="#ppt_y-0.03937"/>
                                          </p:val>
                                        </p:tav>
                                        <p:tav tm="70423">
                                          <p:val>
                                            <p:strVal val="#ppt_y-0.02802"/>
                                          </p:val>
                                        </p:tav>
                                        <p:tav tm="7218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73944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7570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746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7922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0986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4507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880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95070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2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" dur="189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19366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1127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2887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4648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26408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29930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35211">
                                          <p:val>
                                            <p:strVal val="#ppt_y-0.06256"/>
                                          </p:val>
                                        </p:tav>
                                        <p:tav tm="45775">
                                          <p:val>
                                            <p:strVal val="#ppt_y-0.06451"/>
                                          </p:val>
                                        </p:tav>
                                        <p:tav tm="65141">
                                          <p:val>
                                            <p:strVal val="#ppt_y-0.06481"/>
                                          </p:val>
                                        </p:tav>
                                        <p:tav tm="66901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8662">
                                          <p:val>
                                            <p:strVal val="#ppt_y-0.03937"/>
                                          </p:val>
                                        </p:tav>
                                        <p:tav tm="70423">
                                          <p:val>
                                            <p:strVal val="#ppt_y-0.02802"/>
                                          </p:val>
                                        </p:tav>
                                        <p:tav tm="7218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73944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7570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746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7922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0986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4507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880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95070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2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" dur="189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19366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1127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2887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4648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26408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29930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35211">
                                          <p:val>
                                            <p:strVal val="#ppt_y-0.06256"/>
                                          </p:val>
                                        </p:tav>
                                        <p:tav tm="45775">
                                          <p:val>
                                            <p:strVal val="#ppt_y-0.06451"/>
                                          </p:val>
                                        </p:tav>
                                        <p:tav tm="65141">
                                          <p:val>
                                            <p:strVal val="#ppt_y-0.06481"/>
                                          </p:val>
                                        </p:tav>
                                        <p:tav tm="66901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8662">
                                          <p:val>
                                            <p:strVal val="#ppt_y-0.03937"/>
                                          </p:val>
                                        </p:tav>
                                        <p:tav tm="70423">
                                          <p:val>
                                            <p:strVal val="#ppt_y-0.02802"/>
                                          </p:val>
                                        </p:tav>
                                        <p:tav tm="7218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73944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7570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746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7922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0986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4507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880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95070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" dur="189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19366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1127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2887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4648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26408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29930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35211">
                                          <p:val>
                                            <p:strVal val="#ppt_y-0.06256"/>
                                          </p:val>
                                        </p:tav>
                                        <p:tav tm="45775">
                                          <p:val>
                                            <p:strVal val="#ppt_y-0.06451"/>
                                          </p:val>
                                        </p:tav>
                                        <p:tav tm="65141">
                                          <p:val>
                                            <p:strVal val="#ppt_y-0.06481"/>
                                          </p:val>
                                        </p:tav>
                                        <p:tav tm="66901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8662">
                                          <p:val>
                                            <p:strVal val="#ppt_y-0.03937"/>
                                          </p:val>
                                        </p:tav>
                                        <p:tav tm="70423">
                                          <p:val>
                                            <p:strVal val="#ppt_y-0.02802"/>
                                          </p:val>
                                        </p:tav>
                                        <p:tav tm="7218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73944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7570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746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7922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0986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4507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880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95070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2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7" dur="189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19366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1127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2887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4648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26408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29930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35211">
                                          <p:val>
                                            <p:strVal val="#ppt_y-0.06256"/>
                                          </p:val>
                                        </p:tav>
                                        <p:tav tm="45775">
                                          <p:val>
                                            <p:strVal val="#ppt_y-0.06451"/>
                                          </p:val>
                                        </p:tav>
                                        <p:tav tm="65141">
                                          <p:val>
                                            <p:strVal val="#ppt_y-0.06481"/>
                                          </p:val>
                                        </p:tav>
                                        <p:tav tm="66901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8662">
                                          <p:val>
                                            <p:strVal val="#ppt_y-0.03937"/>
                                          </p:val>
                                        </p:tav>
                                        <p:tav tm="70423">
                                          <p:val>
                                            <p:strVal val="#ppt_y-0.02802"/>
                                          </p:val>
                                        </p:tav>
                                        <p:tav tm="7218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73944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7570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746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7922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0986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4507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880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95070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2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" dur="189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19366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21127">
                                          <p:val>
                                            <p:strVal val="#ppt_y-0.04117"/>
                                          </p:val>
                                        </p:tav>
                                        <p:tav tm="22887">
                                          <p:val>
                                            <p:strVal val="#ppt_y-0.04703"/>
                                          </p:val>
                                        </p:tav>
                                        <p:tav tm="24648">
                                          <p:val>
                                            <p:strVal val="#ppt_y-0.05158"/>
                                          </p:val>
                                        </p:tav>
                                        <p:tav tm="26408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29930">
                                          <p:val>
                                            <p:strVal val="#ppt_y-0.05937"/>
                                          </p:val>
                                        </p:tav>
                                        <p:tav tm="35211">
                                          <p:val>
                                            <p:strVal val="#ppt_y-0.06256"/>
                                          </p:val>
                                        </p:tav>
                                        <p:tav tm="45775">
                                          <p:val>
                                            <p:strVal val="#ppt_y-0.06451"/>
                                          </p:val>
                                        </p:tav>
                                        <p:tav tm="65141">
                                          <p:val>
                                            <p:strVal val="#ppt_y-0.06481"/>
                                          </p:val>
                                        </p:tav>
                                        <p:tav tm="66901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8662">
                                          <p:val>
                                            <p:strVal val="#ppt_y-0.03937"/>
                                          </p:val>
                                        </p:tav>
                                        <p:tav tm="70423">
                                          <p:val>
                                            <p:strVal val="#ppt_y-0.02802"/>
                                          </p:val>
                                        </p:tav>
                                        <p:tav tm="7218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73944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7570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746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79225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0986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4507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88028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95070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2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" dur="169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21654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23622">
                                          <p:val>
                                            <p:strVal val="#ppt_y+0.03291"/>
                                          </p:val>
                                        </p:tav>
                                        <p:tav tm="25591">
                                          <p:val>
                                            <p:strVal val="#ppt_y+0.02705"/>
                                          </p:val>
                                        </p:tav>
                                        <p:tav tm="27559">
                                          <p:val>
                                            <p:strVal val="#ppt_y+0.02249"/>
                                          </p:val>
                                        </p:tav>
                                        <p:tav tm="29528">
                                          <p:val>
                                            <p:strVal val="#ppt_y+0.01908"/>
                                          </p:val>
                                        </p:tav>
                                        <p:tav tm="33465">
                                          <p:val>
                                            <p:strVal val="#ppt_y+0.0147"/>
                                          </p:val>
                                        </p:tav>
                                        <p:tav tm="39370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49213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70866">
                                          <p:val>
                                            <p:strVal val="#ppt_y+0.00926"/>
                                          </p:val>
                                        </p:tav>
                                        <p:tav tm="72835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74803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7874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4646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84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2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" dur="169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21654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23622">
                                          <p:val>
                                            <p:strVal val="#ppt_y+0.03291"/>
                                          </p:val>
                                        </p:tav>
                                        <p:tav tm="25591">
                                          <p:val>
                                            <p:strVal val="#ppt_y+0.02705"/>
                                          </p:val>
                                        </p:tav>
                                        <p:tav tm="27559">
                                          <p:val>
                                            <p:strVal val="#ppt_y+0.02249"/>
                                          </p:val>
                                        </p:tav>
                                        <p:tav tm="29528">
                                          <p:val>
                                            <p:strVal val="#ppt_y+0.01908"/>
                                          </p:val>
                                        </p:tav>
                                        <p:tav tm="33465">
                                          <p:val>
                                            <p:strVal val="#ppt_y+0.0147"/>
                                          </p:val>
                                        </p:tav>
                                        <p:tav tm="39370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49213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70866">
                                          <p:val>
                                            <p:strVal val="#ppt_y+0.00926"/>
                                          </p:val>
                                        </p:tav>
                                        <p:tav tm="72835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74803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7874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4646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84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2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" dur="199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18395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20067">
                                          <p:val>
                                            <p:strVal val="#ppt_y+0.0329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2705"/>
                                          </p:val>
                                        </p:tav>
                                        <p:tav tm="23411">
                                          <p:val>
                                            <p:strVal val="#ppt_y+0.02249"/>
                                          </p:val>
                                        </p:tav>
                                        <p:tav tm="25084">
                                          <p:val>
                                            <p:strVal val="#ppt_y+0.01908"/>
                                          </p:val>
                                        </p:tav>
                                        <p:tav tm="28428">
                                          <p:val>
                                            <p:strVal val="#ppt_y+0.0147"/>
                                          </p:val>
                                        </p:tav>
                                        <p:tav tm="33445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45151">
                                          <p:val>
                                            <p:strVal val="#ppt_y+0.00947"/>
                                          </p:val>
                                        </p:tav>
                                        <p:tav tm="75251">
                                          <p:val>
                                            <p:strVal val="#ppt_y+0.00926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78595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8194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866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2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7" dur="199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18395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20067">
                                          <p:val>
                                            <p:strVal val="#ppt_y+0.0329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2705"/>
                                          </p:val>
                                        </p:tav>
                                        <p:tav tm="23411">
                                          <p:val>
                                            <p:strVal val="#ppt_y+0.02249"/>
                                          </p:val>
                                        </p:tav>
                                        <p:tav tm="25084">
                                          <p:val>
                                            <p:strVal val="#ppt_y+0.01908"/>
                                          </p:val>
                                        </p:tav>
                                        <p:tav tm="28428">
                                          <p:val>
                                            <p:strVal val="#ppt_y+0.0147"/>
                                          </p:val>
                                        </p:tav>
                                        <p:tav tm="33445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45151">
                                          <p:val>
                                            <p:strVal val="#ppt_y+0.00947"/>
                                          </p:val>
                                        </p:tav>
                                        <p:tav tm="75251">
                                          <p:val>
                                            <p:strVal val="#ppt_y+0.00926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78595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8194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866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111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088"/>
                                          </p:val>
                                        </p:tav>
                                        <p:tav tm="14970">
                                          <p:val>
                                            <p:strVal val="#ppt_x-0.02088"/>
                                          </p:val>
                                        </p:tav>
                                        <p:tav tm="17964">
                                          <p:val>
                                            <p:strVal val="#ppt_x-0.0181"/>
                                          </p:val>
                                        </p:tav>
                                        <p:tav tm="20958">
                                          <p:val>
                                            <p:strVal val="#ppt_x-0.01408"/>
                                          </p:val>
                                        </p:tav>
                                        <p:tav tm="23952">
                                          <p:val>
                                            <p:strVal val="#ppt_x-0.01084"/>
                                          </p:val>
                                        </p:tav>
                                        <p:tav tm="26946">
                                          <p:val>
                                            <p:strVal val="#ppt_x-0.00832"/>
                                          </p:val>
                                        </p:tav>
                                        <p:tav tm="32934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1916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50898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5988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80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111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33"/>
                                          </p:val>
                                        </p:tav>
                                        <p:tav tm="14970">
                                          <p:val>
                                            <p:strVal val="#ppt_w*0.833"/>
                                          </p:val>
                                        </p:tav>
                                        <p:tav tm="17964">
                                          <p:val>
                                            <p:strVal val="#ppt_w*0.85521"/>
                                          </p:val>
                                        </p:tav>
                                        <p:tav tm="20958">
                                          <p:val>
                                            <p:strVal val="#ppt_w*0.88739"/>
                                          </p:val>
                                        </p:tav>
                                        <p:tav tm="23952">
                                          <p:val>
                                            <p:strVal val="#ppt_w*0.9133"/>
                                          </p:val>
                                        </p:tav>
                                        <p:tav tm="26946">
                                          <p:val>
                                            <p:strVal val="#ppt_w*0.93348"/>
                                          </p:val>
                                        </p:tav>
                                        <p:tav tm="29940">
                                          <p:val>
                                            <p:strVal val="#ppt_w*0.94893"/>
                                          </p:val>
                                        </p:tav>
                                        <p:tav tm="32934">
                                          <p:val>
                                            <p:strVal val="#ppt_w*0.96071"/>
                                          </p:val>
                                        </p:tav>
                                        <p:tav tm="35928">
                                          <p:val>
                                            <p:strVal val="#ppt_w*0.96972"/>
                                          </p:val>
                                        </p:tav>
                                        <p:tav tm="41916">
                                          <p:val>
                                            <p:strVal val="#ppt_w*0.98199"/>
                                          </p:val>
                                        </p:tav>
                                        <p:tav tm="50898">
                                          <p:val>
                                            <p:strVal val="#ppt_w*0.99191"/>
                                          </p:val>
                                        </p:tav>
                                        <p:tav tm="59880">
                                          <p:val>
                                            <p:strVal val="#ppt_w*0.99662"/>
                                          </p:val>
                                        </p:tav>
                                        <p:tav tm="74850">
                                          <p:val>
                                            <p:strVal val="#ppt_w*0.99947"/>
                                          </p:val>
                                        </p:tav>
                                        <p:tav tm="988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31" presetClass="entr" presetSubtype="0" fill="hold" grpId="0" nodeType="withEffect">
                                  <p:stCondLst>
                                    <p:cond delay="9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3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31" presetClass="entr" presetSubtype="0" fill="hold" grpId="0" nodeType="withEffect">
                                  <p:stCondLst>
                                    <p:cond delay="121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grpId="0" nodeType="withEffect">
                                  <p:stCondLst>
                                    <p:cond delay="125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137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31" presetClass="entr" presetSubtype="0" fill="hold" grpId="0" nodeType="withEffect">
                                  <p:stCondLst>
                                    <p:cond delay="138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31" presetClass="entr" presetSubtype="0" fill="hold" grpId="0" nodeType="withEffect">
                                  <p:stCondLst>
                                    <p:cond delay="148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31" presetClass="entr" presetSubtype="0" fill="hold" grpId="0" nodeType="withEffect">
                                  <p:stCondLst>
                                    <p:cond delay="149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820" fill="hold" decel="1000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7" dur="820" decel="1000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165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31" presetClass="entr" presetSubtype="0" fill="hold" grpId="0" nodeType="withEffect">
                                  <p:stCondLst>
                                    <p:cond delay="166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31" presetClass="entr" presetSubtype="0" fill="hold" grpId="0" nodeType="withEffect">
                                  <p:stCondLst>
                                    <p:cond delay="175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31" presetClass="entr" presetSubtype="0" fill="hold" grpId="0" nodeType="withEffect">
                                  <p:stCondLst>
                                    <p:cond delay="178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31" presetClass="entr" presetSubtype="0" fill="hold" grpId="0" nodeType="withEffect">
                                  <p:stCondLst>
                                    <p:cond delay="192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31" presetClass="entr" presetSubtype="0" fill="hold" grpId="0" nodeType="withEffect">
                                  <p:stCondLst>
                                    <p:cond delay="205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31" presetClass="entr" presetSubtype="0" fill="hold" grpId="0" nodeType="withEffect">
                                  <p:stCondLst>
                                    <p:cond delay="212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0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grpId="0" nodeType="withEffect">
                                  <p:stCondLst>
                                    <p:cond delay="234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31" presetClass="entr" presetSubtype="0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820" fill="hold" decel="100000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1" dur="820" decel="100000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236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4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31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4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31" presetClass="entr" presetSubtype="0" fill="hold" grpId="0" nodeType="withEffect">
                                  <p:stCondLst>
                                    <p:cond delay="251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31" presetClass="entr" presetSubtype="0" fill="hold" grpId="0" nodeType="withEffect">
                                  <p:stCondLst>
                                    <p:cond delay="252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4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31" presetClass="entr" presetSubtype="0" fill="hold" grpId="0" nodeType="withEffect">
                                  <p:stCondLst>
                                    <p:cond delay="264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31" presetClass="entr" presetSubtype="0" fill="hold" grpId="0" nodeType="withEffect">
                                  <p:stCondLst>
                                    <p:cond delay="265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4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4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31" presetClass="entr" presetSubtype="0" fill="hold" grpId="0" nodeType="withEffect">
                                  <p:stCondLst>
                                    <p:cond delay="272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273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4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31" presetClass="entr" presetSubtype="0" fill="hold" grpId="0" nodeType="withEffect">
                                  <p:stCondLst>
                                    <p:cond delay="275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31" presetClass="entr" presetSubtype="0" fill="hold" grpId="0" nodeType="withEffect">
                                  <p:stCondLst>
                                    <p:cond delay="279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4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4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31" presetClass="entr" presetSubtype="0" fill="hold" grpId="0" nodeType="withEffect">
                                  <p:stCondLst>
                                    <p:cond delay="292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297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4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9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4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2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4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9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311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4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4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9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31" presetClass="entr" presetSubtype="0" fill="hold" grpId="0" nodeType="withEffect">
                                  <p:stCondLst>
                                    <p:cond delay="324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4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4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9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31" presetClass="entr" presetSubtype="0" fill="hold" grpId="0" nodeType="withEffect">
                                  <p:stCondLst>
                                    <p:cond delay="343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4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2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4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9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353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4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2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4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7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9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3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5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7" dur="3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8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0" dur="3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1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3" dur="3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4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6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31" presetClass="entr" presetSubtype="0" fill="hold" grpId="0" nodeType="withEffect">
                                  <p:stCondLst>
                                    <p:cond delay="368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1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37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6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31" presetClass="entr" presetSubtype="0" fill="hold" grpId="0" nodeType="withEffect">
                                  <p:stCondLst>
                                    <p:cond delay="371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1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31" presetClass="entr" presetSubtype="0" fill="hold" grpId="0" nodeType="withEffect">
                                  <p:stCondLst>
                                    <p:cond delay="375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6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1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6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1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392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6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31" presetClass="entr" presetSubtype="0" fill="hold" grpId="0" nodeType="withEffect">
                                  <p:stCondLst>
                                    <p:cond delay="394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4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6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31" presetClass="entr" presetSubtype="0" fill="hold" grpId="0" nodeType="withEffect">
                                  <p:stCondLst>
                                    <p:cond delay="407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1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31" presetClass="entr" presetSubtype="0" fill="hold" grpId="0" nodeType="withEffect">
                                  <p:stCondLst>
                                    <p:cond delay="414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6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31" presetClass="entr" presetSubtype="0" fill="hold" grpId="0" nodeType="withEffect">
                                  <p:stCondLst>
                                    <p:cond delay="416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1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" presetID="22" presetClass="entr" presetSubtype="8" fill="hold" grpId="0" nodeType="withEffect">
                                  <p:stCondLst>
                                    <p:cond delay="46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6" dur="700" decel="100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22" presetClass="entr" presetSubtype="8" fill="hold" grpId="0" nodeType="withEffect">
                                  <p:stCondLst>
                                    <p:cond delay="505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9" dur="700" decel="100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22" presetClass="entr" presetSubtype="8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2" dur="700" decel="100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3" presetID="22" presetClass="entr" presetSubtype="8" fill="hold" grpId="0" nodeType="withEffect">
                                  <p:stCondLst>
                                    <p:cond delay="186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5" dur="380" decel="100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6" fill="hold">
                      <p:stCondLst>
                        <p:cond delay="indefinite"/>
                      </p:stCondLst>
                      <p:childTnLst>
                        <p:par>
                          <p:cTn id="587" fill="hold">
                            <p:stCondLst>
                              <p:cond delay="0"/>
                            </p:stCondLst>
                            <p:childTnLst>
                              <p:par>
                                <p:cTn id="5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0" dur="2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1" dur="55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6024">
                                          <p:val>
                                            <p:strVal val="#ppt_y+0.00845"/>
                                          </p:val>
                                        </p:tav>
                                        <p:tav tm="12048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24096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48193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63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4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5" dur="87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441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8" dur="467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9" dur="11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7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167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3976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112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03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845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088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38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499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11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467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4" dur="11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76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276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081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193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6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894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5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17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6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12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" dur="11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8" dur="467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9" dur="11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13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313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116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221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87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91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65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26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67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1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11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11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4" dur="467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5" dur="11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8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308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11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218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8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90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65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26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67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1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11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88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11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0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1" dur="11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8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228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034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157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38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872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36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04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5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11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22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11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11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" dur="11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8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9" dur="11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5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5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5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4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11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562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11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11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11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7" dur="11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8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8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5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7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7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6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2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4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26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11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44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417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41899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50279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11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11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11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4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5" dur="11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6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6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3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5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4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11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65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41899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11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11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" dur="11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2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3" dur="11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2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2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9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2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3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442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" dur="11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86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759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50279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11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11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11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0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1" dur="11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9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9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97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42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701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136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7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368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92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504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47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188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" dur="11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9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763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228"/>
                                          </p:val>
                                        </p:tav>
                                        <p:tav tm="50279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11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11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" dur="11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8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9" dur="11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2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2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9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2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3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442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" dur="11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86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759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50279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11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11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11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6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7" dur="11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34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334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141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26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54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29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54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12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765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381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703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11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81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755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50279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11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11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11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4" dur="2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5" dur="11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56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3856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3663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2785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06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5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06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0732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0331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69832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" dur="11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98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475"/>
                                          </p:val>
                                        </p:tav>
                                        <p:tav tm="30726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11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w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w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w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w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11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1899">
                                          <p:val>
                                            <p:strVal val="#ppt_h*0.6"/>
                                          </p:val>
                                        </p:tav>
                                        <p:tav tm="44693">
                                          <p:val>
                                            <p:strVal val="#ppt_h*0.6842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88681"/>
                                          </p:val>
                                        </p:tav>
                                        <p:tav tm="50279">
                                          <p:val>
                                            <p:strVal val="#ppt_h*1.03487"/>
                                          </p:val>
                                        </p:tav>
                                        <p:tav tm="53073">
                                          <p:val>
                                            <p:strVal val="#ppt_h*1.0412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164"/>
                                          </p:val>
                                        </p:tav>
                                        <p:tav tm="67039">
                                          <p:val>
                                            <p:strVal val="#ppt_h*1.003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" dur="11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2" dur="1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3" dur="11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6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226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033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156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37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871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36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04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5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" dur="11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11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w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4329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271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0658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0086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11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h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" dur="11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0" dur="1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1" dur="11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3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037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299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619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" dur="11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11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w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11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h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11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8" dur="1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9" dur="11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9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3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4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037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2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6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298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619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" dur="11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4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11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w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11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h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11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6" dur="1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7" dur="11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3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037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299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619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11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11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w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11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h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11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4" dur="1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25" dur="11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64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3864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3671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279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07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51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07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0742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488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0294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50279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72626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6" dur="11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22346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44693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11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w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w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w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11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47486">
                                          <p:val>
                                            <p:strVal val="#ppt_h*0.6"/>
                                          </p:val>
                                        </p:tav>
                                        <p:tav tm="50279">
                                          <p:val>
                                            <p:strVal val="#ppt_h*0.66309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8682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1.02321"/>
                                          </p:val>
                                        </p:tav>
                                        <p:tav tm="58659">
                                          <p:val>
                                            <p:strVal val="#ppt_h*1.04329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171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065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9" dur="11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2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3" dur="11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3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223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031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155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3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871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36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03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5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4" dur="11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11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7039">
                                          <p:val>
                                            <p:strVal val="#ppt_w*1.02837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83799">
                                          <p:val>
                                            <p:strVal val="#ppt_w*1.00095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11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11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0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1" dur="119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1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1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9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2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4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2" dur="119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119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119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119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8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9" dur="11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51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51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317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439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72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154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718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385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937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6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509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32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613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11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03"/>
                                          </p:val>
                                        </p:tav>
                                        <p:tav tm="53073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55866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61453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4246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11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11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11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6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57" dur="11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6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6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3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6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7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61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5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2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4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11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53073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55866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61453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64246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11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11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11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4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5" dur="119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4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4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1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5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5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6" dur="119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53073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4246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119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119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9" dur="119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2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73" dur="119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3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4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4" dur="119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53073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64246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119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119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119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0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81" dur="119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6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2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7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2" dur="119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53073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64246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119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119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5" dur="119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8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89" dur="119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6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2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7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3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119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53073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64246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119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119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3" dur="119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6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97" dur="119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8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08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6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2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7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1842"/>
                                          </p:val>
                                        </p:tav>
                                        <p:tav tm="47486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5586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6424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2626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119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53073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4246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119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119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119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4" dur="1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05" dur="119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695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3695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3503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2627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1908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343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0908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0575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47486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53073">
                                          <p:val>
                                            <p:strVal val="#ppt_x-0.003"/>
                                          </p:val>
                                        </p:tav>
                                        <p:tav tm="55866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64246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119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09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199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119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w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w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w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w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119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3073">
                                          <p:val>
                                            <p:strVal val="#ppt_h*0.6"/>
                                          </p:val>
                                        </p:tav>
                                        <p:tav tm="55866">
                                          <p:val>
                                            <p:strVal val="#ppt_h*0.64197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8491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1.01088"/>
                                          </p:val>
                                        </p:tav>
                                        <p:tav tm="64246">
                                          <p:val>
                                            <p:strVal val="#ppt_h*1.04543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419">
                                          <p:val>
                                            <p:strVal val="#ppt_h*1.00693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9" dur="119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2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3" dur="119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1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4221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4029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3153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2436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87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1103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85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53073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754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4" dur="119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501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119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119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7" dur="119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0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1" dur="119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7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1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3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037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693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486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1222"/>
                                          </p:val>
                                        </p:tav>
                                        <p:tav tm="64246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9832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78212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2" dur="119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437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119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119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119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8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9" dur="119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6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1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3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037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693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486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1222"/>
                                          </p:val>
                                        </p:tav>
                                        <p:tav tm="64246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9832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78212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0" dur="119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43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422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119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119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119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6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37" dur="119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505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505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313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437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719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154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719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387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133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789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582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1413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1313"/>
                                          </p:val>
                                        </p:tav>
                                        <p:tav tm="64246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69832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78212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119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119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119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119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4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5" dur="119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11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411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218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342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624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3059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291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2038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693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487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1222"/>
                                          </p:val>
                                        </p:tav>
                                        <p:tav tm="64246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9832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78212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119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34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36313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67039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119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119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9" dur="119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2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3" dur="119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14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5314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512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4246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3528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2963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2527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2195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1942"/>
                                          </p:val>
                                        </p:tav>
                                        <p:tav tm="44693">
                                          <p:val>
                                            <p:strVal val="#ppt_x+0.01597"/>
                                          </p:val>
                                        </p:tav>
                                        <p:tav tm="50279">
                                          <p:val>
                                            <p:strVal val="#ppt_x+0.01391"/>
                                          </p:val>
                                        </p:tav>
                                        <p:tav tm="61453">
                                          <p:val>
                                            <p:strVal val="#ppt_x+0.01131"/>
                                          </p:val>
                                        </p:tav>
                                        <p:tav tm="64246">
                                          <p:val>
                                            <p:strVal val="#ppt_x+0.00536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69832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78212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4" dur="119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95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474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237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119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6" dur="119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7" dur="119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0" dur="100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1" dur="119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635"/>
                                          </p:val>
                                        </p:tav>
                                        <p:tav tm="19553">
                                          <p:val>
                                            <p:strVal val="#ppt_x+0.03635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3442"/>
                                          </p:val>
                                        </p:tav>
                                        <p:tav tm="25140">
                                          <p:val>
                                            <p:strVal val="#ppt_x+0.02567"/>
                                          </p:val>
                                        </p:tav>
                                        <p:tav tm="27933">
                                          <p:val>
                                            <p:strVal val="#ppt_x+0.01849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1284"/>
                                          </p:val>
                                        </p:tav>
                                        <p:tav tm="33520">
                                          <p:val>
                                            <p:strVal val="#ppt_x+0.00849"/>
                                          </p:val>
                                        </p:tav>
                                        <p:tav tm="36313">
                                          <p:val>
                                            <p:strVal val="#ppt_x+0.00517"/>
                                          </p:val>
                                        </p:tav>
                                        <p:tav tm="39106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47486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55866">
                                          <p:val>
                                            <p:strVal val="#ppt_x-0.00413"/>
                                          </p:val>
                                        </p:tav>
                                        <p:tav tm="61453">
                                          <p:val>
                                            <p:strVal val="#ppt_x-0.00459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69832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81006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2" dur="119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22346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30726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119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w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w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w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w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w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w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4" dur="119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58659">
                                          <p:val>
                                            <p:strVal val="#ppt_h*0.6"/>
                                          </p:val>
                                        </p:tav>
                                        <p:tav tm="61453">
                                          <p:val>
                                            <p:strVal val="#ppt_h*0.62093"/>
                                          </p:val>
                                        </p:tav>
                                        <p:tav tm="64246">
                                          <p:val>
                                            <p:strVal val="#ppt_h*0.82957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69832">
                                          <p:val>
                                            <p:strVal val="#ppt_h*1.04769"/>
                                          </p:val>
                                        </p:tav>
                                        <p:tav tm="72626">
                                          <p:val>
                                            <p:strVal val="#ppt_h*1.02971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1185"/>
                                          </p:val>
                                        </p:tav>
                                        <p:tav tm="86592">
                                          <p:val>
                                            <p:strVal val="#ppt_h*1.00228"/>
                                          </p:val>
                                        </p:tav>
                                        <p:tav tm="9776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5" dur="119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2346">
                                          <p:val>
                                            <p:fltVal val="1.15"/>
                                          </p:val>
                                        </p:tav>
                                        <p:tav tm="44693">
                                          <p:val>
                                            <p:fltVal val="0.14"/>
                                          </p:val>
                                        </p:tav>
                                        <p:tav tm="9776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8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9" dur="125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58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4158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3968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3105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2397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1841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1412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1085"/>
                                          </p:val>
                                        </p:tav>
                                        <p:tav tm="37234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0383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125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24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5"/>
                                          </p:val>
                                        </p:tav>
                                        <p:tav tm="31915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45213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125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2" dur="125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125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6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77" dur="125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6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5346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5156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4292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3585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3028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26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157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1358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1238"/>
                                          </p:val>
                                        </p:tav>
                                        <p:tav tm="66489">
                                          <p:val>
                                            <p:strVal val="#ppt_x+0.00601"/>
                                          </p:val>
                                        </p:tav>
                                        <p:tav tm="69149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1809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79787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125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31915">
                                          <p:val>
                                            <p:strVal val="#ppt_y-0.00201"/>
                                          </p:val>
                                        </p:tav>
                                        <p:tav tm="45213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125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0" dur="125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1" dur="125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4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5" dur="125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2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5342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5152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429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3583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3027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2599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2272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157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1358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1237"/>
                                          </p:val>
                                        </p:tav>
                                        <p:tav tm="66489">
                                          <p:val>
                                            <p:strVal val="#ppt_x+0.006"/>
                                          </p:val>
                                        </p:tav>
                                        <p:tav tm="69149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1809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79787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6" dur="125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95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768"/>
                                          </p:val>
                                        </p:tav>
                                        <p:tav tm="26596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34574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63830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71809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125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125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9" dur="125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2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3" dur="125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2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5402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5212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435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3643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3087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2659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2332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1892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163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1418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1298"/>
                                          </p:val>
                                        </p:tav>
                                        <p:tav tm="66489">
                                          <p:val>
                                            <p:strVal val="#ppt_x+0.00629"/>
                                          </p:val>
                                        </p:tav>
                                        <p:tav tm="69149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71809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79787">
                                          <p:val>
                                            <p:strVal val="#ppt_x-0.00036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4" dur="125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17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79"/>
                                          </p:val>
                                        </p:tav>
                                        <p:tav tm="26596">
                                          <p:val>
                                            <p:strVal val="#ppt_y-0.00566"/>
                                          </p:val>
                                        </p:tav>
                                        <p:tav tm="34574">
                                          <p:val>
                                            <p:strVal val="#ppt_y-0.00379"/>
                                          </p:val>
                                        </p:tav>
                                        <p:tav tm="63830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71809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5" dur="125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6" dur="125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125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0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1" dur="125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282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5282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5092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423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3523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2967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2538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2212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1771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151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1297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1177"/>
                                          </p:val>
                                        </p:tav>
                                        <p:tav tm="66489">
                                          <p:val>
                                            <p:strVal val="#ppt_x+0.00572"/>
                                          </p:val>
                                        </p:tav>
                                        <p:tav tm="69149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71809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79787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2" dur="125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79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752"/>
                                          </p:val>
                                        </p:tav>
                                        <p:tav tm="26596">
                                          <p:val>
                                            <p:strVal val="#ppt_y-0.0053"/>
                                          </p:val>
                                        </p:tav>
                                        <p:tav tm="34574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63830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71809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125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4" dur="125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5" dur="125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8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9" dur="125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8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5348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5158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4294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3586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3029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2601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2274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1833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1571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1358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1238"/>
                                          </p:val>
                                        </p:tav>
                                        <p:tav tm="66489">
                                          <p:val>
                                            <p:strVal val="#ppt_x+0.00601"/>
                                          </p:val>
                                        </p:tav>
                                        <p:tav tm="69149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1809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79787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0" dur="125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64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437"/>
                                          </p:val>
                                        </p:tav>
                                        <p:tav tm="31915">
                                          <p:val>
                                            <p:strVal val="#ppt_y-0.00075"/>
                                          </p:val>
                                        </p:tav>
                                        <p:tav tm="47872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63830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71809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1" dur="125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2" dur="125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125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6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17" dur="125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8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5348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5158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4295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3587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303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2601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2274"/>
                                          </p:val>
                                        </p:tav>
                                        <p:tav tm="39894">
                                          <p:val>
                                            <p:strVal val="#ppt_x+0.01833"/>
                                          </p:val>
                                        </p:tav>
                                        <p:tav tm="45213">
                                          <p:val>
                                            <p:strVal val="#ppt_x+0.01571"/>
                                          </p:val>
                                        </p:tav>
                                        <p:tav tm="53191">
                                          <p:val>
                                            <p:strVal val="#ppt_x+0.01358"/>
                                          </p:val>
                                        </p:tav>
                                        <p:tav tm="63830">
                                          <p:val>
                                            <p:strVal val="#ppt_x+0.01238"/>
                                          </p:val>
                                        </p:tav>
                                        <p:tav tm="66489">
                                          <p:val>
                                            <p:strVal val="#ppt_x+0.00601"/>
                                          </p:val>
                                        </p:tav>
                                        <p:tav tm="69149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1809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79787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8" dur="125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406"/>
                                          </p:val>
                                        </p:tav>
                                        <p:tav tm="31915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7872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63830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71809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125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0" dur="125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1" dur="125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4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5" dur="125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331"/>
                                          </p:val>
                                        </p:tav>
                                        <p:tav tm="18617">
                                          <p:val>
                                            <p:strVal val="#ppt_x+0.03331"/>
                                          </p:val>
                                        </p:tav>
                                        <p:tav tm="21277">
                                          <p:val>
                                            <p:strVal val="#ppt_x+0.03141"/>
                                          </p:val>
                                        </p:tav>
                                        <p:tav tm="23936">
                                          <p:val>
                                            <p:strVal val="#ppt_x+0.02279"/>
                                          </p:val>
                                        </p:tav>
                                        <p:tav tm="26596">
                                          <p:val>
                                            <p:strVal val="#ppt_x+0.01571"/>
                                          </p:val>
                                        </p:tav>
                                        <p:tav tm="29255">
                                          <p:val>
                                            <p:strVal val="#ppt_x+0.01015"/>
                                          </p:val>
                                        </p:tav>
                                        <p:tav tm="31915">
                                          <p:val>
                                            <p:strVal val="#ppt_x+0.00586"/>
                                          </p:val>
                                        </p:tav>
                                        <p:tav tm="34574">
                                          <p:val>
                                            <p:strVal val="#ppt_x+0.00259"/>
                                          </p:val>
                                        </p:tav>
                                        <p:tav tm="37234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39894">
                                          <p:val>
                                            <p:strVal val="#ppt_x-0.00181"/>
                                          </p:val>
                                        </p:tav>
                                        <p:tav tm="45213">
                                          <p:val>
                                            <p:strVal val="#ppt_x-0.00443"/>
                                          </p:val>
                                        </p:tav>
                                        <p:tav tm="53191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63830">
                                          <p:val>
                                            <p:strVal val="#ppt_x-0.00776"/>
                                          </p:val>
                                        </p:tav>
                                        <p:tav tm="66489">
                                          <p:val>
                                            <p:strVal val="#ppt_x-0.00358"/>
                                          </p:val>
                                        </p:tav>
                                        <p:tav tm="69149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71809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79787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98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6" dur="125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21277">
                                          <p:val>
                                            <p:strVal val="#ppt_y-0.00452"/>
                                          </p:val>
                                        </p:tav>
                                        <p:tav tm="31915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45213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98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125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w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w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8" dur="125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0.80955"/>
                                          </p:val>
                                        </p:tav>
                                        <p:tav tm="69149">
                                          <p:val>
                                            <p:strVal val="#ppt_h*0.98414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05008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03112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1242"/>
                                          </p:val>
                                        </p:tav>
                                        <p:tav tm="87766">
                                          <p:val>
                                            <p:strVal val="#ppt_h*1.00245"/>
                                          </p:val>
                                        </p:tav>
                                        <p:tav tm="98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9" dur="125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1277">
                                          <p:val>
                                            <p:fltVal val="1.15"/>
                                          </p:val>
                                        </p:tav>
                                        <p:tav tm="45213">
                                          <p:val>
                                            <p:fltVal val="0.11"/>
                                          </p:val>
                                        </p:tav>
                                        <p:tav tm="98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2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3" dur="132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56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4156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3966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3104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2397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184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1412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1085"/>
                                          </p:val>
                                        </p:tav>
                                        <p:tav tm="35264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42821">
                                          <p:val>
                                            <p:strVal val="#ppt_x+0.00383"/>
                                          </p:val>
                                        </p:tav>
                                        <p:tav tm="50378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60453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4" dur="132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5"/>
                                          </p:val>
                                        </p:tav>
                                        <p:tav tm="20151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42821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132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6" dur="132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7" dur="132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0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41" dur="132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4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5344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5154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4291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3584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3028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26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5340">
                                          <p:val>
                                            <p:strVal val="#ppt_x+0.01481"/>
                                          </p:val>
                                        </p:tav>
                                        <p:tav tm="52897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65491">
                                          <p:val>
                                            <p:strVal val="#ppt_x+0.01211"/>
                                          </p:val>
                                        </p:tav>
                                        <p:tav tm="70529">
                                          <p:val>
                                            <p:strVal val="#ppt_x+0.001"/>
                                          </p:val>
                                        </p:tav>
                                        <p:tav tm="7304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0605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2" dur="132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20151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30227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42821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132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4" dur="132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132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8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49" dur="132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01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5301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5111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4247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354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2982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2554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35264">
                                          <p:val>
                                            <p:strVal val="#ppt_x+0.01977"/>
                                          </p:val>
                                        </p:tav>
                                        <p:tav tm="40302">
                                          <p:val>
                                            <p:strVal val="#ppt_x+0.01638"/>
                                          </p:val>
                                        </p:tav>
                                        <p:tav tm="47859">
                                          <p:val>
                                            <p:strVal val="#ppt_x+0.01365"/>
                                          </p:val>
                                        </p:tav>
                                        <p:tav tm="55416">
                                          <p:val>
                                            <p:strVal val="#ppt_x+0.01235"/>
                                          </p:val>
                                        </p:tav>
                                        <p:tav tm="65491">
                                          <p:val>
                                            <p:strVal val="#ppt_x+0.01164"/>
                                          </p:val>
                                        </p:tav>
                                        <p:tav tm="70529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73048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80605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0" dur="132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20151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37783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65491">
                                          <p:val>
                                            <p:strVal val="#ppt_y+0.00291"/>
                                          </p:val>
                                        </p:tav>
                                        <p:tav tm="73048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132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132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132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6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57" dur="132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7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5347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5157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4294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3586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3029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2601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2274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1833"/>
                                          </p:val>
                                        </p:tav>
                                        <p:tav tm="45340">
                                          <p:val>
                                            <p:strVal val="#ppt_x+0.01482"/>
                                          </p:val>
                                        </p:tav>
                                        <p:tav tm="52897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65491">
                                          <p:val>
                                            <p:strVal val="#ppt_x+0.01211"/>
                                          </p:val>
                                        </p:tav>
                                        <p:tav tm="70529">
                                          <p:val>
                                            <p:strVal val="#ppt_x+0.001"/>
                                          </p:val>
                                        </p:tav>
                                        <p:tav tm="7304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0605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8" dur="132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17632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32746">
                                          <p:val>
                                            <p:strVal val="#ppt_y+0.0012"/>
                                          </p:val>
                                        </p:tav>
                                        <p:tav tm="55416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65491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73048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132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132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132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4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65" dur="132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6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5346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5156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4293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3586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3029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26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5340">
                                          <p:val>
                                            <p:strVal val="#ppt_x+0.01482"/>
                                          </p:val>
                                        </p:tav>
                                        <p:tav tm="52897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65491">
                                          <p:val>
                                            <p:strVal val="#ppt_x+0.01211"/>
                                          </p:val>
                                        </p:tav>
                                        <p:tav tm="70529">
                                          <p:val>
                                            <p:strVal val="#ppt_x+0.001"/>
                                          </p:val>
                                        </p:tav>
                                        <p:tav tm="7304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0605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6" dur="132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20151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30227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47859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65491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73048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132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132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9" dur="132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2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73" dur="132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534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5151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4289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3583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3026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2599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2272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5340">
                                          <p:val>
                                            <p:strVal val="#ppt_x+0.01481"/>
                                          </p:val>
                                        </p:tav>
                                        <p:tav tm="52897">
                                          <p:val>
                                            <p:strVal val="#ppt_x+0.01315"/>
                                          </p:val>
                                        </p:tav>
                                        <p:tav tm="65491">
                                          <p:val>
                                            <p:strVal val="#ppt_x+0.01211"/>
                                          </p:val>
                                        </p:tav>
                                        <p:tav tm="70529">
                                          <p:val>
                                            <p:strVal val="#ppt_x+0.001"/>
                                          </p:val>
                                        </p:tav>
                                        <p:tav tm="7304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0605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4" dur="132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20151">
                                          <p:val>
                                            <p:strVal val="#ppt_y-0.00411"/>
                                          </p:val>
                                        </p:tav>
                                        <p:tav tm="3778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65491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7304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132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6" dur="132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132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0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81" dur="132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1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5341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5151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4289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3583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3027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2599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2272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5340">
                                          <p:val>
                                            <p:strVal val="#ppt_x+0.01481"/>
                                          </p:val>
                                        </p:tav>
                                        <p:tav tm="52897">
                                          <p:val>
                                            <p:strVal val="#ppt_x+0.01315"/>
                                          </p:val>
                                        </p:tav>
                                        <p:tav tm="65491">
                                          <p:val>
                                            <p:strVal val="#ppt_x+0.01211"/>
                                          </p:val>
                                        </p:tav>
                                        <p:tav tm="70529">
                                          <p:val>
                                            <p:strVal val="#ppt_x+0.001"/>
                                          </p:val>
                                        </p:tav>
                                        <p:tav tm="7304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0605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2" dur="132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06"/>
                                          </p:val>
                                        </p:tav>
                                        <p:tav tm="20151">
                                          <p:val>
                                            <p:strVal val="#ppt_y-0.00395"/>
                                          </p:val>
                                        </p:tav>
                                        <p:tav tm="37783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65491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73048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132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4" dur="132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5" dur="132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8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89" dur="132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95"/>
                                          </p:val>
                                        </p:tav>
                                        <p:tav tm="17632">
                                          <p:val>
                                            <p:strVal val="#ppt_x+0.03795"/>
                                          </p:val>
                                        </p:tav>
                                        <p:tav tm="20151">
                                          <p:val>
                                            <p:strVal val="#ppt_x+0.03606"/>
                                          </p:val>
                                        </p:tav>
                                        <p:tav tm="22670">
                                          <p:val>
                                            <p:strVal val="#ppt_x+0.02743"/>
                                          </p:val>
                                        </p:tav>
                                        <p:tav tm="25189">
                                          <p:val>
                                            <p:strVal val="#ppt_x+0.02037"/>
                                          </p:val>
                                        </p:tav>
                                        <p:tav tm="27708">
                                          <p:val>
                                            <p:strVal val="#ppt_x+0.0148"/>
                                          </p:val>
                                        </p:tav>
                                        <p:tav tm="30227">
                                          <p:val>
                                            <p:strVal val="#ppt_x+0.01052"/>
                                          </p:val>
                                        </p:tav>
                                        <p:tav tm="32746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35264">
                                          <p:val>
                                            <p:strVal val="#ppt_x+0.00476"/>
                                          </p:val>
                                        </p:tav>
                                        <p:tav tm="37783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42821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52897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65491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70529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73048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98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132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20151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42821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132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w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w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w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w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w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w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2" dur="132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5491">
                                          <p:val>
                                            <p:strVal val="#ppt_h*0.6"/>
                                          </p:val>
                                        </p:tav>
                                        <p:tav tm="68010">
                                          <p:val>
                                            <p:strVal val="#ppt_h*0.78917"/>
                                          </p:val>
                                        </p:tav>
                                        <p:tav tm="70529">
                                          <p:val>
                                            <p:strVal val="#ppt_h*0.9697"/>
                                          </p:val>
                                        </p:tav>
                                        <p:tav tm="73048">
                                          <p:val>
                                            <p:strVal val="#ppt_h*1.05261"/>
                                          </p:val>
                                        </p:tav>
                                        <p:tav tm="75567">
                                          <p:val>
                                            <p:strVal val="#ppt_h*1.0326"/>
                                          </p:val>
                                        </p:tav>
                                        <p:tav tm="80605">
                                          <p:val>
                                            <p:strVal val="#ppt_h*1.01302"/>
                                          </p:val>
                                        </p:tav>
                                        <p:tav tm="88161">
                                          <p:val>
                                            <p:strVal val="#ppt_h*1.00261"/>
                                          </p:val>
                                        </p:tav>
                                        <p:tav tm="98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132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20151">
                                          <p:val>
                                            <p:fltVal val="1.15"/>
                                          </p:val>
                                        </p:tav>
                                        <p:tav tm="42821">
                                          <p:val>
                                            <p:fltVal val="0.11"/>
                                          </p:val>
                                        </p:tav>
                                        <p:tav tm="98237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5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6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97" dur="13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54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4154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3964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3102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2396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184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1412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1085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35885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40670">
                                          <p:val>
                                            <p:strVal val="#ppt_x+0.00383"/>
                                          </p:val>
                                        </p:tav>
                                        <p:tav tm="47847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57416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13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19139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4067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13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0" dur="13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1" dur="13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3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4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05" dur="13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2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342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152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29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584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3027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599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2023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685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481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197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63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6" dur="13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13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8" dur="13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9" dur="13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2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13" dur="13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39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339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15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288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582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3026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599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272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2023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684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481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315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197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63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4" dur="13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66986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74163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13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6" dur="13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7" dur="13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21" dur="13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98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398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209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348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642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3086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658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332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2083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744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541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376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258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2" dur="13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66986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4163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13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4" dur="13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5" dur="13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8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29" dur="13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278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278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088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227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521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2966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538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211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1962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624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421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255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137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0" dur="13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66986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74163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13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2" dur="13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3" dur="13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6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37" dur="13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91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491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301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44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733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3177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748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422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2172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834"/>
                                          </p:val>
                                        </p:tav>
                                        <p:tav tm="45455">
                                          <p:val>
                                            <p:strVal val="#ppt_x+0.01561"/>
                                          </p:val>
                                        </p:tav>
                                        <p:tav tm="55024">
                                          <p:val>
                                            <p:strVal val="#ppt_x+0.01406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346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83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8" dur="13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9" dur="13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0" dur="13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1" dur="13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3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4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45" dur="13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409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219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357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65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3093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664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337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2088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749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545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379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261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6" dur="13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66986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74163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13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8" dur="13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9" dur="13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2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53" dur="13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281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281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092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229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522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2965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537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21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196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621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418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252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134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4" dur="13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19"/>
                                          </p:val>
                                        </p:tav>
                                        <p:tav tm="66986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74163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5" dur="13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6" dur="13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7" dur="13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0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61" dur="13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94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5194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5004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4142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3435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2879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2451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2124"/>
                                          </p:val>
                                        </p:tav>
                                        <p:tav tm="33493">
                                          <p:val>
                                            <p:strVal val="#ppt_x+0.01875"/>
                                          </p:val>
                                        </p:tav>
                                        <p:tav tm="38278">
                                          <p:val>
                                            <p:strVal val="#ppt_x+0.01536"/>
                                          </p:val>
                                        </p:tav>
                                        <p:tav tm="43062">
                                          <p:val>
                                            <p:strVal val="#ppt_x+0.01333"/>
                                          </p:val>
                                        </p:tav>
                                        <p:tav tm="50239">
                                          <p:val>
                                            <p:strVal val="#ppt_x+0.01167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1049"/>
                                          </p:val>
                                        </p:tav>
                                        <p:tav tm="71770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74163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81340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2" dur="13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13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4" dur="13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13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7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8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69" dur="13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281"/>
                                          </p:val>
                                        </p:tav>
                                        <p:tav tm="16746">
                                          <p:val>
                                            <p:strVal val="#ppt_x+0.03281"/>
                                          </p:val>
                                        </p:tav>
                                        <p:tav tm="19139">
                                          <p:val>
                                            <p:strVal val="#ppt_x+0.03091"/>
                                          </p:val>
                                        </p:tav>
                                        <p:tav tm="21531">
                                          <p:val>
                                            <p:strVal val="#ppt_x+0.0223"/>
                                          </p:val>
                                        </p:tav>
                                        <p:tav tm="23923">
                                          <p:val>
                                            <p:strVal val="#ppt_x+0.01524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28708">
                                          <p:val>
                                            <p:strVal val="#ppt_x+0.00539"/>
                                          </p:val>
                                        </p:tav>
                                        <p:tav tm="31100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35885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43062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52632">
                                          <p:val>
                                            <p:strVal val="#ppt_x-0.00777"/>
                                          </p:val>
                                        </p:tav>
                                        <p:tav tm="66986">
                                          <p:val>
                                            <p:strVal val="#ppt_x-0.00863"/>
                                          </p:val>
                                        </p:tav>
                                        <p:tav tm="71770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74163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81340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0" dur="13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7"/>
                                          </p:val>
                                        </p:tav>
                                        <p:tav tm="19139">
                                          <p:val>
                                            <p:strVal val="#ppt_y+0.00217"/>
                                          </p:val>
                                        </p:tav>
                                        <p:tav tm="40670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1" dur="13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w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w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w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w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w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2" dur="13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6986">
                                          <p:val>
                                            <p:strVal val="#ppt_h*0.6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7685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5453"/>
                                          </p:val>
                                        </p:tav>
                                        <p:tav tm="74163">
                                          <p:val>
                                            <p:strVal val="#ppt_h*1.05529"/>
                                          </p:val>
                                        </p:tav>
                                        <p:tav tm="76555">
                                          <p:val>
                                            <p:strVal val="#ppt_h*1.03415"/>
                                          </p:val>
                                        </p:tav>
                                        <p:tav tm="81340">
                                          <p:val>
                                            <p:strVal val="#ppt_h*1.01364"/>
                                          </p:val>
                                        </p:tav>
                                        <p:tav tm="88517">
                                          <p:val>
                                            <p:strVal val="#ppt_h*1.00279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13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9139">
                                          <p:val>
                                            <p:fltVal val="1.15"/>
                                          </p:val>
                                        </p:tav>
                                        <p:tav tm="40670">
                                          <p:val>
                                            <p:fltVal val="0.11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6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77" dur="146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52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4152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3962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3101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2395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1839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1412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1085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34169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38724">
                                          <p:val>
                                            <p:strVal val="#ppt_x+0.00383"/>
                                          </p:val>
                                        </p:tav>
                                        <p:tav tm="45558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8" dur="146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499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38724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146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91116">
                                          <p:val>
                                            <p:strVal val="#ppt_w*1.001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0" dur="146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1" dur="146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4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85" dur="146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39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5339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515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4289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3583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3027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2599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2023"/>
                                          </p:val>
                                        </p:tav>
                                        <p:tav tm="36446">
                                          <p:val>
                                            <p:strVal val="#ppt_x+0.01685"/>
                                          </p:val>
                                        </p:tav>
                                        <p:tav tm="41002">
                                          <p:val>
                                            <p:strVal val="#ppt_x+0.01481"/>
                                          </p:val>
                                        </p:tav>
                                        <p:tav tm="47836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1223"/>
                                          </p:val>
                                        </p:tav>
                                        <p:tav tm="68337">
                                          <p:val>
                                            <p:strVal val="#ppt_x+0.01191"/>
                                          </p:val>
                                        </p:tav>
                                        <p:tav tm="70615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72893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75171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79727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84282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6" dur="146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57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38724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146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8" dur="146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9" dur="146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1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2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93" dur="146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42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5342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5153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4291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3585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3028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26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2024"/>
                                          </p:val>
                                        </p:tav>
                                        <p:tav tm="36446">
                                          <p:val>
                                            <p:strVal val="#ppt_x+0.01685"/>
                                          </p:val>
                                        </p:tav>
                                        <p:tav tm="41002">
                                          <p:val>
                                            <p:strVal val="#ppt_x+0.01482"/>
                                          </p:val>
                                        </p:tav>
                                        <p:tav tm="47836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1223"/>
                                          </p:val>
                                        </p:tav>
                                        <p:tav tm="68337">
                                          <p:val>
                                            <p:strVal val="#ppt_x+0.01191"/>
                                          </p:val>
                                        </p:tav>
                                        <p:tav tm="70615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72893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75171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79727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84282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4" dur="146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05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584"/>
                                          </p:val>
                                        </p:tav>
                                        <p:tav tm="25057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3644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68337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75171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146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6" dur="146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7" dur="146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0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01" dur="146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81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5481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5291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4431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3725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3169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2742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2415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2166"/>
                                          </p:val>
                                        </p:tav>
                                        <p:tav tm="36446">
                                          <p:val>
                                            <p:strVal val="#ppt_x+0.01828"/>
                                          </p:val>
                                        </p:tav>
                                        <p:tav tm="41002">
                                          <p:val>
                                            <p:strVal val="#ppt_x+0.01625"/>
                                          </p:val>
                                        </p:tav>
                                        <p:tav tm="47836">
                                          <p:val>
                                            <p:strVal val="#ppt_x+0.01459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1366"/>
                                          </p:val>
                                        </p:tav>
                                        <p:tav tm="68337">
                                          <p:val>
                                            <p:strVal val="#ppt_x+0.01334"/>
                                          </p:val>
                                        </p:tav>
                                        <p:tav tm="70615">
                                          <p:val>
                                            <p:strVal val="#ppt_x+0.00841"/>
                                          </p:val>
                                        </p:tav>
                                        <p:tav tm="72893">
                                          <p:val>
                                            <p:strVal val="#ppt_x+0.00205"/>
                                          </p:val>
                                        </p:tav>
                                        <p:tav tm="75171">
                                          <p:val>
                                            <p:strVal val="#ppt_x-0.00193"/>
                                          </p:val>
                                        </p:tav>
                                        <p:tav tm="79727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84282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2" dur="146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15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295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43280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68337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75171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146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146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5" dur="146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8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09" dur="146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94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5194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5004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4144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3438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2883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2455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2128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1879"/>
                                          </p:val>
                                        </p:tav>
                                        <p:tav tm="36446">
                                          <p:val>
                                            <p:strVal val="#ppt_x+0.01541"/>
                                          </p:val>
                                        </p:tav>
                                        <p:tav tm="41002">
                                          <p:val>
                                            <p:strVal val="#ppt_x+0.01338"/>
                                          </p:val>
                                        </p:tav>
                                        <p:tav tm="47836">
                                          <p:val>
                                            <p:strVal val="#ppt_x+0.01172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1079"/>
                                          </p:val>
                                        </p:tav>
                                        <p:tav tm="68337">
                                          <p:val>
                                            <p:strVal val="#ppt_x+0.01047"/>
                                          </p:val>
                                        </p:tav>
                                        <p:tav tm="70615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72893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75171">
                                          <p:val>
                                            <p:strVal val="#ppt_x-0.00152"/>
                                          </p:val>
                                        </p:tav>
                                        <p:tav tm="84282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0" dur="146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31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4328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8337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75171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1" dur="146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2" dur="146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146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6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17" dur="146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24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5424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5235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4374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3668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3113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2685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2359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211"/>
                                          </p:val>
                                        </p:tav>
                                        <p:tav tm="36446">
                                          <p:val>
                                            <p:strVal val="#ppt_x+0.01771"/>
                                          </p:val>
                                        </p:tav>
                                        <p:tav tm="41002">
                                          <p:val>
                                            <p:strVal val="#ppt_x+0.01568"/>
                                          </p:val>
                                        </p:tav>
                                        <p:tav tm="47836">
                                          <p:val>
                                            <p:strVal val="#ppt_x+0.01402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1309"/>
                                          </p:val>
                                        </p:tav>
                                        <p:tav tm="68337">
                                          <p:val>
                                            <p:strVal val="#ppt_x+0.01277"/>
                                          </p:val>
                                        </p:tav>
                                        <p:tav tm="70615">
                                          <p:val>
                                            <p:strVal val="#ppt_x+0.00805"/>
                                          </p:val>
                                        </p:tav>
                                        <p:tav tm="72893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75171">
                                          <p:val>
                                            <p:strVal val="#ppt_x-0.00185"/>
                                          </p:val>
                                        </p:tav>
                                        <p:tav tm="79727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84282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8" dur="146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4328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8337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75171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146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0" dur="146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1" dur="146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3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4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25" dur="146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25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525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5061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42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3495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2939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2512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2185"/>
                                          </p:val>
                                        </p:tav>
                                        <p:tav tm="31891">
                                          <p:val>
                                            <p:strVal val="#ppt_x+0.01936"/>
                                          </p:val>
                                        </p:tav>
                                        <p:tav tm="36446">
                                          <p:val>
                                            <p:strVal val="#ppt_x+0.01598"/>
                                          </p:val>
                                        </p:tav>
                                        <p:tav tm="41002">
                                          <p:val>
                                            <p:strVal val="#ppt_x+0.01395"/>
                                          </p:val>
                                        </p:tav>
                                        <p:tav tm="47836">
                                          <p:val>
                                            <p:strVal val="#ppt_x+0.01229"/>
                                          </p:val>
                                        </p:tav>
                                        <p:tav tm="56948">
                                          <p:val>
                                            <p:strVal val="#ppt_x+0.01136"/>
                                          </p:val>
                                        </p:tav>
                                        <p:tav tm="68337">
                                          <p:val>
                                            <p:strVal val="#ppt_x+0.01104"/>
                                          </p:val>
                                        </p:tav>
                                        <p:tav tm="70615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72893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75171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84282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6" dur="146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28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307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43280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8337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75171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146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8" dur="146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9" dur="146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1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2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33" dur="146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346"/>
                                          </p:val>
                                        </p:tav>
                                        <p:tav tm="15945">
                                          <p:val>
                                            <p:strVal val="#ppt_x+0.03346"/>
                                          </p:val>
                                        </p:tav>
                                        <p:tav tm="18223">
                                          <p:val>
                                            <p:strVal val="#ppt_x+0.03157"/>
                                          </p:val>
                                        </p:tav>
                                        <p:tav tm="20501">
                                          <p:val>
                                            <p:strVal val="#ppt_x+0.02296"/>
                                          </p:val>
                                        </p:tav>
                                        <p:tav tm="22779">
                                          <p:val>
                                            <p:strVal val="#ppt_x+0.0159"/>
                                          </p:val>
                                        </p:tav>
                                        <p:tav tm="25057">
                                          <p:val>
                                            <p:strVal val="#ppt_x+0.01034"/>
                                          </p:val>
                                        </p:tav>
                                        <p:tav tm="27335">
                                          <p:val>
                                            <p:strVal val="#ppt_x+0.00606"/>
                                          </p:val>
                                        </p:tav>
                                        <p:tav tm="29613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34169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41002">
                                          <p:val>
                                            <p:strVal val="#ppt_x-0.00511"/>
                                          </p:val>
                                        </p:tav>
                                        <p:tav tm="45558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52392">
                                          <p:val>
                                            <p:strVal val="#ppt_x-0.00736"/>
                                          </p:val>
                                        </p:tav>
                                        <p:tav tm="68337">
                                          <p:val>
                                            <p:strVal val="#ppt_x-0.00802"/>
                                          </p:val>
                                        </p:tav>
                                        <p:tav tm="70615">
                                          <p:val>
                                            <p:strVal val="#ppt_x-0.00507"/>
                                          </p:val>
                                        </p:tav>
                                        <p:tav tm="72893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75171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84282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4" dur="146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72"/>
                                          </p:val>
                                        </p:tav>
                                        <p:tav tm="18223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27335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38724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146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w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w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w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w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w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w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6" dur="146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"/>
                                          </p:val>
                                        </p:tav>
                                        <p:tav tm="68337">
                                          <p:val>
                                            <p:strVal val="#ppt_h*0.6"/>
                                          </p:val>
                                        </p:tav>
                                        <p:tav tm="70615">
                                          <p:val>
                                            <p:strVal val="#ppt_h*0.74762"/>
                                          </p:val>
                                        </p:tav>
                                        <p:tav tm="72893">
                                          <p:val>
                                            <p:strVal val="#ppt_h*0.93864"/>
                                          </p:val>
                                        </p:tav>
                                        <p:tav tm="75171">
                                          <p:val>
                                            <p:strVal val="#ppt_h*1.05812"/>
                                          </p:val>
                                        </p:tav>
                                        <p:tav tm="77449">
                                          <p:val>
                                            <p:strVal val="#ppt_h*1.03579"/>
                                          </p:val>
                                        </p:tav>
                                        <p:tav tm="79727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84282">
                                          <p:val>
                                            <p:strVal val="#ppt_h*1.008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7" dur="146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2"/>
                                          </p:val>
                                        </p:tav>
                                        <p:tav tm="18223">
                                          <p:val>
                                            <p:fltVal val="1.15"/>
                                          </p:val>
                                        </p:tav>
                                        <p:tav tm="38724">
                                          <p:val>
                                            <p:fltVal val="0.1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8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1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0" dur="820" fill="hold" decel="1000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141" dur="820" decel="1000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2" presetID="12" presetClass="entr" presetSubtype="4" fill="hold" grpId="0" nodeType="withEffect">
                                  <p:stCondLst>
                                    <p:cond delay="145"/>
                                  </p:stCondLst>
                                  <p:childTnLst>
                                    <p:set>
                                      <p:cBhvr>
                                        <p:cTn id="1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4" dur="820" fill="hold" decel="100000"/>
                                        <p:tgtEl>
                                          <p:spTgt spid="1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145" dur="820" decel="100000"/>
                                        <p:tgtEl>
                                          <p:spTgt spid="1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6" fill="hold">
                      <p:stCondLst>
                        <p:cond delay="indefinite"/>
                      </p:stCondLst>
                      <p:childTnLst>
                        <p:par>
                          <p:cTn id="1147" fill="hold">
                            <p:stCondLst>
                              <p:cond delay="0"/>
                            </p:stCondLst>
                            <p:childTnLst>
                              <p:par>
                                <p:cTn id="11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0" dur="62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3" dur="62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6" dur="62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9" dur="62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2" dur="62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5" dur="62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8" dur="62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0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72" dur="87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563"/>
                                          </p:val>
                                        </p:tav>
                                        <p:tav tm="22901">
                                          <p:val>
                                            <p:strVal val="#ppt_x-0.01563"/>
                                          </p:val>
                                        </p:tav>
                                        <p:tav tm="26718">
                                          <p:val>
                                            <p:strVal val="#ppt_x-0.01361"/>
                                          </p:val>
                                        </p:tav>
                                        <p:tav tm="30534">
                                          <p:val>
                                            <p:strVal val="#ppt_x-0.00942"/>
                                          </p:val>
                                        </p:tav>
                                        <p:tav tm="34351">
                                          <p:val>
                                            <p:strVal val="#ppt_x-0.00642"/>
                                          </p:val>
                                        </p:tav>
                                        <p:tav tm="38168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41985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49618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64885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99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3" presetID="10" presetClass="entr" presetSubtype="0" fill="hold" grpId="0" nodeType="withEffect">
                                  <p:stCondLst>
                                    <p:cond delay="760"/>
                                  </p:stCondLst>
                                  <p:childTnLs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75" dur="500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7" dur="792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42">
                                          <p:val>
                                            <p:strVal val="#ppt_x-1.22566"/>
                                          </p:val>
                                        </p:tav>
                                        <p:tav tm="5051">
                                          <p:val>
                                            <p:strVal val="#ppt_x-1.22566"/>
                                          </p:val>
                                        </p:tav>
                                        <p:tav tm="13469">
                                          <p:val>
                                            <p:strVal val="#ppt_x-1.23462"/>
                                          </p:val>
                                        </p:tav>
                                        <p:tav tm="17678">
                                          <p:val>
                                            <p:strVal val="#ppt_x-1.23854"/>
                                          </p:val>
                                        </p:tav>
                                        <p:tav tm="21887">
                                          <p:val>
                                            <p:strVal val="#ppt_x-1.24159"/>
                                          </p:val>
                                        </p:tav>
                                        <p:tav tm="26096">
                                          <p:val>
                                            <p:strVal val="#ppt_x-1.24382"/>
                                          </p:val>
                                        </p:tav>
                                        <p:tav tm="34515">
                                          <p:val>
                                            <p:strVal val="#ppt_x-1.24661"/>
                                          </p:val>
                                        </p:tav>
                                        <p:tav tm="42933">
                                          <p:val>
                                            <p:strVal val="#ppt_x-1.24816"/>
                                          </p:val>
                                        </p:tav>
                                        <p:tav tm="55560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72397">
                                          <p:val>
                                            <p:strVal val="#ppt_x-1.25012"/>
                                          </p:val>
                                        </p:tav>
                                        <p:tav tm="97651">
                                          <p:val>
                                            <p:strVal val="#ppt_x-1.25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8" dur="792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42">
                                          <p:val>
                                            <p:strVal val="#ppt_y-0.05906"/>
                                          </p:val>
                                        </p:tav>
                                        <p:tav tm="5051">
                                          <p:val>
                                            <p:strVal val="#ppt_y-0.05906"/>
                                          </p:val>
                                        </p:tav>
                                        <p:tav tm="13469">
                                          <p:val>
                                            <p:strVal val="#ppt_y-0.03741"/>
                                          </p:val>
                                        </p:tav>
                                        <p:tav tm="17678">
                                          <p:val>
                                            <p:strVal val="#ppt_y-0.02784"/>
                                          </p:val>
                                        </p:tav>
                                        <p:tav tm="21887">
                                          <p:val>
                                            <p:strVal val="#ppt_y-0.02039"/>
                                          </p:val>
                                        </p:tav>
                                        <p:tav tm="26096">
                                          <p:val>
                                            <p:strVal val="#ppt_y-0.01497"/>
                                          </p:val>
                                        </p:tav>
                                        <p:tav tm="34515">
                                          <p:val>
                                            <p:strVal val="#ppt_y-0.0082"/>
                                          </p:val>
                                        </p:tav>
                                        <p:tav tm="42933">
                                          <p:val>
                                            <p:strVal val="#ppt_y-0.00444"/>
                                          </p:val>
                                        </p:tav>
                                        <p:tav tm="55560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72397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7651">
                                          <p:val>
                                            <p:strVal val="#ppt_y+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792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42">
                                          <p:val>
                                            <p:strVal val="#ppt_w*4.72945"/>
                                          </p:val>
                                        </p:tav>
                                        <p:tav tm="5051">
                                          <p:val>
                                            <p:strVal val="#ppt_w*4.72945"/>
                                          </p:val>
                                        </p:tav>
                                        <p:tav tm="13469">
                                          <p:val>
                                            <p:strVal val="#ppt_w*3.34986"/>
                                          </p:val>
                                        </p:tav>
                                        <p:tav tm="17678">
                                          <p:val>
                                            <p:strVal val="#ppt_w*2.74597"/>
                                          </p:val>
                                        </p:tav>
                                        <p:tav tm="21887">
                                          <p:val>
                                            <p:strVal val="#ppt_w*2.27788"/>
                                          </p:val>
                                        </p:tav>
                                        <p:tav tm="26096">
                                          <p:val>
                                            <p:strVal val="#ppt_w*1.93767"/>
                                          </p:val>
                                        </p:tav>
                                        <p:tav tm="30306">
                                          <p:val>
                                            <p:strVal val="#ppt_w*1.69276"/>
                                          </p:val>
                                        </p:tav>
                                        <p:tav tm="34515">
                                          <p:val>
                                            <p:strVal val="#ppt_w*1.51369"/>
                                          </p:val>
                                        </p:tav>
                                        <p:tav tm="38724">
                                          <p:val>
                                            <p:strVal val="#ppt_w*1.38"/>
                                          </p:val>
                                        </p:tav>
                                        <p:tav tm="42933">
                                          <p:val>
                                            <p:strVal val="#ppt_w*1.2783"/>
                                          </p:val>
                                        </p:tav>
                                        <p:tav tm="47142">
                                          <p:val>
                                            <p:strVal val="#ppt_w*1.19981"/>
                                          </p:val>
                                        </p:tav>
                                        <p:tav tm="51351">
                                          <p:val>
                                            <p:strVal val="#ppt_w*1.13859"/>
                                          </p:val>
                                        </p:tav>
                                        <p:tav tm="55560">
                                          <p:val>
                                            <p:strVal val="#ppt_w*1.09055"/>
                                          </p:val>
                                        </p:tav>
                                        <p:tav tm="59769">
                                          <p:val>
                                            <p:strVal val="#ppt_w*1.05277"/>
                                          </p:val>
                                        </p:tav>
                                        <p:tav tm="63978">
                                          <p:val>
                                            <p:strVal val="#ppt_w*1.02312"/>
                                          </p:val>
                                        </p:tav>
                                        <p:tav tm="72397">
                                          <p:val>
                                            <p:strVal val="#ppt_w*0.9822"/>
                                          </p:val>
                                        </p:tav>
                                        <p:tav tm="85024">
                                          <p:val>
                                            <p:strVal val="#ppt_w*0.95229"/>
                                          </p:val>
                                        </p:tav>
                                        <p:tav tm="97651">
                                          <p:val>
                                            <p:strVal val="#ppt_w*0.945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0" dur="792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42">
                                          <p:val>
                                            <p:strVal val="#ppt_h*4.72945"/>
                                          </p:val>
                                        </p:tav>
                                        <p:tav tm="5051">
                                          <p:val>
                                            <p:strVal val="#ppt_h*4.72945"/>
                                          </p:val>
                                        </p:tav>
                                        <p:tav tm="13469">
                                          <p:val>
                                            <p:strVal val="#ppt_h*3.34986"/>
                                          </p:val>
                                        </p:tav>
                                        <p:tav tm="17678">
                                          <p:val>
                                            <p:strVal val="#ppt_h*2.74597"/>
                                          </p:val>
                                        </p:tav>
                                        <p:tav tm="21887">
                                          <p:val>
                                            <p:strVal val="#ppt_h*2.27788"/>
                                          </p:val>
                                        </p:tav>
                                        <p:tav tm="26096">
                                          <p:val>
                                            <p:strVal val="#ppt_h*1.93767"/>
                                          </p:val>
                                        </p:tav>
                                        <p:tav tm="30306">
                                          <p:val>
                                            <p:strVal val="#ppt_h*1.69276"/>
                                          </p:val>
                                        </p:tav>
                                        <p:tav tm="34515">
                                          <p:val>
                                            <p:strVal val="#ppt_h*1.51369"/>
                                          </p:val>
                                        </p:tav>
                                        <p:tav tm="38724">
                                          <p:val>
                                            <p:strVal val="#ppt_h*1.38"/>
                                          </p:val>
                                        </p:tav>
                                        <p:tav tm="42933">
                                          <p:val>
                                            <p:strVal val="#ppt_h*1.2783"/>
                                          </p:val>
                                        </p:tav>
                                        <p:tav tm="47142">
                                          <p:val>
                                            <p:strVal val="#ppt_h*1.19981"/>
                                          </p:val>
                                        </p:tav>
                                        <p:tav tm="51351">
                                          <p:val>
                                            <p:strVal val="#ppt_h*1.13859"/>
                                          </p:val>
                                        </p:tav>
                                        <p:tav tm="55560">
                                          <p:val>
                                            <p:strVal val="#ppt_h*1.09055"/>
                                          </p:val>
                                        </p:tav>
                                        <p:tav tm="59769">
                                          <p:val>
                                            <p:strVal val="#ppt_h*1.05277"/>
                                          </p:val>
                                        </p:tav>
                                        <p:tav tm="63978">
                                          <p:val>
                                            <p:strVal val="#ppt_h*1.02312"/>
                                          </p:val>
                                        </p:tav>
                                        <p:tav tm="72397">
                                          <p:val>
                                            <p:strVal val="#ppt_h*0.9822"/>
                                          </p:val>
                                        </p:tav>
                                        <p:tav tm="85024">
                                          <p:val>
                                            <p:strVal val="#ppt_h*0.95229"/>
                                          </p:val>
                                        </p:tav>
                                        <p:tav tm="97651">
                                          <p:val>
                                            <p:strVal val="#ppt_h*0.945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1" dur="792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42">
                                          <p:val>
                                            <p:fltVal val="-95.31"/>
                                          </p:val>
                                        </p:tav>
                                        <p:tav tm="5051">
                                          <p:val>
                                            <p:fltVal val="-95.31"/>
                                          </p:val>
                                        </p:tav>
                                        <p:tav tm="13469">
                                          <p:val>
                                            <p:fltVal val="-60.05"/>
                                          </p:val>
                                        </p:tav>
                                        <p:tav tm="17678">
                                          <p:val>
                                            <p:fltVal val="-44.62"/>
                                          </p:val>
                                        </p:tav>
                                        <p:tav tm="21887">
                                          <p:val>
                                            <p:fltVal val="-32.66"/>
                                          </p:val>
                                        </p:tav>
                                        <p:tav tm="26096">
                                          <p:val>
                                            <p:fltVal val="-23.96"/>
                                          </p:val>
                                        </p:tav>
                                        <p:tav tm="30306">
                                          <p:val>
                                            <p:fltVal val="-17.7"/>
                                          </p:val>
                                        </p:tav>
                                        <p:tav tm="34515">
                                          <p:val>
                                            <p:fltVal val="-13.13"/>
                                          </p:val>
                                        </p:tav>
                                        <p:tav tm="38724">
                                          <p:val>
                                            <p:fltVal val="-9.71"/>
                                          </p:val>
                                        </p:tav>
                                        <p:tav tm="42933">
                                          <p:val>
                                            <p:fltVal val="-7.11"/>
                                          </p:val>
                                        </p:tav>
                                        <p:tav tm="47142">
                                          <p:val>
                                            <p:fltVal val="-5.11"/>
                                          </p:val>
                                        </p:tav>
                                        <p:tav tm="55560">
                                          <p:val>
                                            <p:fltVal val="-2.31"/>
                                          </p:val>
                                        </p:tav>
                                        <p:tav tm="63978">
                                          <p:val>
                                            <p:fltVal val="-0.59"/>
                                          </p:val>
                                        </p:tav>
                                        <p:tav tm="72397">
                                          <p:val>
                                            <p:fltVal val="0.45"/>
                                          </p:val>
                                        </p:tav>
                                        <p:tav tm="85024">
                                          <p:val>
                                            <p:fltVal val="1.22"/>
                                          </p:val>
                                        </p:tav>
                                        <p:tav tm="97651">
                                          <p:val>
                                            <p:fltVal val="1.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2" presetID="10" presetClass="entr" presetSubtype="0" fill="hold" grpId="0" nodeType="withEffect">
                                  <p:stCondLst>
                                    <p:cond delay="760"/>
                                  </p:stCondLst>
                                  <p:childTnLst>
                                    <p:set>
                                      <p:cBhvr>
                                        <p:cTn id="1183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84" dur="467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507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6" dur="746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93">
                                          <p:val>
                                            <p:strVal val="#ppt_x-1.27907"/>
                                          </p:val>
                                        </p:tav>
                                        <p:tav tm="5360">
                                          <p:val>
                                            <p:strVal val="#ppt_x-1.27907"/>
                                          </p:val>
                                        </p:tav>
                                        <p:tav tm="9827">
                                          <p:val>
                                            <p:strVal val="#ppt_x-1.2752"/>
                                          </p:val>
                                        </p:tav>
                                        <p:tav tm="18760">
                                          <p:val>
                                            <p:strVal val="#ppt_x-1.26446"/>
                                          </p:val>
                                        </p:tav>
                                        <p:tav tm="23227">
                                          <p:val>
                                            <p:strVal val="#ppt_x-1.26043"/>
                                          </p:val>
                                        </p:tav>
                                        <p:tav tm="27693">
                                          <p:val>
                                            <p:strVal val="#ppt_x-1.25752"/>
                                          </p:val>
                                        </p:tav>
                                        <p:tav tm="36627">
                                          <p:val>
                                            <p:strVal val="#ppt_x-1.25394"/>
                                          </p:val>
                                        </p:tav>
                                        <p:tav tm="45560">
                                          <p:val>
                                            <p:strVal val="#ppt_x-1.252"/>
                                          </p:val>
                                        </p:tav>
                                        <p:tav tm="58960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76827">
                                          <p:val>
                                            <p:strVal val="#ppt_x-1.24971"/>
                                          </p:val>
                                        </p:tav>
                                        <p:tav tm="99160">
                                          <p:val>
                                            <p:strVal val="#ppt_x-1.249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746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93">
                                          <p:val>
                                            <p:strVal val="#ppt_y-0.07597"/>
                                          </p:val>
                                        </p:tav>
                                        <p:tav tm="5360">
                                          <p:val>
                                            <p:strVal val="#ppt_y-0.07597"/>
                                          </p:val>
                                        </p:tav>
                                        <p:tav tm="9827">
                                          <p:val>
                                            <p:strVal val="#ppt_y-0.06564"/>
                                          </p:val>
                                        </p:tav>
                                        <p:tav tm="14293">
                                          <p:val>
                                            <p:strVal val="#ppt_y-0.05038"/>
                                          </p:val>
                                        </p:tav>
                                        <p:tav tm="18760">
                                          <p:val>
                                            <p:strVal val="#ppt_y-0.03667"/>
                                          </p:val>
                                        </p:tav>
                                        <p:tav tm="23227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27693">
                                          <p:val>
                                            <p:strVal val="#ppt_y-0.01861"/>
                                          </p:val>
                                        </p:tav>
                                        <p:tav tm="32160">
                                          <p:val>
                                            <p:strVal val="#ppt_y-0.01337"/>
                                          </p:val>
                                        </p:tav>
                                        <p:tav tm="36627">
                                          <p:val>
                                            <p:strVal val="#ppt_y-0.00964"/>
                                          </p:val>
                                        </p:tav>
                                        <p:tav tm="45560">
                                          <p:val>
                                            <p:strVal val="#ppt_y-0.00487"/>
                                          </p:val>
                                        </p:tav>
                                        <p:tav tm="58960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76827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99160">
                                          <p:val>
                                            <p:strVal val="#ppt_y+0.0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8" dur="746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93">
                                          <p:val>
                                            <p:strVal val="#ppt_w*4.71549"/>
                                          </p:val>
                                        </p:tav>
                                        <p:tav tm="5360">
                                          <p:val>
                                            <p:strVal val="#ppt_w*4.71549"/>
                                          </p:val>
                                        </p:tav>
                                        <p:tav tm="9827">
                                          <p:val>
                                            <p:strVal val="#ppt_w*4.18819"/>
                                          </p:val>
                                        </p:tav>
                                        <p:tav tm="14293">
                                          <p:val>
                                            <p:strVal val="#ppt_w*3.43212"/>
                                          </p:val>
                                        </p:tav>
                                        <p:tav tm="18760">
                                          <p:val>
                                            <p:strVal val="#ppt_w*2.76804"/>
                                          </p:val>
                                        </p:tav>
                                        <p:tav tm="23227">
                                          <p:val>
                                            <p:strVal val="#ppt_w*2.26037"/>
                                          </p:val>
                                        </p:tav>
                                        <p:tav tm="27693">
                                          <p:val>
                                            <p:strVal val="#ppt_w*1.901"/>
                                          </p:val>
                                        </p:tav>
                                        <p:tav tm="32160">
                                          <p:val>
                                            <p:strVal val="#ppt_w*1.64892"/>
                                          </p:val>
                                        </p:tav>
                                        <p:tav tm="36627">
                                          <p:val>
                                            <p:strVal val="#ppt_w*1.46857"/>
                                          </p:val>
                                        </p:tav>
                                        <p:tav tm="41093">
                                          <p:val>
                                            <p:strVal val="#ppt_w*1.33639"/>
                                          </p:val>
                                        </p:tav>
                                        <p:tav tm="45560">
                                          <p:val>
                                            <p:strVal val="#ppt_w*1.23749"/>
                                          </p:val>
                                        </p:tav>
                                        <p:tav tm="50027">
                                          <p:val>
                                            <p:strVal val="#ppt_w*1.16237"/>
                                          </p:val>
                                        </p:tav>
                                        <p:tav tm="54493">
                                          <p:val>
                                            <p:strVal val="#ppt_w*1.10476"/>
                                          </p:val>
                                        </p:tav>
                                        <p:tav tm="58960">
                                          <p:val>
                                            <p:strVal val="#ppt_w*1.06036"/>
                                          </p:val>
                                        </p:tav>
                                        <p:tav tm="63427">
                                          <p:val>
                                            <p:strVal val="#ppt_w*1.02617"/>
                                          </p:val>
                                        </p:tav>
                                        <p:tav tm="67893">
                                          <p:val>
                                            <p:strVal val="#ppt_w*1"/>
                                          </p:val>
                                        </p:tav>
                                        <p:tav tm="76827">
                                          <p:val>
                                            <p:strVal val="#ppt_w*0.96567"/>
                                          </p:val>
                                        </p:tav>
                                        <p:tav tm="85760">
                                          <p:val>
                                            <p:strVal val="#ppt_w*0.94851"/>
                                          </p:val>
                                        </p:tav>
                                        <p:tav tm="99160">
                                          <p:val>
                                            <p:strVal val="#ppt_w*0.94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9" dur="746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93">
                                          <p:val>
                                            <p:strVal val="#ppt_h*4.71549"/>
                                          </p:val>
                                        </p:tav>
                                        <p:tav tm="5360">
                                          <p:val>
                                            <p:strVal val="#ppt_h*4.71549"/>
                                          </p:val>
                                        </p:tav>
                                        <p:tav tm="9827">
                                          <p:val>
                                            <p:strVal val="#ppt_h*4.18819"/>
                                          </p:val>
                                        </p:tav>
                                        <p:tav tm="14293">
                                          <p:val>
                                            <p:strVal val="#ppt_h*3.43212"/>
                                          </p:val>
                                        </p:tav>
                                        <p:tav tm="18760">
                                          <p:val>
                                            <p:strVal val="#ppt_h*2.76804"/>
                                          </p:val>
                                        </p:tav>
                                        <p:tav tm="23227">
                                          <p:val>
                                            <p:strVal val="#ppt_h*2.26037"/>
                                          </p:val>
                                        </p:tav>
                                        <p:tav tm="27693">
                                          <p:val>
                                            <p:strVal val="#ppt_h*1.901"/>
                                          </p:val>
                                        </p:tav>
                                        <p:tav tm="32160">
                                          <p:val>
                                            <p:strVal val="#ppt_h*1.64892"/>
                                          </p:val>
                                        </p:tav>
                                        <p:tav tm="36627">
                                          <p:val>
                                            <p:strVal val="#ppt_h*1.46857"/>
                                          </p:val>
                                        </p:tav>
                                        <p:tav tm="41093">
                                          <p:val>
                                            <p:strVal val="#ppt_h*1.33639"/>
                                          </p:val>
                                        </p:tav>
                                        <p:tav tm="45560">
                                          <p:val>
                                            <p:strVal val="#ppt_h*1.23749"/>
                                          </p:val>
                                        </p:tav>
                                        <p:tav tm="50027">
                                          <p:val>
                                            <p:strVal val="#ppt_h*1.16237"/>
                                          </p:val>
                                        </p:tav>
                                        <p:tav tm="54493">
                                          <p:val>
                                            <p:strVal val="#ppt_h*1.10476"/>
                                          </p:val>
                                        </p:tav>
                                        <p:tav tm="58960">
                                          <p:val>
                                            <p:strVal val="#ppt_h*1.06036"/>
                                          </p:val>
                                        </p:tav>
                                        <p:tav tm="63427">
                                          <p:val>
                                            <p:strVal val="#ppt_h*1.02617"/>
                                          </p:val>
                                        </p:tav>
                                        <p:tav tm="67893">
                                          <p:val>
                                            <p:strVal val="#ppt_h*1"/>
                                          </p:val>
                                        </p:tav>
                                        <p:tav tm="76827">
                                          <p:val>
                                            <p:strVal val="#ppt_h*0.96567"/>
                                          </p:val>
                                        </p:tav>
                                        <p:tav tm="85760">
                                          <p:val>
                                            <p:strVal val="#ppt_h*0.94851"/>
                                          </p:val>
                                        </p:tav>
                                        <p:tav tm="99160">
                                          <p:val>
                                            <p:strVal val="#ppt_h*0.94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0" dur="746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93">
                                          <p:val>
                                            <p:fltVal val="114.7"/>
                                          </p:val>
                                        </p:tav>
                                        <p:tav tm="5360">
                                          <p:val>
                                            <p:fltVal val="114.7"/>
                                          </p:val>
                                        </p:tav>
                                        <p:tav tm="9827">
                                          <p:val>
                                            <p:fltVal val="98.42"/>
                                          </p:val>
                                        </p:tav>
                                        <p:tav tm="14293">
                                          <p:val>
                                            <p:fltVal val="75.08"/>
                                          </p:val>
                                        </p:tav>
                                        <p:tav tm="18760">
                                          <p:val>
                                            <p:fltVal val="54.58"/>
                                          </p:val>
                                        </p:tav>
                                        <p:tav tm="23227">
                                          <p:val>
                                            <p:fltVal val="38.91"/>
                                          </p:val>
                                        </p:tav>
                                        <p:tav tm="27693">
                                          <p:val>
                                            <p:fltVal val="27.81"/>
                                          </p:val>
                                        </p:tav>
                                        <p:tav tm="32160">
                                          <p:val>
                                            <p:fltVal val="20.03"/>
                                          </p:val>
                                        </p:tav>
                                        <p:tav tm="36627">
                                          <p:val>
                                            <p:fltVal val="14.46"/>
                                          </p:val>
                                        </p:tav>
                                        <p:tav tm="41093">
                                          <p:val>
                                            <p:fltVal val="10.38"/>
                                          </p:val>
                                        </p:tav>
                                        <p:tav tm="45560">
                                          <p:val>
                                            <p:fltVal val="7.33"/>
                                          </p:val>
                                        </p:tav>
                                        <p:tav tm="50027">
                                          <p:val>
                                            <p:fltVal val="5.01"/>
                                          </p:val>
                                        </p:tav>
                                        <p:tav tm="58960">
                                          <p:val>
                                            <p:fltVal val="1.86"/>
                                          </p:val>
                                        </p:tav>
                                        <p:tav tm="67893">
                                          <p:val>
                                            <p:fltVal val="0"/>
                                          </p:val>
                                        </p:tav>
                                        <p:tav tm="76827">
                                          <p:val>
                                            <p:fltVal val="-1.06"/>
                                          </p:val>
                                        </p:tav>
                                        <p:tav tm="99160">
                                          <p:val>
                                            <p:fltVal val="-1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1" presetID="10" presetClass="entr" presetSubtype="0" fill="hold" grpId="0" nodeType="withEffect">
                                  <p:stCondLst>
                                    <p:cond delay="760"/>
                                  </p:stCondLst>
                                  <p:childTnLst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93" dur="600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5" dur="9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x-1.27634"/>
                                          </p:val>
                                        </p:tav>
                                        <p:tav tm="4432">
                                          <p:val>
                                            <p:strVal val="#ppt_x-1.27605"/>
                                          </p:val>
                                        </p:tav>
                                        <p:tav tm="11819">
                                          <p:val>
                                            <p:strVal val="#ppt_x-1.26717"/>
                                          </p:val>
                                        </p:tav>
                                        <p:tav tm="15512">
                                          <p:val>
                                            <p:strVal val="#ppt_x-1.26323"/>
                                          </p:val>
                                        </p:tav>
                                        <p:tav tm="19206">
                                          <p:val>
                                            <p:strVal val="#ppt_x-1.26003"/>
                                          </p:val>
                                        </p:tav>
                                        <p:tav tm="22899">
                                          <p:val>
                                            <p:strVal val="#ppt_x-1.25761"/>
                                          </p:val>
                                        </p:tav>
                                        <p:tav tm="26593">
                                          <p:val>
                                            <p:strVal val="#ppt_x-1.25581"/>
                                          </p:val>
                                        </p:tav>
                                        <p:tav tm="33980">
                                          <p:val>
                                            <p:strVal val="#ppt_x-1.25346"/>
                                          </p:val>
                                        </p:tav>
                                        <p:tav tm="45060">
                                          <p:val>
                                            <p:strVal val="#ppt_x-1.25158"/>
                                          </p:val>
                                        </p:tav>
                                        <p:tav tm="56140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74607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6" dur="9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y+0.04459"/>
                                          </p:val>
                                        </p:tav>
                                        <p:tav tm="4432">
                                          <p:val>
                                            <p:strVal val="#ppt_y+0.04406"/>
                                          </p:val>
                                        </p:tav>
                                        <p:tav tm="11819">
                                          <p:val>
                                            <p:strVal val="#ppt_y+0.02873"/>
                                          </p:val>
                                        </p:tav>
                                        <p:tav tm="15512">
                                          <p:val>
                                            <p:strVal val="#ppt_y+0.02221"/>
                                          </p:val>
                                        </p:tav>
                                        <p:tav tm="19206">
                                          <p:val>
                                            <p:strVal val="#ppt_y+0.01696"/>
                                          </p:val>
                                        </p:tav>
                                        <p:tav tm="26593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33980">
                                          <p:val>
                                            <p:strVal val="#ppt_y+0.006"/>
                                          </p:val>
                                        </p:tav>
                                        <p:tav tm="45060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59834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7" dur="9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w*4.78535"/>
                                          </p:val>
                                        </p:tav>
                                        <p:tav tm="4432">
                                          <p:val>
                                            <p:strVal val="#ppt_w*4.74451"/>
                                          </p:val>
                                        </p:tav>
                                        <p:tav tm="8126">
                                          <p:val>
                                            <p:strVal val="#ppt_w*4.12333"/>
                                          </p:val>
                                        </p:tav>
                                        <p:tav tm="11819">
                                          <p:val>
                                            <p:strVal val="#ppt_w*3.51308"/>
                                          </p:val>
                                        </p:tav>
                                        <p:tav tm="15512">
                                          <p:val>
                                            <p:strVal val="#ppt_w*2.96004"/>
                                          </p:val>
                                        </p:tav>
                                        <p:tav tm="19206">
                                          <p:val>
                                            <p:strVal val="#ppt_w*2.50358"/>
                                          </p:val>
                                        </p:tav>
                                        <p:tav tm="22899">
                                          <p:val>
                                            <p:strVal val="#ppt_w*2.15114"/>
                                          </p:val>
                                        </p:tav>
                                        <p:tav tm="26593">
                                          <p:val>
                                            <p:strVal val="#ppt_w*1.88581"/>
                                          </p:val>
                                        </p:tav>
                                        <p:tav tm="30286">
                                          <p:val>
                                            <p:strVal val="#ppt_w*1.68555"/>
                                          </p:val>
                                        </p:tav>
                                        <p:tav tm="33980">
                                          <p:val>
                                            <p:strVal val="#ppt_w*1.53234"/>
                                          </p:val>
                                        </p:tav>
                                        <p:tav tm="37673">
                                          <p:val>
                                            <p:strVal val="#ppt_w*1.41328"/>
                                          </p:val>
                                        </p:tav>
                                        <p:tav tm="41366">
                                          <p:val>
                                            <p:strVal val="#ppt_w*1.31944"/>
                                          </p:val>
                                        </p:tav>
                                        <p:tav tm="45060">
                                          <p:val>
                                            <p:strVal val="#ppt_w*1.24461"/>
                                          </p:val>
                                        </p:tav>
                                        <p:tav tm="48753">
                                          <p:val>
                                            <p:strVal val="#ppt_w*1.18442"/>
                                          </p:val>
                                        </p:tav>
                                        <p:tav tm="52447">
                                          <p:val>
                                            <p:strVal val="#ppt_w*1.13571"/>
                                          </p:val>
                                        </p:tav>
                                        <p:tav tm="56140">
                                          <p:val>
                                            <p:strVal val="#ppt_w*1.09616"/>
                                          </p:val>
                                        </p:tav>
                                        <p:tav tm="63527">
                                          <p:val>
                                            <p:strVal val="#ppt_w*1.03792"/>
                                          </p:val>
                                        </p:tav>
                                        <p:tav tm="74607">
                                          <p:val>
                                            <p:strVal val="#ppt_w*0.98669"/>
                                          </p:val>
                                        </p:tav>
                                        <p:tav tm="85688">
                                          <p:val>
                                            <p:strVal val="#ppt_w*0.963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7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8" dur="9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h*4.78535"/>
                                          </p:val>
                                        </p:tav>
                                        <p:tav tm="4432">
                                          <p:val>
                                            <p:strVal val="#ppt_h*4.74451"/>
                                          </p:val>
                                        </p:tav>
                                        <p:tav tm="8126">
                                          <p:val>
                                            <p:strVal val="#ppt_h*4.12333"/>
                                          </p:val>
                                        </p:tav>
                                        <p:tav tm="11819">
                                          <p:val>
                                            <p:strVal val="#ppt_h*3.51308"/>
                                          </p:val>
                                        </p:tav>
                                        <p:tav tm="15512">
                                          <p:val>
                                            <p:strVal val="#ppt_h*2.96004"/>
                                          </p:val>
                                        </p:tav>
                                        <p:tav tm="19206">
                                          <p:val>
                                            <p:strVal val="#ppt_h*2.50358"/>
                                          </p:val>
                                        </p:tav>
                                        <p:tav tm="22899">
                                          <p:val>
                                            <p:strVal val="#ppt_h*2.15114"/>
                                          </p:val>
                                        </p:tav>
                                        <p:tav tm="26593">
                                          <p:val>
                                            <p:strVal val="#ppt_h*1.88581"/>
                                          </p:val>
                                        </p:tav>
                                        <p:tav tm="30286">
                                          <p:val>
                                            <p:strVal val="#ppt_h*1.68555"/>
                                          </p:val>
                                        </p:tav>
                                        <p:tav tm="33980">
                                          <p:val>
                                            <p:strVal val="#ppt_h*1.53234"/>
                                          </p:val>
                                        </p:tav>
                                        <p:tav tm="37673">
                                          <p:val>
                                            <p:strVal val="#ppt_h*1.41328"/>
                                          </p:val>
                                        </p:tav>
                                        <p:tav tm="41366">
                                          <p:val>
                                            <p:strVal val="#ppt_h*1.31944"/>
                                          </p:val>
                                        </p:tav>
                                        <p:tav tm="45060">
                                          <p:val>
                                            <p:strVal val="#ppt_h*1.24461"/>
                                          </p:val>
                                        </p:tav>
                                        <p:tav tm="48753">
                                          <p:val>
                                            <p:strVal val="#ppt_h*1.18442"/>
                                          </p:val>
                                        </p:tav>
                                        <p:tav tm="52447">
                                          <p:val>
                                            <p:strVal val="#ppt_h*1.13571"/>
                                          </p:val>
                                        </p:tav>
                                        <p:tav tm="56140">
                                          <p:val>
                                            <p:strVal val="#ppt_h*1.09616"/>
                                          </p:val>
                                        </p:tav>
                                        <p:tav tm="63527">
                                          <p:val>
                                            <p:strVal val="#ppt_h*1.03792"/>
                                          </p:val>
                                        </p:tav>
                                        <p:tav tm="74607">
                                          <p:val>
                                            <p:strVal val="#ppt_h*0.98669"/>
                                          </p:val>
                                        </p:tav>
                                        <p:tav tm="85688">
                                          <p:val>
                                            <p:strVal val="#ppt_h*0.963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7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9" dur="9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fltVal val="-103.16"/>
                                          </p:val>
                                        </p:tav>
                                        <p:tav tm="4432">
                                          <p:val>
                                            <p:fltVal val="-102.04"/>
                                          </p:val>
                                        </p:tav>
                                        <p:tav tm="11819">
                                          <p:val>
                                            <p:fltVal val="-68.49"/>
                                          </p:val>
                                        </p:tav>
                                        <p:tav tm="15512">
                                          <p:val>
                                            <p:fltVal val="-53.41"/>
                                          </p:val>
                                        </p:tav>
                                        <p:tav tm="19206">
                                          <p:val>
                                            <p:fltVal val="-40.98"/>
                                          </p:val>
                                        </p:tav>
                                        <p:tav tm="22899">
                                          <p:val>
                                            <p:fltVal val="-31.37"/>
                                          </p:val>
                                        </p:tav>
                                        <p:tav tm="26593">
                                          <p:val>
                                            <p:fltVal val="-24.14"/>
                                          </p:val>
                                        </p:tav>
                                        <p:tav tm="30286">
                                          <p:val>
                                            <p:fltVal val="-18.68"/>
                                          </p:val>
                                        </p:tav>
                                        <p:tav tm="33980">
                                          <p:val>
                                            <p:fltVal val="-14.51"/>
                                          </p:val>
                                        </p:tav>
                                        <p:tav tm="37673">
                                          <p:val>
                                            <p:fltVal val="-11.26"/>
                                          </p:val>
                                        </p:tav>
                                        <p:tav tm="45060">
                                          <p:val>
                                            <p:fltVal val="-6.67"/>
                                          </p:val>
                                        </p:tav>
                                        <p:tav tm="56140">
                                          <p:val>
                                            <p:fltVal val="-2.62"/>
                                          </p:val>
                                        </p:tav>
                                        <p:tav tm="63527">
                                          <p:val>
                                            <p:fltVal val="-1.03"/>
                                          </p:val>
                                        </p:tav>
                                        <p:tav tm="74607">
                                          <p:val>
                                            <p:fltVal val="0.36"/>
                                          </p:val>
                                        </p:tav>
                                        <p:tav tm="100000">
                                          <p:val>
                                            <p:fltVal val="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0" presetID="10" presetClass="entr" presetSubtype="0" fill="hold" grpId="0" nodeType="withEffect">
                                  <p:stCondLst>
                                    <p:cond delay="760"/>
                                  </p:stCondLst>
                                  <p:childTnLst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02" dur="500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3" dur="1" fill="hold">
                                          <p:stCondLst>
                                            <p:cond delay="507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4" dur="78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55">
                                          <p:val>
                                            <p:strVal val="#ppt_x-1.26506"/>
                                          </p:val>
                                        </p:tav>
                                        <p:tav tm="13677">
                                          <p:val>
                                            <p:strVal val="#ppt_x-1.25712"/>
                                          </p:val>
                                        </p:tav>
                                        <p:tav tm="22224">
                                          <p:val>
                                            <p:strVal val="#ppt_x-1.25396"/>
                                          </p:val>
                                        </p:tav>
                                        <p:tav tm="30772">
                                          <p:val>
                                            <p:strVal val="#ppt_x-1.25225"/>
                                          </p:val>
                                        </p:tav>
                                        <p:tav tm="43594">
                                          <p:val>
                                            <p:strVal val="#ppt_x-1.25094"/>
                                          </p:val>
                                        </p:tav>
                                        <p:tav tm="56416">
                                          <p:val>
                                            <p:strVal val="#ppt_x-1.25031"/>
                                          </p:val>
                                        </p:tav>
                                        <p:tav tm="99155">
                                          <p:val>
                                            <p:strVal val="#ppt_x-1.249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5" dur="78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55">
                                          <p:val>
                                            <p:strVal val="#ppt_y+0.0737"/>
                                          </p:val>
                                        </p:tav>
                                        <p:tav tm="9403">
                                          <p:val>
                                            <p:strVal val="#ppt_y+0.04601"/>
                                          </p:val>
                                        </p:tav>
                                        <p:tav tm="13677">
                                          <p:val>
                                            <p:strVal val="#ppt_y+0.03444"/>
                                          </p:val>
                                        </p:tav>
                                        <p:tav tm="17950">
                                          <p:val>
                                            <p:strVal val="#ppt_y+0.02552"/>
                                          </p:val>
                                        </p:tav>
                                        <p:tav tm="22224">
                                          <p:val>
                                            <p:strVal val="#ppt_y+0.01899"/>
                                          </p:val>
                                        </p:tav>
                                        <p:tav tm="26498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30772">
                                          <p:val>
                                            <p:strVal val="#ppt_y+0.01074"/>
                                          </p:val>
                                        </p:tav>
                                        <p:tav tm="35046">
                                          <p:val>
                                            <p:strVal val="#ppt_y+0.00809"/>
                                          </p:val>
                                        </p:tav>
                                        <p:tav tm="43594">
                                          <p:val>
                                            <p:strVal val="#ppt_y+0.00449"/>
                                          </p:val>
                                        </p:tav>
                                        <p:tav tm="56416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3511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9155">
                                          <p:val>
                                            <p:strVal val="#ppt_y-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6" dur="78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55">
                                          <p:val>
                                            <p:strVal val="#ppt_w*4.64721"/>
                                          </p:val>
                                        </p:tav>
                                        <p:tav tm="5129">
                                          <p:val>
                                            <p:strVal val="#ppt_w*3.95519"/>
                                          </p:val>
                                        </p:tav>
                                        <p:tav tm="9403">
                                          <p:val>
                                            <p:strVal val="#ppt_w*3.29107"/>
                                          </p:val>
                                        </p:tav>
                                        <p:tav tm="13677">
                                          <p:val>
                                            <p:strVal val="#ppt_w*2.71935"/>
                                          </p:val>
                                        </p:tav>
                                        <p:tav tm="17950">
                                          <p:val>
                                            <p:strVal val="#ppt_w*2.27634"/>
                                          </p:val>
                                        </p:tav>
                                        <p:tav tm="22224">
                                          <p:val>
                                            <p:strVal val="#ppt_w*1.95112"/>
                                          </p:val>
                                        </p:tav>
                                        <p:tav tm="26498">
                                          <p:val>
                                            <p:strVal val="#ppt_w*1.71396"/>
                                          </p:val>
                                        </p:tav>
                                        <p:tav tm="30772">
                                          <p:val>
                                            <p:strVal val="#ppt_w*1.53845"/>
                                          </p:val>
                                        </p:tav>
                                        <p:tav tm="35046">
                                          <p:val>
                                            <p:strVal val="#ppt_w*1.40605"/>
                                          </p:val>
                                        </p:tav>
                                        <p:tav tm="39320">
                                          <p:val>
                                            <p:strVal val="#ppt_w*1.30439"/>
                                          </p:val>
                                        </p:tav>
                                        <p:tav tm="43594">
                                          <p:val>
                                            <p:strVal val="#ppt_w*1.22524"/>
                                          </p:val>
                                        </p:tav>
                                        <p:tav tm="47868">
                                          <p:val>
                                            <p:strVal val="#ppt_w*1.163"/>
                                          </p:val>
                                        </p:tav>
                                        <p:tav tm="52142">
                                          <p:val>
                                            <p:strVal val="#ppt_w*1.11373"/>
                                          </p:val>
                                        </p:tav>
                                        <p:tav tm="56416">
                                          <p:val>
                                            <p:strVal val="#ppt_w*1.07463"/>
                                          </p:val>
                                        </p:tav>
                                        <p:tav tm="64963">
                                          <p:val>
                                            <p:strVal val="#ppt_w*1.01914"/>
                                          </p:val>
                                        </p:tav>
                                        <p:tav tm="73511">
                                          <p:val>
                                            <p:strVal val="#ppt_w*0.98528"/>
                                          </p:val>
                                        </p:tav>
                                        <p:tav tm="86333">
                                          <p:val>
                                            <p:strVal val="#ppt_w*0.96098"/>
                                          </p:val>
                                        </p:tav>
                                        <p:tav tm="99155">
                                          <p:val>
                                            <p:strVal val="#ppt_w*0.956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78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55">
                                          <p:val>
                                            <p:strVal val="#ppt_h*4.64721"/>
                                          </p:val>
                                        </p:tav>
                                        <p:tav tm="5129">
                                          <p:val>
                                            <p:strVal val="#ppt_h*3.95519"/>
                                          </p:val>
                                        </p:tav>
                                        <p:tav tm="9403">
                                          <p:val>
                                            <p:strVal val="#ppt_h*3.29107"/>
                                          </p:val>
                                        </p:tav>
                                        <p:tav tm="13677">
                                          <p:val>
                                            <p:strVal val="#ppt_h*2.71935"/>
                                          </p:val>
                                        </p:tav>
                                        <p:tav tm="17950">
                                          <p:val>
                                            <p:strVal val="#ppt_h*2.27634"/>
                                          </p:val>
                                        </p:tav>
                                        <p:tav tm="22224">
                                          <p:val>
                                            <p:strVal val="#ppt_h*1.95112"/>
                                          </p:val>
                                        </p:tav>
                                        <p:tav tm="26498">
                                          <p:val>
                                            <p:strVal val="#ppt_h*1.71396"/>
                                          </p:val>
                                        </p:tav>
                                        <p:tav tm="30772">
                                          <p:val>
                                            <p:strVal val="#ppt_h*1.53845"/>
                                          </p:val>
                                        </p:tav>
                                        <p:tav tm="35046">
                                          <p:val>
                                            <p:strVal val="#ppt_h*1.40605"/>
                                          </p:val>
                                        </p:tav>
                                        <p:tav tm="39320">
                                          <p:val>
                                            <p:strVal val="#ppt_h*1.30439"/>
                                          </p:val>
                                        </p:tav>
                                        <p:tav tm="43594">
                                          <p:val>
                                            <p:strVal val="#ppt_h*1.22524"/>
                                          </p:val>
                                        </p:tav>
                                        <p:tav tm="47868">
                                          <p:val>
                                            <p:strVal val="#ppt_h*1.163"/>
                                          </p:val>
                                        </p:tav>
                                        <p:tav tm="52142">
                                          <p:val>
                                            <p:strVal val="#ppt_h*1.11373"/>
                                          </p:val>
                                        </p:tav>
                                        <p:tav tm="56416">
                                          <p:val>
                                            <p:strVal val="#ppt_h*1.07463"/>
                                          </p:val>
                                        </p:tav>
                                        <p:tav tm="64963">
                                          <p:val>
                                            <p:strVal val="#ppt_h*1.01914"/>
                                          </p:val>
                                        </p:tav>
                                        <p:tav tm="73511">
                                          <p:val>
                                            <p:strVal val="#ppt_h*0.98528"/>
                                          </p:val>
                                        </p:tav>
                                        <p:tav tm="86333">
                                          <p:val>
                                            <p:strVal val="#ppt_h*0.96098"/>
                                          </p:val>
                                        </p:tav>
                                        <p:tav tm="99155">
                                          <p:val>
                                            <p:strVal val="#ppt_h*0.956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8" dur="78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55">
                                          <p:val>
                                            <p:fltVal val="62.15"/>
                                          </p:val>
                                        </p:tav>
                                        <p:tav tm="9403">
                                          <p:val>
                                            <p:fltVal val="39.04"/>
                                          </p:val>
                                        </p:tav>
                                        <p:tav tm="13677">
                                          <p:val>
                                            <p:fltVal val="29.3"/>
                                          </p:val>
                                        </p:tav>
                                        <p:tav tm="17950">
                                          <p:val>
                                            <p:fltVal val="21.75"/>
                                          </p:val>
                                        </p:tav>
                                        <p:tav tm="22224">
                                          <p:val>
                                            <p:fltVal val="16.21"/>
                                          </p:val>
                                        </p:tav>
                                        <p:tav tm="26498">
                                          <p:val>
                                            <p:fltVal val="12.17"/>
                                          </p:val>
                                        </p:tav>
                                        <p:tav tm="30772">
                                          <p:val>
                                            <p:fltVal val="9.18"/>
                                          </p:val>
                                        </p:tav>
                                        <p:tav tm="35046">
                                          <p:val>
                                            <p:fltVal val="6.92"/>
                                          </p:val>
                                        </p:tav>
                                        <p:tav tm="43594">
                                          <p:val>
                                            <p:fltVal val="3.84"/>
                                          </p:val>
                                        </p:tav>
                                        <p:tav tm="56416">
                                          <p:val>
                                            <p:fltVal val="1.27"/>
                                          </p:val>
                                        </p:tav>
                                        <p:tav tm="73511">
                                          <p:val>
                                            <p:fltVal val="-0.25"/>
                                          </p:val>
                                        </p:tav>
                                        <p:tav tm="99155">
                                          <p:val>
                                            <p:fltVal val="-0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9" presetID="10" presetClass="entr" presetSubtype="0" fill="hold" grpId="0" nodeType="withEffect">
                                  <p:stCondLst>
                                    <p:cond delay="760"/>
                                  </p:stCondLst>
                                  <p:childTnLst>
                                    <p:set>
                                      <p:cBhvr>
                                        <p:cTn id="1210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11" dur="467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3" dur="734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908">
                                          <p:val>
                                            <p:strVal val="#ppt_x-1.27479"/>
                                          </p:val>
                                        </p:tav>
                                        <p:tav tm="5447">
                                          <p:val>
                                            <p:strVal val="#ppt_x-1.2718"/>
                                          </p:val>
                                        </p:tav>
                                        <p:tav tm="14525">
                                          <p:val>
                                            <p:strVal val="#ppt_x-1.26278"/>
                                          </p:val>
                                        </p:tav>
                                        <p:tav tm="19064">
                                          <p:val>
                                            <p:strVal val="#ppt_x-1.25931"/>
                                          </p:val>
                                        </p:tav>
                                        <p:tav tm="23603">
                                          <p:val>
                                            <p:strVal val="#ppt_x-1.25677"/>
                                          </p:val>
                                        </p:tav>
                                        <p:tav tm="32681">
                                          <p:val>
                                            <p:strVal val="#ppt_x-1.25364"/>
                                          </p:val>
                                        </p:tav>
                                        <p:tav tm="41759">
                                          <p:val>
                                            <p:strVal val="#ppt_x-1.25194"/>
                                          </p:val>
                                        </p:tav>
                                        <p:tav tm="55377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73533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96228">
                                          <p:val>
                                            <p:strVal val="#ppt_x-1.24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4" dur="734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908">
                                          <p:val>
                                            <p:strVal val="#ppt_y-0.08153"/>
                                          </p:val>
                                        </p:tav>
                                        <p:tav tm="5447">
                                          <p:val>
                                            <p:strVal val="#ppt_y-0.07117"/>
                                          </p:val>
                                        </p:tav>
                                        <p:tav tm="9986">
                                          <p:val>
                                            <p:strVal val="#ppt_y-0.05504"/>
                                          </p:val>
                                        </p:tav>
                                        <p:tav tm="14525">
                                          <p:val>
                                            <p:strVal val="#ppt_y-0.04054"/>
                                          </p:val>
                                        </p:tav>
                                        <p:tav tm="19064">
                                          <p:val>
                                            <p:strVal val="#ppt_y-0.0292"/>
                                          </p:val>
                                        </p:tav>
                                        <p:tav tm="23603">
                                          <p:val>
                                            <p:strVal val="#ppt_y-0.02107"/>
                                          </p:val>
                                        </p:tav>
                                        <p:tav tm="28142">
                                          <p:val>
                                            <p:strVal val="#ppt_y-0.01534"/>
                                          </p:val>
                                        </p:tav>
                                        <p:tav tm="32681">
                                          <p:val>
                                            <p:strVal val="#ppt_y-0.01123"/>
                                          </p:val>
                                        </p:tav>
                                        <p:tav tm="41759">
                                          <p:val>
                                            <p:strVal val="#ppt_y-0.00596"/>
                                          </p:val>
                                        </p:tav>
                                        <p:tav tm="55377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73533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6228">
                                          <p:val>
                                            <p:strVal val="#ppt_y+0.00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734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908">
                                          <p:val>
                                            <p:strVal val="#ppt_w*4.76864"/>
                                          </p:val>
                                        </p:tav>
                                        <p:tav tm="5447">
                                          <p:val>
                                            <p:strVal val="#ppt_w*4.28343"/>
                                          </p:val>
                                        </p:tav>
                                        <p:tav tm="9986">
                                          <p:val>
                                            <p:strVal val="#ppt_w*3.53793"/>
                                          </p:val>
                                        </p:tav>
                                        <p:tav tm="14525">
                                          <p:val>
                                            <p:strVal val="#ppt_w*2.87222"/>
                                          </p:val>
                                        </p:tav>
                                        <p:tav tm="19064">
                                          <p:val>
                                            <p:strVal val="#ppt_w*2.35222"/>
                                          </p:val>
                                        </p:tav>
                                        <p:tav tm="23603">
                                          <p:val>
                                            <p:strVal val="#ppt_w*1.97823"/>
                                          </p:val>
                                        </p:tav>
                                        <p:tav tm="28142">
                                          <p:val>
                                            <p:strVal val="#ppt_w*1.7136"/>
                                          </p:val>
                                        </p:tav>
                                        <p:tav tm="32681">
                                          <p:val>
                                            <p:strVal val="#ppt_w*1.52331"/>
                                          </p:val>
                                        </p:tav>
                                        <p:tav tm="37220">
                                          <p:val>
                                            <p:strVal val="#ppt_w*1.38332"/>
                                          </p:val>
                                        </p:tav>
                                        <p:tav tm="41759">
                                          <p:val>
                                            <p:strVal val="#ppt_w*1.27819"/>
                                          </p:val>
                                        </p:tav>
                                        <p:tav tm="46298">
                                          <p:val>
                                            <p:strVal val="#ppt_w*1.198"/>
                                          </p:val>
                                        </p:tav>
                                        <p:tav tm="50838">
                                          <p:val>
                                            <p:strVal val="#ppt_w*1.13616"/>
                                          </p:val>
                                        </p:tav>
                                        <p:tav tm="55377">
                                          <p:val>
                                            <p:strVal val="#ppt_w*1.08819"/>
                                          </p:val>
                                        </p:tav>
                                        <p:tav tm="59916">
                                          <p:val>
                                            <p:strVal val="#ppt_w*1.05093"/>
                                          </p:val>
                                        </p:tav>
                                        <p:tav tm="64455">
                                          <p:val>
                                            <p:strVal val="#ppt_w*1.0221"/>
                                          </p:val>
                                        </p:tav>
                                        <p:tav tm="73533">
                                          <p:val>
                                            <p:strVal val="#ppt_w*0.98335"/>
                                          </p:val>
                                        </p:tav>
                                        <p:tav tm="82611">
                                          <p:val>
                                            <p:strVal val="#ppt_w*0.96267"/>
                                          </p:val>
                                        </p:tav>
                                        <p:tav tm="96228">
                                          <p:val>
                                            <p:strVal val="#ppt_w*0.953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6" dur="734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908">
                                          <p:val>
                                            <p:strVal val="#ppt_h*4.76864"/>
                                          </p:val>
                                        </p:tav>
                                        <p:tav tm="5447">
                                          <p:val>
                                            <p:strVal val="#ppt_h*4.28343"/>
                                          </p:val>
                                        </p:tav>
                                        <p:tav tm="9986">
                                          <p:val>
                                            <p:strVal val="#ppt_h*3.53793"/>
                                          </p:val>
                                        </p:tav>
                                        <p:tav tm="14525">
                                          <p:val>
                                            <p:strVal val="#ppt_h*2.87222"/>
                                          </p:val>
                                        </p:tav>
                                        <p:tav tm="19064">
                                          <p:val>
                                            <p:strVal val="#ppt_h*2.35222"/>
                                          </p:val>
                                        </p:tav>
                                        <p:tav tm="23603">
                                          <p:val>
                                            <p:strVal val="#ppt_h*1.97823"/>
                                          </p:val>
                                        </p:tav>
                                        <p:tav tm="28142">
                                          <p:val>
                                            <p:strVal val="#ppt_h*1.7136"/>
                                          </p:val>
                                        </p:tav>
                                        <p:tav tm="32681">
                                          <p:val>
                                            <p:strVal val="#ppt_h*1.52331"/>
                                          </p:val>
                                        </p:tav>
                                        <p:tav tm="37220">
                                          <p:val>
                                            <p:strVal val="#ppt_h*1.38332"/>
                                          </p:val>
                                        </p:tav>
                                        <p:tav tm="41759">
                                          <p:val>
                                            <p:strVal val="#ppt_h*1.27819"/>
                                          </p:val>
                                        </p:tav>
                                        <p:tav tm="46298">
                                          <p:val>
                                            <p:strVal val="#ppt_h*1.198"/>
                                          </p:val>
                                        </p:tav>
                                        <p:tav tm="50838">
                                          <p:val>
                                            <p:strVal val="#ppt_h*1.13616"/>
                                          </p:val>
                                        </p:tav>
                                        <p:tav tm="55377">
                                          <p:val>
                                            <p:strVal val="#ppt_h*1.08819"/>
                                          </p:val>
                                        </p:tav>
                                        <p:tav tm="59916">
                                          <p:val>
                                            <p:strVal val="#ppt_h*1.05093"/>
                                          </p:val>
                                        </p:tav>
                                        <p:tav tm="64455">
                                          <p:val>
                                            <p:strVal val="#ppt_h*1.0221"/>
                                          </p:val>
                                        </p:tav>
                                        <p:tav tm="73533">
                                          <p:val>
                                            <p:strVal val="#ppt_h*0.98335"/>
                                          </p:val>
                                        </p:tav>
                                        <p:tav tm="82611">
                                          <p:val>
                                            <p:strVal val="#ppt_h*0.96267"/>
                                          </p:val>
                                        </p:tav>
                                        <p:tav tm="96228">
                                          <p:val>
                                            <p:strVal val="#ppt_h*0.953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7" dur="734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908">
                                          <p:val>
                                            <p:fltVal val="97.91"/>
                                          </p:val>
                                        </p:tav>
                                        <p:tav tm="5447">
                                          <p:val>
                                            <p:fltVal val="85.3"/>
                                          </p:val>
                                        </p:tav>
                                        <p:tav tm="9986">
                                          <p:val>
                                            <p:fltVal val="65.93"/>
                                          </p:val>
                                        </p:tav>
                                        <p:tav tm="14525">
                                          <p:val>
                                            <p:fltVal val="48.64"/>
                                          </p:val>
                                        </p:tav>
                                        <p:tav tm="19064">
                                          <p:val>
                                            <p:fltVal val="35.13"/>
                                          </p:val>
                                        </p:tav>
                                        <p:tav tm="23603">
                                          <p:val>
                                            <p:fltVal val="25.41"/>
                                          </p:val>
                                        </p:tav>
                                        <p:tav tm="28142">
                                          <p:val>
                                            <p:fltVal val="18.54"/>
                                          </p:val>
                                        </p:tav>
                                        <p:tav tm="32681">
                                          <p:val>
                                            <p:fltVal val="13.6"/>
                                          </p:val>
                                        </p:tav>
                                        <p:tav tm="37220">
                                          <p:val>
                                            <p:fltVal val="9.96"/>
                                          </p:val>
                                        </p:tav>
                                        <p:tav tm="41759">
                                          <p:val>
                                            <p:fltVal val="7.23"/>
                                          </p:val>
                                        </p:tav>
                                        <p:tav tm="46298">
                                          <p:val>
                                            <p:fltVal val="5.14"/>
                                          </p:val>
                                        </p:tav>
                                        <p:tav tm="55377">
                                          <p:val>
                                            <p:fltVal val="2.29"/>
                                          </p:val>
                                        </p:tav>
                                        <p:tav tm="64455">
                                          <p:val>
                                            <p:fltVal val="0.57"/>
                                          </p:val>
                                        </p:tav>
                                        <p:tav tm="73533">
                                          <p:val>
                                            <p:fltVal val="-0.43"/>
                                          </p:val>
                                        </p:tav>
                                        <p:tav tm="96228">
                                          <p:val>
                                            <p:fltVal val="-1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  <p:bldP spid="93" grpId="0" animBg="1"/>
      <p:bldP spid="95" grpId="0" animBg="1"/>
      <p:bldP spid="96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201" grpId="0" animBg="1"/>
      <p:bldP spid="202" grpId="0" animBg="1"/>
      <p:bldP spid="74" grpId="0" animBg="1"/>
      <p:bldP spid="75" grpId="0" animBg="1"/>
      <p:bldP spid="57" grpId="0" animBg="1"/>
      <p:bldP spid="77" grpId="0" animBg="1"/>
      <p:bldP spid="56" grpId="0" animBg="1"/>
      <p:bldP spid="76" grpId="0" animBg="1"/>
      <p:bldP spid="59" grpId="0" animBg="1"/>
      <p:bldP spid="58" grpId="0" animBg="1"/>
      <p:bldP spid="94" grpId="0" build="p"/>
      <p:bldP spid="39" grpId="0" animBg="1"/>
      <p:bldP spid="78" grpId="0" animBg="1"/>
      <p:bldP spid="79" grpId="0" animBg="1"/>
      <p:bldP spid="61" grpId="0" animBg="1"/>
      <p:bldP spid="41" grpId="0" animBg="1"/>
      <p:bldP spid="38" grpId="0" animBg="1"/>
      <p:bldP spid="60" grpId="0" animBg="1"/>
      <p:bldP spid="40" grpId="0" animBg="1"/>
      <p:bldP spid="81" grpId="0" animBg="1"/>
      <p:bldP spid="42" grpId="0" animBg="1"/>
      <p:bldP spid="43" grpId="0" animBg="1"/>
      <p:bldP spid="21" grpId="0" animBg="1"/>
      <p:bldP spid="62" grpId="0" animBg="1"/>
      <p:bldP spid="80" grpId="0" animBg="1"/>
      <p:bldP spid="20" grpId="0" animBg="1"/>
      <p:bldP spid="23" grpId="0" animBg="1"/>
      <p:bldP spid="45" grpId="0" animBg="1"/>
      <p:bldP spid="25" grpId="0" animBg="1"/>
      <p:bldP spid="63" grpId="0" animBg="1"/>
      <p:bldP spid="22" grpId="0" animBg="1"/>
      <p:bldP spid="3" grpId="0" animBg="1"/>
      <p:bldP spid="82" grpId="0" animBg="1"/>
      <p:bldP spid="44" grpId="0" animBg="1"/>
      <p:bldP spid="5" grpId="0" animBg="1"/>
      <p:bldP spid="24" grpId="0" animBg="1"/>
      <p:bldP spid="65" grpId="0" animBg="1"/>
      <p:bldP spid="83" grpId="0" animBg="1"/>
      <p:bldP spid="2" grpId="0" animBg="1"/>
      <p:bldP spid="64" grpId="0" animBg="1"/>
      <p:bldP spid="27" grpId="0" animBg="1"/>
      <p:bldP spid="26" grpId="0" animBg="1"/>
      <p:bldP spid="47" grpId="0" animBg="1"/>
      <p:bldP spid="4" grpId="0" animBg="1"/>
      <p:bldP spid="46" grpId="0" animBg="1"/>
      <p:bldP spid="7" grpId="0" animBg="1"/>
      <p:bldP spid="6" grpId="0" animBg="1"/>
      <p:bldP spid="85" grpId="0" animBg="1"/>
      <p:bldP spid="29" grpId="0" animBg="1"/>
      <p:bldP spid="66" grpId="0" animBg="1"/>
      <p:bldP spid="9" grpId="0" animBg="1"/>
      <p:bldP spid="84" grpId="0" animBg="1"/>
      <p:bldP spid="49" grpId="0" animBg="1"/>
      <p:bldP spid="67" grpId="0" animBg="1"/>
      <p:bldP spid="28" grpId="0" animBg="1"/>
      <p:bldP spid="8" grpId="0" animBg="1"/>
      <p:bldP spid="48" grpId="0" animBg="1"/>
      <p:bldP spid="86" grpId="0" animBg="1"/>
      <p:bldP spid="69" grpId="0" animBg="1"/>
      <p:bldP spid="30" grpId="0" animBg="1"/>
      <p:bldP spid="11" grpId="0" animBg="1"/>
      <p:bldP spid="31" grpId="0" animBg="1"/>
      <p:bldP spid="10" grpId="0" animBg="1"/>
      <p:bldP spid="87" grpId="0" animBg="1"/>
      <p:bldP spid="50" grpId="0" animBg="1"/>
      <p:bldP spid="68" grpId="0" animBg="1"/>
      <p:bldP spid="13" grpId="0" animBg="1"/>
      <p:bldP spid="51" grpId="0" animBg="1"/>
      <p:bldP spid="33" grpId="0" animBg="1"/>
      <p:bldP spid="89" grpId="0" animBg="1"/>
      <p:bldP spid="12" grpId="0" animBg="1"/>
      <p:bldP spid="32" grpId="0" animBg="1"/>
      <p:bldP spid="70" grpId="0" animBg="1"/>
      <p:bldP spid="88" grpId="0" animBg="1"/>
      <p:bldP spid="53" grpId="0" animBg="1"/>
      <p:bldP spid="71" grpId="0" animBg="1"/>
      <p:bldP spid="15" grpId="0" animBg="1"/>
      <p:bldP spid="14" grpId="0" animBg="1"/>
      <p:bldP spid="34" grpId="0" animBg="1"/>
      <p:bldP spid="52" grpId="0" animBg="1"/>
      <p:bldP spid="90" grpId="0" animBg="1"/>
      <p:bldP spid="35" grpId="0" animBg="1"/>
      <p:bldP spid="17" grpId="0" animBg="1"/>
      <p:bldP spid="73" grpId="0" animBg="1"/>
      <p:bldP spid="91" grpId="0" animBg="1"/>
      <p:bldP spid="72" grpId="0" animBg="1"/>
      <p:bldP spid="54" grpId="0" animBg="1"/>
      <p:bldP spid="16" grpId="0" animBg="1"/>
      <p:bldP spid="37" grpId="0" animBg="1"/>
      <p:bldP spid="55" grpId="0" animBg="1"/>
      <p:bldP spid="36" grpId="0" animBg="1"/>
      <p:bldP spid="18" grpId="0" animBg="1"/>
      <p:bldP spid="19" grpId="0" animBg="1"/>
      <p:bldP spid="97" grpId="0" animBg="1"/>
      <p:bldP spid="98" grpId="0" animBg="1"/>
      <p:bldP spid="99" grpId="0" animBg="1"/>
      <p:bldP spid="106" grpId="0" animBg="1"/>
      <p:bldP spid="119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20" grpId="0" build="p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203" grpId="0" animBg="1"/>
      <p:bldP spid="204" grpId="0" animBg="1"/>
      <p:bldP spid="205" grpId="0" animBg="1"/>
      <p:bldP spid="206" grpId="0" animBg="1"/>
      <p:bldP spid="20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Potrzeba nie może czekać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6089650" y="1206500"/>
            <a:ext cx="12700" cy="4699000"/>
          </a:xfrm>
          <a:prstGeom prst="rect">
            <a:avLst/>
          </a:prstGeom>
          <a:solidFill>
            <a:srgbClr val="E3E3E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>
            <a:off x="2050653" y="2685653"/>
            <a:ext cx="2375694" cy="2375694"/>
          </a:xfrm>
          <a:prstGeom prst="ellipse">
            <a:avLst/>
          </a:prstGeom>
          <a:noFill/>
          <a:ln w="89495">
            <a:solidFill>
              <a:srgbClr val="E3E3E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3"/>
          <p:cNvSpPr/>
          <p:nvPr/>
        </p:nvSpPr>
        <p:spPr>
          <a:xfrm rot="16200000">
            <a:off x="2050653" y="2685653"/>
            <a:ext cx="2375694" cy="2375694"/>
          </a:xfrm>
          <a:prstGeom prst="arc">
            <a:avLst>
              <a:gd name="adj1" fmla="val 0"/>
              <a:gd name="adj2" fmla="val 16848000"/>
            </a:avLst>
          </a:prstGeom>
          <a:noFill/>
          <a:ln w="89495" cap="rnd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ekst: 78 %"/>
          <p:cNvSpPr txBox="1"/>
          <p:nvPr/>
        </p:nvSpPr>
        <p:spPr>
          <a:xfrm>
            <a:off x="2183611" y="3405137"/>
            <a:ext cx="2109728" cy="1168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9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200" kern="100" spc="-644" dirty="0">
                <a:solidFill>
                  <a:srgbClr val="EE312F"/>
                </a:solidFill>
                <a:latin typeface="Lato Black"/>
                <a:cs typeface="Lato Black"/>
              </a:rPr>
              <a:t>78</a:t>
            </a:r>
            <a:r>
              <a:rPr lang="pl-PL" sz="4100" kern="100" spc="-82" dirty="0">
                <a:solidFill>
                  <a:srgbClr val="EE312F"/>
                </a:solidFill>
                <a:latin typeface="Lato Black"/>
                <a:cs typeface="Lato Black"/>
              </a:rPr>
              <a:t>%</a:t>
            </a:r>
            <a:endParaRPr lang="pl-PL" sz="4100" kern="100" spc="-82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6" name="Tekst: Chce produktu lub usługi wtedy, kiedy ic"/>
          <p:cNvSpPr txBox="1"/>
          <p:nvPr/>
        </p:nvSpPr>
        <p:spPr>
          <a:xfrm>
            <a:off x="952500" y="5368290"/>
            <a:ext cx="4572000" cy="587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23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850" kern="100" spc="-22" dirty="0">
                <a:solidFill>
                  <a:srgbClr val="151515"/>
                </a:solidFill>
                <a:latin typeface="Lato"/>
                <a:cs typeface="Lato"/>
              </a:rPr>
              <a:t>Chce produktu lub usługi</a:t>
            </a:r>
            <a:endParaRPr lang="pl-PL" sz="1850" kern="100" spc="-22" dirty="0">
              <a:solidFill>
                <a:srgbClr val="151515"/>
              </a:solidFill>
              <a:latin typeface="Lato"/>
              <a:cs typeface="Lato"/>
            </a:endParaRPr>
          </a:p>
          <a:p>
            <a:pPr algn="ctr">
              <a:lnSpc>
                <a:spcPts val="23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850" kern="100" spc="-22" dirty="0">
                <a:solidFill>
                  <a:srgbClr val="151515"/>
                </a:solidFill>
                <a:latin typeface="Lato"/>
                <a:cs typeface="Lato"/>
              </a:rPr>
              <a:t>wtedy, kiedy ich potrzebuje</a:t>
            </a:r>
            <a:endParaRPr lang="pl-PL" sz="1850" kern="100" spc="-22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7" name="Kształt 4"/>
          <p:cNvSpPr/>
          <p:nvPr/>
        </p:nvSpPr>
        <p:spPr>
          <a:xfrm>
            <a:off x="6540500" y="1112465"/>
            <a:ext cx="2324100" cy="2330450"/>
          </a:xfrm>
          <a:prstGeom prst="roundRect">
            <a:avLst>
              <a:gd name="adj" fmla="val 6011"/>
            </a:avLst>
          </a:prstGeom>
          <a:solidFill>
            <a:srgbClr val="151515"/>
          </a:solidFill>
          <a:ln>
            <a:noFill/>
          </a:ln>
          <a:effectLst>
            <a:outerShdw blurRad="317500" dist="114300" dir="5400000" algn="ctr" rotWithShape="0">
              <a:srgbClr val="000000">
                <a:alpha val="6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Kształt 5"/>
          <p:cNvSpPr/>
          <p:nvPr/>
        </p:nvSpPr>
        <p:spPr>
          <a:xfrm>
            <a:off x="6540524" y="1111250"/>
            <a:ext cx="2602944" cy="1822061"/>
          </a:xfrm>
          <a:custGeom>
            <a:avLst/>
            <a:gdLst/>
            <a:ahLst/>
            <a:cxnLst/>
            <a:rect l="0" t="0" r="r" b="b"/>
            <a:pathLst>
              <a:path w="2602944" h="1822061">
                <a:moveTo>
                  <a:pt x="0" y="0"/>
                </a:moveTo>
                <a:lnTo>
                  <a:pt x="2602944" y="0"/>
                </a:lnTo>
                <a:lnTo>
                  <a:pt x="2602944" y="1822061"/>
                </a:lnTo>
                <a:lnTo>
                  <a:pt x="0" y="1822061"/>
                </a:lnTo>
                <a:close/>
              </a:path>
            </a:pathLst>
          </a:custGeom>
          <a:solidFill>
            <a:srgbClr val="F6EE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6"/>
          <p:cNvSpPr/>
          <p:nvPr/>
        </p:nvSpPr>
        <p:spPr>
          <a:xfrm>
            <a:off x="6540524" y="1111250"/>
            <a:ext cx="2602944" cy="143162"/>
          </a:xfrm>
          <a:custGeom>
            <a:avLst/>
            <a:gdLst/>
            <a:ahLst/>
            <a:cxnLst/>
            <a:rect l="0" t="0" r="r" b="b"/>
            <a:pathLst>
              <a:path w="2602944" h="143162">
                <a:moveTo>
                  <a:pt x="0" y="0"/>
                </a:moveTo>
                <a:lnTo>
                  <a:pt x="2602944" y="0"/>
                </a:lnTo>
                <a:lnTo>
                  <a:pt x="2342650" y="143162"/>
                </a:lnTo>
                <a:lnTo>
                  <a:pt x="260294" y="143162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Kształt 7"/>
          <p:cNvSpPr/>
          <p:nvPr/>
        </p:nvSpPr>
        <p:spPr>
          <a:xfrm>
            <a:off x="6540524" y="1111250"/>
            <a:ext cx="260294" cy="1822061"/>
          </a:xfrm>
          <a:custGeom>
            <a:avLst/>
            <a:gdLst/>
            <a:ahLst/>
            <a:cxnLst/>
            <a:rect l="0" t="0" r="r" b="b"/>
            <a:pathLst>
              <a:path w="260294" h="1822061">
                <a:moveTo>
                  <a:pt x="0" y="0"/>
                </a:moveTo>
                <a:lnTo>
                  <a:pt x="260294" y="143162"/>
                </a:lnTo>
                <a:lnTo>
                  <a:pt x="260294" y="1639855"/>
                </a:lnTo>
                <a:lnTo>
                  <a:pt x="0" y="1822061"/>
                </a:lnTo>
                <a:close/>
              </a:path>
            </a:pathLst>
          </a:custGeom>
          <a:solidFill>
            <a:srgbClr val="EBE1C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Kształt 8"/>
          <p:cNvSpPr/>
          <p:nvPr/>
        </p:nvSpPr>
        <p:spPr>
          <a:xfrm>
            <a:off x="8883174" y="1111250"/>
            <a:ext cx="260294" cy="1822061"/>
          </a:xfrm>
          <a:custGeom>
            <a:avLst/>
            <a:gdLst/>
            <a:ahLst/>
            <a:cxnLst/>
            <a:rect l="0" t="0" r="r" b="b"/>
            <a:pathLst>
              <a:path w="260294" h="1822061">
                <a:moveTo>
                  <a:pt x="260294" y="0"/>
                </a:moveTo>
                <a:lnTo>
                  <a:pt x="0" y="143162"/>
                </a:lnTo>
                <a:lnTo>
                  <a:pt x="0" y="1639855"/>
                </a:lnTo>
                <a:lnTo>
                  <a:pt x="260294" y="1822061"/>
                </a:lnTo>
                <a:close/>
              </a:path>
            </a:pathLst>
          </a:custGeom>
          <a:solidFill>
            <a:srgbClr val="E7DDC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Kształt 9"/>
          <p:cNvSpPr/>
          <p:nvPr/>
        </p:nvSpPr>
        <p:spPr>
          <a:xfrm>
            <a:off x="6800818" y="1254412"/>
            <a:ext cx="2082355" cy="273309"/>
          </a:xfrm>
          <a:custGeom>
            <a:avLst/>
            <a:gdLst/>
            <a:ahLst/>
            <a:cxnLst/>
            <a:rect l="0" t="0" r="r" b="b"/>
            <a:pathLst>
              <a:path w="2082355" h="273309">
                <a:moveTo>
                  <a:pt x="0" y="0"/>
                </a:moveTo>
                <a:lnTo>
                  <a:pt x="2082355" y="0"/>
                </a:lnTo>
                <a:lnTo>
                  <a:pt x="2082355" y="273309"/>
                </a:lnTo>
                <a:lnTo>
                  <a:pt x="0" y="273309"/>
                </a:lnTo>
                <a:close/>
              </a:path>
            </a:pathLst>
          </a:custGeom>
          <a:solidFill>
            <a:srgbClr val="F9F3E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Kształt 10"/>
          <p:cNvSpPr/>
          <p:nvPr/>
        </p:nvSpPr>
        <p:spPr>
          <a:xfrm>
            <a:off x="7581701" y="1254412"/>
            <a:ext cx="520589" cy="78088"/>
          </a:xfrm>
          <a:custGeom>
            <a:avLst/>
            <a:gdLst/>
            <a:ahLst/>
            <a:cxnLst/>
            <a:rect l="0" t="0" r="r" b="b"/>
            <a:pathLst>
              <a:path w="520589" h="78088">
                <a:moveTo>
                  <a:pt x="0" y="0"/>
                </a:moveTo>
                <a:lnTo>
                  <a:pt x="520589" y="0"/>
                </a:lnTo>
                <a:lnTo>
                  <a:pt x="468530" y="78088"/>
                </a:lnTo>
                <a:lnTo>
                  <a:pt x="52059" y="78088"/>
                </a:lnTo>
                <a:close/>
              </a:path>
            </a:pathLst>
          </a:custGeom>
          <a:solidFill>
            <a:srgbClr val="FFFDF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Kształt 11"/>
          <p:cNvSpPr/>
          <p:nvPr/>
        </p:nvSpPr>
        <p:spPr>
          <a:xfrm>
            <a:off x="6540524" y="1840074"/>
            <a:ext cx="2602944" cy="78088"/>
          </a:xfrm>
          <a:custGeom>
            <a:avLst/>
            <a:gdLst/>
            <a:ahLst/>
            <a:cxnLst/>
            <a:rect l="0" t="0" r="r" b="b"/>
            <a:pathLst>
              <a:path w="2602944" h="78088">
                <a:moveTo>
                  <a:pt x="260294" y="0"/>
                </a:moveTo>
                <a:lnTo>
                  <a:pt x="2342650" y="0"/>
                </a:lnTo>
                <a:lnTo>
                  <a:pt x="2602944" y="78088"/>
                </a:lnTo>
                <a:lnTo>
                  <a:pt x="0" y="78088"/>
                </a:lnTo>
                <a:close/>
              </a:path>
            </a:pathLst>
          </a:custGeom>
          <a:solidFill>
            <a:srgbClr val="EDE6D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Kształt 12"/>
          <p:cNvSpPr/>
          <p:nvPr/>
        </p:nvSpPr>
        <p:spPr>
          <a:xfrm>
            <a:off x="6540524" y="1918163"/>
            <a:ext cx="2602944" cy="52059"/>
          </a:xfrm>
          <a:custGeom>
            <a:avLst/>
            <a:gdLst/>
            <a:ahLst/>
            <a:cxnLst/>
            <a:rect l="0" t="0" r="r" b="b"/>
            <a:pathLst>
              <a:path w="2602944" h="52059">
                <a:moveTo>
                  <a:pt x="0" y="0"/>
                </a:moveTo>
                <a:lnTo>
                  <a:pt x="2602944" y="0"/>
                </a:lnTo>
                <a:lnTo>
                  <a:pt x="2602944" y="52059"/>
                </a:lnTo>
                <a:lnTo>
                  <a:pt x="0" y="52059"/>
                </a:lnTo>
                <a:close/>
              </a:path>
            </a:pathLst>
          </a:cu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Kształt 13"/>
          <p:cNvSpPr/>
          <p:nvPr/>
        </p:nvSpPr>
        <p:spPr>
          <a:xfrm>
            <a:off x="6540524" y="2451766"/>
            <a:ext cx="2602944" cy="78088"/>
          </a:xfrm>
          <a:custGeom>
            <a:avLst/>
            <a:gdLst/>
            <a:ahLst/>
            <a:cxnLst/>
            <a:rect l="0" t="0" r="r" b="b"/>
            <a:pathLst>
              <a:path w="2602944" h="78088">
                <a:moveTo>
                  <a:pt x="260294" y="0"/>
                </a:moveTo>
                <a:lnTo>
                  <a:pt x="2342650" y="0"/>
                </a:lnTo>
                <a:lnTo>
                  <a:pt x="2602944" y="78088"/>
                </a:lnTo>
                <a:lnTo>
                  <a:pt x="0" y="78088"/>
                </a:lnTo>
                <a:close/>
              </a:path>
            </a:pathLst>
          </a:custGeom>
          <a:solidFill>
            <a:srgbClr val="EDE6D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Kształt 14"/>
          <p:cNvSpPr/>
          <p:nvPr/>
        </p:nvSpPr>
        <p:spPr>
          <a:xfrm>
            <a:off x="6540524" y="2529855"/>
            <a:ext cx="2602944" cy="52059"/>
          </a:xfrm>
          <a:custGeom>
            <a:avLst/>
            <a:gdLst/>
            <a:ahLst/>
            <a:cxnLst/>
            <a:rect l="0" t="0" r="r" b="b"/>
            <a:pathLst>
              <a:path w="2602944" h="52059">
                <a:moveTo>
                  <a:pt x="0" y="0"/>
                </a:moveTo>
                <a:lnTo>
                  <a:pt x="2602944" y="0"/>
                </a:lnTo>
                <a:lnTo>
                  <a:pt x="2602944" y="52059"/>
                </a:lnTo>
                <a:lnTo>
                  <a:pt x="0" y="52059"/>
                </a:lnTo>
                <a:close/>
              </a:path>
            </a:pathLst>
          </a:cu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Kształt 15"/>
          <p:cNvSpPr/>
          <p:nvPr/>
        </p:nvSpPr>
        <p:spPr>
          <a:xfrm>
            <a:off x="6983024" y="1527721"/>
            <a:ext cx="338383" cy="338383"/>
          </a:xfrm>
          <a:custGeom>
            <a:avLst/>
            <a:gdLst/>
            <a:ahLst/>
            <a:cxnLst/>
            <a:rect l="0" t="0" r="r" b="b"/>
            <a:pathLst>
              <a:path w="338383" h="338383">
                <a:moveTo>
                  <a:pt x="13015" y="0"/>
                </a:moveTo>
                <a:lnTo>
                  <a:pt x="325368" y="0"/>
                </a:lnTo>
                <a:lnTo>
                  <a:pt x="338383" y="338383"/>
                </a:lnTo>
                <a:lnTo>
                  <a:pt x="0" y="338383"/>
                </a:lnTo>
                <a:close/>
              </a:path>
            </a:pathLst>
          </a:custGeom>
          <a:solidFill>
            <a:srgbClr val="CFE0B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Kształt 16"/>
          <p:cNvSpPr/>
          <p:nvPr/>
        </p:nvSpPr>
        <p:spPr>
          <a:xfrm>
            <a:off x="7022068" y="1566765"/>
            <a:ext cx="91103" cy="260294"/>
          </a:xfrm>
          <a:custGeom>
            <a:avLst/>
            <a:gdLst/>
            <a:ahLst/>
            <a:cxnLst/>
            <a:rect l="0" t="0" r="r" b="b"/>
            <a:pathLst>
              <a:path w="91103" h="260294">
                <a:moveTo>
                  <a:pt x="13015" y="0"/>
                </a:moveTo>
                <a:lnTo>
                  <a:pt x="91103" y="0"/>
                </a:lnTo>
                <a:lnTo>
                  <a:pt x="78088" y="260294"/>
                </a:lnTo>
                <a:lnTo>
                  <a:pt x="0" y="260294"/>
                </a:lnTo>
                <a:close/>
              </a:path>
            </a:pathLst>
          </a:custGeom>
          <a:solidFill>
            <a:srgbClr val="E6F0D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Kształt 17"/>
          <p:cNvSpPr/>
          <p:nvPr/>
        </p:nvSpPr>
        <p:spPr>
          <a:xfrm>
            <a:off x="7152216" y="1631839"/>
            <a:ext cx="117132" cy="169191"/>
          </a:xfrm>
          <a:custGeom>
            <a:avLst/>
            <a:gdLst/>
            <a:ahLst/>
            <a:cxnLst/>
            <a:rect l="0" t="0" r="r" b="b"/>
            <a:pathLst>
              <a:path w="117132" h="169191">
                <a:moveTo>
                  <a:pt x="13015" y="0"/>
                </a:moveTo>
                <a:lnTo>
                  <a:pt x="117132" y="26029"/>
                </a:lnTo>
                <a:lnTo>
                  <a:pt x="91103" y="169191"/>
                </a:lnTo>
                <a:lnTo>
                  <a:pt x="0" y="130147"/>
                </a:lnTo>
                <a:close/>
              </a:path>
            </a:pathLst>
          </a:custGeom>
          <a:solidFill>
            <a:srgbClr val="8FB36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Kształt 18"/>
          <p:cNvSpPr/>
          <p:nvPr/>
        </p:nvSpPr>
        <p:spPr>
          <a:xfrm>
            <a:off x="6996039" y="1436618"/>
            <a:ext cx="312353" cy="91103"/>
          </a:xfrm>
          <a:custGeom>
            <a:avLst/>
            <a:gdLst/>
            <a:ahLst/>
            <a:cxnLst/>
            <a:rect l="0" t="0" r="r" b="b"/>
            <a:pathLst>
              <a:path w="312353" h="91103">
                <a:moveTo>
                  <a:pt x="13015" y="0"/>
                </a:moveTo>
                <a:lnTo>
                  <a:pt x="299339" y="0"/>
                </a:lnTo>
                <a:lnTo>
                  <a:pt x="312353" y="91103"/>
                </a:lnTo>
                <a:lnTo>
                  <a:pt x="0" y="91103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Kształt 19"/>
          <p:cNvSpPr/>
          <p:nvPr/>
        </p:nvSpPr>
        <p:spPr>
          <a:xfrm>
            <a:off x="7009054" y="1436618"/>
            <a:ext cx="286324" cy="32537"/>
          </a:xfrm>
          <a:custGeom>
            <a:avLst/>
            <a:gdLst/>
            <a:ahLst/>
            <a:cxnLst/>
            <a:rect l="0" t="0" r="r" b="b"/>
            <a:pathLst>
              <a:path w="286324" h="32537">
                <a:moveTo>
                  <a:pt x="0" y="0"/>
                </a:moveTo>
                <a:lnTo>
                  <a:pt x="286324" y="0"/>
                </a:lnTo>
                <a:lnTo>
                  <a:pt x="286324" y="32537"/>
                </a:lnTo>
                <a:lnTo>
                  <a:pt x="0" y="32537"/>
                </a:lnTo>
                <a:close/>
              </a:path>
            </a:pathLst>
          </a:custGeom>
          <a:solidFill>
            <a:srgbClr val="F2555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Kształt 20"/>
          <p:cNvSpPr/>
          <p:nvPr/>
        </p:nvSpPr>
        <p:spPr>
          <a:xfrm>
            <a:off x="7438539" y="1423603"/>
            <a:ext cx="221250" cy="442501"/>
          </a:xfrm>
          <a:custGeom>
            <a:avLst/>
            <a:gdLst/>
            <a:ahLst/>
            <a:cxnLst/>
            <a:rect l="0" t="0" r="r" b="b"/>
            <a:pathLst>
              <a:path w="221250" h="442501">
                <a:moveTo>
                  <a:pt x="0" y="442501"/>
                </a:moveTo>
                <a:lnTo>
                  <a:pt x="0" y="104118"/>
                </a:lnTo>
                <a:lnTo>
                  <a:pt x="52059" y="0"/>
                </a:lnTo>
                <a:lnTo>
                  <a:pt x="169191" y="0"/>
                </a:lnTo>
                <a:lnTo>
                  <a:pt x="221250" y="104118"/>
                </a:lnTo>
                <a:lnTo>
                  <a:pt x="221250" y="442501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Kształt 21"/>
          <p:cNvSpPr/>
          <p:nvPr/>
        </p:nvSpPr>
        <p:spPr>
          <a:xfrm>
            <a:off x="7438539" y="1423603"/>
            <a:ext cx="110625" cy="442501"/>
          </a:xfrm>
          <a:custGeom>
            <a:avLst/>
            <a:gdLst/>
            <a:ahLst/>
            <a:cxnLst/>
            <a:rect l="0" t="0" r="r" b="b"/>
            <a:pathLst>
              <a:path w="110625" h="442501">
                <a:moveTo>
                  <a:pt x="0" y="442501"/>
                </a:moveTo>
                <a:lnTo>
                  <a:pt x="0" y="104118"/>
                </a:lnTo>
                <a:lnTo>
                  <a:pt x="52059" y="0"/>
                </a:lnTo>
                <a:lnTo>
                  <a:pt x="110625" y="0"/>
                </a:lnTo>
                <a:lnTo>
                  <a:pt x="110625" y="44250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Kształt 22"/>
          <p:cNvSpPr/>
          <p:nvPr/>
        </p:nvSpPr>
        <p:spPr>
          <a:xfrm>
            <a:off x="7490598" y="1332500"/>
            <a:ext cx="117132" cy="91103"/>
          </a:xfrm>
          <a:custGeom>
            <a:avLst/>
            <a:gdLst/>
            <a:ahLst/>
            <a:cxnLst/>
            <a:rect l="0" t="0" r="r" b="b"/>
            <a:pathLst>
              <a:path w="117132" h="91103">
                <a:moveTo>
                  <a:pt x="6507" y="0"/>
                </a:moveTo>
                <a:lnTo>
                  <a:pt x="110625" y="0"/>
                </a:lnTo>
                <a:lnTo>
                  <a:pt x="117132" y="91103"/>
                </a:lnTo>
                <a:lnTo>
                  <a:pt x="0" y="9110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Kształt 23"/>
          <p:cNvSpPr/>
          <p:nvPr/>
        </p:nvSpPr>
        <p:spPr>
          <a:xfrm>
            <a:off x="7933099" y="1371544"/>
            <a:ext cx="416471" cy="494559"/>
          </a:xfrm>
          <a:custGeom>
            <a:avLst/>
            <a:gdLst/>
            <a:ahLst/>
            <a:cxnLst/>
            <a:rect l="0" t="0" r="r" b="b"/>
            <a:pathLst>
              <a:path w="416471" h="494559">
                <a:moveTo>
                  <a:pt x="0" y="494559"/>
                </a:moveTo>
                <a:lnTo>
                  <a:pt x="0" y="117132"/>
                </a:lnTo>
                <a:lnTo>
                  <a:pt x="78088" y="0"/>
                </a:lnTo>
                <a:lnTo>
                  <a:pt x="338383" y="0"/>
                </a:lnTo>
                <a:lnTo>
                  <a:pt x="416471" y="117132"/>
                </a:lnTo>
                <a:lnTo>
                  <a:pt x="416471" y="494559"/>
                </a:lnTo>
                <a:close/>
              </a:path>
            </a:pathLst>
          </a:custGeom>
          <a:solidFill>
            <a:srgbClr val="EFE4CC"/>
          </a:solidFill>
          <a:ln w="19522">
            <a:solidFill>
              <a:srgbClr val="C9B99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Kształt 24"/>
          <p:cNvSpPr/>
          <p:nvPr/>
        </p:nvSpPr>
        <p:spPr>
          <a:xfrm>
            <a:off x="8492732" y="1735957"/>
            <a:ext cx="299339" cy="130147"/>
          </a:xfrm>
          <a:custGeom>
            <a:avLst/>
            <a:gdLst/>
            <a:ahLst/>
            <a:cxnLst/>
            <a:rect l="0" t="0" r="r" b="b"/>
            <a:pathLst>
              <a:path w="299339" h="130147">
                <a:moveTo>
                  <a:pt x="0" y="130147"/>
                </a:moveTo>
                <a:lnTo>
                  <a:pt x="299339" y="130147"/>
                </a:lnTo>
                <a:lnTo>
                  <a:pt x="299339" y="0"/>
                </a:lnTo>
                <a:lnTo>
                  <a:pt x="0" y="52059"/>
                </a:lnTo>
                <a:close/>
              </a:path>
            </a:pathLst>
          </a:custGeom>
          <a:solidFill>
            <a:srgbClr val="F4CF3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Kształt 25"/>
          <p:cNvSpPr/>
          <p:nvPr/>
        </p:nvSpPr>
        <p:spPr>
          <a:xfrm>
            <a:off x="8492732" y="1696912"/>
            <a:ext cx="299339" cy="91103"/>
          </a:xfrm>
          <a:custGeom>
            <a:avLst/>
            <a:gdLst/>
            <a:ahLst/>
            <a:cxnLst/>
            <a:rect l="0" t="0" r="r" b="b"/>
            <a:pathLst>
              <a:path w="299339" h="91103">
                <a:moveTo>
                  <a:pt x="0" y="91103"/>
                </a:moveTo>
                <a:lnTo>
                  <a:pt x="299339" y="39044"/>
                </a:lnTo>
                <a:lnTo>
                  <a:pt x="247280" y="0"/>
                </a:lnTo>
                <a:close/>
              </a:path>
            </a:pathLst>
          </a:custGeom>
          <a:solidFill>
            <a:srgbClr val="FDEB9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Kształt 26"/>
          <p:cNvSpPr/>
          <p:nvPr/>
        </p:nvSpPr>
        <p:spPr>
          <a:xfrm>
            <a:off x="7346135" y="2321619"/>
            <a:ext cx="131449" cy="71581"/>
          </a:xfrm>
          <a:custGeom>
            <a:avLst/>
            <a:gdLst/>
            <a:ahLst/>
            <a:cxnLst/>
            <a:rect l="0" t="0" r="r" b="b"/>
            <a:pathLst>
              <a:path w="131449" h="71581">
                <a:moveTo>
                  <a:pt x="131449" y="0"/>
                </a:moveTo>
                <a:lnTo>
                  <a:pt x="101515" y="71581"/>
                </a:lnTo>
                <a:lnTo>
                  <a:pt x="0" y="27331"/>
                </a:lnTo>
                <a:close/>
              </a:path>
            </a:pathLst>
          </a:custGeom>
          <a:solidFill>
            <a:srgbClr val="D4A013"/>
          </a:solidFill>
          <a:ln w="3904">
            <a:solidFill>
              <a:srgbClr val="D4A01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27"/>
          <p:cNvSpPr/>
          <p:nvPr/>
        </p:nvSpPr>
        <p:spPr>
          <a:xfrm>
            <a:off x="7346135" y="2309255"/>
            <a:ext cx="131449" cy="39695"/>
          </a:xfrm>
          <a:custGeom>
            <a:avLst/>
            <a:gdLst/>
            <a:ahLst/>
            <a:cxnLst/>
            <a:rect l="0" t="0" r="r" b="b"/>
            <a:pathLst>
              <a:path w="131449" h="39695">
                <a:moveTo>
                  <a:pt x="131449" y="12364"/>
                </a:moveTo>
                <a:lnTo>
                  <a:pt x="0" y="39695"/>
                </a:lnTo>
                <a:lnTo>
                  <a:pt x="16268" y="0"/>
                </a:lnTo>
                <a:close/>
              </a:path>
            </a:pathLst>
          </a:custGeom>
          <a:solidFill>
            <a:srgbClr val="E6BB2A"/>
          </a:solidFill>
          <a:ln w="3904">
            <a:solidFill>
              <a:srgbClr val="E6BB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28"/>
          <p:cNvSpPr/>
          <p:nvPr/>
        </p:nvSpPr>
        <p:spPr>
          <a:xfrm>
            <a:off x="7216638" y="2292987"/>
            <a:ext cx="145765" cy="55963"/>
          </a:xfrm>
          <a:custGeom>
            <a:avLst/>
            <a:gdLst/>
            <a:ahLst/>
            <a:cxnLst/>
            <a:rect l="0" t="0" r="r" b="b"/>
            <a:pathLst>
              <a:path w="145765" h="55963">
                <a:moveTo>
                  <a:pt x="0" y="0"/>
                </a:moveTo>
                <a:lnTo>
                  <a:pt x="145765" y="16268"/>
                </a:lnTo>
                <a:lnTo>
                  <a:pt x="129496" y="55963"/>
                </a:lnTo>
                <a:close/>
              </a:path>
            </a:pathLst>
          </a:custGeom>
          <a:solidFill>
            <a:srgbClr val="ECC231"/>
          </a:solidFill>
          <a:ln w="3904">
            <a:solidFill>
              <a:srgbClr val="ECC23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29"/>
          <p:cNvSpPr/>
          <p:nvPr/>
        </p:nvSpPr>
        <p:spPr>
          <a:xfrm>
            <a:off x="7300583" y="2378233"/>
            <a:ext cx="147066" cy="67677"/>
          </a:xfrm>
          <a:custGeom>
            <a:avLst/>
            <a:gdLst/>
            <a:ahLst/>
            <a:cxnLst/>
            <a:rect l="0" t="0" r="r" b="b"/>
            <a:pathLst>
              <a:path w="147066" h="67677">
                <a:moveTo>
                  <a:pt x="147066" y="14967"/>
                </a:moveTo>
                <a:lnTo>
                  <a:pt x="66375" y="67677"/>
                </a:lnTo>
                <a:lnTo>
                  <a:pt x="0" y="0"/>
                </a:lnTo>
                <a:close/>
              </a:path>
            </a:pathLst>
          </a:custGeom>
          <a:solidFill>
            <a:srgbClr val="D49F12"/>
          </a:solidFill>
          <a:ln w="3904">
            <a:solidFill>
              <a:srgbClr val="D49F1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30"/>
          <p:cNvSpPr/>
          <p:nvPr/>
        </p:nvSpPr>
        <p:spPr>
          <a:xfrm>
            <a:off x="7300583" y="2348950"/>
            <a:ext cx="147066" cy="44250"/>
          </a:xfrm>
          <a:custGeom>
            <a:avLst/>
            <a:gdLst/>
            <a:ahLst/>
            <a:cxnLst/>
            <a:rect l="0" t="0" r="r" b="b"/>
            <a:pathLst>
              <a:path w="147066" h="44250">
                <a:moveTo>
                  <a:pt x="147066" y="44250"/>
                </a:moveTo>
                <a:lnTo>
                  <a:pt x="0" y="29283"/>
                </a:lnTo>
                <a:lnTo>
                  <a:pt x="45552" y="0"/>
                </a:lnTo>
                <a:close/>
              </a:path>
            </a:pathLst>
          </a:custGeom>
          <a:solidFill>
            <a:srgbClr val="D6A215"/>
          </a:solidFill>
          <a:ln w="3904">
            <a:solidFill>
              <a:srgbClr val="D6A2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31"/>
          <p:cNvSpPr/>
          <p:nvPr/>
        </p:nvSpPr>
        <p:spPr>
          <a:xfrm>
            <a:off x="7216638" y="2292987"/>
            <a:ext cx="129496" cy="85246"/>
          </a:xfrm>
          <a:custGeom>
            <a:avLst/>
            <a:gdLst/>
            <a:ahLst/>
            <a:cxnLst/>
            <a:rect l="0" t="0" r="r" b="b"/>
            <a:pathLst>
              <a:path w="129496" h="85246">
                <a:moveTo>
                  <a:pt x="0" y="0"/>
                </a:moveTo>
                <a:lnTo>
                  <a:pt x="129496" y="55963"/>
                </a:lnTo>
                <a:lnTo>
                  <a:pt x="83945" y="85246"/>
                </a:lnTo>
                <a:close/>
              </a:path>
            </a:pathLst>
          </a:custGeom>
          <a:solidFill>
            <a:srgbClr val="EFC836"/>
          </a:solidFill>
          <a:ln w="3904">
            <a:solidFill>
              <a:srgbClr val="EFC83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32"/>
          <p:cNvSpPr/>
          <p:nvPr/>
        </p:nvSpPr>
        <p:spPr>
          <a:xfrm>
            <a:off x="7238763" y="2389296"/>
            <a:ext cx="128195" cy="75485"/>
          </a:xfrm>
          <a:custGeom>
            <a:avLst/>
            <a:gdLst/>
            <a:ahLst/>
            <a:cxnLst/>
            <a:rect l="0" t="0" r="r" b="b"/>
            <a:pathLst>
              <a:path w="128195" h="75485">
                <a:moveTo>
                  <a:pt x="128195" y="56614"/>
                </a:moveTo>
                <a:lnTo>
                  <a:pt x="17570" y="75485"/>
                </a:lnTo>
                <a:lnTo>
                  <a:pt x="0" y="0"/>
                </a:lnTo>
                <a:close/>
              </a:path>
            </a:pathLst>
          </a:custGeom>
          <a:solidFill>
            <a:srgbClr val="CF980C"/>
          </a:solidFill>
          <a:ln w="3904">
            <a:solidFill>
              <a:srgbClr val="CF980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33"/>
          <p:cNvSpPr/>
          <p:nvPr/>
        </p:nvSpPr>
        <p:spPr>
          <a:xfrm>
            <a:off x="7238763" y="2378233"/>
            <a:ext cx="128195" cy="67677"/>
          </a:xfrm>
          <a:custGeom>
            <a:avLst/>
            <a:gdLst/>
            <a:ahLst/>
            <a:cxnLst/>
            <a:rect l="0" t="0" r="r" b="b"/>
            <a:pathLst>
              <a:path w="128195" h="67677">
                <a:moveTo>
                  <a:pt x="128195" y="67677"/>
                </a:moveTo>
                <a:lnTo>
                  <a:pt x="0" y="11063"/>
                </a:lnTo>
                <a:lnTo>
                  <a:pt x="61820" y="0"/>
                </a:lnTo>
                <a:close/>
              </a:path>
            </a:pathLst>
          </a:custGeom>
          <a:solidFill>
            <a:srgbClr val="DCAC1D"/>
          </a:solidFill>
          <a:ln w="3904">
            <a:solidFill>
              <a:srgbClr val="DCAC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34"/>
          <p:cNvSpPr/>
          <p:nvPr/>
        </p:nvSpPr>
        <p:spPr>
          <a:xfrm>
            <a:off x="7216638" y="2292987"/>
            <a:ext cx="83945" cy="96309"/>
          </a:xfrm>
          <a:custGeom>
            <a:avLst/>
            <a:gdLst/>
            <a:ahLst/>
            <a:cxnLst/>
            <a:rect l="0" t="0" r="r" b="b"/>
            <a:pathLst>
              <a:path w="83945" h="96309">
                <a:moveTo>
                  <a:pt x="0" y="0"/>
                </a:moveTo>
                <a:lnTo>
                  <a:pt x="83945" y="85246"/>
                </a:lnTo>
                <a:lnTo>
                  <a:pt x="22125" y="96309"/>
                </a:lnTo>
                <a:close/>
              </a:path>
            </a:pathLst>
          </a:custGeom>
          <a:solidFill>
            <a:srgbClr val="E8BE2D"/>
          </a:solidFill>
          <a:ln w="3904">
            <a:solidFill>
              <a:srgbClr val="E8BE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Kształt 35"/>
          <p:cNvSpPr/>
          <p:nvPr/>
        </p:nvSpPr>
        <p:spPr>
          <a:xfrm>
            <a:off x="7145708" y="2378233"/>
            <a:ext cx="110625" cy="86548"/>
          </a:xfrm>
          <a:custGeom>
            <a:avLst/>
            <a:gdLst/>
            <a:ahLst/>
            <a:cxnLst/>
            <a:rect l="0" t="0" r="r" b="b"/>
            <a:pathLst>
              <a:path w="110625" h="86548">
                <a:moveTo>
                  <a:pt x="110625" y="86548"/>
                </a:moveTo>
                <a:lnTo>
                  <a:pt x="0" y="67677"/>
                </a:lnTo>
                <a:lnTo>
                  <a:pt x="31235" y="0"/>
                </a:lnTo>
                <a:close/>
              </a:path>
            </a:pathLst>
          </a:custGeom>
          <a:solidFill>
            <a:srgbClr val="E2B425"/>
          </a:solidFill>
          <a:ln w="3904">
            <a:solidFill>
              <a:srgbClr val="E2B42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Kształt 36"/>
          <p:cNvSpPr/>
          <p:nvPr/>
        </p:nvSpPr>
        <p:spPr>
          <a:xfrm>
            <a:off x="7176943" y="2378233"/>
            <a:ext cx="79390" cy="86548"/>
          </a:xfrm>
          <a:custGeom>
            <a:avLst/>
            <a:gdLst/>
            <a:ahLst/>
            <a:cxnLst/>
            <a:rect l="0" t="0" r="r" b="b"/>
            <a:pathLst>
              <a:path w="79390" h="86548">
                <a:moveTo>
                  <a:pt x="79390" y="86548"/>
                </a:moveTo>
                <a:lnTo>
                  <a:pt x="0" y="0"/>
                </a:lnTo>
                <a:lnTo>
                  <a:pt x="61820" y="11063"/>
                </a:lnTo>
                <a:close/>
              </a:path>
            </a:pathLst>
          </a:custGeom>
          <a:solidFill>
            <a:srgbClr val="DCAB1D"/>
          </a:solidFill>
          <a:ln w="3904">
            <a:solidFill>
              <a:srgbClr val="DCAB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Kształt 37"/>
          <p:cNvSpPr/>
          <p:nvPr/>
        </p:nvSpPr>
        <p:spPr>
          <a:xfrm>
            <a:off x="7176943" y="2292987"/>
            <a:ext cx="61820" cy="96309"/>
          </a:xfrm>
          <a:custGeom>
            <a:avLst/>
            <a:gdLst/>
            <a:ahLst/>
            <a:cxnLst/>
            <a:rect l="0" t="0" r="r" b="b"/>
            <a:pathLst>
              <a:path w="61820" h="96309">
                <a:moveTo>
                  <a:pt x="39695" y="0"/>
                </a:moveTo>
                <a:lnTo>
                  <a:pt x="61820" y="96309"/>
                </a:lnTo>
                <a:lnTo>
                  <a:pt x="0" y="85246"/>
                </a:lnTo>
                <a:close/>
              </a:path>
            </a:pathLst>
          </a:custGeom>
          <a:solidFill>
            <a:srgbClr val="F4CF3D"/>
          </a:solidFill>
          <a:ln w="3904">
            <a:solidFill>
              <a:srgbClr val="F4CF3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Kształt 38"/>
          <p:cNvSpPr/>
          <p:nvPr/>
        </p:nvSpPr>
        <p:spPr>
          <a:xfrm>
            <a:off x="7065017" y="2348950"/>
            <a:ext cx="80691" cy="96960"/>
          </a:xfrm>
          <a:custGeom>
            <a:avLst/>
            <a:gdLst/>
            <a:ahLst/>
            <a:cxnLst/>
            <a:rect l="0" t="0" r="r" b="b"/>
            <a:pathLst>
              <a:path w="80691" h="96960">
                <a:moveTo>
                  <a:pt x="80691" y="96960"/>
                </a:moveTo>
                <a:lnTo>
                  <a:pt x="0" y="44250"/>
                </a:lnTo>
                <a:lnTo>
                  <a:pt x="66375" y="0"/>
                </a:lnTo>
                <a:close/>
              </a:path>
            </a:pathLst>
          </a:custGeom>
          <a:solidFill>
            <a:srgbClr val="EDC433"/>
          </a:solidFill>
          <a:ln w="3904">
            <a:solidFill>
              <a:srgbClr val="EDC43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Kształt 39"/>
          <p:cNvSpPr/>
          <p:nvPr/>
        </p:nvSpPr>
        <p:spPr>
          <a:xfrm>
            <a:off x="7131392" y="2348950"/>
            <a:ext cx="45552" cy="96960"/>
          </a:xfrm>
          <a:custGeom>
            <a:avLst/>
            <a:gdLst/>
            <a:ahLst/>
            <a:cxnLst/>
            <a:rect l="0" t="0" r="r" b="b"/>
            <a:pathLst>
              <a:path w="45552" h="96960">
                <a:moveTo>
                  <a:pt x="14316" y="96960"/>
                </a:moveTo>
                <a:lnTo>
                  <a:pt x="0" y="0"/>
                </a:lnTo>
                <a:lnTo>
                  <a:pt x="45552" y="29283"/>
                </a:lnTo>
                <a:close/>
              </a:path>
            </a:pathLst>
          </a:custGeom>
          <a:solidFill>
            <a:srgbClr val="F1CB38"/>
          </a:solidFill>
          <a:ln w="3904">
            <a:solidFill>
              <a:srgbClr val="F1CB3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Kształt 40"/>
          <p:cNvSpPr/>
          <p:nvPr/>
        </p:nvSpPr>
        <p:spPr>
          <a:xfrm>
            <a:off x="7131392" y="2292987"/>
            <a:ext cx="85246" cy="85246"/>
          </a:xfrm>
          <a:custGeom>
            <a:avLst/>
            <a:gdLst/>
            <a:ahLst/>
            <a:cxnLst/>
            <a:rect l="0" t="0" r="r" b="b"/>
            <a:pathLst>
              <a:path w="85246" h="85246">
                <a:moveTo>
                  <a:pt x="85246" y="0"/>
                </a:moveTo>
                <a:lnTo>
                  <a:pt x="45552" y="85246"/>
                </a:lnTo>
                <a:lnTo>
                  <a:pt x="0" y="55963"/>
                </a:lnTo>
                <a:close/>
              </a:path>
            </a:pathLst>
          </a:custGeom>
          <a:solidFill>
            <a:srgbClr val="F4D03E"/>
          </a:solidFill>
          <a:ln w="3904">
            <a:solidFill>
              <a:srgbClr val="F4D03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Kształt 41"/>
          <p:cNvSpPr/>
          <p:nvPr/>
        </p:nvSpPr>
        <p:spPr>
          <a:xfrm>
            <a:off x="7035083" y="2309255"/>
            <a:ext cx="80041" cy="83945"/>
          </a:xfrm>
          <a:custGeom>
            <a:avLst/>
            <a:gdLst/>
            <a:ahLst/>
            <a:cxnLst/>
            <a:rect l="0" t="0" r="r" b="b"/>
            <a:pathLst>
              <a:path w="80041" h="83945">
                <a:moveTo>
                  <a:pt x="29934" y="83945"/>
                </a:moveTo>
                <a:lnTo>
                  <a:pt x="0" y="12364"/>
                </a:lnTo>
                <a:lnTo>
                  <a:pt x="80041" y="0"/>
                </a:lnTo>
                <a:close/>
              </a:path>
            </a:pathLst>
          </a:custGeom>
          <a:solidFill>
            <a:srgbClr val="F9DE6D"/>
          </a:solidFill>
          <a:ln w="3904">
            <a:solidFill>
              <a:srgbClr val="F9DE6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Kształt 42"/>
          <p:cNvSpPr/>
          <p:nvPr/>
        </p:nvSpPr>
        <p:spPr>
          <a:xfrm>
            <a:off x="7065017" y="2309255"/>
            <a:ext cx="66375" cy="83945"/>
          </a:xfrm>
          <a:custGeom>
            <a:avLst/>
            <a:gdLst/>
            <a:ahLst/>
            <a:cxnLst/>
            <a:rect l="0" t="0" r="r" b="b"/>
            <a:pathLst>
              <a:path w="66375" h="83945">
                <a:moveTo>
                  <a:pt x="0" y="83945"/>
                </a:moveTo>
                <a:lnTo>
                  <a:pt x="50107" y="0"/>
                </a:lnTo>
                <a:lnTo>
                  <a:pt x="66375" y="39695"/>
                </a:lnTo>
                <a:close/>
              </a:path>
            </a:pathLst>
          </a:custGeom>
          <a:solidFill>
            <a:srgbClr val="F5D44B"/>
          </a:solidFill>
          <a:ln w="3904">
            <a:solidFill>
              <a:srgbClr val="F5D44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43"/>
          <p:cNvSpPr/>
          <p:nvPr/>
        </p:nvSpPr>
        <p:spPr>
          <a:xfrm>
            <a:off x="7115124" y="2292987"/>
            <a:ext cx="101515" cy="55963"/>
          </a:xfrm>
          <a:custGeom>
            <a:avLst/>
            <a:gdLst/>
            <a:ahLst/>
            <a:cxnLst/>
            <a:rect l="0" t="0" r="r" b="b"/>
            <a:pathLst>
              <a:path w="101515" h="55963">
                <a:moveTo>
                  <a:pt x="101515" y="0"/>
                </a:moveTo>
                <a:lnTo>
                  <a:pt x="16268" y="55963"/>
                </a:lnTo>
                <a:lnTo>
                  <a:pt x="0" y="16268"/>
                </a:lnTo>
                <a:close/>
              </a:path>
            </a:pathLst>
          </a:custGeom>
          <a:solidFill>
            <a:srgbClr val="F8DC65"/>
          </a:solidFill>
          <a:ln w="3904">
            <a:solidFill>
              <a:srgbClr val="F8DC6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44"/>
          <p:cNvSpPr/>
          <p:nvPr/>
        </p:nvSpPr>
        <p:spPr>
          <a:xfrm>
            <a:off x="7035083" y="2250038"/>
            <a:ext cx="96309" cy="71581"/>
          </a:xfrm>
          <a:custGeom>
            <a:avLst/>
            <a:gdLst/>
            <a:ahLst/>
            <a:cxnLst/>
            <a:rect l="0" t="0" r="r" b="b"/>
            <a:pathLst>
              <a:path w="96309" h="71581">
                <a:moveTo>
                  <a:pt x="0" y="71581"/>
                </a:moveTo>
                <a:lnTo>
                  <a:pt x="29934" y="0"/>
                </a:lnTo>
                <a:lnTo>
                  <a:pt x="96309" y="18871"/>
                </a:lnTo>
                <a:close/>
              </a:path>
            </a:pathLst>
          </a:custGeom>
          <a:solidFill>
            <a:srgbClr val="FBE482"/>
          </a:solidFill>
          <a:ln w="3904">
            <a:solidFill>
              <a:srgbClr val="FBE48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45"/>
          <p:cNvSpPr/>
          <p:nvPr/>
        </p:nvSpPr>
        <p:spPr>
          <a:xfrm>
            <a:off x="7035083" y="2268909"/>
            <a:ext cx="96309" cy="52710"/>
          </a:xfrm>
          <a:custGeom>
            <a:avLst/>
            <a:gdLst/>
            <a:ahLst/>
            <a:cxnLst/>
            <a:rect l="0" t="0" r="r" b="b"/>
            <a:pathLst>
              <a:path w="96309" h="52710">
                <a:moveTo>
                  <a:pt x="0" y="52710"/>
                </a:moveTo>
                <a:lnTo>
                  <a:pt x="96309" y="0"/>
                </a:lnTo>
                <a:lnTo>
                  <a:pt x="80041" y="40346"/>
                </a:lnTo>
                <a:close/>
              </a:path>
            </a:pathLst>
          </a:custGeom>
          <a:solidFill>
            <a:srgbClr val="FBE482"/>
          </a:solidFill>
          <a:ln w="3904">
            <a:solidFill>
              <a:srgbClr val="FBE48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46"/>
          <p:cNvSpPr/>
          <p:nvPr/>
        </p:nvSpPr>
        <p:spPr>
          <a:xfrm>
            <a:off x="7115124" y="2268909"/>
            <a:ext cx="101515" cy="40346"/>
          </a:xfrm>
          <a:custGeom>
            <a:avLst/>
            <a:gdLst/>
            <a:ahLst/>
            <a:cxnLst/>
            <a:rect l="0" t="0" r="r" b="b"/>
            <a:pathLst>
              <a:path w="101515" h="40346">
                <a:moveTo>
                  <a:pt x="101515" y="24077"/>
                </a:moveTo>
                <a:lnTo>
                  <a:pt x="0" y="40346"/>
                </a:lnTo>
                <a:lnTo>
                  <a:pt x="16268" y="0"/>
                </a:lnTo>
                <a:close/>
              </a:path>
            </a:pathLst>
          </a:custGeom>
          <a:solidFill>
            <a:srgbClr val="F8DB65"/>
          </a:solidFill>
          <a:ln w="3904">
            <a:solidFill>
              <a:srgbClr val="F8DB6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47"/>
          <p:cNvSpPr/>
          <p:nvPr/>
        </p:nvSpPr>
        <p:spPr>
          <a:xfrm>
            <a:off x="7065017" y="2197328"/>
            <a:ext cx="111927" cy="52710"/>
          </a:xfrm>
          <a:custGeom>
            <a:avLst/>
            <a:gdLst/>
            <a:ahLst/>
            <a:cxnLst/>
            <a:rect l="0" t="0" r="r" b="b"/>
            <a:pathLst>
              <a:path w="111927" h="52710">
                <a:moveTo>
                  <a:pt x="0" y="52710"/>
                </a:moveTo>
                <a:lnTo>
                  <a:pt x="80691" y="0"/>
                </a:lnTo>
                <a:lnTo>
                  <a:pt x="111927" y="42298"/>
                </a:lnTo>
                <a:close/>
              </a:path>
            </a:pathLst>
          </a:custGeom>
          <a:solidFill>
            <a:srgbClr val="FDEB98"/>
          </a:solidFill>
          <a:ln w="3904">
            <a:solidFill>
              <a:srgbClr val="FDEB9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48"/>
          <p:cNvSpPr/>
          <p:nvPr/>
        </p:nvSpPr>
        <p:spPr>
          <a:xfrm>
            <a:off x="7065017" y="2239626"/>
            <a:ext cx="111927" cy="29283"/>
          </a:xfrm>
          <a:custGeom>
            <a:avLst/>
            <a:gdLst/>
            <a:ahLst/>
            <a:cxnLst/>
            <a:rect l="0" t="0" r="r" b="b"/>
            <a:pathLst>
              <a:path w="111927" h="29283">
                <a:moveTo>
                  <a:pt x="0" y="10412"/>
                </a:moveTo>
                <a:lnTo>
                  <a:pt x="111927" y="0"/>
                </a:lnTo>
                <a:lnTo>
                  <a:pt x="66375" y="29283"/>
                </a:lnTo>
                <a:close/>
              </a:path>
            </a:pathLst>
          </a:custGeom>
          <a:solidFill>
            <a:srgbClr val="FBE686"/>
          </a:solidFill>
          <a:ln w="3904">
            <a:solidFill>
              <a:srgbClr val="FBE68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49"/>
          <p:cNvSpPr/>
          <p:nvPr/>
        </p:nvSpPr>
        <p:spPr>
          <a:xfrm>
            <a:off x="7131392" y="2239626"/>
            <a:ext cx="85246" cy="53360"/>
          </a:xfrm>
          <a:custGeom>
            <a:avLst/>
            <a:gdLst/>
            <a:ahLst/>
            <a:cxnLst/>
            <a:rect l="0" t="0" r="r" b="b"/>
            <a:pathLst>
              <a:path w="85246" h="53360">
                <a:moveTo>
                  <a:pt x="85246" y="53360"/>
                </a:moveTo>
                <a:lnTo>
                  <a:pt x="0" y="29283"/>
                </a:lnTo>
                <a:lnTo>
                  <a:pt x="45552" y="0"/>
                </a:lnTo>
                <a:close/>
              </a:path>
            </a:pathLst>
          </a:custGeom>
          <a:solidFill>
            <a:srgbClr val="FBE481"/>
          </a:solidFill>
          <a:ln w="3904">
            <a:solidFill>
              <a:srgbClr val="FBE48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50"/>
          <p:cNvSpPr/>
          <p:nvPr/>
        </p:nvSpPr>
        <p:spPr>
          <a:xfrm>
            <a:off x="7145708" y="2178457"/>
            <a:ext cx="110625" cy="50107"/>
          </a:xfrm>
          <a:custGeom>
            <a:avLst/>
            <a:gdLst/>
            <a:ahLst/>
            <a:cxnLst/>
            <a:rect l="0" t="0" r="r" b="b"/>
            <a:pathLst>
              <a:path w="110625" h="50107">
                <a:moveTo>
                  <a:pt x="0" y="18871"/>
                </a:moveTo>
                <a:lnTo>
                  <a:pt x="110625" y="0"/>
                </a:lnTo>
                <a:lnTo>
                  <a:pt x="93055" y="50107"/>
                </a:lnTo>
                <a:close/>
              </a:path>
            </a:pathLst>
          </a:custGeom>
          <a:solidFill>
            <a:srgbClr val="FCE88F"/>
          </a:solidFill>
          <a:ln w="3904">
            <a:solidFill>
              <a:srgbClr val="FCE88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51"/>
          <p:cNvSpPr/>
          <p:nvPr/>
        </p:nvSpPr>
        <p:spPr>
          <a:xfrm>
            <a:off x="7145708" y="2197328"/>
            <a:ext cx="93055" cy="42298"/>
          </a:xfrm>
          <a:custGeom>
            <a:avLst/>
            <a:gdLst/>
            <a:ahLst/>
            <a:cxnLst/>
            <a:rect l="0" t="0" r="r" b="b"/>
            <a:pathLst>
              <a:path w="93055" h="42298">
                <a:moveTo>
                  <a:pt x="0" y="0"/>
                </a:moveTo>
                <a:lnTo>
                  <a:pt x="93055" y="31235"/>
                </a:lnTo>
                <a:lnTo>
                  <a:pt x="31235" y="42298"/>
                </a:lnTo>
                <a:close/>
              </a:path>
            </a:pathLst>
          </a:custGeom>
          <a:solidFill>
            <a:srgbClr val="FDEB98"/>
          </a:solidFill>
          <a:ln w="3904">
            <a:solidFill>
              <a:srgbClr val="FDEB9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52"/>
          <p:cNvSpPr/>
          <p:nvPr/>
        </p:nvSpPr>
        <p:spPr>
          <a:xfrm>
            <a:off x="7176943" y="2228564"/>
            <a:ext cx="61820" cy="64423"/>
          </a:xfrm>
          <a:custGeom>
            <a:avLst/>
            <a:gdLst/>
            <a:ahLst/>
            <a:cxnLst/>
            <a:rect l="0" t="0" r="r" b="b"/>
            <a:pathLst>
              <a:path w="61820" h="64423">
                <a:moveTo>
                  <a:pt x="39695" y="64423"/>
                </a:moveTo>
                <a:lnTo>
                  <a:pt x="0" y="11063"/>
                </a:lnTo>
                <a:lnTo>
                  <a:pt x="61820" y="0"/>
                </a:lnTo>
                <a:close/>
              </a:path>
            </a:pathLst>
          </a:custGeom>
          <a:solidFill>
            <a:srgbClr val="F9DE6D"/>
          </a:solidFill>
          <a:ln w="3904">
            <a:solidFill>
              <a:srgbClr val="F9DE6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53"/>
          <p:cNvSpPr/>
          <p:nvPr/>
        </p:nvSpPr>
        <p:spPr>
          <a:xfrm>
            <a:off x="7256333" y="2178457"/>
            <a:ext cx="110625" cy="61169"/>
          </a:xfrm>
          <a:custGeom>
            <a:avLst/>
            <a:gdLst/>
            <a:ahLst/>
            <a:cxnLst/>
            <a:rect l="0" t="0" r="r" b="b"/>
            <a:pathLst>
              <a:path w="110625" h="61169">
                <a:moveTo>
                  <a:pt x="0" y="0"/>
                </a:moveTo>
                <a:lnTo>
                  <a:pt x="110625" y="18871"/>
                </a:lnTo>
                <a:lnTo>
                  <a:pt x="44250" y="61169"/>
                </a:lnTo>
                <a:close/>
              </a:path>
            </a:pathLst>
          </a:custGeom>
          <a:solidFill>
            <a:srgbClr val="FBE584"/>
          </a:solidFill>
          <a:ln w="3904">
            <a:solidFill>
              <a:srgbClr val="FBE58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54"/>
          <p:cNvSpPr/>
          <p:nvPr/>
        </p:nvSpPr>
        <p:spPr>
          <a:xfrm>
            <a:off x="7238763" y="2178457"/>
            <a:ext cx="61820" cy="61169"/>
          </a:xfrm>
          <a:custGeom>
            <a:avLst/>
            <a:gdLst/>
            <a:ahLst/>
            <a:cxnLst/>
            <a:rect l="0" t="0" r="r" b="b"/>
            <a:pathLst>
              <a:path w="61820" h="61169">
                <a:moveTo>
                  <a:pt x="17570" y="0"/>
                </a:moveTo>
                <a:lnTo>
                  <a:pt x="61820" y="61169"/>
                </a:lnTo>
                <a:lnTo>
                  <a:pt x="0" y="50107"/>
                </a:lnTo>
                <a:close/>
              </a:path>
            </a:pathLst>
          </a:custGeom>
          <a:solidFill>
            <a:srgbClr val="FAE177"/>
          </a:solidFill>
          <a:ln w="3904">
            <a:solidFill>
              <a:srgbClr val="FAE17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55"/>
          <p:cNvSpPr/>
          <p:nvPr/>
        </p:nvSpPr>
        <p:spPr>
          <a:xfrm>
            <a:off x="7216638" y="2228564"/>
            <a:ext cx="83945" cy="64423"/>
          </a:xfrm>
          <a:custGeom>
            <a:avLst/>
            <a:gdLst/>
            <a:ahLst/>
            <a:cxnLst/>
            <a:rect l="0" t="0" r="r" b="b"/>
            <a:pathLst>
              <a:path w="83945" h="64423">
                <a:moveTo>
                  <a:pt x="0" y="64423"/>
                </a:moveTo>
                <a:lnTo>
                  <a:pt x="22125" y="0"/>
                </a:lnTo>
                <a:lnTo>
                  <a:pt x="83945" y="11063"/>
                </a:lnTo>
                <a:close/>
              </a:path>
            </a:pathLst>
          </a:custGeom>
          <a:solidFill>
            <a:srgbClr val="F9E074"/>
          </a:solidFill>
          <a:ln w="3904">
            <a:solidFill>
              <a:srgbClr val="F9E07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56"/>
          <p:cNvSpPr/>
          <p:nvPr/>
        </p:nvSpPr>
        <p:spPr>
          <a:xfrm>
            <a:off x="7346135" y="2197328"/>
            <a:ext cx="101515" cy="71581"/>
          </a:xfrm>
          <a:custGeom>
            <a:avLst/>
            <a:gdLst/>
            <a:ahLst/>
            <a:cxnLst/>
            <a:rect l="0" t="0" r="r" b="b"/>
            <a:pathLst>
              <a:path w="101515" h="71581">
                <a:moveTo>
                  <a:pt x="20824" y="0"/>
                </a:moveTo>
                <a:lnTo>
                  <a:pt x="101515" y="52710"/>
                </a:lnTo>
                <a:lnTo>
                  <a:pt x="0" y="71581"/>
                </a:lnTo>
                <a:close/>
              </a:path>
            </a:pathLst>
          </a:custGeom>
          <a:solidFill>
            <a:srgbClr val="F5D245"/>
          </a:solidFill>
          <a:ln w="3904">
            <a:solidFill>
              <a:srgbClr val="F5D24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Kształt 57"/>
          <p:cNvSpPr/>
          <p:nvPr/>
        </p:nvSpPr>
        <p:spPr>
          <a:xfrm>
            <a:off x="7300583" y="2197328"/>
            <a:ext cx="66375" cy="71581"/>
          </a:xfrm>
          <a:custGeom>
            <a:avLst/>
            <a:gdLst/>
            <a:ahLst/>
            <a:cxnLst/>
            <a:rect l="0" t="0" r="r" b="b"/>
            <a:pathLst>
              <a:path w="66375" h="71581">
                <a:moveTo>
                  <a:pt x="66375" y="0"/>
                </a:moveTo>
                <a:lnTo>
                  <a:pt x="45552" y="71581"/>
                </a:lnTo>
                <a:lnTo>
                  <a:pt x="0" y="42298"/>
                </a:lnTo>
                <a:close/>
              </a:path>
            </a:pathLst>
          </a:custGeom>
          <a:solidFill>
            <a:srgbClr val="F8DC67"/>
          </a:solidFill>
          <a:ln w="3904">
            <a:solidFill>
              <a:srgbClr val="F8DC6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Kształt 58"/>
          <p:cNvSpPr/>
          <p:nvPr/>
        </p:nvSpPr>
        <p:spPr>
          <a:xfrm>
            <a:off x="7216638" y="2239626"/>
            <a:ext cx="129496" cy="53360"/>
          </a:xfrm>
          <a:custGeom>
            <a:avLst/>
            <a:gdLst/>
            <a:ahLst/>
            <a:cxnLst/>
            <a:rect l="0" t="0" r="r" b="b"/>
            <a:pathLst>
              <a:path w="129496" h="53360">
                <a:moveTo>
                  <a:pt x="0" y="53360"/>
                </a:moveTo>
                <a:lnTo>
                  <a:pt x="83945" y="0"/>
                </a:lnTo>
                <a:lnTo>
                  <a:pt x="129496" y="29283"/>
                </a:lnTo>
                <a:close/>
              </a:path>
            </a:pathLst>
          </a:custGeom>
          <a:solidFill>
            <a:srgbClr val="F6D54E"/>
          </a:solidFill>
          <a:ln w="3904">
            <a:solidFill>
              <a:srgbClr val="F6D54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59"/>
          <p:cNvSpPr/>
          <p:nvPr/>
        </p:nvSpPr>
        <p:spPr>
          <a:xfrm>
            <a:off x="7362403" y="2250038"/>
            <a:ext cx="115180" cy="71581"/>
          </a:xfrm>
          <a:custGeom>
            <a:avLst/>
            <a:gdLst/>
            <a:ahLst/>
            <a:cxnLst/>
            <a:rect l="0" t="0" r="r" b="b"/>
            <a:pathLst>
              <a:path w="115180" h="71581">
                <a:moveTo>
                  <a:pt x="85246" y="0"/>
                </a:moveTo>
                <a:lnTo>
                  <a:pt x="115180" y="71581"/>
                </a:lnTo>
                <a:lnTo>
                  <a:pt x="0" y="59217"/>
                </a:lnTo>
                <a:close/>
              </a:path>
            </a:pathLst>
          </a:custGeom>
          <a:solidFill>
            <a:srgbClr val="EBC231"/>
          </a:solidFill>
          <a:ln w="3904">
            <a:solidFill>
              <a:srgbClr val="EBC23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60"/>
          <p:cNvSpPr/>
          <p:nvPr/>
        </p:nvSpPr>
        <p:spPr>
          <a:xfrm>
            <a:off x="7346135" y="2250038"/>
            <a:ext cx="101515" cy="59217"/>
          </a:xfrm>
          <a:custGeom>
            <a:avLst/>
            <a:gdLst/>
            <a:ahLst/>
            <a:cxnLst/>
            <a:rect l="0" t="0" r="r" b="b"/>
            <a:pathLst>
              <a:path w="101515" h="59217">
                <a:moveTo>
                  <a:pt x="101515" y="0"/>
                </a:moveTo>
                <a:lnTo>
                  <a:pt x="16268" y="59217"/>
                </a:lnTo>
                <a:lnTo>
                  <a:pt x="0" y="18871"/>
                </a:lnTo>
                <a:close/>
              </a:path>
            </a:pathLst>
          </a:custGeom>
          <a:solidFill>
            <a:srgbClr val="EEC634"/>
          </a:solidFill>
          <a:ln w="3904">
            <a:solidFill>
              <a:srgbClr val="EEC63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Kształt 61"/>
          <p:cNvSpPr/>
          <p:nvPr/>
        </p:nvSpPr>
        <p:spPr>
          <a:xfrm>
            <a:off x="7216638" y="2268909"/>
            <a:ext cx="145765" cy="40346"/>
          </a:xfrm>
          <a:custGeom>
            <a:avLst/>
            <a:gdLst/>
            <a:ahLst/>
            <a:cxnLst/>
            <a:rect l="0" t="0" r="r" b="b"/>
            <a:pathLst>
              <a:path w="145765" h="40346">
                <a:moveTo>
                  <a:pt x="0" y="24077"/>
                </a:moveTo>
                <a:lnTo>
                  <a:pt x="129496" y="0"/>
                </a:lnTo>
                <a:lnTo>
                  <a:pt x="145765" y="40346"/>
                </a:lnTo>
                <a:close/>
              </a:path>
            </a:pathLst>
          </a:custGeom>
          <a:solidFill>
            <a:srgbClr val="F5D44B"/>
          </a:solidFill>
          <a:ln w="3904">
            <a:solidFill>
              <a:srgbClr val="F5D44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Kształt 62"/>
          <p:cNvSpPr/>
          <p:nvPr/>
        </p:nvSpPr>
        <p:spPr>
          <a:xfrm>
            <a:off x="6644641" y="2660002"/>
            <a:ext cx="2394709" cy="273309"/>
          </a:xfrm>
          <a:custGeom>
            <a:avLst/>
            <a:gdLst/>
            <a:ahLst/>
            <a:cxnLst/>
            <a:rect l="0" t="0" r="r" b="b"/>
            <a:pathLst>
              <a:path w="2394709" h="273309">
                <a:moveTo>
                  <a:pt x="52059" y="0"/>
                </a:moveTo>
                <a:lnTo>
                  <a:pt x="2342650" y="0"/>
                </a:lnTo>
                <a:lnTo>
                  <a:pt x="2394709" y="273309"/>
                </a:lnTo>
                <a:lnTo>
                  <a:pt x="0" y="273309"/>
                </a:lnTo>
                <a:close/>
              </a:path>
            </a:pathLst>
          </a:custGeom>
          <a:solidFill>
            <a:srgbClr val="E9E0C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Kształt 63"/>
          <p:cNvSpPr/>
          <p:nvPr/>
        </p:nvSpPr>
        <p:spPr>
          <a:xfrm>
            <a:off x="6696700" y="2660002"/>
            <a:ext cx="2290591" cy="39044"/>
          </a:xfrm>
          <a:custGeom>
            <a:avLst/>
            <a:gdLst/>
            <a:ahLst/>
            <a:cxnLst/>
            <a:rect l="0" t="0" r="r" b="b"/>
            <a:pathLst>
              <a:path w="2290591" h="39044">
                <a:moveTo>
                  <a:pt x="0" y="0"/>
                </a:moveTo>
                <a:lnTo>
                  <a:pt x="2290591" y="0"/>
                </a:lnTo>
                <a:lnTo>
                  <a:pt x="2290591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Kształt 64"/>
          <p:cNvSpPr/>
          <p:nvPr/>
        </p:nvSpPr>
        <p:spPr>
          <a:xfrm>
            <a:off x="7646775" y="2777134"/>
            <a:ext cx="390442" cy="52059"/>
          </a:xfrm>
          <a:custGeom>
            <a:avLst/>
            <a:gdLst/>
            <a:ahLst/>
            <a:cxnLst/>
            <a:rect l="0" t="0" r="r" b="b"/>
            <a:pathLst>
              <a:path w="390442" h="52059">
                <a:moveTo>
                  <a:pt x="0" y="0"/>
                </a:moveTo>
                <a:lnTo>
                  <a:pt x="390442" y="0"/>
                </a:lnTo>
                <a:lnTo>
                  <a:pt x="364412" y="52059"/>
                </a:lnTo>
                <a:lnTo>
                  <a:pt x="26029" y="52059"/>
                </a:lnTo>
                <a:close/>
              </a:path>
            </a:pathLst>
          </a:custGeom>
          <a:solidFill>
            <a:srgbClr val="CFC2A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ekst: Brakujący produkt spożywczy"/>
          <p:cNvSpPr txBox="1"/>
          <p:nvPr/>
        </p:nvSpPr>
        <p:spPr>
          <a:xfrm>
            <a:off x="6680200" y="2865686"/>
            <a:ext cx="2044700" cy="4267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Brakujący produkt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spożywczy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69" name="Kształt 65"/>
          <p:cNvSpPr/>
          <p:nvPr/>
        </p:nvSpPr>
        <p:spPr>
          <a:xfrm>
            <a:off x="9042400" y="1112465"/>
            <a:ext cx="2324100" cy="2330450"/>
          </a:xfrm>
          <a:prstGeom prst="roundRect">
            <a:avLst>
              <a:gd name="adj" fmla="val 6011"/>
            </a:avLst>
          </a:prstGeom>
          <a:solidFill>
            <a:srgbClr val="151515"/>
          </a:solidFill>
          <a:ln>
            <a:noFill/>
          </a:ln>
          <a:effectLst>
            <a:outerShdw blurRad="317500" dist="114300" dir="5400000" algn="ctr" rotWithShape="0">
              <a:srgbClr val="000000">
                <a:alpha val="6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Kształt 66"/>
          <p:cNvSpPr/>
          <p:nvPr/>
        </p:nvSpPr>
        <p:spPr>
          <a:xfrm>
            <a:off x="9042423" y="1111250"/>
            <a:ext cx="2602944" cy="1822061"/>
          </a:xfrm>
          <a:custGeom>
            <a:avLst/>
            <a:gdLst/>
            <a:ahLst/>
            <a:cxnLst/>
            <a:rect l="0" t="0" r="r" b="b"/>
            <a:pathLst>
              <a:path w="2602944" h="1822061">
                <a:moveTo>
                  <a:pt x="0" y="0"/>
                </a:moveTo>
                <a:lnTo>
                  <a:pt x="2602944" y="0"/>
                </a:lnTo>
                <a:lnTo>
                  <a:pt x="2602944" y="1822061"/>
                </a:lnTo>
                <a:lnTo>
                  <a:pt x="0" y="1822061"/>
                </a:lnTo>
                <a:close/>
              </a:path>
            </a:pathLst>
          </a:custGeom>
          <a:solidFill>
            <a:srgbClr val="E6EEF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Kształt 67"/>
          <p:cNvSpPr/>
          <p:nvPr/>
        </p:nvSpPr>
        <p:spPr>
          <a:xfrm>
            <a:off x="10148675" y="1111250"/>
            <a:ext cx="976104" cy="1106251"/>
          </a:xfrm>
          <a:custGeom>
            <a:avLst/>
            <a:gdLst/>
            <a:ahLst/>
            <a:cxnLst/>
            <a:rect l="0" t="0" r="r" b="b"/>
            <a:pathLst>
              <a:path w="976104" h="1106251">
                <a:moveTo>
                  <a:pt x="520589" y="0"/>
                </a:moveTo>
                <a:lnTo>
                  <a:pt x="976104" y="0"/>
                </a:lnTo>
                <a:lnTo>
                  <a:pt x="455515" y="1106251"/>
                </a:lnTo>
                <a:lnTo>
                  <a:pt x="0" y="1106251"/>
                </a:lnTo>
                <a:close/>
              </a:path>
            </a:pathLst>
          </a:custGeom>
          <a:solidFill>
            <a:srgbClr val="EEF4F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Kształt 68"/>
          <p:cNvSpPr/>
          <p:nvPr/>
        </p:nvSpPr>
        <p:spPr>
          <a:xfrm>
            <a:off x="9042423" y="2152428"/>
            <a:ext cx="2602944" cy="780883"/>
          </a:xfrm>
          <a:custGeom>
            <a:avLst/>
            <a:gdLst/>
            <a:ahLst/>
            <a:cxnLst/>
            <a:rect l="0" t="0" r="r" b="b"/>
            <a:pathLst>
              <a:path w="2602944" h="780883">
                <a:moveTo>
                  <a:pt x="0" y="117132"/>
                </a:moveTo>
                <a:lnTo>
                  <a:pt x="2602944" y="0"/>
                </a:lnTo>
                <a:lnTo>
                  <a:pt x="2602944" y="780883"/>
                </a:lnTo>
                <a:lnTo>
                  <a:pt x="0" y="780883"/>
                </a:lnTo>
                <a:close/>
              </a:path>
            </a:pathLst>
          </a:custGeom>
          <a:solidFill>
            <a:srgbClr val="D6A7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Kształt 69"/>
          <p:cNvSpPr/>
          <p:nvPr/>
        </p:nvSpPr>
        <p:spPr>
          <a:xfrm>
            <a:off x="9042423" y="2152428"/>
            <a:ext cx="2602944" cy="169191"/>
          </a:xfrm>
          <a:custGeom>
            <a:avLst/>
            <a:gdLst/>
            <a:ahLst/>
            <a:cxnLst/>
            <a:rect l="0" t="0" r="r" b="b"/>
            <a:pathLst>
              <a:path w="2602944" h="169191">
                <a:moveTo>
                  <a:pt x="0" y="117132"/>
                </a:moveTo>
                <a:lnTo>
                  <a:pt x="2602944" y="0"/>
                </a:lnTo>
                <a:lnTo>
                  <a:pt x="2602944" y="52059"/>
                </a:lnTo>
                <a:lnTo>
                  <a:pt x="0" y="169191"/>
                </a:lnTo>
                <a:close/>
              </a:path>
            </a:pathLst>
          </a:custGeom>
          <a:solidFill>
            <a:srgbClr val="E4BB8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Kształt 70"/>
          <p:cNvSpPr/>
          <p:nvPr/>
        </p:nvSpPr>
        <p:spPr>
          <a:xfrm>
            <a:off x="9302718" y="1709927"/>
            <a:ext cx="351397" cy="637721"/>
          </a:xfrm>
          <a:custGeom>
            <a:avLst/>
            <a:gdLst/>
            <a:ahLst/>
            <a:cxnLst/>
            <a:rect l="0" t="0" r="r" b="b"/>
            <a:pathLst>
              <a:path w="351397" h="637721">
                <a:moveTo>
                  <a:pt x="0" y="0"/>
                </a:moveTo>
                <a:lnTo>
                  <a:pt x="351397" y="0"/>
                </a:lnTo>
                <a:lnTo>
                  <a:pt x="312353" y="637721"/>
                </a:lnTo>
                <a:lnTo>
                  <a:pt x="39044" y="637721"/>
                </a:lnTo>
                <a:close/>
              </a:path>
            </a:pathLst>
          </a:custGeom>
          <a:solidFill>
            <a:srgbClr val="D6E9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Kształt 71"/>
          <p:cNvSpPr/>
          <p:nvPr/>
        </p:nvSpPr>
        <p:spPr>
          <a:xfrm>
            <a:off x="9322240" y="1905148"/>
            <a:ext cx="312353" cy="442501"/>
          </a:xfrm>
          <a:custGeom>
            <a:avLst/>
            <a:gdLst/>
            <a:ahLst/>
            <a:cxnLst/>
            <a:rect l="0" t="0" r="r" b="b"/>
            <a:pathLst>
              <a:path w="312353" h="442501">
                <a:moveTo>
                  <a:pt x="0" y="0"/>
                </a:moveTo>
                <a:lnTo>
                  <a:pt x="312353" y="0"/>
                </a:lnTo>
                <a:lnTo>
                  <a:pt x="292831" y="442501"/>
                </a:lnTo>
                <a:lnTo>
                  <a:pt x="19522" y="442501"/>
                </a:lnTo>
                <a:close/>
              </a:path>
            </a:pathLst>
          </a:custGeom>
          <a:solidFill>
            <a:srgbClr val="A9D0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Kształt 72"/>
          <p:cNvSpPr/>
          <p:nvPr/>
        </p:nvSpPr>
        <p:spPr>
          <a:xfrm>
            <a:off x="9367791" y="1748971"/>
            <a:ext cx="65074" cy="546618"/>
          </a:xfrm>
          <a:custGeom>
            <a:avLst/>
            <a:gdLst/>
            <a:ahLst/>
            <a:cxnLst/>
            <a:rect l="0" t="0" r="r" b="b"/>
            <a:pathLst>
              <a:path w="65074" h="546618">
                <a:moveTo>
                  <a:pt x="0" y="0"/>
                </a:moveTo>
                <a:lnTo>
                  <a:pt x="65074" y="0"/>
                </a:lnTo>
                <a:lnTo>
                  <a:pt x="52059" y="546618"/>
                </a:lnTo>
                <a:lnTo>
                  <a:pt x="13015" y="546618"/>
                </a:lnTo>
                <a:close/>
              </a:path>
            </a:pathLst>
          </a:custGeom>
          <a:solidFill>
            <a:srgbClr val="F4FAF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Kształt 73"/>
          <p:cNvSpPr/>
          <p:nvPr/>
        </p:nvSpPr>
        <p:spPr>
          <a:xfrm>
            <a:off x="9302718" y="1670883"/>
            <a:ext cx="351397" cy="78088"/>
          </a:xfrm>
          <a:custGeom>
            <a:avLst/>
            <a:gdLst/>
            <a:ahLst/>
            <a:cxnLst/>
            <a:rect l="0" t="0" r="r" b="b"/>
            <a:pathLst>
              <a:path w="351397" h="78088">
                <a:moveTo>
                  <a:pt x="351397" y="39044"/>
                </a:moveTo>
                <a:lnTo>
                  <a:pt x="348795" y="45552"/>
                </a:lnTo>
                <a:lnTo>
                  <a:pt x="340986" y="52710"/>
                </a:lnTo>
                <a:lnTo>
                  <a:pt x="327971" y="58566"/>
                </a:lnTo>
                <a:lnTo>
                  <a:pt x="310401" y="64423"/>
                </a:lnTo>
                <a:lnTo>
                  <a:pt x="288927" y="68978"/>
                </a:lnTo>
                <a:lnTo>
                  <a:pt x="263548" y="72882"/>
                </a:lnTo>
                <a:lnTo>
                  <a:pt x="235566" y="75485"/>
                </a:lnTo>
                <a:lnTo>
                  <a:pt x="206283" y="77438"/>
                </a:lnTo>
                <a:lnTo>
                  <a:pt x="175699" y="78088"/>
                </a:lnTo>
                <a:lnTo>
                  <a:pt x="145114" y="77438"/>
                </a:lnTo>
                <a:lnTo>
                  <a:pt x="115831" y="75485"/>
                </a:lnTo>
                <a:lnTo>
                  <a:pt x="87849" y="72882"/>
                </a:lnTo>
                <a:lnTo>
                  <a:pt x="62471" y="68978"/>
                </a:lnTo>
                <a:lnTo>
                  <a:pt x="40996" y="64423"/>
                </a:lnTo>
                <a:lnTo>
                  <a:pt x="23426" y="58566"/>
                </a:lnTo>
                <a:lnTo>
                  <a:pt x="10412" y="52710"/>
                </a:lnTo>
                <a:lnTo>
                  <a:pt x="2603" y="45552"/>
                </a:lnTo>
                <a:lnTo>
                  <a:pt x="0" y="39044"/>
                </a:lnTo>
                <a:lnTo>
                  <a:pt x="2603" y="32537"/>
                </a:lnTo>
                <a:lnTo>
                  <a:pt x="10412" y="25379"/>
                </a:lnTo>
                <a:lnTo>
                  <a:pt x="23426" y="19522"/>
                </a:lnTo>
                <a:lnTo>
                  <a:pt x="40996" y="13665"/>
                </a:lnTo>
                <a:lnTo>
                  <a:pt x="62471" y="9110"/>
                </a:lnTo>
                <a:lnTo>
                  <a:pt x="87849" y="5206"/>
                </a:lnTo>
                <a:lnTo>
                  <a:pt x="115831" y="2603"/>
                </a:lnTo>
                <a:lnTo>
                  <a:pt x="145114" y="651"/>
                </a:lnTo>
                <a:lnTo>
                  <a:pt x="175699" y="0"/>
                </a:lnTo>
                <a:lnTo>
                  <a:pt x="206283" y="651"/>
                </a:lnTo>
                <a:lnTo>
                  <a:pt x="235566" y="2603"/>
                </a:lnTo>
                <a:lnTo>
                  <a:pt x="263548" y="5206"/>
                </a:lnTo>
                <a:lnTo>
                  <a:pt x="288927" y="9110"/>
                </a:lnTo>
                <a:lnTo>
                  <a:pt x="310401" y="13665"/>
                </a:lnTo>
                <a:lnTo>
                  <a:pt x="327971" y="19522"/>
                </a:lnTo>
                <a:lnTo>
                  <a:pt x="340986" y="25379"/>
                </a:lnTo>
                <a:lnTo>
                  <a:pt x="348795" y="32537"/>
                </a:lnTo>
                <a:close/>
              </a:path>
            </a:pathLst>
          </a:custGeom>
          <a:solidFill>
            <a:srgbClr val="EEF6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Kształt 74"/>
          <p:cNvSpPr/>
          <p:nvPr/>
        </p:nvSpPr>
        <p:spPr>
          <a:xfrm>
            <a:off x="10434999" y="1592795"/>
            <a:ext cx="182206" cy="676766"/>
          </a:xfrm>
          <a:custGeom>
            <a:avLst/>
            <a:gdLst/>
            <a:ahLst/>
            <a:cxnLst/>
            <a:rect l="0" t="0" r="r" b="b"/>
            <a:pathLst>
              <a:path w="182206" h="676766">
                <a:moveTo>
                  <a:pt x="0" y="0"/>
                </a:moveTo>
                <a:lnTo>
                  <a:pt x="156177" y="78088"/>
                </a:lnTo>
                <a:lnTo>
                  <a:pt x="182206" y="624707"/>
                </a:lnTo>
                <a:lnTo>
                  <a:pt x="39044" y="676766"/>
                </a:lnTo>
                <a:close/>
              </a:path>
            </a:pathLst>
          </a:custGeom>
          <a:solidFill>
            <a:srgbClr val="DCDCD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Kształt 75"/>
          <p:cNvSpPr/>
          <p:nvPr/>
        </p:nvSpPr>
        <p:spPr>
          <a:xfrm>
            <a:off x="9771248" y="1592795"/>
            <a:ext cx="702795" cy="676766"/>
          </a:xfrm>
          <a:custGeom>
            <a:avLst/>
            <a:gdLst/>
            <a:ahLst/>
            <a:cxnLst/>
            <a:rect l="0" t="0" r="r" b="b"/>
            <a:pathLst>
              <a:path w="702795" h="676766">
                <a:moveTo>
                  <a:pt x="39044" y="0"/>
                </a:moveTo>
                <a:lnTo>
                  <a:pt x="663751" y="0"/>
                </a:lnTo>
                <a:lnTo>
                  <a:pt x="702795" y="676766"/>
                </a:lnTo>
                <a:lnTo>
                  <a:pt x="0" y="676766"/>
                </a:lnTo>
                <a:close/>
              </a:path>
            </a:pathLst>
          </a:custGeom>
          <a:solidFill>
            <a:srgbClr val="FBFB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Kształt 76"/>
          <p:cNvSpPr/>
          <p:nvPr/>
        </p:nvSpPr>
        <p:spPr>
          <a:xfrm>
            <a:off x="9810292" y="1514706"/>
            <a:ext cx="624707" cy="78088"/>
          </a:xfrm>
          <a:custGeom>
            <a:avLst/>
            <a:gdLst/>
            <a:ahLst/>
            <a:cxnLst/>
            <a:rect l="0" t="0" r="r" b="b"/>
            <a:pathLst>
              <a:path w="624707" h="78088">
                <a:moveTo>
                  <a:pt x="0" y="78088"/>
                </a:moveTo>
                <a:lnTo>
                  <a:pt x="104118" y="0"/>
                </a:lnTo>
                <a:lnTo>
                  <a:pt x="208236" y="78088"/>
                </a:lnTo>
                <a:lnTo>
                  <a:pt x="312353" y="0"/>
                </a:lnTo>
                <a:lnTo>
                  <a:pt x="416471" y="78088"/>
                </a:lnTo>
                <a:lnTo>
                  <a:pt x="520589" y="0"/>
                </a:lnTo>
                <a:lnTo>
                  <a:pt x="624707" y="78088"/>
                </a:lnTo>
                <a:close/>
              </a:path>
            </a:pathLst>
          </a:custGeom>
          <a:solidFill>
            <a:srgbClr val="ECECE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Kształt 77"/>
          <p:cNvSpPr/>
          <p:nvPr/>
        </p:nvSpPr>
        <p:spPr>
          <a:xfrm>
            <a:off x="10070586" y="1788015"/>
            <a:ext cx="117132" cy="299339"/>
          </a:xfrm>
          <a:custGeom>
            <a:avLst/>
            <a:gdLst/>
            <a:ahLst/>
            <a:cxnLst/>
            <a:rect l="0" t="0" r="r" b="b"/>
            <a:pathLst>
              <a:path w="117132" h="299339">
                <a:moveTo>
                  <a:pt x="0" y="0"/>
                </a:moveTo>
                <a:lnTo>
                  <a:pt x="117132" y="0"/>
                </a:lnTo>
                <a:lnTo>
                  <a:pt x="117132" y="299339"/>
                </a:lnTo>
                <a:lnTo>
                  <a:pt x="0" y="299339"/>
                </a:lnTo>
                <a:close/>
              </a:path>
            </a:pathLst>
          </a:cu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Kształt 78"/>
          <p:cNvSpPr/>
          <p:nvPr/>
        </p:nvSpPr>
        <p:spPr>
          <a:xfrm>
            <a:off x="9979483" y="1879118"/>
            <a:ext cx="299339" cy="117132"/>
          </a:xfrm>
          <a:custGeom>
            <a:avLst/>
            <a:gdLst/>
            <a:ahLst/>
            <a:cxnLst/>
            <a:rect l="0" t="0" r="r" b="b"/>
            <a:pathLst>
              <a:path w="299339" h="117132">
                <a:moveTo>
                  <a:pt x="0" y="0"/>
                </a:moveTo>
                <a:lnTo>
                  <a:pt x="299339" y="0"/>
                </a:lnTo>
                <a:lnTo>
                  <a:pt x="299339" y="117132"/>
                </a:lnTo>
                <a:lnTo>
                  <a:pt x="0" y="117132"/>
                </a:lnTo>
                <a:close/>
              </a:path>
            </a:pathLst>
          </a:cu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Kształt 79"/>
          <p:cNvSpPr/>
          <p:nvPr/>
        </p:nvSpPr>
        <p:spPr>
          <a:xfrm>
            <a:off x="10578161" y="2373678"/>
            <a:ext cx="624707" cy="325368"/>
          </a:xfrm>
          <a:custGeom>
            <a:avLst/>
            <a:gdLst/>
            <a:ahLst/>
            <a:cxnLst/>
            <a:rect l="0" t="0" r="r" b="b"/>
            <a:pathLst>
              <a:path w="624707" h="325368">
                <a:moveTo>
                  <a:pt x="0" y="78088"/>
                </a:moveTo>
                <a:lnTo>
                  <a:pt x="533604" y="0"/>
                </a:lnTo>
                <a:lnTo>
                  <a:pt x="624707" y="247280"/>
                </a:lnTo>
                <a:lnTo>
                  <a:pt x="91103" y="325368"/>
                </a:lnTo>
                <a:close/>
              </a:path>
            </a:pathLst>
          </a:custGeom>
          <a:solidFill>
            <a:srgbClr val="D3D8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Kształt 80"/>
          <p:cNvSpPr/>
          <p:nvPr/>
        </p:nvSpPr>
        <p:spPr>
          <a:xfrm>
            <a:off x="10578161" y="2373678"/>
            <a:ext cx="579155" cy="201728"/>
          </a:xfrm>
          <a:custGeom>
            <a:avLst/>
            <a:gdLst/>
            <a:ahLst/>
            <a:cxnLst/>
            <a:rect l="0" t="0" r="r" b="b"/>
            <a:pathLst>
              <a:path w="579155" h="201728">
                <a:moveTo>
                  <a:pt x="0" y="78088"/>
                </a:moveTo>
                <a:lnTo>
                  <a:pt x="533604" y="0"/>
                </a:lnTo>
                <a:lnTo>
                  <a:pt x="579155" y="123640"/>
                </a:lnTo>
                <a:lnTo>
                  <a:pt x="45552" y="201728"/>
                </a:lnTo>
                <a:close/>
              </a:path>
            </a:pathLst>
          </a:custGeom>
          <a:solidFill>
            <a:srgbClr val="E6E9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Kształt 81"/>
          <p:cNvSpPr/>
          <p:nvPr/>
        </p:nvSpPr>
        <p:spPr>
          <a:xfrm>
            <a:off x="10615903" y="2464781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Kształt 82"/>
          <p:cNvSpPr/>
          <p:nvPr/>
        </p:nvSpPr>
        <p:spPr>
          <a:xfrm>
            <a:off x="10661455" y="2588421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Kształt 83"/>
          <p:cNvSpPr/>
          <p:nvPr/>
        </p:nvSpPr>
        <p:spPr>
          <a:xfrm>
            <a:off x="10749304" y="2445259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Kształt 84"/>
          <p:cNvSpPr/>
          <p:nvPr/>
        </p:nvSpPr>
        <p:spPr>
          <a:xfrm>
            <a:off x="10794856" y="2568899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Kształt 85"/>
          <p:cNvSpPr/>
          <p:nvPr/>
        </p:nvSpPr>
        <p:spPr>
          <a:xfrm>
            <a:off x="10882705" y="2425737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Kształt 86"/>
          <p:cNvSpPr/>
          <p:nvPr/>
        </p:nvSpPr>
        <p:spPr>
          <a:xfrm>
            <a:off x="10928257" y="2549377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Kształt 87"/>
          <p:cNvSpPr/>
          <p:nvPr/>
        </p:nvSpPr>
        <p:spPr>
          <a:xfrm>
            <a:off x="11016106" y="2406215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Kształt 88"/>
          <p:cNvSpPr/>
          <p:nvPr/>
        </p:nvSpPr>
        <p:spPr>
          <a:xfrm>
            <a:off x="11061658" y="2529855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104118" y="39044"/>
                </a:moveTo>
                <a:lnTo>
                  <a:pt x="102816" y="45552"/>
                </a:lnTo>
                <a:lnTo>
                  <a:pt x="100864" y="52710"/>
                </a:lnTo>
                <a:lnTo>
                  <a:pt x="96960" y="58566"/>
                </a:lnTo>
                <a:lnTo>
                  <a:pt x="91754" y="64423"/>
                </a:lnTo>
                <a:lnTo>
                  <a:pt x="85246" y="68978"/>
                </a:lnTo>
                <a:lnTo>
                  <a:pt x="78088" y="72882"/>
                </a:lnTo>
                <a:lnTo>
                  <a:pt x="69629" y="75485"/>
                </a:lnTo>
                <a:lnTo>
                  <a:pt x="60518" y="77438"/>
                </a:lnTo>
                <a:lnTo>
                  <a:pt x="52059" y="78088"/>
                </a:lnTo>
                <a:lnTo>
                  <a:pt x="42949" y="77438"/>
                </a:lnTo>
                <a:lnTo>
                  <a:pt x="33838" y="75485"/>
                </a:lnTo>
                <a:lnTo>
                  <a:pt x="26029" y="72882"/>
                </a:lnTo>
                <a:lnTo>
                  <a:pt x="18221" y="68978"/>
                </a:lnTo>
                <a:lnTo>
                  <a:pt x="11713" y="64423"/>
                </a:lnTo>
                <a:lnTo>
                  <a:pt x="6507" y="58566"/>
                </a:lnTo>
                <a:lnTo>
                  <a:pt x="2603" y="52710"/>
                </a:lnTo>
                <a:lnTo>
                  <a:pt x="651" y="45552"/>
                </a:lnTo>
                <a:lnTo>
                  <a:pt x="0" y="39044"/>
                </a:lnTo>
                <a:lnTo>
                  <a:pt x="651" y="32537"/>
                </a:lnTo>
                <a:lnTo>
                  <a:pt x="2603" y="25379"/>
                </a:lnTo>
                <a:lnTo>
                  <a:pt x="6507" y="19522"/>
                </a:lnTo>
                <a:lnTo>
                  <a:pt x="11713" y="13665"/>
                </a:lnTo>
                <a:lnTo>
                  <a:pt x="18221" y="9110"/>
                </a:lnTo>
                <a:lnTo>
                  <a:pt x="26029" y="5206"/>
                </a:lnTo>
                <a:lnTo>
                  <a:pt x="33838" y="2603"/>
                </a:lnTo>
                <a:lnTo>
                  <a:pt x="42949" y="651"/>
                </a:lnTo>
                <a:lnTo>
                  <a:pt x="52059" y="0"/>
                </a:lnTo>
                <a:lnTo>
                  <a:pt x="60518" y="651"/>
                </a:lnTo>
                <a:lnTo>
                  <a:pt x="69629" y="2603"/>
                </a:lnTo>
                <a:lnTo>
                  <a:pt x="78088" y="5206"/>
                </a:lnTo>
                <a:lnTo>
                  <a:pt x="85246" y="9110"/>
                </a:lnTo>
                <a:lnTo>
                  <a:pt x="91754" y="13665"/>
                </a:lnTo>
                <a:lnTo>
                  <a:pt x="96960" y="19522"/>
                </a:lnTo>
                <a:lnTo>
                  <a:pt x="100864" y="25379"/>
                </a:lnTo>
                <a:lnTo>
                  <a:pt x="102816" y="32537"/>
                </a:lnTo>
                <a:close/>
              </a:path>
            </a:pathLst>
          </a:custGeom>
          <a:solidFill>
            <a:srgbClr val="FFFFFF"/>
          </a:solidFill>
          <a:ln w="9761">
            <a:solidFill>
              <a:srgbClr val="BCC2C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Kształt 89"/>
          <p:cNvSpPr/>
          <p:nvPr/>
        </p:nvSpPr>
        <p:spPr>
          <a:xfrm>
            <a:off x="9354777" y="2503825"/>
            <a:ext cx="845957" cy="208236"/>
          </a:xfrm>
          <a:custGeom>
            <a:avLst/>
            <a:gdLst/>
            <a:ahLst/>
            <a:cxnLst/>
            <a:rect l="0" t="0" r="r" b="b"/>
            <a:pathLst>
              <a:path w="845957" h="208236">
                <a:moveTo>
                  <a:pt x="0" y="156177"/>
                </a:moveTo>
                <a:lnTo>
                  <a:pt x="832942" y="0"/>
                </a:lnTo>
                <a:lnTo>
                  <a:pt x="845957" y="52059"/>
                </a:lnTo>
                <a:lnTo>
                  <a:pt x="13015" y="20823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Kształt 90"/>
          <p:cNvSpPr/>
          <p:nvPr/>
        </p:nvSpPr>
        <p:spPr>
          <a:xfrm>
            <a:off x="9354777" y="2640480"/>
            <a:ext cx="117132" cy="71581"/>
          </a:xfrm>
          <a:custGeom>
            <a:avLst/>
            <a:gdLst/>
            <a:ahLst/>
            <a:cxnLst/>
            <a:rect l="0" t="0" r="r" b="b"/>
            <a:pathLst>
              <a:path w="117132" h="71581">
                <a:moveTo>
                  <a:pt x="0" y="19522"/>
                </a:moveTo>
                <a:lnTo>
                  <a:pt x="104118" y="0"/>
                </a:lnTo>
                <a:lnTo>
                  <a:pt x="117132" y="52059"/>
                </a:lnTo>
                <a:lnTo>
                  <a:pt x="13015" y="7158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Kształt 91"/>
          <p:cNvSpPr/>
          <p:nvPr/>
        </p:nvSpPr>
        <p:spPr>
          <a:xfrm>
            <a:off x="9927424" y="2529855"/>
            <a:ext cx="169191" cy="78088"/>
          </a:xfrm>
          <a:custGeom>
            <a:avLst/>
            <a:gdLst/>
            <a:ahLst/>
            <a:cxnLst/>
            <a:rect l="0" t="0" r="r" b="b"/>
            <a:pathLst>
              <a:path w="169191" h="78088">
                <a:moveTo>
                  <a:pt x="0" y="26029"/>
                </a:moveTo>
                <a:lnTo>
                  <a:pt x="156177" y="0"/>
                </a:lnTo>
                <a:lnTo>
                  <a:pt x="169191" y="52059"/>
                </a:lnTo>
                <a:lnTo>
                  <a:pt x="13015" y="78088"/>
                </a:lnTo>
                <a:close/>
              </a:path>
            </a:pathLst>
          </a:custGeom>
          <a:solidFill>
            <a:srgbClr val="CFD6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Tekst: Leki lub produkty z apteki"/>
          <p:cNvSpPr txBox="1"/>
          <p:nvPr/>
        </p:nvSpPr>
        <p:spPr>
          <a:xfrm>
            <a:off x="9182100" y="2865686"/>
            <a:ext cx="2044700" cy="4267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Leki lub produkty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z apteki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97" name="Kształt 92"/>
          <p:cNvSpPr/>
          <p:nvPr/>
        </p:nvSpPr>
        <p:spPr>
          <a:xfrm>
            <a:off x="6540500" y="3623146"/>
            <a:ext cx="2324100" cy="2330450"/>
          </a:xfrm>
          <a:prstGeom prst="roundRect">
            <a:avLst>
              <a:gd name="adj" fmla="val 6011"/>
            </a:avLst>
          </a:prstGeom>
          <a:solidFill>
            <a:srgbClr val="151515"/>
          </a:solidFill>
          <a:ln>
            <a:noFill/>
          </a:ln>
          <a:effectLst>
            <a:outerShdw blurRad="317500" dist="114300" dir="5400000" algn="ctr" rotWithShape="0">
              <a:srgbClr val="000000">
                <a:alpha val="6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93"/>
          <p:cNvSpPr/>
          <p:nvPr/>
        </p:nvSpPr>
        <p:spPr>
          <a:xfrm>
            <a:off x="6540524" y="3621931"/>
            <a:ext cx="2602944" cy="1822061"/>
          </a:xfrm>
          <a:custGeom>
            <a:avLst/>
            <a:gdLst/>
            <a:ahLst/>
            <a:cxnLst/>
            <a:rect l="0" t="0" r="r" b="b"/>
            <a:pathLst>
              <a:path w="2602944" h="1822061">
                <a:moveTo>
                  <a:pt x="0" y="0"/>
                </a:moveTo>
                <a:lnTo>
                  <a:pt x="2602944" y="0"/>
                </a:lnTo>
                <a:lnTo>
                  <a:pt x="2602944" y="1822061"/>
                </a:lnTo>
                <a:lnTo>
                  <a:pt x="0" y="1822061"/>
                </a:lnTo>
                <a:close/>
              </a:path>
            </a:pathLst>
          </a:custGeom>
          <a:solidFill>
            <a:srgbClr val="F3EF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94"/>
          <p:cNvSpPr/>
          <p:nvPr/>
        </p:nvSpPr>
        <p:spPr>
          <a:xfrm>
            <a:off x="6540524" y="4077446"/>
            <a:ext cx="2602944" cy="19522"/>
          </a:xfrm>
          <a:custGeom>
            <a:avLst/>
            <a:gdLst/>
            <a:ahLst/>
            <a:cxnLst/>
            <a:rect l="0" t="0" r="r" b="b"/>
            <a:pathLst>
              <a:path w="2602944" h="19522">
                <a:moveTo>
                  <a:pt x="0" y="0"/>
                </a:moveTo>
                <a:lnTo>
                  <a:pt x="2602944" y="0"/>
                </a:lnTo>
                <a:lnTo>
                  <a:pt x="2602944" y="19522"/>
                </a:lnTo>
                <a:lnTo>
                  <a:pt x="0" y="19522"/>
                </a:lnTo>
                <a:close/>
              </a:path>
            </a:pathLst>
          </a:custGeom>
          <a:solidFill>
            <a:srgbClr val="E2D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95"/>
          <p:cNvSpPr/>
          <p:nvPr/>
        </p:nvSpPr>
        <p:spPr>
          <a:xfrm>
            <a:off x="6540524" y="4532961"/>
            <a:ext cx="2602944" cy="19522"/>
          </a:xfrm>
          <a:custGeom>
            <a:avLst/>
            <a:gdLst/>
            <a:ahLst/>
            <a:cxnLst/>
            <a:rect l="0" t="0" r="r" b="b"/>
            <a:pathLst>
              <a:path w="2602944" h="19522">
                <a:moveTo>
                  <a:pt x="0" y="0"/>
                </a:moveTo>
                <a:lnTo>
                  <a:pt x="2602944" y="0"/>
                </a:lnTo>
                <a:lnTo>
                  <a:pt x="2602944" y="19522"/>
                </a:lnTo>
                <a:lnTo>
                  <a:pt x="0" y="19522"/>
                </a:lnTo>
                <a:close/>
              </a:path>
            </a:pathLst>
          </a:custGeom>
          <a:solidFill>
            <a:srgbClr val="E2D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96"/>
          <p:cNvSpPr/>
          <p:nvPr/>
        </p:nvSpPr>
        <p:spPr>
          <a:xfrm>
            <a:off x="7061112" y="3621931"/>
            <a:ext cx="19522" cy="1301472"/>
          </a:xfrm>
          <a:custGeom>
            <a:avLst/>
            <a:gdLst/>
            <a:ahLst/>
            <a:cxnLst/>
            <a:rect l="0" t="0" r="r" b="b"/>
            <a:pathLst>
              <a:path w="19522" h="1301472">
                <a:moveTo>
                  <a:pt x="0" y="0"/>
                </a:moveTo>
                <a:lnTo>
                  <a:pt x="19522" y="0"/>
                </a:lnTo>
                <a:lnTo>
                  <a:pt x="19522" y="1301472"/>
                </a:lnTo>
                <a:lnTo>
                  <a:pt x="0" y="1301472"/>
                </a:lnTo>
                <a:close/>
              </a:path>
            </a:pathLst>
          </a:custGeom>
          <a:solidFill>
            <a:srgbClr val="E2D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97"/>
          <p:cNvSpPr/>
          <p:nvPr/>
        </p:nvSpPr>
        <p:spPr>
          <a:xfrm>
            <a:off x="7581701" y="3621931"/>
            <a:ext cx="19522" cy="1301472"/>
          </a:xfrm>
          <a:custGeom>
            <a:avLst/>
            <a:gdLst/>
            <a:ahLst/>
            <a:cxnLst/>
            <a:rect l="0" t="0" r="r" b="b"/>
            <a:pathLst>
              <a:path w="19522" h="1301472">
                <a:moveTo>
                  <a:pt x="0" y="0"/>
                </a:moveTo>
                <a:lnTo>
                  <a:pt x="19522" y="0"/>
                </a:lnTo>
                <a:lnTo>
                  <a:pt x="19522" y="1301472"/>
                </a:lnTo>
                <a:lnTo>
                  <a:pt x="0" y="1301472"/>
                </a:lnTo>
                <a:close/>
              </a:path>
            </a:pathLst>
          </a:custGeom>
          <a:solidFill>
            <a:srgbClr val="E2D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98"/>
          <p:cNvSpPr/>
          <p:nvPr/>
        </p:nvSpPr>
        <p:spPr>
          <a:xfrm>
            <a:off x="8102290" y="3621931"/>
            <a:ext cx="19522" cy="1301472"/>
          </a:xfrm>
          <a:custGeom>
            <a:avLst/>
            <a:gdLst/>
            <a:ahLst/>
            <a:cxnLst/>
            <a:rect l="0" t="0" r="r" b="b"/>
            <a:pathLst>
              <a:path w="19522" h="1301472">
                <a:moveTo>
                  <a:pt x="0" y="0"/>
                </a:moveTo>
                <a:lnTo>
                  <a:pt x="19522" y="0"/>
                </a:lnTo>
                <a:lnTo>
                  <a:pt x="19522" y="1301472"/>
                </a:lnTo>
                <a:lnTo>
                  <a:pt x="0" y="1301472"/>
                </a:lnTo>
                <a:close/>
              </a:path>
            </a:pathLst>
          </a:custGeom>
          <a:solidFill>
            <a:srgbClr val="E2D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99"/>
          <p:cNvSpPr/>
          <p:nvPr/>
        </p:nvSpPr>
        <p:spPr>
          <a:xfrm>
            <a:off x="8622879" y="3621931"/>
            <a:ext cx="19522" cy="1301472"/>
          </a:xfrm>
          <a:custGeom>
            <a:avLst/>
            <a:gdLst/>
            <a:ahLst/>
            <a:cxnLst/>
            <a:rect l="0" t="0" r="r" b="b"/>
            <a:pathLst>
              <a:path w="19522" h="1301472">
                <a:moveTo>
                  <a:pt x="0" y="0"/>
                </a:moveTo>
                <a:lnTo>
                  <a:pt x="19522" y="0"/>
                </a:lnTo>
                <a:lnTo>
                  <a:pt x="19522" y="1301472"/>
                </a:lnTo>
                <a:lnTo>
                  <a:pt x="0" y="1301472"/>
                </a:lnTo>
                <a:close/>
              </a:path>
            </a:pathLst>
          </a:custGeom>
          <a:solidFill>
            <a:srgbClr val="E2DA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100"/>
          <p:cNvSpPr/>
          <p:nvPr/>
        </p:nvSpPr>
        <p:spPr>
          <a:xfrm>
            <a:off x="6540524" y="4923403"/>
            <a:ext cx="2602944" cy="520589"/>
          </a:xfrm>
          <a:custGeom>
            <a:avLst/>
            <a:gdLst/>
            <a:ahLst/>
            <a:cxnLst/>
            <a:rect l="0" t="0" r="r" b="b"/>
            <a:pathLst>
              <a:path w="2602944" h="520589">
                <a:moveTo>
                  <a:pt x="0" y="0"/>
                </a:moveTo>
                <a:lnTo>
                  <a:pt x="2602944" y="0"/>
                </a:lnTo>
                <a:lnTo>
                  <a:pt x="2602944" y="520589"/>
                </a:lnTo>
                <a:lnTo>
                  <a:pt x="0" y="520589"/>
                </a:lnTo>
                <a:close/>
              </a:path>
            </a:pathLst>
          </a:custGeom>
          <a:solidFill>
            <a:srgbClr val="E9E0C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101"/>
          <p:cNvSpPr/>
          <p:nvPr/>
        </p:nvSpPr>
        <p:spPr>
          <a:xfrm>
            <a:off x="6540524" y="4923403"/>
            <a:ext cx="2602944" cy="52059"/>
          </a:xfrm>
          <a:custGeom>
            <a:avLst/>
            <a:gdLst/>
            <a:ahLst/>
            <a:cxnLst/>
            <a:rect l="0" t="0" r="r" b="b"/>
            <a:pathLst>
              <a:path w="2602944" h="52059">
                <a:moveTo>
                  <a:pt x="0" y="0"/>
                </a:moveTo>
                <a:lnTo>
                  <a:pt x="2602944" y="0"/>
                </a:lnTo>
                <a:lnTo>
                  <a:pt x="2602944" y="52059"/>
                </a:lnTo>
                <a:lnTo>
                  <a:pt x="0" y="52059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102"/>
          <p:cNvSpPr/>
          <p:nvPr/>
        </p:nvSpPr>
        <p:spPr>
          <a:xfrm>
            <a:off x="7126186" y="5040535"/>
            <a:ext cx="1249413" cy="130147"/>
          </a:xfrm>
          <a:custGeom>
            <a:avLst/>
            <a:gdLst/>
            <a:ahLst/>
            <a:cxnLst/>
            <a:rect l="0" t="0" r="r" b="b"/>
            <a:pathLst>
              <a:path w="1249413" h="130147">
                <a:moveTo>
                  <a:pt x="1249413" y="65074"/>
                </a:moveTo>
                <a:lnTo>
                  <a:pt x="1239652" y="76136"/>
                </a:lnTo>
                <a:lnTo>
                  <a:pt x="1211671" y="87199"/>
                </a:lnTo>
                <a:lnTo>
                  <a:pt x="1165468" y="97610"/>
                </a:lnTo>
                <a:lnTo>
                  <a:pt x="1102998" y="106721"/>
                </a:lnTo>
                <a:lnTo>
                  <a:pt x="1026211" y="115180"/>
                </a:lnTo>
                <a:lnTo>
                  <a:pt x="937060" y="121688"/>
                </a:lnTo>
                <a:lnTo>
                  <a:pt x="838148" y="126243"/>
                </a:lnTo>
                <a:lnTo>
                  <a:pt x="733380" y="128846"/>
                </a:lnTo>
                <a:lnTo>
                  <a:pt x="624707" y="130147"/>
                </a:lnTo>
                <a:lnTo>
                  <a:pt x="516034" y="128846"/>
                </a:lnTo>
                <a:lnTo>
                  <a:pt x="411265" y="126243"/>
                </a:lnTo>
                <a:lnTo>
                  <a:pt x="312353" y="121688"/>
                </a:lnTo>
                <a:lnTo>
                  <a:pt x="223202" y="115180"/>
                </a:lnTo>
                <a:lnTo>
                  <a:pt x="146416" y="106721"/>
                </a:lnTo>
                <a:lnTo>
                  <a:pt x="83945" y="97610"/>
                </a:lnTo>
                <a:lnTo>
                  <a:pt x="37743" y="87199"/>
                </a:lnTo>
                <a:lnTo>
                  <a:pt x="9761" y="76136"/>
                </a:lnTo>
                <a:lnTo>
                  <a:pt x="0" y="65074"/>
                </a:lnTo>
                <a:lnTo>
                  <a:pt x="9761" y="54011"/>
                </a:lnTo>
                <a:lnTo>
                  <a:pt x="37743" y="42949"/>
                </a:lnTo>
                <a:lnTo>
                  <a:pt x="83945" y="32537"/>
                </a:lnTo>
                <a:lnTo>
                  <a:pt x="146416" y="23426"/>
                </a:lnTo>
                <a:lnTo>
                  <a:pt x="223202" y="14967"/>
                </a:lnTo>
                <a:lnTo>
                  <a:pt x="312353" y="8460"/>
                </a:lnTo>
                <a:lnTo>
                  <a:pt x="411265" y="3904"/>
                </a:lnTo>
                <a:lnTo>
                  <a:pt x="516034" y="1301"/>
                </a:lnTo>
                <a:lnTo>
                  <a:pt x="624707" y="0"/>
                </a:lnTo>
                <a:lnTo>
                  <a:pt x="733380" y="1301"/>
                </a:lnTo>
                <a:lnTo>
                  <a:pt x="838148" y="3904"/>
                </a:lnTo>
                <a:lnTo>
                  <a:pt x="937060" y="8460"/>
                </a:lnTo>
                <a:lnTo>
                  <a:pt x="1026211" y="14967"/>
                </a:lnTo>
                <a:lnTo>
                  <a:pt x="1102998" y="23426"/>
                </a:lnTo>
                <a:lnTo>
                  <a:pt x="1165468" y="32537"/>
                </a:lnTo>
                <a:lnTo>
                  <a:pt x="1211671" y="42949"/>
                </a:lnTo>
                <a:lnTo>
                  <a:pt x="1239652" y="54011"/>
                </a:lnTo>
                <a:close/>
              </a:path>
            </a:pathLst>
          </a:cu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103"/>
          <p:cNvSpPr/>
          <p:nvPr/>
        </p:nvSpPr>
        <p:spPr>
          <a:xfrm>
            <a:off x="7516628" y="3739063"/>
            <a:ext cx="416471" cy="585662"/>
          </a:xfrm>
          <a:custGeom>
            <a:avLst/>
            <a:gdLst/>
            <a:ahLst/>
            <a:cxnLst/>
            <a:rect l="0" t="0" r="r" b="b"/>
            <a:pathLst>
              <a:path w="416471" h="585662">
                <a:moveTo>
                  <a:pt x="0" y="559633"/>
                </a:moveTo>
                <a:lnTo>
                  <a:pt x="299339" y="0"/>
                </a:lnTo>
                <a:lnTo>
                  <a:pt x="416471" y="52059"/>
                </a:lnTo>
                <a:lnTo>
                  <a:pt x="143162" y="585662"/>
                </a:lnTo>
                <a:close/>
              </a:path>
            </a:pathLst>
          </a:custGeom>
          <a:solidFill>
            <a:srgbClr val="E2A65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104"/>
          <p:cNvSpPr/>
          <p:nvPr/>
        </p:nvSpPr>
        <p:spPr>
          <a:xfrm>
            <a:off x="7622047" y="4108681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0" y="52059"/>
                </a:moveTo>
                <a:lnTo>
                  <a:pt x="91103" y="0"/>
                </a:lnTo>
                <a:lnTo>
                  <a:pt x="104118" y="26029"/>
                </a:lnTo>
                <a:lnTo>
                  <a:pt x="13015" y="78088"/>
                </a:lnTo>
                <a:close/>
              </a:path>
            </a:pathLst>
          </a:custGeom>
          <a:solidFill>
            <a:srgbClr val="F6CF8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Kształt 105"/>
          <p:cNvSpPr/>
          <p:nvPr/>
        </p:nvSpPr>
        <p:spPr>
          <a:xfrm>
            <a:off x="7679312" y="3999357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0" y="52059"/>
                </a:moveTo>
                <a:lnTo>
                  <a:pt x="91103" y="0"/>
                </a:lnTo>
                <a:lnTo>
                  <a:pt x="104118" y="26029"/>
                </a:lnTo>
                <a:lnTo>
                  <a:pt x="13015" y="78088"/>
                </a:lnTo>
                <a:close/>
              </a:path>
            </a:pathLst>
          </a:custGeom>
          <a:solidFill>
            <a:srgbClr val="F6CF8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Kształt 106"/>
          <p:cNvSpPr/>
          <p:nvPr/>
        </p:nvSpPr>
        <p:spPr>
          <a:xfrm>
            <a:off x="7736577" y="3890034"/>
            <a:ext cx="104118" cy="78088"/>
          </a:xfrm>
          <a:custGeom>
            <a:avLst/>
            <a:gdLst/>
            <a:ahLst/>
            <a:cxnLst/>
            <a:rect l="0" t="0" r="r" b="b"/>
            <a:pathLst>
              <a:path w="104118" h="78088">
                <a:moveTo>
                  <a:pt x="0" y="52059"/>
                </a:moveTo>
                <a:lnTo>
                  <a:pt x="91103" y="0"/>
                </a:lnTo>
                <a:lnTo>
                  <a:pt x="104118" y="26029"/>
                </a:lnTo>
                <a:lnTo>
                  <a:pt x="13015" y="78088"/>
                </a:lnTo>
                <a:close/>
              </a:path>
            </a:pathLst>
          </a:custGeom>
          <a:solidFill>
            <a:srgbClr val="F6CF8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Kształt 107"/>
          <p:cNvSpPr/>
          <p:nvPr/>
        </p:nvSpPr>
        <p:spPr>
          <a:xfrm>
            <a:off x="7165230" y="3882225"/>
            <a:ext cx="247280" cy="416471"/>
          </a:xfrm>
          <a:custGeom>
            <a:avLst/>
            <a:gdLst/>
            <a:ahLst/>
            <a:cxnLst/>
            <a:rect l="0" t="0" r="r" b="b"/>
            <a:pathLst>
              <a:path w="247280" h="416471">
                <a:moveTo>
                  <a:pt x="169191" y="416471"/>
                </a:moveTo>
                <a:lnTo>
                  <a:pt x="0" y="0"/>
                </a:lnTo>
                <a:lnTo>
                  <a:pt x="104118" y="26029"/>
                </a:lnTo>
                <a:lnTo>
                  <a:pt x="247280" y="390442"/>
                </a:lnTo>
                <a:close/>
              </a:path>
            </a:pathLst>
          </a:custGeom>
          <a:solidFill>
            <a:srgbClr val="3F7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108"/>
          <p:cNvSpPr/>
          <p:nvPr/>
        </p:nvSpPr>
        <p:spPr>
          <a:xfrm>
            <a:off x="7347436" y="3804137"/>
            <a:ext cx="104118" cy="494559"/>
          </a:xfrm>
          <a:custGeom>
            <a:avLst/>
            <a:gdLst/>
            <a:ahLst/>
            <a:cxnLst/>
            <a:rect l="0" t="0" r="r" b="b"/>
            <a:pathLst>
              <a:path w="104118" h="494559">
                <a:moveTo>
                  <a:pt x="26029" y="494559"/>
                </a:moveTo>
                <a:lnTo>
                  <a:pt x="0" y="0"/>
                </a:lnTo>
                <a:lnTo>
                  <a:pt x="104118" y="39044"/>
                </a:lnTo>
                <a:lnTo>
                  <a:pt x="91103" y="481545"/>
                </a:lnTo>
                <a:close/>
              </a:path>
            </a:pathLst>
          </a:custGeom>
          <a:solidFill>
            <a:srgbClr val="5A9B4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109"/>
          <p:cNvSpPr/>
          <p:nvPr/>
        </p:nvSpPr>
        <p:spPr>
          <a:xfrm>
            <a:off x="7412510" y="3947299"/>
            <a:ext cx="195221" cy="351397"/>
          </a:xfrm>
          <a:custGeom>
            <a:avLst/>
            <a:gdLst/>
            <a:ahLst/>
            <a:cxnLst/>
            <a:rect l="0" t="0" r="r" b="b"/>
            <a:pathLst>
              <a:path w="195221" h="351397">
                <a:moveTo>
                  <a:pt x="0" y="351397"/>
                </a:moveTo>
                <a:lnTo>
                  <a:pt x="143162" y="0"/>
                </a:lnTo>
                <a:lnTo>
                  <a:pt x="195221" y="65074"/>
                </a:lnTo>
                <a:lnTo>
                  <a:pt x="52059" y="351397"/>
                </a:lnTo>
                <a:close/>
              </a:path>
            </a:pathLst>
          </a:custGeom>
          <a:solidFill>
            <a:srgbClr val="7CBB5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110"/>
          <p:cNvSpPr/>
          <p:nvPr/>
        </p:nvSpPr>
        <p:spPr>
          <a:xfrm>
            <a:off x="7841996" y="3882225"/>
            <a:ext cx="208236" cy="455515"/>
          </a:xfrm>
          <a:custGeom>
            <a:avLst/>
            <a:gdLst/>
            <a:ahLst/>
            <a:cxnLst/>
            <a:rect l="0" t="0" r="r" b="b"/>
            <a:pathLst>
              <a:path w="208236" h="455515">
                <a:moveTo>
                  <a:pt x="0" y="455515"/>
                </a:moveTo>
                <a:lnTo>
                  <a:pt x="0" y="91103"/>
                </a:lnTo>
                <a:lnTo>
                  <a:pt x="58566" y="0"/>
                </a:lnTo>
                <a:lnTo>
                  <a:pt x="149669" y="0"/>
                </a:lnTo>
                <a:lnTo>
                  <a:pt x="208236" y="91103"/>
                </a:lnTo>
                <a:lnTo>
                  <a:pt x="208236" y="4555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Kształt 111"/>
          <p:cNvSpPr/>
          <p:nvPr/>
        </p:nvSpPr>
        <p:spPr>
          <a:xfrm>
            <a:off x="7946114" y="3882225"/>
            <a:ext cx="104118" cy="455515"/>
          </a:xfrm>
          <a:custGeom>
            <a:avLst/>
            <a:gdLst/>
            <a:ahLst/>
            <a:cxnLst/>
            <a:rect l="0" t="0" r="r" b="b"/>
            <a:pathLst>
              <a:path w="104118" h="455515">
                <a:moveTo>
                  <a:pt x="0" y="0"/>
                </a:moveTo>
                <a:lnTo>
                  <a:pt x="45552" y="0"/>
                </a:lnTo>
                <a:lnTo>
                  <a:pt x="104118" y="91103"/>
                </a:lnTo>
                <a:lnTo>
                  <a:pt x="104118" y="455515"/>
                </a:lnTo>
                <a:lnTo>
                  <a:pt x="0" y="455515"/>
                </a:lnTo>
                <a:close/>
              </a:path>
            </a:pathLst>
          </a:custGeom>
          <a:solidFill>
            <a:srgbClr val="EEF1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112"/>
          <p:cNvSpPr/>
          <p:nvPr/>
        </p:nvSpPr>
        <p:spPr>
          <a:xfrm>
            <a:off x="7887547" y="3804137"/>
            <a:ext cx="117132" cy="78088"/>
          </a:xfrm>
          <a:custGeom>
            <a:avLst/>
            <a:gdLst/>
            <a:ahLst/>
            <a:cxnLst/>
            <a:rect l="0" t="0" r="r" b="b"/>
            <a:pathLst>
              <a:path w="117132" h="78088">
                <a:moveTo>
                  <a:pt x="0" y="0"/>
                </a:moveTo>
                <a:lnTo>
                  <a:pt x="117132" y="0"/>
                </a:lnTo>
                <a:lnTo>
                  <a:pt x="110625" y="78088"/>
                </a:lnTo>
                <a:lnTo>
                  <a:pt x="6507" y="78088"/>
                </a:lnTo>
                <a:close/>
              </a:path>
            </a:pathLst>
          </a:custGeom>
          <a:solidFill>
            <a:srgbClr val="3A8FC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113"/>
          <p:cNvSpPr/>
          <p:nvPr/>
        </p:nvSpPr>
        <p:spPr>
          <a:xfrm>
            <a:off x="7841996" y="4090461"/>
            <a:ext cx="208236" cy="130147"/>
          </a:xfrm>
          <a:custGeom>
            <a:avLst/>
            <a:gdLst/>
            <a:ahLst/>
            <a:cxnLst/>
            <a:rect l="0" t="0" r="r" b="b"/>
            <a:pathLst>
              <a:path w="208236" h="130147">
                <a:moveTo>
                  <a:pt x="0" y="0"/>
                </a:moveTo>
                <a:lnTo>
                  <a:pt x="208236" y="0"/>
                </a:lnTo>
                <a:lnTo>
                  <a:pt x="208236" y="130147"/>
                </a:lnTo>
                <a:lnTo>
                  <a:pt x="0" y="130147"/>
                </a:lnTo>
                <a:close/>
              </a:path>
            </a:pathLst>
          </a:custGeom>
          <a:solidFill>
            <a:srgbClr val="CFE3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114"/>
          <p:cNvSpPr/>
          <p:nvPr/>
        </p:nvSpPr>
        <p:spPr>
          <a:xfrm>
            <a:off x="8076261" y="4259652"/>
            <a:ext cx="234265" cy="832942"/>
          </a:xfrm>
          <a:custGeom>
            <a:avLst/>
            <a:gdLst/>
            <a:ahLst/>
            <a:cxnLst/>
            <a:rect l="0" t="0" r="r" b="b"/>
            <a:pathLst>
              <a:path w="234265" h="832942">
                <a:moveTo>
                  <a:pt x="0" y="0"/>
                </a:moveTo>
                <a:lnTo>
                  <a:pt x="208236" y="78088"/>
                </a:lnTo>
                <a:lnTo>
                  <a:pt x="234265" y="754854"/>
                </a:lnTo>
                <a:lnTo>
                  <a:pt x="52059" y="832942"/>
                </a:lnTo>
                <a:close/>
              </a:path>
            </a:pathLst>
          </a:custGeom>
          <a:solidFill>
            <a:srgbClr val="9C643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115"/>
          <p:cNvSpPr/>
          <p:nvPr/>
        </p:nvSpPr>
        <p:spPr>
          <a:xfrm>
            <a:off x="7204274" y="4259652"/>
            <a:ext cx="924045" cy="832942"/>
          </a:xfrm>
          <a:custGeom>
            <a:avLst/>
            <a:gdLst/>
            <a:ahLst/>
            <a:cxnLst/>
            <a:rect l="0" t="0" r="r" b="b"/>
            <a:pathLst>
              <a:path w="924045" h="832942">
                <a:moveTo>
                  <a:pt x="52059" y="0"/>
                </a:moveTo>
                <a:lnTo>
                  <a:pt x="871986" y="0"/>
                </a:lnTo>
                <a:lnTo>
                  <a:pt x="924045" y="832942"/>
                </a:lnTo>
                <a:lnTo>
                  <a:pt x="0" y="832942"/>
                </a:lnTo>
                <a:close/>
              </a:path>
            </a:pathLst>
          </a:custGeom>
          <a:solidFill>
            <a:srgbClr val="C892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116"/>
          <p:cNvSpPr/>
          <p:nvPr/>
        </p:nvSpPr>
        <p:spPr>
          <a:xfrm>
            <a:off x="7249826" y="4259652"/>
            <a:ext cx="832942" cy="91103"/>
          </a:xfrm>
          <a:custGeom>
            <a:avLst/>
            <a:gdLst/>
            <a:ahLst/>
            <a:cxnLst/>
            <a:rect l="0" t="0" r="r" b="b"/>
            <a:pathLst>
              <a:path w="832942" h="91103">
                <a:moveTo>
                  <a:pt x="6507" y="0"/>
                </a:moveTo>
                <a:lnTo>
                  <a:pt x="826435" y="0"/>
                </a:lnTo>
                <a:lnTo>
                  <a:pt x="832942" y="91103"/>
                </a:lnTo>
                <a:lnTo>
                  <a:pt x="0" y="91103"/>
                </a:lnTo>
                <a:close/>
              </a:path>
            </a:pathLst>
          </a:custGeom>
          <a:solidFill>
            <a:srgbClr val="D8A7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117"/>
          <p:cNvSpPr/>
          <p:nvPr/>
        </p:nvSpPr>
        <p:spPr>
          <a:xfrm>
            <a:off x="7230304" y="4728182"/>
            <a:ext cx="871986" cy="19522"/>
          </a:xfrm>
          <a:custGeom>
            <a:avLst/>
            <a:gdLst/>
            <a:ahLst/>
            <a:cxnLst/>
            <a:rect l="0" t="0" r="r" b="b"/>
            <a:pathLst>
              <a:path w="871986" h="19522">
                <a:moveTo>
                  <a:pt x="0" y="0"/>
                </a:moveTo>
                <a:lnTo>
                  <a:pt x="871986" y="0"/>
                </a:lnTo>
                <a:lnTo>
                  <a:pt x="871986" y="19522"/>
                </a:lnTo>
                <a:lnTo>
                  <a:pt x="0" y="19522"/>
                </a:lnTo>
                <a:close/>
              </a:path>
            </a:pathLst>
          </a:custGeom>
          <a:solidFill>
            <a:srgbClr val="B47F4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118"/>
          <p:cNvSpPr/>
          <p:nvPr/>
        </p:nvSpPr>
        <p:spPr>
          <a:xfrm>
            <a:off x="8594897" y="4962447"/>
            <a:ext cx="106070" cy="91754"/>
          </a:xfrm>
          <a:custGeom>
            <a:avLst/>
            <a:gdLst/>
            <a:ahLst/>
            <a:cxnLst/>
            <a:rect l="0" t="0" r="r" b="b"/>
            <a:pathLst>
              <a:path w="106070" h="91754">
                <a:moveTo>
                  <a:pt x="106070" y="0"/>
                </a:moveTo>
                <a:lnTo>
                  <a:pt x="73533" y="91754"/>
                </a:lnTo>
                <a:lnTo>
                  <a:pt x="0" y="37743"/>
                </a:lnTo>
                <a:close/>
              </a:path>
            </a:pathLst>
          </a:custGeom>
          <a:solidFill>
            <a:srgbClr val="9F191F"/>
          </a:solidFill>
          <a:ln w="3904">
            <a:solidFill>
              <a:srgbClr val="9F191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119"/>
          <p:cNvSpPr/>
          <p:nvPr/>
        </p:nvSpPr>
        <p:spPr>
          <a:xfrm>
            <a:off x="8594897" y="4948781"/>
            <a:ext cx="106070" cy="51408"/>
          </a:xfrm>
          <a:custGeom>
            <a:avLst/>
            <a:gdLst/>
            <a:ahLst/>
            <a:cxnLst/>
            <a:rect l="0" t="0" r="r" b="b"/>
            <a:pathLst>
              <a:path w="106070" h="51408">
                <a:moveTo>
                  <a:pt x="106070" y="13665"/>
                </a:moveTo>
                <a:lnTo>
                  <a:pt x="0" y="51408"/>
                </a:lnTo>
                <a:lnTo>
                  <a:pt x="18221" y="0"/>
                </a:lnTo>
                <a:close/>
              </a:path>
            </a:pathLst>
          </a:custGeom>
          <a:solidFill>
            <a:srgbClr val="CC2728"/>
          </a:solidFill>
          <a:ln w="3904">
            <a:solidFill>
              <a:srgbClr val="CC272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120"/>
          <p:cNvSpPr/>
          <p:nvPr/>
        </p:nvSpPr>
        <p:spPr>
          <a:xfrm>
            <a:off x="8501191" y="4931212"/>
            <a:ext cx="111927" cy="68978"/>
          </a:xfrm>
          <a:custGeom>
            <a:avLst/>
            <a:gdLst/>
            <a:ahLst/>
            <a:cxnLst/>
            <a:rect l="0" t="0" r="r" b="b"/>
            <a:pathLst>
              <a:path w="111927" h="68978">
                <a:moveTo>
                  <a:pt x="0" y="0"/>
                </a:moveTo>
                <a:lnTo>
                  <a:pt x="111927" y="17570"/>
                </a:lnTo>
                <a:lnTo>
                  <a:pt x="93706" y="68978"/>
                </a:lnTo>
                <a:close/>
              </a:path>
            </a:pathLst>
          </a:custGeom>
          <a:solidFill>
            <a:srgbClr val="D92B2B"/>
          </a:solidFill>
          <a:ln w="3904">
            <a:solidFill>
              <a:srgbClr val="D92B2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121"/>
          <p:cNvSpPr/>
          <p:nvPr/>
        </p:nvSpPr>
        <p:spPr>
          <a:xfrm>
            <a:off x="8547394" y="5032076"/>
            <a:ext cx="121037" cy="78739"/>
          </a:xfrm>
          <a:custGeom>
            <a:avLst/>
            <a:gdLst/>
            <a:ahLst/>
            <a:cxnLst/>
            <a:rect l="0" t="0" r="r" b="b"/>
            <a:pathLst>
              <a:path w="121037" h="78739">
                <a:moveTo>
                  <a:pt x="121037" y="22125"/>
                </a:moveTo>
                <a:lnTo>
                  <a:pt x="36441" y="78739"/>
                </a:lnTo>
                <a:lnTo>
                  <a:pt x="0" y="0"/>
                </a:lnTo>
                <a:close/>
              </a:path>
            </a:pathLst>
          </a:custGeom>
          <a:solidFill>
            <a:srgbClr val="A11A1F"/>
          </a:solidFill>
          <a:ln w="3904">
            <a:solidFill>
              <a:srgbClr val="A11A1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122"/>
          <p:cNvSpPr/>
          <p:nvPr/>
        </p:nvSpPr>
        <p:spPr>
          <a:xfrm>
            <a:off x="8547394" y="5000190"/>
            <a:ext cx="121037" cy="54011"/>
          </a:xfrm>
          <a:custGeom>
            <a:avLst/>
            <a:gdLst/>
            <a:ahLst/>
            <a:cxnLst/>
            <a:rect l="0" t="0" r="r" b="b"/>
            <a:pathLst>
              <a:path w="121037" h="54011">
                <a:moveTo>
                  <a:pt x="121037" y="54011"/>
                </a:moveTo>
                <a:lnTo>
                  <a:pt x="0" y="31886"/>
                </a:lnTo>
                <a:lnTo>
                  <a:pt x="47504" y="0"/>
                </a:lnTo>
                <a:close/>
              </a:path>
            </a:pathLst>
          </a:custGeom>
          <a:solidFill>
            <a:srgbClr val="A41B20"/>
          </a:solidFill>
          <a:ln w="3904">
            <a:solidFill>
              <a:srgbClr val="A41B2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123"/>
          <p:cNvSpPr/>
          <p:nvPr/>
        </p:nvSpPr>
        <p:spPr>
          <a:xfrm>
            <a:off x="8501191" y="4931212"/>
            <a:ext cx="93706" cy="100864"/>
          </a:xfrm>
          <a:custGeom>
            <a:avLst/>
            <a:gdLst/>
            <a:ahLst/>
            <a:cxnLst/>
            <a:rect l="0" t="0" r="r" b="b"/>
            <a:pathLst>
              <a:path w="93706" h="100864">
                <a:moveTo>
                  <a:pt x="0" y="0"/>
                </a:moveTo>
                <a:lnTo>
                  <a:pt x="93706" y="68978"/>
                </a:lnTo>
                <a:lnTo>
                  <a:pt x="46202" y="100864"/>
                </a:lnTo>
                <a:close/>
              </a:path>
            </a:pathLst>
          </a:custGeom>
          <a:solidFill>
            <a:srgbClr val="E22D2D"/>
          </a:solidFill>
          <a:ln w="3904">
            <a:solidFill>
              <a:srgbClr val="E22D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124"/>
          <p:cNvSpPr/>
          <p:nvPr/>
        </p:nvSpPr>
        <p:spPr>
          <a:xfrm>
            <a:off x="8479717" y="5032076"/>
            <a:ext cx="104118" cy="78739"/>
          </a:xfrm>
          <a:custGeom>
            <a:avLst/>
            <a:gdLst/>
            <a:ahLst/>
            <a:cxnLst/>
            <a:rect l="0" t="0" r="r" b="b"/>
            <a:pathLst>
              <a:path w="104118" h="78739">
                <a:moveTo>
                  <a:pt x="104118" y="78739"/>
                </a:moveTo>
                <a:lnTo>
                  <a:pt x="0" y="78739"/>
                </a:lnTo>
                <a:lnTo>
                  <a:pt x="9110" y="0"/>
                </a:lnTo>
                <a:close/>
              </a:path>
            </a:pathLst>
          </a:custGeom>
          <a:solidFill>
            <a:srgbClr val="A21A20"/>
          </a:solidFill>
          <a:ln w="3904">
            <a:solidFill>
              <a:srgbClr val="A21A2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125"/>
          <p:cNvSpPr/>
          <p:nvPr/>
        </p:nvSpPr>
        <p:spPr>
          <a:xfrm>
            <a:off x="8488827" y="5032076"/>
            <a:ext cx="95007" cy="78739"/>
          </a:xfrm>
          <a:custGeom>
            <a:avLst/>
            <a:gdLst/>
            <a:ahLst/>
            <a:cxnLst/>
            <a:rect l="0" t="0" r="r" b="b"/>
            <a:pathLst>
              <a:path w="95007" h="78739">
                <a:moveTo>
                  <a:pt x="95007" y="78739"/>
                </a:moveTo>
                <a:lnTo>
                  <a:pt x="0" y="0"/>
                </a:lnTo>
                <a:lnTo>
                  <a:pt x="58566" y="0"/>
                </a:lnTo>
                <a:close/>
              </a:path>
            </a:pathLst>
          </a:custGeom>
          <a:solidFill>
            <a:srgbClr val="BB2225"/>
          </a:solidFill>
          <a:ln w="3904">
            <a:solidFill>
              <a:srgbClr val="BB222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126"/>
          <p:cNvSpPr/>
          <p:nvPr/>
        </p:nvSpPr>
        <p:spPr>
          <a:xfrm>
            <a:off x="8488827" y="4931212"/>
            <a:ext cx="58566" cy="100864"/>
          </a:xfrm>
          <a:custGeom>
            <a:avLst/>
            <a:gdLst/>
            <a:ahLst/>
            <a:cxnLst/>
            <a:rect l="0" t="0" r="r" b="b"/>
            <a:pathLst>
              <a:path w="58566" h="100864">
                <a:moveTo>
                  <a:pt x="12364" y="0"/>
                </a:moveTo>
                <a:lnTo>
                  <a:pt x="58566" y="100864"/>
                </a:lnTo>
                <a:lnTo>
                  <a:pt x="0" y="100864"/>
                </a:lnTo>
                <a:close/>
              </a:path>
            </a:pathLst>
          </a:custGeom>
          <a:solidFill>
            <a:srgbClr val="D72A2A"/>
          </a:solidFill>
          <a:ln w="3904">
            <a:solidFill>
              <a:srgbClr val="D72A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127"/>
          <p:cNvSpPr/>
          <p:nvPr/>
        </p:nvSpPr>
        <p:spPr>
          <a:xfrm>
            <a:off x="8395121" y="5000190"/>
            <a:ext cx="84596" cy="110625"/>
          </a:xfrm>
          <a:custGeom>
            <a:avLst/>
            <a:gdLst/>
            <a:ahLst/>
            <a:cxnLst/>
            <a:rect l="0" t="0" r="r" b="b"/>
            <a:pathLst>
              <a:path w="84596" h="110625">
                <a:moveTo>
                  <a:pt x="84596" y="110625"/>
                </a:moveTo>
                <a:lnTo>
                  <a:pt x="0" y="54011"/>
                </a:lnTo>
                <a:lnTo>
                  <a:pt x="46853" y="0"/>
                </a:lnTo>
                <a:close/>
              </a:path>
            </a:pathLst>
          </a:custGeom>
          <a:solidFill>
            <a:srgbClr val="E22D2D"/>
          </a:solidFill>
          <a:ln w="3904">
            <a:solidFill>
              <a:srgbClr val="E22D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128"/>
          <p:cNvSpPr/>
          <p:nvPr/>
        </p:nvSpPr>
        <p:spPr>
          <a:xfrm>
            <a:off x="8441974" y="5000190"/>
            <a:ext cx="46853" cy="110625"/>
          </a:xfrm>
          <a:custGeom>
            <a:avLst/>
            <a:gdLst/>
            <a:ahLst/>
            <a:cxnLst/>
            <a:rect l="0" t="0" r="r" b="b"/>
            <a:pathLst>
              <a:path w="46853" h="110625">
                <a:moveTo>
                  <a:pt x="37743" y="110625"/>
                </a:moveTo>
                <a:lnTo>
                  <a:pt x="0" y="0"/>
                </a:lnTo>
                <a:lnTo>
                  <a:pt x="46853" y="31886"/>
                </a:lnTo>
                <a:close/>
              </a:path>
            </a:pathLst>
          </a:custGeom>
          <a:solidFill>
            <a:srgbClr val="C92628"/>
          </a:solidFill>
          <a:ln w="3904">
            <a:solidFill>
              <a:srgbClr val="C9262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129"/>
          <p:cNvSpPr/>
          <p:nvPr/>
        </p:nvSpPr>
        <p:spPr>
          <a:xfrm>
            <a:off x="8441974" y="4931212"/>
            <a:ext cx="59217" cy="100864"/>
          </a:xfrm>
          <a:custGeom>
            <a:avLst/>
            <a:gdLst/>
            <a:ahLst/>
            <a:cxnLst/>
            <a:rect l="0" t="0" r="r" b="b"/>
            <a:pathLst>
              <a:path w="59217" h="100864">
                <a:moveTo>
                  <a:pt x="59217" y="0"/>
                </a:moveTo>
                <a:lnTo>
                  <a:pt x="46853" y="100864"/>
                </a:lnTo>
                <a:lnTo>
                  <a:pt x="0" y="68978"/>
                </a:lnTo>
                <a:close/>
              </a:path>
            </a:pathLst>
          </a:custGeom>
          <a:solidFill>
            <a:srgbClr val="F13A36"/>
          </a:solidFill>
          <a:ln w="3904">
            <a:solidFill>
              <a:srgbClr val="F13A3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130"/>
          <p:cNvSpPr/>
          <p:nvPr/>
        </p:nvSpPr>
        <p:spPr>
          <a:xfrm>
            <a:off x="8362585" y="4948781"/>
            <a:ext cx="61169" cy="105419"/>
          </a:xfrm>
          <a:custGeom>
            <a:avLst/>
            <a:gdLst/>
            <a:ahLst/>
            <a:cxnLst/>
            <a:rect l="0" t="0" r="r" b="b"/>
            <a:pathLst>
              <a:path w="61169" h="105419">
                <a:moveTo>
                  <a:pt x="32537" y="105419"/>
                </a:moveTo>
                <a:lnTo>
                  <a:pt x="0" y="13665"/>
                </a:lnTo>
                <a:lnTo>
                  <a:pt x="61169" y="0"/>
                </a:lnTo>
                <a:close/>
              </a:path>
            </a:pathLst>
          </a:custGeom>
          <a:solidFill>
            <a:srgbClr val="F3423D"/>
          </a:solidFill>
          <a:ln w="3904">
            <a:solidFill>
              <a:srgbClr val="F3423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131"/>
          <p:cNvSpPr/>
          <p:nvPr/>
        </p:nvSpPr>
        <p:spPr>
          <a:xfrm>
            <a:off x="8395121" y="4948781"/>
            <a:ext cx="46853" cy="105419"/>
          </a:xfrm>
          <a:custGeom>
            <a:avLst/>
            <a:gdLst/>
            <a:ahLst/>
            <a:cxnLst/>
            <a:rect l="0" t="0" r="r" b="b"/>
            <a:pathLst>
              <a:path w="46853" h="105419">
                <a:moveTo>
                  <a:pt x="0" y="105419"/>
                </a:moveTo>
                <a:lnTo>
                  <a:pt x="28632" y="0"/>
                </a:lnTo>
                <a:lnTo>
                  <a:pt x="46853" y="51408"/>
                </a:lnTo>
                <a:close/>
              </a:path>
            </a:pathLst>
          </a:custGeom>
          <a:solidFill>
            <a:srgbClr val="F3423D"/>
          </a:solidFill>
          <a:ln w="3904">
            <a:solidFill>
              <a:srgbClr val="F3423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132"/>
          <p:cNvSpPr/>
          <p:nvPr/>
        </p:nvSpPr>
        <p:spPr>
          <a:xfrm>
            <a:off x="8423754" y="4931212"/>
            <a:ext cx="77438" cy="68978"/>
          </a:xfrm>
          <a:custGeom>
            <a:avLst/>
            <a:gdLst/>
            <a:ahLst/>
            <a:cxnLst/>
            <a:rect l="0" t="0" r="r" b="b"/>
            <a:pathLst>
              <a:path w="77438" h="68978">
                <a:moveTo>
                  <a:pt x="77438" y="0"/>
                </a:moveTo>
                <a:lnTo>
                  <a:pt x="18221" y="68978"/>
                </a:lnTo>
                <a:lnTo>
                  <a:pt x="0" y="17570"/>
                </a:lnTo>
                <a:close/>
              </a:path>
            </a:pathLst>
          </a:custGeom>
          <a:solidFill>
            <a:srgbClr val="F23E3A"/>
          </a:solidFill>
          <a:ln w="3904">
            <a:solidFill>
              <a:srgbClr val="F23E3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133"/>
          <p:cNvSpPr/>
          <p:nvPr/>
        </p:nvSpPr>
        <p:spPr>
          <a:xfrm>
            <a:off x="8362585" y="4870693"/>
            <a:ext cx="79390" cy="91754"/>
          </a:xfrm>
          <a:custGeom>
            <a:avLst/>
            <a:gdLst/>
            <a:ahLst/>
            <a:cxnLst/>
            <a:rect l="0" t="0" r="r" b="b"/>
            <a:pathLst>
              <a:path w="79390" h="91754">
                <a:moveTo>
                  <a:pt x="0" y="91754"/>
                </a:moveTo>
                <a:lnTo>
                  <a:pt x="32537" y="0"/>
                </a:lnTo>
                <a:lnTo>
                  <a:pt x="79390" y="26680"/>
                </a:lnTo>
                <a:close/>
              </a:path>
            </a:pathLst>
          </a:custGeom>
          <a:solidFill>
            <a:srgbClr val="FF6A5D"/>
          </a:solidFill>
          <a:ln w="3904">
            <a:solidFill>
              <a:srgbClr val="FF6A5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Kształt 134"/>
          <p:cNvSpPr/>
          <p:nvPr/>
        </p:nvSpPr>
        <p:spPr>
          <a:xfrm>
            <a:off x="8362585" y="4897373"/>
            <a:ext cx="79390" cy="65074"/>
          </a:xfrm>
          <a:custGeom>
            <a:avLst/>
            <a:gdLst/>
            <a:ahLst/>
            <a:cxnLst/>
            <a:rect l="0" t="0" r="r" b="b"/>
            <a:pathLst>
              <a:path w="79390" h="65074">
                <a:moveTo>
                  <a:pt x="0" y="65074"/>
                </a:moveTo>
                <a:lnTo>
                  <a:pt x="79390" y="0"/>
                </a:lnTo>
                <a:lnTo>
                  <a:pt x="61169" y="51408"/>
                </a:lnTo>
                <a:close/>
              </a:path>
            </a:pathLst>
          </a:custGeom>
          <a:solidFill>
            <a:srgbClr val="F8524A"/>
          </a:solidFill>
          <a:ln w="3904">
            <a:solidFill>
              <a:srgbClr val="F8524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Kształt 135"/>
          <p:cNvSpPr/>
          <p:nvPr/>
        </p:nvSpPr>
        <p:spPr>
          <a:xfrm>
            <a:off x="8423754" y="4897373"/>
            <a:ext cx="77438" cy="51408"/>
          </a:xfrm>
          <a:custGeom>
            <a:avLst/>
            <a:gdLst/>
            <a:ahLst/>
            <a:cxnLst/>
            <a:rect l="0" t="0" r="r" b="b"/>
            <a:pathLst>
              <a:path w="77438" h="51408">
                <a:moveTo>
                  <a:pt x="77438" y="33838"/>
                </a:moveTo>
                <a:lnTo>
                  <a:pt x="0" y="51408"/>
                </a:lnTo>
                <a:lnTo>
                  <a:pt x="18221" y="0"/>
                </a:lnTo>
                <a:close/>
              </a:path>
            </a:pathLst>
          </a:custGeom>
          <a:solidFill>
            <a:srgbClr val="F9574E"/>
          </a:solidFill>
          <a:ln w="3904">
            <a:solidFill>
              <a:srgbClr val="F9574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Kształt 136"/>
          <p:cNvSpPr/>
          <p:nvPr/>
        </p:nvSpPr>
        <p:spPr>
          <a:xfrm>
            <a:off x="8395121" y="4814079"/>
            <a:ext cx="93706" cy="56614"/>
          </a:xfrm>
          <a:custGeom>
            <a:avLst/>
            <a:gdLst/>
            <a:ahLst/>
            <a:cxnLst/>
            <a:rect l="0" t="0" r="r" b="b"/>
            <a:pathLst>
              <a:path w="93706" h="56614">
                <a:moveTo>
                  <a:pt x="0" y="56614"/>
                </a:moveTo>
                <a:lnTo>
                  <a:pt x="84596" y="0"/>
                </a:lnTo>
                <a:lnTo>
                  <a:pt x="93706" y="51408"/>
                </a:lnTo>
                <a:close/>
              </a:path>
            </a:pathLst>
          </a:custGeom>
          <a:solidFill>
            <a:srgbClr val="FE695C"/>
          </a:solidFill>
          <a:ln w="3904">
            <a:solidFill>
              <a:srgbClr val="FE695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Kształt 137"/>
          <p:cNvSpPr/>
          <p:nvPr/>
        </p:nvSpPr>
        <p:spPr>
          <a:xfrm>
            <a:off x="8395121" y="4865487"/>
            <a:ext cx="93706" cy="31886"/>
          </a:xfrm>
          <a:custGeom>
            <a:avLst/>
            <a:gdLst/>
            <a:ahLst/>
            <a:cxnLst/>
            <a:rect l="0" t="0" r="r" b="b"/>
            <a:pathLst>
              <a:path w="93706" h="31886">
                <a:moveTo>
                  <a:pt x="0" y="5206"/>
                </a:moveTo>
                <a:lnTo>
                  <a:pt x="93706" y="0"/>
                </a:lnTo>
                <a:lnTo>
                  <a:pt x="46853" y="31886"/>
                </a:lnTo>
                <a:close/>
              </a:path>
            </a:pathLst>
          </a:custGeom>
          <a:solidFill>
            <a:srgbClr val="FF6B5E"/>
          </a:solidFill>
          <a:ln w="3904">
            <a:solidFill>
              <a:srgbClr val="FF6B5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ształt 138"/>
          <p:cNvSpPr/>
          <p:nvPr/>
        </p:nvSpPr>
        <p:spPr>
          <a:xfrm>
            <a:off x="8441974" y="4865487"/>
            <a:ext cx="59217" cy="65724"/>
          </a:xfrm>
          <a:custGeom>
            <a:avLst/>
            <a:gdLst/>
            <a:ahLst/>
            <a:cxnLst/>
            <a:rect l="0" t="0" r="r" b="b"/>
            <a:pathLst>
              <a:path w="59217" h="65724">
                <a:moveTo>
                  <a:pt x="59217" y="65724"/>
                </a:moveTo>
                <a:lnTo>
                  <a:pt x="0" y="31886"/>
                </a:lnTo>
                <a:lnTo>
                  <a:pt x="46853" y="0"/>
                </a:lnTo>
                <a:close/>
              </a:path>
            </a:pathLst>
          </a:custGeom>
          <a:solidFill>
            <a:srgbClr val="F75149"/>
          </a:solidFill>
          <a:ln w="3904">
            <a:solidFill>
              <a:srgbClr val="F7514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Kształt 139"/>
          <p:cNvSpPr/>
          <p:nvPr/>
        </p:nvSpPr>
        <p:spPr>
          <a:xfrm>
            <a:off x="8479717" y="4814079"/>
            <a:ext cx="104118" cy="51408"/>
          </a:xfrm>
          <a:custGeom>
            <a:avLst/>
            <a:gdLst/>
            <a:ahLst/>
            <a:cxnLst/>
            <a:rect l="0" t="0" r="r" b="b"/>
            <a:pathLst>
              <a:path w="104118" h="51408">
                <a:moveTo>
                  <a:pt x="0" y="0"/>
                </a:moveTo>
                <a:lnTo>
                  <a:pt x="104118" y="0"/>
                </a:lnTo>
                <a:lnTo>
                  <a:pt x="67677" y="51408"/>
                </a:lnTo>
                <a:close/>
              </a:path>
            </a:pathLst>
          </a:custGeom>
          <a:solidFill>
            <a:srgbClr val="FE685C"/>
          </a:solidFill>
          <a:ln w="3904">
            <a:solidFill>
              <a:srgbClr val="FE685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Kształt 140"/>
          <p:cNvSpPr/>
          <p:nvPr/>
        </p:nvSpPr>
        <p:spPr>
          <a:xfrm>
            <a:off x="8479717" y="4814079"/>
            <a:ext cx="67677" cy="51408"/>
          </a:xfrm>
          <a:custGeom>
            <a:avLst/>
            <a:gdLst/>
            <a:ahLst/>
            <a:cxnLst/>
            <a:rect l="0" t="0" r="r" b="b"/>
            <a:pathLst>
              <a:path w="67677" h="51408">
                <a:moveTo>
                  <a:pt x="0" y="0"/>
                </a:moveTo>
                <a:lnTo>
                  <a:pt x="67677" y="51408"/>
                </a:lnTo>
                <a:lnTo>
                  <a:pt x="9110" y="51408"/>
                </a:lnTo>
                <a:close/>
              </a:path>
            </a:pathLst>
          </a:custGeom>
          <a:solidFill>
            <a:srgbClr val="FB5D53"/>
          </a:solidFill>
          <a:ln w="3904">
            <a:solidFill>
              <a:srgbClr val="FB5D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Kształt 141"/>
          <p:cNvSpPr/>
          <p:nvPr/>
        </p:nvSpPr>
        <p:spPr>
          <a:xfrm>
            <a:off x="8488827" y="4865487"/>
            <a:ext cx="58566" cy="65724"/>
          </a:xfrm>
          <a:custGeom>
            <a:avLst/>
            <a:gdLst/>
            <a:ahLst/>
            <a:cxnLst/>
            <a:rect l="0" t="0" r="r" b="b"/>
            <a:pathLst>
              <a:path w="58566" h="65724">
                <a:moveTo>
                  <a:pt x="12364" y="65724"/>
                </a:moveTo>
                <a:lnTo>
                  <a:pt x="0" y="0"/>
                </a:lnTo>
                <a:lnTo>
                  <a:pt x="58566" y="0"/>
                </a:lnTo>
                <a:close/>
              </a:path>
            </a:pathLst>
          </a:custGeom>
          <a:solidFill>
            <a:srgbClr val="F9584F"/>
          </a:solidFill>
          <a:ln w="3904">
            <a:solidFill>
              <a:srgbClr val="F9584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Kształt 142"/>
          <p:cNvSpPr/>
          <p:nvPr/>
        </p:nvSpPr>
        <p:spPr>
          <a:xfrm>
            <a:off x="8583835" y="4814079"/>
            <a:ext cx="84596" cy="83294"/>
          </a:xfrm>
          <a:custGeom>
            <a:avLst/>
            <a:gdLst/>
            <a:ahLst/>
            <a:cxnLst/>
            <a:rect l="0" t="0" r="r" b="b"/>
            <a:pathLst>
              <a:path w="84596" h="83294">
                <a:moveTo>
                  <a:pt x="0" y="0"/>
                </a:moveTo>
                <a:lnTo>
                  <a:pt x="84596" y="56614"/>
                </a:lnTo>
                <a:lnTo>
                  <a:pt x="11063" y="83294"/>
                </a:lnTo>
                <a:close/>
              </a:path>
            </a:pathLst>
          </a:custGeom>
          <a:solidFill>
            <a:srgbClr val="F23F3A"/>
          </a:solidFill>
          <a:ln w="3904">
            <a:solidFill>
              <a:srgbClr val="F23F3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Kształt 143"/>
          <p:cNvSpPr/>
          <p:nvPr/>
        </p:nvSpPr>
        <p:spPr>
          <a:xfrm>
            <a:off x="8547394" y="4814079"/>
            <a:ext cx="47504" cy="83294"/>
          </a:xfrm>
          <a:custGeom>
            <a:avLst/>
            <a:gdLst/>
            <a:ahLst/>
            <a:cxnLst/>
            <a:rect l="0" t="0" r="r" b="b"/>
            <a:pathLst>
              <a:path w="47504" h="83294">
                <a:moveTo>
                  <a:pt x="36441" y="0"/>
                </a:moveTo>
                <a:lnTo>
                  <a:pt x="47504" y="83294"/>
                </a:lnTo>
                <a:lnTo>
                  <a:pt x="0" y="51408"/>
                </a:lnTo>
                <a:close/>
              </a:path>
            </a:pathLst>
          </a:custGeom>
          <a:solidFill>
            <a:srgbClr val="F8544C"/>
          </a:solidFill>
          <a:ln w="3904">
            <a:solidFill>
              <a:srgbClr val="F8544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Kształt 144"/>
          <p:cNvSpPr/>
          <p:nvPr/>
        </p:nvSpPr>
        <p:spPr>
          <a:xfrm>
            <a:off x="8501191" y="4865487"/>
            <a:ext cx="93706" cy="65724"/>
          </a:xfrm>
          <a:custGeom>
            <a:avLst/>
            <a:gdLst/>
            <a:ahLst/>
            <a:cxnLst/>
            <a:rect l="0" t="0" r="r" b="b"/>
            <a:pathLst>
              <a:path w="93706" h="65724">
                <a:moveTo>
                  <a:pt x="0" y="65724"/>
                </a:moveTo>
                <a:lnTo>
                  <a:pt x="46202" y="0"/>
                </a:lnTo>
                <a:lnTo>
                  <a:pt x="93706" y="31886"/>
                </a:lnTo>
                <a:close/>
              </a:path>
            </a:pathLst>
          </a:custGeom>
          <a:solidFill>
            <a:srgbClr val="F2403B"/>
          </a:solidFill>
          <a:ln w="3904">
            <a:solidFill>
              <a:srgbClr val="F240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Kształt 145"/>
          <p:cNvSpPr/>
          <p:nvPr/>
        </p:nvSpPr>
        <p:spPr>
          <a:xfrm>
            <a:off x="8613118" y="4870693"/>
            <a:ext cx="87849" cy="91754"/>
          </a:xfrm>
          <a:custGeom>
            <a:avLst/>
            <a:gdLst/>
            <a:ahLst/>
            <a:cxnLst/>
            <a:rect l="0" t="0" r="r" b="b"/>
            <a:pathLst>
              <a:path w="87849" h="91754">
                <a:moveTo>
                  <a:pt x="55313" y="0"/>
                </a:moveTo>
                <a:lnTo>
                  <a:pt x="87849" y="91754"/>
                </a:lnTo>
                <a:lnTo>
                  <a:pt x="0" y="78088"/>
                </a:lnTo>
                <a:close/>
              </a:path>
            </a:pathLst>
          </a:custGeom>
          <a:solidFill>
            <a:srgbClr val="DD2C2C"/>
          </a:solidFill>
          <a:ln w="3904">
            <a:solidFill>
              <a:srgbClr val="DD2C2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146"/>
          <p:cNvSpPr/>
          <p:nvPr/>
        </p:nvSpPr>
        <p:spPr>
          <a:xfrm>
            <a:off x="8594897" y="4870693"/>
            <a:ext cx="73533" cy="78088"/>
          </a:xfrm>
          <a:custGeom>
            <a:avLst/>
            <a:gdLst/>
            <a:ahLst/>
            <a:cxnLst/>
            <a:rect l="0" t="0" r="r" b="b"/>
            <a:pathLst>
              <a:path w="73533" h="78088">
                <a:moveTo>
                  <a:pt x="73533" y="0"/>
                </a:moveTo>
                <a:lnTo>
                  <a:pt x="18221" y="78088"/>
                </a:lnTo>
                <a:lnTo>
                  <a:pt x="0" y="26680"/>
                </a:lnTo>
                <a:close/>
              </a:path>
            </a:pathLst>
          </a:custGeom>
          <a:solidFill>
            <a:srgbClr val="E52E2D"/>
          </a:solidFill>
          <a:ln w="3904">
            <a:solidFill>
              <a:srgbClr val="E52E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147"/>
          <p:cNvSpPr/>
          <p:nvPr/>
        </p:nvSpPr>
        <p:spPr>
          <a:xfrm>
            <a:off x="8501191" y="4897373"/>
            <a:ext cx="111927" cy="51408"/>
          </a:xfrm>
          <a:custGeom>
            <a:avLst/>
            <a:gdLst/>
            <a:ahLst/>
            <a:cxnLst/>
            <a:rect l="0" t="0" r="r" b="b"/>
            <a:pathLst>
              <a:path w="111927" h="51408">
                <a:moveTo>
                  <a:pt x="0" y="33838"/>
                </a:moveTo>
                <a:lnTo>
                  <a:pt x="93706" y="0"/>
                </a:lnTo>
                <a:lnTo>
                  <a:pt x="111927" y="51408"/>
                </a:lnTo>
                <a:close/>
              </a:path>
            </a:pathLst>
          </a:custGeom>
          <a:solidFill>
            <a:srgbClr val="F13C38"/>
          </a:solidFill>
          <a:ln w="3904">
            <a:solidFill>
              <a:srgbClr val="F13C3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148"/>
          <p:cNvSpPr/>
          <p:nvPr/>
        </p:nvSpPr>
        <p:spPr>
          <a:xfrm>
            <a:off x="8525269" y="4728182"/>
            <a:ext cx="39044" cy="91103"/>
          </a:xfrm>
          <a:custGeom>
            <a:avLst/>
            <a:gdLst/>
            <a:ahLst/>
            <a:cxnLst/>
            <a:rect l="0" t="0" r="r" b="b"/>
            <a:pathLst>
              <a:path w="39044" h="91103">
                <a:moveTo>
                  <a:pt x="0" y="91103"/>
                </a:moveTo>
                <a:lnTo>
                  <a:pt x="26029" y="91103"/>
                </a:lnTo>
                <a:lnTo>
                  <a:pt x="39044" y="0"/>
                </a:lnTo>
                <a:lnTo>
                  <a:pt x="13015" y="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149"/>
          <p:cNvSpPr/>
          <p:nvPr/>
        </p:nvSpPr>
        <p:spPr>
          <a:xfrm>
            <a:off x="8557805" y="4702152"/>
            <a:ext cx="104118" cy="91103"/>
          </a:xfrm>
          <a:custGeom>
            <a:avLst/>
            <a:gdLst/>
            <a:ahLst/>
            <a:cxnLst/>
            <a:rect l="0" t="0" r="r" b="b"/>
            <a:pathLst>
              <a:path w="104118" h="91103">
                <a:moveTo>
                  <a:pt x="0" y="65074"/>
                </a:moveTo>
                <a:lnTo>
                  <a:pt x="104118" y="0"/>
                </a:lnTo>
                <a:lnTo>
                  <a:pt x="52059" y="91103"/>
                </a:lnTo>
                <a:close/>
              </a:path>
            </a:pathLst>
          </a:custGeom>
          <a:solidFill>
            <a:srgbClr val="5A9B4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Tekst: Zwykłe zakupy spożywcze"/>
          <p:cNvSpPr txBox="1"/>
          <p:nvPr/>
        </p:nvSpPr>
        <p:spPr>
          <a:xfrm>
            <a:off x="6680200" y="5376366"/>
            <a:ext cx="2044700" cy="4267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Zwykłe zakupy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spożywcze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56" name="Kształt 150"/>
          <p:cNvSpPr/>
          <p:nvPr/>
        </p:nvSpPr>
        <p:spPr>
          <a:xfrm>
            <a:off x="9042400" y="3623146"/>
            <a:ext cx="2324100" cy="2330450"/>
          </a:xfrm>
          <a:prstGeom prst="roundRect">
            <a:avLst>
              <a:gd name="adj" fmla="val 6011"/>
            </a:avLst>
          </a:prstGeom>
          <a:solidFill>
            <a:srgbClr val="151515"/>
          </a:solidFill>
          <a:ln>
            <a:noFill/>
          </a:ln>
          <a:effectLst>
            <a:outerShdw blurRad="317500" dist="114300" dir="5400000" algn="ctr" rotWithShape="0">
              <a:srgbClr val="000000">
                <a:alpha val="6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Kształt 151"/>
          <p:cNvSpPr/>
          <p:nvPr/>
        </p:nvSpPr>
        <p:spPr>
          <a:xfrm>
            <a:off x="9042423" y="3621931"/>
            <a:ext cx="2602944" cy="1822061"/>
          </a:xfrm>
          <a:custGeom>
            <a:avLst/>
            <a:gdLst/>
            <a:ahLst/>
            <a:cxnLst/>
            <a:rect l="0" t="0" r="r" b="b"/>
            <a:pathLst>
              <a:path w="2602944" h="1822061">
                <a:moveTo>
                  <a:pt x="0" y="0"/>
                </a:moveTo>
                <a:lnTo>
                  <a:pt x="2602944" y="0"/>
                </a:lnTo>
                <a:lnTo>
                  <a:pt x="2602944" y="1822061"/>
                </a:lnTo>
                <a:lnTo>
                  <a:pt x="0" y="1822061"/>
                </a:lnTo>
                <a:close/>
              </a:path>
            </a:pathLst>
          </a:custGeom>
          <a:solidFill>
            <a:srgbClr val="1D224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152"/>
          <p:cNvSpPr/>
          <p:nvPr/>
        </p:nvSpPr>
        <p:spPr>
          <a:xfrm>
            <a:off x="9224630" y="3739063"/>
            <a:ext cx="1158310" cy="858972"/>
          </a:xfrm>
          <a:custGeom>
            <a:avLst/>
            <a:gdLst/>
            <a:ahLst/>
            <a:cxnLst/>
            <a:rect l="0" t="0" r="r" b="b"/>
            <a:pathLst>
              <a:path w="1158310" h="858972">
                <a:moveTo>
                  <a:pt x="0" y="0"/>
                </a:moveTo>
                <a:lnTo>
                  <a:pt x="1158310" y="0"/>
                </a:lnTo>
                <a:lnTo>
                  <a:pt x="1158310" y="858972"/>
                </a:lnTo>
                <a:lnTo>
                  <a:pt x="0" y="858972"/>
                </a:lnTo>
                <a:close/>
              </a:path>
            </a:pathLst>
          </a:custGeom>
          <a:solidFill>
            <a:srgbClr val="2D356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153"/>
          <p:cNvSpPr/>
          <p:nvPr/>
        </p:nvSpPr>
        <p:spPr>
          <a:xfrm>
            <a:off x="9289703" y="3804137"/>
            <a:ext cx="1028163" cy="728824"/>
          </a:xfrm>
          <a:custGeom>
            <a:avLst/>
            <a:gdLst/>
            <a:ahLst/>
            <a:cxnLst/>
            <a:rect l="0" t="0" r="r" b="b"/>
            <a:pathLst>
              <a:path w="1028163" h="728824">
                <a:moveTo>
                  <a:pt x="0" y="0"/>
                </a:moveTo>
                <a:lnTo>
                  <a:pt x="1028163" y="0"/>
                </a:lnTo>
                <a:lnTo>
                  <a:pt x="1028163" y="728824"/>
                </a:lnTo>
                <a:lnTo>
                  <a:pt x="0" y="728824"/>
                </a:lnTo>
                <a:close/>
              </a:path>
            </a:pathLst>
          </a:custGeom>
          <a:solidFill>
            <a:srgbClr val="28306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154"/>
          <p:cNvSpPr/>
          <p:nvPr/>
        </p:nvSpPr>
        <p:spPr>
          <a:xfrm>
            <a:off x="9888380" y="3895240"/>
            <a:ext cx="260294" cy="260294"/>
          </a:xfrm>
          <a:custGeom>
            <a:avLst/>
            <a:gdLst/>
            <a:ahLst/>
            <a:cxnLst/>
            <a:rect l="0" t="0" r="r" b="b"/>
            <a:pathLst>
              <a:path w="260294" h="260294">
                <a:moveTo>
                  <a:pt x="260294" y="130147"/>
                </a:moveTo>
                <a:lnTo>
                  <a:pt x="258342" y="152923"/>
                </a:lnTo>
                <a:lnTo>
                  <a:pt x="252486" y="174397"/>
                </a:lnTo>
                <a:lnTo>
                  <a:pt x="242725" y="195221"/>
                </a:lnTo>
                <a:lnTo>
                  <a:pt x="229710" y="214092"/>
                </a:lnTo>
                <a:lnTo>
                  <a:pt x="214092" y="229710"/>
                </a:lnTo>
                <a:lnTo>
                  <a:pt x="195221" y="242725"/>
                </a:lnTo>
                <a:lnTo>
                  <a:pt x="174397" y="252486"/>
                </a:lnTo>
                <a:lnTo>
                  <a:pt x="152923" y="258342"/>
                </a:lnTo>
                <a:lnTo>
                  <a:pt x="130147" y="260294"/>
                </a:lnTo>
                <a:lnTo>
                  <a:pt x="107371" y="258342"/>
                </a:lnTo>
                <a:lnTo>
                  <a:pt x="85897" y="252486"/>
                </a:lnTo>
                <a:lnTo>
                  <a:pt x="65074" y="242725"/>
                </a:lnTo>
                <a:lnTo>
                  <a:pt x="46202" y="229710"/>
                </a:lnTo>
                <a:lnTo>
                  <a:pt x="30585" y="214092"/>
                </a:lnTo>
                <a:lnTo>
                  <a:pt x="17570" y="195221"/>
                </a:lnTo>
                <a:lnTo>
                  <a:pt x="7809" y="174397"/>
                </a:lnTo>
                <a:lnTo>
                  <a:pt x="1952" y="152923"/>
                </a:lnTo>
                <a:lnTo>
                  <a:pt x="0" y="130147"/>
                </a:lnTo>
                <a:lnTo>
                  <a:pt x="1952" y="107371"/>
                </a:lnTo>
                <a:lnTo>
                  <a:pt x="7809" y="85897"/>
                </a:lnTo>
                <a:lnTo>
                  <a:pt x="17570" y="65074"/>
                </a:lnTo>
                <a:lnTo>
                  <a:pt x="30585" y="46202"/>
                </a:lnTo>
                <a:lnTo>
                  <a:pt x="46202" y="30585"/>
                </a:lnTo>
                <a:lnTo>
                  <a:pt x="65074" y="17570"/>
                </a:lnTo>
                <a:lnTo>
                  <a:pt x="85897" y="7809"/>
                </a:lnTo>
                <a:lnTo>
                  <a:pt x="107371" y="1952"/>
                </a:lnTo>
                <a:lnTo>
                  <a:pt x="130147" y="0"/>
                </a:lnTo>
                <a:lnTo>
                  <a:pt x="152923" y="1952"/>
                </a:lnTo>
                <a:lnTo>
                  <a:pt x="174397" y="7809"/>
                </a:lnTo>
                <a:lnTo>
                  <a:pt x="195221" y="17570"/>
                </a:lnTo>
                <a:lnTo>
                  <a:pt x="214092" y="30585"/>
                </a:lnTo>
                <a:lnTo>
                  <a:pt x="229710" y="46202"/>
                </a:lnTo>
                <a:lnTo>
                  <a:pt x="242725" y="65074"/>
                </a:lnTo>
                <a:lnTo>
                  <a:pt x="252486" y="85897"/>
                </a:lnTo>
                <a:lnTo>
                  <a:pt x="258342" y="107371"/>
                </a:lnTo>
                <a:close/>
              </a:path>
            </a:pathLst>
          </a:custGeom>
          <a:solidFill>
            <a:srgbClr val="FBE7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155"/>
          <p:cNvSpPr/>
          <p:nvPr/>
        </p:nvSpPr>
        <p:spPr>
          <a:xfrm>
            <a:off x="9966469" y="3869210"/>
            <a:ext cx="234265" cy="234265"/>
          </a:xfrm>
          <a:custGeom>
            <a:avLst/>
            <a:gdLst/>
            <a:ahLst/>
            <a:cxnLst/>
            <a:rect l="0" t="0" r="r" b="b"/>
            <a:pathLst>
              <a:path w="234265" h="234265">
                <a:moveTo>
                  <a:pt x="234265" y="117132"/>
                </a:moveTo>
                <a:lnTo>
                  <a:pt x="232313" y="137305"/>
                </a:lnTo>
                <a:lnTo>
                  <a:pt x="227107" y="157478"/>
                </a:lnTo>
                <a:lnTo>
                  <a:pt x="218647" y="175699"/>
                </a:lnTo>
                <a:lnTo>
                  <a:pt x="206934" y="192618"/>
                </a:lnTo>
                <a:lnTo>
                  <a:pt x="192618" y="206934"/>
                </a:lnTo>
                <a:lnTo>
                  <a:pt x="175699" y="218647"/>
                </a:lnTo>
                <a:lnTo>
                  <a:pt x="157478" y="227107"/>
                </a:lnTo>
                <a:lnTo>
                  <a:pt x="137305" y="232313"/>
                </a:lnTo>
                <a:lnTo>
                  <a:pt x="117132" y="234265"/>
                </a:lnTo>
                <a:lnTo>
                  <a:pt x="96960" y="232313"/>
                </a:lnTo>
                <a:lnTo>
                  <a:pt x="76787" y="227107"/>
                </a:lnTo>
                <a:lnTo>
                  <a:pt x="58566" y="218647"/>
                </a:lnTo>
                <a:lnTo>
                  <a:pt x="41647" y="206934"/>
                </a:lnTo>
                <a:lnTo>
                  <a:pt x="27331" y="192618"/>
                </a:lnTo>
                <a:lnTo>
                  <a:pt x="15618" y="175699"/>
                </a:lnTo>
                <a:lnTo>
                  <a:pt x="7158" y="157478"/>
                </a:lnTo>
                <a:lnTo>
                  <a:pt x="1952" y="137305"/>
                </a:lnTo>
                <a:lnTo>
                  <a:pt x="0" y="117132"/>
                </a:lnTo>
                <a:lnTo>
                  <a:pt x="1952" y="96960"/>
                </a:lnTo>
                <a:lnTo>
                  <a:pt x="7158" y="76787"/>
                </a:lnTo>
                <a:lnTo>
                  <a:pt x="15618" y="58566"/>
                </a:lnTo>
                <a:lnTo>
                  <a:pt x="27331" y="41647"/>
                </a:lnTo>
                <a:lnTo>
                  <a:pt x="41647" y="27331"/>
                </a:lnTo>
                <a:lnTo>
                  <a:pt x="58566" y="15618"/>
                </a:lnTo>
                <a:lnTo>
                  <a:pt x="76787" y="7158"/>
                </a:lnTo>
                <a:lnTo>
                  <a:pt x="96960" y="1952"/>
                </a:lnTo>
                <a:lnTo>
                  <a:pt x="117132" y="0"/>
                </a:lnTo>
                <a:lnTo>
                  <a:pt x="137305" y="1952"/>
                </a:lnTo>
                <a:lnTo>
                  <a:pt x="157478" y="7158"/>
                </a:lnTo>
                <a:lnTo>
                  <a:pt x="175699" y="15618"/>
                </a:lnTo>
                <a:lnTo>
                  <a:pt x="192618" y="27331"/>
                </a:lnTo>
                <a:lnTo>
                  <a:pt x="206934" y="41647"/>
                </a:lnTo>
                <a:lnTo>
                  <a:pt x="218647" y="58566"/>
                </a:lnTo>
                <a:lnTo>
                  <a:pt x="227107" y="76787"/>
                </a:lnTo>
                <a:lnTo>
                  <a:pt x="232313" y="96960"/>
                </a:lnTo>
                <a:close/>
              </a:path>
            </a:pathLst>
          </a:custGeom>
          <a:solidFill>
            <a:srgbClr val="28306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156"/>
          <p:cNvSpPr/>
          <p:nvPr/>
        </p:nvSpPr>
        <p:spPr>
          <a:xfrm>
            <a:off x="9289703" y="4194578"/>
            <a:ext cx="1028163" cy="338383"/>
          </a:xfrm>
          <a:custGeom>
            <a:avLst/>
            <a:gdLst/>
            <a:ahLst/>
            <a:cxnLst/>
            <a:rect l="0" t="0" r="r" b="b"/>
            <a:pathLst>
              <a:path w="1028163" h="338383">
                <a:moveTo>
                  <a:pt x="0" y="338383"/>
                </a:moveTo>
                <a:lnTo>
                  <a:pt x="0" y="143162"/>
                </a:lnTo>
                <a:lnTo>
                  <a:pt x="156177" y="143162"/>
                </a:lnTo>
                <a:lnTo>
                  <a:pt x="156177" y="52059"/>
                </a:lnTo>
                <a:lnTo>
                  <a:pt x="312353" y="52059"/>
                </a:lnTo>
                <a:lnTo>
                  <a:pt x="312353" y="195221"/>
                </a:lnTo>
                <a:lnTo>
                  <a:pt x="481545" y="195221"/>
                </a:lnTo>
                <a:lnTo>
                  <a:pt x="481545" y="0"/>
                </a:lnTo>
                <a:lnTo>
                  <a:pt x="624707" y="0"/>
                </a:lnTo>
                <a:lnTo>
                  <a:pt x="624707" y="169191"/>
                </a:lnTo>
                <a:lnTo>
                  <a:pt x="793898" y="169191"/>
                </a:lnTo>
                <a:lnTo>
                  <a:pt x="793898" y="91103"/>
                </a:lnTo>
                <a:lnTo>
                  <a:pt x="1028163" y="91103"/>
                </a:lnTo>
                <a:lnTo>
                  <a:pt x="1028163" y="338383"/>
                </a:lnTo>
                <a:close/>
              </a:path>
            </a:pathLst>
          </a:custGeom>
          <a:solidFill>
            <a:srgbClr val="161B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157"/>
          <p:cNvSpPr/>
          <p:nvPr/>
        </p:nvSpPr>
        <p:spPr>
          <a:xfrm>
            <a:off x="9341762" y="4389799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Kształt 158"/>
          <p:cNvSpPr/>
          <p:nvPr/>
        </p:nvSpPr>
        <p:spPr>
          <a:xfrm>
            <a:off x="9497939" y="4298696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Kształt 159"/>
          <p:cNvSpPr/>
          <p:nvPr/>
        </p:nvSpPr>
        <p:spPr>
          <a:xfrm>
            <a:off x="9523968" y="4415829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160"/>
          <p:cNvSpPr/>
          <p:nvPr/>
        </p:nvSpPr>
        <p:spPr>
          <a:xfrm>
            <a:off x="9654115" y="4441858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161"/>
          <p:cNvSpPr/>
          <p:nvPr/>
        </p:nvSpPr>
        <p:spPr>
          <a:xfrm>
            <a:off x="9823307" y="4246637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162"/>
          <p:cNvSpPr/>
          <p:nvPr/>
        </p:nvSpPr>
        <p:spPr>
          <a:xfrm>
            <a:off x="9849336" y="4324726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163"/>
          <p:cNvSpPr/>
          <p:nvPr/>
        </p:nvSpPr>
        <p:spPr>
          <a:xfrm>
            <a:off x="9966469" y="4415829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164"/>
          <p:cNvSpPr/>
          <p:nvPr/>
        </p:nvSpPr>
        <p:spPr>
          <a:xfrm>
            <a:off x="10148675" y="4337740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165"/>
          <p:cNvSpPr/>
          <p:nvPr/>
        </p:nvSpPr>
        <p:spPr>
          <a:xfrm>
            <a:off x="10226763" y="4402814"/>
            <a:ext cx="39044" cy="39044"/>
          </a:xfrm>
          <a:custGeom>
            <a:avLst/>
            <a:gdLst/>
            <a:ahLst/>
            <a:cxnLst/>
            <a:rect l="0" t="0" r="r" b="b"/>
            <a:pathLst>
              <a:path w="39044" h="39044">
                <a:moveTo>
                  <a:pt x="0" y="0"/>
                </a:moveTo>
                <a:lnTo>
                  <a:pt x="39044" y="0"/>
                </a:lnTo>
                <a:lnTo>
                  <a:pt x="39044" y="39044"/>
                </a:lnTo>
                <a:lnTo>
                  <a:pt x="0" y="39044"/>
                </a:lnTo>
                <a:close/>
              </a:path>
            </a:pathLst>
          </a:custGeom>
          <a:solidFill>
            <a:srgbClr val="FFC2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Kształt 166"/>
          <p:cNvSpPr/>
          <p:nvPr/>
        </p:nvSpPr>
        <p:spPr>
          <a:xfrm>
            <a:off x="9790770" y="3804137"/>
            <a:ext cx="26029" cy="728824"/>
          </a:xfrm>
          <a:custGeom>
            <a:avLst/>
            <a:gdLst/>
            <a:ahLst/>
            <a:cxnLst/>
            <a:rect l="0" t="0" r="r" b="b"/>
            <a:pathLst>
              <a:path w="26029" h="728824">
                <a:moveTo>
                  <a:pt x="0" y="0"/>
                </a:moveTo>
                <a:lnTo>
                  <a:pt x="26029" y="0"/>
                </a:lnTo>
                <a:lnTo>
                  <a:pt x="26029" y="728824"/>
                </a:lnTo>
                <a:lnTo>
                  <a:pt x="0" y="728824"/>
                </a:lnTo>
                <a:close/>
              </a:path>
            </a:pathLst>
          </a:custGeom>
          <a:solidFill>
            <a:srgbClr val="2D356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Kształt 167"/>
          <p:cNvSpPr/>
          <p:nvPr/>
        </p:nvSpPr>
        <p:spPr>
          <a:xfrm>
            <a:off x="9289703" y="4155534"/>
            <a:ext cx="1028163" cy="26029"/>
          </a:xfrm>
          <a:custGeom>
            <a:avLst/>
            <a:gdLst/>
            <a:ahLst/>
            <a:cxnLst/>
            <a:rect l="0" t="0" r="r" b="b"/>
            <a:pathLst>
              <a:path w="1028163" h="26029">
                <a:moveTo>
                  <a:pt x="0" y="0"/>
                </a:moveTo>
                <a:lnTo>
                  <a:pt x="1028163" y="0"/>
                </a:lnTo>
                <a:lnTo>
                  <a:pt x="1028163" y="26029"/>
                </a:lnTo>
                <a:lnTo>
                  <a:pt x="0" y="26029"/>
                </a:lnTo>
                <a:close/>
              </a:path>
            </a:pathLst>
          </a:custGeom>
          <a:solidFill>
            <a:srgbClr val="2D356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Kształt 168"/>
          <p:cNvSpPr/>
          <p:nvPr/>
        </p:nvSpPr>
        <p:spPr>
          <a:xfrm>
            <a:off x="9042423" y="4806270"/>
            <a:ext cx="2602944" cy="637721"/>
          </a:xfrm>
          <a:custGeom>
            <a:avLst/>
            <a:gdLst/>
            <a:ahLst/>
            <a:cxnLst/>
            <a:rect l="0" t="0" r="r" b="b"/>
            <a:pathLst>
              <a:path w="2602944" h="637721">
                <a:moveTo>
                  <a:pt x="0" y="91103"/>
                </a:moveTo>
                <a:lnTo>
                  <a:pt x="2602944" y="0"/>
                </a:lnTo>
                <a:lnTo>
                  <a:pt x="2602944" y="637721"/>
                </a:lnTo>
                <a:lnTo>
                  <a:pt x="0" y="637721"/>
                </a:lnTo>
                <a:close/>
              </a:path>
            </a:pathLst>
          </a:custGeom>
          <a:solidFill>
            <a:srgbClr val="5A3A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Kształt 169"/>
          <p:cNvSpPr/>
          <p:nvPr/>
        </p:nvSpPr>
        <p:spPr>
          <a:xfrm>
            <a:off x="9042423" y="4806270"/>
            <a:ext cx="2602944" cy="143162"/>
          </a:xfrm>
          <a:custGeom>
            <a:avLst/>
            <a:gdLst/>
            <a:ahLst/>
            <a:cxnLst/>
            <a:rect l="0" t="0" r="r" b="b"/>
            <a:pathLst>
              <a:path w="2602944" h="143162">
                <a:moveTo>
                  <a:pt x="0" y="91103"/>
                </a:moveTo>
                <a:lnTo>
                  <a:pt x="2602944" y="0"/>
                </a:lnTo>
                <a:lnTo>
                  <a:pt x="2602944" y="52059"/>
                </a:lnTo>
                <a:lnTo>
                  <a:pt x="0" y="143162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Kształt 170"/>
          <p:cNvSpPr/>
          <p:nvPr/>
        </p:nvSpPr>
        <p:spPr>
          <a:xfrm>
            <a:off x="9622880" y="4389799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9D290"/>
          </a:solidFill>
          <a:ln w="3904">
            <a:solidFill>
              <a:srgbClr val="E9D29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Kształt 171"/>
          <p:cNvSpPr/>
          <p:nvPr/>
        </p:nvSpPr>
        <p:spPr>
          <a:xfrm>
            <a:off x="9622880" y="4383943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6E7B8"/>
          </a:solidFill>
          <a:ln w="3904">
            <a:solidFill>
              <a:srgbClr val="F6E7B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Kształt 172"/>
          <p:cNvSpPr/>
          <p:nvPr/>
        </p:nvSpPr>
        <p:spPr>
          <a:xfrm>
            <a:off x="9587740" y="4376784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Kształt 173"/>
          <p:cNvSpPr/>
          <p:nvPr/>
        </p:nvSpPr>
        <p:spPr>
          <a:xfrm>
            <a:off x="9584487" y="4419733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EDAA0"/>
          </a:solidFill>
          <a:ln w="3904">
            <a:solidFill>
              <a:srgbClr val="EEDAA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Kształt 174"/>
          <p:cNvSpPr/>
          <p:nvPr/>
        </p:nvSpPr>
        <p:spPr>
          <a:xfrm>
            <a:off x="9586439" y="4412575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CD699"/>
          </a:solidFill>
          <a:ln w="3904">
            <a:solidFill>
              <a:srgbClr val="ECD69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Kształt 175"/>
          <p:cNvSpPr/>
          <p:nvPr/>
        </p:nvSpPr>
        <p:spPr>
          <a:xfrm>
            <a:off x="9586439" y="4376784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DF3D0"/>
          </a:solidFill>
          <a:ln w="3904">
            <a:solidFill>
              <a:srgbClr val="FDF3D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Kształt 176"/>
          <p:cNvSpPr/>
          <p:nvPr/>
        </p:nvSpPr>
        <p:spPr>
          <a:xfrm>
            <a:off x="9531777" y="4399560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Kształt 177"/>
          <p:cNvSpPr/>
          <p:nvPr/>
        </p:nvSpPr>
        <p:spPr>
          <a:xfrm>
            <a:off x="9556505" y="4399560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AEEC5"/>
          </a:solidFill>
          <a:ln w="3904">
            <a:solidFill>
              <a:srgbClr val="FAEEC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Kształt 178"/>
          <p:cNvSpPr/>
          <p:nvPr/>
        </p:nvSpPr>
        <p:spPr>
          <a:xfrm>
            <a:off x="9556505" y="4376784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EF5D4"/>
          </a:solidFill>
          <a:ln w="3904">
            <a:solidFill>
              <a:srgbClr val="FEF5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Kształt 179"/>
          <p:cNvSpPr/>
          <p:nvPr/>
        </p:nvSpPr>
        <p:spPr>
          <a:xfrm>
            <a:off x="9531777" y="4361817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FFBED"/>
          </a:solidFill>
          <a:ln w="3904">
            <a:solidFill>
              <a:srgbClr val="FFFB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Kształt 180"/>
          <p:cNvSpPr/>
          <p:nvPr/>
        </p:nvSpPr>
        <p:spPr>
          <a:xfrm>
            <a:off x="9531777" y="4368325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FF8DF"/>
          </a:solidFill>
          <a:ln w="3904">
            <a:solidFill>
              <a:srgbClr val="FFF8D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Kształt 181"/>
          <p:cNvSpPr/>
          <p:nvPr/>
        </p:nvSpPr>
        <p:spPr>
          <a:xfrm>
            <a:off x="9556505" y="4368325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Kształt 182"/>
          <p:cNvSpPr/>
          <p:nvPr/>
        </p:nvSpPr>
        <p:spPr>
          <a:xfrm>
            <a:off x="9531777" y="4326678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FFCF1"/>
          </a:solidFill>
          <a:ln w="3904">
            <a:solidFill>
              <a:srgbClr val="FFFCF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Kształt 183"/>
          <p:cNvSpPr/>
          <p:nvPr/>
        </p:nvSpPr>
        <p:spPr>
          <a:xfrm>
            <a:off x="9531777" y="4348803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DF3"/>
          </a:solidFill>
          <a:ln w="3904">
            <a:solidFill>
              <a:srgbClr val="FFFDF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Kształt 184"/>
          <p:cNvSpPr/>
          <p:nvPr/>
        </p:nvSpPr>
        <p:spPr>
          <a:xfrm>
            <a:off x="9556505" y="4348803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Kształt 185"/>
          <p:cNvSpPr/>
          <p:nvPr/>
        </p:nvSpPr>
        <p:spPr>
          <a:xfrm>
            <a:off x="9584487" y="4326678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FFBEC"/>
          </a:solidFill>
          <a:ln w="3904">
            <a:solidFill>
              <a:srgbClr val="FFFBE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Kształt 186"/>
          <p:cNvSpPr/>
          <p:nvPr/>
        </p:nvSpPr>
        <p:spPr>
          <a:xfrm>
            <a:off x="9584487" y="4326678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FFBEA"/>
          </a:solidFill>
          <a:ln w="3904">
            <a:solidFill>
              <a:srgbClr val="FFFBE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Kształt 187"/>
          <p:cNvSpPr/>
          <p:nvPr/>
        </p:nvSpPr>
        <p:spPr>
          <a:xfrm>
            <a:off x="9586439" y="4348803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FFAE8"/>
          </a:solidFill>
          <a:ln w="3904">
            <a:solidFill>
              <a:srgbClr val="FFFAE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Kształt 188"/>
          <p:cNvSpPr/>
          <p:nvPr/>
        </p:nvSpPr>
        <p:spPr>
          <a:xfrm>
            <a:off x="9639799" y="4339042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8EBC1"/>
          </a:solidFill>
          <a:ln w="3904">
            <a:solidFill>
              <a:srgbClr val="F8EBC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Kształt 189"/>
          <p:cNvSpPr/>
          <p:nvPr/>
        </p:nvSpPr>
        <p:spPr>
          <a:xfrm>
            <a:off x="9622880" y="4339042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FF8DE"/>
          </a:solidFill>
          <a:ln w="3904">
            <a:solidFill>
              <a:srgbClr val="FFF8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Kształt 190"/>
          <p:cNvSpPr/>
          <p:nvPr/>
        </p:nvSpPr>
        <p:spPr>
          <a:xfrm>
            <a:off x="9587740" y="4355310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FF6D8"/>
          </a:solidFill>
          <a:ln w="3904">
            <a:solidFill>
              <a:srgbClr val="FFF6D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7" name="Kształt 191"/>
          <p:cNvSpPr/>
          <p:nvPr/>
        </p:nvSpPr>
        <p:spPr>
          <a:xfrm>
            <a:off x="9740012" y="4337740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8D18D"/>
          </a:solidFill>
          <a:ln w="3904">
            <a:solidFill>
              <a:srgbClr val="E8D18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8" name="Kształt 192"/>
          <p:cNvSpPr/>
          <p:nvPr/>
        </p:nvSpPr>
        <p:spPr>
          <a:xfrm>
            <a:off x="9740012" y="4331884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1DEA1"/>
          </a:solidFill>
          <a:ln w="3904">
            <a:solidFill>
              <a:srgbClr val="F1DEA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9" name="Kształt 193"/>
          <p:cNvSpPr/>
          <p:nvPr/>
        </p:nvSpPr>
        <p:spPr>
          <a:xfrm>
            <a:off x="9704873" y="4324726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4E1A6"/>
          </a:solidFill>
          <a:ln w="3904">
            <a:solidFill>
              <a:srgbClr val="F4E1A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0" name="Kształt 194"/>
          <p:cNvSpPr/>
          <p:nvPr/>
        </p:nvSpPr>
        <p:spPr>
          <a:xfrm>
            <a:off x="9701619" y="4367674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CD695"/>
          </a:solidFill>
          <a:ln w="3904">
            <a:solidFill>
              <a:srgbClr val="ECD69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1" name="Kształt 195"/>
          <p:cNvSpPr/>
          <p:nvPr/>
        </p:nvSpPr>
        <p:spPr>
          <a:xfrm>
            <a:off x="9703571" y="4360516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AD491"/>
          </a:solidFill>
          <a:ln w="3904">
            <a:solidFill>
              <a:srgbClr val="EAD49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2" name="Kształt 196"/>
          <p:cNvSpPr/>
          <p:nvPr/>
        </p:nvSpPr>
        <p:spPr>
          <a:xfrm>
            <a:off x="9703571" y="4324726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7E5AD"/>
          </a:solidFill>
          <a:ln w="3904">
            <a:solidFill>
              <a:srgbClr val="F7E5A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Kształt 197"/>
          <p:cNvSpPr/>
          <p:nvPr/>
        </p:nvSpPr>
        <p:spPr>
          <a:xfrm>
            <a:off x="9648909" y="4347501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4E1A7"/>
          </a:solidFill>
          <a:ln w="3904">
            <a:solidFill>
              <a:srgbClr val="F4E1A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4" name="Kształt 198"/>
          <p:cNvSpPr/>
          <p:nvPr/>
        </p:nvSpPr>
        <p:spPr>
          <a:xfrm>
            <a:off x="9673637" y="4347501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4E2A8"/>
          </a:solidFill>
          <a:ln w="3904">
            <a:solidFill>
              <a:srgbClr val="F4E2A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5" name="Kształt 199"/>
          <p:cNvSpPr/>
          <p:nvPr/>
        </p:nvSpPr>
        <p:spPr>
          <a:xfrm>
            <a:off x="9673637" y="4324726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8E6AF"/>
          </a:solidFill>
          <a:ln w="3904">
            <a:solidFill>
              <a:srgbClr val="F8E6A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6" name="Kształt 200"/>
          <p:cNvSpPr/>
          <p:nvPr/>
        </p:nvSpPr>
        <p:spPr>
          <a:xfrm>
            <a:off x="9648909" y="4309759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DF8E4"/>
          </a:solidFill>
          <a:ln w="3904">
            <a:solidFill>
              <a:srgbClr val="FDF8E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7" name="Kształt 201"/>
          <p:cNvSpPr/>
          <p:nvPr/>
        </p:nvSpPr>
        <p:spPr>
          <a:xfrm>
            <a:off x="9648909" y="4316266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AEDC3"/>
          </a:solidFill>
          <a:ln w="3904">
            <a:solidFill>
              <a:srgbClr val="FAED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8" name="Kształt 202"/>
          <p:cNvSpPr/>
          <p:nvPr/>
        </p:nvSpPr>
        <p:spPr>
          <a:xfrm>
            <a:off x="9673637" y="4316266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CF3D5"/>
          </a:solidFill>
          <a:ln w="3904">
            <a:solidFill>
              <a:srgbClr val="FCF3D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9" name="Kształt 203"/>
          <p:cNvSpPr/>
          <p:nvPr/>
        </p:nvSpPr>
        <p:spPr>
          <a:xfrm>
            <a:off x="9648909" y="4274619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EFBEE"/>
          </a:solidFill>
          <a:ln w="3904">
            <a:solidFill>
              <a:srgbClr val="FEFBE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0" name="Kształt 204"/>
          <p:cNvSpPr/>
          <p:nvPr/>
        </p:nvSpPr>
        <p:spPr>
          <a:xfrm>
            <a:off x="9648909" y="4296744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CF2"/>
          </a:solidFill>
          <a:ln w="3904">
            <a:solidFill>
              <a:srgbClr val="FFFCF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1" name="Kształt 205"/>
          <p:cNvSpPr/>
          <p:nvPr/>
        </p:nvSpPr>
        <p:spPr>
          <a:xfrm>
            <a:off x="9673637" y="4296744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CF3D4"/>
          </a:solidFill>
          <a:ln w="3904">
            <a:solidFill>
              <a:srgbClr val="FCF3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2" name="Kształt 206"/>
          <p:cNvSpPr/>
          <p:nvPr/>
        </p:nvSpPr>
        <p:spPr>
          <a:xfrm>
            <a:off x="9701619" y="4274619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DF7E2"/>
          </a:solidFill>
          <a:ln w="3904">
            <a:solidFill>
              <a:srgbClr val="FDF7E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3" name="Kształt 207"/>
          <p:cNvSpPr/>
          <p:nvPr/>
        </p:nvSpPr>
        <p:spPr>
          <a:xfrm>
            <a:off x="9701619" y="4274619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DF6DE"/>
          </a:solidFill>
          <a:ln w="3904">
            <a:solidFill>
              <a:srgbClr val="FDF6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4" name="Kształt 208"/>
          <p:cNvSpPr/>
          <p:nvPr/>
        </p:nvSpPr>
        <p:spPr>
          <a:xfrm>
            <a:off x="9703571" y="4296744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CF4D9"/>
          </a:solidFill>
          <a:ln w="3904">
            <a:solidFill>
              <a:srgbClr val="FCF4D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5" name="Kształt 209"/>
          <p:cNvSpPr/>
          <p:nvPr/>
        </p:nvSpPr>
        <p:spPr>
          <a:xfrm>
            <a:off x="9756932" y="4286983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3E0A5"/>
          </a:solidFill>
          <a:ln w="3904">
            <a:solidFill>
              <a:srgbClr val="F3E0A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6" name="Kształt 210"/>
          <p:cNvSpPr/>
          <p:nvPr/>
        </p:nvSpPr>
        <p:spPr>
          <a:xfrm>
            <a:off x="9740012" y="4286983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AEDC2"/>
          </a:solidFill>
          <a:ln w="3904">
            <a:solidFill>
              <a:srgbClr val="FAED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7" name="Kształt 211"/>
          <p:cNvSpPr/>
          <p:nvPr/>
        </p:nvSpPr>
        <p:spPr>
          <a:xfrm>
            <a:off x="9704873" y="4303251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8E8B3"/>
          </a:solidFill>
          <a:ln w="3904">
            <a:solidFill>
              <a:srgbClr val="F8E8B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8" name="Kształt 212"/>
          <p:cNvSpPr/>
          <p:nvPr/>
        </p:nvSpPr>
        <p:spPr>
          <a:xfrm>
            <a:off x="9857145" y="4363770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9D290"/>
          </a:solidFill>
          <a:ln w="3904">
            <a:solidFill>
              <a:srgbClr val="E9D29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9" name="Kształt 213"/>
          <p:cNvSpPr/>
          <p:nvPr/>
        </p:nvSpPr>
        <p:spPr>
          <a:xfrm>
            <a:off x="9857145" y="4357913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6E7B8"/>
          </a:solidFill>
          <a:ln w="3904">
            <a:solidFill>
              <a:srgbClr val="F6E7B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0" name="Kształt 214"/>
          <p:cNvSpPr/>
          <p:nvPr/>
        </p:nvSpPr>
        <p:spPr>
          <a:xfrm>
            <a:off x="9822005" y="4350755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1" name="Kształt 215"/>
          <p:cNvSpPr/>
          <p:nvPr/>
        </p:nvSpPr>
        <p:spPr>
          <a:xfrm>
            <a:off x="9818752" y="4393704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EDAA0"/>
          </a:solidFill>
          <a:ln w="3904">
            <a:solidFill>
              <a:srgbClr val="EEDAA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2" name="Kształt 216"/>
          <p:cNvSpPr/>
          <p:nvPr/>
        </p:nvSpPr>
        <p:spPr>
          <a:xfrm>
            <a:off x="9820704" y="4386545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CD699"/>
          </a:solidFill>
          <a:ln w="3904">
            <a:solidFill>
              <a:srgbClr val="ECD69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3" name="Kształt 217"/>
          <p:cNvSpPr/>
          <p:nvPr/>
        </p:nvSpPr>
        <p:spPr>
          <a:xfrm>
            <a:off x="9820704" y="4350755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DF3D0"/>
          </a:solidFill>
          <a:ln w="3904">
            <a:solidFill>
              <a:srgbClr val="FDF3D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4" name="Kształt 218"/>
          <p:cNvSpPr/>
          <p:nvPr/>
        </p:nvSpPr>
        <p:spPr>
          <a:xfrm>
            <a:off x="9766042" y="4373531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5" name="Kształt 219"/>
          <p:cNvSpPr/>
          <p:nvPr/>
        </p:nvSpPr>
        <p:spPr>
          <a:xfrm>
            <a:off x="9790770" y="4373531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AEEC5"/>
          </a:solidFill>
          <a:ln w="3904">
            <a:solidFill>
              <a:srgbClr val="FAEEC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6" name="Kształt 220"/>
          <p:cNvSpPr/>
          <p:nvPr/>
        </p:nvSpPr>
        <p:spPr>
          <a:xfrm>
            <a:off x="9790770" y="4350755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EF5D4"/>
          </a:solidFill>
          <a:ln w="3904">
            <a:solidFill>
              <a:srgbClr val="FEF5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7" name="Kształt 221"/>
          <p:cNvSpPr/>
          <p:nvPr/>
        </p:nvSpPr>
        <p:spPr>
          <a:xfrm>
            <a:off x="9766042" y="4335788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FFBED"/>
          </a:solidFill>
          <a:ln w="3904">
            <a:solidFill>
              <a:srgbClr val="FFFB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8" name="Kształt 222"/>
          <p:cNvSpPr/>
          <p:nvPr/>
        </p:nvSpPr>
        <p:spPr>
          <a:xfrm>
            <a:off x="9766042" y="4342295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FF8DF"/>
          </a:solidFill>
          <a:ln w="3904">
            <a:solidFill>
              <a:srgbClr val="FFF8D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9" name="Kształt 223"/>
          <p:cNvSpPr/>
          <p:nvPr/>
        </p:nvSpPr>
        <p:spPr>
          <a:xfrm>
            <a:off x="9790770" y="4342295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0" name="Kształt 224"/>
          <p:cNvSpPr/>
          <p:nvPr/>
        </p:nvSpPr>
        <p:spPr>
          <a:xfrm>
            <a:off x="9766042" y="4300648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FFCF1"/>
          </a:solidFill>
          <a:ln w="3904">
            <a:solidFill>
              <a:srgbClr val="FFFCF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1" name="Kształt 225"/>
          <p:cNvSpPr/>
          <p:nvPr/>
        </p:nvSpPr>
        <p:spPr>
          <a:xfrm>
            <a:off x="9766042" y="4322773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DF3"/>
          </a:solidFill>
          <a:ln w="3904">
            <a:solidFill>
              <a:srgbClr val="FFFDF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2" name="Kształt 226"/>
          <p:cNvSpPr/>
          <p:nvPr/>
        </p:nvSpPr>
        <p:spPr>
          <a:xfrm>
            <a:off x="9790770" y="4322773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3" name="Kształt 227"/>
          <p:cNvSpPr/>
          <p:nvPr/>
        </p:nvSpPr>
        <p:spPr>
          <a:xfrm>
            <a:off x="9818752" y="4300648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FFBEC"/>
          </a:solidFill>
          <a:ln w="3904">
            <a:solidFill>
              <a:srgbClr val="FFFBE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4" name="Kształt 228"/>
          <p:cNvSpPr/>
          <p:nvPr/>
        </p:nvSpPr>
        <p:spPr>
          <a:xfrm>
            <a:off x="9818752" y="4300648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FFBEA"/>
          </a:solidFill>
          <a:ln w="3904">
            <a:solidFill>
              <a:srgbClr val="FFFBE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5" name="Kształt 229"/>
          <p:cNvSpPr/>
          <p:nvPr/>
        </p:nvSpPr>
        <p:spPr>
          <a:xfrm>
            <a:off x="9820704" y="4322773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FFAE8"/>
          </a:solidFill>
          <a:ln w="3904">
            <a:solidFill>
              <a:srgbClr val="FFFAE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6" name="Kształt 230"/>
          <p:cNvSpPr/>
          <p:nvPr/>
        </p:nvSpPr>
        <p:spPr>
          <a:xfrm>
            <a:off x="9874064" y="4313012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8EBC1"/>
          </a:solidFill>
          <a:ln w="3904">
            <a:solidFill>
              <a:srgbClr val="F8EBC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7" name="Kształt 231"/>
          <p:cNvSpPr/>
          <p:nvPr/>
        </p:nvSpPr>
        <p:spPr>
          <a:xfrm>
            <a:off x="9857145" y="4313012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FF8DE"/>
          </a:solidFill>
          <a:ln w="3904">
            <a:solidFill>
              <a:srgbClr val="FFF8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8" name="Kształt 232"/>
          <p:cNvSpPr/>
          <p:nvPr/>
        </p:nvSpPr>
        <p:spPr>
          <a:xfrm>
            <a:off x="9822005" y="4329281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FF6D8"/>
          </a:solidFill>
          <a:ln w="3904">
            <a:solidFill>
              <a:srgbClr val="FFF6D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9" name="Kształt 233"/>
          <p:cNvSpPr/>
          <p:nvPr/>
        </p:nvSpPr>
        <p:spPr>
          <a:xfrm>
            <a:off x="9974277" y="4376784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8D18D"/>
          </a:solidFill>
          <a:ln w="3904">
            <a:solidFill>
              <a:srgbClr val="E8D18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0" name="Kształt 234"/>
          <p:cNvSpPr/>
          <p:nvPr/>
        </p:nvSpPr>
        <p:spPr>
          <a:xfrm>
            <a:off x="9974277" y="4370928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1DEA1"/>
          </a:solidFill>
          <a:ln w="3904">
            <a:solidFill>
              <a:srgbClr val="F1DEA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1" name="Kształt 235"/>
          <p:cNvSpPr/>
          <p:nvPr/>
        </p:nvSpPr>
        <p:spPr>
          <a:xfrm>
            <a:off x="9939138" y="4363770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4E1A6"/>
          </a:solidFill>
          <a:ln w="3904">
            <a:solidFill>
              <a:srgbClr val="F4E1A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2" name="Kształt 236"/>
          <p:cNvSpPr/>
          <p:nvPr/>
        </p:nvSpPr>
        <p:spPr>
          <a:xfrm>
            <a:off x="9935884" y="4406718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CD695"/>
          </a:solidFill>
          <a:ln w="3904">
            <a:solidFill>
              <a:srgbClr val="ECD69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3" name="Kształt 237"/>
          <p:cNvSpPr/>
          <p:nvPr/>
        </p:nvSpPr>
        <p:spPr>
          <a:xfrm>
            <a:off x="9937836" y="4399560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AD491"/>
          </a:solidFill>
          <a:ln w="3904">
            <a:solidFill>
              <a:srgbClr val="EAD49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4" name="Kształt 238"/>
          <p:cNvSpPr/>
          <p:nvPr/>
        </p:nvSpPr>
        <p:spPr>
          <a:xfrm>
            <a:off x="9937836" y="4363770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7E5AD"/>
          </a:solidFill>
          <a:ln w="3904">
            <a:solidFill>
              <a:srgbClr val="F7E5A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5" name="Kształt 239"/>
          <p:cNvSpPr/>
          <p:nvPr/>
        </p:nvSpPr>
        <p:spPr>
          <a:xfrm>
            <a:off x="9883174" y="4386545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4E1A7"/>
          </a:solidFill>
          <a:ln w="3904">
            <a:solidFill>
              <a:srgbClr val="F4E1A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6" name="Kształt 240"/>
          <p:cNvSpPr/>
          <p:nvPr/>
        </p:nvSpPr>
        <p:spPr>
          <a:xfrm>
            <a:off x="9907902" y="4386545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4E2A8"/>
          </a:solidFill>
          <a:ln w="3904">
            <a:solidFill>
              <a:srgbClr val="F4E2A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7" name="Kształt 241"/>
          <p:cNvSpPr/>
          <p:nvPr/>
        </p:nvSpPr>
        <p:spPr>
          <a:xfrm>
            <a:off x="9907902" y="4363770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8E6AF"/>
          </a:solidFill>
          <a:ln w="3904">
            <a:solidFill>
              <a:srgbClr val="F8E6A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8" name="Kształt 242"/>
          <p:cNvSpPr/>
          <p:nvPr/>
        </p:nvSpPr>
        <p:spPr>
          <a:xfrm>
            <a:off x="9883174" y="4348803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DF8E4"/>
          </a:solidFill>
          <a:ln w="3904">
            <a:solidFill>
              <a:srgbClr val="FDF8E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9" name="Kształt 243"/>
          <p:cNvSpPr/>
          <p:nvPr/>
        </p:nvSpPr>
        <p:spPr>
          <a:xfrm>
            <a:off x="9883174" y="4355310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AEDC3"/>
          </a:solidFill>
          <a:ln w="3904">
            <a:solidFill>
              <a:srgbClr val="FAED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0" name="Kształt 244"/>
          <p:cNvSpPr/>
          <p:nvPr/>
        </p:nvSpPr>
        <p:spPr>
          <a:xfrm>
            <a:off x="9907902" y="4355310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CF3D5"/>
          </a:solidFill>
          <a:ln w="3904">
            <a:solidFill>
              <a:srgbClr val="FCF3D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1" name="Kształt 245"/>
          <p:cNvSpPr/>
          <p:nvPr/>
        </p:nvSpPr>
        <p:spPr>
          <a:xfrm>
            <a:off x="9883174" y="4313663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EFBEE"/>
          </a:solidFill>
          <a:ln w="3904">
            <a:solidFill>
              <a:srgbClr val="FEFBE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2" name="Kształt 246"/>
          <p:cNvSpPr/>
          <p:nvPr/>
        </p:nvSpPr>
        <p:spPr>
          <a:xfrm>
            <a:off x="9883174" y="4335788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CF2"/>
          </a:solidFill>
          <a:ln w="3904">
            <a:solidFill>
              <a:srgbClr val="FFFCF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3" name="Kształt 247"/>
          <p:cNvSpPr/>
          <p:nvPr/>
        </p:nvSpPr>
        <p:spPr>
          <a:xfrm>
            <a:off x="9907902" y="4335788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CF3D4"/>
          </a:solidFill>
          <a:ln w="3904">
            <a:solidFill>
              <a:srgbClr val="FCF3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4" name="Kształt 248"/>
          <p:cNvSpPr/>
          <p:nvPr/>
        </p:nvSpPr>
        <p:spPr>
          <a:xfrm>
            <a:off x="9935884" y="4313663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DF7E2"/>
          </a:solidFill>
          <a:ln w="3904">
            <a:solidFill>
              <a:srgbClr val="FDF7E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5" name="Kształt 249"/>
          <p:cNvSpPr/>
          <p:nvPr/>
        </p:nvSpPr>
        <p:spPr>
          <a:xfrm>
            <a:off x="9935884" y="4313663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DF6DE"/>
          </a:solidFill>
          <a:ln w="3904">
            <a:solidFill>
              <a:srgbClr val="FDF6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6" name="Kształt 250"/>
          <p:cNvSpPr/>
          <p:nvPr/>
        </p:nvSpPr>
        <p:spPr>
          <a:xfrm>
            <a:off x="9937836" y="4335788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CF4D9"/>
          </a:solidFill>
          <a:ln w="3904">
            <a:solidFill>
              <a:srgbClr val="FCF4D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7" name="Kształt 251"/>
          <p:cNvSpPr/>
          <p:nvPr/>
        </p:nvSpPr>
        <p:spPr>
          <a:xfrm>
            <a:off x="9991197" y="4326027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3E0A5"/>
          </a:solidFill>
          <a:ln w="3904">
            <a:solidFill>
              <a:srgbClr val="F3E0A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8" name="Kształt 252"/>
          <p:cNvSpPr/>
          <p:nvPr/>
        </p:nvSpPr>
        <p:spPr>
          <a:xfrm>
            <a:off x="9974277" y="4326027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AEDC2"/>
          </a:solidFill>
          <a:ln w="3904">
            <a:solidFill>
              <a:srgbClr val="FAED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9" name="Kształt 253"/>
          <p:cNvSpPr/>
          <p:nvPr/>
        </p:nvSpPr>
        <p:spPr>
          <a:xfrm>
            <a:off x="9939138" y="4342295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8E8B3"/>
          </a:solidFill>
          <a:ln w="3904">
            <a:solidFill>
              <a:srgbClr val="F8E8B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0" name="Kształt 254"/>
          <p:cNvSpPr/>
          <p:nvPr/>
        </p:nvSpPr>
        <p:spPr>
          <a:xfrm>
            <a:off x="9687954" y="4428843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8D18D"/>
          </a:solidFill>
          <a:ln w="3904">
            <a:solidFill>
              <a:srgbClr val="E8D18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1" name="Kształt 255"/>
          <p:cNvSpPr/>
          <p:nvPr/>
        </p:nvSpPr>
        <p:spPr>
          <a:xfrm>
            <a:off x="9687954" y="4422987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1DEA1"/>
          </a:solidFill>
          <a:ln w="3904">
            <a:solidFill>
              <a:srgbClr val="F1DEA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2" name="Kształt 256"/>
          <p:cNvSpPr/>
          <p:nvPr/>
        </p:nvSpPr>
        <p:spPr>
          <a:xfrm>
            <a:off x="9652814" y="4415829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4E1A6"/>
          </a:solidFill>
          <a:ln w="3904">
            <a:solidFill>
              <a:srgbClr val="F4E1A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3" name="Kształt 257"/>
          <p:cNvSpPr/>
          <p:nvPr/>
        </p:nvSpPr>
        <p:spPr>
          <a:xfrm>
            <a:off x="9649560" y="4458777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CD695"/>
          </a:solidFill>
          <a:ln w="3904">
            <a:solidFill>
              <a:srgbClr val="ECD69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4" name="Kształt 258"/>
          <p:cNvSpPr/>
          <p:nvPr/>
        </p:nvSpPr>
        <p:spPr>
          <a:xfrm>
            <a:off x="9651512" y="4451619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AD491"/>
          </a:solidFill>
          <a:ln w="3904">
            <a:solidFill>
              <a:srgbClr val="EAD49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5" name="Kształt 259"/>
          <p:cNvSpPr/>
          <p:nvPr/>
        </p:nvSpPr>
        <p:spPr>
          <a:xfrm>
            <a:off x="9651512" y="4415829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7E5AD"/>
          </a:solidFill>
          <a:ln w="3904">
            <a:solidFill>
              <a:srgbClr val="F7E5A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6" name="Kształt 260"/>
          <p:cNvSpPr/>
          <p:nvPr/>
        </p:nvSpPr>
        <p:spPr>
          <a:xfrm>
            <a:off x="9596851" y="4438604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4E1A7"/>
          </a:solidFill>
          <a:ln w="3904">
            <a:solidFill>
              <a:srgbClr val="F4E1A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7" name="Kształt 261"/>
          <p:cNvSpPr/>
          <p:nvPr/>
        </p:nvSpPr>
        <p:spPr>
          <a:xfrm>
            <a:off x="9621579" y="4438604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4E2A8"/>
          </a:solidFill>
          <a:ln w="3904">
            <a:solidFill>
              <a:srgbClr val="F4E2A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8" name="Kształt 262"/>
          <p:cNvSpPr/>
          <p:nvPr/>
        </p:nvSpPr>
        <p:spPr>
          <a:xfrm>
            <a:off x="9621579" y="4415829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8E6AF"/>
          </a:solidFill>
          <a:ln w="3904">
            <a:solidFill>
              <a:srgbClr val="F8E6A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9" name="Kształt 263"/>
          <p:cNvSpPr/>
          <p:nvPr/>
        </p:nvSpPr>
        <p:spPr>
          <a:xfrm>
            <a:off x="9596851" y="4400862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DF8E4"/>
          </a:solidFill>
          <a:ln w="3904">
            <a:solidFill>
              <a:srgbClr val="FDF8E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0" name="Kształt 264"/>
          <p:cNvSpPr/>
          <p:nvPr/>
        </p:nvSpPr>
        <p:spPr>
          <a:xfrm>
            <a:off x="9596851" y="4407369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AEDC3"/>
          </a:solidFill>
          <a:ln w="3904">
            <a:solidFill>
              <a:srgbClr val="FAED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1" name="Kształt 265"/>
          <p:cNvSpPr/>
          <p:nvPr/>
        </p:nvSpPr>
        <p:spPr>
          <a:xfrm>
            <a:off x="9621579" y="4407369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CF3D5"/>
          </a:solidFill>
          <a:ln w="3904">
            <a:solidFill>
              <a:srgbClr val="FCF3D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2" name="Kształt 266"/>
          <p:cNvSpPr/>
          <p:nvPr/>
        </p:nvSpPr>
        <p:spPr>
          <a:xfrm>
            <a:off x="9596851" y="4365722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EFBEE"/>
          </a:solidFill>
          <a:ln w="3904">
            <a:solidFill>
              <a:srgbClr val="FEFBE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3" name="Kształt 267"/>
          <p:cNvSpPr/>
          <p:nvPr/>
        </p:nvSpPr>
        <p:spPr>
          <a:xfrm>
            <a:off x="9596851" y="4387847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CF2"/>
          </a:solidFill>
          <a:ln w="3904">
            <a:solidFill>
              <a:srgbClr val="FFFCF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4" name="Kształt 268"/>
          <p:cNvSpPr/>
          <p:nvPr/>
        </p:nvSpPr>
        <p:spPr>
          <a:xfrm>
            <a:off x="9621579" y="4387847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CF3D4"/>
          </a:solidFill>
          <a:ln w="3904">
            <a:solidFill>
              <a:srgbClr val="FCF3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5" name="Kształt 269"/>
          <p:cNvSpPr/>
          <p:nvPr/>
        </p:nvSpPr>
        <p:spPr>
          <a:xfrm>
            <a:off x="9649560" y="4365722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DF7E2"/>
          </a:solidFill>
          <a:ln w="3904">
            <a:solidFill>
              <a:srgbClr val="FDF7E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6" name="Kształt 270"/>
          <p:cNvSpPr/>
          <p:nvPr/>
        </p:nvSpPr>
        <p:spPr>
          <a:xfrm>
            <a:off x="9649560" y="4365722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DF6DE"/>
          </a:solidFill>
          <a:ln w="3904">
            <a:solidFill>
              <a:srgbClr val="FDF6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7" name="Kształt 271"/>
          <p:cNvSpPr/>
          <p:nvPr/>
        </p:nvSpPr>
        <p:spPr>
          <a:xfrm>
            <a:off x="9651512" y="4387847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CF4D9"/>
          </a:solidFill>
          <a:ln w="3904">
            <a:solidFill>
              <a:srgbClr val="FCF4D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8" name="Kształt 272"/>
          <p:cNvSpPr/>
          <p:nvPr/>
        </p:nvSpPr>
        <p:spPr>
          <a:xfrm>
            <a:off x="9704873" y="4378086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3E0A5"/>
          </a:solidFill>
          <a:ln w="3904">
            <a:solidFill>
              <a:srgbClr val="F3E0A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9" name="Kształt 273"/>
          <p:cNvSpPr/>
          <p:nvPr/>
        </p:nvSpPr>
        <p:spPr>
          <a:xfrm>
            <a:off x="9687954" y="4378086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AEDC2"/>
          </a:solidFill>
          <a:ln w="3904">
            <a:solidFill>
              <a:srgbClr val="FAED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0" name="Kształt 274"/>
          <p:cNvSpPr/>
          <p:nvPr/>
        </p:nvSpPr>
        <p:spPr>
          <a:xfrm>
            <a:off x="9652814" y="4394354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8E8B3"/>
          </a:solidFill>
          <a:ln w="3904">
            <a:solidFill>
              <a:srgbClr val="F8E8B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1" name="Kształt 275"/>
          <p:cNvSpPr/>
          <p:nvPr/>
        </p:nvSpPr>
        <p:spPr>
          <a:xfrm>
            <a:off x="9922219" y="4428843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9D290"/>
          </a:solidFill>
          <a:ln w="3904">
            <a:solidFill>
              <a:srgbClr val="E9D29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2" name="Kształt 276"/>
          <p:cNvSpPr/>
          <p:nvPr/>
        </p:nvSpPr>
        <p:spPr>
          <a:xfrm>
            <a:off x="9922219" y="4422987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6E7B8"/>
          </a:solidFill>
          <a:ln w="3904">
            <a:solidFill>
              <a:srgbClr val="F6E7B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3" name="Kształt 277"/>
          <p:cNvSpPr/>
          <p:nvPr/>
        </p:nvSpPr>
        <p:spPr>
          <a:xfrm>
            <a:off x="9887079" y="4415829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4" name="Kształt 278"/>
          <p:cNvSpPr/>
          <p:nvPr/>
        </p:nvSpPr>
        <p:spPr>
          <a:xfrm>
            <a:off x="9883825" y="4458777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EDAA0"/>
          </a:solidFill>
          <a:ln w="3904">
            <a:solidFill>
              <a:srgbClr val="EEDAA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5" name="Kształt 279"/>
          <p:cNvSpPr/>
          <p:nvPr/>
        </p:nvSpPr>
        <p:spPr>
          <a:xfrm>
            <a:off x="9885777" y="4451619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CD699"/>
          </a:solidFill>
          <a:ln w="3904">
            <a:solidFill>
              <a:srgbClr val="ECD69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6" name="Kształt 280"/>
          <p:cNvSpPr/>
          <p:nvPr/>
        </p:nvSpPr>
        <p:spPr>
          <a:xfrm>
            <a:off x="9885777" y="4415829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DF3D0"/>
          </a:solidFill>
          <a:ln w="3904">
            <a:solidFill>
              <a:srgbClr val="FDF3D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7" name="Kształt 281"/>
          <p:cNvSpPr/>
          <p:nvPr/>
        </p:nvSpPr>
        <p:spPr>
          <a:xfrm>
            <a:off x="9831116" y="4438604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8" name="Kształt 282"/>
          <p:cNvSpPr/>
          <p:nvPr/>
        </p:nvSpPr>
        <p:spPr>
          <a:xfrm>
            <a:off x="9855844" y="4438604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AEEC5"/>
          </a:solidFill>
          <a:ln w="3904">
            <a:solidFill>
              <a:srgbClr val="FAEEC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9" name="Kształt 283"/>
          <p:cNvSpPr/>
          <p:nvPr/>
        </p:nvSpPr>
        <p:spPr>
          <a:xfrm>
            <a:off x="9855844" y="4415829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EF5D4"/>
          </a:solidFill>
          <a:ln w="3904">
            <a:solidFill>
              <a:srgbClr val="FEF5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0" name="Kształt 284"/>
          <p:cNvSpPr/>
          <p:nvPr/>
        </p:nvSpPr>
        <p:spPr>
          <a:xfrm>
            <a:off x="9831116" y="4400862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FFBED"/>
          </a:solidFill>
          <a:ln w="3904">
            <a:solidFill>
              <a:srgbClr val="FFFB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1" name="Kształt 285"/>
          <p:cNvSpPr/>
          <p:nvPr/>
        </p:nvSpPr>
        <p:spPr>
          <a:xfrm>
            <a:off x="9831116" y="4407369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FF8DF"/>
          </a:solidFill>
          <a:ln w="3904">
            <a:solidFill>
              <a:srgbClr val="FFF8D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2" name="Kształt 286"/>
          <p:cNvSpPr/>
          <p:nvPr/>
        </p:nvSpPr>
        <p:spPr>
          <a:xfrm>
            <a:off x="9855844" y="4407369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3" name="Kształt 287"/>
          <p:cNvSpPr/>
          <p:nvPr/>
        </p:nvSpPr>
        <p:spPr>
          <a:xfrm>
            <a:off x="9831116" y="4365722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FFCF1"/>
          </a:solidFill>
          <a:ln w="3904">
            <a:solidFill>
              <a:srgbClr val="FFFCF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4" name="Kształt 288"/>
          <p:cNvSpPr/>
          <p:nvPr/>
        </p:nvSpPr>
        <p:spPr>
          <a:xfrm>
            <a:off x="9831116" y="4387847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DF3"/>
          </a:solidFill>
          <a:ln w="3904">
            <a:solidFill>
              <a:srgbClr val="FFFDF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5" name="Kształt 289"/>
          <p:cNvSpPr/>
          <p:nvPr/>
        </p:nvSpPr>
        <p:spPr>
          <a:xfrm>
            <a:off x="9855844" y="4387847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6" name="Kształt 290"/>
          <p:cNvSpPr/>
          <p:nvPr/>
        </p:nvSpPr>
        <p:spPr>
          <a:xfrm>
            <a:off x="9883825" y="4365722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FFBEC"/>
          </a:solidFill>
          <a:ln w="3904">
            <a:solidFill>
              <a:srgbClr val="FFFBE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7" name="Kształt 291"/>
          <p:cNvSpPr/>
          <p:nvPr/>
        </p:nvSpPr>
        <p:spPr>
          <a:xfrm>
            <a:off x="9883825" y="4365722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FFBEA"/>
          </a:solidFill>
          <a:ln w="3904">
            <a:solidFill>
              <a:srgbClr val="FFFBE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8" name="Kształt 292"/>
          <p:cNvSpPr/>
          <p:nvPr/>
        </p:nvSpPr>
        <p:spPr>
          <a:xfrm>
            <a:off x="9885777" y="4387847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FFAE8"/>
          </a:solidFill>
          <a:ln w="3904">
            <a:solidFill>
              <a:srgbClr val="FFFAE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9" name="Kształt 293"/>
          <p:cNvSpPr/>
          <p:nvPr/>
        </p:nvSpPr>
        <p:spPr>
          <a:xfrm>
            <a:off x="9939138" y="4378086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8EBC1"/>
          </a:solidFill>
          <a:ln w="3904">
            <a:solidFill>
              <a:srgbClr val="F8EBC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0" name="Kształt 294"/>
          <p:cNvSpPr/>
          <p:nvPr/>
        </p:nvSpPr>
        <p:spPr>
          <a:xfrm>
            <a:off x="9922219" y="4378086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FF8DE"/>
          </a:solidFill>
          <a:ln w="3904">
            <a:solidFill>
              <a:srgbClr val="FFF8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1" name="Kształt 295"/>
          <p:cNvSpPr/>
          <p:nvPr/>
        </p:nvSpPr>
        <p:spPr>
          <a:xfrm>
            <a:off x="9887079" y="4394354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FF6D8"/>
          </a:solidFill>
          <a:ln w="3904">
            <a:solidFill>
              <a:srgbClr val="FFF6D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2" name="Kształt 296"/>
          <p:cNvSpPr/>
          <p:nvPr/>
        </p:nvSpPr>
        <p:spPr>
          <a:xfrm>
            <a:off x="9805086" y="4428843"/>
            <a:ext cx="57265" cy="50757"/>
          </a:xfrm>
          <a:custGeom>
            <a:avLst/>
            <a:gdLst/>
            <a:ahLst/>
            <a:cxnLst/>
            <a:rect l="0" t="0" r="r" b="b"/>
            <a:pathLst>
              <a:path w="57265" h="50757">
                <a:moveTo>
                  <a:pt x="57265" y="0"/>
                </a:moveTo>
                <a:lnTo>
                  <a:pt x="27982" y="50757"/>
                </a:lnTo>
                <a:lnTo>
                  <a:pt x="0" y="22776"/>
                </a:lnTo>
                <a:close/>
              </a:path>
            </a:pathLst>
          </a:custGeom>
          <a:solidFill>
            <a:srgbClr val="E9D290"/>
          </a:solidFill>
          <a:ln w="3904">
            <a:solidFill>
              <a:srgbClr val="E9D29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3" name="Kształt 297"/>
          <p:cNvSpPr/>
          <p:nvPr/>
        </p:nvSpPr>
        <p:spPr>
          <a:xfrm>
            <a:off x="9805086" y="4422987"/>
            <a:ext cx="57265" cy="28632"/>
          </a:xfrm>
          <a:custGeom>
            <a:avLst/>
            <a:gdLst/>
            <a:ahLst/>
            <a:cxnLst/>
            <a:rect l="0" t="0" r="r" b="b"/>
            <a:pathLst>
              <a:path w="57265" h="28632">
                <a:moveTo>
                  <a:pt x="57265" y="5857"/>
                </a:moveTo>
                <a:lnTo>
                  <a:pt x="0" y="28632"/>
                </a:lnTo>
                <a:lnTo>
                  <a:pt x="16919" y="0"/>
                </a:lnTo>
                <a:close/>
              </a:path>
            </a:pathLst>
          </a:custGeom>
          <a:solidFill>
            <a:srgbClr val="F6E7B8"/>
          </a:solidFill>
          <a:ln w="3904">
            <a:solidFill>
              <a:srgbClr val="F6E7B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4" name="Kształt 298"/>
          <p:cNvSpPr/>
          <p:nvPr/>
        </p:nvSpPr>
        <p:spPr>
          <a:xfrm>
            <a:off x="9769946" y="4415829"/>
            <a:ext cx="52059" cy="35790"/>
          </a:xfrm>
          <a:custGeom>
            <a:avLst/>
            <a:gdLst/>
            <a:ahLst/>
            <a:cxnLst/>
            <a:rect l="0" t="0" r="r" b="b"/>
            <a:pathLst>
              <a:path w="52059" h="35790">
                <a:moveTo>
                  <a:pt x="0" y="0"/>
                </a:moveTo>
                <a:lnTo>
                  <a:pt x="52059" y="7158"/>
                </a:lnTo>
                <a:lnTo>
                  <a:pt x="35140" y="3579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5" name="Kształt 299"/>
          <p:cNvSpPr/>
          <p:nvPr/>
        </p:nvSpPr>
        <p:spPr>
          <a:xfrm>
            <a:off x="9766693" y="4458777"/>
            <a:ext cx="66375" cy="33188"/>
          </a:xfrm>
          <a:custGeom>
            <a:avLst/>
            <a:gdLst/>
            <a:ahLst/>
            <a:cxnLst/>
            <a:rect l="0" t="0" r="r" b="b"/>
            <a:pathLst>
              <a:path w="66375" h="33188">
                <a:moveTo>
                  <a:pt x="66375" y="20824"/>
                </a:moveTo>
                <a:lnTo>
                  <a:pt x="0" y="33188"/>
                </a:lnTo>
                <a:lnTo>
                  <a:pt x="1952" y="0"/>
                </a:lnTo>
                <a:close/>
              </a:path>
            </a:pathLst>
          </a:custGeom>
          <a:solidFill>
            <a:srgbClr val="EEDAA0"/>
          </a:solidFill>
          <a:ln w="3904">
            <a:solidFill>
              <a:srgbClr val="EEDAA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6" name="Kształt 300"/>
          <p:cNvSpPr/>
          <p:nvPr/>
        </p:nvSpPr>
        <p:spPr>
          <a:xfrm>
            <a:off x="9768645" y="4451619"/>
            <a:ext cx="64423" cy="27982"/>
          </a:xfrm>
          <a:custGeom>
            <a:avLst/>
            <a:gdLst/>
            <a:ahLst/>
            <a:cxnLst/>
            <a:rect l="0" t="0" r="r" b="b"/>
            <a:pathLst>
              <a:path w="64423" h="27982">
                <a:moveTo>
                  <a:pt x="64423" y="27982"/>
                </a:moveTo>
                <a:lnTo>
                  <a:pt x="0" y="7158"/>
                </a:lnTo>
                <a:lnTo>
                  <a:pt x="36441" y="0"/>
                </a:lnTo>
                <a:close/>
              </a:path>
            </a:pathLst>
          </a:custGeom>
          <a:solidFill>
            <a:srgbClr val="ECD699"/>
          </a:solidFill>
          <a:ln w="3904">
            <a:solidFill>
              <a:srgbClr val="ECD69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7" name="Kształt 301"/>
          <p:cNvSpPr/>
          <p:nvPr/>
        </p:nvSpPr>
        <p:spPr>
          <a:xfrm>
            <a:off x="9768645" y="4415829"/>
            <a:ext cx="36441" cy="42949"/>
          </a:xfrm>
          <a:custGeom>
            <a:avLst/>
            <a:gdLst/>
            <a:ahLst/>
            <a:cxnLst/>
            <a:rect l="0" t="0" r="r" b="b"/>
            <a:pathLst>
              <a:path w="36441" h="42949">
                <a:moveTo>
                  <a:pt x="1301" y="0"/>
                </a:moveTo>
                <a:lnTo>
                  <a:pt x="36441" y="35790"/>
                </a:lnTo>
                <a:lnTo>
                  <a:pt x="0" y="42949"/>
                </a:lnTo>
                <a:close/>
              </a:path>
            </a:pathLst>
          </a:custGeom>
          <a:solidFill>
            <a:srgbClr val="FDF3D0"/>
          </a:solidFill>
          <a:ln w="3904">
            <a:solidFill>
              <a:srgbClr val="FDF3D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8" name="Kształt 302"/>
          <p:cNvSpPr/>
          <p:nvPr/>
        </p:nvSpPr>
        <p:spPr>
          <a:xfrm>
            <a:off x="9713983" y="4438604"/>
            <a:ext cx="52710" cy="53360"/>
          </a:xfrm>
          <a:custGeom>
            <a:avLst/>
            <a:gdLst/>
            <a:ahLst/>
            <a:cxnLst/>
            <a:rect l="0" t="0" r="r" b="b"/>
            <a:pathLst>
              <a:path w="52710" h="53360">
                <a:moveTo>
                  <a:pt x="52710" y="53360"/>
                </a:moveTo>
                <a:lnTo>
                  <a:pt x="0" y="18221"/>
                </a:lnTo>
                <a:lnTo>
                  <a:pt x="24728" y="0"/>
                </a:lnTo>
                <a:close/>
              </a:path>
            </a:pathLst>
          </a:custGeom>
          <a:solidFill>
            <a:srgbClr val="F9ECC3"/>
          </a:solidFill>
          <a:ln w="3904">
            <a:solidFill>
              <a:srgbClr val="F9EC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9" name="Kształt 303"/>
          <p:cNvSpPr/>
          <p:nvPr/>
        </p:nvSpPr>
        <p:spPr>
          <a:xfrm>
            <a:off x="9738711" y="4438604"/>
            <a:ext cx="29934" cy="53360"/>
          </a:xfrm>
          <a:custGeom>
            <a:avLst/>
            <a:gdLst/>
            <a:ahLst/>
            <a:cxnLst/>
            <a:rect l="0" t="0" r="r" b="b"/>
            <a:pathLst>
              <a:path w="29934" h="53360">
                <a:moveTo>
                  <a:pt x="27982" y="53360"/>
                </a:moveTo>
                <a:lnTo>
                  <a:pt x="0" y="0"/>
                </a:lnTo>
                <a:lnTo>
                  <a:pt x="29934" y="20173"/>
                </a:lnTo>
                <a:close/>
              </a:path>
            </a:pathLst>
          </a:custGeom>
          <a:solidFill>
            <a:srgbClr val="FAEEC5"/>
          </a:solidFill>
          <a:ln w="3904">
            <a:solidFill>
              <a:srgbClr val="FAEEC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0" name="Kształt 304"/>
          <p:cNvSpPr/>
          <p:nvPr/>
        </p:nvSpPr>
        <p:spPr>
          <a:xfrm>
            <a:off x="9738711" y="4415829"/>
            <a:ext cx="31235" cy="42949"/>
          </a:xfrm>
          <a:custGeom>
            <a:avLst/>
            <a:gdLst/>
            <a:ahLst/>
            <a:cxnLst/>
            <a:rect l="0" t="0" r="r" b="b"/>
            <a:pathLst>
              <a:path w="31235" h="42949">
                <a:moveTo>
                  <a:pt x="31235" y="0"/>
                </a:moveTo>
                <a:lnTo>
                  <a:pt x="29934" y="42949"/>
                </a:lnTo>
                <a:lnTo>
                  <a:pt x="0" y="22776"/>
                </a:lnTo>
                <a:close/>
              </a:path>
            </a:pathLst>
          </a:custGeom>
          <a:solidFill>
            <a:srgbClr val="FEF5D4"/>
          </a:solidFill>
          <a:ln w="3904">
            <a:solidFill>
              <a:srgbClr val="FEF5D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1" name="Kształt 305"/>
          <p:cNvSpPr/>
          <p:nvPr/>
        </p:nvSpPr>
        <p:spPr>
          <a:xfrm>
            <a:off x="9713983" y="4400862"/>
            <a:ext cx="24728" cy="55963"/>
          </a:xfrm>
          <a:custGeom>
            <a:avLst/>
            <a:gdLst/>
            <a:ahLst/>
            <a:cxnLst/>
            <a:rect l="0" t="0" r="r" b="b"/>
            <a:pathLst>
              <a:path w="24728" h="55963">
                <a:moveTo>
                  <a:pt x="0" y="55963"/>
                </a:moveTo>
                <a:lnTo>
                  <a:pt x="0" y="0"/>
                </a:lnTo>
                <a:lnTo>
                  <a:pt x="24728" y="6507"/>
                </a:lnTo>
                <a:close/>
              </a:path>
            </a:pathLst>
          </a:custGeom>
          <a:solidFill>
            <a:srgbClr val="FFFBED"/>
          </a:solidFill>
          <a:ln w="3904">
            <a:solidFill>
              <a:srgbClr val="FFFB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2" name="Kształt 306"/>
          <p:cNvSpPr/>
          <p:nvPr/>
        </p:nvSpPr>
        <p:spPr>
          <a:xfrm>
            <a:off x="9713983" y="4407369"/>
            <a:ext cx="24728" cy="49456"/>
          </a:xfrm>
          <a:custGeom>
            <a:avLst/>
            <a:gdLst/>
            <a:ahLst/>
            <a:cxnLst/>
            <a:rect l="0" t="0" r="r" b="b"/>
            <a:pathLst>
              <a:path w="24728" h="49456">
                <a:moveTo>
                  <a:pt x="0" y="49456"/>
                </a:moveTo>
                <a:lnTo>
                  <a:pt x="24728" y="0"/>
                </a:lnTo>
                <a:lnTo>
                  <a:pt x="24728" y="31235"/>
                </a:lnTo>
                <a:close/>
              </a:path>
            </a:pathLst>
          </a:custGeom>
          <a:solidFill>
            <a:srgbClr val="FFF8DF"/>
          </a:solidFill>
          <a:ln w="3904">
            <a:solidFill>
              <a:srgbClr val="FFF8D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3" name="Kształt 307"/>
          <p:cNvSpPr/>
          <p:nvPr/>
        </p:nvSpPr>
        <p:spPr>
          <a:xfrm>
            <a:off x="9738711" y="4407369"/>
            <a:ext cx="31235" cy="31235"/>
          </a:xfrm>
          <a:custGeom>
            <a:avLst/>
            <a:gdLst/>
            <a:ahLst/>
            <a:cxnLst/>
            <a:rect l="0" t="0" r="r" b="b"/>
            <a:pathLst>
              <a:path w="31235" h="31235">
                <a:moveTo>
                  <a:pt x="31235" y="8460"/>
                </a:moveTo>
                <a:lnTo>
                  <a:pt x="0" y="31235"/>
                </a:lnTo>
                <a:lnTo>
                  <a:pt x="0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4" name="Kształt 308"/>
          <p:cNvSpPr/>
          <p:nvPr/>
        </p:nvSpPr>
        <p:spPr>
          <a:xfrm>
            <a:off x="9713983" y="4365722"/>
            <a:ext cx="54662" cy="35140"/>
          </a:xfrm>
          <a:custGeom>
            <a:avLst/>
            <a:gdLst/>
            <a:ahLst/>
            <a:cxnLst/>
            <a:rect l="0" t="0" r="r" b="b"/>
            <a:pathLst>
              <a:path w="54662" h="35140">
                <a:moveTo>
                  <a:pt x="0" y="35140"/>
                </a:moveTo>
                <a:lnTo>
                  <a:pt x="52710" y="0"/>
                </a:lnTo>
                <a:lnTo>
                  <a:pt x="54662" y="22125"/>
                </a:lnTo>
                <a:close/>
              </a:path>
            </a:pathLst>
          </a:custGeom>
          <a:solidFill>
            <a:srgbClr val="FFFCF1"/>
          </a:solidFill>
          <a:ln w="3904">
            <a:solidFill>
              <a:srgbClr val="FFFCF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5" name="Kształt 309"/>
          <p:cNvSpPr/>
          <p:nvPr/>
        </p:nvSpPr>
        <p:spPr>
          <a:xfrm>
            <a:off x="9713983" y="4387847"/>
            <a:ext cx="54662" cy="19522"/>
          </a:xfrm>
          <a:custGeom>
            <a:avLst/>
            <a:gdLst/>
            <a:ahLst/>
            <a:cxnLst/>
            <a:rect l="0" t="0" r="r" b="b"/>
            <a:pathLst>
              <a:path w="54662" h="19522">
                <a:moveTo>
                  <a:pt x="0" y="13015"/>
                </a:moveTo>
                <a:lnTo>
                  <a:pt x="54662" y="0"/>
                </a:lnTo>
                <a:lnTo>
                  <a:pt x="24728" y="19522"/>
                </a:lnTo>
                <a:close/>
              </a:path>
            </a:pathLst>
          </a:custGeom>
          <a:solidFill>
            <a:srgbClr val="FFFDF3"/>
          </a:solidFill>
          <a:ln w="3904">
            <a:solidFill>
              <a:srgbClr val="FFFDF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6" name="Kształt 310"/>
          <p:cNvSpPr/>
          <p:nvPr/>
        </p:nvSpPr>
        <p:spPr>
          <a:xfrm>
            <a:off x="9738711" y="4387847"/>
            <a:ext cx="31235" cy="27982"/>
          </a:xfrm>
          <a:custGeom>
            <a:avLst/>
            <a:gdLst/>
            <a:ahLst/>
            <a:cxnLst/>
            <a:rect l="0" t="0" r="r" b="b"/>
            <a:pathLst>
              <a:path w="31235" h="27982">
                <a:moveTo>
                  <a:pt x="31235" y="27982"/>
                </a:moveTo>
                <a:lnTo>
                  <a:pt x="0" y="19522"/>
                </a:lnTo>
                <a:lnTo>
                  <a:pt x="29934" y="0"/>
                </a:lnTo>
                <a:close/>
              </a:path>
            </a:pathLst>
          </a:custGeom>
          <a:solidFill>
            <a:srgbClr val="FFFAE6"/>
          </a:solidFill>
          <a:ln w="3904">
            <a:solidFill>
              <a:srgbClr val="FFFAE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7" name="Kształt 311"/>
          <p:cNvSpPr/>
          <p:nvPr/>
        </p:nvSpPr>
        <p:spPr>
          <a:xfrm>
            <a:off x="9766693" y="4365722"/>
            <a:ext cx="66375" cy="28632"/>
          </a:xfrm>
          <a:custGeom>
            <a:avLst/>
            <a:gdLst/>
            <a:ahLst/>
            <a:cxnLst/>
            <a:rect l="0" t="0" r="r" b="b"/>
            <a:pathLst>
              <a:path w="66375" h="28632">
                <a:moveTo>
                  <a:pt x="0" y="0"/>
                </a:moveTo>
                <a:lnTo>
                  <a:pt x="66375" y="12364"/>
                </a:lnTo>
                <a:lnTo>
                  <a:pt x="38393" y="28632"/>
                </a:lnTo>
                <a:close/>
              </a:path>
            </a:pathLst>
          </a:custGeom>
          <a:solidFill>
            <a:srgbClr val="FFFBEC"/>
          </a:solidFill>
          <a:ln w="3904">
            <a:solidFill>
              <a:srgbClr val="FFFBE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8" name="Kształt 312"/>
          <p:cNvSpPr/>
          <p:nvPr/>
        </p:nvSpPr>
        <p:spPr>
          <a:xfrm>
            <a:off x="9766693" y="4365722"/>
            <a:ext cx="38393" cy="28632"/>
          </a:xfrm>
          <a:custGeom>
            <a:avLst/>
            <a:gdLst/>
            <a:ahLst/>
            <a:cxnLst/>
            <a:rect l="0" t="0" r="r" b="b"/>
            <a:pathLst>
              <a:path w="38393" h="28632">
                <a:moveTo>
                  <a:pt x="0" y="0"/>
                </a:moveTo>
                <a:lnTo>
                  <a:pt x="38393" y="28632"/>
                </a:lnTo>
                <a:lnTo>
                  <a:pt x="1952" y="22125"/>
                </a:lnTo>
                <a:close/>
              </a:path>
            </a:pathLst>
          </a:custGeom>
          <a:solidFill>
            <a:srgbClr val="FFFBEA"/>
          </a:solidFill>
          <a:ln w="3904">
            <a:solidFill>
              <a:srgbClr val="FFFBE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9" name="Kształt 313"/>
          <p:cNvSpPr/>
          <p:nvPr/>
        </p:nvSpPr>
        <p:spPr>
          <a:xfrm>
            <a:off x="9768645" y="4387847"/>
            <a:ext cx="36441" cy="27982"/>
          </a:xfrm>
          <a:custGeom>
            <a:avLst/>
            <a:gdLst/>
            <a:ahLst/>
            <a:cxnLst/>
            <a:rect l="0" t="0" r="r" b="b"/>
            <a:pathLst>
              <a:path w="36441" h="27982">
                <a:moveTo>
                  <a:pt x="1301" y="27982"/>
                </a:moveTo>
                <a:lnTo>
                  <a:pt x="0" y="0"/>
                </a:lnTo>
                <a:lnTo>
                  <a:pt x="36441" y="6507"/>
                </a:lnTo>
                <a:close/>
              </a:path>
            </a:pathLst>
          </a:custGeom>
          <a:solidFill>
            <a:srgbClr val="FFFAE8"/>
          </a:solidFill>
          <a:ln w="3904">
            <a:solidFill>
              <a:srgbClr val="FFFAE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0" name="Kształt 314"/>
          <p:cNvSpPr/>
          <p:nvPr/>
        </p:nvSpPr>
        <p:spPr>
          <a:xfrm>
            <a:off x="9822005" y="4378086"/>
            <a:ext cx="40346" cy="50757"/>
          </a:xfrm>
          <a:custGeom>
            <a:avLst/>
            <a:gdLst/>
            <a:ahLst/>
            <a:cxnLst/>
            <a:rect l="0" t="0" r="r" b="b"/>
            <a:pathLst>
              <a:path w="40346" h="50757">
                <a:moveTo>
                  <a:pt x="11063" y="0"/>
                </a:moveTo>
                <a:lnTo>
                  <a:pt x="40346" y="50757"/>
                </a:lnTo>
                <a:lnTo>
                  <a:pt x="0" y="44901"/>
                </a:lnTo>
                <a:close/>
              </a:path>
            </a:pathLst>
          </a:custGeom>
          <a:solidFill>
            <a:srgbClr val="F8EBC1"/>
          </a:solidFill>
          <a:ln w="3904">
            <a:solidFill>
              <a:srgbClr val="F8EBC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1" name="Kształt 315"/>
          <p:cNvSpPr/>
          <p:nvPr/>
        </p:nvSpPr>
        <p:spPr>
          <a:xfrm>
            <a:off x="9805086" y="4378086"/>
            <a:ext cx="27982" cy="44901"/>
          </a:xfrm>
          <a:custGeom>
            <a:avLst/>
            <a:gdLst/>
            <a:ahLst/>
            <a:cxnLst/>
            <a:rect l="0" t="0" r="r" b="b"/>
            <a:pathLst>
              <a:path w="27982" h="44901">
                <a:moveTo>
                  <a:pt x="27982" y="0"/>
                </a:moveTo>
                <a:lnTo>
                  <a:pt x="16919" y="44901"/>
                </a:lnTo>
                <a:lnTo>
                  <a:pt x="0" y="16268"/>
                </a:lnTo>
                <a:close/>
              </a:path>
            </a:pathLst>
          </a:custGeom>
          <a:solidFill>
            <a:srgbClr val="FFF8DE"/>
          </a:solidFill>
          <a:ln w="3904">
            <a:solidFill>
              <a:srgbClr val="FFF8D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2" name="Kształt 316"/>
          <p:cNvSpPr/>
          <p:nvPr/>
        </p:nvSpPr>
        <p:spPr>
          <a:xfrm>
            <a:off x="9769946" y="4394354"/>
            <a:ext cx="52059" cy="28632"/>
          </a:xfrm>
          <a:custGeom>
            <a:avLst/>
            <a:gdLst/>
            <a:ahLst/>
            <a:cxnLst/>
            <a:rect l="0" t="0" r="r" b="b"/>
            <a:pathLst>
              <a:path w="52059" h="28632">
                <a:moveTo>
                  <a:pt x="0" y="21474"/>
                </a:moveTo>
                <a:lnTo>
                  <a:pt x="35140" y="0"/>
                </a:lnTo>
                <a:lnTo>
                  <a:pt x="52059" y="28632"/>
                </a:lnTo>
                <a:close/>
              </a:path>
            </a:pathLst>
          </a:custGeom>
          <a:solidFill>
            <a:srgbClr val="FFF6D8"/>
          </a:solidFill>
          <a:ln w="3904">
            <a:solidFill>
              <a:srgbClr val="FFF6D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3" name="Kształt 317"/>
          <p:cNvSpPr/>
          <p:nvPr/>
        </p:nvSpPr>
        <p:spPr>
          <a:xfrm>
            <a:off x="9536983" y="4428843"/>
            <a:ext cx="135353" cy="533604"/>
          </a:xfrm>
          <a:custGeom>
            <a:avLst/>
            <a:gdLst/>
            <a:ahLst/>
            <a:cxnLst/>
            <a:rect l="0" t="0" r="r" b="b"/>
            <a:pathLst>
              <a:path w="135353" h="533604">
                <a:moveTo>
                  <a:pt x="0" y="0"/>
                </a:moveTo>
                <a:lnTo>
                  <a:pt x="104118" y="0"/>
                </a:lnTo>
                <a:lnTo>
                  <a:pt x="135353" y="533604"/>
                </a:lnTo>
                <a:lnTo>
                  <a:pt x="52059" y="53360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4" name="Kształt 318"/>
          <p:cNvSpPr/>
          <p:nvPr/>
        </p:nvSpPr>
        <p:spPr>
          <a:xfrm>
            <a:off x="9641101" y="4428843"/>
            <a:ext cx="114530" cy="533604"/>
          </a:xfrm>
          <a:custGeom>
            <a:avLst/>
            <a:gdLst/>
            <a:ahLst/>
            <a:cxnLst/>
            <a:rect l="0" t="0" r="r" b="b"/>
            <a:pathLst>
              <a:path w="114530" h="533604">
                <a:moveTo>
                  <a:pt x="0" y="0"/>
                </a:moveTo>
                <a:lnTo>
                  <a:pt x="104118" y="0"/>
                </a:lnTo>
                <a:lnTo>
                  <a:pt x="114530" y="533604"/>
                </a:lnTo>
                <a:lnTo>
                  <a:pt x="31235" y="5336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5" name="Kształt 319"/>
          <p:cNvSpPr/>
          <p:nvPr/>
        </p:nvSpPr>
        <p:spPr>
          <a:xfrm>
            <a:off x="9745218" y="4428843"/>
            <a:ext cx="104118" cy="533604"/>
          </a:xfrm>
          <a:custGeom>
            <a:avLst/>
            <a:gdLst/>
            <a:ahLst/>
            <a:cxnLst/>
            <a:rect l="0" t="0" r="r" b="b"/>
            <a:pathLst>
              <a:path w="104118" h="533604">
                <a:moveTo>
                  <a:pt x="0" y="0"/>
                </a:moveTo>
                <a:lnTo>
                  <a:pt x="104118" y="0"/>
                </a:lnTo>
                <a:lnTo>
                  <a:pt x="93706" y="533604"/>
                </a:lnTo>
                <a:lnTo>
                  <a:pt x="10412" y="53360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6" name="Kształt 320"/>
          <p:cNvSpPr/>
          <p:nvPr/>
        </p:nvSpPr>
        <p:spPr>
          <a:xfrm>
            <a:off x="9838924" y="4428843"/>
            <a:ext cx="114530" cy="533604"/>
          </a:xfrm>
          <a:custGeom>
            <a:avLst/>
            <a:gdLst/>
            <a:ahLst/>
            <a:cxnLst/>
            <a:rect l="0" t="0" r="r" b="b"/>
            <a:pathLst>
              <a:path w="114530" h="533604">
                <a:moveTo>
                  <a:pt x="10412" y="0"/>
                </a:moveTo>
                <a:lnTo>
                  <a:pt x="114530" y="0"/>
                </a:lnTo>
                <a:lnTo>
                  <a:pt x="83294" y="533604"/>
                </a:lnTo>
                <a:lnTo>
                  <a:pt x="0" y="5336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7" name="Kształt 321"/>
          <p:cNvSpPr/>
          <p:nvPr/>
        </p:nvSpPr>
        <p:spPr>
          <a:xfrm>
            <a:off x="9922219" y="4428843"/>
            <a:ext cx="135353" cy="533604"/>
          </a:xfrm>
          <a:custGeom>
            <a:avLst/>
            <a:gdLst/>
            <a:ahLst/>
            <a:cxnLst/>
            <a:rect l="0" t="0" r="r" b="b"/>
            <a:pathLst>
              <a:path w="135353" h="533604">
                <a:moveTo>
                  <a:pt x="31235" y="0"/>
                </a:moveTo>
                <a:lnTo>
                  <a:pt x="135353" y="0"/>
                </a:lnTo>
                <a:lnTo>
                  <a:pt x="83294" y="533604"/>
                </a:lnTo>
                <a:lnTo>
                  <a:pt x="0" y="53360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8" name="Kształt 322"/>
          <p:cNvSpPr/>
          <p:nvPr/>
        </p:nvSpPr>
        <p:spPr>
          <a:xfrm>
            <a:off x="10526102" y="4572005"/>
            <a:ext cx="468530" cy="416471"/>
          </a:xfrm>
          <a:custGeom>
            <a:avLst/>
            <a:gdLst/>
            <a:ahLst/>
            <a:cxnLst/>
            <a:rect l="0" t="0" r="r" b="b"/>
            <a:pathLst>
              <a:path w="468530" h="416471">
                <a:moveTo>
                  <a:pt x="0" y="0"/>
                </a:moveTo>
                <a:lnTo>
                  <a:pt x="468530" y="0"/>
                </a:lnTo>
                <a:lnTo>
                  <a:pt x="416471" y="416471"/>
                </a:lnTo>
                <a:lnTo>
                  <a:pt x="52059" y="416471"/>
                </a:lnTo>
                <a:close/>
              </a:path>
            </a:pathLst>
          </a:custGeom>
          <a:solidFill>
            <a:srgbClr val="F6D2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9" name="Kształt 323"/>
          <p:cNvSpPr/>
          <p:nvPr/>
        </p:nvSpPr>
        <p:spPr>
          <a:xfrm>
            <a:off x="10760367" y="4572005"/>
            <a:ext cx="234265" cy="416471"/>
          </a:xfrm>
          <a:custGeom>
            <a:avLst/>
            <a:gdLst/>
            <a:ahLst/>
            <a:cxnLst/>
            <a:rect l="0" t="0" r="r" b="b"/>
            <a:pathLst>
              <a:path w="234265" h="416471">
                <a:moveTo>
                  <a:pt x="0" y="0"/>
                </a:moveTo>
                <a:lnTo>
                  <a:pt x="234265" y="0"/>
                </a:lnTo>
                <a:lnTo>
                  <a:pt x="182206" y="416471"/>
                </a:lnTo>
                <a:lnTo>
                  <a:pt x="0" y="416471"/>
                </a:lnTo>
                <a:close/>
              </a:path>
            </a:pathLst>
          </a:custGeom>
          <a:solidFill>
            <a:srgbClr val="ECBCC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0" name="Kształt 324"/>
          <p:cNvSpPr/>
          <p:nvPr/>
        </p:nvSpPr>
        <p:spPr>
          <a:xfrm>
            <a:off x="10526102" y="4572005"/>
            <a:ext cx="468530" cy="65074"/>
          </a:xfrm>
          <a:custGeom>
            <a:avLst/>
            <a:gdLst/>
            <a:ahLst/>
            <a:cxnLst/>
            <a:rect l="0" t="0" r="r" b="b"/>
            <a:pathLst>
              <a:path w="468530" h="65074">
                <a:moveTo>
                  <a:pt x="0" y="0"/>
                </a:moveTo>
                <a:lnTo>
                  <a:pt x="468530" y="0"/>
                </a:lnTo>
                <a:lnTo>
                  <a:pt x="462023" y="65074"/>
                </a:lnTo>
                <a:lnTo>
                  <a:pt x="6507" y="6507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1" name="Kształt 325"/>
          <p:cNvSpPr/>
          <p:nvPr/>
        </p:nvSpPr>
        <p:spPr>
          <a:xfrm>
            <a:off x="10719370" y="4532961"/>
            <a:ext cx="93055" cy="67026"/>
          </a:xfrm>
          <a:custGeom>
            <a:avLst/>
            <a:gdLst/>
            <a:ahLst/>
            <a:cxnLst/>
            <a:rect l="0" t="0" r="r" b="b"/>
            <a:pathLst>
              <a:path w="93055" h="67026">
                <a:moveTo>
                  <a:pt x="93055" y="0"/>
                </a:moveTo>
                <a:lnTo>
                  <a:pt x="59868" y="67026"/>
                </a:lnTo>
                <a:lnTo>
                  <a:pt x="0" y="28632"/>
                </a:lnTo>
                <a:close/>
              </a:path>
            </a:pathLst>
          </a:custGeom>
          <a:solidFill>
            <a:srgbClr val="DCBB7F"/>
          </a:solidFill>
          <a:ln w="3904">
            <a:solidFill>
              <a:srgbClr val="DCBB7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2" name="Kształt 326"/>
          <p:cNvSpPr/>
          <p:nvPr/>
        </p:nvSpPr>
        <p:spPr>
          <a:xfrm>
            <a:off x="10719370" y="4523851"/>
            <a:ext cx="93055" cy="37743"/>
          </a:xfrm>
          <a:custGeom>
            <a:avLst/>
            <a:gdLst/>
            <a:ahLst/>
            <a:cxnLst/>
            <a:rect l="0" t="0" r="r" b="b"/>
            <a:pathLst>
              <a:path w="93055" h="37743">
                <a:moveTo>
                  <a:pt x="93055" y="9110"/>
                </a:moveTo>
                <a:lnTo>
                  <a:pt x="0" y="37743"/>
                </a:lnTo>
                <a:lnTo>
                  <a:pt x="18871" y="0"/>
                </a:lnTo>
                <a:close/>
              </a:path>
            </a:pathLst>
          </a:custGeom>
          <a:solidFill>
            <a:srgbClr val="EBD09A"/>
          </a:solidFill>
          <a:ln w="3904">
            <a:solidFill>
              <a:srgbClr val="EBD09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3" name="Kształt 327"/>
          <p:cNvSpPr/>
          <p:nvPr/>
        </p:nvSpPr>
        <p:spPr>
          <a:xfrm>
            <a:off x="10643234" y="4512138"/>
            <a:ext cx="95007" cy="49456"/>
          </a:xfrm>
          <a:custGeom>
            <a:avLst/>
            <a:gdLst/>
            <a:ahLst/>
            <a:cxnLst/>
            <a:rect l="0" t="0" r="r" b="b"/>
            <a:pathLst>
              <a:path w="95007" h="49456">
                <a:moveTo>
                  <a:pt x="0" y="0"/>
                </a:moveTo>
                <a:lnTo>
                  <a:pt x="95007" y="11713"/>
                </a:lnTo>
                <a:lnTo>
                  <a:pt x="76136" y="49456"/>
                </a:lnTo>
                <a:close/>
              </a:path>
            </a:pathLst>
          </a:custGeom>
          <a:solidFill>
            <a:srgbClr val="EFD5A1"/>
          </a:solidFill>
          <a:ln w="3904">
            <a:solidFill>
              <a:srgbClr val="EFD5A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4" name="Kształt 328"/>
          <p:cNvSpPr/>
          <p:nvPr/>
        </p:nvSpPr>
        <p:spPr>
          <a:xfrm>
            <a:off x="10671867" y="4581116"/>
            <a:ext cx="107371" cy="54662"/>
          </a:xfrm>
          <a:custGeom>
            <a:avLst/>
            <a:gdLst/>
            <a:ahLst/>
            <a:cxnLst/>
            <a:rect l="0" t="0" r="r" b="b"/>
            <a:pathLst>
              <a:path w="107371" h="54662">
                <a:moveTo>
                  <a:pt x="107371" y="18871"/>
                </a:moveTo>
                <a:lnTo>
                  <a:pt x="22125" y="54662"/>
                </a:lnTo>
                <a:lnTo>
                  <a:pt x="0" y="0"/>
                </a:lnTo>
                <a:close/>
              </a:path>
            </a:pathLst>
          </a:custGeom>
          <a:solidFill>
            <a:srgbClr val="DEBD82"/>
          </a:solidFill>
          <a:ln w="3904">
            <a:solidFill>
              <a:srgbClr val="DEBD8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5" name="Kształt 329"/>
          <p:cNvSpPr/>
          <p:nvPr/>
        </p:nvSpPr>
        <p:spPr>
          <a:xfrm>
            <a:off x="10671867" y="4561593"/>
            <a:ext cx="107371" cy="38393"/>
          </a:xfrm>
          <a:custGeom>
            <a:avLst/>
            <a:gdLst/>
            <a:ahLst/>
            <a:cxnLst/>
            <a:rect l="0" t="0" r="r" b="b"/>
            <a:pathLst>
              <a:path w="107371" h="38393">
                <a:moveTo>
                  <a:pt x="107371" y="38393"/>
                </a:moveTo>
                <a:lnTo>
                  <a:pt x="0" y="19522"/>
                </a:lnTo>
                <a:lnTo>
                  <a:pt x="47504" y="0"/>
                </a:lnTo>
                <a:close/>
              </a:path>
            </a:pathLst>
          </a:custGeom>
          <a:solidFill>
            <a:srgbClr val="DEBE83"/>
          </a:solidFill>
          <a:ln w="3904">
            <a:solidFill>
              <a:srgbClr val="DEBE8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6" name="Kształt 330"/>
          <p:cNvSpPr/>
          <p:nvPr/>
        </p:nvSpPr>
        <p:spPr>
          <a:xfrm>
            <a:off x="10643234" y="4512138"/>
            <a:ext cx="76136" cy="68978"/>
          </a:xfrm>
          <a:custGeom>
            <a:avLst/>
            <a:gdLst/>
            <a:ahLst/>
            <a:cxnLst/>
            <a:rect l="0" t="0" r="r" b="b"/>
            <a:pathLst>
              <a:path w="76136" h="68978">
                <a:moveTo>
                  <a:pt x="0" y="0"/>
                </a:moveTo>
                <a:lnTo>
                  <a:pt x="76136" y="49456"/>
                </a:lnTo>
                <a:lnTo>
                  <a:pt x="28632" y="68978"/>
                </a:lnTo>
                <a:close/>
              </a:path>
            </a:pathLst>
          </a:custGeom>
          <a:solidFill>
            <a:srgbClr val="F2DAA7"/>
          </a:solidFill>
          <a:ln w="3904">
            <a:solidFill>
              <a:srgbClr val="F2DAA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7" name="Kształt 331"/>
          <p:cNvSpPr/>
          <p:nvPr/>
        </p:nvSpPr>
        <p:spPr>
          <a:xfrm>
            <a:off x="10597683" y="4574608"/>
            <a:ext cx="96309" cy="61169"/>
          </a:xfrm>
          <a:custGeom>
            <a:avLst/>
            <a:gdLst/>
            <a:ahLst/>
            <a:cxnLst/>
            <a:rect l="0" t="0" r="r" b="b"/>
            <a:pathLst>
              <a:path w="96309" h="61169">
                <a:moveTo>
                  <a:pt x="96309" y="61169"/>
                </a:moveTo>
                <a:lnTo>
                  <a:pt x="0" y="48805"/>
                </a:lnTo>
                <a:lnTo>
                  <a:pt x="20173" y="0"/>
                </a:lnTo>
                <a:close/>
              </a:path>
            </a:pathLst>
          </a:custGeom>
          <a:solidFill>
            <a:srgbClr val="E1C289"/>
          </a:solidFill>
          <a:ln w="3904">
            <a:solidFill>
              <a:srgbClr val="E1C28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8" name="Kształt 332"/>
          <p:cNvSpPr/>
          <p:nvPr/>
        </p:nvSpPr>
        <p:spPr>
          <a:xfrm>
            <a:off x="10617855" y="4574608"/>
            <a:ext cx="76136" cy="61169"/>
          </a:xfrm>
          <a:custGeom>
            <a:avLst/>
            <a:gdLst/>
            <a:ahLst/>
            <a:cxnLst/>
            <a:rect l="0" t="0" r="r" b="b"/>
            <a:pathLst>
              <a:path w="76136" h="61169">
                <a:moveTo>
                  <a:pt x="76136" y="61169"/>
                </a:moveTo>
                <a:lnTo>
                  <a:pt x="0" y="0"/>
                </a:lnTo>
                <a:lnTo>
                  <a:pt x="54011" y="6507"/>
                </a:lnTo>
                <a:close/>
              </a:path>
            </a:pathLst>
          </a:custGeom>
          <a:solidFill>
            <a:srgbClr val="E8CB94"/>
          </a:solidFill>
          <a:ln w="3904">
            <a:solidFill>
              <a:srgbClr val="E8CB9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9" name="Kształt 333"/>
          <p:cNvSpPr/>
          <p:nvPr/>
        </p:nvSpPr>
        <p:spPr>
          <a:xfrm>
            <a:off x="10617855" y="4512138"/>
            <a:ext cx="54011" cy="68978"/>
          </a:xfrm>
          <a:custGeom>
            <a:avLst/>
            <a:gdLst/>
            <a:ahLst/>
            <a:cxnLst/>
            <a:rect l="0" t="0" r="r" b="b"/>
            <a:pathLst>
              <a:path w="54011" h="68978">
                <a:moveTo>
                  <a:pt x="25379" y="0"/>
                </a:moveTo>
                <a:lnTo>
                  <a:pt x="54011" y="68978"/>
                </a:lnTo>
                <a:lnTo>
                  <a:pt x="0" y="62471"/>
                </a:lnTo>
                <a:close/>
              </a:path>
            </a:pathLst>
          </a:custGeom>
          <a:solidFill>
            <a:srgbClr val="F0D7A3"/>
          </a:solidFill>
          <a:ln w="3904">
            <a:solidFill>
              <a:srgbClr val="F0D7A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0" name="Kształt 334"/>
          <p:cNvSpPr/>
          <p:nvPr/>
        </p:nvSpPr>
        <p:spPr>
          <a:xfrm>
            <a:off x="10534561" y="4544024"/>
            <a:ext cx="63121" cy="79390"/>
          </a:xfrm>
          <a:custGeom>
            <a:avLst/>
            <a:gdLst/>
            <a:ahLst/>
            <a:cxnLst/>
            <a:rect l="0" t="0" r="r" b="b"/>
            <a:pathLst>
              <a:path w="63121" h="79390">
                <a:moveTo>
                  <a:pt x="63121" y="79390"/>
                </a:moveTo>
                <a:lnTo>
                  <a:pt x="0" y="24728"/>
                </a:lnTo>
                <a:lnTo>
                  <a:pt x="48154" y="0"/>
                </a:lnTo>
                <a:close/>
              </a:path>
            </a:pathLst>
          </a:custGeom>
          <a:solidFill>
            <a:srgbClr val="F7E1B3"/>
          </a:solidFill>
          <a:ln w="3904">
            <a:solidFill>
              <a:srgbClr val="F7E1B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1" name="Kształt 335"/>
          <p:cNvSpPr/>
          <p:nvPr/>
        </p:nvSpPr>
        <p:spPr>
          <a:xfrm>
            <a:off x="10582716" y="4544024"/>
            <a:ext cx="35140" cy="79390"/>
          </a:xfrm>
          <a:custGeom>
            <a:avLst/>
            <a:gdLst/>
            <a:ahLst/>
            <a:cxnLst/>
            <a:rect l="0" t="0" r="r" b="b"/>
            <a:pathLst>
              <a:path w="35140" h="79390">
                <a:moveTo>
                  <a:pt x="14967" y="79390"/>
                </a:moveTo>
                <a:lnTo>
                  <a:pt x="0" y="0"/>
                </a:lnTo>
                <a:lnTo>
                  <a:pt x="35140" y="30585"/>
                </a:lnTo>
                <a:close/>
              </a:path>
            </a:pathLst>
          </a:custGeom>
          <a:solidFill>
            <a:srgbClr val="EFD6A2"/>
          </a:solidFill>
          <a:ln w="3904">
            <a:solidFill>
              <a:srgbClr val="EFD6A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2" name="Kształt 336"/>
          <p:cNvSpPr/>
          <p:nvPr/>
        </p:nvSpPr>
        <p:spPr>
          <a:xfrm>
            <a:off x="10582716" y="4512138"/>
            <a:ext cx="60518" cy="62471"/>
          </a:xfrm>
          <a:custGeom>
            <a:avLst/>
            <a:gdLst/>
            <a:ahLst/>
            <a:cxnLst/>
            <a:rect l="0" t="0" r="r" b="b"/>
            <a:pathLst>
              <a:path w="60518" h="62471">
                <a:moveTo>
                  <a:pt x="60518" y="0"/>
                </a:moveTo>
                <a:lnTo>
                  <a:pt x="35140" y="62471"/>
                </a:lnTo>
                <a:lnTo>
                  <a:pt x="0" y="31886"/>
                </a:lnTo>
                <a:close/>
              </a:path>
            </a:pathLst>
          </a:custGeom>
          <a:solidFill>
            <a:srgbClr val="F8E4B8"/>
          </a:solidFill>
          <a:ln w="3904">
            <a:solidFill>
              <a:srgbClr val="F8E4B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3" name="Kształt 337"/>
          <p:cNvSpPr/>
          <p:nvPr/>
        </p:nvSpPr>
        <p:spPr>
          <a:xfrm>
            <a:off x="10534561" y="4497171"/>
            <a:ext cx="48154" cy="71581"/>
          </a:xfrm>
          <a:custGeom>
            <a:avLst/>
            <a:gdLst/>
            <a:ahLst/>
            <a:cxnLst/>
            <a:rect l="0" t="0" r="r" b="b"/>
            <a:pathLst>
              <a:path w="48154" h="71581">
                <a:moveTo>
                  <a:pt x="0" y="71581"/>
                </a:moveTo>
                <a:lnTo>
                  <a:pt x="0" y="0"/>
                </a:lnTo>
                <a:lnTo>
                  <a:pt x="48154" y="6507"/>
                </a:lnTo>
                <a:close/>
              </a:path>
            </a:pathLst>
          </a:custGeom>
          <a:solidFill>
            <a:srgbClr val="FBEAC5"/>
          </a:solidFill>
          <a:ln w="3904">
            <a:solidFill>
              <a:srgbClr val="FBEAC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4" name="Kształt 338"/>
          <p:cNvSpPr/>
          <p:nvPr/>
        </p:nvSpPr>
        <p:spPr>
          <a:xfrm>
            <a:off x="10534561" y="4503678"/>
            <a:ext cx="48154" cy="65074"/>
          </a:xfrm>
          <a:custGeom>
            <a:avLst/>
            <a:gdLst/>
            <a:ahLst/>
            <a:cxnLst/>
            <a:rect l="0" t="0" r="r" b="b"/>
            <a:pathLst>
              <a:path w="48154" h="65074">
                <a:moveTo>
                  <a:pt x="0" y="65074"/>
                </a:moveTo>
                <a:lnTo>
                  <a:pt x="48154" y="0"/>
                </a:lnTo>
                <a:lnTo>
                  <a:pt x="48154" y="40346"/>
                </a:lnTo>
                <a:close/>
              </a:path>
            </a:pathLst>
          </a:custGeom>
          <a:solidFill>
            <a:srgbClr val="FBEAC3"/>
          </a:solidFill>
          <a:ln w="3904">
            <a:solidFill>
              <a:srgbClr val="FBEA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5" name="Kształt 339"/>
          <p:cNvSpPr/>
          <p:nvPr/>
        </p:nvSpPr>
        <p:spPr>
          <a:xfrm>
            <a:off x="10582716" y="4503678"/>
            <a:ext cx="60518" cy="40346"/>
          </a:xfrm>
          <a:custGeom>
            <a:avLst/>
            <a:gdLst/>
            <a:ahLst/>
            <a:cxnLst/>
            <a:rect l="0" t="0" r="r" b="b"/>
            <a:pathLst>
              <a:path w="60518" h="40346">
                <a:moveTo>
                  <a:pt x="60518" y="8460"/>
                </a:moveTo>
                <a:lnTo>
                  <a:pt x="0" y="40346"/>
                </a:lnTo>
                <a:lnTo>
                  <a:pt x="0" y="0"/>
                </a:lnTo>
                <a:close/>
              </a:path>
            </a:pathLst>
          </a:custGeom>
          <a:solidFill>
            <a:srgbClr val="F9E6BC"/>
          </a:solidFill>
          <a:ln w="3904">
            <a:solidFill>
              <a:srgbClr val="F9E6B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6" name="Kształt 340"/>
          <p:cNvSpPr/>
          <p:nvPr/>
        </p:nvSpPr>
        <p:spPr>
          <a:xfrm>
            <a:off x="10534561" y="4442509"/>
            <a:ext cx="83294" cy="54662"/>
          </a:xfrm>
          <a:custGeom>
            <a:avLst/>
            <a:gdLst/>
            <a:ahLst/>
            <a:cxnLst/>
            <a:rect l="0" t="0" r="r" b="b"/>
            <a:pathLst>
              <a:path w="83294" h="54662">
                <a:moveTo>
                  <a:pt x="0" y="54662"/>
                </a:moveTo>
                <a:lnTo>
                  <a:pt x="63121" y="0"/>
                </a:lnTo>
                <a:lnTo>
                  <a:pt x="83294" y="30585"/>
                </a:lnTo>
                <a:close/>
              </a:path>
            </a:pathLst>
          </a:custGeom>
          <a:solidFill>
            <a:srgbClr val="FFF3D6"/>
          </a:solidFill>
          <a:ln w="3904">
            <a:solidFill>
              <a:srgbClr val="FFF3D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7" name="Kształt 341"/>
          <p:cNvSpPr/>
          <p:nvPr/>
        </p:nvSpPr>
        <p:spPr>
          <a:xfrm>
            <a:off x="10534561" y="4473093"/>
            <a:ext cx="83294" cy="30585"/>
          </a:xfrm>
          <a:custGeom>
            <a:avLst/>
            <a:gdLst/>
            <a:ahLst/>
            <a:cxnLst/>
            <a:rect l="0" t="0" r="r" b="b"/>
            <a:pathLst>
              <a:path w="83294" h="30585">
                <a:moveTo>
                  <a:pt x="0" y="24077"/>
                </a:moveTo>
                <a:lnTo>
                  <a:pt x="83294" y="0"/>
                </a:lnTo>
                <a:lnTo>
                  <a:pt x="48154" y="30585"/>
                </a:lnTo>
                <a:close/>
              </a:path>
            </a:pathLst>
          </a:custGeom>
          <a:solidFill>
            <a:srgbClr val="FDEECC"/>
          </a:solidFill>
          <a:ln w="3904">
            <a:solidFill>
              <a:srgbClr val="FDEEC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8" name="Kształt 342"/>
          <p:cNvSpPr/>
          <p:nvPr/>
        </p:nvSpPr>
        <p:spPr>
          <a:xfrm>
            <a:off x="10582716" y="4473093"/>
            <a:ext cx="60518" cy="39044"/>
          </a:xfrm>
          <a:custGeom>
            <a:avLst/>
            <a:gdLst/>
            <a:ahLst/>
            <a:cxnLst/>
            <a:rect l="0" t="0" r="r" b="b"/>
            <a:pathLst>
              <a:path w="60518" h="39044">
                <a:moveTo>
                  <a:pt x="60518" y="39044"/>
                </a:moveTo>
                <a:lnTo>
                  <a:pt x="0" y="30585"/>
                </a:lnTo>
                <a:lnTo>
                  <a:pt x="35140" y="0"/>
                </a:lnTo>
                <a:close/>
              </a:path>
            </a:pathLst>
          </a:custGeom>
          <a:solidFill>
            <a:srgbClr val="FDEECB"/>
          </a:solidFill>
          <a:ln w="3904">
            <a:solidFill>
              <a:srgbClr val="FDEEC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9" name="Kształt 343"/>
          <p:cNvSpPr/>
          <p:nvPr/>
        </p:nvSpPr>
        <p:spPr>
          <a:xfrm>
            <a:off x="10597683" y="4430145"/>
            <a:ext cx="96309" cy="36441"/>
          </a:xfrm>
          <a:custGeom>
            <a:avLst/>
            <a:gdLst/>
            <a:ahLst/>
            <a:cxnLst/>
            <a:rect l="0" t="0" r="r" b="b"/>
            <a:pathLst>
              <a:path w="96309" h="36441">
                <a:moveTo>
                  <a:pt x="0" y="12364"/>
                </a:moveTo>
                <a:lnTo>
                  <a:pt x="96309" y="0"/>
                </a:lnTo>
                <a:lnTo>
                  <a:pt x="74184" y="36441"/>
                </a:lnTo>
                <a:close/>
              </a:path>
            </a:pathLst>
          </a:custGeom>
          <a:solidFill>
            <a:srgbClr val="FDF0CF"/>
          </a:solidFill>
          <a:ln w="3904">
            <a:solidFill>
              <a:srgbClr val="FDF0C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0" name="Kształt 344"/>
          <p:cNvSpPr/>
          <p:nvPr/>
        </p:nvSpPr>
        <p:spPr>
          <a:xfrm>
            <a:off x="10597683" y="4442509"/>
            <a:ext cx="74184" cy="30585"/>
          </a:xfrm>
          <a:custGeom>
            <a:avLst/>
            <a:gdLst/>
            <a:ahLst/>
            <a:cxnLst/>
            <a:rect l="0" t="0" r="r" b="b"/>
            <a:pathLst>
              <a:path w="74184" h="30585">
                <a:moveTo>
                  <a:pt x="0" y="0"/>
                </a:moveTo>
                <a:lnTo>
                  <a:pt x="74184" y="24077"/>
                </a:lnTo>
                <a:lnTo>
                  <a:pt x="20173" y="30585"/>
                </a:lnTo>
                <a:close/>
              </a:path>
            </a:pathLst>
          </a:custGeom>
          <a:solidFill>
            <a:srgbClr val="FFF3D6"/>
          </a:solidFill>
          <a:ln w="3904">
            <a:solidFill>
              <a:srgbClr val="FFF3D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1" name="Kształt 345"/>
          <p:cNvSpPr/>
          <p:nvPr/>
        </p:nvSpPr>
        <p:spPr>
          <a:xfrm>
            <a:off x="10617855" y="4466586"/>
            <a:ext cx="54011" cy="45552"/>
          </a:xfrm>
          <a:custGeom>
            <a:avLst/>
            <a:gdLst/>
            <a:ahLst/>
            <a:cxnLst/>
            <a:rect l="0" t="0" r="r" b="b"/>
            <a:pathLst>
              <a:path w="54011" h="45552">
                <a:moveTo>
                  <a:pt x="25379" y="45552"/>
                </a:moveTo>
                <a:lnTo>
                  <a:pt x="0" y="6507"/>
                </a:lnTo>
                <a:lnTo>
                  <a:pt x="54011" y="0"/>
                </a:lnTo>
                <a:close/>
              </a:path>
            </a:pathLst>
          </a:custGeom>
          <a:solidFill>
            <a:srgbClr val="FBE9C2"/>
          </a:solidFill>
          <a:ln w="3904">
            <a:solidFill>
              <a:srgbClr val="FBE9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2" name="Kształt 346"/>
          <p:cNvSpPr/>
          <p:nvPr/>
        </p:nvSpPr>
        <p:spPr>
          <a:xfrm>
            <a:off x="10693992" y="4430145"/>
            <a:ext cx="85246" cy="55963"/>
          </a:xfrm>
          <a:custGeom>
            <a:avLst/>
            <a:gdLst/>
            <a:ahLst/>
            <a:cxnLst/>
            <a:rect l="0" t="0" r="r" b="b"/>
            <a:pathLst>
              <a:path w="85246" h="55963">
                <a:moveTo>
                  <a:pt x="0" y="0"/>
                </a:moveTo>
                <a:lnTo>
                  <a:pt x="85246" y="35790"/>
                </a:lnTo>
                <a:lnTo>
                  <a:pt x="25379" y="55963"/>
                </a:lnTo>
                <a:close/>
              </a:path>
            </a:pathLst>
          </a:custGeom>
          <a:solidFill>
            <a:srgbClr val="FBE9C3"/>
          </a:solidFill>
          <a:ln w="3904">
            <a:solidFill>
              <a:srgbClr val="FBE9C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3" name="Kształt 347"/>
          <p:cNvSpPr/>
          <p:nvPr/>
        </p:nvSpPr>
        <p:spPr>
          <a:xfrm>
            <a:off x="10671867" y="4430145"/>
            <a:ext cx="47504" cy="55963"/>
          </a:xfrm>
          <a:custGeom>
            <a:avLst/>
            <a:gdLst/>
            <a:ahLst/>
            <a:cxnLst/>
            <a:rect l="0" t="0" r="r" b="b"/>
            <a:pathLst>
              <a:path w="47504" h="55963">
                <a:moveTo>
                  <a:pt x="22125" y="0"/>
                </a:moveTo>
                <a:lnTo>
                  <a:pt x="47504" y="55963"/>
                </a:lnTo>
                <a:lnTo>
                  <a:pt x="0" y="36441"/>
                </a:lnTo>
                <a:close/>
              </a:path>
            </a:pathLst>
          </a:custGeom>
          <a:solidFill>
            <a:srgbClr val="FAE9C2"/>
          </a:solidFill>
          <a:ln w="3904">
            <a:solidFill>
              <a:srgbClr val="FAE9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4" name="Kształt 348"/>
          <p:cNvSpPr/>
          <p:nvPr/>
        </p:nvSpPr>
        <p:spPr>
          <a:xfrm>
            <a:off x="10643234" y="4466586"/>
            <a:ext cx="76136" cy="45552"/>
          </a:xfrm>
          <a:custGeom>
            <a:avLst/>
            <a:gdLst/>
            <a:ahLst/>
            <a:cxnLst/>
            <a:rect l="0" t="0" r="r" b="b"/>
            <a:pathLst>
              <a:path w="76136" h="45552">
                <a:moveTo>
                  <a:pt x="0" y="45552"/>
                </a:moveTo>
                <a:lnTo>
                  <a:pt x="28632" y="0"/>
                </a:lnTo>
                <a:lnTo>
                  <a:pt x="76136" y="19522"/>
                </a:lnTo>
                <a:close/>
              </a:path>
            </a:pathLst>
          </a:custGeom>
          <a:solidFill>
            <a:srgbClr val="FBE9C2"/>
          </a:solidFill>
          <a:ln w="3904">
            <a:solidFill>
              <a:srgbClr val="FBE9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5" name="Kształt 349"/>
          <p:cNvSpPr/>
          <p:nvPr/>
        </p:nvSpPr>
        <p:spPr>
          <a:xfrm>
            <a:off x="10738242" y="4465935"/>
            <a:ext cx="74184" cy="67026"/>
          </a:xfrm>
          <a:custGeom>
            <a:avLst/>
            <a:gdLst/>
            <a:ahLst/>
            <a:cxnLst/>
            <a:rect l="0" t="0" r="r" b="b"/>
            <a:pathLst>
              <a:path w="74184" h="67026">
                <a:moveTo>
                  <a:pt x="40996" y="0"/>
                </a:moveTo>
                <a:lnTo>
                  <a:pt x="74184" y="67026"/>
                </a:lnTo>
                <a:lnTo>
                  <a:pt x="0" y="57916"/>
                </a:lnTo>
                <a:close/>
              </a:path>
            </a:pathLst>
          </a:custGeom>
          <a:solidFill>
            <a:srgbClr val="EBD19B"/>
          </a:solidFill>
          <a:ln w="3904">
            <a:solidFill>
              <a:srgbClr val="EBD19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6" name="Kształt 350"/>
          <p:cNvSpPr/>
          <p:nvPr/>
        </p:nvSpPr>
        <p:spPr>
          <a:xfrm>
            <a:off x="10719370" y="4465935"/>
            <a:ext cx="59868" cy="57916"/>
          </a:xfrm>
          <a:custGeom>
            <a:avLst/>
            <a:gdLst/>
            <a:ahLst/>
            <a:cxnLst/>
            <a:rect l="0" t="0" r="r" b="b"/>
            <a:pathLst>
              <a:path w="59868" h="57916">
                <a:moveTo>
                  <a:pt x="59868" y="0"/>
                </a:moveTo>
                <a:lnTo>
                  <a:pt x="18871" y="57916"/>
                </a:lnTo>
                <a:lnTo>
                  <a:pt x="0" y="20173"/>
                </a:lnTo>
                <a:close/>
              </a:path>
            </a:pathLst>
          </a:custGeom>
          <a:solidFill>
            <a:srgbClr val="F7E2B4"/>
          </a:solidFill>
          <a:ln w="3904">
            <a:solidFill>
              <a:srgbClr val="F7E2B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7" name="Kształt 351"/>
          <p:cNvSpPr/>
          <p:nvPr/>
        </p:nvSpPr>
        <p:spPr>
          <a:xfrm>
            <a:off x="10643234" y="4486108"/>
            <a:ext cx="95007" cy="37743"/>
          </a:xfrm>
          <a:custGeom>
            <a:avLst/>
            <a:gdLst/>
            <a:ahLst/>
            <a:cxnLst/>
            <a:rect l="0" t="0" r="r" b="b"/>
            <a:pathLst>
              <a:path w="95007" h="37743">
                <a:moveTo>
                  <a:pt x="0" y="26029"/>
                </a:moveTo>
                <a:lnTo>
                  <a:pt x="76136" y="0"/>
                </a:lnTo>
                <a:lnTo>
                  <a:pt x="95007" y="37743"/>
                </a:lnTo>
                <a:close/>
              </a:path>
            </a:pathLst>
          </a:custGeom>
          <a:solidFill>
            <a:srgbClr val="F6DFAE"/>
          </a:solidFill>
          <a:ln w="3904">
            <a:solidFill>
              <a:srgbClr val="F6DFA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8" name="Kształt 352"/>
          <p:cNvSpPr/>
          <p:nvPr/>
        </p:nvSpPr>
        <p:spPr>
          <a:xfrm>
            <a:off x="10914591" y="4506932"/>
            <a:ext cx="93055" cy="67026"/>
          </a:xfrm>
          <a:custGeom>
            <a:avLst/>
            <a:gdLst/>
            <a:ahLst/>
            <a:cxnLst/>
            <a:rect l="0" t="0" r="r" b="b"/>
            <a:pathLst>
              <a:path w="93055" h="67026">
                <a:moveTo>
                  <a:pt x="93055" y="0"/>
                </a:moveTo>
                <a:lnTo>
                  <a:pt x="59868" y="67026"/>
                </a:lnTo>
                <a:lnTo>
                  <a:pt x="0" y="28632"/>
                </a:lnTo>
                <a:close/>
              </a:path>
            </a:pathLst>
          </a:custGeom>
          <a:solidFill>
            <a:srgbClr val="60351D"/>
          </a:solidFill>
          <a:ln w="3904">
            <a:solidFill>
              <a:srgbClr val="6035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9" name="Kształt 353"/>
          <p:cNvSpPr/>
          <p:nvPr/>
        </p:nvSpPr>
        <p:spPr>
          <a:xfrm>
            <a:off x="10914591" y="4497821"/>
            <a:ext cx="93055" cy="37743"/>
          </a:xfrm>
          <a:custGeom>
            <a:avLst/>
            <a:gdLst/>
            <a:ahLst/>
            <a:cxnLst/>
            <a:rect l="0" t="0" r="r" b="b"/>
            <a:pathLst>
              <a:path w="93055" h="37743">
                <a:moveTo>
                  <a:pt x="93055" y="9110"/>
                </a:moveTo>
                <a:lnTo>
                  <a:pt x="0" y="37743"/>
                </a:lnTo>
                <a:lnTo>
                  <a:pt x="18871" y="0"/>
                </a:lnTo>
                <a:close/>
              </a:path>
            </a:pathLst>
          </a:custGeom>
          <a:solidFill>
            <a:srgbClr val="6F3F23"/>
          </a:solidFill>
          <a:ln w="3904">
            <a:solidFill>
              <a:srgbClr val="6F3F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0" name="Kształt 354"/>
          <p:cNvSpPr/>
          <p:nvPr/>
        </p:nvSpPr>
        <p:spPr>
          <a:xfrm>
            <a:off x="10838455" y="4486108"/>
            <a:ext cx="95007" cy="49456"/>
          </a:xfrm>
          <a:custGeom>
            <a:avLst/>
            <a:gdLst/>
            <a:ahLst/>
            <a:cxnLst/>
            <a:rect l="0" t="0" r="r" b="b"/>
            <a:pathLst>
              <a:path w="95007" h="49456">
                <a:moveTo>
                  <a:pt x="0" y="0"/>
                </a:moveTo>
                <a:lnTo>
                  <a:pt x="95007" y="11713"/>
                </a:lnTo>
                <a:lnTo>
                  <a:pt x="76136" y="49456"/>
                </a:lnTo>
                <a:close/>
              </a:path>
            </a:pathLst>
          </a:custGeom>
          <a:solidFill>
            <a:srgbClr val="734124"/>
          </a:solidFill>
          <a:ln w="3904">
            <a:solidFill>
              <a:srgbClr val="73412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1" name="Kształt 355"/>
          <p:cNvSpPr/>
          <p:nvPr/>
        </p:nvSpPr>
        <p:spPr>
          <a:xfrm>
            <a:off x="10867087" y="4555086"/>
            <a:ext cx="107371" cy="54662"/>
          </a:xfrm>
          <a:custGeom>
            <a:avLst/>
            <a:gdLst/>
            <a:ahLst/>
            <a:cxnLst/>
            <a:rect l="0" t="0" r="r" b="b"/>
            <a:pathLst>
              <a:path w="107371" h="54662">
                <a:moveTo>
                  <a:pt x="107371" y="18871"/>
                </a:moveTo>
                <a:lnTo>
                  <a:pt x="22125" y="54662"/>
                </a:lnTo>
                <a:lnTo>
                  <a:pt x="0" y="0"/>
                </a:lnTo>
                <a:close/>
              </a:path>
            </a:pathLst>
          </a:custGeom>
          <a:solidFill>
            <a:srgbClr val="62361E"/>
          </a:solidFill>
          <a:ln w="3904">
            <a:solidFill>
              <a:srgbClr val="62361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2" name="Kształt 356"/>
          <p:cNvSpPr/>
          <p:nvPr/>
        </p:nvSpPr>
        <p:spPr>
          <a:xfrm>
            <a:off x="10867087" y="4535564"/>
            <a:ext cx="107371" cy="38393"/>
          </a:xfrm>
          <a:custGeom>
            <a:avLst/>
            <a:gdLst/>
            <a:ahLst/>
            <a:cxnLst/>
            <a:rect l="0" t="0" r="r" b="b"/>
            <a:pathLst>
              <a:path w="107371" h="38393">
                <a:moveTo>
                  <a:pt x="107371" y="38393"/>
                </a:moveTo>
                <a:lnTo>
                  <a:pt x="0" y="19522"/>
                </a:lnTo>
                <a:lnTo>
                  <a:pt x="47504" y="0"/>
                </a:lnTo>
                <a:close/>
              </a:path>
            </a:pathLst>
          </a:custGeom>
          <a:solidFill>
            <a:srgbClr val="62361E"/>
          </a:solidFill>
          <a:ln w="3904">
            <a:solidFill>
              <a:srgbClr val="62361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3" name="Kształt 357"/>
          <p:cNvSpPr/>
          <p:nvPr/>
        </p:nvSpPr>
        <p:spPr>
          <a:xfrm>
            <a:off x="10838455" y="4486108"/>
            <a:ext cx="76136" cy="68978"/>
          </a:xfrm>
          <a:custGeom>
            <a:avLst/>
            <a:gdLst/>
            <a:ahLst/>
            <a:cxnLst/>
            <a:rect l="0" t="0" r="r" b="b"/>
            <a:pathLst>
              <a:path w="76136" h="68978">
                <a:moveTo>
                  <a:pt x="0" y="0"/>
                </a:moveTo>
                <a:lnTo>
                  <a:pt x="76136" y="49456"/>
                </a:lnTo>
                <a:lnTo>
                  <a:pt x="28632" y="68978"/>
                </a:lnTo>
                <a:close/>
              </a:path>
            </a:pathLst>
          </a:custGeom>
          <a:solidFill>
            <a:srgbClr val="764426"/>
          </a:solidFill>
          <a:ln w="3904">
            <a:solidFill>
              <a:srgbClr val="76442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4" name="Kształt 358"/>
          <p:cNvSpPr/>
          <p:nvPr/>
        </p:nvSpPr>
        <p:spPr>
          <a:xfrm>
            <a:off x="10792903" y="4548579"/>
            <a:ext cx="96309" cy="61169"/>
          </a:xfrm>
          <a:custGeom>
            <a:avLst/>
            <a:gdLst/>
            <a:ahLst/>
            <a:cxnLst/>
            <a:rect l="0" t="0" r="r" b="b"/>
            <a:pathLst>
              <a:path w="96309" h="61169">
                <a:moveTo>
                  <a:pt x="96309" y="61169"/>
                </a:moveTo>
                <a:lnTo>
                  <a:pt x="0" y="48805"/>
                </a:lnTo>
                <a:lnTo>
                  <a:pt x="20173" y="0"/>
                </a:lnTo>
                <a:close/>
              </a:path>
            </a:pathLst>
          </a:custGeom>
          <a:solidFill>
            <a:srgbClr val="65381F"/>
          </a:solidFill>
          <a:ln w="3904">
            <a:solidFill>
              <a:srgbClr val="65381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5" name="Kształt 359"/>
          <p:cNvSpPr/>
          <p:nvPr/>
        </p:nvSpPr>
        <p:spPr>
          <a:xfrm>
            <a:off x="10813076" y="4548579"/>
            <a:ext cx="76136" cy="61169"/>
          </a:xfrm>
          <a:custGeom>
            <a:avLst/>
            <a:gdLst/>
            <a:ahLst/>
            <a:cxnLst/>
            <a:rect l="0" t="0" r="r" b="b"/>
            <a:pathLst>
              <a:path w="76136" h="61169">
                <a:moveTo>
                  <a:pt x="76136" y="61169"/>
                </a:moveTo>
                <a:lnTo>
                  <a:pt x="0" y="0"/>
                </a:lnTo>
                <a:lnTo>
                  <a:pt x="54011" y="6507"/>
                </a:lnTo>
                <a:close/>
              </a:path>
            </a:pathLst>
          </a:custGeom>
          <a:solidFill>
            <a:srgbClr val="6C3D22"/>
          </a:solidFill>
          <a:ln w="3904">
            <a:solidFill>
              <a:srgbClr val="6C3D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6" name="Kształt 360"/>
          <p:cNvSpPr/>
          <p:nvPr/>
        </p:nvSpPr>
        <p:spPr>
          <a:xfrm>
            <a:off x="10813076" y="4486108"/>
            <a:ext cx="54011" cy="68978"/>
          </a:xfrm>
          <a:custGeom>
            <a:avLst/>
            <a:gdLst/>
            <a:ahLst/>
            <a:cxnLst/>
            <a:rect l="0" t="0" r="r" b="b"/>
            <a:pathLst>
              <a:path w="54011" h="68978">
                <a:moveTo>
                  <a:pt x="25379" y="0"/>
                </a:moveTo>
                <a:lnTo>
                  <a:pt x="54011" y="68978"/>
                </a:lnTo>
                <a:lnTo>
                  <a:pt x="0" y="62471"/>
                </a:lnTo>
                <a:close/>
              </a:path>
            </a:pathLst>
          </a:custGeom>
          <a:solidFill>
            <a:srgbClr val="744225"/>
          </a:solidFill>
          <a:ln w="3904">
            <a:solidFill>
              <a:srgbClr val="74422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7" name="Kształt 361"/>
          <p:cNvSpPr/>
          <p:nvPr/>
        </p:nvSpPr>
        <p:spPr>
          <a:xfrm>
            <a:off x="10729782" y="4517994"/>
            <a:ext cx="63121" cy="79390"/>
          </a:xfrm>
          <a:custGeom>
            <a:avLst/>
            <a:gdLst/>
            <a:ahLst/>
            <a:cxnLst/>
            <a:rect l="0" t="0" r="r" b="b"/>
            <a:pathLst>
              <a:path w="63121" h="79390">
                <a:moveTo>
                  <a:pt x="63121" y="79390"/>
                </a:moveTo>
                <a:lnTo>
                  <a:pt x="0" y="24728"/>
                </a:lnTo>
                <a:lnTo>
                  <a:pt x="48154" y="0"/>
                </a:lnTo>
                <a:close/>
              </a:path>
            </a:pathLst>
          </a:custGeom>
          <a:solidFill>
            <a:srgbClr val="7F4A2B"/>
          </a:solidFill>
          <a:ln w="3904">
            <a:solidFill>
              <a:srgbClr val="7F4A2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8" name="Kształt 362"/>
          <p:cNvSpPr/>
          <p:nvPr/>
        </p:nvSpPr>
        <p:spPr>
          <a:xfrm>
            <a:off x="10777937" y="4517994"/>
            <a:ext cx="35140" cy="79390"/>
          </a:xfrm>
          <a:custGeom>
            <a:avLst/>
            <a:gdLst/>
            <a:ahLst/>
            <a:cxnLst/>
            <a:rect l="0" t="0" r="r" b="b"/>
            <a:pathLst>
              <a:path w="35140" h="79390">
                <a:moveTo>
                  <a:pt x="14967" y="79390"/>
                </a:moveTo>
                <a:lnTo>
                  <a:pt x="0" y="0"/>
                </a:lnTo>
                <a:lnTo>
                  <a:pt x="35140" y="30585"/>
                </a:lnTo>
                <a:close/>
              </a:path>
            </a:pathLst>
          </a:custGeom>
          <a:solidFill>
            <a:srgbClr val="734124"/>
          </a:solidFill>
          <a:ln w="3904">
            <a:solidFill>
              <a:srgbClr val="73412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9" name="Kształt 363"/>
          <p:cNvSpPr/>
          <p:nvPr/>
        </p:nvSpPr>
        <p:spPr>
          <a:xfrm>
            <a:off x="10777937" y="4486108"/>
            <a:ext cx="60518" cy="62471"/>
          </a:xfrm>
          <a:custGeom>
            <a:avLst/>
            <a:gdLst/>
            <a:ahLst/>
            <a:cxnLst/>
            <a:rect l="0" t="0" r="r" b="b"/>
            <a:pathLst>
              <a:path w="60518" h="62471">
                <a:moveTo>
                  <a:pt x="60518" y="0"/>
                </a:moveTo>
                <a:lnTo>
                  <a:pt x="35140" y="62471"/>
                </a:lnTo>
                <a:lnTo>
                  <a:pt x="0" y="31886"/>
                </a:lnTo>
                <a:close/>
              </a:path>
            </a:pathLst>
          </a:custGeom>
          <a:solidFill>
            <a:srgbClr val="854F30"/>
          </a:solidFill>
          <a:ln w="3904">
            <a:solidFill>
              <a:srgbClr val="854F3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0" name="Kształt 364"/>
          <p:cNvSpPr/>
          <p:nvPr/>
        </p:nvSpPr>
        <p:spPr>
          <a:xfrm>
            <a:off x="10729782" y="4471141"/>
            <a:ext cx="48154" cy="71581"/>
          </a:xfrm>
          <a:custGeom>
            <a:avLst/>
            <a:gdLst/>
            <a:ahLst/>
            <a:cxnLst/>
            <a:rect l="0" t="0" r="r" b="b"/>
            <a:pathLst>
              <a:path w="48154" h="71581">
                <a:moveTo>
                  <a:pt x="0" y="71581"/>
                </a:moveTo>
                <a:lnTo>
                  <a:pt x="0" y="0"/>
                </a:lnTo>
                <a:lnTo>
                  <a:pt x="48154" y="6507"/>
                </a:lnTo>
                <a:close/>
              </a:path>
            </a:pathLst>
          </a:custGeom>
          <a:solidFill>
            <a:srgbClr val="925A3B"/>
          </a:solidFill>
          <a:ln w="3904">
            <a:solidFill>
              <a:srgbClr val="925A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1" name="Kształt 365"/>
          <p:cNvSpPr/>
          <p:nvPr/>
        </p:nvSpPr>
        <p:spPr>
          <a:xfrm>
            <a:off x="10729782" y="4477649"/>
            <a:ext cx="48154" cy="65074"/>
          </a:xfrm>
          <a:custGeom>
            <a:avLst/>
            <a:gdLst/>
            <a:ahLst/>
            <a:cxnLst/>
            <a:rect l="0" t="0" r="r" b="b"/>
            <a:pathLst>
              <a:path w="48154" h="65074">
                <a:moveTo>
                  <a:pt x="0" y="65074"/>
                </a:moveTo>
                <a:lnTo>
                  <a:pt x="48154" y="0"/>
                </a:lnTo>
                <a:lnTo>
                  <a:pt x="48154" y="40346"/>
                </a:lnTo>
                <a:close/>
              </a:path>
            </a:pathLst>
          </a:custGeom>
          <a:solidFill>
            <a:srgbClr val="91593A"/>
          </a:solidFill>
          <a:ln w="3904">
            <a:solidFill>
              <a:srgbClr val="91593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2" name="Kształt 366"/>
          <p:cNvSpPr/>
          <p:nvPr/>
        </p:nvSpPr>
        <p:spPr>
          <a:xfrm>
            <a:off x="10777937" y="4477649"/>
            <a:ext cx="60518" cy="40346"/>
          </a:xfrm>
          <a:custGeom>
            <a:avLst/>
            <a:gdLst/>
            <a:ahLst/>
            <a:cxnLst/>
            <a:rect l="0" t="0" r="r" b="b"/>
            <a:pathLst>
              <a:path w="60518" h="40346">
                <a:moveTo>
                  <a:pt x="60518" y="8460"/>
                </a:moveTo>
                <a:lnTo>
                  <a:pt x="0" y="40346"/>
                </a:lnTo>
                <a:lnTo>
                  <a:pt x="0" y="0"/>
                </a:lnTo>
                <a:close/>
              </a:path>
            </a:pathLst>
          </a:custGeom>
          <a:solidFill>
            <a:srgbClr val="895233"/>
          </a:solidFill>
          <a:ln w="3904">
            <a:solidFill>
              <a:srgbClr val="89523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3" name="Kształt 367"/>
          <p:cNvSpPr/>
          <p:nvPr/>
        </p:nvSpPr>
        <p:spPr>
          <a:xfrm>
            <a:off x="10729782" y="4416479"/>
            <a:ext cx="83294" cy="54662"/>
          </a:xfrm>
          <a:custGeom>
            <a:avLst/>
            <a:gdLst/>
            <a:ahLst/>
            <a:cxnLst/>
            <a:rect l="0" t="0" r="r" b="b"/>
            <a:pathLst>
              <a:path w="83294" h="54662">
                <a:moveTo>
                  <a:pt x="0" y="54662"/>
                </a:moveTo>
                <a:lnTo>
                  <a:pt x="63121" y="0"/>
                </a:lnTo>
                <a:lnTo>
                  <a:pt x="83294" y="30585"/>
                </a:lnTo>
                <a:close/>
              </a:path>
            </a:pathLst>
          </a:custGeom>
          <a:solidFill>
            <a:srgbClr val="A5694A"/>
          </a:solidFill>
          <a:ln w="3904">
            <a:solidFill>
              <a:srgbClr val="A5694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4" name="Kształt 368"/>
          <p:cNvSpPr/>
          <p:nvPr/>
        </p:nvSpPr>
        <p:spPr>
          <a:xfrm>
            <a:off x="10729782" y="4447064"/>
            <a:ext cx="83294" cy="30585"/>
          </a:xfrm>
          <a:custGeom>
            <a:avLst/>
            <a:gdLst/>
            <a:ahLst/>
            <a:cxnLst/>
            <a:rect l="0" t="0" r="r" b="b"/>
            <a:pathLst>
              <a:path w="83294" h="30585">
                <a:moveTo>
                  <a:pt x="0" y="24077"/>
                </a:moveTo>
                <a:lnTo>
                  <a:pt x="83294" y="0"/>
                </a:lnTo>
                <a:lnTo>
                  <a:pt x="48154" y="30585"/>
                </a:lnTo>
                <a:close/>
              </a:path>
            </a:pathLst>
          </a:custGeom>
          <a:solidFill>
            <a:srgbClr val="9A6041"/>
          </a:solidFill>
          <a:ln w="3904">
            <a:solidFill>
              <a:srgbClr val="9A604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5" name="Kształt 369"/>
          <p:cNvSpPr/>
          <p:nvPr/>
        </p:nvSpPr>
        <p:spPr>
          <a:xfrm>
            <a:off x="10777937" y="4447064"/>
            <a:ext cx="60518" cy="39044"/>
          </a:xfrm>
          <a:custGeom>
            <a:avLst/>
            <a:gdLst/>
            <a:ahLst/>
            <a:cxnLst/>
            <a:rect l="0" t="0" r="r" b="b"/>
            <a:pathLst>
              <a:path w="60518" h="39044">
                <a:moveTo>
                  <a:pt x="60518" y="39044"/>
                </a:moveTo>
                <a:lnTo>
                  <a:pt x="0" y="30585"/>
                </a:lnTo>
                <a:lnTo>
                  <a:pt x="35140" y="0"/>
                </a:lnTo>
                <a:close/>
              </a:path>
            </a:pathLst>
          </a:custGeom>
          <a:solidFill>
            <a:srgbClr val="995F40"/>
          </a:solidFill>
          <a:ln w="3904">
            <a:solidFill>
              <a:srgbClr val="995F4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6" name="Kształt 370"/>
          <p:cNvSpPr/>
          <p:nvPr/>
        </p:nvSpPr>
        <p:spPr>
          <a:xfrm>
            <a:off x="10792903" y="4404115"/>
            <a:ext cx="96309" cy="36441"/>
          </a:xfrm>
          <a:custGeom>
            <a:avLst/>
            <a:gdLst/>
            <a:ahLst/>
            <a:cxnLst/>
            <a:rect l="0" t="0" r="r" b="b"/>
            <a:pathLst>
              <a:path w="96309" h="36441">
                <a:moveTo>
                  <a:pt x="0" y="12364"/>
                </a:moveTo>
                <a:lnTo>
                  <a:pt x="96309" y="0"/>
                </a:lnTo>
                <a:lnTo>
                  <a:pt x="74184" y="36441"/>
                </a:lnTo>
                <a:close/>
              </a:path>
            </a:pathLst>
          </a:custGeom>
          <a:solidFill>
            <a:srgbClr val="9E6344"/>
          </a:solidFill>
          <a:ln w="3904">
            <a:solidFill>
              <a:srgbClr val="9E634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7" name="Kształt 371"/>
          <p:cNvSpPr/>
          <p:nvPr/>
        </p:nvSpPr>
        <p:spPr>
          <a:xfrm>
            <a:off x="10792903" y="4416479"/>
            <a:ext cx="74184" cy="30585"/>
          </a:xfrm>
          <a:custGeom>
            <a:avLst/>
            <a:gdLst/>
            <a:ahLst/>
            <a:cxnLst/>
            <a:rect l="0" t="0" r="r" b="b"/>
            <a:pathLst>
              <a:path w="74184" h="30585">
                <a:moveTo>
                  <a:pt x="0" y="0"/>
                </a:moveTo>
                <a:lnTo>
                  <a:pt x="74184" y="24077"/>
                </a:lnTo>
                <a:lnTo>
                  <a:pt x="20173" y="30585"/>
                </a:lnTo>
                <a:close/>
              </a:path>
            </a:pathLst>
          </a:custGeom>
          <a:solidFill>
            <a:srgbClr val="A5694A"/>
          </a:solidFill>
          <a:ln w="3904">
            <a:solidFill>
              <a:srgbClr val="A5694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8" name="Kształt 372"/>
          <p:cNvSpPr/>
          <p:nvPr/>
        </p:nvSpPr>
        <p:spPr>
          <a:xfrm>
            <a:off x="10813076" y="4440557"/>
            <a:ext cx="54011" cy="45552"/>
          </a:xfrm>
          <a:custGeom>
            <a:avLst/>
            <a:gdLst/>
            <a:ahLst/>
            <a:cxnLst/>
            <a:rect l="0" t="0" r="r" b="b"/>
            <a:pathLst>
              <a:path w="54011" h="45552">
                <a:moveTo>
                  <a:pt x="25379" y="45552"/>
                </a:moveTo>
                <a:lnTo>
                  <a:pt x="0" y="6507"/>
                </a:lnTo>
                <a:lnTo>
                  <a:pt x="54011" y="0"/>
                </a:lnTo>
                <a:close/>
              </a:path>
            </a:pathLst>
          </a:custGeom>
          <a:solidFill>
            <a:srgbClr val="905839"/>
          </a:solidFill>
          <a:ln w="3904">
            <a:solidFill>
              <a:srgbClr val="90583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9" name="Kształt 373"/>
          <p:cNvSpPr/>
          <p:nvPr/>
        </p:nvSpPr>
        <p:spPr>
          <a:xfrm>
            <a:off x="10889212" y="4404115"/>
            <a:ext cx="85246" cy="55963"/>
          </a:xfrm>
          <a:custGeom>
            <a:avLst/>
            <a:gdLst/>
            <a:ahLst/>
            <a:cxnLst/>
            <a:rect l="0" t="0" r="r" b="b"/>
            <a:pathLst>
              <a:path w="85246" h="55963">
                <a:moveTo>
                  <a:pt x="0" y="0"/>
                </a:moveTo>
                <a:lnTo>
                  <a:pt x="85246" y="35790"/>
                </a:lnTo>
                <a:lnTo>
                  <a:pt x="25379" y="55963"/>
                </a:lnTo>
                <a:close/>
              </a:path>
            </a:pathLst>
          </a:custGeom>
          <a:solidFill>
            <a:srgbClr val="905839"/>
          </a:solidFill>
          <a:ln w="3904">
            <a:solidFill>
              <a:srgbClr val="90583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0" name="Kształt 374"/>
          <p:cNvSpPr/>
          <p:nvPr/>
        </p:nvSpPr>
        <p:spPr>
          <a:xfrm>
            <a:off x="10867087" y="4404115"/>
            <a:ext cx="47504" cy="55963"/>
          </a:xfrm>
          <a:custGeom>
            <a:avLst/>
            <a:gdLst/>
            <a:ahLst/>
            <a:cxnLst/>
            <a:rect l="0" t="0" r="r" b="b"/>
            <a:pathLst>
              <a:path w="47504" h="55963">
                <a:moveTo>
                  <a:pt x="22125" y="0"/>
                </a:moveTo>
                <a:lnTo>
                  <a:pt x="47504" y="55963"/>
                </a:lnTo>
                <a:lnTo>
                  <a:pt x="0" y="36441"/>
                </a:lnTo>
                <a:close/>
              </a:path>
            </a:pathLst>
          </a:custGeom>
          <a:solidFill>
            <a:srgbClr val="8F5738"/>
          </a:solidFill>
          <a:ln w="3904">
            <a:solidFill>
              <a:srgbClr val="8F573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1" name="Kształt 375"/>
          <p:cNvSpPr/>
          <p:nvPr/>
        </p:nvSpPr>
        <p:spPr>
          <a:xfrm>
            <a:off x="10838455" y="4440557"/>
            <a:ext cx="76136" cy="45552"/>
          </a:xfrm>
          <a:custGeom>
            <a:avLst/>
            <a:gdLst/>
            <a:ahLst/>
            <a:cxnLst/>
            <a:rect l="0" t="0" r="r" b="b"/>
            <a:pathLst>
              <a:path w="76136" h="45552">
                <a:moveTo>
                  <a:pt x="0" y="45552"/>
                </a:moveTo>
                <a:lnTo>
                  <a:pt x="28632" y="0"/>
                </a:lnTo>
                <a:lnTo>
                  <a:pt x="76136" y="19522"/>
                </a:lnTo>
                <a:close/>
              </a:path>
            </a:pathLst>
          </a:custGeom>
          <a:solidFill>
            <a:srgbClr val="905839"/>
          </a:solidFill>
          <a:ln w="3904">
            <a:solidFill>
              <a:srgbClr val="905839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2" name="Kształt 376"/>
          <p:cNvSpPr/>
          <p:nvPr/>
        </p:nvSpPr>
        <p:spPr>
          <a:xfrm>
            <a:off x="10933462" y="4439906"/>
            <a:ext cx="74184" cy="67026"/>
          </a:xfrm>
          <a:custGeom>
            <a:avLst/>
            <a:gdLst/>
            <a:ahLst/>
            <a:cxnLst/>
            <a:rect l="0" t="0" r="r" b="b"/>
            <a:pathLst>
              <a:path w="74184" h="67026">
                <a:moveTo>
                  <a:pt x="40996" y="0"/>
                </a:moveTo>
                <a:lnTo>
                  <a:pt x="74184" y="67026"/>
                </a:lnTo>
                <a:lnTo>
                  <a:pt x="0" y="57916"/>
                </a:lnTo>
                <a:close/>
              </a:path>
            </a:pathLst>
          </a:custGeom>
          <a:solidFill>
            <a:srgbClr val="6F3F23"/>
          </a:solidFill>
          <a:ln w="3904">
            <a:solidFill>
              <a:srgbClr val="6F3F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3" name="Kształt 377"/>
          <p:cNvSpPr/>
          <p:nvPr/>
        </p:nvSpPr>
        <p:spPr>
          <a:xfrm>
            <a:off x="10914591" y="4439906"/>
            <a:ext cx="59868" cy="57916"/>
          </a:xfrm>
          <a:custGeom>
            <a:avLst/>
            <a:gdLst/>
            <a:ahLst/>
            <a:cxnLst/>
            <a:rect l="0" t="0" r="r" b="b"/>
            <a:pathLst>
              <a:path w="59868" h="57916">
                <a:moveTo>
                  <a:pt x="59868" y="0"/>
                </a:moveTo>
                <a:lnTo>
                  <a:pt x="18871" y="57916"/>
                </a:lnTo>
                <a:lnTo>
                  <a:pt x="0" y="20173"/>
                </a:lnTo>
                <a:close/>
              </a:path>
            </a:pathLst>
          </a:custGeom>
          <a:solidFill>
            <a:srgbClr val="804B2C"/>
          </a:solidFill>
          <a:ln w="3904">
            <a:solidFill>
              <a:srgbClr val="804B2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4" name="Kształt 378"/>
          <p:cNvSpPr/>
          <p:nvPr/>
        </p:nvSpPr>
        <p:spPr>
          <a:xfrm>
            <a:off x="10838455" y="4460079"/>
            <a:ext cx="95007" cy="37743"/>
          </a:xfrm>
          <a:custGeom>
            <a:avLst/>
            <a:gdLst/>
            <a:ahLst/>
            <a:cxnLst/>
            <a:rect l="0" t="0" r="r" b="b"/>
            <a:pathLst>
              <a:path w="95007" h="37743">
                <a:moveTo>
                  <a:pt x="0" y="26029"/>
                </a:moveTo>
                <a:lnTo>
                  <a:pt x="76136" y="0"/>
                </a:lnTo>
                <a:lnTo>
                  <a:pt x="95007" y="37743"/>
                </a:lnTo>
                <a:close/>
              </a:path>
            </a:pathLst>
          </a:custGeom>
          <a:solidFill>
            <a:srgbClr val="7A4627"/>
          </a:solidFill>
          <a:ln w="3904">
            <a:solidFill>
              <a:srgbClr val="7A462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5" name="Kształt 379"/>
          <p:cNvSpPr/>
          <p:nvPr/>
        </p:nvSpPr>
        <p:spPr>
          <a:xfrm>
            <a:off x="10903529" y="4168549"/>
            <a:ext cx="247280" cy="273309"/>
          </a:xfrm>
          <a:custGeom>
            <a:avLst/>
            <a:gdLst/>
            <a:ahLst/>
            <a:cxnLst/>
            <a:rect l="0" t="0" r="r" b="b"/>
            <a:pathLst>
              <a:path w="247280" h="273309">
                <a:moveTo>
                  <a:pt x="0" y="247280"/>
                </a:moveTo>
                <a:lnTo>
                  <a:pt x="208236" y="0"/>
                </a:lnTo>
                <a:lnTo>
                  <a:pt x="247280" y="26029"/>
                </a:lnTo>
                <a:lnTo>
                  <a:pt x="39044" y="273309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6" name="Tekst: Produkty pod wpływem chwilowej ochoty"/>
          <p:cNvSpPr txBox="1"/>
          <p:nvPr/>
        </p:nvSpPr>
        <p:spPr>
          <a:xfrm>
            <a:off x="9182100" y="5376366"/>
            <a:ext cx="2400299" cy="4267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Produkty pod wpływem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16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00" kern="100" spc="-14" dirty="0">
                <a:solidFill>
                  <a:srgbClr val="FFFFFF"/>
                </a:solidFill>
                <a:latin typeface="Lato Black"/>
                <a:cs typeface="Lato Black"/>
              </a:rPr>
              <a:t>chwilowej ochoty</a:t>
            </a:r>
            <a:endParaRPr lang="pl-PL" sz="1400" kern="100" spc="-1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387" name="Tekst: Potrzeba nie może czekać."/>
          <p:cNvSpPr txBox="1"/>
          <p:nvPr/>
        </p:nvSpPr>
        <p:spPr>
          <a:xfrm>
            <a:off x="826815" y="1150578"/>
            <a:ext cx="4156055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Potrzeba nie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może czekać.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388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389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390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666666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391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07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392" name="!!Postęp"/>
          <p:cNvSpPr/>
          <p:nvPr/>
        </p:nvSpPr>
        <p:spPr>
          <a:xfrm>
            <a:off x="0" y="6826250"/>
            <a:ext cx="3556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3" name="Iskra"/>
          <p:cNvSpPr/>
          <p:nvPr/>
        </p:nvSpPr>
        <p:spPr>
          <a:xfrm>
            <a:off x="17090477" y="4151835"/>
            <a:ext cx="30009" cy="21148"/>
          </a:xfrm>
          <a:custGeom>
            <a:avLst/>
            <a:gdLst/>
            <a:ahLst/>
            <a:cxnLst/>
            <a:rect l="0" t="0" r="r" b="b"/>
            <a:pathLst>
              <a:path w="30009" h="21148">
                <a:moveTo>
                  <a:pt x="30009" y="736"/>
                </a:moveTo>
                <a:lnTo>
                  <a:pt x="8826" y="21148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4" name="Iskra 2"/>
          <p:cNvSpPr/>
          <p:nvPr/>
        </p:nvSpPr>
        <p:spPr>
          <a:xfrm>
            <a:off x="16630476" y="4135083"/>
            <a:ext cx="26943" cy="21945"/>
          </a:xfrm>
          <a:custGeom>
            <a:avLst/>
            <a:gdLst/>
            <a:ahLst/>
            <a:cxnLst/>
            <a:rect l="0" t="0" r="r" b="b"/>
            <a:pathLst>
              <a:path w="26943" h="21945">
                <a:moveTo>
                  <a:pt x="0" y="2597"/>
                </a:moveTo>
                <a:lnTo>
                  <a:pt x="26943" y="0"/>
                </a:lnTo>
                <a:lnTo>
                  <a:pt x="17658" y="2194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5" name="Iskra 3"/>
          <p:cNvSpPr/>
          <p:nvPr/>
        </p:nvSpPr>
        <p:spPr>
          <a:xfrm>
            <a:off x="17020329" y="4048424"/>
            <a:ext cx="28271" cy="27812"/>
          </a:xfrm>
          <a:custGeom>
            <a:avLst/>
            <a:gdLst/>
            <a:ahLst/>
            <a:cxnLst/>
            <a:rect l="0" t="0" r="r" b="b"/>
            <a:pathLst>
              <a:path w="28271" h="27812">
                <a:moveTo>
                  <a:pt x="689" y="0"/>
                </a:moveTo>
                <a:lnTo>
                  <a:pt x="28271" y="19967"/>
                </a:lnTo>
                <a:lnTo>
                  <a:pt x="0" y="2781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6" name="Iskra 4"/>
          <p:cNvSpPr/>
          <p:nvPr/>
        </p:nvSpPr>
        <p:spPr>
          <a:xfrm>
            <a:off x="17541162" y="4196484"/>
            <a:ext cx="17152" cy="20884"/>
          </a:xfrm>
          <a:custGeom>
            <a:avLst/>
            <a:gdLst/>
            <a:ahLst/>
            <a:cxnLst/>
            <a:rect l="0" t="0" r="r" b="b"/>
            <a:pathLst>
              <a:path w="17152" h="20884">
                <a:moveTo>
                  <a:pt x="0" y="20884"/>
                </a:moveTo>
                <a:lnTo>
                  <a:pt x="2334" y="0"/>
                </a:lnTo>
                <a:lnTo>
                  <a:pt x="17152" y="883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7" name="Iskra 5"/>
          <p:cNvSpPr/>
          <p:nvPr/>
        </p:nvSpPr>
        <p:spPr>
          <a:xfrm>
            <a:off x="17689067" y="3750300"/>
            <a:ext cx="23588" cy="20942"/>
          </a:xfrm>
          <a:custGeom>
            <a:avLst/>
            <a:gdLst/>
            <a:ahLst/>
            <a:cxnLst/>
            <a:rect l="0" t="0" r="r" b="b"/>
            <a:pathLst>
              <a:path w="23588" h="20942">
                <a:moveTo>
                  <a:pt x="23588" y="0"/>
                </a:moveTo>
                <a:lnTo>
                  <a:pt x="11833" y="20942"/>
                </a:lnTo>
                <a:lnTo>
                  <a:pt x="0" y="399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8" name="Iskra 6"/>
          <p:cNvSpPr/>
          <p:nvPr/>
        </p:nvSpPr>
        <p:spPr>
          <a:xfrm>
            <a:off x="21720187" y="1106981"/>
            <a:ext cx="206854" cy="169798"/>
          </a:xfrm>
          <a:custGeom>
            <a:avLst/>
            <a:gdLst/>
            <a:ahLst/>
            <a:cxnLst/>
            <a:rect l="0" t="0" r="r" b="b"/>
            <a:pathLst>
              <a:path w="206854" h="169798">
                <a:moveTo>
                  <a:pt x="0" y="124325"/>
                </a:moveTo>
                <a:lnTo>
                  <a:pt x="206854" y="0"/>
                </a:lnTo>
                <a:lnTo>
                  <a:pt x="185959" y="169798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9" name="Iskra 7"/>
          <p:cNvSpPr/>
          <p:nvPr/>
        </p:nvSpPr>
        <p:spPr>
          <a:xfrm>
            <a:off x="18582327" y="2175968"/>
            <a:ext cx="8965" cy="10462"/>
          </a:xfrm>
          <a:custGeom>
            <a:avLst/>
            <a:gdLst/>
            <a:ahLst/>
            <a:cxnLst/>
            <a:rect l="0" t="0" r="r" b="b"/>
            <a:pathLst>
              <a:path w="8965" h="10462">
                <a:moveTo>
                  <a:pt x="0" y="2675"/>
                </a:moveTo>
                <a:lnTo>
                  <a:pt x="8965" y="0"/>
                </a:lnTo>
                <a:lnTo>
                  <a:pt x="6546" y="10462"/>
                </a:lnTo>
                <a:close/>
              </a:path>
            </a:pathLst>
          </a:custGeom>
          <a:solidFill>
            <a:srgbClr val="EE312F">
              <a:alpha val="75138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0" name="Iskra 8"/>
          <p:cNvSpPr/>
          <p:nvPr/>
        </p:nvSpPr>
        <p:spPr>
          <a:xfrm>
            <a:off x="19808600" y="1335422"/>
            <a:ext cx="12712" cy="17225"/>
          </a:xfrm>
          <a:custGeom>
            <a:avLst/>
            <a:gdLst/>
            <a:ahLst/>
            <a:cxnLst/>
            <a:rect l="0" t="0" r="r" b="b"/>
            <a:pathLst>
              <a:path w="12712" h="17225">
                <a:moveTo>
                  <a:pt x="0" y="0"/>
                </a:moveTo>
                <a:lnTo>
                  <a:pt x="12712" y="9519"/>
                </a:lnTo>
                <a:lnTo>
                  <a:pt x="2472" y="17225"/>
                </a:lnTo>
                <a:close/>
              </a:path>
            </a:pathLst>
          </a:custGeom>
          <a:solidFill>
            <a:srgbClr val="CF1723">
              <a:alpha val="80294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1" name="Iskra 9"/>
          <p:cNvSpPr/>
          <p:nvPr/>
        </p:nvSpPr>
        <p:spPr>
          <a:xfrm>
            <a:off x="21029253" y="1103153"/>
            <a:ext cx="17443" cy="14148"/>
          </a:xfrm>
          <a:custGeom>
            <a:avLst/>
            <a:gdLst/>
            <a:ahLst/>
            <a:cxnLst/>
            <a:rect l="0" t="0" r="r" b="b"/>
            <a:pathLst>
              <a:path w="17443" h="14148">
                <a:moveTo>
                  <a:pt x="0" y="0"/>
                </a:moveTo>
                <a:lnTo>
                  <a:pt x="17443" y="283"/>
                </a:lnTo>
                <a:lnTo>
                  <a:pt x="6642" y="14148"/>
                </a:lnTo>
                <a:close/>
              </a:path>
            </a:pathLst>
          </a:custGeom>
          <a:solidFill>
            <a:srgbClr val="95161D">
              <a:alpha val="85492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2" name="Iskra 10"/>
          <p:cNvSpPr/>
          <p:nvPr/>
        </p:nvSpPr>
        <p:spPr>
          <a:xfrm>
            <a:off x="22033879" y="1132055"/>
            <a:ext cx="21425" cy="24984"/>
          </a:xfrm>
          <a:custGeom>
            <a:avLst/>
            <a:gdLst/>
            <a:ahLst/>
            <a:cxnLst/>
            <a:rect l="0" t="0" r="r" b="b"/>
            <a:pathLst>
              <a:path w="21425" h="24984">
                <a:moveTo>
                  <a:pt x="10616" y="24984"/>
                </a:moveTo>
                <a:lnTo>
                  <a:pt x="0" y="0"/>
                </a:lnTo>
                <a:lnTo>
                  <a:pt x="21425" y="7937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3" name="Iskra 11"/>
          <p:cNvSpPr/>
          <p:nvPr/>
        </p:nvSpPr>
        <p:spPr>
          <a:xfrm>
            <a:off x="22210254" y="928643"/>
            <a:ext cx="14213" cy="12415"/>
          </a:xfrm>
          <a:custGeom>
            <a:avLst/>
            <a:gdLst/>
            <a:ahLst/>
            <a:cxnLst/>
            <a:rect l="0" t="0" r="r" b="b"/>
            <a:pathLst>
              <a:path w="14213" h="12415">
                <a:moveTo>
                  <a:pt x="0" y="449"/>
                </a:moveTo>
                <a:lnTo>
                  <a:pt x="14213" y="0"/>
                </a:lnTo>
                <a:lnTo>
                  <a:pt x="11230" y="1241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4" name="Iskra 12"/>
          <p:cNvSpPr/>
          <p:nvPr/>
        </p:nvSpPr>
        <p:spPr>
          <a:xfrm>
            <a:off x="22014316" y="1329906"/>
            <a:ext cx="11456" cy="18899"/>
          </a:xfrm>
          <a:custGeom>
            <a:avLst/>
            <a:gdLst/>
            <a:ahLst/>
            <a:cxnLst/>
            <a:rect l="0" t="0" r="r" b="b"/>
            <a:pathLst>
              <a:path w="11456" h="18899">
                <a:moveTo>
                  <a:pt x="0" y="0"/>
                </a:moveTo>
                <a:lnTo>
                  <a:pt x="11456" y="1934"/>
                </a:lnTo>
                <a:lnTo>
                  <a:pt x="494" y="18899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5" name="Iskra 13"/>
          <p:cNvSpPr/>
          <p:nvPr/>
        </p:nvSpPr>
        <p:spPr>
          <a:xfrm>
            <a:off x="21653040" y="1245573"/>
            <a:ext cx="20313" cy="20182"/>
          </a:xfrm>
          <a:custGeom>
            <a:avLst/>
            <a:gdLst/>
            <a:ahLst/>
            <a:cxnLst/>
            <a:rect l="0" t="0" r="r" b="b"/>
            <a:pathLst>
              <a:path w="20313" h="20182">
                <a:moveTo>
                  <a:pt x="20313" y="11495"/>
                </a:moveTo>
                <a:lnTo>
                  <a:pt x="7142" y="20182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6" name="Iskra 14"/>
          <p:cNvSpPr/>
          <p:nvPr/>
        </p:nvSpPr>
        <p:spPr>
          <a:xfrm>
            <a:off x="22157952" y="1094282"/>
            <a:ext cx="14723" cy="16969"/>
          </a:xfrm>
          <a:custGeom>
            <a:avLst/>
            <a:gdLst/>
            <a:ahLst/>
            <a:cxnLst/>
            <a:rect l="0" t="0" r="r" b="b"/>
            <a:pathLst>
              <a:path w="14723" h="16969">
                <a:moveTo>
                  <a:pt x="14723" y="12806"/>
                </a:moveTo>
                <a:lnTo>
                  <a:pt x="0" y="16969"/>
                </a:lnTo>
                <a:lnTo>
                  <a:pt x="6679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7" name="Iskra 15"/>
          <p:cNvSpPr/>
          <p:nvPr/>
        </p:nvSpPr>
        <p:spPr>
          <a:xfrm>
            <a:off x="24306164" y="1102184"/>
            <a:ext cx="164298" cy="202577"/>
          </a:xfrm>
          <a:custGeom>
            <a:avLst/>
            <a:gdLst/>
            <a:ahLst/>
            <a:cxnLst/>
            <a:rect l="0" t="0" r="r" b="b"/>
            <a:pathLst>
              <a:path w="164298" h="202577">
                <a:moveTo>
                  <a:pt x="7298" y="0"/>
                </a:moveTo>
                <a:lnTo>
                  <a:pt x="164298" y="97541"/>
                </a:lnTo>
                <a:lnTo>
                  <a:pt x="0" y="20257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8" name="Iskra 16"/>
          <p:cNvSpPr/>
          <p:nvPr/>
        </p:nvSpPr>
        <p:spPr>
          <a:xfrm>
            <a:off x="19330162" y="2105463"/>
            <a:ext cx="11064" cy="9753"/>
          </a:xfrm>
          <a:custGeom>
            <a:avLst/>
            <a:gdLst/>
            <a:ahLst/>
            <a:cxnLst/>
            <a:rect l="0" t="0" r="r" b="b"/>
            <a:pathLst>
              <a:path w="11064" h="9753">
                <a:moveTo>
                  <a:pt x="11064" y="9753"/>
                </a:moveTo>
                <a:lnTo>
                  <a:pt x="0" y="6586"/>
                </a:lnTo>
                <a:lnTo>
                  <a:pt x="7553" y="0"/>
                </a:lnTo>
                <a:close/>
              </a:path>
            </a:pathLst>
          </a:custGeom>
          <a:solidFill>
            <a:srgbClr val="CF1723">
              <a:alpha val="88095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9" name="Iskra 17"/>
          <p:cNvSpPr/>
          <p:nvPr/>
        </p:nvSpPr>
        <p:spPr>
          <a:xfrm>
            <a:off x="21180546" y="1259454"/>
            <a:ext cx="10331" cy="14191"/>
          </a:xfrm>
          <a:custGeom>
            <a:avLst/>
            <a:gdLst/>
            <a:ahLst/>
            <a:cxnLst/>
            <a:rect l="0" t="0" r="r" b="b"/>
            <a:pathLst>
              <a:path w="10331" h="14191">
                <a:moveTo>
                  <a:pt x="10331" y="0"/>
                </a:moveTo>
                <a:lnTo>
                  <a:pt x="7613" y="14191"/>
                </a:lnTo>
                <a:lnTo>
                  <a:pt x="0" y="3534"/>
                </a:lnTo>
                <a:close/>
              </a:path>
            </a:pathLst>
          </a:custGeom>
          <a:solidFill>
            <a:srgbClr val="95161D">
              <a:alpha val="93293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0" name="Iskra 18"/>
          <p:cNvSpPr/>
          <p:nvPr/>
        </p:nvSpPr>
        <p:spPr>
          <a:xfrm>
            <a:off x="23029563" y="1057062"/>
            <a:ext cx="19438" cy="8725"/>
          </a:xfrm>
          <a:custGeom>
            <a:avLst/>
            <a:gdLst/>
            <a:ahLst/>
            <a:cxnLst/>
            <a:rect l="0" t="0" r="r" b="b"/>
            <a:pathLst>
              <a:path w="19438" h="8725">
                <a:moveTo>
                  <a:pt x="0" y="0"/>
                </a:moveTo>
                <a:lnTo>
                  <a:pt x="19438" y="930"/>
                </a:lnTo>
                <a:lnTo>
                  <a:pt x="3275" y="8725"/>
                </a:lnTo>
                <a:close/>
              </a:path>
            </a:pathLst>
          </a:custGeom>
          <a:solidFill>
            <a:srgbClr val="EE312F">
              <a:alpha val="98459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1" name="Iskra 19"/>
          <p:cNvSpPr/>
          <p:nvPr/>
        </p:nvSpPr>
        <p:spPr>
          <a:xfrm>
            <a:off x="24570129" y="989012"/>
            <a:ext cx="14542" cy="16060"/>
          </a:xfrm>
          <a:custGeom>
            <a:avLst/>
            <a:gdLst/>
            <a:ahLst/>
            <a:cxnLst/>
            <a:rect l="0" t="0" r="r" b="b"/>
            <a:pathLst>
              <a:path w="14542" h="16060">
                <a:moveTo>
                  <a:pt x="0" y="0"/>
                </a:moveTo>
                <a:lnTo>
                  <a:pt x="14542" y="955"/>
                </a:lnTo>
                <a:lnTo>
                  <a:pt x="10400" y="16060"/>
                </a:lnTo>
                <a:close/>
              </a:path>
            </a:pathLst>
          </a:custGeom>
          <a:solidFill>
            <a:srgbClr val="EE312F">
              <a:alpha val="92401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2" name="Iskra 20"/>
          <p:cNvSpPr/>
          <p:nvPr/>
        </p:nvSpPr>
        <p:spPr>
          <a:xfrm>
            <a:off x="24125716" y="1472416"/>
            <a:ext cx="28225" cy="20350"/>
          </a:xfrm>
          <a:custGeom>
            <a:avLst/>
            <a:gdLst/>
            <a:ahLst/>
            <a:cxnLst/>
            <a:rect l="0" t="0" r="r" b="b"/>
            <a:pathLst>
              <a:path w="28225" h="20350">
                <a:moveTo>
                  <a:pt x="28225" y="10987"/>
                </a:moveTo>
                <a:lnTo>
                  <a:pt x="0" y="20350"/>
                </a:lnTo>
                <a:lnTo>
                  <a:pt x="8057" y="0"/>
                </a:lnTo>
                <a:close/>
              </a:path>
            </a:pathLst>
          </a:custGeom>
          <a:solidFill>
            <a:srgbClr val="CF1723">
              <a:alpha val="97616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3" name="Iskra 21"/>
          <p:cNvSpPr/>
          <p:nvPr/>
        </p:nvSpPr>
        <p:spPr>
          <a:xfrm>
            <a:off x="23864700" y="1250447"/>
            <a:ext cx="20392" cy="18101"/>
          </a:xfrm>
          <a:custGeom>
            <a:avLst/>
            <a:gdLst/>
            <a:ahLst/>
            <a:cxnLst/>
            <a:rect l="0" t="0" r="r" b="b"/>
            <a:pathLst>
              <a:path w="20392" h="18101">
                <a:moveTo>
                  <a:pt x="0" y="1006"/>
                </a:moveTo>
                <a:lnTo>
                  <a:pt x="20392" y="0"/>
                </a:lnTo>
                <a:lnTo>
                  <a:pt x="9993" y="18101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4" name="Iskra 22"/>
          <p:cNvSpPr/>
          <p:nvPr/>
        </p:nvSpPr>
        <p:spPr>
          <a:xfrm>
            <a:off x="24327309" y="1463198"/>
            <a:ext cx="25879" cy="22108"/>
          </a:xfrm>
          <a:custGeom>
            <a:avLst/>
            <a:gdLst/>
            <a:ahLst/>
            <a:cxnLst/>
            <a:rect l="0" t="0" r="r" b="b"/>
            <a:pathLst>
              <a:path w="25879" h="22108">
                <a:moveTo>
                  <a:pt x="0" y="17771"/>
                </a:moveTo>
                <a:lnTo>
                  <a:pt x="22061" y="0"/>
                </a:lnTo>
                <a:lnTo>
                  <a:pt x="25879" y="22108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5" name="Iskra 23"/>
          <p:cNvSpPr/>
          <p:nvPr/>
        </p:nvSpPr>
        <p:spPr>
          <a:xfrm>
            <a:off x="24601687" y="1271221"/>
            <a:ext cx="25187" cy="33985"/>
          </a:xfrm>
          <a:custGeom>
            <a:avLst/>
            <a:gdLst/>
            <a:ahLst/>
            <a:cxnLst/>
            <a:rect l="0" t="0" r="r" b="b"/>
            <a:pathLst>
              <a:path w="25187" h="33985">
                <a:moveTo>
                  <a:pt x="25187" y="0"/>
                </a:moveTo>
                <a:lnTo>
                  <a:pt x="17974" y="33985"/>
                </a:lnTo>
                <a:lnTo>
                  <a:pt x="0" y="1040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6" name="Iskra 24"/>
          <p:cNvSpPr/>
          <p:nvPr/>
        </p:nvSpPr>
        <p:spPr>
          <a:xfrm>
            <a:off x="21778772" y="3609804"/>
            <a:ext cx="180955" cy="144974"/>
          </a:xfrm>
          <a:custGeom>
            <a:avLst/>
            <a:gdLst/>
            <a:ahLst/>
            <a:cxnLst/>
            <a:rect l="0" t="0" r="r" b="b"/>
            <a:pathLst>
              <a:path w="180955" h="144974">
                <a:moveTo>
                  <a:pt x="70715" y="0"/>
                </a:moveTo>
                <a:lnTo>
                  <a:pt x="180955" y="142243"/>
                </a:lnTo>
                <a:lnTo>
                  <a:pt x="0" y="144974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7" name="Iskra 25"/>
          <p:cNvSpPr/>
          <p:nvPr/>
        </p:nvSpPr>
        <p:spPr>
          <a:xfrm>
            <a:off x="18579945" y="3321333"/>
            <a:ext cx="11185" cy="10902"/>
          </a:xfrm>
          <a:custGeom>
            <a:avLst/>
            <a:gdLst/>
            <a:ahLst/>
            <a:cxnLst/>
            <a:rect l="0" t="0" r="r" b="b"/>
            <a:pathLst>
              <a:path w="11185" h="10902">
                <a:moveTo>
                  <a:pt x="0" y="1703"/>
                </a:moveTo>
                <a:lnTo>
                  <a:pt x="11185" y="0"/>
                </a:lnTo>
                <a:lnTo>
                  <a:pt x="7929" y="10902"/>
                </a:lnTo>
                <a:close/>
              </a:path>
            </a:pathLst>
          </a:custGeom>
          <a:solidFill>
            <a:srgbClr val="95161D">
              <a:alpha val="75138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8" name="Iskra 26"/>
          <p:cNvSpPr/>
          <p:nvPr/>
        </p:nvSpPr>
        <p:spPr>
          <a:xfrm>
            <a:off x="19804342" y="3185547"/>
            <a:ext cx="14687" cy="11550"/>
          </a:xfrm>
          <a:custGeom>
            <a:avLst/>
            <a:gdLst/>
            <a:ahLst/>
            <a:cxnLst/>
            <a:rect l="0" t="0" r="r" b="b"/>
            <a:pathLst>
              <a:path w="14687" h="11550">
                <a:moveTo>
                  <a:pt x="0" y="5219"/>
                </a:moveTo>
                <a:lnTo>
                  <a:pt x="14687" y="0"/>
                </a:lnTo>
                <a:lnTo>
                  <a:pt x="7353" y="11550"/>
                </a:lnTo>
                <a:close/>
              </a:path>
            </a:pathLst>
          </a:custGeom>
          <a:solidFill>
            <a:srgbClr val="EE312F">
              <a:alpha val="80294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9" name="Iskra 27"/>
          <p:cNvSpPr/>
          <p:nvPr/>
        </p:nvSpPr>
        <p:spPr>
          <a:xfrm>
            <a:off x="21029395" y="3412274"/>
            <a:ext cx="15836" cy="17456"/>
          </a:xfrm>
          <a:custGeom>
            <a:avLst/>
            <a:gdLst/>
            <a:ahLst/>
            <a:cxnLst/>
            <a:rect l="0" t="0" r="r" b="b"/>
            <a:pathLst>
              <a:path w="15836" h="17456">
                <a:moveTo>
                  <a:pt x="15836" y="5173"/>
                </a:moveTo>
                <a:lnTo>
                  <a:pt x="4943" y="17456"/>
                </a:lnTo>
                <a:lnTo>
                  <a:pt x="0" y="0"/>
                </a:lnTo>
                <a:close/>
              </a:path>
            </a:pathLst>
          </a:custGeom>
          <a:solidFill>
            <a:srgbClr val="CF1723">
              <a:alpha val="85492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0" name="Iskra 28"/>
          <p:cNvSpPr/>
          <p:nvPr/>
        </p:nvSpPr>
        <p:spPr>
          <a:xfrm>
            <a:off x="22077222" y="3581969"/>
            <a:ext cx="23418" cy="19588"/>
          </a:xfrm>
          <a:custGeom>
            <a:avLst/>
            <a:gdLst/>
            <a:ahLst/>
            <a:cxnLst/>
            <a:rect l="0" t="0" r="r" b="b"/>
            <a:pathLst>
              <a:path w="23418" h="19588">
                <a:moveTo>
                  <a:pt x="23418" y="0"/>
                </a:moveTo>
                <a:lnTo>
                  <a:pt x="16534" y="19588"/>
                </a:lnTo>
                <a:lnTo>
                  <a:pt x="0" y="319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1" name="Iskra 29"/>
          <p:cNvSpPr/>
          <p:nvPr/>
        </p:nvSpPr>
        <p:spPr>
          <a:xfrm>
            <a:off x="21869546" y="3449290"/>
            <a:ext cx="18994" cy="24617"/>
          </a:xfrm>
          <a:custGeom>
            <a:avLst/>
            <a:gdLst/>
            <a:ahLst/>
            <a:cxnLst/>
            <a:rect l="0" t="0" r="r" b="b"/>
            <a:pathLst>
              <a:path w="18994" h="24617">
                <a:moveTo>
                  <a:pt x="18989" y="24617"/>
                </a:moveTo>
                <a:lnTo>
                  <a:pt x="0" y="11237"/>
                </a:lnTo>
                <a:lnTo>
                  <a:pt x="18994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2" name="Iskra 30"/>
          <p:cNvSpPr/>
          <p:nvPr/>
        </p:nvSpPr>
        <p:spPr>
          <a:xfrm>
            <a:off x="22251965" y="3588178"/>
            <a:ext cx="20184" cy="14400"/>
          </a:xfrm>
          <a:custGeom>
            <a:avLst/>
            <a:gdLst/>
            <a:ahLst/>
            <a:cxnLst/>
            <a:rect l="0" t="0" r="r" b="b"/>
            <a:pathLst>
              <a:path w="20184" h="14400">
                <a:moveTo>
                  <a:pt x="20184" y="14400"/>
                </a:moveTo>
                <a:lnTo>
                  <a:pt x="2555" y="13880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3" name="Iskra 31"/>
          <p:cNvSpPr/>
          <p:nvPr/>
        </p:nvSpPr>
        <p:spPr>
          <a:xfrm>
            <a:off x="22010660" y="3499166"/>
            <a:ext cx="20608" cy="20091"/>
          </a:xfrm>
          <a:custGeom>
            <a:avLst/>
            <a:gdLst/>
            <a:ahLst/>
            <a:cxnLst/>
            <a:rect l="0" t="0" r="r" b="b"/>
            <a:pathLst>
              <a:path w="20608" h="20091">
                <a:moveTo>
                  <a:pt x="20608" y="1703"/>
                </a:moveTo>
                <a:lnTo>
                  <a:pt x="5986" y="20091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4" name="Iskra 32"/>
          <p:cNvSpPr/>
          <p:nvPr/>
        </p:nvSpPr>
        <p:spPr>
          <a:xfrm>
            <a:off x="22374847" y="3624098"/>
            <a:ext cx="28913" cy="21901"/>
          </a:xfrm>
          <a:custGeom>
            <a:avLst/>
            <a:gdLst/>
            <a:ahLst/>
            <a:cxnLst/>
            <a:rect l="0" t="0" r="r" b="b"/>
            <a:pathLst>
              <a:path w="28913" h="21901">
                <a:moveTo>
                  <a:pt x="28913" y="0"/>
                </a:moveTo>
                <a:lnTo>
                  <a:pt x="21629" y="21901"/>
                </a:lnTo>
                <a:lnTo>
                  <a:pt x="0" y="874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5" name="Iskra 33"/>
          <p:cNvSpPr/>
          <p:nvPr/>
        </p:nvSpPr>
        <p:spPr>
          <a:xfrm>
            <a:off x="24281328" y="3621700"/>
            <a:ext cx="187281" cy="149270"/>
          </a:xfrm>
          <a:custGeom>
            <a:avLst/>
            <a:gdLst/>
            <a:ahLst/>
            <a:cxnLst/>
            <a:rect l="0" t="0" r="r" b="b"/>
            <a:pathLst>
              <a:path w="187281" h="149270">
                <a:moveTo>
                  <a:pt x="187281" y="121668"/>
                </a:moveTo>
                <a:lnTo>
                  <a:pt x="0" y="149270"/>
                </a:lnTo>
                <a:lnTo>
                  <a:pt x="28338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6" name="Iskra 34"/>
          <p:cNvSpPr/>
          <p:nvPr/>
        </p:nvSpPr>
        <p:spPr>
          <a:xfrm>
            <a:off x="19332277" y="3256628"/>
            <a:ext cx="10269" cy="8476"/>
          </a:xfrm>
          <a:custGeom>
            <a:avLst/>
            <a:gdLst/>
            <a:ahLst/>
            <a:cxnLst/>
            <a:rect l="0" t="0" r="r" b="b"/>
            <a:pathLst>
              <a:path w="10269" h="8476">
                <a:moveTo>
                  <a:pt x="10269" y="8476"/>
                </a:moveTo>
                <a:lnTo>
                  <a:pt x="0" y="5427"/>
                </a:lnTo>
                <a:lnTo>
                  <a:pt x="8985" y="0"/>
                </a:lnTo>
                <a:close/>
              </a:path>
            </a:pathLst>
          </a:custGeom>
          <a:solidFill>
            <a:srgbClr val="EE312F">
              <a:alpha val="88095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7" name="Iskra 35"/>
          <p:cNvSpPr/>
          <p:nvPr/>
        </p:nvSpPr>
        <p:spPr>
          <a:xfrm>
            <a:off x="21182676" y="3107100"/>
            <a:ext cx="11014" cy="13900"/>
          </a:xfrm>
          <a:custGeom>
            <a:avLst/>
            <a:gdLst/>
            <a:ahLst/>
            <a:cxnLst/>
            <a:rect l="0" t="0" r="r" b="b"/>
            <a:pathLst>
              <a:path w="11014" h="13900">
                <a:moveTo>
                  <a:pt x="0" y="0"/>
                </a:moveTo>
                <a:lnTo>
                  <a:pt x="11014" y="3935"/>
                </a:lnTo>
                <a:lnTo>
                  <a:pt x="303" y="13900"/>
                </a:lnTo>
                <a:close/>
              </a:path>
            </a:pathLst>
          </a:custGeom>
          <a:solidFill>
            <a:srgbClr val="CF1723">
              <a:alpha val="93293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8" name="Iskra 36"/>
          <p:cNvSpPr/>
          <p:nvPr/>
        </p:nvSpPr>
        <p:spPr>
          <a:xfrm>
            <a:off x="23029053" y="3359078"/>
            <a:ext cx="18127" cy="14049"/>
          </a:xfrm>
          <a:custGeom>
            <a:avLst/>
            <a:gdLst/>
            <a:ahLst/>
            <a:cxnLst/>
            <a:rect l="0" t="0" r="r" b="b"/>
            <a:pathLst>
              <a:path w="18127" h="14049">
                <a:moveTo>
                  <a:pt x="0" y="6478"/>
                </a:moveTo>
                <a:lnTo>
                  <a:pt x="18127" y="0"/>
                </a:lnTo>
                <a:lnTo>
                  <a:pt x="13853" y="14049"/>
                </a:lnTo>
                <a:close/>
              </a:path>
            </a:pathLst>
          </a:custGeom>
          <a:solidFill>
            <a:srgbClr val="95161D">
              <a:alpha val="98459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9" name="Iskra 37"/>
          <p:cNvSpPr/>
          <p:nvPr/>
        </p:nvSpPr>
        <p:spPr>
          <a:xfrm>
            <a:off x="24519102" y="3262277"/>
            <a:ext cx="21852" cy="23933"/>
          </a:xfrm>
          <a:custGeom>
            <a:avLst/>
            <a:gdLst/>
            <a:ahLst/>
            <a:cxnLst/>
            <a:rect l="0" t="0" r="r" b="b"/>
            <a:pathLst>
              <a:path w="21852" h="23933">
                <a:moveTo>
                  <a:pt x="19891" y="23933"/>
                </a:moveTo>
                <a:lnTo>
                  <a:pt x="0" y="11181"/>
                </a:lnTo>
                <a:lnTo>
                  <a:pt x="21852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0" name="Iskra 38"/>
          <p:cNvSpPr/>
          <p:nvPr/>
        </p:nvSpPr>
        <p:spPr>
          <a:xfrm>
            <a:off x="24194304" y="3879902"/>
            <a:ext cx="16913" cy="17523"/>
          </a:xfrm>
          <a:custGeom>
            <a:avLst/>
            <a:gdLst/>
            <a:ahLst/>
            <a:cxnLst/>
            <a:rect l="0" t="0" r="r" b="b"/>
            <a:pathLst>
              <a:path w="16913" h="17523">
                <a:moveTo>
                  <a:pt x="16913" y="7883"/>
                </a:moveTo>
                <a:lnTo>
                  <a:pt x="6110" y="17523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1" name="Iskra 39"/>
          <p:cNvSpPr/>
          <p:nvPr/>
        </p:nvSpPr>
        <p:spPr>
          <a:xfrm>
            <a:off x="24127031" y="3715595"/>
            <a:ext cx="23990" cy="21488"/>
          </a:xfrm>
          <a:custGeom>
            <a:avLst/>
            <a:gdLst/>
            <a:ahLst/>
            <a:cxnLst/>
            <a:rect l="0" t="0" r="r" b="b"/>
            <a:pathLst>
              <a:path w="23990" h="21488">
                <a:moveTo>
                  <a:pt x="0" y="17599"/>
                </a:moveTo>
                <a:lnTo>
                  <a:pt x="10726" y="0"/>
                </a:lnTo>
                <a:lnTo>
                  <a:pt x="23990" y="21488"/>
                </a:lnTo>
                <a:close/>
              </a:path>
            </a:pathLst>
          </a:custGeom>
          <a:solidFill>
            <a:srgbClr val="95161D">
              <a:alpha val="93599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2" name="Iskra 40"/>
          <p:cNvSpPr/>
          <p:nvPr/>
        </p:nvSpPr>
        <p:spPr>
          <a:xfrm>
            <a:off x="24748181" y="3689706"/>
            <a:ext cx="31981" cy="32231"/>
          </a:xfrm>
          <a:custGeom>
            <a:avLst/>
            <a:gdLst/>
            <a:ahLst/>
            <a:cxnLst/>
            <a:rect l="0" t="0" r="r" b="b"/>
            <a:pathLst>
              <a:path w="31981" h="32231">
                <a:moveTo>
                  <a:pt x="23638" y="0"/>
                </a:moveTo>
                <a:lnTo>
                  <a:pt x="31981" y="32231"/>
                </a:lnTo>
                <a:lnTo>
                  <a:pt x="0" y="27758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3" name="Iskra 41"/>
          <p:cNvSpPr/>
          <p:nvPr/>
        </p:nvSpPr>
        <p:spPr>
          <a:xfrm>
            <a:off x="24672292" y="3715127"/>
            <a:ext cx="13060" cy="15381"/>
          </a:xfrm>
          <a:custGeom>
            <a:avLst/>
            <a:gdLst/>
            <a:ahLst/>
            <a:cxnLst/>
            <a:rect l="0" t="0" r="r" b="b"/>
            <a:pathLst>
              <a:path w="13060" h="15381">
                <a:moveTo>
                  <a:pt x="13060" y="11038"/>
                </a:moveTo>
                <a:lnTo>
                  <a:pt x="0" y="15381"/>
                </a:lnTo>
                <a:lnTo>
                  <a:pt x="3618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113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7647">
                                          <p:val>
                                            <p:strVal val="#ppt_h*0"/>
                                          </p:val>
                                        </p:tav>
                                        <p:tav tm="20588">
                                          <p:val>
                                            <p:strVal val="#ppt_h*0.21456"/>
                                          </p:val>
                                        </p:tav>
                                        <p:tav tm="23529">
                                          <p:val>
                                            <p:strVal val="#ppt_h*0.39219"/>
                                          </p:val>
                                        </p:tav>
                                        <p:tav tm="26471">
                                          <p:val>
                                            <p:strVal val="#ppt_h*0.53299"/>
                                          </p:val>
                                        </p:tav>
                                        <p:tav tm="29412">
                                          <p:val>
                                            <p:strVal val="#ppt_h*0.6417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72473"/>
                                          </p:val>
                                        </p:tav>
                                        <p:tav tm="35294">
                                          <p:val>
                                            <p:strVal val="#ppt_h*0.78807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3658"/>
                                          </p:val>
                                        </p:tav>
                                        <p:tav tm="41176">
                                          <p:val>
                                            <p:strVal val="#ppt_h*0.87394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90287"/>
                                          </p:val>
                                        </p:tav>
                                        <p:tav tm="47059">
                                          <p:val>
                                            <p:strVal val="#ppt_h*0.925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94293"/>
                                          </p:val>
                                        </p:tav>
                                        <p:tav tm="52941">
                                          <p:val>
                                            <p:strVal val="#ppt_h*0.95664"/>
                                          </p:val>
                                        </p:tav>
                                        <p:tav tm="55882">
                                          <p:val>
                                            <p:strVal val="#ppt_h*0.96735"/>
                                          </p:val>
                                        </p:tav>
                                        <p:tav tm="58824">
                                          <p:val>
                                            <p:strVal val="#ppt_h*0.9756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0.98215"/>
                                          </p:val>
                                        </p:tav>
                                        <p:tav tm="67647">
                                          <p:val>
                                            <p:strVal val="#ppt_h*0.99091"/>
                                          </p:val>
                                        </p:tav>
                                        <p:tav tm="70588">
                                          <p:val>
                                            <p:strVal val="#ppt_h*0.99376"/>
                                          </p:val>
                                        </p:tav>
                                        <p:tav tm="76471">
                                          <p:val>
                                            <p:strVal val="#ppt_h*0.99737"/>
                                          </p:val>
                                        </p:tav>
                                        <p:tav tm="85294">
                                          <p:val>
                                            <p:strVal val="#ppt_h*0.999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" dur="390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597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686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8540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9394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11102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14518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9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90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8429">
                                          <p:val>
                                            <p:strVal val="#ppt_w*1"/>
                                          </p:val>
                                        </p:tav>
                                        <p:tav tm="39283">
                                          <p:val>
                                            <p:strVal val="#ppt_w*1.02733"/>
                                          </p:val>
                                        </p:tav>
                                        <p:tav tm="40991">
                                          <p:val>
                                            <p:strVal val="#ppt_w*1.01156"/>
                                          </p:val>
                                        </p:tav>
                                        <p:tav tm="41845">
                                          <p:val>
                                            <p:strVal val="#ppt_w*1.00718"/>
                                          </p:val>
                                        </p:tav>
                                        <p:tav tm="43553">
                                          <p:val>
                                            <p:strVal val="#ppt_w*1.00287"/>
                                          </p:val>
                                        </p:tav>
                                        <p:tav tm="46114">
                                          <p:val>
                                            <p:strVal val="#ppt_w*1.00056"/>
                                          </p:val>
                                        </p:tav>
                                        <p:tav tm="54654">
                                          <p:val>
                                            <p:strVal val="#ppt_w*1"/>
                                          </p:val>
                                        </p:tav>
                                        <p:tav tm="55508">
                                          <p:val>
                                            <p:strVal val="#ppt_w*1.01375"/>
                                          </p:val>
                                        </p:tav>
                                        <p:tav tm="56362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57216">
                                          <p:val>
                                            <p:strVal val="#ppt_w*1.01484"/>
                                          </p:val>
                                        </p:tav>
                                        <p:tav tm="58070">
                                          <p:val>
                                            <p:strVal val="#ppt_w*1.00908"/>
                                          </p:val>
                                        </p:tav>
                                        <p:tav tm="59778">
                                          <p:val>
                                            <p:strVal val="#ppt_w*1.00361"/>
                                          </p:val>
                                        </p:tav>
                                        <p:tav tm="63194">
                                          <p:val>
                                            <p:strVal val="#ppt_w*1.0004"/>
                                          </p:val>
                                        </p:tav>
                                        <p:tav tm="71734">
                                          <p:val>
                                            <p:strVal val="#ppt_w*1"/>
                                          </p:val>
                                        </p:tav>
                                        <p:tav tm="72588">
                                          <p:val>
                                            <p:strVal val="#ppt_w*1.02733"/>
                                          </p:val>
                                        </p:tav>
                                        <p:tav tm="74295">
                                          <p:val>
                                            <p:strVal val="#ppt_w*1.01156"/>
                                          </p:val>
                                        </p:tav>
                                        <p:tav tm="75149">
                                          <p:val>
                                            <p:strVal val="#ppt_w*1.00718"/>
                                          </p:val>
                                        </p:tav>
                                        <p:tav tm="77711">
                                          <p:val>
                                            <p:strVal val="#ppt_w*1.00177"/>
                                          </p:val>
                                        </p:tav>
                                        <p:tav tm="87959">
                                          <p:val>
                                            <p:strVal val="#ppt_w*1"/>
                                          </p:val>
                                        </p:tav>
                                        <p:tav tm="88813">
                                          <p:val>
                                            <p:strVal val="#ppt_w*1.01375"/>
                                          </p:val>
                                        </p:tav>
                                        <p:tav tm="89667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90521">
                                          <p:val>
                                            <p:strVal val="#ppt_w*1.01484"/>
                                          </p:val>
                                        </p:tav>
                                        <p:tav tm="91375">
                                          <p:val>
                                            <p:strVal val="#ppt_w*1.00908"/>
                                          </p:val>
                                        </p:tav>
                                        <p:tav tm="93083">
                                          <p:val>
                                            <p:strVal val="#ppt_w*1.00361"/>
                                          </p:val>
                                        </p:tav>
                                        <p:tav tm="95645">
                                          <p:val>
                                            <p:strVal val="#ppt_w*1.00078"/>
                                          </p:val>
                                        </p:tav>
                                        <p:tav tm="999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390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8429">
                                          <p:val>
                                            <p:strVal val="#ppt_h*1"/>
                                          </p:val>
                                        </p:tav>
                                        <p:tav tm="39283">
                                          <p:val>
                                            <p:strVal val="#ppt_h*1.02733"/>
                                          </p:val>
                                        </p:tav>
                                        <p:tav tm="40991">
                                          <p:val>
                                            <p:strVal val="#ppt_h*1.01156"/>
                                          </p:val>
                                        </p:tav>
                                        <p:tav tm="41845">
                                          <p:val>
                                            <p:strVal val="#ppt_h*1.00718"/>
                                          </p:val>
                                        </p:tav>
                                        <p:tav tm="43553">
                                          <p:val>
                                            <p:strVal val="#ppt_h*1.00287"/>
                                          </p:val>
                                        </p:tav>
                                        <p:tav tm="46114">
                                          <p:val>
                                            <p:strVal val="#ppt_h*1.00056"/>
                                          </p:val>
                                        </p:tav>
                                        <p:tav tm="54654">
                                          <p:val>
                                            <p:strVal val="#ppt_h*1"/>
                                          </p:val>
                                        </p:tav>
                                        <p:tav tm="55508">
                                          <p:val>
                                            <p:strVal val="#ppt_h*1.01375"/>
                                          </p:val>
                                        </p:tav>
                                        <p:tav tm="56362">
                                          <p:val>
                                            <p:strVal val="#ppt_h*1.02475"/>
                                          </p:val>
                                        </p:tav>
                                        <p:tav tm="57216">
                                          <p:val>
                                            <p:strVal val="#ppt_h*1.01484"/>
                                          </p:val>
                                        </p:tav>
                                        <p:tav tm="58070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59778">
                                          <p:val>
                                            <p:strVal val="#ppt_h*1.00361"/>
                                          </p:val>
                                        </p:tav>
                                        <p:tav tm="63194">
                                          <p:val>
                                            <p:strVal val="#ppt_h*1.0004"/>
                                          </p:val>
                                        </p:tav>
                                        <p:tav tm="71734">
                                          <p:val>
                                            <p:strVal val="#ppt_h*1"/>
                                          </p:val>
                                        </p:tav>
                                        <p:tav tm="72588">
                                          <p:val>
                                            <p:strVal val="#ppt_h*1.02733"/>
                                          </p:val>
                                        </p:tav>
                                        <p:tav tm="74295">
                                          <p:val>
                                            <p:strVal val="#ppt_h*1.01156"/>
                                          </p:val>
                                        </p:tav>
                                        <p:tav tm="75149">
                                          <p:val>
                                            <p:strVal val="#ppt_h*1.00718"/>
                                          </p:val>
                                        </p:tav>
                                        <p:tav tm="77711">
                                          <p:val>
                                            <p:strVal val="#ppt_h*1.00177"/>
                                          </p:val>
                                        </p:tav>
                                        <p:tav tm="87959">
                                          <p:val>
                                            <p:strVal val="#ppt_h*1"/>
                                          </p:val>
                                        </p:tav>
                                        <p:tav tm="88813">
                                          <p:val>
                                            <p:strVal val="#ppt_h*1.01375"/>
                                          </p:val>
                                        </p:tav>
                                        <p:tav tm="89667">
                                          <p:val>
                                            <p:strVal val="#ppt_h*1.02475"/>
                                          </p:val>
                                        </p:tav>
                                        <p:tav tm="90521">
                                          <p:val>
                                            <p:strVal val="#ppt_h*1.01484"/>
                                          </p:val>
                                        </p:tav>
                                        <p:tav tm="91375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93083">
                                          <p:val>
                                            <p:strVal val="#ppt_h*1.00361"/>
                                          </p:val>
                                        </p:tav>
                                        <p:tav tm="95645">
                                          <p:val>
                                            <p:strVal val="#ppt_h*1.00078"/>
                                          </p:val>
                                        </p:tav>
                                        <p:tav tm="999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90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597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686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8540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9394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11102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14518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9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90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8429">
                                          <p:val>
                                            <p:strVal val="#ppt_w*1"/>
                                          </p:val>
                                        </p:tav>
                                        <p:tav tm="39283">
                                          <p:val>
                                            <p:strVal val="#ppt_w*1.02733"/>
                                          </p:val>
                                        </p:tav>
                                        <p:tav tm="40991">
                                          <p:val>
                                            <p:strVal val="#ppt_w*1.01156"/>
                                          </p:val>
                                        </p:tav>
                                        <p:tav tm="41845">
                                          <p:val>
                                            <p:strVal val="#ppt_w*1.00718"/>
                                          </p:val>
                                        </p:tav>
                                        <p:tav tm="43553">
                                          <p:val>
                                            <p:strVal val="#ppt_w*1.00287"/>
                                          </p:val>
                                        </p:tav>
                                        <p:tav tm="46114">
                                          <p:val>
                                            <p:strVal val="#ppt_w*1.00056"/>
                                          </p:val>
                                        </p:tav>
                                        <p:tav tm="54654">
                                          <p:val>
                                            <p:strVal val="#ppt_w*1"/>
                                          </p:val>
                                        </p:tav>
                                        <p:tav tm="55508">
                                          <p:val>
                                            <p:strVal val="#ppt_w*1.01375"/>
                                          </p:val>
                                        </p:tav>
                                        <p:tav tm="56362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57216">
                                          <p:val>
                                            <p:strVal val="#ppt_w*1.01484"/>
                                          </p:val>
                                        </p:tav>
                                        <p:tav tm="58070">
                                          <p:val>
                                            <p:strVal val="#ppt_w*1.00908"/>
                                          </p:val>
                                        </p:tav>
                                        <p:tav tm="59778">
                                          <p:val>
                                            <p:strVal val="#ppt_w*1.00361"/>
                                          </p:val>
                                        </p:tav>
                                        <p:tav tm="63194">
                                          <p:val>
                                            <p:strVal val="#ppt_w*1.0004"/>
                                          </p:val>
                                        </p:tav>
                                        <p:tav tm="71734">
                                          <p:val>
                                            <p:strVal val="#ppt_w*1"/>
                                          </p:val>
                                        </p:tav>
                                        <p:tav tm="72588">
                                          <p:val>
                                            <p:strVal val="#ppt_w*1.02733"/>
                                          </p:val>
                                        </p:tav>
                                        <p:tav tm="74295">
                                          <p:val>
                                            <p:strVal val="#ppt_w*1.01156"/>
                                          </p:val>
                                        </p:tav>
                                        <p:tav tm="75149">
                                          <p:val>
                                            <p:strVal val="#ppt_w*1.00718"/>
                                          </p:val>
                                        </p:tav>
                                        <p:tav tm="77711">
                                          <p:val>
                                            <p:strVal val="#ppt_w*1.00177"/>
                                          </p:val>
                                        </p:tav>
                                        <p:tav tm="87959">
                                          <p:val>
                                            <p:strVal val="#ppt_w*1"/>
                                          </p:val>
                                        </p:tav>
                                        <p:tav tm="88813">
                                          <p:val>
                                            <p:strVal val="#ppt_w*1.01375"/>
                                          </p:val>
                                        </p:tav>
                                        <p:tav tm="89667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90521">
                                          <p:val>
                                            <p:strVal val="#ppt_w*1.01484"/>
                                          </p:val>
                                        </p:tav>
                                        <p:tav tm="91375">
                                          <p:val>
                                            <p:strVal val="#ppt_w*1.00908"/>
                                          </p:val>
                                        </p:tav>
                                        <p:tav tm="93083">
                                          <p:val>
                                            <p:strVal val="#ppt_w*1.00361"/>
                                          </p:val>
                                        </p:tav>
                                        <p:tav tm="95645">
                                          <p:val>
                                            <p:strVal val="#ppt_w*1.00078"/>
                                          </p:val>
                                        </p:tav>
                                        <p:tav tm="999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390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8429">
                                          <p:val>
                                            <p:strVal val="#ppt_h*1"/>
                                          </p:val>
                                        </p:tav>
                                        <p:tav tm="39283">
                                          <p:val>
                                            <p:strVal val="#ppt_h*1.02733"/>
                                          </p:val>
                                        </p:tav>
                                        <p:tav tm="40991">
                                          <p:val>
                                            <p:strVal val="#ppt_h*1.01156"/>
                                          </p:val>
                                        </p:tav>
                                        <p:tav tm="41845">
                                          <p:val>
                                            <p:strVal val="#ppt_h*1.00718"/>
                                          </p:val>
                                        </p:tav>
                                        <p:tav tm="43553">
                                          <p:val>
                                            <p:strVal val="#ppt_h*1.00287"/>
                                          </p:val>
                                        </p:tav>
                                        <p:tav tm="46114">
                                          <p:val>
                                            <p:strVal val="#ppt_h*1.00056"/>
                                          </p:val>
                                        </p:tav>
                                        <p:tav tm="54654">
                                          <p:val>
                                            <p:strVal val="#ppt_h*1"/>
                                          </p:val>
                                        </p:tav>
                                        <p:tav tm="55508">
                                          <p:val>
                                            <p:strVal val="#ppt_h*1.01375"/>
                                          </p:val>
                                        </p:tav>
                                        <p:tav tm="56362">
                                          <p:val>
                                            <p:strVal val="#ppt_h*1.02475"/>
                                          </p:val>
                                        </p:tav>
                                        <p:tav tm="57216">
                                          <p:val>
                                            <p:strVal val="#ppt_h*1.01484"/>
                                          </p:val>
                                        </p:tav>
                                        <p:tav tm="58070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59778">
                                          <p:val>
                                            <p:strVal val="#ppt_h*1.00361"/>
                                          </p:val>
                                        </p:tav>
                                        <p:tav tm="63194">
                                          <p:val>
                                            <p:strVal val="#ppt_h*1.0004"/>
                                          </p:val>
                                        </p:tav>
                                        <p:tav tm="71734">
                                          <p:val>
                                            <p:strVal val="#ppt_h*1"/>
                                          </p:val>
                                        </p:tav>
                                        <p:tav tm="72588">
                                          <p:val>
                                            <p:strVal val="#ppt_h*1.02733"/>
                                          </p:val>
                                        </p:tav>
                                        <p:tav tm="74295">
                                          <p:val>
                                            <p:strVal val="#ppt_h*1.01156"/>
                                          </p:val>
                                        </p:tav>
                                        <p:tav tm="75149">
                                          <p:val>
                                            <p:strVal val="#ppt_h*1.00718"/>
                                          </p:val>
                                        </p:tav>
                                        <p:tav tm="77711">
                                          <p:val>
                                            <p:strVal val="#ppt_h*1.00177"/>
                                          </p:val>
                                        </p:tav>
                                        <p:tav tm="87959">
                                          <p:val>
                                            <p:strVal val="#ppt_h*1"/>
                                          </p:val>
                                        </p:tav>
                                        <p:tav tm="88813">
                                          <p:val>
                                            <p:strVal val="#ppt_h*1.01375"/>
                                          </p:val>
                                        </p:tav>
                                        <p:tav tm="89667">
                                          <p:val>
                                            <p:strVal val="#ppt_h*1.02475"/>
                                          </p:val>
                                        </p:tav>
                                        <p:tav tm="90521">
                                          <p:val>
                                            <p:strVal val="#ppt_h*1.01484"/>
                                          </p:val>
                                        </p:tav>
                                        <p:tav tm="91375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93083">
                                          <p:val>
                                            <p:strVal val="#ppt_h*1.00361"/>
                                          </p:val>
                                        </p:tav>
                                        <p:tav tm="95645">
                                          <p:val>
                                            <p:strVal val="#ppt_h*1.00078"/>
                                          </p:val>
                                        </p:tav>
                                        <p:tav tm="999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Effect transition="in" filter="wheel(1)">
                                      <p:cBhvr>
                                        <p:cTn id="18" dur="1200" decel="100000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" dur="390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597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686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8540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9394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11102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14518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9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90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8429">
                                          <p:val>
                                            <p:strVal val="#ppt_w*1"/>
                                          </p:val>
                                        </p:tav>
                                        <p:tav tm="39283">
                                          <p:val>
                                            <p:strVal val="#ppt_w*1.02733"/>
                                          </p:val>
                                        </p:tav>
                                        <p:tav tm="40991">
                                          <p:val>
                                            <p:strVal val="#ppt_w*1.01156"/>
                                          </p:val>
                                        </p:tav>
                                        <p:tav tm="41845">
                                          <p:val>
                                            <p:strVal val="#ppt_w*1.00718"/>
                                          </p:val>
                                        </p:tav>
                                        <p:tav tm="43553">
                                          <p:val>
                                            <p:strVal val="#ppt_w*1.00287"/>
                                          </p:val>
                                        </p:tav>
                                        <p:tav tm="46114">
                                          <p:val>
                                            <p:strVal val="#ppt_w*1.00056"/>
                                          </p:val>
                                        </p:tav>
                                        <p:tav tm="54654">
                                          <p:val>
                                            <p:strVal val="#ppt_w*1"/>
                                          </p:val>
                                        </p:tav>
                                        <p:tav tm="56362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57216">
                                          <p:val>
                                            <p:strVal val="#ppt_w*1.01484"/>
                                          </p:val>
                                        </p:tav>
                                        <p:tav tm="58070">
                                          <p:val>
                                            <p:strVal val="#ppt_w*1.00908"/>
                                          </p:val>
                                        </p:tav>
                                        <p:tav tm="59778">
                                          <p:val>
                                            <p:strVal val="#ppt_w*1.00361"/>
                                          </p:val>
                                        </p:tav>
                                        <p:tav tm="63194">
                                          <p:val>
                                            <p:strVal val="#ppt_w*1.0004"/>
                                          </p:val>
                                        </p:tav>
                                        <p:tav tm="71734">
                                          <p:val>
                                            <p:strVal val="#ppt_w*1"/>
                                          </p:val>
                                        </p:tav>
                                        <p:tav tm="72588">
                                          <p:val>
                                            <p:strVal val="#ppt_w*1.02733"/>
                                          </p:val>
                                        </p:tav>
                                        <p:tav tm="74295">
                                          <p:val>
                                            <p:strVal val="#ppt_w*1.01156"/>
                                          </p:val>
                                        </p:tav>
                                        <p:tav tm="75149">
                                          <p:val>
                                            <p:strVal val="#ppt_w*1.00718"/>
                                          </p:val>
                                        </p:tav>
                                        <p:tav tm="77711">
                                          <p:val>
                                            <p:strVal val="#ppt_w*1.00177"/>
                                          </p:val>
                                        </p:tav>
                                        <p:tav tm="87959">
                                          <p:val>
                                            <p:strVal val="#ppt_w*1"/>
                                          </p:val>
                                        </p:tav>
                                        <p:tav tm="89667">
                                          <p:val>
                                            <p:strVal val="#ppt_w*1.02475"/>
                                          </p:val>
                                        </p:tav>
                                        <p:tav tm="90521">
                                          <p:val>
                                            <p:strVal val="#ppt_w*1.01484"/>
                                          </p:val>
                                        </p:tav>
                                        <p:tav tm="91375">
                                          <p:val>
                                            <p:strVal val="#ppt_w*1.00908"/>
                                          </p:val>
                                        </p:tav>
                                        <p:tav tm="93083">
                                          <p:val>
                                            <p:strVal val="#ppt_w*1.00361"/>
                                          </p:val>
                                        </p:tav>
                                        <p:tav tm="999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90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8429">
                                          <p:val>
                                            <p:strVal val="#ppt_h*1"/>
                                          </p:val>
                                        </p:tav>
                                        <p:tav tm="39283">
                                          <p:val>
                                            <p:strVal val="#ppt_h*1.02733"/>
                                          </p:val>
                                        </p:tav>
                                        <p:tav tm="41845">
                                          <p:val>
                                            <p:strVal val="#ppt_h*1.00718"/>
                                          </p:val>
                                        </p:tav>
                                        <p:tav tm="46114">
                                          <p:val>
                                            <p:strVal val="#ppt_h*1.00056"/>
                                          </p:val>
                                        </p:tav>
                                        <p:tav tm="54654">
                                          <p:val>
                                            <p:strVal val="#ppt_h*1"/>
                                          </p:val>
                                        </p:tav>
                                        <p:tav tm="56362">
                                          <p:val>
                                            <p:strVal val="#ppt_h*1.02475"/>
                                          </p:val>
                                        </p:tav>
                                        <p:tav tm="58070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59778">
                                          <p:val>
                                            <p:strVal val="#ppt_h*1.00361"/>
                                          </p:val>
                                        </p:tav>
                                        <p:tav tm="71734">
                                          <p:val>
                                            <p:strVal val="#ppt_h*1"/>
                                          </p:val>
                                        </p:tav>
                                        <p:tav tm="72588">
                                          <p:val>
                                            <p:strVal val="#ppt_h*1.02733"/>
                                          </p:val>
                                        </p:tav>
                                        <p:tav tm="75149">
                                          <p:val>
                                            <p:strVal val="#ppt_h*1.00718"/>
                                          </p:val>
                                        </p:tav>
                                        <p:tav tm="77711">
                                          <p:val>
                                            <p:strVal val="#ppt_h*1.00177"/>
                                          </p:val>
                                        </p:tav>
                                        <p:tav tm="87959">
                                          <p:val>
                                            <p:strVal val="#ppt_h*1"/>
                                          </p:val>
                                        </p:tav>
                                        <p:tav tm="89667">
                                          <p:val>
                                            <p:strVal val="#ppt_h*1.02475"/>
                                          </p:val>
                                        </p:tav>
                                        <p:tav tm="91375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93083">
                                          <p:val>
                                            <p:strVal val="#ppt_h*1.00361"/>
                                          </p:val>
                                        </p:tav>
                                        <p:tav tm="999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" dur="87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325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25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809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08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23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39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25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325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h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325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25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325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325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" dur="32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1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2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809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08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23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39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32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2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h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3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782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1655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1885"/>
                                          </p:val>
                                        </p:tav>
                                        <p:tav tm="76844">
                                          <p:val>
                                            <p:strVal val="#ppt_x-0.0204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212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2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3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809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08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23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39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h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25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25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379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4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25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325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" dur="325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25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2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325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25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325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25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682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175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25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25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325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25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0991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12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275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3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25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25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642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86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11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1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3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" dur="325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25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81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28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71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95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21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325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25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" dur="325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2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325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52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0896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9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325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25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" dur="325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0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4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325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52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0896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9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25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25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25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11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7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25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82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0926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9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25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325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" dur="325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2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25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3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5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325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325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325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2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25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30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5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25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25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" dur="32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504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675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86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8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32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8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2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2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25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638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72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821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8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25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8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25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25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" dur="32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504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675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86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8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2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36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4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32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32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" dur="32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506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8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1072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122"/>
                                          </p:val>
                                        </p:tav>
                                        <p:tav tm="76844">
                                          <p:val>
                                            <p:strVal val="#ppt_x-0.0132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37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4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32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7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32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2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" dur="32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664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10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140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1602"/>
                                          </p:val>
                                        </p:tav>
                                        <p:tav tm="76844">
                                          <p:val>
                                            <p:strVal val="#ppt_x-0.01736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809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8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32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93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055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2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2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2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664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10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140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1602"/>
                                          </p:val>
                                        </p:tav>
                                        <p:tav tm="76844">
                                          <p:val>
                                            <p:strVal val="#ppt_x-0.01736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809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8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2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561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085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0966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09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2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32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" dur="32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3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8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64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2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07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8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88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90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32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32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" dur="32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3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8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64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32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84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82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4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6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2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2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32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4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2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8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75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5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2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2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2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17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58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1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2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4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62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99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2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32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" dur="32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17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58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1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2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08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19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9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0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92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32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32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" dur="32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6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3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32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88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57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5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7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2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2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" dur="32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81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2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4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69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6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83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013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2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2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2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81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2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4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62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99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2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32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" dur="32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59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4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1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2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91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93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6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66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82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32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32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" dur="32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69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32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6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5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7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005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32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2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" dur="32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1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8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2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6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5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7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005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2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32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2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09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74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2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91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93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6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66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82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32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32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" dur="32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486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32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43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43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96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32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32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2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68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2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2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43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5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743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96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32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2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" dur="32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1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8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4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2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88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57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5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7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2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32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2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6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0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2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7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8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9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2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2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5" dur="32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2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7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8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9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9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2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32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2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1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3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2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8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75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5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32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2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5" dur="32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14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46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4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" dur="32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6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4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91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9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2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2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2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14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46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4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2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65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52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0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60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12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2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2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5" dur="32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1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3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2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4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96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02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2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32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2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9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4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2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25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88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2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0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02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32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2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5" dur="32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29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4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32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4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1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49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49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2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2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2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1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8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4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2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49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2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7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6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6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32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2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5" dur="32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69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2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14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7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48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671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2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32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2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26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61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2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2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8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1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69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32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2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32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09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574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5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2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21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6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5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2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32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2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85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88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64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2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1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75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0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48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6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2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2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5" dur="32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56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2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2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1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75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0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48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6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2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2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2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59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4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1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2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21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6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57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32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2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32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28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5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3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2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97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35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2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1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2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32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2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96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0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83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2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0997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35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2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1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7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32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2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5" dur="32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7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65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38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2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49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2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74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6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6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2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32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2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4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89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7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2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6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44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91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97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2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2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32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428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653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737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7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2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5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39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83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788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2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32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32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0645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06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2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046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1596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1802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32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2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5" dur="325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25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947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497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200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2283"/>
                                          </p:val>
                                        </p:tav>
                                        <p:tav tm="76844">
                                          <p:val>
                                            <p:strVal val="#ppt_y-0.0247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579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6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25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25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25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25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393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1866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2125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4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25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7623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76844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25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325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1475">
                                          <p:val>
                                            <p:strVal val="#ppt_x+0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454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98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69672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2746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196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38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25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1475">
                                          <p:val>
                                            <p:strVal val="#ppt_y+0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64549">
                                          <p:val>
                                            <p:strVal val="#ppt_y-0.00951"/>
                                          </p:val>
                                        </p:tav>
                                        <p:tav tm="66598">
                                          <p:val>
                                            <p:strVal val="#ppt_y-0.01503"/>
                                          </p:val>
                                        </p:tav>
                                        <p:tav tm="69672">
                                          <p:val>
                                            <p:strVal val="#ppt_y-0.02013"/>
                                          </p:val>
                                        </p:tav>
                                        <p:tav tm="72746">
                                          <p:val>
                                            <p:strVal val="#ppt_y-0.02292"/>
                                          </p:val>
                                        </p:tav>
                                        <p:tav tm="76844">
                                          <p:val>
                                            <p:strVal val="#ppt_y-0.02484"/>
                                          </p:val>
                                        </p:tav>
                                        <p:tav tm="81967">
                                          <p:val>
                                            <p:strVal val="#ppt_y-0.02589"/>
                                          </p:val>
                                        </p:tav>
                                        <p:tav tm="99385">
                                          <p:val>
                                            <p:strVal val="#ppt_y-0.026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25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1475">
                                          <p:val>
                                            <p:strVal val="#ppt_w*1"/>
                                          </p:val>
                                        </p:tav>
                                        <p:tav tm="62500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325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1475">
                                          <p:val>
                                            <p:strVal val="#ppt_h*1"/>
                                          </p:val>
                                        </p:tav>
                                        <p:tav tm="62500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64549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66598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69672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72746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1967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38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390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90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39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390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026">
                                          <p:val>
                                            <p:strVal val="#ppt_w*0.96843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4295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0273">
                                          <p:val>
                                            <p:strVal val="#ppt_w*0.9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90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4295">
                                          <p:val>
                                            <p:strVal val="#ppt_h*0.92103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0273">
                                          <p:val>
                                            <p:strVal val="#ppt_h*0.9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" dur="390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58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854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033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196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308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369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4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390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527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0738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0844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08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90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390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4295">
                                          <p:val>
                                            <p:strVal val="#ppt_h*0.92103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90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90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38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363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649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09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088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185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390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026">
                                          <p:val>
                                            <p:strVal val="#ppt_w*0.96843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4295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0273">
                                          <p:val>
                                            <p:strVal val="#ppt_w*0.9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90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390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390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738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072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501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718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7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90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026">
                                          <p:val>
                                            <p:strVal val="#ppt_w*0.96843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4295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0273">
                                          <p:val>
                                            <p:strVal val="#ppt_w*0.9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390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90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32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3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90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601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874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224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4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4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390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90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5" dur="390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32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3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390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665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967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354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549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5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90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390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90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269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3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90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39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90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90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5" dur="390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32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3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90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0798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0914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09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90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390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90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547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795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113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217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274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3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90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537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781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093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251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2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390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90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5" dur="390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9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390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537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781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093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251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2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90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90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390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9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390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421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06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90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90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90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401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58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815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90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542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261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2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90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390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90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401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58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815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90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542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1261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12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390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390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390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681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99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197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386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516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58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6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390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34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641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175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" dur="390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90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0" dur="390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673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978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18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369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497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567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6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390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893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57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818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081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90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90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90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599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053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219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333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396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4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90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12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326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604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857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125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1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90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390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90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616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895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08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254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371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435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4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90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93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444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746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2022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211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314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3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390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390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390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648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942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139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32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443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51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5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390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307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581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831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096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1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390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90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0" dur="390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665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967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169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354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48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549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5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390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81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425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724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96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182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284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90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90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5" dur="390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1014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226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42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552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625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6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390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887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289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559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805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066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90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390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90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714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1038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255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454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59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664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7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90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68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407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701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7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154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255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3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390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390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390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747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31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52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662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739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390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874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27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536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779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036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390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390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0" dur="390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763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1109"/>
                                          </p:val>
                                        </p:tav>
                                        <p:tav tm="74295">
                                          <p:val>
                                            <p:strVal val="#ppt_x-0.01342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1554"/>
                                          </p:val>
                                        </p:tav>
                                        <p:tav tm="80273">
                                          <p:val>
                                            <p:strVal val="#ppt_x-0.01699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1778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390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55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388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44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126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225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2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390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90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5" dur="390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552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6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90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81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425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724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96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182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284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90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390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90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199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3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90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1025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49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802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2087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282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389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4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390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390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5" dur="390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8318">
                                          <p:val>
                                            <p:strVal val="#ppt_x+0"/>
                                          </p:val>
                                        </p:tav>
                                        <p:tav tm="70880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72588">
                                          <p:val>
                                            <p:strVal val="#ppt_x-0.00519"/>
                                          </p:val>
                                        </p:tav>
                                        <p:tav tm="76857">
                                          <p:val>
                                            <p:strVal val="#ppt_x-0.00727"/>
                                          </p:val>
                                        </p:tav>
                                        <p:tav tm="84543">
                                          <p:val>
                                            <p:strVal val="#ppt_x-0.00832"/>
                                          </p:val>
                                        </p:tav>
                                        <p:tav tm="99915">
                                          <p:val>
                                            <p:strVal val="#ppt_x-0.00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390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68318">
                                          <p:val>
                                            <p:strVal val="#ppt_y+0"/>
                                          </p:val>
                                        </p:tav>
                                        <p:tav tm="70880">
                                          <p:val>
                                            <p:strVal val="#ppt_y-0.00955"/>
                                          </p:val>
                                        </p:tav>
                                        <p:tav tm="72588">
                                          <p:val>
                                            <p:strVal val="#ppt_y-0.01388"/>
                                          </p:val>
                                        </p:tav>
                                        <p:tav tm="74295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76857">
                                          <p:val>
                                            <p:strVal val="#ppt_y-0.01944"/>
                                          </p:val>
                                        </p:tav>
                                        <p:tav tm="80273">
                                          <p:val>
                                            <p:strVal val="#ppt_y-0.02126"/>
                                          </p:val>
                                        </p:tav>
                                        <p:tav tm="84543">
                                          <p:val>
                                            <p:strVal val="#ppt_y-0.02225"/>
                                          </p:val>
                                        </p:tav>
                                        <p:tav tm="99915">
                                          <p:val>
                                            <p:strVal val="#ppt_y-0.022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" dur="390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68318">
                                          <p:val>
                                            <p:strVal val="#ppt_w*1"/>
                                          </p:val>
                                        </p:tav>
                                        <p:tav tm="70880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390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68318">
                                          <p:val>
                                            <p:strVal val="#ppt_h*1"/>
                                          </p:val>
                                        </p:tav>
                                        <p:tav tm="70880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2588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76857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4543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15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0" dur="45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45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809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08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23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394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" dur="45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6867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3455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45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3455">
                                          <p:val>
                                            <p:strVal val="#ppt_h*0.89931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5" dur="45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45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13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7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45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6867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3455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45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5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5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81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409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4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45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6867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3455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45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5" dur="45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40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4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45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57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88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45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45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0" dur="45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32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2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80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90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9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45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57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88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45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5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5" dur="45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78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052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198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29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353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45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57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88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45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5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45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6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46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94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2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801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45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57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88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45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45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5" dur="45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45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78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38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85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2116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39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45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6867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3455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5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0" dur="45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9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45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46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79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99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3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45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6867">
                                          <p:val>
                                            <p:strVal val="#ppt_w*0.93074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3455">
                                          <p:val>
                                            <p:strVal val="#ppt_w*0.89931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45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5" dur="45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83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0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2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04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45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31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766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201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27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5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45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45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9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9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01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45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555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45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45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5" dur="45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58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67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59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864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9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45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67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712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8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45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5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45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9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97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0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02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45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37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6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45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45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5" dur="45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95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624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835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95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07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0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45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45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45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5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5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64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6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5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7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45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45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5" dur="455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575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65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73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7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455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382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582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455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55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455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649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739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83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455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45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679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7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455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455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5" dur="455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70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94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07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2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455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66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7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455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55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455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72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11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25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2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455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66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7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455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455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5" dur="455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70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94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07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2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455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197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3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455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55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0" dur="455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70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94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07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2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455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08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455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455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5" dur="455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522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826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10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26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36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423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4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455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592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937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25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428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61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6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55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455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455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5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5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85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96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455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592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937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25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428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61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6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455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455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5" dur="455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5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5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85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96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455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607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0926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04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455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55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0" dur="455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35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075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085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096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455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0992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32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51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70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7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455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455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5" dur="455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5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41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4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81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455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79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32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78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12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455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455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55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5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41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606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4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81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55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6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02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0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33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7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455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455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455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0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5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3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6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36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455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5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9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9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21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5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" dur="455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455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0" dur="455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3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8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76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0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7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455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1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725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96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21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2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455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455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5" dur="455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3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8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76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0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79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455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9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49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72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90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15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455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55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455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0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4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3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5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28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455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0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1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4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8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455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455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455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29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9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3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18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4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1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455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1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725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96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21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2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455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455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455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97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3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21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4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18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455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1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725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96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21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2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455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455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5" dur="455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25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8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2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0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0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" dur="455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0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1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4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8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55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455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455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4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7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46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6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455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06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7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706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94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194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455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455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455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6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88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6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9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57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455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806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7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706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94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194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455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55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455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72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9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6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455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08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1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4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8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455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455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5" dur="455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586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26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12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3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59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455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42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69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11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455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455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55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39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57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31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51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16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55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642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69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11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1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455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455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455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8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65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8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5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455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5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9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9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821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56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455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455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455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589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4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19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3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0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55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28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5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41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5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8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" dur="455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55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" dur="455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589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4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19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3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0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455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35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62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56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7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200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455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55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455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8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65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8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5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455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4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63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9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455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455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455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7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49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37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455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86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08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452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65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86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" dur="455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455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" dur="455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7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49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37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455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08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19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49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06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27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" dur="455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455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5" dur="455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6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472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59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6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6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" dur="455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17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3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1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29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5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455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455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455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29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9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33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18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4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14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455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8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082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44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864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455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455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455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2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86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21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04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29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698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455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8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082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44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864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" dur="455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55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" dur="455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25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098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2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0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0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455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17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3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1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29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5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" dur="455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455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5" dur="455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59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4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96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89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22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9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455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46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67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88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455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455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455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42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1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59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48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7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48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455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46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672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888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455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455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455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03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4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3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5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28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455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17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3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19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29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5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" dur="455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455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" dur="455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69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5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417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613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48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822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455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28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5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41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54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8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" dur="455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455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5" dur="455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61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45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4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94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27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8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6" dur="455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24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44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32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45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7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455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55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455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08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5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3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6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36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455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548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763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991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2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455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3" dur="455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455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3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02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42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2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655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25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7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455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47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023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371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561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762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455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455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455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2474">
                                          <p:val>
                                            <p:strVal val="#ppt_x+0"/>
                                          </p:val>
                                        </p:tav>
                                        <p:tav tm="73206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74671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76135">
                                          <p:val>
                                            <p:strVal val="#ppt_x-0.01034"/>
                                          </p:val>
                                        </p:tav>
                                        <p:tav tm="78331">
                                          <p:val>
                                            <p:strVal val="#ppt_x-0.01385"/>
                                          </p:val>
                                        </p:tav>
                                        <p:tav tm="80527">
                                          <p:val>
                                            <p:strVal val="#ppt_x-0.01577"/>
                                          </p:val>
                                        </p:tav>
                                        <p:tav tm="83455">
                                          <p:val>
                                            <p:strVal val="#ppt_x-0.01709"/>
                                          </p:val>
                                        </p:tav>
                                        <p:tav tm="87116">
                                          <p:val>
                                            <p:strVal val="#ppt_x-0.01781"/>
                                          </p:val>
                                        </p:tav>
                                        <p:tav tm="99561">
                                          <p:val>
                                            <p:strVal val="#ppt_x-0.018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455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2474">
                                          <p:val>
                                            <p:strVal val="#ppt_y+0"/>
                                          </p:val>
                                        </p:tav>
                                        <p:tav tm="73206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74671">
                                          <p:val>
                                            <p:strVal val="#ppt_y-0.00633"/>
                                          </p:val>
                                        </p:tav>
                                        <p:tav tm="76135">
                                          <p:val>
                                            <p:strVal val="#ppt_y-0.01"/>
                                          </p:val>
                                        </p:tav>
                                        <p:tav tm="78331">
                                          <p:val>
                                            <p:strVal val="#ppt_y-0.0134"/>
                                          </p:val>
                                        </p:tav>
                                        <p:tav tm="80527">
                                          <p:val>
                                            <p:strVal val="#ppt_y-0.01525"/>
                                          </p:val>
                                        </p:tav>
                                        <p:tav tm="87116">
                                          <p:val>
                                            <p:strVal val="#ppt_y-0.01723"/>
                                          </p:val>
                                        </p:tav>
                                        <p:tav tm="99561">
                                          <p:val>
                                            <p:strVal val="#ppt_y-0.017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2" dur="455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"/>
                                          </p:val>
                                        </p:tav>
                                        <p:tav tm="73206">
                                          <p:val>
                                            <p:strVal val="#ppt_w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w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w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w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w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w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455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"/>
                                          </p:val>
                                        </p:tav>
                                        <p:tav tm="73206">
                                          <p:val>
                                            <p:strVal val="#ppt_h*0.99271"/>
                                          </p:val>
                                        </p:tav>
                                        <p:tav tm="74671">
                                          <p:val>
                                            <p:strVal val="#ppt_h*0.96146"/>
                                          </p:val>
                                        </p:tav>
                                        <p:tav tm="76135">
                                          <p:val>
                                            <p:strVal val="#ppt_h*0.93907"/>
                                          </p:val>
                                        </p:tav>
                                        <p:tav tm="78331">
                                          <p:val>
                                            <p:strVal val="#ppt_h*0.91839"/>
                                          </p:val>
                                        </p:tav>
                                        <p:tav tm="80527">
                                          <p:val>
                                            <p:strVal val="#ppt_h*0.90708"/>
                                          </p:val>
                                        </p:tav>
                                        <p:tav tm="87116">
                                          <p:val>
                                            <p:strVal val="#ppt_h*0.89506"/>
                                          </p:val>
                                        </p:tav>
                                        <p:tav tm="99561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5" dur="52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6" dur="52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52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7514">
                                          <p:val>
                                            <p:strVal val="#ppt_w*0.96843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5202">
                                          <p:val>
                                            <p:strVal val="#ppt_w*0.9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52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h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5202">
                                          <p:val>
                                            <p:strVal val="#ppt_h*0.9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52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52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52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08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52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52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52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52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52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08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52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52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5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2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3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5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38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5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520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5" dur="5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8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5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8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9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9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6" dur="5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48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05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5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520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5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5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5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520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5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5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5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520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0" dur="5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5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6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6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2" dur="5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520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5" dur="5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6" dur="5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5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520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5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4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5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5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3" dur="520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5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5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85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098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7" dur="5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520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0" dur="5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5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2" dur="5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520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5" dur="5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0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0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5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5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520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5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41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60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84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96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5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2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5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3" dur="520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5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645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7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03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5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6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7" dur="5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520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0" dur="5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5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52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08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2" dur="5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520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5" dur="5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5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52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08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5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520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5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5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98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431"/>
                                          </p:val>
                                        </p:tav>
                                        <p:tav tm="80717">
                                          <p:val>
                                            <p:strVal val="#ppt_y-0.0173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2005"/>
                                          </p:val>
                                        </p:tav>
                                        <p:tav tm="85202">
                                          <p:val>
                                            <p:strVal val="#ppt_y-0.0219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229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23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5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7514">
                                          <p:val>
                                            <p:strVal val="#ppt_w*0.96843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5202">
                                          <p:val>
                                            <p:strVal val="#ppt_w*0.9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520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5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69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97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5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82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196"/>
                                          </p:val>
                                        </p:tav>
                                        <p:tav tm="80717">
                                          <p:val>
                                            <p:strVal val="#ppt_y-0.0144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67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91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9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7" dur="5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7514">
                                          <p:val>
                                            <p:strVal val="#ppt_w*0.96843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0717">
                                          <p:val>
                                            <p:strVal val="#ppt_w*0.92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5202">
                                          <p:val>
                                            <p:strVal val="#ppt_w*0.9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520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0" dur="5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2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2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5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5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5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1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5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520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5" dur="5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2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2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5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5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520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5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5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7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5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3" dur="520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5" dur="5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6" dur="5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7" dur="5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8" dur="520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0" dur="5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1" dur="5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7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2" dur="5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520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5" dur="5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6" dur="5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5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8" dur="520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5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8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4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5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7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2" dur="5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520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5" dur="5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9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5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6" dur="5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7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7" dur="5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520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0" dur="5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9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1" dur="5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2" dur="5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520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5" dur="5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6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3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6" dur="5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2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7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5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520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0" dur="5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6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3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5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2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7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2" dur="5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520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5" dur="5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9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6" dur="5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5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8" dur="520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0" dur="520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8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1" dur="520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2" dur="520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520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5" dur="520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8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6" dur="520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2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520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520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0" dur="520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39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1" dur="520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2" dur="520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520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5" dur="520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6" dur="520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7" dur="520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8" dur="520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0" dur="520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8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1" dur="520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2" dur="520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520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5" dur="520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6" dur="520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520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8" dur="520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0" dur="520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6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520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2" dur="520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520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5" dur="520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6" dur="520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2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7" dur="520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520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0" dur="520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1" dur="520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9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2" dur="520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520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5" dur="520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4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2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6" dur="520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520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8" dur="520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0" dur="520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4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2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520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520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520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5" dur="520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6" dur="520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7" dur="520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8" dur="520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0" dur="520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7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520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2" dur="520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520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5" dur="520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7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9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6" dur="520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520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520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0" dur="520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520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2" dur="520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3" dur="520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5" dur="520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4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6" dur="520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520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8" dur="520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0" dur="520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1" dur="520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2" dur="520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520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5" dur="52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52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52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8" dur="520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0" dur="520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6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3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520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2" dur="520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520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5" dur="520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6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3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520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7" dur="520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520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0" dur="520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1" dur="520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4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8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2" dur="520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520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5" dur="520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6" dur="520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3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89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2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520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8" dur="520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0" dur="520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520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5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1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4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2" dur="520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520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5" dur="520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6" dur="520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5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1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5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7" dur="520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8" dur="520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0" dur="520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7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1" dur="520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3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8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1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2" dur="520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520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5" dur="520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0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8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6" dur="520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3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8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1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520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520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0" dur="520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520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5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1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5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2" dur="520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3" dur="520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5" dur="520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5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6" dur="520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5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2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5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7" dur="520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8" dur="520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0" dur="520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1" dur="520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5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1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4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2" dur="520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520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5" dur="520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6" dur="520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2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6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520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8" dur="520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0" dur="520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5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3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2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520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2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7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2" dur="520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3" dur="520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5" dur="520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5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3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2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6" dur="520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7" dur="520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520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0" dur="520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9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1" dur="520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2" dur="520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520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5" dur="520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9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6" dur="520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5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5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7" dur="520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8" dur="520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0" dur="520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9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1" dur="520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2" dur="520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520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5" dur="520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9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6" dur="520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7" dur="520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8" dur="520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0" dur="520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1" dur="520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2" dur="520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520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5" dur="520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6" dur="520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520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8" dur="520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0" dur="520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1" dur="520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2" dur="520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3" dur="520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5" dur="520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5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3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6" dur="520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7" dur="520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8" dur="520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0" dur="520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5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3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1" dur="520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9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2" dur="520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520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5" dur="520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6" dur="520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0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2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520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8" dur="520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0" dur="520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4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1" dur="520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6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6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2" dur="520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520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5" dur="520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4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6" dur="520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7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4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8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7" dur="520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8" dur="520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0" dur="52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1" dur="52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2" dur="52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52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5" dur="520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9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6" dur="520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2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5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520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8" dur="520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0" dur="520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9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520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2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5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2" dur="520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3" dur="520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5" dur="520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9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6" dur="520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7" dur="520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8" dur="520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0" dur="520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5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3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3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1" dur="520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9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2" dur="520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520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5" dur="520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6" dur="520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7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5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8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520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520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0" dur="520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9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1" dur="520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2" dur="520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3" dur="520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5" dur="520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5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1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2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2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6" dur="520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7" dur="520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8" dur="520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0" dur="520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5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1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2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2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1" dur="520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2" dur="520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520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5" dur="520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9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9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6" dur="520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7" dur="520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8" dur="520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0" dur="520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9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9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9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1" dur="520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6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2" dur="520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3" dur="520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5" dur="520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9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9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6" dur="520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5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5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7" dur="520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8" dur="520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0" dur="520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3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1" dur="520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2" dur="520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520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5" dur="520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6" dur="520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5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5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520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8" dur="520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0" dur="520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7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6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520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5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5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2" dur="520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3" dur="520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5" dur="520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7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6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6" dur="520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7" dur="520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8" dur="520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0" dur="520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1" dur="520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0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2" dur="520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520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5" dur="520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6" dur="520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520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8" dur="520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0" dur="520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7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6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520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1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9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4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2" dur="520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3" dur="520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5" dur="520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6" dur="520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7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4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8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7" dur="520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8" dur="520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0" dur="520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1" dur="520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8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2" dur="520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520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5" dur="520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7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6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6" dur="520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7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1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520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8" dur="520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0" dur="520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9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9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9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1" dur="520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4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7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2" dur="520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3" dur="520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5" dur="520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6" dur="520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4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7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7" dur="520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8" dur="520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0" dur="520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3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1" dur="520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7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1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2" dur="520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3" dur="520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5" dur="520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1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2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3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6" dur="520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7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1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7" dur="520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8" dur="520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0" dur="520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0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1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1" dur="520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9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6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0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2" dur="520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3" dur="520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5" dur="520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9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9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6" dur="520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2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7" dur="520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8" dur="520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0" dur="520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0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1" dur="520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2" dur="520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520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5" dur="520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0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6" dur="520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520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8" dur="520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520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4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520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2" dur="520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3" dur="520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5" dur="520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6" dur="520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1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0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7" dur="520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8" dur="520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0" dur="520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1" dur="520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2" dur="520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520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5" dur="520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3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6" dur="520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520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8" dur="520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520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3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520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2" dur="520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3" dur="520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5" dur="520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6" dur="520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7" dur="520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8" dur="520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0" dur="520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1" dur="520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2" dur="520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520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5" dur="520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6" dur="520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7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520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8" dur="520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520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520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2" dur="520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3" dur="520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5" dur="520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6" dur="520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6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7" dur="520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8" dur="520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0" dur="520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3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1" dur="520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2" dur="520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520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5" dur="520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3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9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6" dur="520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520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8" dur="520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520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520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2" dur="520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3" dur="520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5" dur="520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6" dur="520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7" dur="520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8" dur="520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0" dur="520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3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1" dur="520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2" dur="520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520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5" dur="520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3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6" dur="520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520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8" dur="520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520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8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520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2" dur="520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3" dur="520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5" dur="520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9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6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6" dur="520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7" dur="520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8" dur="520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0" dur="520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4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7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4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1" dur="520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2" dur="520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520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5" dur="520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8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6" dur="520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520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8" dur="520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520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8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520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2" dur="520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3" dur="520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5" dur="520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6" dur="520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7" dur="520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8" dur="520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0" dur="520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1" dur="520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1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0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2" dur="520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520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5" dur="520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7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6" dur="520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520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8" dur="520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520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520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2" dur="520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3" dur="520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5" dur="520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6" dur="520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7" dur="520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8" dur="520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0" dur="520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2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1" dur="520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2" dur="520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520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5" dur="520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1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6" dur="520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520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8" dur="520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5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5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7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2" dur="5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3" dur="520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5" dur="520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6" dur="520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7" dur="520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8" dur="520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0" dur="520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1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1" dur="520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6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2" dur="520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520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5" dur="520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0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6" dur="520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7" dur="520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8" dur="520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0" dur="520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1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0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1" dur="520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2" dur="520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3" dur="520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5" dur="520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1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6" dur="520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7" dur="520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8" dur="520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0" dur="520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1" dur="520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2" dur="520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520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5" dur="520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3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6" dur="520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7" dur="520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8" dur="520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0" dur="520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1" dur="520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2" dur="520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3" dur="520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5" dur="520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8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6" dur="520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7" dur="520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8" dur="520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0" dur="520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7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7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6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1" dur="520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2" dur="520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3" dur="520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5" dur="520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2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5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6" dur="520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7" dur="520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8" dur="520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0" dur="520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1" dur="520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2" dur="520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3" dur="520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5" dur="520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9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6" dur="520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7" dur="520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8" dur="520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0" dur="520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4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1" dur="520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2" dur="520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3" dur="520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5" dur="520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6" dur="520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1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0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7" dur="520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8" dur="520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0" dur="520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1" dur="520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2" dur="520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3" dur="520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5" dur="520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9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5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6" dur="520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7" dur="520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8" dur="520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0" dur="520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2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9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1" dur="520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2" dur="520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3" dur="520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5" dur="520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6" dur="520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7" dur="520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8" dur="520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0" dur="520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1" dur="520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2" dur="520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3" dur="520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5" dur="520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6" dur="520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7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7" dur="520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8" dur="520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0" dur="520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1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1" dur="520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2" dur="520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3" dur="520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5" dur="520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6" dur="520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6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7" dur="520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8" dur="520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0" dur="520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2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1" dur="520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6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2" dur="520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3" dur="520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5" dur="520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2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6" dur="520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0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7" dur="520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8" dur="520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0" dur="520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1" dur="520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2" dur="520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3" dur="520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5" dur="520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6" dur="520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7" dur="520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8" dur="520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0" dur="520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5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3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1" dur="520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2" dur="520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3" dur="520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5" dur="520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9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5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6" dur="520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7" dur="520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8" dur="520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0" dur="520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2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1" dur="520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9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2" dur="520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3" dur="520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5" dur="520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8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1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8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6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6" dur="520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18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520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8" dur="520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0" dur="520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4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1" dur="520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1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4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0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2" dur="520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3" dur="520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5" dur="520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2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4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4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6" dur="520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6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7" dur="520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8" dur="520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0" dur="520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49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5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1" dur="520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6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2" dur="520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3" dur="520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5" dur="520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0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56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6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6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6" dur="520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6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7" dur="520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8" dur="520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0" dur="520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6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73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1" dur="520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6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2" dur="520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3" dur="520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5" dur="520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34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50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071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081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08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6" dur="520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6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6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7" dur="520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8" dur="520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0" dur="520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1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8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0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1" dur="520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5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54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76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2" dur="520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3" dur="520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5" dur="520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7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8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7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0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7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6" dur="520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75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110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54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76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7" dur="520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8" dur="520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0" dur="520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1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8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0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1" dur="520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3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3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2" dur="520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3" dur="520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5" dur="520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1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1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6" dur="520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1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9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4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7" dur="520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8" dur="520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0" dur="520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1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1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1" dur="520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0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7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2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0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2" dur="520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3" dur="520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5" dur="520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8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6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3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5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1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6" dur="520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9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9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7" dur="520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8" dur="520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0" dur="520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0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6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8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4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1" dur="520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3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31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50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2" dur="520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3" dur="520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5" dur="520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0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6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8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4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6" dur="520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2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1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7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7" dur="520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8" dur="520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0" dur="520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0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7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6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2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4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0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1" dur="520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0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1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2" dur="520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3" dur="520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5" dur="520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59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3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0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1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7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6" dur="520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3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3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50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7" dur="520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8" dur="520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0" dur="520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9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64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4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23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8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1" dur="520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3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3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50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2" dur="520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3" dur="520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5" dur="520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5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3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02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1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7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6" dur="520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0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1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7" dur="520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8" dur="520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0" dur="520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6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1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98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4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0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1" dur="520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1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8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6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2" dur="520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3" dur="520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5" dur="520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7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34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6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7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3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6" dur="520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1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8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6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7" dur="520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8" dur="520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0" dur="520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41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1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8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1" dur="520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7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2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0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2" dur="520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3" dur="520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5" dur="520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5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1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3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4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0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6" dur="520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7" dur="520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8" dur="520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80" dur="520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5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1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3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4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0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1" dur="520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9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1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95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2" dur="520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3" dur="520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85" dur="520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41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1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8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6" dur="520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9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5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0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7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7" dur="520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8" dur="520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0" dur="520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6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2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9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51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5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1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1" dur="520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3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2" dur="520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3" dur="520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5" dur="520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65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2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09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51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5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1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6" dur="520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6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2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2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7" dur="520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8" dur="520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0" dur="520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41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1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28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4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1" dur="520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29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6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2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2" dur="520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3" dur="520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5" dur="520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59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3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0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1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7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6" dur="520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0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6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7" dur="520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8" dur="520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0" dur="520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8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5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3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195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0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6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3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1" dur="520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7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2" dur="520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3" dur="520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5" dur="520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5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3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02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1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37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6" dur="520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6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2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2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7" dur="520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8" dur="520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0" dur="520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2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0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9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71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9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1" dur="520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7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2" dur="520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3" dur="520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5" dur="520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0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8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71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4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5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1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6" dur="520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4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9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1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7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7" dur="520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8" dur="520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0" dur="520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0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7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6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2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4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0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1" dur="520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6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2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2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2" dur="520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3" dur="520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5" dur="520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2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88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6" dur="520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7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3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3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7" dur="520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8" dur="520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0" dur="520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2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14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0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8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6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1" dur="520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7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3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6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3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2" dur="520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3" dur="520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5" dur="520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08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88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06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3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35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1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4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6" dur="520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7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4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7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4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7" dur="520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8" dur="520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0" dur="520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70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2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3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7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4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1" dur="520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0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7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2" dur="520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3" dur="520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5" dur="520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70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28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4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3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7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4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6" dur="520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6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5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9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6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7" dur="520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8" dur="520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0" dur="520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8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8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1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1" dur="520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4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2" dur="520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3" dur="520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5" dur="520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9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0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1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0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4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1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6" dur="520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2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15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8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6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7" dur="520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8" dur="520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0" dur="520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9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0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1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0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4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1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1" dur="520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1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8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2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2" dur="520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3" dur="520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5" dur="520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7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8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76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0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7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6" dur="520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5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9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7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7" dur="520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8" dur="520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0" dur="520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6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6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6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4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1" dur="520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1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7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6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2" dur="520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3" dur="520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5" dur="520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6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69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7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5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5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6" dur="520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91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7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6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7" dur="520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8" dur="520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0" dur="520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6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6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6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4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4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1" dur="520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5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99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7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2" dur="520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3" dur="520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5" dur="520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4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1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13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1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7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6" dur="520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9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2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7" dur="520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8" dur="520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0" dur="520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39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3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15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3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0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1" dur="520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9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42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4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2" dur="520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3" dur="520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5" dur="520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25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4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1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6" dur="520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5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94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6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7" dur="520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8" dur="520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0" dur="520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1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84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0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6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1" dur="520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4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51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2" dur="520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3" dur="520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5" dur="520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1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0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84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0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69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6" dur="520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8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4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5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7" dur="520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8" dur="520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0" dur="520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25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4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1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1" dur="520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7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6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2" dur="520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3" dur="520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5" dur="520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9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1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6" dur="520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9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83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5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7" dur="520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8" dur="520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0" dur="520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2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29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1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1" dur="520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2" dur="520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3" dur="520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5" dur="520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5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4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25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4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16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6" dur="520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4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9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7" dur="520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8" dur="520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0" dur="520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6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6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65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4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4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1" dur="520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24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62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67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22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2" dur="520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3" dur="520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5" dur="520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5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5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5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41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6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3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6" dur="520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6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7" dur="520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8" dur="520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0" dur="520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63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6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6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4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4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1" dur="520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2" dur="520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3" dur="520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5" dur="520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9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1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2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1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5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22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6" dur="520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7" dur="520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8" dur="520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0" dur="520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8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9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97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8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1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87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1" dur="520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08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2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2" dur="520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3" dur="520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5" dur="520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76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88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76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04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7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6" dur="520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22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84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7" dur="520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8" dur="520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0" dur="520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71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3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49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46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8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55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1" dur="520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1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36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2" dur="520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3" dur="520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5" dur="520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701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19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32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27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6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6" dur="520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55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0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29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7" dur="520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8" dur="520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0" dur="520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0987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194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383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512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583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1" dur="520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562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816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1143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308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3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2" dur="520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3" dur="520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5" dur="520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6233">
                                          <p:val>
                                            <p:strVal val="#ppt_x+0"/>
                                          </p:val>
                                        </p:tav>
                                        <p:tav tm="78155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79436">
                                          <p:val>
                                            <p:strVal val="#ppt_x-0.01063"/>
                                          </p:val>
                                        </p:tav>
                                        <p:tav tm="80717">
                                          <p:val>
                                            <p:strVal val="#ppt_x-0.01286"/>
                                          </p:val>
                                        </p:tav>
                                        <p:tav tm="82639">
                                          <p:val>
                                            <p:strVal val="#ppt_x-0.01489"/>
                                          </p:val>
                                        </p:tav>
                                        <p:tav tm="85202">
                                          <p:val>
                                            <p:strVal val="#ppt_x-0.01628"/>
                                          </p:val>
                                        </p:tav>
                                        <p:tav tm="88405">
                                          <p:val>
                                            <p:strVal val="#ppt_x-0.01704"/>
                                          </p:val>
                                        </p:tav>
                                        <p:tav tm="99936">
                                          <p:val>
                                            <p:strVal val="#ppt_x-0.017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6" dur="520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6233">
                                          <p:val>
                                            <p:strVal val="#ppt_y+0"/>
                                          </p:val>
                                        </p:tav>
                                        <p:tav tm="78155">
                                          <p:val>
                                            <p:strVal val="#ppt_y-0.00448"/>
                                          </p:val>
                                        </p:tav>
                                        <p:tav tm="79436">
                                          <p:val>
                                            <p:strVal val="#ppt_y-0.00651"/>
                                          </p:val>
                                        </p:tav>
                                        <p:tav tm="82639">
                                          <p:val>
                                            <p:strVal val="#ppt_y-0.00911"/>
                                          </p:val>
                                        </p:tav>
                                        <p:tav tm="88405">
                                          <p:val>
                                            <p:strVal val="#ppt_y-0.01043"/>
                                          </p:val>
                                        </p:tav>
                                        <p:tav tm="99936">
                                          <p:val>
                                            <p:strVal val="#ppt_y-0.01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7" dur="520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6233">
                                          <p:val>
                                            <p:strVal val="#ppt_w*1"/>
                                          </p:val>
                                        </p:tav>
                                        <p:tav tm="78155">
                                          <p:val>
                                            <p:strVal val="#ppt_w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w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w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w*0.89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8" dur="520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233">
                                          <p:val>
                                            <p:strVal val="#ppt_h*1"/>
                                          </p:val>
                                        </p:tav>
                                        <p:tav tm="78155">
                                          <p:val>
                                            <p:strVal val="#ppt_h*0.95506"/>
                                          </p:val>
                                        </p:tav>
                                        <p:tav tm="79436">
                                          <p:val>
                                            <p:strVal val="#ppt_h*0.934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0854"/>
                                          </p:val>
                                        </p:tav>
                                        <p:tav tm="88405">
                                          <p:val>
                                            <p:strVal val="#ppt_h*0.89533"/>
                                          </p:val>
                                        </p:tav>
                                        <p:tav tm="99936">
                                          <p:val>
                                            <p:strVal val="#ppt_h*0.892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1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4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5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7" dur="820" fill="hold" decel="100000"/>
                                        <p:tgtEl>
                                          <p:spTgt spid="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898" dur="820" decel="100000"/>
                                        <p:tgtEl>
                                          <p:spTgt spid="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9" presetID="12" presetClass="entr" presetSubtype="4" fill="hold" grpId="0" nodeType="withEffect">
                                  <p:stCondLst>
                                    <p:cond delay="145"/>
                                  </p:stCondLst>
                                  <p:childTnLst>
                                    <p:set>
                                      <p:cBhvr>
                                        <p:cTn id="1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1" dur="820" fill="hold" decel="100000"/>
                                        <p:tgtEl>
                                          <p:spTgt spid="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902" dur="820" decel="100000"/>
                                        <p:tgtEl>
                                          <p:spTgt spid="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3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04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05" dur="533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6" dur="1" fill="hold">
                                          <p:stCondLst>
                                            <p:cond delay="573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7" dur="846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88">
                                          <p:val>
                                            <p:strVal val="#ppt_x-1.2333"/>
                                          </p:val>
                                        </p:tav>
                                        <p:tav tm="4729">
                                          <p:val>
                                            <p:strVal val="#ppt_x-1.2333"/>
                                          </p:val>
                                        </p:tav>
                                        <p:tav tm="8670">
                                          <p:val>
                                            <p:strVal val="#ppt_x-1.23492"/>
                                          </p:val>
                                        </p:tav>
                                        <p:tav tm="16552">
                                          <p:val>
                                            <p:strVal val="#ppt_x-1.24027"/>
                                          </p:val>
                                        </p:tav>
                                        <p:tav tm="24434">
                                          <p:val>
                                            <p:strVal val="#ppt_x-1.24446"/>
                                          </p:val>
                                        </p:tav>
                                        <p:tav tm="28375">
                                          <p:val>
                                            <p:strVal val="#ppt_x-1.24584"/>
                                          </p:val>
                                        </p:tav>
                                        <p:tav tm="36256">
                                          <p:val>
                                            <p:strVal val="#ppt_x-1.24761"/>
                                          </p:val>
                                        </p:tav>
                                        <p:tav tm="48079">
                                          <p:val>
                                            <p:strVal val="#ppt_x-1.24899"/>
                                          </p:val>
                                        </p:tav>
                                        <p:tav tm="59902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9311">
                                          <p:val>
                                            <p:strVal val="#ppt_x-1.25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8" dur="846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88">
                                          <p:val>
                                            <p:strVal val="#ppt_y-0.05425"/>
                                          </p:val>
                                        </p:tav>
                                        <p:tav tm="4729">
                                          <p:val>
                                            <p:strVal val="#ppt_y-0.05425"/>
                                          </p:val>
                                        </p:tav>
                                        <p:tav tm="8670">
                                          <p:val>
                                            <p:strVal val="#ppt_y-0.04815"/>
                                          </p:val>
                                        </p:tav>
                                        <p:tav tm="16552">
                                          <p:val>
                                            <p:strVal val="#ppt_y-0.02917"/>
                                          </p:val>
                                        </p:tav>
                                        <p:tav tm="20493">
                                          <p:val>
                                            <p:strVal val="#ppt_y-0.02164"/>
                                          </p:val>
                                        </p:tav>
                                        <p:tav tm="24434">
                                          <p:val>
                                            <p:strVal val="#ppt_y-0.01602"/>
                                          </p:val>
                                        </p:tav>
                                        <p:tav tm="32315">
                                          <p:val>
                                            <p:strVal val="#ppt_y-0.009"/>
                                          </p:val>
                                        </p:tav>
                                        <p:tav tm="44138">
                                          <p:val>
                                            <p:strVal val="#ppt_y-0.00387"/>
                                          </p:val>
                                        </p:tav>
                                        <p:tav tm="55961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75665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9311">
                                          <p:val>
                                            <p:strVal val="#ppt_y+0.00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9" dur="846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88">
                                          <p:val>
                                            <p:strVal val="#ppt_w*4.79419"/>
                                          </p:val>
                                        </p:tav>
                                        <p:tav tm="4729">
                                          <p:val>
                                            <p:strVal val="#ppt_w*4.79419"/>
                                          </p:val>
                                        </p:tav>
                                        <p:tav tm="8670">
                                          <p:val>
                                            <p:strVal val="#ppt_w*4.3595"/>
                                          </p:val>
                                        </p:tav>
                                        <p:tav tm="12611">
                                          <p:val>
                                            <p:strVal val="#ppt_w*3.68286"/>
                                          </p:val>
                                        </p:tav>
                                        <p:tav tm="16552">
                                          <p:val>
                                            <p:strVal val="#ppt_w*3.05875"/>
                                          </p:val>
                                        </p:tav>
                                        <p:tav tm="20493">
                                          <p:val>
                                            <p:strVal val="#ppt_w*2.54354"/>
                                          </p:val>
                                        </p:tav>
                                        <p:tav tm="24434">
                                          <p:val>
                                            <p:strVal val="#ppt_w*2.15309"/>
                                          </p:val>
                                        </p:tav>
                                        <p:tav tm="28375">
                                          <p:val>
                                            <p:strVal val="#ppt_w*1.86668"/>
                                          </p:val>
                                        </p:tav>
                                        <p:tav tm="32315">
                                          <p:val>
                                            <p:strVal val="#ppt_w*1.65584"/>
                                          </p:val>
                                        </p:tav>
                                        <p:tav tm="36256">
                                          <p:val>
                                            <p:strVal val="#ppt_w*1.498"/>
                                          </p:val>
                                        </p:tav>
                                        <p:tav tm="40197">
                                          <p:val>
                                            <p:strVal val="#ppt_w*1.37764"/>
                                          </p:val>
                                        </p:tav>
                                        <p:tav tm="44138">
                                          <p:val>
                                            <p:strVal val="#ppt_w*1.28438"/>
                                          </p:val>
                                        </p:tav>
                                        <p:tav tm="48079">
                                          <p:val>
                                            <p:strVal val="#ppt_w*1.21122"/>
                                          </p:val>
                                        </p:tav>
                                        <p:tav tm="52020">
                                          <p:val>
                                            <p:strVal val="#ppt_w*1.15332"/>
                                          </p:val>
                                        </p:tav>
                                        <p:tav tm="55961">
                                          <p:val>
                                            <p:strVal val="#ppt_w*1.10725"/>
                                          </p:val>
                                        </p:tav>
                                        <p:tav tm="59902">
                                          <p:val>
                                            <p:strVal val="#ppt_w*1.07053"/>
                                          </p:val>
                                        </p:tav>
                                        <p:tav tm="67784">
                                          <p:val>
                                            <p:strVal val="#ppt_w*1.01814"/>
                                          </p:val>
                                        </p:tav>
                                        <p:tav tm="75665">
                                          <p:val>
                                            <p:strVal val="#ppt_w*0.98602"/>
                                          </p:val>
                                        </p:tav>
                                        <p:tav tm="87488">
                                          <p:val>
                                            <p:strVal val="#ppt_w*0.96289"/>
                                          </p:val>
                                        </p:tav>
                                        <p:tav tm="99311">
                                          <p:val>
                                            <p:strVal val="#ppt_w*0.958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0" dur="846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88">
                                          <p:val>
                                            <p:strVal val="#ppt_h*4.79419"/>
                                          </p:val>
                                        </p:tav>
                                        <p:tav tm="4729">
                                          <p:val>
                                            <p:strVal val="#ppt_h*4.79419"/>
                                          </p:val>
                                        </p:tav>
                                        <p:tav tm="8670">
                                          <p:val>
                                            <p:strVal val="#ppt_h*4.3595"/>
                                          </p:val>
                                        </p:tav>
                                        <p:tav tm="12611">
                                          <p:val>
                                            <p:strVal val="#ppt_h*3.68286"/>
                                          </p:val>
                                        </p:tav>
                                        <p:tav tm="16552">
                                          <p:val>
                                            <p:strVal val="#ppt_h*3.05875"/>
                                          </p:val>
                                        </p:tav>
                                        <p:tav tm="20493">
                                          <p:val>
                                            <p:strVal val="#ppt_h*2.54354"/>
                                          </p:val>
                                        </p:tav>
                                        <p:tav tm="24434">
                                          <p:val>
                                            <p:strVal val="#ppt_h*2.15309"/>
                                          </p:val>
                                        </p:tav>
                                        <p:tav tm="28375">
                                          <p:val>
                                            <p:strVal val="#ppt_h*1.86668"/>
                                          </p:val>
                                        </p:tav>
                                        <p:tav tm="32315">
                                          <p:val>
                                            <p:strVal val="#ppt_h*1.65584"/>
                                          </p:val>
                                        </p:tav>
                                        <p:tav tm="36256">
                                          <p:val>
                                            <p:strVal val="#ppt_h*1.498"/>
                                          </p:val>
                                        </p:tav>
                                        <p:tav tm="40197">
                                          <p:val>
                                            <p:strVal val="#ppt_h*1.37764"/>
                                          </p:val>
                                        </p:tav>
                                        <p:tav tm="44138">
                                          <p:val>
                                            <p:strVal val="#ppt_h*1.28438"/>
                                          </p:val>
                                        </p:tav>
                                        <p:tav tm="48079">
                                          <p:val>
                                            <p:strVal val="#ppt_h*1.21122"/>
                                          </p:val>
                                        </p:tav>
                                        <p:tav tm="52020">
                                          <p:val>
                                            <p:strVal val="#ppt_h*1.15332"/>
                                          </p:val>
                                        </p:tav>
                                        <p:tav tm="55961">
                                          <p:val>
                                            <p:strVal val="#ppt_h*1.10725"/>
                                          </p:val>
                                        </p:tav>
                                        <p:tav tm="59902">
                                          <p:val>
                                            <p:strVal val="#ppt_h*1.07053"/>
                                          </p:val>
                                        </p:tav>
                                        <p:tav tm="67784">
                                          <p:val>
                                            <p:strVal val="#ppt_h*1.01814"/>
                                          </p:val>
                                        </p:tav>
                                        <p:tav tm="75665">
                                          <p:val>
                                            <p:strVal val="#ppt_h*0.98602"/>
                                          </p:val>
                                        </p:tav>
                                        <p:tav tm="87488">
                                          <p:val>
                                            <p:strVal val="#ppt_h*0.96289"/>
                                          </p:val>
                                        </p:tav>
                                        <p:tav tm="99311">
                                          <p:val>
                                            <p:strVal val="#ppt_h*0.958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1" dur="846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88">
                                          <p:val>
                                            <p:fltVal val="-158.01"/>
                                          </p:val>
                                        </p:tav>
                                        <p:tav tm="4729">
                                          <p:val>
                                            <p:fltVal val="-158.01"/>
                                          </p:val>
                                        </p:tav>
                                        <p:tav tm="8670">
                                          <p:val>
                                            <p:fltVal val="-139.91"/>
                                          </p:val>
                                        </p:tav>
                                        <p:tav tm="12611">
                                          <p:val>
                                            <p:fltVal val="-111.73"/>
                                          </p:val>
                                        </p:tav>
                                        <p:tav tm="16552">
                                          <p:val>
                                            <p:fltVal val="-85.74"/>
                                          </p:val>
                                        </p:tav>
                                        <p:tav tm="20493">
                                          <p:val>
                                            <p:fltVal val="-64.28"/>
                                          </p:val>
                                        </p:tav>
                                        <p:tav tm="24434">
                                          <p:val>
                                            <p:fltVal val="-48.02"/>
                                          </p:val>
                                        </p:tav>
                                        <p:tav tm="28375">
                                          <p:val>
                                            <p:fltVal val="-36.09"/>
                                          </p:val>
                                        </p:tav>
                                        <p:tav tm="32315">
                                          <p:val>
                                            <p:fltVal val="-27.31"/>
                                          </p:val>
                                        </p:tav>
                                        <p:tav tm="36256">
                                          <p:val>
                                            <p:fltVal val="-20.74"/>
                                          </p:val>
                                        </p:tav>
                                        <p:tav tm="40197">
                                          <p:val>
                                            <p:fltVal val="-15.73"/>
                                          </p:val>
                                        </p:tav>
                                        <p:tav tm="44138">
                                          <p:val>
                                            <p:fltVal val="-11.84"/>
                                          </p:val>
                                        </p:tav>
                                        <p:tav tm="48079">
                                          <p:val>
                                            <p:fltVal val="-8.8"/>
                                          </p:val>
                                        </p:tav>
                                        <p:tav tm="52020">
                                          <p:val>
                                            <p:fltVal val="-6.39"/>
                                          </p:val>
                                        </p:tav>
                                        <p:tav tm="59902">
                                          <p:val>
                                            <p:fltVal val="-2.94"/>
                                          </p:val>
                                        </p:tav>
                                        <p:tav tm="67784">
                                          <p:val>
                                            <p:fltVal val="-0.76"/>
                                          </p:val>
                                        </p:tav>
                                        <p:tav tm="75665">
                                          <p:val>
                                            <p:fltVal val="0.58"/>
                                          </p:val>
                                        </p:tav>
                                        <p:tav tm="87488">
                                          <p:val>
                                            <p:fltVal val="1.55"/>
                                          </p:val>
                                        </p:tav>
                                        <p:tav tm="99311">
                                          <p:val>
                                            <p:fltVal val="1.7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2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13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14" dur="500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5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6" dur="79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40">
                                          <p:val>
                                            <p:strVal val="#ppt_x-1.19571"/>
                                          </p:val>
                                        </p:tav>
                                        <p:tav tm="5041">
                                          <p:val>
                                            <p:strVal val="#ppt_x-1.19571"/>
                                          </p:val>
                                        </p:tav>
                                        <p:tav tm="9242">
                                          <p:val>
                                            <p:strVal val="#ppt_x-1.20111"/>
                                          </p:val>
                                        </p:tav>
                                        <p:tav tm="13443">
                                          <p:val>
                                            <p:strVal val="#ppt_x-1.21181"/>
                                          </p:val>
                                        </p:tav>
                                        <p:tav tm="17644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21845">
                                          <p:val>
                                            <p:strVal val="#ppt_x-1.22912"/>
                                          </p:val>
                                        </p:tav>
                                        <p:tav tm="26046">
                                          <p:val>
                                            <p:strVal val="#ppt_x-1.23474"/>
                                          </p:val>
                                        </p:tav>
                                        <p:tav tm="30247">
                                          <p:val>
                                            <p:strVal val="#ppt_x-1.23875"/>
                                          </p:val>
                                        </p:tav>
                                        <p:tav tm="34448">
                                          <p:val>
                                            <p:strVal val="#ppt_x-1.24165"/>
                                          </p:val>
                                        </p:tav>
                                        <p:tav tm="42850">
                                          <p:val>
                                            <p:strVal val="#ppt_x-1.2454"/>
                                          </p:val>
                                        </p:tav>
                                        <p:tav tm="55453">
                                          <p:val>
                                            <p:strVal val="#ppt_x-1.24833"/>
                                          </p:val>
                                        </p:tav>
                                        <p:tav tm="7225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462">
                                          <p:val>
                                            <p:strVal val="#ppt_x-1.25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7" dur="79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40">
                                          <p:val>
                                            <p:strVal val="#ppt_y-0.05186"/>
                                          </p:val>
                                        </p:tav>
                                        <p:tav tm="5041">
                                          <p:val>
                                            <p:strVal val="#ppt_y-0.05186"/>
                                          </p:val>
                                        </p:tav>
                                        <p:tav tm="9242">
                                          <p:val>
                                            <p:strVal val="#ppt_y-0.04676"/>
                                          </p:val>
                                        </p:tav>
                                        <p:tav tm="17644">
                                          <p:val>
                                            <p:strVal val="#ppt_y-0.02698"/>
                                          </p:val>
                                        </p:tav>
                                        <p:tav tm="21845">
                                          <p:val>
                                            <p:strVal val="#ppt_y-0.01951"/>
                                          </p:val>
                                        </p:tav>
                                        <p:tav tm="26046">
                                          <p:val>
                                            <p:strVal val="#ppt_y-0.01413"/>
                                          </p:val>
                                        </p:tav>
                                        <p:tav tm="34448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42850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55453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72257">
                                          <p:val>
                                            <p:strVal val="#ppt_y+0"/>
                                          </p:val>
                                        </p:tav>
                                        <p:tav tm="97462">
                                          <p:val>
                                            <p:strVal val="#ppt_y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8" dur="79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40">
                                          <p:val>
                                            <p:strVal val="#ppt_w*4.80288"/>
                                          </p:val>
                                        </p:tav>
                                        <p:tav tm="5041">
                                          <p:val>
                                            <p:strVal val="#ppt_w*4.80288"/>
                                          </p:val>
                                        </p:tav>
                                        <p:tav tm="9242">
                                          <p:val>
                                            <p:strVal val="#ppt_w*4.43862"/>
                                          </p:val>
                                        </p:tav>
                                        <p:tav tm="13443">
                                          <p:val>
                                            <p:strVal val="#ppt_w*3.70473"/>
                                          </p:val>
                                        </p:tav>
                                        <p:tav tm="17644">
                                          <p:val>
                                            <p:strVal val="#ppt_w*3.03077"/>
                                          </p:val>
                                        </p:tav>
                                        <p:tav tm="21845">
                                          <p:val>
                                            <p:strVal val="#ppt_w*2.48623"/>
                                          </p:val>
                                        </p:tav>
                                        <p:tav tm="26046">
                                          <p:val>
                                            <p:strVal val="#ppt_w*2.08565"/>
                                          </p:val>
                                        </p:tav>
                                        <p:tav tm="30247">
                                          <p:val>
                                            <p:strVal val="#ppt_w*1.79942"/>
                                          </p:val>
                                        </p:tav>
                                        <p:tav tm="34448">
                                          <p:val>
                                            <p:strVal val="#ppt_w*1.5929"/>
                                          </p:val>
                                        </p:tav>
                                        <p:tav tm="38649">
                                          <p:val>
                                            <p:strVal val="#ppt_w*1.44072"/>
                                          </p:val>
                                        </p:tav>
                                        <p:tav tm="42850">
                                          <p:val>
                                            <p:strVal val="#ppt_w*1.32625"/>
                                          </p:val>
                                        </p:tav>
                                        <p:tav tm="47051">
                                          <p:val>
                                            <p:strVal val="#ppt_w*1.23871"/>
                                          </p:val>
                                        </p:tav>
                                        <p:tav tm="51252">
                                          <p:val>
                                            <p:strVal val="#ppt_w*1.17095"/>
                                          </p:val>
                                        </p:tav>
                                        <p:tav tm="55453">
                                          <p:val>
                                            <p:strVal val="#ppt_w*1.1181"/>
                                          </p:val>
                                        </p:tav>
                                        <p:tav tm="59654">
                                          <p:val>
                                            <p:strVal val="#ppt_w*1.07675"/>
                                          </p:val>
                                        </p:tav>
                                        <p:tav tm="63855">
                                          <p:val>
                                            <p:strVal val="#ppt_w*1.04442"/>
                                          </p:val>
                                        </p:tav>
                                        <p:tav tm="72257">
                                          <p:val>
                                            <p:strVal val="#ppt_w*1"/>
                                          </p:val>
                                        </p:tav>
                                        <p:tav tm="84859">
                                          <p:val>
                                            <p:strVal val="#ppt_w*0.96762"/>
                                          </p:val>
                                        </p:tav>
                                        <p:tav tm="97462">
                                          <p:val>
                                            <p:strVal val="#ppt_w*0.96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9" dur="79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40">
                                          <p:val>
                                            <p:strVal val="#ppt_h*4.80288"/>
                                          </p:val>
                                        </p:tav>
                                        <p:tav tm="5041">
                                          <p:val>
                                            <p:strVal val="#ppt_h*4.80288"/>
                                          </p:val>
                                        </p:tav>
                                        <p:tav tm="9242">
                                          <p:val>
                                            <p:strVal val="#ppt_h*4.43862"/>
                                          </p:val>
                                        </p:tav>
                                        <p:tav tm="13443">
                                          <p:val>
                                            <p:strVal val="#ppt_h*3.70473"/>
                                          </p:val>
                                        </p:tav>
                                        <p:tav tm="17644">
                                          <p:val>
                                            <p:strVal val="#ppt_h*3.03077"/>
                                          </p:val>
                                        </p:tav>
                                        <p:tav tm="21845">
                                          <p:val>
                                            <p:strVal val="#ppt_h*2.48623"/>
                                          </p:val>
                                        </p:tav>
                                        <p:tav tm="26046">
                                          <p:val>
                                            <p:strVal val="#ppt_h*2.08565"/>
                                          </p:val>
                                        </p:tav>
                                        <p:tav tm="30247">
                                          <p:val>
                                            <p:strVal val="#ppt_h*1.79942"/>
                                          </p:val>
                                        </p:tav>
                                        <p:tav tm="34448">
                                          <p:val>
                                            <p:strVal val="#ppt_h*1.5929"/>
                                          </p:val>
                                        </p:tav>
                                        <p:tav tm="38649">
                                          <p:val>
                                            <p:strVal val="#ppt_h*1.44072"/>
                                          </p:val>
                                        </p:tav>
                                        <p:tav tm="42850">
                                          <p:val>
                                            <p:strVal val="#ppt_h*1.32625"/>
                                          </p:val>
                                        </p:tav>
                                        <p:tav tm="47051">
                                          <p:val>
                                            <p:strVal val="#ppt_h*1.23871"/>
                                          </p:val>
                                        </p:tav>
                                        <p:tav tm="51252">
                                          <p:val>
                                            <p:strVal val="#ppt_h*1.17095"/>
                                          </p:val>
                                        </p:tav>
                                        <p:tav tm="55453">
                                          <p:val>
                                            <p:strVal val="#ppt_h*1.1181"/>
                                          </p:val>
                                        </p:tav>
                                        <p:tav tm="59654">
                                          <p:val>
                                            <p:strVal val="#ppt_h*1.07675"/>
                                          </p:val>
                                        </p:tav>
                                        <p:tav tm="63855">
                                          <p:val>
                                            <p:strVal val="#ppt_h*1.04442"/>
                                          </p:val>
                                        </p:tav>
                                        <p:tav tm="72257">
                                          <p:val>
                                            <p:strVal val="#ppt_h*1"/>
                                          </p:val>
                                        </p:tav>
                                        <p:tav tm="84859">
                                          <p:val>
                                            <p:strVal val="#ppt_h*0.96762"/>
                                          </p:val>
                                        </p:tav>
                                        <p:tav tm="97462">
                                          <p:val>
                                            <p:strVal val="#ppt_h*0.96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0" dur="79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40">
                                          <p:val>
                                            <p:fltVal val="130.36"/>
                                          </p:val>
                                        </p:tav>
                                        <p:tav tm="5041">
                                          <p:val>
                                            <p:fltVal val="130.36"/>
                                          </p:val>
                                        </p:tav>
                                        <p:tav tm="9242">
                                          <p:val>
                                            <p:fltVal val="117.87"/>
                                          </p:val>
                                        </p:tav>
                                        <p:tav tm="13443">
                                          <p:val>
                                            <p:fltVal val="92.72"/>
                                          </p:val>
                                        </p:tav>
                                        <p:tav tm="17644">
                                          <p:val>
                                            <p:fltVal val="69.61"/>
                                          </p:val>
                                        </p:tav>
                                        <p:tav tm="21845">
                                          <p:val>
                                            <p:fltVal val="50.95"/>
                                          </p:val>
                                        </p:tav>
                                        <p:tav tm="26046">
                                          <p:val>
                                            <p:fltVal val="37.22"/>
                                          </p:val>
                                        </p:tav>
                                        <p:tav tm="30247">
                                          <p:val>
                                            <p:fltVal val="27.4"/>
                                          </p:val>
                                        </p:tav>
                                        <p:tav tm="34448">
                                          <p:val>
                                            <p:fltVal val="20.32"/>
                                          </p:val>
                                        </p:tav>
                                        <p:tav tm="38649">
                                          <p:val>
                                            <p:fltVal val="15.11"/>
                                          </p:val>
                                        </p:tav>
                                        <p:tav tm="42850">
                                          <p:val>
                                            <p:fltVal val="11.18"/>
                                          </p:val>
                                        </p:tav>
                                        <p:tav tm="47051">
                                          <p:val>
                                            <p:fltVal val="8.18"/>
                                          </p:val>
                                        </p:tav>
                                        <p:tav tm="55453">
                                          <p:val>
                                            <p:fltVal val="4.05"/>
                                          </p:val>
                                        </p:tav>
                                        <p:tav tm="63855">
                                          <p:val>
                                            <p:fltVal val="1.52"/>
                                          </p:val>
                                        </p:tav>
                                        <p:tav tm="72257">
                                          <p:val>
                                            <p:fltVal val="0"/>
                                          </p:val>
                                        </p:tav>
                                        <p:tav tm="84859">
                                          <p:val>
                                            <p:fltVal val="-1.11"/>
                                          </p:val>
                                        </p:tav>
                                        <p:tav tm="97462">
                                          <p:val>
                                            <p:fltVal val="-1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1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22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23" dur="467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4" dur="1" fill="hold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5" dur="72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926">
                                          <p:val>
                                            <p:strVal val="#ppt_x-1.22923"/>
                                          </p:val>
                                        </p:tav>
                                        <p:tav tm="5554">
                                          <p:val>
                                            <p:strVal val="#ppt_x-1.23127"/>
                                          </p:val>
                                        </p:tav>
                                        <p:tav tm="14809">
                                          <p:val>
                                            <p:strVal val="#ppt_x-1.23858"/>
                                          </p:val>
                                        </p:tav>
                                        <p:tav tm="19437">
                                          <p:val>
                                            <p:strVal val="#ppt_x-1.24151"/>
                                          </p:val>
                                        </p:tav>
                                        <p:tav tm="24065">
                                          <p:val>
                                            <p:strVal val="#ppt_x-1.24376"/>
                                          </p:val>
                                        </p:tav>
                                        <p:tav tm="33321">
                                          <p:val>
                                            <p:strVal val="#ppt_x-1.24663"/>
                                          </p:val>
                                        </p:tav>
                                        <p:tav tm="42577">
                                          <p:val>
                                            <p:strVal val="#ppt_x-1.24821"/>
                                          </p:val>
                                        </p:tav>
                                        <p:tav tm="56461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98113">
                                          <p:val>
                                            <p:strVal val="#ppt_x-1.25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6" dur="72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926">
                                          <p:val>
                                            <p:strVal val="#ppt_y-0.03803"/>
                                          </p:val>
                                        </p:tav>
                                        <p:tav tm="5554">
                                          <p:val>
                                            <p:strVal val="#ppt_y-0.03519"/>
                                          </p:val>
                                        </p:tav>
                                        <p:tav tm="19437">
                                          <p:val>
                                            <p:strVal val="#ppt_y-0.0154"/>
                                          </p:val>
                                        </p:tav>
                                        <p:tav tm="24065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33321">
                                          <p:val>
                                            <p:strVal val="#ppt_y-0.00569"/>
                                          </p:val>
                                        </p:tav>
                                        <p:tav tm="42577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56461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98113">
                                          <p:val>
                                            <p:strVal val="#ppt_y+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7" dur="72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926">
                                          <p:val>
                                            <p:strVal val="#ppt_w*4.79218"/>
                                          </p:val>
                                        </p:tav>
                                        <p:tav tm="5554">
                                          <p:val>
                                            <p:strVal val="#ppt_w*4.41206"/>
                                          </p:val>
                                        </p:tav>
                                        <p:tav tm="10182">
                                          <p:val>
                                            <p:strVal val="#ppt_w*3.6372"/>
                                          </p:val>
                                        </p:tav>
                                        <p:tav tm="14809">
                                          <p:val>
                                            <p:strVal val="#ppt_w*2.937"/>
                                          </p:val>
                                        </p:tav>
                                        <p:tav tm="19437">
                                          <p:val>
                                            <p:strVal val="#ppt_w*2.3881"/>
                                          </p:val>
                                        </p:tav>
                                        <p:tav tm="24065">
                                          <p:val>
                                            <p:strVal val="#ppt_w*1.9959"/>
                                          </p:val>
                                        </p:tav>
                                        <p:tav tm="28693">
                                          <p:val>
                                            <p:strVal val="#ppt_w*1.72115"/>
                                          </p:val>
                                        </p:tav>
                                        <p:tav tm="33321">
                                          <p:val>
                                            <p:strVal val="#ppt_w*1.52547"/>
                                          </p:val>
                                        </p:tav>
                                        <p:tav tm="37949">
                                          <p:val>
                                            <p:strVal val="#ppt_w*1.38268"/>
                                          </p:val>
                                        </p:tav>
                                        <p:tav tm="42577">
                                          <p:val>
                                            <p:strVal val="#ppt_w*1.27622"/>
                                          </p:val>
                                        </p:tav>
                                        <p:tav tm="47205">
                                          <p:val>
                                            <p:strVal val="#ppt_w*1.19556"/>
                                          </p:val>
                                        </p:tav>
                                        <p:tav tm="51833">
                                          <p:val>
                                            <p:strVal val="#ppt_w*1.13376"/>
                                          </p:val>
                                        </p:tav>
                                        <p:tav tm="56461">
                                          <p:val>
                                            <p:strVal val="#ppt_w*1.08616"/>
                                          </p:val>
                                        </p:tav>
                                        <p:tav tm="61089">
                                          <p:val>
                                            <p:strVal val="#ppt_w*1.04947"/>
                                          </p:val>
                                        </p:tav>
                                        <p:tav tm="65717">
                                          <p:val>
                                            <p:strVal val="#ppt_w*1.02133"/>
                                          </p:val>
                                        </p:tav>
                                        <p:tav tm="74973">
                                          <p:val>
                                            <p:strVal val="#ppt_w*0.98417"/>
                                          </p:val>
                                        </p:tav>
                                        <p:tav tm="84229">
                                          <p:val>
                                            <p:strVal val="#ppt_w*0.96517"/>
                                          </p:val>
                                        </p:tav>
                                        <p:tav tm="98113">
                                          <p:val>
                                            <p:strVal val="#ppt_w*0.958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8" dur="72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926">
                                          <p:val>
                                            <p:strVal val="#ppt_h*4.79218"/>
                                          </p:val>
                                        </p:tav>
                                        <p:tav tm="5554">
                                          <p:val>
                                            <p:strVal val="#ppt_h*4.41206"/>
                                          </p:val>
                                        </p:tav>
                                        <p:tav tm="10182">
                                          <p:val>
                                            <p:strVal val="#ppt_h*3.6372"/>
                                          </p:val>
                                        </p:tav>
                                        <p:tav tm="14809">
                                          <p:val>
                                            <p:strVal val="#ppt_h*2.937"/>
                                          </p:val>
                                        </p:tav>
                                        <p:tav tm="19437">
                                          <p:val>
                                            <p:strVal val="#ppt_h*2.3881"/>
                                          </p:val>
                                        </p:tav>
                                        <p:tav tm="24065">
                                          <p:val>
                                            <p:strVal val="#ppt_h*1.9959"/>
                                          </p:val>
                                        </p:tav>
                                        <p:tav tm="28693">
                                          <p:val>
                                            <p:strVal val="#ppt_h*1.72115"/>
                                          </p:val>
                                        </p:tav>
                                        <p:tav tm="33321">
                                          <p:val>
                                            <p:strVal val="#ppt_h*1.52547"/>
                                          </p:val>
                                        </p:tav>
                                        <p:tav tm="37949">
                                          <p:val>
                                            <p:strVal val="#ppt_h*1.38268"/>
                                          </p:val>
                                        </p:tav>
                                        <p:tav tm="42577">
                                          <p:val>
                                            <p:strVal val="#ppt_h*1.27622"/>
                                          </p:val>
                                        </p:tav>
                                        <p:tav tm="47205">
                                          <p:val>
                                            <p:strVal val="#ppt_h*1.19556"/>
                                          </p:val>
                                        </p:tav>
                                        <p:tav tm="51833">
                                          <p:val>
                                            <p:strVal val="#ppt_h*1.13376"/>
                                          </p:val>
                                        </p:tav>
                                        <p:tav tm="56461">
                                          <p:val>
                                            <p:strVal val="#ppt_h*1.08616"/>
                                          </p:val>
                                        </p:tav>
                                        <p:tav tm="61089">
                                          <p:val>
                                            <p:strVal val="#ppt_h*1.04947"/>
                                          </p:val>
                                        </p:tav>
                                        <p:tav tm="65717">
                                          <p:val>
                                            <p:strVal val="#ppt_h*1.02133"/>
                                          </p:val>
                                        </p:tav>
                                        <p:tav tm="74973">
                                          <p:val>
                                            <p:strVal val="#ppt_h*0.98417"/>
                                          </p:val>
                                        </p:tav>
                                        <p:tav tm="84229">
                                          <p:val>
                                            <p:strVal val="#ppt_h*0.96517"/>
                                          </p:val>
                                        </p:tav>
                                        <p:tav tm="98113">
                                          <p:val>
                                            <p:strVal val="#ppt_h*0.958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9" dur="72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926">
                                          <p:val>
                                            <p:fltVal val="-175.95"/>
                                          </p:val>
                                        </p:tav>
                                        <p:tav tm="5554">
                                          <p:val>
                                            <p:fltVal val="-158.32"/>
                                          </p:val>
                                        </p:tav>
                                        <p:tav tm="10182">
                                          <p:val>
                                            <p:fltVal val="-122.36"/>
                                          </p:val>
                                        </p:tav>
                                        <p:tav tm="14809">
                                          <p:val>
                                            <p:fltVal val="-89.87"/>
                                          </p:val>
                                        </p:tav>
                                        <p:tav tm="19437">
                                          <p:val>
                                            <p:fltVal val="-64.41"/>
                                          </p:val>
                                        </p:tav>
                                        <p:tav tm="24065">
                                          <p:val>
                                            <p:fltVal val="-46.21"/>
                                          </p:val>
                                        </p:tav>
                                        <p:tav tm="28693">
                                          <p:val>
                                            <p:fltVal val="-33.46"/>
                                          </p:val>
                                        </p:tav>
                                        <p:tav tm="33321">
                                          <p:val>
                                            <p:fltVal val="-24.38"/>
                                          </p:val>
                                        </p:tav>
                                        <p:tav tm="37949">
                                          <p:val>
                                            <p:fltVal val="-17.76"/>
                                          </p:val>
                                        </p:tav>
                                        <p:tav tm="42577">
                                          <p:val>
                                            <p:fltVal val="-12.82"/>
                                          </p:val>
                                        </p:tav>
                                        <p:tav tm="47205">
                                          <p:val>
                                            <p:fltVal val="-9.07"/>
                                          </p:val>
                                        </p:tav>
                                        <p:tav tm="51833">
                                          <p:val>
                                            <p:fltVal val="-6.21"/>
                                          </p:val>
                                        </p:tav>
                                        <p:tav tm="56461">
                                          <p:val>
                                            <p:fltVal val="-4"/>
                                          </p:val>
                                        </p:tav>
                                        <p:tav tm="65717">
                                          <p:val>
                                            <p:fltVal val="-0.99"/>
                                          </p:val>
                                        </p:tav>
                                        <p:tav tm="74973">
                                          <p:val>
                                            <p:fltVal val="0.73"/>
                                          </p:val>
                                        </p:tav>
                                        <p:tav tm="84229">
                                          <p:val>
                                            <p:fltVal val="1.62"/>
                                          </p:val>
                                        </p:tav>
                                        <p:tav tm="98113">
                                          <p:val>
                                            <p:fltVal val="1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0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31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32" dur="533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3" dur="1" fill="hold">
                                          <p:stCondLst>
                                            <p:cond delay="573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4" dur="845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89">
                                          <p:val>
                                            <p:strVal val="#ppt_x-1.27052"/>
                                          </p:val>
                                        </p:tav>
                                        <p:tav tm="4732">
                                          <p:val>
                                            <p:strVal val="#ppt_x-1.27052"/>
                                          </p:val>
                                        </p:tav>
                                        <p:tav tm="16561">
                                          <p:val>
                                            <p:strVal val="#ppt_x-1.25978"/>
                                          </p:val>
                                        </p:tav>
                                        <p:tav tm="20504">
                                          <p:val>
                                            <p:strVal val="#ppt_x-1.25717"/>
                                          </p:val>
                                        </p:tav>
                                        <p:tav tm="24447">
                                          <p:val>
                                            <p:strVal val="#ppt_x-1.25529"/>
                                          </p:val>
                                        </p:tav>
                                        <p:tav tm="32333">
                                          <p:val>
                                            <p:strVal val="#ppt_x-1.25298"/>
                                          </p:val>
                                        </p:tav>
                                        <p:tav tm="44162">
                                          <p:val>
                                            <p:strVal val="#ppt_x-1.25129"/>
                                          </p:val>
                                        </p:tav>
                                        <p:tav tm="55991">
                                          <p:val>
                                            <p:strVal val="#ppt_x-1.25049"/>
                                          </p:val>
                                        </p:tav>
                                        <p:tav tm="99365">
                                          <p:val>
                                            <p:strVal val="#ppt_x-1.249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5" dur="845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89">
                                          <p:val>
                                            <p:strVal val="#ppt_y-0.06135"/>
                                          </p:val>
                                        </p:tav>
                                        <p:tav tm="4732">
                                          <p:val>
                                            <p:strVal val="#ppt_y-0.06135"/>
                                          </p:val>
                                        </p:tav>
                                        <p:tav tm="8675">
                                          <p:val>
                                            <p:strVal val="#ppt_y-0.053"/>
                                          </p:val>
                                        </p:tav>
                                        <p:tav tm="16561">
                                          <p:val>
                                            <p:strVal val="#ppt_y-0.03231"/>
                                          </p:val>
                                        </p:tav>
                                        <p:tav tm="20504">
                                          <p:val>
                                            <p:strVal val="#ppt_y-0.02409"/>
                                          </p:val>
                                        </p:tav>
                                        <p:tav tm="24447">
                                          <p:val>
                                            <p:strVal val="#ppt_y-0.01793"/>
                                          </p:val>
                                        </p:tav>
                                        <p:tav tm="28390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01015"/>
                                          </p:val>
                                        </p:tav>
                                        <p:tav tm="44162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55991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75707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9365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6" dur="845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89">
                                          <p:val>
                                            <p:strVal val="#ppt_w*4.79842"/>
                                          </p:val>
                                        </p:tav>
                                        <p:tav tm="4732">
                                          <p:val>
                                            <p:strVal val="#ppt_w*4.79842"/>
                                          </p:val>
                                        </p:tav>
                                        <p:tav tm="8675">
                                          <p:val>
                                            <p:strVal val="#ppt_w*4.25083"/>
                                          </p:val>
                                        </p:tav>
                                        <p:tav tm="12618">
                                          <p:val>
                                            <p:strVal val="#ppt_w*3.58233"/>
                                          </p:val>
                                        </p:tav>
                                        <p:tav tm="16561">
                                          <p:val>
                                            <p:strVal val="#ppt_w*2.97559"/>
                                          </p:val>
                                        </p:tav>
                                        <p:tav tm="20504">
                                          <p:val>
                                            <p:strVal val="#ppt_w*2.48194"/>
                                          </p:val>
                                        </p:tav>
                                        <p:tav tm="24447">
                                          <p:val>
                                            <p:strVal val="#ppt_w*2.11008"/>
                                          </p:val>
                                        </p:tav>
                                        <p:tav tm="28390">
                                          <p:val>
                                            <p:strVal val="#ppt_w*1.83702"/>
                                          </p:val>
                                        </p:tav>
                                        <p:tav tm="32333">
                                          <p:val>
                                            <p:strVal val="#ppt_w*1.63523"/>
                                          </p:val>
                                        </p:tav>
                                        <p:tav tm="36276">
                                          <p:val>
                                            <p:strVal val="#ppt_w*1.48352"/>
                                          </p:val>
                                        </p:tav>
                                        <p:tav tm="40219">
                                          <p:val>
                                            <p:strVal val="#ppt_w*1.36739"/>
                                          </p:val>
                                        </p:tav>
                                        <p:tav tm="44162">
                                          <p:val>
                                            <p:strVal val="#ppt_w*1.27711"/>
                                          </p:val>
                                        </p:tav>
                                        <p:tav tm="48105">
                                          <p:val>
                                            <p:strVal val="#ppt_w*1.20609"/>
                                          </p:val>
                                        </p:tav>
                                        <p:tav tm="52048">
                                          <p:val>
                                            <p:strVal val="#ppt_w*1.14976"/>
                                          </p:val>
                                        </p:tav>
                                        <p:tav tm="55991">
                                          <p:val>
                                            <p:strVal val="#ppt_w*1.10485"/>
                                          </p:val>
                                        </p:tav>
                                        <p:tav tm="63878">
                                          <p:val>
                                            <p:strVal val="#ppt_w*1.04042"/>
                                          </p:val>
                                        </p:tav>
                                        <p:tav tm="67821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5707">
                                          <p:val>
                                            <p:strVal val="#ppt_w*0.9863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6363"/>
                                          </p:val>
                                        </p:tav>
                                        <p:tav tm="99365">
                                          <p:val>
                                            <p:strVal val="#ppt_w*0.95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7" dur="845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89">
                                          <p:val>
                                            <p:strVal val="#ppt_h*4.79842"/>
                                          </p:val>
                                        </p:tav>
                                        <p:tav tm="4732">
                                          <p:val>
                                            <p:strVal val="#ppt_h*4.79842"/>
                                          </p:val>
                                        </p:tav>
                                        <p:tav tm="8675">
                                          <p:val>
                                            <p:strVal val="#ppt_h*4.25083"/>
                                          </p:val>
                                        </p:tav>
                                        <p:tav tm="12618">
                                          <p:val>
                                            <p:strVal val="#ppt_h*3.58233"/>
                                          </p:val>
                                        </p:tav>
                                        <p:tav tm="16561">
                                          <p:val>
                                            <p:strVal val="#ppt_h*2.97559"/>
                                          </p:val>
                                        </p:tav>
                                        <p:tav tm="20504">
                                          <p:val>
                                            <p:strVal val="#ppt_h*2.48194"/>
                                          </p:val>
                                        </p:tav>
                                        <p:tav tm="24447">
                                          <p:val>
                                            <p:strVal val="#ppt_h*2.11008"/>
                                          </p:val>
                                        </p:tav>
                                        <p:tav tm="28390">
                                          <p:val>
                                            <p:strVal val="#ppt_h*1.83702"/>
                                          </p:val>
                                        </p:tav>
                                        <p:tav tm="32333">
                                          <p:val>
                                            <p:strVal val="#ppt_h*1.63523"/>
                                          </p:val>
                                        </p:tav>
                                        <p:tav tm="36276">
                                          <p:val>
                                            <p:strVal val="#ppt_h*1.48352"/>
                                          </p:val>
                                        </p:tav>
                                        <p:tav tm="40219">
                                          <p:val>
                                            <p:strVal val="#ppt_h*1.36739"/>
                                          </p:val>
                                        </p:tav>
                                        <p:tav tm="44162">
                                          <p:val>
                                            <p:strVal val="#ppt_h*1.27711"/>
                                          </p:val>
                                        </p:tav>
                                        <p:tav tm="48105">
                                          <p:val>
                                            <p:strVal val="#ppt_h*1.20609"/>
                                          </p:val>
                                        </p:tav>
                                        <p:tav tm="52048">
                                          <p:val>
                                            <p:strVal val="#ppt_h*1.14976"/>
                                          </p:val>
                                        </p:tav>
                                        <p:tav tm="55991">
                                          <p:val>
                                            <p:strVal val="#ppt_h*1.10485"/>
                                          </p:val>
                                        </p:tav>
                                        <p:tav tm="63878">
                                          <p:val>
                                            <p:strVal val="#ppt_h*1.04042"/>
                                          </p:val>
                                        </p:tav>
                                        <p:tav tm="67821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5707">
                                          <p:val>
                                            <p:strVal val="#ppt_h*0.9863"/>
                                          </p:val>
                                        </p:tav>
                                        <p:tav tm="87536">
                                          <p:val>
                                            <p:strVal val="#ppt_h*0.96363"/>
                                          </p:val>
                                        </p:tav>
                                        <p:tav tm="99365">
                                          <p:val>
                                            <p:strVal val="#ppt_h*0.95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8" dur="845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89">
                                          <p:val>
                                            <p:fltVal val="-137.29"/>
                                          </p:val>
                                        </p:tav>
                                        <p:tav tm="4732">
                                          <p:val>
                                            <p:fltVal val="-137.29"/>
                                          </p:val>
                                        </p:tav>
                                        <p:tav tm="8675">
                                          <p:val>
                                            <p:fltVal val="-117.5"/>
                                          </p:val>
                                        </p:tav>
                                        <p:tav tm="12618">
                                          <p:val>
                                            <p:fltVal val="-93.34"/>
                                          </p:val>
                                        </p:tav>
                                        <p:tav tm="16561">
                                          <p:val>
                                            <p:fltVal val="-71.41"/>
                                          </p:val>
                                        </p:tav>
                                        <p:tav tm="20504">
                                          <p:val>
                                            <p:fltVal val="-53.56"/>
                                          </p:val>
                                        </p:tav>
                                        <p:tav tm="24447">
                                          <p:val>
                                            <p:fltVal val="-40.12"/>
                                          </p:val>
                                        </p:tav>
                                        <p:tav tm="28390">
                                          <p:val>
                                            <p:fltVal val="-30.25"/>
                                          </p:val>
                                        </p:tav>
                                        <p:tav tm="32333">
                                          <p:val>
                                            <p:fltVal val="-22.96"/>
                                          </p:val>
                                        </p:tav>
                                        <p:tav tm="36276">
                                          <p:val>
                                            <p:fltVal val="-17.48"/>
                                          </p:val>
                                        </p:tav>
                                        <p:tav tm="40219">
                                          <p:val>
                                            <p:fltVal val="-13.28"/>
                                          </p:val>
                                        </p:tav>
                                        <p:tav tm="44162">
                                          <p:val>
                                            <p:fltVal val="-10.02"/>
                                          </p:val>
                                        </p:tav>
                                        <p:tav tm="48105">
                                          <p:val>
                                            <p:fltVal val="-7.45"/>
                                          </p:val>
                                        </p:tav>
                                        <p:tav tm="55991">
                                          <p:val>
                                            <p:fltVal val="-3.79"/>
                                          </p:val>
                                        </p:tav>
                                        <p:tav tm="63878">
                                          <p:val>
                                            <p:fltVal val="-1.46"/>
                                          </p:val>
                                        </p:tav>
                                        <p:tav tm="75707">
                                          <p:val>
                                            <p:fltVal val="0.5"/>
                                          </p:val>
                                        </p:tav>
                                        <p:tav tm="87536">
                                          <p:val>
                                            <p:fltVal val="1.31"/>
                                          </p:val>
                                        </p:tav>
                                        <p:tav tm="99365">
                                          <p:val>
                                            <p:fltVal val="1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9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40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41" dur="567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2" dur="1" fill="hold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3" dur="934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14">
                                          <p:val>
                                            <p:strVal val="#ppt_x-1.282"/>
                                          </p:val>
                                        </p:tav>
                                        <p:tav tm="4284">
                                          <p:val>
                                            <p:strVal val="#ppt_x-1.282"/>
                                          </p:val>
                                        </p:tav>
                                        <p:tav tm="7853">
                                          <p:val>
                                            <p:strVal val="#ppt_x-1.27912"/>
                                          </p:val>
                                        </p:tav>
                                        <p:tav tm="14993">
                                          <p:val>
                                            <p:strVal val="#ppt_x-1.26913"/>
                                          </p:val>
                                        </p:tav>
                                        <p:tav tm="18563">
                                          <p:val>
                                            <p:strVal val="#ppt_x-1.26487"/>
                                          </p:val>
                                        </p:tav>
                                        <p:tav tm="22132">
                                          <p:val>
                                            <p:strVal val="#ppt_x-1.26145"/>
                                          </p:val>
                                        </p:tav>
                                        <p:tav tm="25702">
                                          <p:val>
                                            <p:strVal val="#ppt_x-1.25883"/>
                                          </p:val>
                                        </p:tav>
                                        <p:tav tm="32841">
                                          <p:val>
                                            <p:strVal val="#ppt_x-1.25534"/>
                                          </p:val>
                                        </p:tav>
                                        <p:tav tm="43551">
                                          <p:val>
                                            <p:strVal val="#ppt_x-1.25253"/>
                                          </p:val>
                                        </p:tav>
                                        <p:tav tm="54260">
                                          <p:val>
                                            <p:strVal val="#ppt_x-1.25108"/>
                                          </p:val>
                                        </p:tav>
                                        <p:tav tm="7210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096">
                                          <p:val>
                                            <p:strVal val="#ppt_x-1.249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4" dur="934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14">
                                          <p:val>
                                            <p:strVal val="#ppt_y+0.00698"/>
                                          </p:val>
                                        </p:tav>
                                        <p:tav tm="7853">
                                          <p:val>
                                            <p:strVal val="#ppt_y+0.00634"/>
                                          </p:val>
                                        </p:tav>
                                        <p:tav tm="18563">
                                          <p:val>
                                            <p:strVal val="#ppt_y+0.00316"/>
                                          </p:val>
                                        </p:tav>
                                        <p:tav tm="32841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97096">
                                          <p:val>
                                            <p:strVal val="#ppt_y-0.0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5" dur="934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14">
                                          <p:val>
                                            <p:strVal val="#ppt_w*4.79801"/>
                                          </p:val>
                                        </p:tav>
                                        <p:tav tm="4284">
                                          <p:val>
                                            <p:strVal val="#ppt_w*4.79801"/>
                                          </p:val>
                                        </p:tav>
                                        <p:tav tm="7853">
                                          <p:val>
                                            <p:strVal val="#ppt_w*4.4516"/>
                                          </p:val>
                                        </p:tav>
                                        <p:tav tm="11423">
                                          <p:val>
                                            <p:strVal val="#ppt_w*3.83987"/>
                                          </p:val>
                                        </p:tav>
                                        <p:tav tm="14993">
                                          <p:val>
                                            <p:strVal val="#ppt_w*3.25873"/>
                                          </p:val>
                                        </p:tav>
                                        <p:tav tm="18563">
                                          <p:val>
                                            <p:strVal val="#ppt_w*2.75334"/>
                                          </p:val>
                                        </p:tav>
                                        <p:tav tm="22132">
                                          <p:val>
                                            <p:strVal val="#ppt_w*2.34881"/>
                                          </p:val>
                                        </p:tav>
                                        <p:tav tm="25702">
                                          <p:val>
                                            <p:strVal val="#ppt_w*2.03978"/>
                                          </p:val>
                                        </p:tav>
                                        <p:tav tm="29272">
                                          <p:val>
                                            <p:strVal val="#ppt_w*1.80627"/>
                                          </p:val>
                                        </p:tav>
                                        <p:tav tm="32841">
                                          <p:val>
                                            <p:strVal val="#ppt_w*1.62837"/>
                                          </p:val>
                                        </p:tav>
                                        <p:tav tm="36411">
                                          <p:val>
                                            <p:strVal val="#ppt_w*1.49085"/>
                                          </p:val>
                                        </p:tav>
                                        <p:tav tm="39981">
                                          <p:val>
                                            <p:strVal val="#ppt_w*1.38295"/>
                                          </p:val>
                                        </p:tav>
                                        <p:tav tm="43551">
                                          <p:val>
                                            <p:strVal val="#ppt_w*1.2972"/>
                                          </p:val>
                                        </p:tav>
                                        <p:tav tm="47120">
                                          <p:val>
                                            <p:strVal val="#ppt_w*1.22835"/>
                                          </p:val>
                                        </p:tav>
                                        <p:tav tm="50690">
                                          <p:val>
                                            <p:strVal val="#ppt_w*1.17264"/>
                                          </p:val>
                                        </p:tav>
                                        <p:tav tm="54260">
                                          <p:val>
                                            <p:strVal val="#ppt_w*1.12733"/>
                                          </p:val>
                                        </p:tav>
                                        <p:tav tm="61399">
                                          <p:val>
                                            <p:strVal val="#ppt_w*1.06026"/>
                                          </p:val>
                                        </p:tav>
                                        <p:tav tm="64969">
                                          <p:val>
                                            <p:strVal val="#ppt_w*1.03574"/>
                                          </p:val>
                                        </p:tav>
                                        <p:tav tm="72108">
                                          <p:val>
                                            <p:strVal val="#ppt_w*1"/>
                                          </p:val>
                                        </p:tav>
                                        <p:tav tm="82818">
                                          <p:val>
                                            <p:strVal val="#ppt_w*0.97039"/>
                                          </p:val>
                                        </p:tav>
                                        <p:tav tm="97096">
                                          <p:val>
                                            <p:strVal val="#ppt_w*0.95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6" dur="934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14">
                                          <p:val>
                                            <p:strVal val="#ppt_h*4.79801"/>
                                          </p:val>
                                        </p:tav>
                                        <p:tav tm="4284">
                                          <p:val>
                                            <p:strVal val="#ppt_h*4.79801"/>
                                          </p:val>
                                        </p:tav>
                                        <p:tav tm="7853">
                                          <p:val>
                                            <p:strVal val="#ppt_h*4.4516"/>
                                          </p:val>
                                        </p:tav>
                                        <p:tav tm="11423">
                                          <p:val>
                                            <p:strVal val="#ppt_h*3.83987"/>
                                          </p:val>
                                        </p:tav>
                                        <p:tav tm="14993">
                                          <p:val>
                                            <p:strVal val="#ppt_h*3.25873"/>
                                          </p:val>
                                        </p:tav>
                                        <p:tav tm="18563">
                                          <p:val>
                                            <p:strVal val="#ppt_h*2.75334"/>
                                          </p:val>
                                        </p:tav>
                                        <p:tav tm="22132">
                                          <p:val>
                                            <p:strVal val="#ppt_h*2.34881"/>
                                          </p:val>
                                        </p:tav>
                                        <p:tav tm="25702">
                                          <p:val>
                                            <p:strVal val="#ppt_h*2.03978"/>
                                          </p:val>
                                        </p:tav>
                                        <p:tav tm="29272">
                                          <p:val>
                                            <p:strVal val="#ppt_h*1.80627"/>
                                          </p:val>
                                        </p:tav>
                                        <p:tav tm="32841">
                                          <p:val>
                                            <p:strVal val="#ppt_h*1.62837"/>
                                          </p:val>
                                        </p:tav>
                                        <p:tav tm="36411">
                                          <p:val>
                                            <p:strVal val="#ppt_h*1.49085"/>
                                          </p:val>
                                        </p:tav>
                                        <p:tav tm="39981">
                                          <p:val>
                                            <p:strVal val="#ppt_h*1.38295"/>
                                          </p:val>
                                        </p:tav>
                                        <p:tav tm="43551">
                                          <p:val>
                                            <p:strVal val="#ppt_h*1.2972"/>
                                          </p:val>
                                        </p:tav>
                                        <p:tav tm="47120">
                                          <p:val>
                                            <p:strVal val="#ppt_h*1.22835"/>
                                          </p:val>
                                        </p:tav>
                                        <p:tav tm="50690">
                                          <p:val>
                                            <p:strVal val="#ppt_h*1.17264"/>
                                          </p:val>
                                        </p:tav>
                                        <p:tav tm="54260">
                                          <p:val>
                                            <p:strVal val="#ppt_h*1.12733"/>
                                          </p:val>
                                        </p:tav>
                                        <p:tav tm="61399">
                                          <p:val>
                                            <p:strVal val="#ppt_h*1.06026"/>
                                          </p:val>
                                        </p:tav>
                                        <p:tav tm="64969">
                                          <p:val>
                                            <p:strVal val="#ppt_h*1.03574"/>
                                          </p:val>
                                        </p:tav>
                                        <p:tav tm="72108">
                                          <p:val>
                                            <p:strVal val="#ppt_h*1"/>
                                          </p:val>
                                        </p:tav>
                                        <p:tav tm="82818">
                                          <p:val>
                                            <p:strVal val="#ppt_h*0.97039"/>
                                          </p:val>
                                        </p:tav>
                                        <p:tav tm="97096">
                                          <p:val>
                                            <p:strVal val="#ppt_h*0.95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7" dur="934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14">
                                          <p:val>
                                            <p:fltVal val="-64.66"/>
                                          </p:val>
                                        </p:tav>
                                        <p:tav tm="4284">
                                          <p:val>
                                            <p:fltVal val="-64.66"/>
                                          </p:val>
                                        </p:tav>
                                        <p:tav tm="7853">
                                          <p:val>
                                            <p:fltVal val="-58.76"/>
                                          </p:val>
                                        </p:tav>
                                        <p:tav tm="14993">
                                          <p:val>
                                            <p:fltVal val="-38.45"/>
                                          </p:val>
                                        </p:tav>
                                        <p:tav tm="18563">
                                          <p:val>
                                            <p:fltVal val="-29.85"/>
                                          </p:val>
                                        </p:tav>
                                        <p:tav tm="22132">
                                          <p:val>
                                            <p:fltVal val="-22.96"/>
                                          </p:val>
                                        </p:tav>
                                        <p:tav tm="25702">
                                          <p:val>
                                            <p:fltVal val="-17.7"/>
                                          </p:val>
                                        </p:tav>
                                        <p:tav tm="29272">
                                          <p:val>
                                            <p:fltVal val="-13.73"/>
                                          </p:val>
                                        </p:tav>
                                        <p:tav tm="32841">
                                          <p:val>
                                            <p:fltVal val="-10.7"/>
                                          </p:val>
                                        </p:tav>
                                        <p:tav tm="36411">
                                          <p:val>
                                            <p:fltVal val="-8.36"/>
                                          </p:val>
                                        </p:tav>
                                        <p:tav tm="43551">
                                          <p:val>
                                            <p:fltVal val="-5.06"/>
                                          </p:val>
                                        </p:tav>
                                        <p:tav tm="54260">
                                          <p:val>
                                            <p:fltVal val="-2.17"/>
                                          </p:val>
                                        </p:tav>
                                        <p:tav tm="72108">
                                          <p:val>
                                            <p:fltVal val="0"/>
                                          </p:val>
                                        </p:tav>
                                        <p:tav tm="97096">
                                          <p:val>
                                            <p:fltVal val="0.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8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49" dur="1" fill="hold">
                                          <p:stCondLst>
                                            <p:cond delay="173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0" dur="133">
                                          <p:stCondLst>
                                            <p:cond delay="173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1" dur="1" fill="hold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2" dur="73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23636">
                                          <p:val>
                                            <p:strVal val="#ppt_x-1.61532"/>
                                          </p:val>
                                        </p:tav>
                                        <p:tav tm="28182">
                                          <p:val>
                                            <p:strVal val="#ppt_x-1.60662"/>
                                          </p:val>
                                        </p:tav>
                                        <p:tav tm="32727">
                                          <p:val>
                                            <p:strVal val="#ppt_x-1.58895"/>
                                          </p:val>
                                        </p:tav>
                                        <p:tav tm="37273">
                                          <p:val>
                                            <p:strVal val="#ppt_x-1.55825"/>
                                          </p:val>
                                        </p:tav>
                                        <p:tav tm="41818">
                                          <p:val>
                                            <p:strVal val="#ppt_x-1.5098"/>
                                          </p:val>
                                        </p:tav>
                                        <p:tav tm="46364">
                                          <p:val>
                                            <p:strVal val="#ppt_x-1.44651"/>
                                          </p:val>
                                        </p:tav>
                                        <p:tav tm="50909">
                                          <p:val>
                                            <p:strVal val="#ppt_x-1.3886"/>
                                          </p:val>
                                        </p:tav>
                                        <p:tav tm="55455">
                                          <p:val>
                                            <p:strVal val="#ppt_x-1.34695"/>
                                          </p:val>
                                        </p:tav>
                                        <p:tav tm="60000">
                                          <p:val>
                                            <p:strVal val="#ppt_x-1.31795"/>
                                          </p:val>
                                        </p:tav>
                                        <p:tav tm="64545">
                                          <p:val>
                                            <p:strVal val="#ppt_x-1.29703"/>
                                          </p:val>
                                        </p:tav>
                                        <p:tav tm="69091">
                                          <p:val>
                                            <p:strVal val="#ppt_x-1.28152"/>
                                          </p:val>
                                        </p:tav>
                                        <p:tav tm="73636">
                                          <p:val>
                                            <p:strVal val="#ppt_x-1.27"/>
                                          </p:val>
                                        </p:tav>
                                        <p:tav tm="78182">
                                          <p:val>
                                            <p:strVal val="#ppt_x-1.26159"/>
                                          </p:val>
                                        </p:tav>
                                        <p:tav tm="82727">
                                          <p:val>
                                            <p:strVal val="#ppt_x-1.25571"/>
                                          </p:val>
                                        </p:tav>
                                        <p:tav tm="87273">
                                          <p:val>
                                            <p:strVal val="#ppt_x-1.25196"/>
                                          </p:val>
                                        </p:tav>
                                        <p:tav tm="9181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364">
                                          <p:val>
                                            <p:strVal val="#ppt_x-1.24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3" dur="73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23636">
                                          <p:val>
                                            <p:strVal val="#ppt_y+0.37404"/>
                                          </p:val>
                                        </p:tav>
                                        <p:tav tm="28182">
                                          <p:val>
                                            <p:strVal val="#ppt_y+0.35306"/>
                                          </p:val>
                                        </p:tav>
                                        <p:tav tm="32727">
                                          <p:val>
                                            <p:strVal val="#ppt_y+0.30952"/>
                                          </p:val>
                                        </p:tav>
                                        <p:tav tm="37273">
                                          <p:val>
                                            <p:strVal val="#ppt_y+0.23041"/>
                                          </p:val>
                                        </p:tav>
                                        <p:tav tm="41818">
                                          <p:val>
                                            <p:strVal val="#ppt_y+0.12827"/>
                                          </p:val>
                                        </p:tav>
                                        <p:tav tm="46364">
                                          <p:val>
                                            <p:strVal val="#ppt_y+0.03138"/>
                                          </p:val>
                                        </p:tav>
                                        <p:tav tm="50909">
                                          <p:val>
                                            <p:strVal val="#ppt_y-0.01941"/>
                                          </p:val>
                                        </p:tav>
                                        <p:tav tm="55455">
                                          <p:val>
                                            <p:strVal val="#ppt_y-0.02675"/>
                                          </p:val>
                                        </p:tav>
                                        <p:tav tm="60000">
                                          <p:val>
                                            <p:strVal val="#ppt_y-0.03067"/>
                                          </p:val>
                                        </p:tav>
                                        <p:tav tm="64545">
                                          <p:val>
                                            <p:strVal val="#ppt_y-0.01986"/>
                                          </p:val>
                                        </p:tav>
                                        <p:tav tm="69091">
                                          <p:val>
                                            <p:strVal val="#ppt_y-0.01268"/>
                                          </p:val>
                                        </p:tav>
                                        <p:tav tm="73636">
                                          <p:val>
                                            <p:strVal val="#ppt_y-0.00779"/>
                                          </p:val>
                                        </p:tav>
                                        <p:tav tm="82727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87273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96364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4" dur="73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23636">
                                          <p:val>
                                            <p:fltVal val="-175.8"/>
                                          </p:val>
                                        </p:tav>
                                        <p:tav tm="28182">
                                          <p:val>
                                            <p:fltVal val="-163.22"/>
                                          </p:val>
                                        </p:tav>
                                        <p:tav tm="32727">
                                          <p:val>
                                            <p:fltVal val="-137.15"/>
                                          </p:val>
                                        </p:tav>
                                        <p:tav tm="37273">
                                          <p:val>
                                            <p:fltVal val="-90.53"/>
                                          </p:val>
                                        </p:tav>
                                        <p:tav tm="41818">
                                          <p:val>
                                            <p:fltVal val="-16.69"/>
                                          </p:val>
                                        </p:tav>
                                        <p:tav tm="46364">
                                          <p:val>
                                            <p:fltVal val="73.65"/>
                                          </p:val>
                                        </p:tav>
                                        <p:tav tm="50909">
                                          <p:val>
                                            <p:fltVal val="153.35"/>
                                          </p:val>
                                        </p:tav>
                                        <p:tav tm="55455">
                                          <p:val>
                                            <p:fltVal val="213.15"/>
                                          </p:val>
                                        </p:tav>
                                        <p:tav tm="60000">
                                          <p:val>
                                            <p:fltVal val="256.85"/>
                                          </p:val>
                                        </p:tav>
                                        <p:tav tm="64545">
                                          <p:val>
                                            <p:fltVal val="288.99"/>
                                          </p:val>
                                        </p:tav>
                                        <p:tav tm="69091">
                                          <p:val>
                                            <p:fltVal val="312.76"/>
                                          </p:val>
                                        </p:tav>
                                        <p:tav tm="73636">
                                          <p:val>
                                            <p:fltVal val="330.24"/>
                                          </p:val>
                                        </p:tav>
                                        <p:tav tm="78182">
                                          <p:val>
                                            <p:fltVal val="342.86"/>
                                          </p:val>
                                        </p:tav>
                                        <p:tav tm="82727">
                                          <p:val>
                                            <p:fltVal val="351.58"/>
                                          </p:val>
                                        </p:tav>
                                        <p:tav tm="87273">
                                          <p:val>
                                            <p:fltVal val="357.12"/>
                                          </p:val>
                                        </p:tav>
                                        <p:tav tm="91818">
                                          <p:val>
                                            <p:fltVal val="360"/>
                                          </p:val>
                                        </p:tav>
                                        <p:tav tm="96364">
                                          <p:val>
                                            <p:fltVal val="360.6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5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56" dur="1" fill="hold">
                                          <p:stCondLst>
                                            <p:cond delay="34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57" dur="333">
                                          <p:stCondLst>
                                            <p:cond delay="34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8" dur="1" fill="hold">
                                          <p:stCondLst>
                                            <p:cond delay="673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9" dur="861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9474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47214">
                                          <p:val>
                                            <p:strVal val="#ppt_x-1.2472"/>
                                          </p:val>
                                        </p:tav>
                                        <p:tav tm="54954">
                                          <p:val>
                                            <p:strVal val="#ppt_x-1.24884"/>
                                          </p:val>
                                        </p:tav>
                                        <p:tav tm="70433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97523">
                                          <p:val>
                                            <p:strVal val="#ppt_x-1.2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0" dur="861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9474">
                                          <p:val>
                                            <p:strVal val="#ppt_y-0.01909"/>
                                          </p:val>
                                        </p:tav>
                                        <p:tav tm="43344">
                                          <p:val>
                                            <p:strVal val="#ppt_y-0.01232"/>
                                          </p:val>
                                        </p:tav>
                                        <p:tav tm="47214">
                                          <p:val>
                                            <p:strVal val="#ppt_y-0.00768"/>
                                          </p:val>
                                        </p:tav>
                                        <p:tav tm="54954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7043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7523">
                                          <p:val>
                                            <p:strVal val="#ppt_y+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1" dur="861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9474">
                                          <p:val>
                                            <p:strVal val="#ppt_w*3.80056"/>
                                          </p:val>
                                        </p:tav>
                                        <p:tav tm="43344">
                                          <p:val>
                                            <p:strVal val="#ppt_w*2.90087"/>
                                          </p:val>
                                        </p:tav>
                                        <p:tav tm="47214">
                                          <p:val>
                                            <p:strVal val="#ppt_w*2.23862"/>
                                          </p:val>
                                        </p:tav>
                                        <p:tav tm="51084">
                                          <p:val>
                                            <p:strVal val="#ppt_w*1.81154"/>
                                          </p:val>
                                        </p:tav>
                                        <p:tav tm="54954">
                                          <p:val>
                                            <p:strVal val="#ppt_w*1.53763"/>
                                          </p:val>
                                        </p:tav>
                                        <p:tav tm="58824">
                                          <p:val>
                                            <p:strVal val="#ppt_w*1.35541"/>
                                          </p:val>
                                        </p:tav>
                                        <p:tav tm="62693">
                                          <p:val>
                                            <p:strVal val="#ppt_w*1.22986"/>
                                          </p:val>
                                        </p:tav>
                                        <p:tav tm="66563">
                                          <p:val>
                                            <p:strVal val="#ppt_w*1.14123"/>
                                          </p:val>
                                        </p:tav>
                                        <p:tav tm="70433">
                                          <p:val>
                                            <p:strVal val="#ppt_w*1.07782"/>
                                          </p:val>
                                        </p:tav>
                                        <p:tav tm="74303">
                                          <p:val>
                                            <p:strVal val="#ppt_w*1.03234"/>
                                          </p:val>
                                        </p:tav>
                                        <p:tav tm="78173">
                                          <p:val>
                                            <p:strVal val="#ppt_w*1"/>
                                          </p:val>
                                        </p:tav>
                                        <p:tav tm="82043">
                                          <p:val>
                                            <p:strVal val="#ppt_w*0.97755"/>
                                          </p:val>
                                        </p:tav>
                                        <p:tav tm="89783">
                                          <p:val>
                                            <p:strVal val="#ppt_w*0.95377"/>
                                          </p:val>
                                        </p:tav>
                                        <p:tav tm="97523">
                                          <p:val>
                                            <p:strVal val="#ppt_w*0.948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2" dur="861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9474">
                                          <p:val>
                                            <p:strVal val="#ppt_h*3.80056"/>
                                          </p:val>
                                        </p:tav>
                                        <p:tav tm="43344">
                                          <p:val>
                                            <p:strVal val="#ppt_h*2.90087"/>
                                          </p:val>
                                        </p:tav>
                                        <p:tav tm="47214">
                                          <p:val>
                                            <p:strVal val="#ppt_h*2.23862"/>
                                          </p:val>
                                        </p:tav>
                                        <p:tav tm="51084">
                                          <p:val>
                                            <p:strVal val="#ppt_h*1.81154"/>
                                          </p:val>
                                        </p:tav>
                                        <p:tav tm="54954">
                                          <p:val>
                                            <p:strVal val="#ppt_h*1.53763"/>
                                          </p:val>
                                        </p:tav>
                                        <p:tav tm="58824">
                                          <p:val>
                                            <p:strVal val="#ppt_h*1.35541"/>
                                          </p:val>
                                        </p:tav>
                                        <p:tav tm="62693">
                                          <p:val>
                                            <p:strVal val="#ppt_h*1.22986"/>
                                          </p:val>
                                        </p:tav>
                                        <p:tav tm="66563">
                                          <p:val>
                                            <p:strVal val="#ppt_h*1.14123"/>
                                          </p:val>
                                        </p:tav>
                                        <p:tav tm="70433">
                                          <p:val>
                                            <p:strVal val="#ppt_h*1.07782"/>
                                          </p:val>
                                        </p:tav>
                                        <p:tav tm="74303">
                                          <p:val>
                                            <p:strVal val="#ppt_h*1.03234"/>
                                          </p:val>
                                        </p:tav>
                                        <p:tav tm="78173">
                                          <p:val>
                                            <p:strVal val="#ppt_h*1"/>
                                          </p:val>
                                        </p:tav>
                                        <p:tav tm="82043">
                                          <p:val>
                                            <p:strVal val="#ppt_h*0.97755"/>
                                          </p:val>
                                        </p:tav>
                                        <p:tav tm="89783">
                                          <p:val>
                                            <p:strVal val="#ppt_h*0.95377"/>
                                          </p:val>
                                        </p:tav>
                                        <p:tav tm="97523">
                                          <p:val>
                                            <p:strVal val="#ppt_h*0.948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3" dur="861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9474">
                                          <p:val>
                                            <p:fltVal val="212.42"/>
                                          </p:val>
                                        </p:tav>
                                        <p:tav tm="43344">
                                          <p:val>
                                            <p:fltVal val="259.83"/>
                                          </p:val>
                                        </p:tav>
                                        <p:tav tm="47214">
                                          <p:val>
                                            <p:fltVal val="294.73"/>
                                          </p:val>
                                        </p:tav>
                                        <p:tav tm="51084">
                                          <p:val>
                                            <p:fltVal val="317.23"/>
                                          </p:val>
                                        </p:tav>
                                        <p:tav tm="54954">
                                          <p:val>
                                            <p:fltVal val="331.67"/>
                                          </p:val>
                                        </p:tav>
                                        <p:tav tm="58824">
                                          <p:val>
                                            <p:fltVal val="341.27"/>
                                          </p:val>
                                        </p:tav>
                                        <p:tav tm="62693">
                                          <p:val>
                                            <p:fltVal val="347.89"/>
                                          </p:val>
                                        </p:tav>
                                        <p:tav tm="66563">
                                          <p:val>
                                            <p:fltVal val="352.56"/>
                                          </p:val>
                                        </p:tav>
                                        <p:tav tm="70433">
                                          <p:val>
                                            <p:fltVal val="355.9"/>
                                          </p:val>
                                        </p:tav>
                                        <p:tav tm="74303">
                                          <p:val>
                                            <p:fltVal val="358.3"/>
                                          </p:val>
                                        </p:tav>
                                        <p:tav tm="82043">
                                          <p:val>
                                            <p:fltVal val="361.18"/>
                                          </p:val>
                                        </p:tav>
                                        <p:tav tm="89783">
                                          <p:val>
                                            <p:fltVal val="362.44"/>
                                          </p:val>
                                        </p:tav>
                                        <p:tav tm="97523">
                                          <p:val>
                                            <p:fltVal val="362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4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65" dur="1" fill="hold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66" dur="333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7" dur="1" fill="hold">
                                          <p:stCondLst>
                                            <p:cond delay="807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8" dur="1001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7270">
                                          <p:val>
                                            <p:strVal val="#ppt_x-1.25152"/>
                                          </p:val>
                                        </p:tav>
                                        <p:tav tm="57257">
                                          <p:val>
                                            <p:strVal val="#ppt_x-1.25007"/>
                                          </p:val>
                                        </p:tav>
                                        <p:tav tm="97204">
                                          <p:val>
                                            <p:strVal val="#ppt_x-1.25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9" dur="1001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7270">
                                          <p:val>
                                            <p:strVal val="#ppt_y-0.01879"/>
                                          </p:val>
                                        </p:tav>
                                        <p:tav tm="53928">
                                          <p:val>
                                            <p:strVal val="#ppt_y-0.00961"/>
                                          </p:val>
                                        </p:tav>
                                        <p:tav tm="57257">
                                          <p:val>
                                            <p:strVal val="#ppt_y-0.00631"/>
                                          </p:val>
                                        </p:tav>
                                        <p:tav tm="63915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77230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7204">
                                          <p:val>
                                            <p:strVal val="#ppt_y+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0" dur="1001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7270">
                                          <p:val>
                                            <p:strVal val="#ppt_w*3.97404"/>
                                          </p:val>
                                        </p:tav>
                                        <p:tav tm="50599">
                                          <p:val>
                                            <p:strVal val="#ppt_w*3.04804"/>
                                          </p:val>
                                        </p:tav>
                                        <p:tav tm="53928">
                                          <p:val>
                                            <p:strVal val="#ppt_w*2.33686"/>
                                          </p:val>
                                        </p:tav>
                                        <p:tav tm="57257">
                                          <p:val>
                                            <p:strVal val="#ppt_w*1.87169"/>
                                          </p:val>
                                        </p:tav>
                                        <p:tav tm="60586">
                                          <p:val>
                                            <p:strVal val="#ppt_w*1.57477"/>
                                          </p:val>
                                        </p:tav>
                                        <p:tav tm="63915">
                                          <p:val>
                                            <p:strVal val="#ppt_w*1.37877"/>
                                          </p:val>
                                        </p:tav>
                                        <p:tav tm="67244">
                                          <p:val>
                                            <p:strVal val="#ppt_w*1.24458"/>
                                          </p:val>
                                        </p:tav>
                                        <p:tav tm="70573">
                                          <p:val>
                                            <p:strVal val="#ppt_w*1.15021"/>
                                          </p:val>
                                        </p:tav>
                                        <p:tav tm="73901">
                                          <p:val>
                                            <p:strVal val="#ppt_w*1.08283"/>
                                          </p:val>
                                        </p:tav>
                                        <p:tav tm="77230">
                                          <p:val>
                                            <p:strVal val="#ppt_w*1.03448"/>
                                          </p:val>
                                        </p:tav>
                                        <p:tav tm="80559">
                                          <p:val>
                                            <p:strVal val="#ppt_w*1"/>
                                          </p:val>
                                        </p:tav>
                                        <p:tav tm="83888">
                                          <p:val>
                                            <p:strVal val="#ppt_w*0.97592"/>
                                          </p:val>
                                        </p:tav>
                                        <p:tav tm="90546">
                                          <p:val>
                                            <p:strVal val="#ppt_w*0.94984"/>
                                          </p:val>
                                        </p:tav>
                                        <p:tav tm="97204">
                                          <p:val>
                                            <p:strVal val="#ppt_w*0.943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1" dur="1001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7270">
                                          <p:val>
                                            <p:strVal val="#ppt_h*3.97404"/>
                                          </p:val>
                                        </p:tav>
                                        <p:tav tm="50599">
                                          <p:val>
                                            <p:strVal val="#ppt_h*3.04804"/>
                                          </p:val>
                                        </p:tav>
                                        <p:tav tm="53928">
                                          <p:val>
                                            <p:strVal val="#ppt_h*2.33686"/>
                                          </p:val>
                                        </p:tav>
                                        <p:tav tm="57257">
                                          <p:val>
                                            <p:strVal val="#ppt_h*1.87169"/>
                                          </p:val>
                                        </p:tav>
                                        <p:tav tm="60586">
                                          <p:val>
                                            <p:strVal val="#ppt_h*1.57477"/>
                                          </p:val>
                                        </p:tav>
                                        <p:tav tm="63915">
                                          <p:val>
                                            <p:strVal val="#ppt_h*1.37877"/>
                                          </p:val>
                                        </p:tav>
                                        <p:tav tm="67244">
                                          <p:val>
                                            <p:strVal val="#ppt_h*1.24458"/>
                                          </p:val>
                                        </p:tav>
                                        <p:tav tm="70573">
                                          <p:val>
                                            <p:strVal val="#ppt_h*1.15021"/>
                                          </p:val>
                                        </p:tav>
                                        <p:tav tm="73901">
                                          <p:val>
                                            <p:strVal val="#ppt_h*1.08283"/>
                                          </p:val>
                                        </p:tav>
                                        <p:tav tm="77230">
                                          <p:val>
                                            <p:strVal val="#ppt_h*1.03448"/>
                                          </p:val>
                                        </p:tav>
                                        <p:tav tm="80559">
                                          <p:val>
                                            <p:strVal val="#ppt_h*1"/>
                                          </p:val>
                                        </p:tav>
                                        <p:tav tm="83888">
                                          <p:val>
                                            <p:strVal val="#ppt_h*0.97592"/>
                                          </p:val>
                                        </p:tav>
                                        <p:tav tm="90546">
                                          <p:val>
                                            <p:strVal val="#ppt_h*0.94984"/>
                                          </p:val>
                                        </p:tav>
                                        <p:tav tm="97204">
                                          <p:val>
                                            <p:strVal val="#ppt_h*0.943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2" dur="1001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7270">
                                          <p:val>
                                            <p:fltVal val="202.4"/>
                                          </p:val>
                                        </p:tav>
                                        <p:tav tm="50599">
                                          <p:val>
                                            <p:fltVal val="251.47"/>
                                          </p:val>
                                        </p:tav>
                                        <p:tav tm="53928">
                                          <p:val>
                                            <p:fltVal val="289.16"/>
                                          </p:val>
                                        </p:tav>
                                        <p:tav tm="57257">
                                          <p:val>
                                            <p:fltVal val="313.81"/>
                                          </p:val>
                                        </p:tav>
                                        <p:tav tm="60586">
                                          <p:val>
                                            <p:fltVal val="329.54"/>
                                          </p:val>
                                        </p:tav>
                                        <p:tav tm="63915">
                                          <p:val>
                                            <p:fltVal val="339.93"/>
                                          </p:val>
                                        </p:tav>
                                        <p:tav tm="67244">
                                          <p:val>
                                            <p:fltVal val="347.04"/>
                                          </p:val>
                                        </p:tav>
                                        <p:tav tm="70573">
                                          <p:val>
                                            <p:fltVal val="352.04"/>
                                          </p:val>
                                        </p:tav>
                                        <p:tav tm="73901">
                                          <p:val>
                                            <p:fltVal val="355.61"/>
                                          </p:val>
                                        </p:tav>
                                        <p:tav tm="77230">
                                          <p:val>
                                            <p:fltVal val="358.17"/>
                                          </p:val>
                                        </p:tav>
                                        <p:tav tm="83888">
                                          <p:val>
                                            <p:fltVal val="361.28"/>
                                          </p:val>
                                        </p:tav>
                                        <p:tav tm="90546">
                                          <p:val>
                                            <p:fltVal val="362.66"/>
                                          </p:val>
                                        </p:tav>
                                        <p:tav tm="97204">
                                          <p:val>
                                            <p:fltVal val="362.9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3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74" dur="1" fill="hold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75" dur="333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6" dur="1" fill="hold">
                                          <p:stCondLst>
                                            <p:cond delay="94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7" dur="1141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53154">
                                          <p:val>
                                            <p:strVal val="#ppt_x-1.2572"/>
                                          </p:val>
                                        </p:tav>
                                        <p:tav tm="56075">
                                          <p:val>
                                            <p:strVal val="#ppt_x-1.25457"/>
                                          </p:val>
                                        </p:tav>
                                        <p:tav tm="58995">
                                          <p:val>
                                            <p:strVal val="#ppt_x-1.25267"/>
                                          </p:val>
                                        </p:tav>
                                        <p:tav tm="64836">
                                          <p:val>
                                            <p:strVal val="#ppt_x-1.25102"/>
                                          </p:val>
                                        </p:tav>
                                        <p:tav tm="76519">
                                          <p:val>
                                            <p:strVal val="#ppt_x-1.25014"/>
                                          </p:val>
                                        </p:tav>
                                        <p:tav tm="99883">
                                          <p:val>
                                            <p:strVal val="#ppt_x-1.24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8" dur="1141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53154">
                                          <p:val>
                                            <p:strVal val="#ppt_y-0.02144"/>
                                          </p:val>
                                        </p:tav>
                                        <p:tav tm="58995">
                                          <p:val>
                                            <p:strVal val="#ppt_y-0.01033"/>
                                          </p:val>
                                        </p:tav>
                                        <p:tav tm="61916">
                                          <p:val>
                                            <p:strVal val="#ppt_y-0.00658"/>
                                          </p:val>
                                        </p:tav>
                                        <p:tav tm="67757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79439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9883">
                                          <p:val>
                                            <p:strVal val="#ppt_y+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9" dur="1141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53154">
                                          <p:val>
                                            <p:strVal val="#ppt_w*4.14546"/>
                                          </p:val>
                                        </p:tav>
                                        <p:tav tm="56075">
                                          <p:val>
                                            <p:strVal val="#ppt_w*3.20146"/>
                                          </p:val>
                                        </p:tav>
                                        <p:tav tm="58995">
                                          <p:val>
                                            <p:strVal val="#ppt_w*2.44315"/>
                                          </p:val>
                                        </p:tav>
                                        <p:tav tm="61916">
                                          <p:val>
                                            <p:strVal val="#ppt_w*1.93699"/>
                                          </p:val>
                                        </p:tav>
                                        <p:tav tm="64836">
                                          <p:val>
                                            <p:strVal val="#ppt_w*1.61475"/>
                                          </p:val>
                                        </p:tav>
                                        <p:tav tm="67757">
                                          <p:val>
                                            <p:strVal val="#ppt_w*1.40371"/>
                                          </p:val>
                                        </p:tav>
                                        <p:tav tm="70678">
                                          <p:val>
                                            <p:strVal val="#ppt_w*1.26017"/>
                                          </p:val>
                                        </p:tav>
                                        <p:tav tm="73598">
                                          <p:val>
                                            <p:strVal val="#ppt_w*1.15968"/>
                                          </p:val>
                                        </p:tav>
                                        <p:tav tm="76519">
                                          <p:val>
                                            <p:strVal val="#ppt_w*1.08808"/>
                                          </p:val>
                                        </p:tav>
                                        <p:tav tm="79439">
                                          <p:val>
                                            <p:strVal val="#ppt_w*1.03671"/>
                                          </p:val>
                                        </p:tav>
                                        <p:tav tm="82360">
                                          <p:val>
                                            <p:strVal val="#ppt_w*1"/>
                                          </p:val>
                                        </p:tav>
                                        <p:tav tm="85280">
                                          <p:val>
                                            <p:strVal val="#ppt_w*0.97422"/>
                                          </p:val>
                                        </p:tav>
                                        <p:tav tm="88201">
                                          <p:val>
                                            <p:strVal val="#ppt_w*0.95675"/>
                                          </p:val>
                                        </p:tav>
                                        <p:tav tm="94042">
                                          <p:val>
                                            <p:strVal val="#ppt_w*0.93983"/>
                                          </p:val>
                                        </p:tav>
                                        <p:tav tm="99883">
                                          <p:val>
                                            <p:strVal val="#ppt_w*0.937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0" dur="1141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53154">
                                          <p:val>
                                            <p:strVal val="#ppt_h*4.14546"/>
                                          </p:val>
                                        </p:tav>
                                        <p:tav tm="56075">
                                          <p:val>
                                            <p:strVal val="#ppt_h*3.20146"/>
                                          </p:val>
                                        </p:tav>
                                        <p:tav tm="58995">
                                          <p:val>
                                            <p:strVal val="#ppt_h*2.44315"/>
                                          </p:val>
                                        </p:tav>
                                        <p:tav tm="61916">
                                          <p:val>
                                            <p:strVal val="#ppt_h*1.93699"/>
                                          </p:val>
                                        </p:tav>
                                        <p:tav tm="64836">
                                          <p:val>
                                            <p:strVal val="#ppt_h*1.61475"/>
                                          </p:val>
                                        </p:tav>
                                        <p:tav tm="67757">
                                          <p:val>
                                            <p:strVal val="#ppt_h*1.40371"/>
                                          </p:val>
                                        </p:tav>
                                        <p:tav tm="70678">
                                          <p:val>
                                            <p:strVal val="#ppt_h*1.26017"/>
                                          </p:val>
                                        </p:tav>
                                        <p:tav tm="73598">
                                          <p:val>
                                            <p:strVal val="#ppt_h*1.15968"/>
                                          </p:val>
                                        </p:tav>
                                        <p:tav tm="76519">
                                          <p:val>
                                            <p:strVal val="#ppt_h*1.08808"/>
                                          </p:val>
                                        </p:tav>
                                        <p:tav tm="79439">
                                          <p:val>
                                            <p:strVal val="#ppt_h*1.03671"/>
                                          </p:val>
                                        </p:tav>
                                        <p:tav tm="82360">
                                          <p:val>
                                            <p:strVal val="#ppt_h*1"/>
                                          </p:val>
                                        </p:tav>
                                        <p:tav tm="85280">
                                          <p:val>
                                            <p:strVal val="#ppt_h*0.97422"/>
                                          </p:val>
                                        </p:tav>
                                        <p:tav tm="88201">
                                          <p:val>
                                            <p:strVal val="#ppt_h*0.95675"/>
                                          </p:val>
                                        </p:tav>
                                        <p:tav tm="94042">
                                          <p:val>
                                            <p:strVal val="#ppt_h*0.93983"/>
                                          </p:val>
                                        </p:tav>
                                        <p:tav tm="99883">
                                          <p:val>
                                            <p:strVal val="#ppt_h*0.937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1" dur="1141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53154">
                                          <p:val>
                                            <p:fltVal val="192.32"/>
                                          </p:val>
                                        </p:tav>
                                        <p:tav tm="56075">
                                          <p:val>
                                            <p:fltVal val="242.65"/>
                                          </p:val>
                                        </p:tav>
                                        <p:tav tm="58995">
                                          <p:val>
                                            <p:fltVal val="283.07"/>
                                          </p:val>
                                        </p:tav>
                                        <p:tav tm="61916">
                                          <p:val>
                                            <p:fltVal val="310.05"/>
                                          </p:val>
                                        </p:tav>
                                        <p:tav tm="64836">
                                          <p:val>
                                            <p:fltVal val="327.23"/>
                                          </p:val>
                                        </p:tav>
                                        <p:tav tm="67757">
                                          <p:val>
                                            <p:fltVal val="338.48"/>
                                          </p:val>
                                        </p:tav>
                                        <p:tav tm="70678">
                                          <p:val>
                                            <p:fltVal val="346.13"/>
                                          </p:val>
                                        </p:tav>
                                        <p:tav tm="73598">
                                          <p:val>
                                            <p:fltVal val="351.49"/>
                                          </p:val>
                                        </p:tav>
                                        <p:tav tm="76519">
                                          <p:val>
                                            <p:fltVal val="355.3"/>
                                          </p:val>
                                        </p:tav>
                                        <p:tav tm="79439">
                                          <p:val>
                                            <p:fltVal val="358.04"/>
                                          </p:val>
                                        </p:tav>
                                        <p:tav tm="82360">
                                          <p:val>
                                            <p:fltVal val="360"/>
                                          </p:val>
                                        </p:tav>
                                        <p:tav tm="88201">
                                          <p:val>
                                            <p:fltVal val="362.31"/>
                                          </p:val>
                                        </p:tav>
                                        <p:tav tm="94042">
                                          <p:val>
                                            <p:fltVal val="363.21"/>
                                          </p:val>
                                        </p:tav>
                                        <p:tav tm="99883">
                                          <p:val>
                                            <p:fltVal val="363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2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83" dur="1" fill="hold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84" dur="500">
                                          <p:stCondLst>
                                            <p:cond delay="74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5" dur="1" fill="hold">
                                          <p:stCondLst>
                                            <p:cond delay="124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6" dur="1527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6279">
                                          <p:val>
                                            <p:strVal val="#ppt_x-1.2659"/>
                                          </p:val>
                                        </p:tav>
                                        <p:tav tm="48462">
                                          <p:val>
                                            <p:strVal val="#ppt_x-1.2659"/>
                                          </p:val>
                                        </p:tav>
                                        <p:tav tm="52828">
                                          <p:val>
                                            <p:strVal val="#ppt_x-1.26005"/>
                                          </p:val>
                                        </p:tav>
                                        <p:tav tm="57194">
                                          <p:val>
                                            <p:strVal val="#ppt_x-1.25556"/>
                                          </p:val>
                                        </p:tav>
                                        <p:tav tm="59377">
                                          <p:val>
                                            <p:strVal val="#ppt_x-1.25411"/>
                                          </p:val>
                                        </p:tav>
                                        <p:tav tm="63742">
                                          <p:val>
                                            <p:strVal val="#ppt_x-1.25231"/>
                                          </p:val>
                                        </p:tav>
                                        <p:tav tm="70291">
                                          <p:val>
                                            <p:strVal val="#ppt_x-1.25096"/>
                                          </p:val>
                                        </p:tav>
                                        <p:tav tm="76840">
                                          <p:val>
                                            <p:strVal val="#ppt_x-1.25032"/>
                                          </p:val>
                                        </p:tav>
                                        <p:tav tm="98670">
                                          <p:val>
                                            <p:strVal val="#ppt_x-1.24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7" dur="1527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6279">
                                          <p:val>
                                            <p:strVal val="#ppt_y+0.00767"/>
                                          </p:val>
                                        </p:tav>
                                        <p:tav tm="48462">
                                          <p:val>
                                            <p:strVal val="#ppt_y+0.00767"/>
                                          </p:val>
                                        </p:tav>
                                        <p:tav tm="57194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63742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98670">
                                          <p:val>
                                            <p:strVal val="#ppt_y-0.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8" dur="1527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6279">
                                          <p:val>
                                            <p:strVal val="#ppt_w*4.75374"/>
                                          </p:val>
                                        </p:tav>
                                        <p:tav tm="48462">
                                          <p:val>
                                            <p:strVal val="#ppt_w*4.75374"/>
                                          </p:val>
                                        </p:tav>
                                        <p:tav tm="52828">
                                          <p:val>
                                            <p:strVal val="#ppt_w*3.41941"/>
                                          </p:val>
                                        </p:tav>
                                        <p:tav tm="55011">
                                          <p:val>
                                            <p:strVal val="#ppt_w*2.82926"/>
                                          </p:val>
                                        </p:tav>
                                        <p:tav tm="57194">
                                          <p:val>
                                            <p:strVal val="#ppt_w*2.36094"/>
                                          </p:val>
                                        </p:tav>
                                        <p:tav tm="59377">
                                          <p:val>
                                            <p:strVal val="#ppt_w*2.01345"/>
                                          </p:val>
                                        </p:tav>
                                        <p:tav tm="61560">
                                          <p:val>
                                            <p:strVal val="#ppt_w*1.7597"/>
                                          </p:val>
                                        </p:tav>
                                        <p:tav tm="63742">
                                          <p:val>
                                            <p:strVal val="#ppt_w*1.57234"/>
                                          </p:val>
                                        </p:tav>
                                        <p:tav tm="65925">
                                          <p:val>
                                            <p:strVal val="#ppt_w*1.43139"/>
                                          </p:val>
                                        </p:tav>
                                        <p:tav tm="68108">
                                          <p:val>
                                            <p:strVal val="#ppt_w*1.32342"/>
                                          </p:val>
                                        </p:tav>
                                        <p:tav tm="70291">
                                          <p:val>
                                            <p:strVal val="#ppt_w*1.2395"/>
                                          </p:val>
                                        </p:tav>
                                        <p:tav tm="72474">
                                          <p:val>
                                            <p:strVal val="#ppt_w*1.17353"/>
                                          </p:val>
                                        </p:tav>
                                        <p:tav tm="74657">
                                          <p:val>
                                            <p:strVal val="#ppt_w*1.12129"/>
                                          </p:val>
                                        </p:tav>
                                        <p:tav tm="76840">
                                          <p:val>
                                            <p:strVal val="#ppt_w*1.07977"/>
                                          </p:val>
                                        </p:tav>
                                        <p:tav tm="81206">
                                          <p:val>
                                            <p:strVal val="#ppt_w*1.02058"/>
                                          </p:val>
                                        </p:tav>
                                        <p:tav tm="85572">
                                          <p:val>
                                            <p:strVal val="#ppt_w*0.98403"/>
                                          </p:val>
                                        </p:tav>
                                        <p:tav tm="92121">
                                          <p:val>
                                            <p:strVal val="#ppt_w*0.9568"/>
                                          </p:val>
                                        </p:tav>
                                        <p:tav tm="98670">
                                          <p:val>
                                            <p:strVal val="#ppt_w*0.95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9" dur="1527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6279">
                                          <p:val>
                                            <p:strVal val="#ppt_h*4.75374"/>
                                          </p:val>
                                        </p:tav>
                                        <p:tav tm="48462">
                                          <p:val>
                                            <p:strVal val="#ppt_h*4.75374"/>
                                          </p:val>
                                        </p:tav>
                                        <p:tav tm="52828">
                                          <p:val>
                                            <p:strVal val="#ppt_h*3.41941"/>
                                          </p:val>
                                        </p:tav>
                                        <p:tav tm="55011">
                                          <p:val>
                                            <p:strVal val="#ppt_h*2.82926"/>
                                          </p:val>
                                        </p:tav>
                                        <p:tav tm="57194">
                                          <p:val>
                                            <p:strVal val="#ppt_h*2.36094"/>
                                          </p:val>
                                        </p:tav>
                                        <p:tav tm="59377">
                                          <p:val>
                                            <p:strVal val="#ppt_h*2.01345"/>
                                          </p:val>
                                        </p:tav>
                                        <p:tav tm="61560">
                                          <p:val>
                                            <p:strVal val="#ppt_h*1.7597"/>
                                          </p:val>
                                        </p:tav>
                                        <p:tav tm="63742">
                                          <p:val>
                                            <p:strVal val="#ppt_h*1.57234"/>
                                          </p:val>
                                        </p:tav>
                                        <p:tav tm="65925">
                                          <p:val>
                                            <p:strVal val="#ppt_h*1.43139"/>
                                          </p:val>
                                        </p:tav>
                                        <p:tav tm="68108">
                                          <p:val>
                                            <p:strVal val="#ppt_h*1.32342"/>
                                          </p:val>
                                        </p:tav>
                                        <p:tav tm="70291">
                                          <p:val>
                                            <p:strVal val="#ppt_h*1.2395"/>
                                          </p:val>
                                        </p:tav>
                                        <p:tav tm="72474">
                                          <p:val>
                                            <p:strVal val="#ppt_h*1.17353"/>
                                          </p:val>
                                        </p:tav>
                                        <p:tav tm="74657">
                                          <p:val>
                                            <p:strVal val="#ppt_h*1.12129"/>
                                          </p:val>
                                        </p:tav>
                                        <p:tav tm="76840">
                                          <p:val>
                                            <p:strVal val="#ppt_h*1.07977"/>
                                          </p:val>
                                        </p:tav>
                                        <p:tav tm="81206">
                                          <p:val>
                                            <p:strVal val="#ppt_h*1.02058"/>
                                          </p:val>
                                        </p:tav>
                                        <p:tav tm="85572">
                                          <p:val>
                                            <p:strVal val="#ppt_h*0.98403"/>
                                          </p:val>
                                        </p:tav>
                                        <p:tav tm="92121">
                                          <p:val>
                                            <p:strVal val="#ppt_h*0.9568"/>
                                          </p:val>
                                        </p:tav>
                                        <p:tav tm="98670">
                                          <p:val>
                                            <p:strVal val="#ppt_h*0.95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0" dur="1527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6279">
                                          <p:val>
                                            <p:fltVal val="71.01"/>
                                          </p:val>
                                        </p:tav>
                                        <p:tav tm="48462">
                                          <p:val>
                                            <p:fltVal val="71.01"/>
                                          </p:val>
                                        </p:tav>
                                        <p:tav tm="52828">
                                          <p:val>
                                            <p:fltVal val="45.77"/>
                                          </p:val>
                                        </p:tav>
                                        <p:tav tm="55011">
                                          <p:val>
                                            <p:fltVal val="34.61"/>
                                          </p:val>
                                        </p:tav>
                                        <p:tav tm="57194">
                                          <p:val>
                                            <p:fltVal val="25.75"/>
                                          </p:val>
                                        </p:tav>
                                        <p:tav tm="59377">
                                          <p:val>
                                            <p:fltVal val="19.17"/>
                                          </p:val>
                                        </p:tav>
                                        <p:tav tm="61560">
                                          <p:val>
                                            <p:fltVal val="14.37"/>
                                          </p:val>
                                        </p:tav>
                                        <p:tav tm="63742">
                                          <p:val>
                                            <p:fltVal val="10.83"/>
                                          </p:val>
                                        </p:tav>
                                        <p:tav tm="65925">
                                          <p:val>
                                            <p:fltVal val="8.16"/>
                                          </p:val>
                                        </p:tav>
                                        <p:tav tm="70291">
                                          <p:val>
                                            <p:fltVal val="4.53"/>
                                          </p:val>
                                        </p:tav>
                                        <p:tav tm="76840">
                                          <p:val>
                                            <p:fltVal val="1.51"/>
                                          </p:val>
                                        </p:tav>
                                        <p:tav tm="85572">
                                          <p:val>
                                            <p:fltVal val="-0.3"/>
                                          </p:val>
                                        </p:tav>
                                        <p:tav tm="98670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1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1992" dur="1" fill="hold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93" dur="600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4" dur="1" fill="hold">
                                          <p:stCondLst>
                                            <p:cond delay="1307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5" dur="161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3819">
                                          <p:val>
                                            <p:strVal val="#ppt_x-1.28085"/>
                                          </p:val>
                                        </p:tav>
                                        <p:tav tm="50020">
                                          <p:val>
                                            <p:strVal val="#ppt_x-1.26695"/>
                                          </p:val>
                                        </p:tav>
                                        <p:tav tm="52087">
                                          <p:val>
                                            <p:strVal val="#ppt_x-1.26314"/>
                                          </p:val>
                                        </p:tav>
                                        <p:tav tm="54154">
                                          <p:val>
                                            <p:strVal val="#ppt_x-1.26013"/>
                                          </p:val>
                                        </p:tav>
                                        <p:tav tm="56221">
                                          <p:val>
                                            <p:strVal val="#ppt_x-1.25785"/>
                                          </p:val>
                                        </p:tav>
                                        <p:tav tm="60355">
                                          <p:val>
                                            <p:strVal val="#ppt_x-1.25479"/>
                                          </p:val>
                                        </p:tav>
                                        <p:tav tm="66556">
                                          <p:val>
                                            <p:strVal val="#ppt_x-1.25229"/>
                                          </p:val>
                                        </p:tav>
                                        <p:tav tm="74824">
                                          <p:val>
                                            <p:strVal val="#ppt_x-1.25071"/>
                                          </p:val>
                                        </p:tav>
                                        <p:tav tm="85158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9627">
                                          <p:val>
                                            <p:strVal val="#ppt_x-1.249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6" dur="161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3819">
                                          <p:val>
                                            <p:strVal val="#ppt_y+0.03664"/>
                                          </p:val>
                                        </p:tav>
                                        <p:tav tm="52087">
                                          <p:val>
                                            <p:strVal val="#ppt_y+0.01652"/>
                                          </p:val>
                                        </p:tav>
                                        <p:tav tm="56221">
                                          <p:val>
                                            <p:strVal val="#ppt_y+0.01004"/>
                                          </p:val>
                                        </p:tav>
                                        <p:tav tm="60355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66556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74824">
                                          <p:val>
                                            <p:strVal val="#ppt_y+0.00092"/>
                                          </p:val>
                                        </p:tav>
                                        <p:tav tm="99627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7" dur="161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3819">
                                          <p:val>
                                            <p:strVal val="#ppt_w*4.78705"/>
                                          </p:val>
                                        </p:tav>
                                        <p:tav tm="45886">
                                          <p:val>
                                            <p:strVal val="#ppt_w*4.21882"/>
                                          </p:val>
                                        </p:tav>
                                        <p:tav tm="47953">
                                          <p:val>
                                            <p:strVal val="#ppt_w*3.6315"/>
                                          </p:val>
                                        </p:tav>
                                        <p:tav tm="50020">
                                          <p:val>
                                            <p:strVal val="#ppt_w*3.08749"/>
                                          </p:val>
                                        </p:tav>
                                        <p:tav tm="52087">
                                          <p:val>
                                            <p:strVal val="#ppt_w*2.62518"/>
                                          </p:val>
                                        </p:tav>
                                        <p:tav tm="54154">
                                          <p:val>
                                            <p:strVal val="#ppt_w*2.25897"/>
                                          </p:val>
                                        </p:tav>
                                        <p:tav tm="56221">
                                          <p:val>
                                            <p:strVal val="#ppt_w*1.97856"/>
                                          </p:val>
                                        </p:tav>
                                        <p:tav tm="58288">
                                          <p:val>
                                            <p:strVal val="#ppt_w*1.76481"/>
                                          </p:val>
                                        </p:tav>
                                        <p:tav tm="60355">
                                          <p:val>
                                            <p:strVal val="#ppt_w*1.60027"/>
                                          </p:val>
                                        </p:tav>
                                        <p:tav tm="62422">
                                          <p:val>
                                            <p:strVal val="#ppt_w*1.47181"/>
                                          </p:val>
                                        </p:tav>
                                        <p:tav tm="64489">
                                          <p:val>
                                            <p:strVal val="#ppt_w*1.37013"/>
                                          </p:val>
                                        </p:tav>
                                        <p:tav tm="66556">
                                          <p:val>
                                            <p:strVal val="#ppt_w*1.28868"/>
                                          </p:val>
                                        </p:tav>
                                        <p:tav tm="68623">
                                          <p:val>
                                            <p:strVal val="#ppt_w*1.22282"/>
                                          </p:val>
                                        </p:tav>
                                        <p:tav tm="70690">
                                          <p:val>
                                            <p:strVal val="#ppt_w*1.16919"/>
                                          </p:val>
                                        </p:tav>
                                        <p:tav tm="74824">
                                          <p:val>
                                            <p:strVal val="#ppt_w*1.08932"/>
                                          </p:val>
                                        </p:tav>
                                        <p:tav tm="78957">
                                          <p:val>
                                            <p:strVal val="#ppt_w*1.03562"/>
                                          </p:val>
                                        </p:tav>
                                        <p:tav tm="85158">
                                          <p:val>
                                            <p:strVal val="#ppt_w*0.9873"/>
                                          </p:val>
                                        </p:tav>
                                        <p:tav tm="91359">
                                          <p:val>
                                            <p:strVal val="#ppt_w*0.96422"/>
                                          </p:val>
                                        </p:tav>
                                        <p:tav tm="99627">
                                          <p:val>
                                            <p:strVal val="#ppt_w*0.957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8" dur="161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3819">
                                          <p:val>
                                            <p:strVal val="#ppt_h*4.78705"/>
                                          </p:val>
                                        </p:tav>
                                        <p:tav tm="45886">
                                          <p:val>
                                            <p:strVal val="#ppt_h*4.21882"/>
                                          </p:val>
                                        </p:tav>
                                        <p:tav tm="47953">
                                          <p:val>
                                            <p:strVal val="#ppt_h*3.6315"/>
                                          </p:val>
                                        </p:tav>
                                        <p:tav tm="50020">
                                          <p:val>
                                            <p:strVal val="#ppt_h*3.08749"/>
                                          </p:val>
                                        </p:tav>
                                        <p:tav tm="52087">
                                          <p:val>
                                            <p:strVal val="#ppt_h*2.62518"/>
                                          </p:val>
                                        </p:tav>
                                        <p:tav tm="54154">
                                          <p:val>
                                            <p:strVal val="#ppt_h*2.25897"/>
                                          </p:val>
                                        </p:tav>
                                        <p:tav tm="56221">
                                          <p:val>
                                            <p:strVal val="#ppt_h*1.97856"/>
                                          </p:val>
                                        </p:tav>
                                        <p:tav tm="58288">
                                          <p:val>
                                            <p:strVal val="#ppt_h*1.76481"/>
                                          </p:val>
                                        </p:tav>
                                        <p:tav tm="60355">
                                          <p:val>
                                            <p:strVal val="#ppt_h*1.60027"/>
                                          </p:val>
                                        </p:tav>
                                        <p:tav tm="62422">
                                          <p:val>
                                            <p:strVal val="#ppt_h*1.47181"/>
                                          </p:val>
                                        </p:tav>
                                        <p:tav tm="64489">
                                          <p:val>
                                            <p:strVal val="#ppt_h*1.37013"/>
                                          </p:val>
                                        </p:tav>
                                        <p:tav tm="66556">
                                          <p:val>
                                            <p:strVal val="#ppt_h*1.28868"/>
                                          </p:val>
                                        </p:tav>
                                        <p:tav tm="68623">
                                          <p:val>
                                            <p:strVal val="#ppt_h*1.22282"/>
                                          </p:val>
                                        </p:tav>
                                        <p:tav tm="70690">
                                          <p:val>
                                            <p:strVal val="#ppt_h*1.16919"/>
                                          </p:val>
                                        </p:tav>
                                        <p:tav tm="74824">
                                          <p:val>
                                            <p:strVal val="#ppt_h*1.08932"/>
                                          </p:val>
                                        </p:tav>
                                        <p:tav tm="78957">
                                          <p:val>
                                            <p:strVal val="#ppt_h*1.03562"/>
                                          </p:val>
                                        </p:tav>
                                        <p:tav tm="85158">
                                          <p:val>
                                            <p:strVal val="#ppt_h*0.9873"/>
                                          </p:val>
                                        </p:tav>
                                        <p:tav tm="91359">
                                          <p:val>
                                            <p:strVal val="#ppt_h*0.96422"/>
                                          </p:val>
                                        </p:tav>
                                        <p:tav tm="99627">
                                          <p:val>
                                            <p:strVal val="#ppt_h*0.957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9" dur="161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3819">
                                          <p:val>
                                            <p:fltVal val="100.39"/>
                                          </p:val>
                                        </p:tav>
                                        <p:tav tm="47953">
                                          <p:val>
                                            <p:fltVal val="69.76"/>
                                          </p:val>
                                        </p:tav>
                                        <p:tav tm="50020">
                                          <p:val>
                                            <p:fltVal val="55.34"/>
                                          </p:val>
                                        </p:tav>
                                        <p:tav tm="52087">
                                          <p:val>
                                            <p:fltVal val="43.08"/>
                                          </p:val>
                                        </p:tav>
                                        <p:tav tm="54154">
                                          <p:val>
                                            <p:fltVal val="33.37"/>
                                          </p:val>
                                        </p:tav>
                                        <p:tav tm="56221">
                                          <p:val>
                                            <p:fltVal val="25.94"/>
                                          </p:val>
                                        </p:tav>
                                        <p:tav tm="58288">
                                          <p:val>
                                            <p:fltVal val="20.27"/>
                                          </p:val>
                                        </p:tav>
                                        <p:tav tm="60355">
                                          <p:val>
                                            <p:fltVal val="15.91"/>
                                          </p:val>
                                        </p:tav>
                                        <p:tav tm="62422">
                                          <p:val>
                                            <p:fltVal val="12.51"/>
                                          </p:val>
                                        </p:tav>
                                        <p:tav tm="66556">
                                          <p:val>
                                            <p:fltVal val="7.65"/>
                                          </p:val>
                                        </p:tav>
                                        <p:tav tm="70690">
                                          <p:val>
                                            <p:fltVal val="4.49"/>
                                          </p:val>
                                        </p:tav>
                                        <p:tav tm="74824">
                                          <p:val>
                                            <p:fltVal val="2.37"/>
                                          </p:val>
                                        </p:tav>
                                        <p:tav tm="78957">
                                          <p:val>
                                            <p:fltVal val="0.94"/>
                                          </p:val>
                                        </p:tav>
                                        <p:tav tm="85158">
                                          <p:val>
                                            <p:fltVal val="-0.34"/>
                                          </p:val>
                                        </p:tav>
                                        <p:tav tm="99627">
                                          <p:val>
                                            <p:fltVal val="-1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0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01" dur="1" fill="hold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02" dur="533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3" dur="1" fill="hold">
                                          <p:stCondLst>
                                            <p:cond delay="124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4" dur="153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6104">
                                          <p:val>
                                            <p:strVal val="#ppt_x-1.26323"/>
                                          </p:val>
                                        </p:tav>
                                        <p:tav tm="48278">
                                          <p:val>
                                            <p:strVal val="#ppt_x-1.26189"/>
                                          </p:val>
                                        </p:tav>
                                        <p:tav tm="54803">
                                          <p:val>
                                            <p:strVal val="#ppt_x-1.25561"/>
                                          </p:val>
                                        </p:tav>
                                        <p:tav tm="59152">
                                          <p:val>
                                            <p:strVal val="#ppt_x-1.25318"/>
                                          </p:val>
                                        </p:tav>
                                        <p:tav tm="63501">
                                          <p:val>
                                            <p:strVal val="#ppt_x-1.25184"/>
                                          </p:val>
                                        </p:tav>
                                        <p:tav tm="76550">
                                          <p:val>
                                            <p:strVal val="#ppt_x-1.25027"/>
                                          </p:val>
                                        </p:tav>
                                        <p:tav tm="98297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5" dur="153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6104">
                                          <p:val>
                                            <p:strVal val="#ppt_y-0.02162"/>
                                          </p:val>
                                        </p:tav>
                                        <p:tav tm="48278">
                                          <p:val>
                                            <p:strVal val="#ppt_y-0.01942"/>
                                          </p:val>
                                        </p:tav>
                                        <p:tav tm="54803">
                                          <p:val>
                                            <p:strVal val="#ppt_y-0.00914"/>
                                          </p:val>
                                        </p:tav>
                                        <p:tav tm="59152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63501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76550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8297">
                                          <p:val>
                                            <p:strVal val="#ppt_y+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6" dur="153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6104">
                                          <p:val>
                                            <p:strVal val="#ppt_w*4.75809"/>
                                          </p:val>
                                        </p:tav>
                                        <p:tav tm="48278">
                                          <p:val>
                                            <p:strVal val="#ppt_w*4.37636"/>
                                          </p:val>
                                        </p:tav>
                                        <p:tav tm="50453">
                                          <p:val>
                                            <p:strVal val="#ppt_w*3.71892"/>
                                          </p:val>
                                        </p:tav>
                                        <p:tav tm="52628">
                                          <p:val>
                                            <p:strVal val="#ppt_w*3.10538"/>
                                          </p:val>
                                        </p:tav>
                                        <p:tav tm="54803">
                                          <p:val>
                                            <p:strVal val="#ppt_w*2.59013"/>
                                          </p:val>
                                        </p:tav>
                                        <p:tav tm="56977">
                                          <p:val>
                                            <p:strVal val="#ppt_w*2.19373"/>
                                          </p:val>
                                        </p:tav>
                                        <p:tav tm="59152">
                                          <p:val>
                                            <p:strVal val="#ppt_w*1.90024"/>
                                          </p:val>
                                        </p:tav>
                                        <p:tav tm="61327">
                                          <p:val>
                                            <p:strVal val="#ppt_w*1.68313"/>
                                          </p:val>
                                        </p:tav>
                                        <p:tav tm="63501">
                                          <p:val>
                                            <p:strVal val="#ppt_w*1.52012"/>
                                          </p:val>
                                        </p:tav>
                                        <p:tav tm="65676">
                                          <p:val>
                                            <p:strVal val="#ppt_w*1.39553"/>
                                          </p:val>
                                        </p:tav>
                                        <p:tav tm="67851">
                                          <p:val>
                                            <p:strVal val="#ppt_w*1.29877"/>
                                          </p:val>
                                        </p:tav>
                                        <p:tav tm="70026">
                                          <p:val>
                                            <p:strVal val="#ppt_w*1.22267"/>
                                          </p:val>
                                        </p:tav>
                                        <p:tav tm="72200">
                                          <p:val>
                                            <p:strVal val="#ppt_w*1.16225"/>
                                          </p:val>
                                        </p:tav>
                                        <p:tav tm="74375">
                                          <p:val>
                                            <p:strVal val="#ppt_w*1.11398"/>
                                          </p:val>
                                        </p:tav>
                                        <p:tav tm="76550">
                                          <p:val>
                                            <p:strVal val="#ppt_w*1.0753"/>
                                          </p:val>
                                        </p:tav>
                                        <p:tav tm="80899">
                                          <p:val>
                                            <p:strVal val="#ppt_w*1.01959"/>
                                          </p:val>
                                        </p:tav>
                                        <p:tav tm="85249">
                                          <p:val>
                                            <p:strVal val="#ppt_w*0.98468"/>
                                          </p:val>
                                        </p:tav>
                                        <p:tav tm="91773">
                                          <p:val>
                                            <p:strVal val="#ppt_w*0.95809"/>
                                          </p:val>
                                        </p:tav>
                                        <p:tav tm="98297">
                                          <p:val>
                                            <p:strVal val="#ppt_w*0.95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7" dur="153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6104">
                                          <p:val>
                                            <p:strVal val="#ppt_h*4.75809"/>
                                          </p:val>
                                        </p:tav>
                                        <p:tav tm="48278">
                                          <p:val>
                                            <p:strVal val="#ppt_h*4.37636"/>
                                          </p:val>
                                        </p:tav>
                                        <p:tav tm="50453">
                                          <p:val>
                                            <p:strVal val="#ppt_h*3.71892"/>
                                          </p:val>
                                        </p:tav>
                                        <p:tav tm="52628">
                                          <p:val>
                                            <p:strVal val="#ppt_h*3.10538"/>
                                          </p:val>
                                        </p:tav>
                                        <p:tav tm="54803">
                                          <p:val>
                                            <p:strVal val="#ppt_h*2.59013"/>
                                          </p:val>
                                        </p:tav>
                                        <p:tav tm="56977">
                                          <p:val>
                                            <p:strVal val="#ppt_h*2.19373"/>
                                          </p:val>
                                        </p:tav>
                                        <p:tav tm="59152">
                                          <p:val>
                                            <p:strVal val="#ppt_h*1.90024"/>
                                          </p:val>
                                        </p:tav>
                                        <p:tav tm="61327">
                                          <p:val>
                                            <p:strVal val="#ppt_h*1.68313"/>
                                          </p:val>
                                        </p:tav>
                                        <p:tav tm="63501">
                                          <p:val>
                                            <p:strVal val="#ppt_h*1.52012"/>
                                          </p:val>
                                        </p:tav>
                                        <p:tav tm="65676">
                                          <p:val>
                                            <p:strVal val="#ppt_h*1.39553"/>
                                          </p:val>
                                        </p:tav>
                                        <p:tav tm="67851">
                                          <p:val>
                                            <p:strVal val="#ppt_h*1.29877"/>
                                          </p:val>
                                        </p:tav>
                                        <p:tav tm="70026">
                                          <p:val>
                                            <p:strVal val="#ppt_h*1.22267"/>
                                          </p:val>
                                        </p:tav>
                                        <p:tav tm="72200">
                                          <p:val>
                                            <p:strVal val="#ppt_h*1.16225"/>
                                          </p:val>
                                        </p:tav>
                                        <p:tav tm="74375">
                                          <p:val>
                                            <p:strVal val="#ppt_h*1.11398"/>
                                          </p:val>
                                        </p:tav>
                                        <p:tav tm="76550">
                                          <p:val>
                                            <p:strVal val="#ppt_h*1.0753"/>
                                          </p:val>
                                        </p:tav>
                                        <p:tav tm="80899">
                                          <p:val>
                                            <p:strVal val="#ppt_h*1.01959"/>
                                          </p:val>
                                        </p:tav>
                                        <p:tav tm="85249">
                                          <p:val>
                                            <p:strVal val="#ppt_h*0.98468"/>
                                          </p:val>
                                        </p:tav>
                                        <p:tav tm="91773">
                                          <p:val>
                                            <p:strVal val="#ppt_h*0.95809"/>
                                          </p:val>
                                        </p:tav>
                                        <p:tav tm="98297">
                                          <p:val>
                                            <p:strVal val="#ppt_h*0.951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8" dur="153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6104">
                                          <p:val>
                                            <p:fltVal val="-11.56"/>
                                          </p:val>
                                        </p:tav>
                                        <p:tav tm="48278">
                                          <p:val>
                                            <p:fltVal val="-10.38"/>
                                          </p:val>
                                        </p:tav>
                                        <p:tav tm="54803">
                                          <p:val>
                                            <p:fltVal val="-4.89"/>
                                          </p:val>
                                        </p:tav>
                                        <p:tav tm="59152">
                                          <p:val>
                                            <p:fltVal val="-2.77"/>
                                          </p:val>
                                        </p:tav>
                                        <p:tav tm="63501">
                                          <p:val>
                                            <p:fltVal val="-1.6"/>
                                          </p:val>
                                        </p:tav>
                                        <p:tav tm="76550">
                                          <p:val>
                                            <p:fltVal val="-0.23"/>
                                          </p:val>
                                        </p:tav>
                                        <p:tav tm="98297">
                                          <p:val>
                                            <p:fltVal val="0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9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10" dur="1" fill="hold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11" dur="500">
                                          <p:stCondLst>
                                            <p:cond delay="74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2" dur="1" fill="hold">
                                          <p:stCondLst>
                                            <p:cond delay="124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3" dur="1507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6881">
                                          <p:val>
                                            <p:strVal val="#ppt_x-1.23312"/>
                                          </p:val>
                                        </p:tav>
                                        <p:tav tm="49092">
                                          <p:val>
                                            <p:strVal val="#ppt_x-1.23315"/>
                                          </p:val>
                                        </p:tav>
                                        <p:tav tm="55726">
                                          <p:val>
                                            <p:strVal val="#ppt_x-1.24173"/>
                                          </p:val>
                                        </p:tav>
                                        <p:tav tm="57937">
                                          <p:val>
                                            <p:strVal val="#ppt_x-1.24389"/>
                                          </p:val>
                                        </p:tav>
                                        <p:tav tm="60149">
                                          <p:val>
                                            <p:strVal val="#ppt_x-1.24548"/>
                                          </p:val>
                                        </p:tav>
                                        <p:tav tm="64572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71206">
                                          <p:val>
                                            <p:strVal val="#ppt_x-1.24896"/>
                                          </p:val>
                                        </p:tav>
                                        <p:tav tm="7784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9953">
                                          <p:val>
                                            <p:strVal val="#ppt_x-1.25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4" dur="1507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6881">
                                          <p:val>
                                            <p:strVal val="#ppt_y-0.01186"/>
                                          </p:val>
                                        </p:tav>
                                        <p:tav tm="49092">
                                          <p:val>
                                            <p:strVal val="#ppt_y-0.01183"/>
                                          </p:val>
                                        </p:tav>
                                        <p:tav tm="55726">
                                          <p:val>
                                            <p:strVal val="#ppt_y-0.0048"/>
                                          </p:val>
                                        </p:tav>
                                        <p:tav tm="62360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75628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9953">
                                          <p:val>
                                            <p:strVal val="#ppt_y+0.0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5" dur="1507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6881">
                                          <p:val>
                                            <p:strVal val="#ppt_w*4.7896"/>
                                          </p:val>
                                        </p:tav>
                                        <p:tav tm="49092">
                                          <p:val>
                                            <p:strVal val="#ppt_w*4.78018"/>
                                          </p:val>
                                        </p:tav>
                                        <p:tav tm="51303">
                                          <p:val>
                                            <p:strVal val="#ppt_w*4.0767"/>
                                          </p:val>
                                        </p:tav>
                                        <p:tav tm="53515">
                                          <p:val>
                                            <p:strVal val="#ppt_w*3.39199"/>
                                          </p:val>
                                        </p:tav>
                                        <p:tav tm="55726">
                                          <p:val>
                                            <p:strVal val="#ppt_w*2.79319"/>
                                          </p:val>
                                        </p:tav>
                                        <p:tav tm="57937">
                                          <p:val>
                                            <p:strVal val="#ppt_w*2.32544"/>
                                          </p:val>
                                        </p:tav>
                                        <p:tav tm="60149">
                                          <p:val>
                                            <p:strVal val="#ppt_w*1.98253"/>
                                          </p:val>
                                        </p:tav>
                                        <p:tav tm="62360">
                                          <p:val>
                                            <p:strVal val="#ppt_w*1.73392"/>
                                          </p:val>
                                        </p:tav>
                                        <p:tav tm="64572">
                                          <p:val>
                                            <p:strVal val="#ppt_w*1.55116"/>
                                          </p:val>
                                        </p:tav>
                                        <p:tav tm="66783">
                                          <p:val>
                                            <p:strVal val="#ppt_w*1.41409"/>
                                          </p:val>
                                        </p:tav>
                                        <p:tav tm="68994">
                                          <p:val>
                                            <p:strVal val="#ppt_w*1.30941"/>
                                          </p:val>
                                        </p:tav>
                                        <p:tav tm="71206">
                                          <p:val>
                                            <p:strVal val="#ppt_w*1.22828"/>
                                          </p:val>
                                        </p:tav>
                                        <p:tav tm="73417">
                                          <p:val>
                                            <p:strVal val="#ppt_w*1.16474"/>
                                          </p:val>
                                        </p:tav>
                                        <p:tav tm="75628">
                                          <p:val>
                                            <p:strVal val="#ppt_w*1.11464"/>
                                          </p:val>
                                        </p:tav>
                                        <p:tav tm="77840">
                                          <p:val>
                                            <p:strVal val="#ppt_w*1.07503"/>
                                          </p:val>
                                        </p:tav>
                                        <p:tav tm="82262">
                                          <p:val>
                                            <p:strVal val="#ppt_w*1.01914"/>
                                          </p:val>
                                        </p:tav>
                                        <p:tav tm="86685">
                                          <p:val>
                                            <p:strVal val="#ppt_w*0.98537"/>
                                          </p:val>
                                        </p:tav>
                                        <p:tav tm="93319">
                                          <p:val>
                                            <p:strVal val="#ppt_w*0.96165"/>
                                          </p:val>
                                        </p:tav>
                                        <p:tav tm="99953">
                                          <p:val>
                                            <p:strVal val="#ppt_w*0.957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6" dur="1507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6881">
                                          <p:val>
                                            <p:strVal val="#ppt_h*4.7896"/>
                                          </p:val>
                                        </p:tav>
                                        <p:tav tm="49092">
                                          <p:val>
                                            <p:strVal val="#ppt_h*4.78018"/>
                                          </p:val>
                                        </p:tav>
                                        <p:tav tm="51303">
                                          <p:val>
                                            <p:strVal val="#ppt_h*4.0767"/>
                                          </p:val>
                                        </p:tav>
                                        <p:tav tm="53515">
                                          <p:val>
                                            <p:strVal val="#ppt_h*3.39199"/>
                                          </p:val>
                                        </p:tav>
                                        <p:tav tm="55726">
                                          <p:val>
                                            <p:strVal val="#ppt_h*2.79319"/>
                                          </p:val>
                                        </p:tav>
                                        <p:tav tm="57937">
                                          <p:val>
                                            <p:strVal val="#ppt_h*2.32544"/>
                                          </p:val>
                                        </p:tav>
                                        <p:tav tm="60149">
                                          <p:val>
                                            <p:strVal val="#ppt_h*1.98253"/>
                                          </p:val>
                                        </p:tav>
                                        <p:tav tm="62360">
                                          <p:val>
                                            <p:strVal val="#ppt_h*1.73392"/>
                                          </p:val>
                                        </p:tav>
                                        <p:tav tm="64572">
                                          <p:val>
                                            <p:strVal val="#ppt_h*1.55116"/>
                                          </p:val>
                                        </p:tav>
                                        <p:tav tm="66783">
                                          <p:val>
                                            <p:strVal val="#ppt_h*1.41409"/>
                                          </p:val>
                                        </p:tav>
                                        <p:tav tm="68994">
                                          <p:val>
                                            <p:strVal val="#ppt_h*1.30941"/>
                                          </p:val>
                                        </p:tav>
                                        <p:tav tm="71206">
                                          <p:val>
                                            <p:strVal val="#ppt_h*1.22828"/>
                                          </p:val>
                                        </p:tav>
                                        <p:tav tm="73417">
                                          <p:val>
                                            <p:strVal val="#ppt_h*1.16474"/>
                                          </p:val>
                                        </p:tav>
                                        <p:tav tm="75628">
                                          <p:val>
                                            <p:strVal val="#ppt_h*1.11464"/>
                                          </p:val>
                                        </p:tav>
                                        <p:tav tm="77840">
                                          <p:val>
                                            <p:strVal val="#ppt_h*1.07503"/>
                                          </p:val>
                                        </p:tav>
                                        <p:tav tm="82262">
                                          <p:val>
                                            <p:strVal val="#ppt_h*1.01914"/>
                                          </p:val>
                                        </p:tav>
                                        <p:tav tm="86685">
                                          <p:val>
                                            <p:strVal val="#ppt_h*0.98537"/>
                                          </p:val>
                                        </p:tav>
                                        <p:tav tm="93319">
                                          <p:val>
                                            <p:strVal val="#ppt_h*0.96165"/>
                                          </p:val>
                                        </p:tav>
                                        <p:tav tm="99953">
                                          <p:val>
                                            <p:strVal val="#ppt_h*0.957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7" dur="1507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6881">
                                          <p:val>
                                            <p:fltVal val="-98.19"/>
                                          </p:val>
                                        </p:tav>
                                        <p:tav tm="49092">
                                          <p:val>
                                            <p:fltVal val="-97.94"/>
                                          </p:val>
                                        </p:tav>
                                        <p:tav tm="53515">
                                          <p:val>
                                            <p:fltVal val="-61.98"/>
                                          </p:val>
                                        </p:tav>
                                        <p:tav tm="55726">
                                          <p:val>
                                            <p:fltVal val="-46.46"/>
                                          </p:val>
                                        </p:tav>
                                        <p:tav tm="57937">
                                          <p:val>
                                            <p:fltVal val="-34.34"/>
                                          </p:val>
                                        </p:tav>
                                        <p:tav tm="60149">
                                          <p:val>
                                            <p:fltVal val="-25.46"/>
                                          </p:val>
                                        </p:tav>
                                        <p:tav tm="62360">
                                          <p:val>
                                            <p:fltVal val="-19.02"/>
                                          </p:val>
                                        </p:tav>
                                        <p:tav tm="64572">
                                          <p:val>
                                            <p:fltVal val="-14.28"/>
                                          </p:val>
                                        </p:tav>
                                        <p:tav tm="66783">
                                          <p:val>
                                            <p:fltVal val="-10.73"/>
                                          </p:val>
                                        </p:tav>
                                        <p:tav tm="68994">
                                          <p:val>
                                            <p:fltVal val="-8.02"/>
                                          </p:val>
                                        </p:tav>
                                        <p:tav tm="71206">
                                          <p:val>
                                            <p:fltVal val="-5.91"/>
                                          </p:val>
                                        </p:tav>
                                        <p:tav tm="73417">
                                          <p:val>
                                            <p:fltVal val="-4.27"/>
                                          </p:val>
                                        </p:tav>
                                        <p:tav tm="77840">
                                          <p:val>
                                            <p:fltVal val="-1.94"/>
                                          </p:val>
                                        </p:tav>
                                        <p:tav tm="86685">
                                          <p:val>
                                            <p:fltVal val="0.38"/>
                                          </p:val>
                                        </p:tav>
                                        <p:tav tm="99953">
                                          <p:val>
                                            <p:fltVal val="1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8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19" dur="1" fill="hold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20" dur="533">
                                          <p:stCondLst>
                                            <p:cond delay="707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1" dur="1" fill="hold">
                                          <p:stCondLst>
                                            <p:cond delay="124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2" dur="1539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5929">
                                          <p:val>
                                            <p:strVal val="#ppt_x-1.2747"/>
                                          </p:val>
                                        </p:tav>
                                        <p:tav tm="48096">
                                          <p:val>
                                            <p:strVal val="#ppt_x-1.27148"/>
                                          </p:val>
                                        </p:tav>
                                        <p:tav tm="52429">
                                          <p:val>
                                            <p:strVal val="#ppt_x-1.26326"/>
                                          </p:val>
                                        </p:tav>
                                        <p:tav tm="54595">
                                          <p:val>
                                            <p:strVal val="#ppt_x-1.26002"/>
                                          </p:val>
                                        </p:tav>
                                        <p:tav tm="56762">
                                          <p:val>
                                            <p:strVal val="#ppt_x-1.25754"/>
                                          </p:val>
                                        </p:tav>
                                        <p:tav tm="61095">
                                          <p:val>
                                            <p:strVal val="#ppt_x-1.25435"/>
                                          </p:val>
                                        </p:tav>
                                        <p:tav tm="67594">
                                          <p:val>
                                            <p:strVal val="#ppt_x-1.25192"/>
                                          </p:val>
                                        </p:tav>
                                        <p:tav tm="74094">
                                          <p:val>
                                            <p:strVal val="#ppt_x-1.25074"/>
                                          </p:val>
                                        </p:tav>
                                        <p:tav tm="84926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925">
                                          <p:val>
                                            <p:strVal val="#ppt_x-1.24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3" dur="1539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5929">
                                          <p:val>
                                            <p:strVal val="#ppt_y+0.01109"/>
                                          </p:val>
                                        </p:tav>
                                        <p:tav tm="54595">
                                          <p:val>
                                            <p:strVal val="#ppt_y+0.00479"/>
                                          </p:val>
                                        </p:tav>
                                        <p:tav tm="63261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76260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7925">
                                          <p:val>
                                            <p:strVal val="#ppt_y-0.0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4" dur="1539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5929">
                                          <p:val>
                                            <p:strVal val="#ppt_w*4.75169"/>
                                          </p:val>
                                        </p:tav>
                                        <p:tav tm="48096">
                                          <p:val>
                                            <p:strVal val="#ppt_w*4.27313"/>
                                          </p:val>
                                        </p:tav>
                                        <p:tav tm="50262">
                                          <p:val>
                                            <p:strVal val="#ppt_w*3.62837"/>
                                          </p:val>
                                        </p:tav>
                                        <p:tav tm="52429">
                                          <p:val>
                                            <p:strVal val="#ppt_w*3.03381"/>
                                          </p:val>
                                        </p:tav>
                                        <p:tav tm="54595">
                                          <p:val>
                                            <p:strVal val="#ppt_w*2.53943"/>
                                          </p:val>
                                        </p:tav>
                                        <p:tav tm="56762">
                                          <p:val>
                                            <p:strVal val="#ppt_w*2.16016"/>
                                          </p:val>
                                        </p:tav>
                                        <p:tav tm="58928">
                                          <p:val>
                                            <p:strVal val="#ppt_w*1.87854"/>
                                          </p:val>
                                        </p:tav>
                                        <p:tav tm="61095">
                                          <p:val>
                                            <p:strVal val="#ppt_w*1.66916"/>
                                          </p:val>
                                        </p:tav>
                                        <p:tav tm="63261">
                                          <p:val>
                                            <p:strVal val="#ppt_w*1.51115"/>
                                          </p:val>
                                        </p:tav>
                                        <p:tav tm="65428">
                                          <p:val>
                                            <p:strVal val="#ppt_w*1.38983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29523"/>
                                          </p:val>
                                        </p:tav>
                                        <p:tav tm="69761">
                                          <p:val>
                                            <p:strVal val="#ppt_w*1.22055"/>
                                          </p:val>
                                        </p:tav>
                                        <p:tav tm="71927">
                                          <p:val>
                                            <p:strVal val="#ppt_w*1.16106"/>
                                          </p:val>
                                        </p:tav>
                                        <p:tav tm="74094">
                                          <p:val>
                                            <p:strVal val="#ppt_w*1.11338"/>
                                          </p:val>
                                        </p:tav>
                                        <p:tav tm="78427">
                                          <p:val>
                                            <p:strVal val="#ppt_w*1.04428"/>
                                          </p:val>
                                        </p:tav>
                                        <p:tav tm="80593">
                                          <p:val>
                                            <p:strVal val="#ppt_w*1.01961"/>
                                          </p:val>
                                        </p:tav>
                                        <p:tav tm="84926">
                                          <p:val>
                                            <p:strVal val="#ppt_w*0.98459"/>
                                          </p:val>
                                        </p:tav>
                                        <p:tav tm="91426">
                                          <p:val>
                                            <p:strVal val="#ppt_w*0.95748"/>
                                          </p:val>
                                        </p:tav>
                                        <p:tav tm="97925">
                                          <p:val>
                                            <p:strVal val="#ppt_w*0.95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5" dur="1539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5929">
                                          <p:val>
                                            <p:strVal val="#ppt_h*4.75169"/>
                                          </p:val>
                                        </p:tav>
                                        <p:tav tm="48096">
                                          <p:val>
                                            <p:strVal val="#ppt_h*4.27313"/>
                                          </p:val>
                                        </p:tav>
                                        <p:tav tm="50262">
                                          <p:val>
                                            <p:strVal val="#ppt_h*3.62837"/>
                                          </p:val>
                                        </p:tav>
                                        <p:tav tm="52429">
                                          <p:val>
                                            <p:strVal val="#ppt_h*3.03381"/>
                                          </p:val>
                                        </p:tav>
                                        <p:tav tm="54595">
                                          <p:val>
                                            <p:strVal val="#ppt_h*2.53943"/>
                                          </p:val>
                                        </p:tav>
                                        <p:tav tm="56762">
                                          <p:val>
                                            <p:strVal val="#ppt_h*2.16016"/>
                                          </p:val>
                                        </p:tav>
                                        <p:tav tm="58928">
                                          <p:val>
                                            <p:strVal val="#ppt_h*1.87854"/>
                                          </p:val>
                                        </p:tav>
                                        <p:tav tm="61095">
                                          <p:val>
                                            <p:strVal val="#ppt_h*1.66916"/>
                                          </p:val>
                                        </p:tav>
                                        <p:tav tm="63261">
                                          <p:val>
                                            <p:strVal val="#ppt_h*1.51115"/>
                                          </p:val>
                                        </p:tav>
                                        <p:tav tm="65428">
                                          <p:val>
                                            <p:strVal val="#ppt_h*1.38983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29523"/>
                                          </p:val>
                                        </p:tav>
                                        <p:tav tm="69761">
                                          <p:val>
                                            <p:strVal val="#ppt_h*1.22055"/>
                                          </p:val>
                                        </p:tav>
                                        <p:tav tm="71927">
                                          <p:val>
                                            <p:strVal val="#ppt_h*1.16106"/>
                                          </p:val>
                                        </p:tav>
                                        <p:tav tm="74094">
                                          <p:val>
                                            <p:strVal val="#ppt_h*1.11338"/>
                                          </p:val>
                                        </p:tav>
                                        <p:tav tm="78427">
                                          <p:val>
                                            <p:strVal val="#ppt_h*1.04428"/>
                                          </p:val>
                                        </p:tav>
                                        <p:tav tm="80593">
                                          <p:val>
                                            <p:strVal val="#ppt_h*1.01961"/>
                                          </p:val>
                                        </p:tav>
                                        <p:tav tm="84926">
                                          <p:val>
                                            <p:strVal val="#ppt_h*0.98459"/>
                                          </p:val>
                                        </p:tav>
                                        <p:tav tm="91426">
                                          <p:val>
                                            <p:strVal val="#ppt_h*0.95748"/>
                                          </p:val>
                                        </p:tav>
                                        <p:tav tm="97925">
                                          <p:val>
                                            <p:strVal val="#ppt_h*0.95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6" dur="1539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5929">
                                          <p:val>
                                            <p:fltVal val="-54.83"/>
                                          </p:val>
                                        </p:tav>
                                        <p:tav tm="48096">
                                          <p:val>
                                            <p:fltVal val="-47.83"/>
                                          </p:val>
                                        </p:tav>
                                        <p:tav tm="50262">
                                          <p:val>
                                            <p:fltVal val="-38.41"/>
                                          </p:val>
                                        </p:tav>
                                        <p:tav tm="52429">
                                          <p:val>
                                            <p:fltVal val="-29.72"/>
                                          </p:val>
                                        </p:tav>
                                        <p:tav tm="54595">
                                          <p:val>
                                            <p:fltVal val="-22.5"/>
                                          </p:val>
                                        </p:tav>
                                        <p:tav tm="56762">
                                          <p:val>
                                            <p:fltVal val="-16.95"/>
                                          </p:val>
                                        </p:tav>
                                        <p:tav tm="58928">
                                          <p:val>
                                            <p:fltVal val="-12.84"/>
                                          </p:val>
                                        </p:tav>
                                        <p:tav tm="61095">
                                          <p:val>
                                            <p:fltVal val="-9.78"/>
                                          </p:val>
                                        </p:tav>
                                        <p:tav tm="63261">
                                          <p:val>
                                            <p:fltVal val="-7.47"/>
                                          </p:val>
                                        </p:tav>
                                        <p:tav tm="67594">
                                          <p:val>
                                            <p:fltVal val="-4.31"/>
                                          </p:val>
                                        </p:tav>
                                        <p:tav tm="74094">
                                          <p:val>
                                            <p:fltVal val="-1.66"/>
                                          </p:val>
                                        </p:tav>
                                        <p:tav tm="84926">
                                          <p:val>
                                            <p:fltVal val="0.23"/>
                                          </p:val>
                                        </p:tav>
                                        <p:tav tm="97925">
                                          <p:val>
                                            <p:fltVal val="0.7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7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28" dur="1" fill="hold">
                                          <p:stCondLst>
                                            <p:cond delay="84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9" dur="100">
                                          <p:stCondLst>
                                            <p:cond delay="84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0" dur="1" fill="hold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1" dur="13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58313">
                                          <p:val>
                                            <p:strVal val="#ppt_x-1.83203"/>
                                          </p:val>
                                        </p:tav>
                                        <p:tav tm="60723">
                                          <p:val>
                                            <p:strVal val="#ppt_x-1.82365"/>
                                          </p:val>
                                        </p:tav>
                                        <p:tav tm="63133">
                                          <p:val>
                                            <p:strVal val="#ppt_x-1.80306"/>
                                          </p:val>
                                        </p:tav>
                                        <p:tav tm="65542">
                                          <p:val>
                                            <p:strVal val="#ppt_x-1.76362"/>
                                          </p:val>
                                        </p:tav>
                                        <p:tav tm="67952">
                                          <p:val>
                                            <p:strVal val="#ppt_x-1.69704"/>
                                          </p:val>
                                        </p:tav>
                                        <p:tav tm="72771">
                                          <p:val>
                                            <p:strVal val="#ppt_x-1.51665"/>
                                          </p:val>
                                        </p:tav>
                                        <p:tav tm="75181">
                                          <p:val>
                                            <p:strVal val="#ppt_x-1.44223"/>
                                          </p:val>
                                        </p:tav>
                                        <p:tav tm="77590">
                                          <p:val>
                                            <p:strVal val="#ppt_x-1.38541"/>
                                          </p:val>
                                        </p:tav>
                                        <p:tav tm="80000">
                                          <p:val>
                                            <p:strVal val="#ppt_x-1.34355"/>
                                          </p:val>
                                        </p:tav>
                                        <p:tav tm="82410">
                                          <p:val>
                                            <p:strVal val="#ppt_x-1.31301"/>
                                          </p:val>
                                        </p:tav>
                                        <p:tav tm="84819">
                                          <p:val>
                                            <p:strVal val="#ppt_x-1.2908"/>
                                          </p:val>
                                        </p:tav>
                                        <p:tav tm="87229">
                                          <p:val>
                                            <p:strVal val="#ppt_x-1.27481"/>
                                          </p:val>
                                        </p:tav>
                                        <p:tav tm="89639">
                                          <p:val>
                                            <p:strVal val="#ppt_x-1.26359"/>
                                          </p:val>
                                        </p:tav>
                                        <p:tav tm="92048">
                                          <p:val>
                                            <p:strVal val="#ppt_x-1.25615"/>
                                          </p:val>
                                        </p:tav>
                                        <p:tav tm="94458">
                                          <p:val>
                                            <p:strVal val="#ppt_x-1.25179"/>
                                          </p:val>
                                        </p:tav>
                                        <p:tav tm="9686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77">
                                          <p:val>
                                            <p:strVal val="#ppt_x-1.24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2" dur="13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58313">
                                          <p:val>
                                            <p:strVal val="#ppt_y+0.3751"/>
                                          </p:val>
                                        </p:tav>
                                        <p:tav tm="60723">
                                          <p:val>
                                            <p:strVal val="#ppt_y+0.36074"/>
                                          </p:val>
                                        </p:tav>
                                        <p:tav tm="63133">
                                          <p:val>
                                            <p:strVal val="#ppt_y+0.32594"/>
                                          </p:val>
                                        </p:tav>
                                        <p:tav tm="65542">
                                          <p:val>
                                            <p:strVal val="#ppt_y+0.26125"/>
                                          </p:val>
                                        </p:tav>
                                        <p:tav tm="67952">
                                          <p:val>
                                            <p:strVal val="#ppt_y+0.16347"/>
                                          </p:val>
                                        </p:tav>
                                        <p:tav tm="70361">
                                          <p:val>
                                            <p:strVal val="#ppt_y+0.06311"/>
                                          </p:val>
                                        </p:tav>
                                        <p:tav tm="72771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75181">
                                          <p:val>
                                            <p:strVal val="#ppt_y-0.03713"/>
                                          </p:val>
                                        </p:tav>
                                        <p:tav tm="77590">
                                          <p:val>
                                            <p:strVal val="#ppt_y-0.04741"/>
                                          </p:val>
                                        </p:tav>
                                        <p:tav tm="80000">
                                          <p:val>
                                            <p:strVal val="#ppt_y-0.04074"/>
                                          </p:val>
                                        </p:tav>
                                        <p:tav tm="82410">
                                          <p:val>
                                            <p:strVal val="#ppt_y-0.02814"/>
                                          </p:val>
                                        </p:tav>
                                        <p:tav tm="84819">
                                          <p:val>
                                            <p:strVal val="#ppt_y-0.01842"/>
                                          </p:val>
                                        </p:tav>
                                        <p:tav tm="87229">
                                          <p:val>
                                            <p:strVal val="#ppt_y-0.01123"/>
                                          </p:val>
                                        </p:tav>
                                        <p:tav tm="89639">
                                          <p:val>
                                            <p:strVal val="#ppt_y-0.00615"/>
                                          </p:val>
                                        </p:tav>
                                        <p:tav tm="92048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94458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99277">
                                          <p:val>
                                            <p:strVal val="#ppt_y+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3" dur="138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58313">
                                          <p:val>
                                            <p:fltVal val="-179.08"/>
                                          </p:val>
                                        </p:tav>
                                        <p:tav tm="60723">
                                          <p:val>
                                            <p:fltVal val="-171.44"/>
                                          </p:val>
                                        </p:tav>
                                        <p:tav tm="63133">
                                          <p:val>
                                            <p:fltVal val="-152.81"/>
                                          </p:val>
                                        </p:tav>
                                        <p:tav tm="65542">
                                          <p:val>
                                            <p:fltVal val="-117.51"/>
                                          </p:val>
                                        </p:tav>
                                        <p:tav tm="67952">
                                          <p:val>
                                            <p:fltVal val="-57.61"/>
                                          </p:val>
                                        </p:tav>
                                        <p:tav tm="70361">
                                          <p:val>
                                            <p:fltVal val="27.64"/>
                                          </p:val>
                                        </p:tav>
                                        <p:tav tm="72771">
                                          <p:val>
                                            <p:fltVal val="115.38"/>
                                          </p:val>
                                        </p:tav>
                                        <p:tav tm="75181">
                                          <p:val>
                                            <p:fltVal val="185.02"/>
                                          </p:val>
                                        </p:tav>
                                        <p:tav tm="77590">
                                          <p:val>
                                            <p:fltVal val="236.12"/>
                                          </p:val>
                                        </p:tav>
                                        <p:tav tm="80000">
                                          <p:val>
                                            <p:fltVal val="273.56"/>
                                          </p:val>
                                        </p:tav>
                                        <p:tav tm="82410">
                                          <p:val>
                                            <p:fltVal val="301.19"/>
                                          </p:val>
                                        </p:tav>
                                        <p:tav tm="84819">
                                          <p:val>
                                            <p:fltVal val="321.61"/>
                                          </p:val>
                                        </p:tav>
                                        <p:tav tm="87229">
                                          <p:val>
                                            <p:fltVal val="336.52"/>
                                          </p:val>
                                        </p:tav>
                                        <p:tav tm="89639">
                                          <p:val>
                                            <p:fltVal val="347.09"/>
                                          </p:val>
                                        </p:tav>
                                        <p:tav tm="92048">
                                          <p:val>
                                            <p:fltVal val="354.14"/>
                                          </p:val>
                                        </p:tav>
                                        <p:tav tm="94458">
                                          <p:val>
                                            <p:fltVal val="358.29"/>
                                          </p:val>
                                        </p:tav>
                                        <p:tav tm="96867">
                                          <p:val>
                                            <p:fltVal val="360"/>
                                          </p:val>
                                        </p:tav>
                                        <p:tav tm="99277">
                                          <p:val>
                                            <p:fltVal val="36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4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35" dur="1" fill="hold">
                                          <p:stCondLst>
                                            <p:cond delay="973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36" dur="333">
                                          <p:stCondLst>
                                            <p:cond delay="973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7" dur="1" fill="hold">
                                          <p:stCondLst>
                                            <p:cond delay="1307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8" dur="1511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4402">
                                          <p:val>
                                            <p:strVal val="#ppt_x-1.24282"/>
                                          </p:val>
                                        </p:tav>
                                        <p:tav tm="66608">
                                          <p:val>
                                            <p:strVal val="#ppt_x-1.24553"/>
                                          </p:val>
                                        </p:tav>
                                        <p:tav tm="68813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73225">
                                          <p:val>
                                            <p:strVal val="#ppt_x-1.24895"/>
                                          </p:val>
                                        </p:tav>
                                        <p:tav tm="82047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99691">
                                          <p:val>
                                            <p:strVal val="#ppt_x-1.25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9" dur="1511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4402">
                                          <p:val>
                                            <p:strVal val="#ppt_y-0.0191"/>
                                          </p:val>
                                        </p:tav>
                                        <p:tav tm="66608">
                                          <p:val>
                                            <p:strVal val="#ppt_y-0.01307"/>
                                          </p:val>
                                        </p:tav>
                                        <p:tav tm="68813">
                                          <p:val>
                                            <p:strVal val="#ppt_y-0.00885"/>
                                          </p:val>
                                        </p:tav>
                                        <p:tav tm="71019">
                                          <p:val>
                                            <p:strVal val="#ppt_y-0.006"/>
                                          </p:val>
                                        </p:tav>
                                        <p:tav tm="75430">
                                          <p:val>
                                            <p:strVal val="#ppt_y-0.00279"/>
                                          </p:val>
                                        </p:tav>
                                        <p:tav tm="84252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99691">
                                          <p:val>
                                            <p:strVal val="#ppt_y+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0" dur="1511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4402">
                                          <p:val>
                                            <p:strVal val="#ppt_w*4.34577"/>
                                          </p:val>
                                        </p:tav>
                                        <p:tav tm="66608">
                                          <p:val>
                                            <p:strVal val="#ppt_w*3.36986"/>
                                          </p:val>
                                        </p:tav>
                                        <p:tav tm="68813">
                                          <p:val>
                                            <p:strVal val="#ppt_w*2.56782"/>
                                          </p:val>
                                        </p:tav>
                                        <p:tav tm="71019">
                                          <p:val>
                                            <p:strVal val="#ppt_w*2.02573"/>
                                          </p:val>
                                        </p:tav>
                                        <p:tav tm="73225">
                                          <p:val>
                                            <p:strVal val="#ppt_w*1.68071"/>
                                          </p:val>
                                        </p:tav>
                                        <p:tav tm="75430">
                                          <p:val>
                                            <p:strVal val="#ppt_w*1.45562"/>
                                          </p:val>
                                        </p:tav>
                                        <p:tav tm="77636">
                                          <p:val>
                                            <p:strVal val="#ppt_w*1.30306"/>
                                          </p:val>
                                        </p:tav>
                                        <p:tav tm="79841">
                                          <p:val>
                                            <p:strVal val="#ppt_w*1.19651"/>
                                          </p:val>
                                        </p:tav>
                                        <p:tav tm="82047">
                                          <p:val>
                                            <p:strVal val="#ppt_w*1.12069"/>
                                          </p:val>
                                        </p:tav>
                                        <p:tav tm="84252">
                                          <p:val>
                                            <p:strVal val="#ppt_w*1.0663"/>
                                          </p:val>
                                        </p:tav>
                                        <p:tav tm="86458">
                                          <p:val>
                                            <p:strVal val="#ppt_w*1.02739"/>
                                          </p:val>
                                        </p:tav>
                                        <p:tav tm="88663">
                                          <p:val>
                                            <p:strVal val="#ppt_w*1"/>
                                          </p:val>
                                        </p:tav>
                                        <p:tav tm="90869">
                                          <p:val>
                                            <p:strVal val="#ppt_w*0.98136"/>
                                          </p:val>
                                        </p:tav>
                                        <p:tav tm="95280">
                                          <p:val>
                                            <p:strVal val="#ppt_w*0.96297"/>
                                          </p:val>
                                        </p:tav>
                                        <p:tav tm="99691">
                                          <p:val>
                                            <p:strVal val="#ppt_w*0.96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1" dur="1511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4402">
                                          <p:val>
                                            <p:strVal val="#ppt_h*4.34577"/>
                                          </p:val>
                                        </p:tav>
                                        <p:tav tm="66608">
                                          <p:val>
                                            <p:strVal val="#ppt_h*3.36986"/>
                                          </p:val>
                                        </p:tav>
                                        <p:tav tm="68813">
                                          <p:val>
                                            <p:strVal val="#ppt_h*2.56782"/>
                                          </p:val>
                                        </p:tav>
                                        <p:tav tm="71019">
                                          <p:val>
                                            <p:strVal val="#ppt_h*2.02573"/>
                                          </p:val>
                                        </p:tav>
                                        <p:tav tm="73225">
                                          <p:val>
                                            <p:strVal val="#ppt_h*1.68071"/>
                                          </p:val>
                                        </p:tav>
                                        <p:tav tm="75430">
                                          <p:val>
                                            <p:strVal val="#ppt_h*1.45562"/>
                                          </p:val>
                                        </p:tav>
                                        <p:tav tm="77636">
                                          <p:val>
                                            <p:strVal val="#ppt_h*1.30306"/>
                                          </p:val>
                                        </p:tav>
                                        <p:tav tm="79841">
                                          <p:val>
                                            <p:strVal val="#ppt_h*1.19651"/>
                                          </p:val>
                                        </p:tav>
                                        <p:tav tm="82047">
                                          <p:val>
                                            <p:strVal val="#ppt_h*1.12069"/>
                                          </p:val>
                                        </p:tav>
                                        <p:tav tm="84252">
                                          <p:val>
                                            <p:strVal val="#ppt_h*1.0663"/>
                                          </p:val>
                                        </p:tav>
                                        <p:tav tm="86458">
                                          <p:val>
                                            <p:strVal val="#ppt_h*1.02739"/>
                                          </p:val>
                                        </p:tav>
                                        <p:tav tm="88663">
                                          <p:val>
                                            <p:strVal val="#ppt_h*1"/>
                                          </p:val>
                                        </p:tav>
                                        <p:tav tm="90869">
                                          <p:val>
                                            <p:strVal val="#ppt_h*0.98136"/>
                                          </p:val>
                                        </p:tav>
                                        <p:tav tm="95280">
                                          <p:val>
                                            <p:strVal val="#ppt_h*0.96297"/>
                                          </p:val>
                                        </p:tav>
                                        <p:tav tm="99691">
                                          <p:val>
                                            <p:strVal val="#ppt_h*0.96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2" dur="1511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4402">
                                          <p:val>
                                            <p:fltVal val="185.86"/>
                                          </p:val>
                                        </p:tav>
                                        <p:tav tm="66608">
                                          <p:val>
                                            <p:fltVal val="236.65"/>
                                          </p:val>
                                        </p:tav>
                                        <p:tav tm="68813">
                                          <p:val>
                                            <p:fltVal val="278.4"/>
                                          </p:val>
                                        </p:tav>
                                        <p:tav tm="71019">
                                          <p:val>
                                            <p:fltVal val="306.61"/>
                                          </p:val>
                                        </p:tav>
                                        <p:tav tm="73225">
                                          <p:val>
                                            <p:fltVal val="324.57"/>
                                          </p:val>
                                        </p:tav>
                                        <p:tav tm="75430">
                                          <p:val>
                                            <p:fltVal val="336.29"/>
                                          </p:val>
                                        </p:tav>
                                        <p:tav tm="77636">
                                          <p:val>
                                            <p:fltVal val="344.23"/>
                                          </p:val>
                                        </p:tav>
                                        <p:tav tm="79841">
                                          <p:val>
                                            <p:fltVal val="349.77"/>
                                          </p:val>
                                        </p:tav>
                                        <p:tav tm="82047">
                                          <p:val>
                                            <p:fltVal val="353.72"/>
                                          </p:val>
                                        </p:tav>
                                        <p:tav tm="84252">
                                          <p:val>
                                            <p:fltVal val="356.55"/>
                                          </p:val>
                                        </p:tav>
                                        <p:tav tm="86458">
                                          <p:val>
                                            <p:fltVal val="358.57"/>
                                          </p:val>
                                        </p:tav>
                                        <p:tav tm="90869">
                                          <p:val>
                                            <p:fltVal val="360.97"/>
                                          </p:val>
                                        </p:tav>
                                        <p:tav tm="95280">
                                          <p:val>
                                            <p:fltVal val="361.93"/>
                                          </p:val>
                                        </p:tav>
                                        <p:tav tm="99691">
                                          <p:val>
                                            <p:fltVal val="362.0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3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44" dur="1" fill="hold">
                                          <p:stCondLst>
                                            <p:cond delay="1107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45" dur="367">
                                          <p:stCondLst>
                                            <p:cond delay="1107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6" dur="1" fill="hold">
                                          <p:stCondLst>
                                            <p:cond delay="1473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7" dur="1651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7017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73072">
                                          <p:val>
                                            <p:strVal val="#ppt_x-1.25015"/>
                                          </p:val>
                                        </p:tav>
                                        <p:tav tm="99314">
                                          <p:val>
                                            <p:strVal val="#ppt_x-1.24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8" dur="1651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7017">
                                          <p:val>
                                            <p:strVal val="#ppt_y-0.02156"/>
                                          </p:val>
                                        </p:tav>
                                        <p:tav tm="69035">
                                          <p:val>
                                            <p:strVal val="#ppt_y-0.01488"/>
                                          </p:val>
                                        </p:tav>
                                        <p:tav tm="71054">
                                          <p:val>
                                            <p:strVal val="#ppt_y-0.00985"/>
                                          </p:val>
                                        </p:tav>
                                        <p:tav tm="73072">
                                          <p:val>
                                            <p:strVal val="#ppt_y-0.00651"/>
                                          </p:val>
                                        </p:tav>
                                        <p:tav tm="77109">
                                          <p:val>
                                            <p:strVal val="#ppt_y-0.00294"/>
                                          </p:val>
                                        </p:tav>
                                        <p:tav tm="85184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99314">
                                          <p:val>
                                            <p:strVal val="#ppt_y+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9" dur="1651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7017">
                                          <p:val>
                                            <p:strVal val="#ppt_w*4.52422"/>
                                          </p:val>
                                        </p:tav>
                                        <p:tav tm="69035">
                                          <p:val>
                                            <p:strVal val="#ppt_w*3.5404"/>
                                          </p:val>
                                        </p:tav>
                                        <p:tav tm="71054">
                                          <p:val>
                                            <p:strVal val="#ppt_w*2.69457"/>
                                          </p:val>
                                        </p:tav>
                                        <p:tav tm="73072">
                                          <p:val>
                                            <p:strVal val="#ppt_w*2.10558"/>
                                          </p:val>
                                        </p:tav>
                                        <p:tav tm="75091">
                                          <p:val>
                                            <p:strVal val="#ppt_w*1.72995"/>
                                          </p:val>
                                        </p:tav>
                                        <p:tav tm="77109">
                                          <p:val>
                                            <p:strVal val="#ppt_w*1.48671"/>
                                          </p:val>
                                        </p:tav>
                                        <p:tav tm="79128">
                                          <p:val>
                                            <p:strVal val="#ppt_w*1.32303"/>
                                          </p:val>
                                        </p:tav>
                                        <p:tav tm="81147">
                                          <p:val>
                                            <p:strVal val="#ppt_w*1.20929"/>
                                          </p:val>
                                        </p:tav>
                                        <p:tav tm="83165">
                                          <p:val>
                                            <p:strVal val="#ppt_w*1.12859"/>
                                          </p:val>
                                        </p:tav>
                                        <p:tav tm="85184">
                                          <p:val>
                                            <p:strVal val="#ppt_w*1.07074"/>
                                          </p:val>
                                        </p:tav>
                                        <p:tav tm="87202">
                                          <p:val>
                                            <p:strVal val="#ppt_w*1.02931"/>
                                          </p:val>
                                        </p:tav>
                                        <p:tav tm="89221">
                                          <p:val>
                                            <p:strVal val="#ppt_w*1"/>
                                          </p:val>
                                        </p:tav>
                                        <p:tav tm="91239">
                                          <p:val>
                                            <p:strVal val="#ppt_w*0.97988"/>
                                          </p:val>
                                        </p:tav>
                                        <p:tav tm="95277">
                                          <p:val>
                                            <p:strVal val="#ppt_w*0.95939"/>
                                          </p:val>
                                        </p:tav>
                                        <p:tav tm="99314">
                                          <p:val>
                                            <p:strVal val="#ppt_w*0.956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0" dur="1651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7017">
                                          <p:val>
                                            <p:strVal val="#ppt_h*4.52422"/>
                                          </p:val>
                                        </p:tav>
                                        <p:tav tm="69035">
                                          <p:val>
                                            <p:strVal val="#ppt_h*3.5404"/>
                                          </p:val>
                                        </p:tav>
                                        <p:tav tm="71054">
                                          <p:val>
                                            <p:strVal val="#ppt_h*2.69457"/>
                                          </p:val>
                                        </p:tav>
                                        <p:tav tm="73072">
                                          <p:val>
                                            <p:strVal val="#ppt_h*2.10558"/>
                                          </p:val>
                                        </p:tav>
                                        <p:tav tm="75091">
                                          <p:val>
                                            <p:strVal val="#ppt_h*1.72995"/>
                                          </p:val>
                                        </p:tav>
                                        <p:tav tm="77109">
                                          <p:val>
                                            <p:strVal val="#ppt_h*1.48671"/>
                                          </p:val>
                                        </p:tav>
                                        <p:tav tm="79128">
                                          <p:val>
                                            <p:strVal val="#ppt_h*1.32303"/>
                                          </p:val>
                                        </p:tav>
                                        <p:tav tm="81147">
                                          <p:val>
                                            <p:strVal val="#ppt_h*1.20929"/>
                                          </p:val>
                                        </p:tav>
                                        <p:tav tm="83165">
                                          <p:val>
                                            <p:strVal val="#ppt_h*1.12859"/>
                                          </p:val>
                                        </p:tav>
                                        <p:tav tm="85184">
                                          <p:val>
                                            <p:strVal val="#ppt_h*1.07074"/>
                                          </p:val>
                                        </p:tav>
                                        <p:tav tm="87202">
                                          <p:val>
                                            <p:strVal val="#ppt_h*1.02931"/>
                                          </p:val>
                                        </p:tav>
                                        <p:tav tm="89221">
                                          <p:val>
                                            <p:strVal val="#ppt_h*1"/>
                                          </p:val>
                                        </p:tav>
                                        <p:tav tm="91239">
                                          <p:val>
                                            <p:strVal val="#ppt_h*0.97988"/>
                                          </p:val>
                                        </p:tav>
                                        <p:tav tm="95277">
                                          <p:val>
                                            <p:strVal val="#ppt_h*0.95939"/>
                                          </p:val>
                                        </p:tav>
                                        <p:tav tm="99314">
                                          <p:val>
                                            <p:strVal val="#ppt_h*0.956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1" dur="1651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7017">
                                          <p:val>
                                            <p:fltVal val="175.71"/>
                                          </p:val>
                                        </p:tav>
                                        <p:tav tm="69035">
                                          <p:val>
                                            <p:fltVal val="227.15"/>
                                          </p:val>
                                        </p:tav>
                                        <p:tav tm="71054">
                                          <p:val>
                                            <p:fltVal val="271.39"/>
                                          </p:val>
                                        </p:tav>
                                        <p:tav tm="73072">
                                          <p:val>
                                            <p:fltVal val="302.19"/>
                                          </p:val>
                                        </p:tav>
                                        <p:tav tm="75091">
                                          <p:val>
                                            <p:fltVal val="321.83"/>
                                          </p:val>
                                        </p:tav>
                                        <p:tav tm="77109">
                                          <p:val>
                                            <p:fltVal val="334.55"/>
                                          </p:val>
                                        </p:tav>
                                        <p:tav tm="79128">
                                          <p:val>
                                            <p:fltVal val="343.11"/>
                                          </p:val>
                                        </p:tav>
                                        <p:tav tm="81147">
                                          <p:val>
                                            <p:fltVal val="349.06"/>
                                          </p:val>
                                        </p:tav>
                                        <p:tav tm="83165">
                                          <p:val>
                                            <p:fltVal val="353.28"/>
                                          </p:val>
                                        </p:tav>
                                        <p:tav tm="85184">
                                          <p:val>
                                            <p:fltVal val="356.3"/>
                                          </p:val>
                                        </p:tav>
                                        <p:tav tm="87202">
                                          <p:val>
                                            <p:fltVal val="358.47"/>
                                          </p:val>
                                        </p:tav>
                                        <p:tav tm="91239">
                                          <p:val>
                                            <p:fltVal val="361.05"/>
                                          </p:val>
                                        </p:tav>
                                        <p:tav tm="95277">
                                          <p:val>
                                            <p:fltVal val="362.12"/>
                                          </p:val>
                                        </p:tav>
                                        <p:tav tm="99314">
                                          <p:val>
                                            <p:fltVal val="362.2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2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53" dur="1" fill="hold">
                                          <p:stCondLst>
                                            <p:cond delay="124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54" dur="367">
                                          <p:stCondLst>
                                            <p:cond delay="124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5" dur="1" fill="hold">
                                          <p:stCondLst>
                                            <p:cond delay="1607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6" dur="1791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9222">
                                          <p:val>
                                            <p:strVal val="#ppt_x-1.25838"/>
                                          </p:val>
                                        </p:tav>
                                        <p:tav tm="72944">
                                          <p:val>
                                            <p:strVal val="#ppt_x-1.25315"/>
                                          </p:val>
                                        </p:tav>
                                        <p:tav tm="76665">
                                          <p:val>
                                            <p:strVal val="#ppt_x-1.25119"/>
                                          </p:val>
                                        </p:tav>
                                        <p:tav tm="84109">
                                          <p:val>
                                            <p:strVal val="#ppt_x-1.25021"/>
                                          </p:val>
                                        </p:tav>
                                        <p:tav tm="98995">
                                          <p:val>
                                            <p:strVal val="#ppt_x-1.24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7" dur="1791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9222">
                                          <p:val>
                                            <p:strVal val="#ppt_y-0.0251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01301"/>
                                          </p:val>
                                        </p:tav>
                                        <p:tav tm="74805">
                                          <p:val>
                                            <p:strVal val="#ppt_y-0.00819"/>
                                          </p:val>
                                        </p:tav>
                                        <p:tav tm="76665">
                                          <p:val>
                                            <p:strVal val="#ppt_y-0.00522"/>
                                          </p:val>
                                        </p:tav>
                                        <p:tav tm="78526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85969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98995">
                                          <p:val>
                                            <p:strVal val="#ppt_y+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8" dur="1791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9222">
                                          <p:val>
                                            <p:strVal val="#ppt_w*4.6981"/>
                                          </p:val>
                                        </p:tav>
                                        <p:tav tm="71083">
                                          <p:val>
                                            <p:strVal val="#ppt_w*3.71359"/>
                                          </p:val>
                                        </p:tav>
                                        <p:tav tm="72944">
                                          <p:val>
                                            <p:strVal val="#ppt_w*2.83005"/>
                                          </p:val>
                                        </p:tav>
                                        <p:tav tm="74805">
                                          <p:val>
                                            <p:strVal val="#ppt_w*2.19242"/>
                                          </p:val>
                                        </p:tav>
                                        <p:tav tm="76665">
                                          <p:val>
                                            <p:strVal val="#ppt_w*1.78324"/>
                                          </p:val>
                                        </p:tav>
                                        <p:tav tm="78526">
                                          <p:val>
                                            <p:strVal val="#ppt_w*1.52005"/>
                                          </p:val>
                                        </p:tav>
                                        <p:tav tm="80387">
                                          <p:val>
                                            <p:strVal val="#ppt_w*1.34427"/>
                                          </p:val>
                                        </p:tav>
                                        <p:tav tm="82248">
                                          <p:val>
                                            <p:strVal val="#ppt_w*1.22281"/>
                                          </p:val>
                                        </p:tav>
                                        <p:tav tm="84109">
                                          <p:val>
                                            <p:strVal val="#ppt_w*1.13691"/>
                                          </p:val>
                                        </p:tav>
                                        <p:tav tm="85969">
                                          <p:val>
                                            <p:strVal val="#ppt_w*1.07541"/>
                                          </p:val>
                                        </p:tav>
                                        <p:tav tm="87830">
                                          <p:val>
                                            <p:strVal val="#ppt_w*1.0313"/>
                                          </p:val>
                                        </p:tav>
                                        <p:tav tm="89691">
                                          <p:val>
                                            <p:strVal val="#ppt_w*1"/>
                                          </p:val>
                                        </p:tav>
                                        <p:tav tm="91552">
                                          <p:val>
                                            <p:strVal val="#ppt_w*0.97834"/>
                                          </p:val>
                                        </p:tav>
                                        <p:tav tm="95274">
                                          <p:val>
                                            <p:strVal val="#ppt_w*0.95568"/>
                                          </p:val>
                                        </p:tav>
                                        <p:tav tm="98995">
                                          <p:val>
                                            <p:strVal val="#ppt_w*0.95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9" dur="1791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9222">
                                          <p:val>
                                            <p:strVal val="#ppt_h*4.6981"/>
                                          </p:val>
                                        </p:tav>
                                        <p:tav tm="71083">
                                          <p:val>
                                            <p:strVal val="#ppt_h*3.71359"/>
                                          </p:val>
                                        </p:tav>
                                        <p:tav tm="72944">
                                          <p:val>
                                            <p:strVal val="#ppt_h*2.83005"/>
                                          </p:val>
                                        </p:tav>
                                        <p:tav tm="74805">
                                          <p:val>
                                            <p:strVal val="#ppt_h*2.19242"/>
                                          </p:val>
                                        </p:tav>
                                        <p:tav tm="76665">
                                          <p:val>
                                            <p:strVal val="#ppt_h*1.78324"/>
                                          </p:val>
                                        </p:tav>
                                        <p:tav tm="78526">
                                          <p:val>
                                            <p:strVal val="#ppt_h*1.52005"/>
                                          </p:val>
                                        </p:tav>
                                        <p:tav tm="80387">
                                          <p:val>
                                            <p:strVal val="#ppt_h*1.34427"/>
                                          </p:val>
                                        </p:tav>
                                        <p:tav tm="82248">
                                          <p:val>
                                            <p:strVal val="#ppt_h*1.22281"/>
                                          </p:val>
                                        </p:tav>
                                        <p:tav tm="84109">
                                          <p:val>
                                            <p:strVal val="#ppt_h*1.13691"/>
                                          </p:val>
                                        </p:tav>
                                        <p:tav tm="85969">
                                          <p:val>
                                            <p:strVal val="#ppt_h*1.07541"/>
                                          </p:val>
                                        </p:tav>
                                        <p:tav tm="87830">
                                          <p:val>
                                            <p:strVal val="#ppt_h*1.0313"/>
                                          </p:val>
                                        </p:tav>
                                        <p:tav tm="89691">
                                          <p:val>
                                            <p:strVal val="#ppt_h*1"/>
                                          </p:val>
                                        </p:tav>
                                        <p:tav tm="91552">
                                          <p:val>
                                            <p:strVal val="#ppt_h*0.97834"/>
                                          </p:val>
                                        </p:tav>
                                        <p:tav tm="95274">
                                          <p:val>
                                            <p:strVal val="#ppt_h*0.95568"/>
                                          </p:val>
                                        </p:tav>
                                        <p:tav tm="98995">
                                          <p:val>
                                            <p:strVal val="#ppt_h*0.95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0" dur="1791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9222">
                                          <p:val>
                                            <p:fltVal val="165.64"/>
                                          </p:val>
                                        </p:tav>
                                        <p:tav tm="71083">
                                          <p:val>
                                            <p:fltVal val="217.38"/>
                                          </p:val>
                                        </p:tav>
                                        <p:tav tm="72944">
                                          <p:val>
                                            <p:fltVal val="263.82"/>
                                          </p:val>
                                        </p:tav>
                                        <p:tav tm="74805">
                                          <p:val>
                                            <p:fltVal val="297.33"/>
                                          </p:val>
                                        </p:tav>
                                        <p:tav tm="76665">
                                          <p:val>
                                            <p:fltVal val="318.84"/>
                                          </p:val>
                                        </p:tav>
                                        <p:tav tm="78526">
                                          <p:val>
                                            <p:fltVal val="332.67"/>
                                          </p:val>
                                        </p:tav>
                                        <p:tav tm="80387">
                                          <p:val>
                                            <p:fltVal val="341.91"/>
                                          </p:val>
                                        </p:tav>
                                        <p:tav tm="82248">
                                          <p:val>
                                            <p:fltVal val="348.29"/>
                                          </p:val>
                                        </p:tav>
                                        <p:tav tm="84109">
                                          <p:val>
                                            <p:fltVal val="352.8"/>
                                          </p:val>
                                        </p:tav>
                                        <p:tav tm="85969">
                                          <p:val>
                                            <p:fltVal val="356.04"/>
                                          </p:val>
                                        </p:tav>
                                        <p:tav tm="87830">
                                          <p:val>
                                            <p:fltVal val="358.35"/>
                                          </p:val>
                                        </p:tav>
                                        <p:tav tm="91552">
                                          <p:val>
                                            <p:fltVal val="361.14"/>
                                          </p:val>
                                        </p:tav>
                                        <p:tav tm="95274">
                                          <p:val>
                                            <p:fltVal val="362.33"/>
                                          </p:val>
                                        </p:tav>
                                        <p:tav tm="98995">
                                          <p:val>
                                            <p:fltVal val="362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1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62" dur="1" fill="hold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63" dur="467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4" dur="1" fill="hold">
                                          <p:stCondLst>
                                            <p:cond delay="184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5" dur="2075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6177">
                                          <p:val>
                                            <p:strVal val="#ppt_x-1.26603"/>
                                          </p:val>
                                        </p:tav>
                                        <p:tav tm="69389">
                                          <p:val>
                                            <p:strVal val="#ppt_x-1.25935"/>
                                          </p:val>
                                        </p:tav>
                                        <p:tav tm="70995">
                                          <p:val>
                                            <p:strVal val="#ppt_x-1.25676"/>
                                          </p:val>
                                        </p:tav>
                                        <p:tav tm="72602">
                                          <p:val>
                                            <p:strVal val="#ppt_x-1.25488"/>
                                          </p:val>
                                        </p:tav>
                                        <p:tav tm="75814">
                                          <p:val>
                                            <p:strVal val="#ppt_x-1.25259"/>
                                          </p:val>
                                        </p:tav>
                                        <p:tav tm="79027">
                                          <p:val>
                                            <p:strVal val="#ppt_x-1.25137"/>
                                          </p:val>
                                        </p:tav>
                                        <p:tav tm="83845">
                                          <p:val>
                                            <p:strVal val="#ppt_x-1.25044"/>
                                          </p:val>
                                        </p:tav>
                                        <p:tav tm="99908">
                                          <p:val>
                                            <p:strVal val="#ppt_x-1.249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6" dur="2075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6177">
                                          <p:val>
                                            <p:strVal val="#ppt_y+0.02556"/>
                                          </p:val>
                                        </p:tav>
                                        <p:tav tm="69389">
                                          <p:val>
                                            <p:strVal val="#ppt_y+0.01505"/>
                                          </p:val>
                                        </p:tav>
                                        <p:tav tm="70995">
                                          <p:val>
                                            <p:strVal val="#ppt_y+0.01092"/>
                                          </p:val>
                                        </p:tav>
                                        <p:tav tm="72602">
                                          <p:val>
                                            <p:strVal val="#ppt_y+0.0079"/>
                                          </p:val>
                                        </p:tav>
                                        <p:tav tm="75814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79027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83845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99908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7" dur="2075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6177">
                                          <p:val>
                                            <p:strVal val="#ppt_w*4.45784"/>
                                          </p:val>
                                        </p:tav>
                                        <p:tav tm="67783">
                                          <p:val>
                                            <p:strVal val="#ppt_w*3.70795"/>
                                          </p:val>
                                        </p:tav>
                                        <p:tav tm="69389">
                                          <p:val>
                                            <p:strVal val="#ppt_w*3.01575"/>
                                          </p:val>
                                        </p:tav>
                                        <p:tav tm="70995">
                                          <p:val>
                                            <p:strVal val="#ppt_w*2.45771"/>
                                          </p:val>
                                        </p:tav>
                                        <p:tav tm="72602">
                                          <p:val>
                                            <p:strVal val="#ppt_w*2.05099"/>
                                          </p:val>
                                        </p:tav>
                                        <p:tav tm="74208">
                                          <p:val>
                                            <p:strVal val="#ppt_w*1.76345"/>
                                          </p:val>
                                        </p:tav>
                                        <p:tav tm="75814">
                                          <p:val>
                                            <p:strVal val="#ppt_w*1.55791"/>
                                          </p:val>
                                        </p:tav>
                                        <p:tav tm="77420">
                                          <p:val>
                                            <p:strVal val="#ppt_w*1.40762"/>
                                          </p:val>
                                        </p:tav>
                                        <p:tav tm="79027">
                                          <p:val>
                                            <p:strVal val="#ppt_w*1.29533"/>
                                          </p:val>
                                        </p:tav>
                                        <p:tav tm="80633">
                                          <p:val>
                                            <p:strVal val="#ppt_w*1.21"/>
                                          </p:val>
                                        </p:tav>
                                        <p:tav tm="82239">
                                          <p:val>
                                            <p:strVal val="#ppt_w*1.14438"/>
                                          </p:val>
                                        </p:tav>
                                        <p:tav tm="83845">
                                          <p:val>
                                            <p:strVal val="#ppt_w*1.09354"/>
                                          </p:val>
                                        </p:tav>
                                        <p:tav tm="85451">
                                          <p:val>
                                            <p:strVal val="#ppt_w*1.05407"/>
                                          </p:val>
                                        </p:tav>
                                        <p:tav tm="87058">
                                          <p:val>
                                            <p:strVal val="#ppt_w*1.02349"/>
                                          </p:val>
                                        </p:tav>
                                        <p:tav tm="90270">
                                          <p:val>
                                            <p:strVal val="#ppt_w*0.98222"/>
                                          </p:val>
                                        </p:tav>
                                        <p:tav tm="95089">
                                          <p:val>
                                            <p:strVal val="#ppt_w*0.95378"/>
                                          </p:val>
                                        </p:tav>
                                        <p:tav tm="99908">
                                          <p:val>
                                            <p:strVal val="#ppt_w*0.949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8" dur="2075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6177">
                                          <p:val>
                                            <p:strVal val="#ppt_h*4.45784"/>
                                          </p:val>
                                        </p:tav>
                                        <p:tav tm="67783">
                                          <p:val>
                                            <p:strVal val="#ppt_h*3.70795"/>
                                          </p:val>
                                        </p:tav>
                                        <p:tav tm="69389">
                                          <p:val>
                                            <p:strVal val="#ppt_h*3.01575"/>
                                          </p:val>
                                        </p:tav>
                                        <p:tav tm="70995">
                                          <p:val>
                                            <p:strVal val="#ppt_h*2.45771"/>
                                          </p:val>
                                        </p:tav>
                                        <p:tav tm="72602">
                                          <p:val>
                                            <p:strVal val="#ppt_h*2.05099"/>
                                          </p:val>
                                        </p:tav>
                                        <p:tav tm="74208">
                                          <p:val>
                                            <p:strVal val="#ppt_h*1.76345"/>
                                          </p:val>
                                        </p:tav>
                                        <p:tav tm="75814">
                                          <p:val>
                                            <p:strVal val="#ppt_h*1.55791"/>
                                          </p:val>
                                        </p:tav>
                                        <p:tav tm="77420">
                                          <p:val>
                                            <p:strVal val="#ppt_h*1.40762"/>
                                          </p:val>
                                        </p:tav>
                                        <p:tav tm="79027">
                                          <p:val>
                                            <p:strVal val="#ppt_h*1.29533"/>
                                          </p:val>
                                        </p:tav>
                                        <p:tav tm="80633">
                                          <p:val>
                                            <p:strVal val="#ppt_h*1.21"/>
                                          </p:val>
                                        </p:tav>
                                        <p:tav tm="82239">
                                          <p:val>
                                            <p:strVal val="#ppt_h*1.14438"/>
                                          </p:val>
                                        </p:tav>
                                        <p:tav tm="83845">
                                          <p:val>
                                            <p:strVal val="#ppt_h*1.09354"/>
                                          </p:val>
                                        </p:tav>
                                        <p:tav tm="85451">
                                          <p:val>
                                            <p:strVal val="#ppt_h*1.05407"/>
                                          </p:val>
                                        </p:tav>
                                        <p:tav tm="87058">
                                          <p:val>
                                            <p:strVal val="#ppt_h*1.02349"/>
                                          </p:val>
                                        </p:tav>
                                        <p:tav tm="90270">
                                          <p:val>
                                            <p:strVal val="#ppt_h*0.98222"/>
                                          </p:val>
                                        </p:tav>
                                        <p:tav tm="95089">
                                          <p:val>
                                            <p:strVal val="#ppt_h*0.95378"/>
                                          </p:val>
                                        </p:tav>
                                        <p:tav tm="99908">
                                          <p:val>
                                            <p:strVal val="#ppt_h*0.949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9" dur="2075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6177">
                                          <p:val>
                                            <p:fltVal val="-46.38"/>
                                          </p:val>
                                        </p:tav>
                                        <p:tav tm="67783">
                                          <p:val>
                                            <p:fltVal val="-36.32"/>
                                          </p:val>
                                        </p:tav>
                                        <p:tav tm="69389">
                                          <p:val>
                                            <p:fltVal val="-27.04"/>
                                          </p:val>
                                        </p:tav>
                                        <p:tav tm="70995">
                                          <p:val>
                                            <p:fltVal val="-19.55"/>
                                          </p:val>
                                        </p:tav>
                                        <p:tav tm="72602">
                                          <p:val>
                                            <p:fltVal val="-14.1"/>
                                          </p:val>
                                        </p:tav>
                                        <p:tav tm="74208">
                                          <p:val>
                                            <p:fltVal val="-10.24"/>
                                          </p:val>
                                        </p:tav>
                                        <p:tav tm="75814">
                                          <p:val>
                                            <p:fltVal val="-7.48"/>
                                          </p:val>
                                        </p:tav>
                                        <p:tav tm="79027">
                                          <p:val>
                                            <p:fltVal val="-3.96"/>
                                          </p:val>
                                        </p:tav>
                                        <p:tav tm="83845">
                                          <p:val>
                                            <p:fltVal val="-1.25"/>
                                          </p:val>
                                        </p:tav>
                                        <p:tav tm="90270">
                                          <p:val>
                                            <p:fltVal val="0.24"/>
                                          </p:val>
                                        </p:tav>
                                        <p:tav tm="99908">
                                          <p:val>
                                            <p:fltVal val="0.6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0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71" dur="1" fill="hold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72" dur="567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3" dur="1" fill="hold">
                                          <p:stCondLst>
                                            <p:cond delay="194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4" dur="226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0695">
                                          <p:val>
                                            <p:strVal val="#ppt_x-1.23105"/>
                                          </p:val>
                                        </p:tav>
                                        <p:tav tm="63642">
                                          <p:val>
                                            <p:strVal val="#ppt_x-1.2372"/>
                                          </p:val>
                                        </p:tav>
                                        <p:tav tm="66588">
                                          <p:val>
                                            <p:strVal val="#ppt_x-1.24225"/>
                                          </p:val>
                                        </p:tav>
                                        <p:tav tm="69534">
                                          <p:val>
                                            <p:strVal val="#ppt_x-1.24538"/>
                                          </p:val>
                                        </p:tav>
                                        <p:tav tm="72481">
                                          <p:val>
                                            <p:strVal val="#ppt_x-1.2472"/>
                                          </p:val>
                                        </p:tav>
                                        <p:tav tm="76900">
                                          <p:val>
                                            <p:strVal val="#ppt_x-1.2487"/>
                                          </p:val>
                                        </p:tav>
                                        <p:tav tm="82793">
                                          <p:val>
                                            <p:strVal val="#ppt_x-1.24965"/>
                                          </p:val>
                                        </p:tav>
                                        <p:tav tm="98998">
                                          <p:val>
                                            <p:strVal val="#ppt_x-1.250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5" dur="226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0695">
                                          <p:val>
                                            <p:strVal val="#ppt_y-0.04327"/>
                                          </p:val>
                                        </p:tav>
                                        <p:tav tm="63642">
                                          <p:val>
                                            <p:strVal val="#ppt_y-0.02947"/>
                                          </p:val>
                                        </p:tav>
                                        <p:tav tm="66588">
                                          <p:val>
                                            <p:strVal val="#ppt_y-0.01799"/>
                                          </p:val>
                                        </p:tav>
                                        <p:tav tm="69534">
                                          <p:val>
                                            <p:strVal val="#ppt_y-0.01077"/>
                                          </p:val>
                                        </p:tav>
                                        <p:tav tm="72481">
                                          <p:val>
                                            <p:strVal val="#ppt_y-0.00655"/>
                                          </p:val>
                                        </p:tav>
                                        <p:tav tm="76900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82793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98998">
                                          <p:val>
                                            <p:strVal val="#ppt_y+0.000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6" dur="226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0695">
                                          <p:val>
                                            <p:strVal val="#ppt_w*4.65396"/>
                                          </p:val>
                                        </p:tav>
                                        <p:tav tm="62168">
                                          <p:val>
                                            <p:strVal val="#ppt_w*4.05891"/>
                                          </p:val>
                                        </p:tav>
                                        <p:tav tm="63642">
                                          <p:val>
                                            <p:strVal val="#ppt_w*3.4756"/>
                                          </p:val>
                                        </p:tav>
                                        <p:tav tm="65115">
                                          <p:val>
                                            <p:strVal val="#ppt_w*2.94576"/>
                                          </p:val>
                                        </p:tav>
                                        <p:tav tm="66588">
                                          <p:val>
                                            <p:strVal val="#ppt_w*2.50484"/>
                                          </p:val>
                                        </p:tav>
                                        <p:tav tm="68061">
                                          <p:val>
                                            <p:strVal val="#ppt_w*2.1606"/>
                                          </p:val>
                                        </p:tav>
                                        <p:tav tm="69534">
                                          <p:val>
                                            <p:strVal val="#ppt_w*1.89871"/>
                                          </p:val>
                                        </p:tav>
                                        <p:tav tm="71007">
                                          <p:val>
                                            <p:strVal val="#ppt_w*1.69936"/>
                                          </p:val>
                                        </p:tav>
                                        <p:tav tm="72481">
                                          <p:val>
                                            <p:strVal val="#ppt_w*1.5458"/>
                                          </p:val>
                                        </p:tav>
                                        <p:tav tm="73954">
                                          <p:val>
                                            <p:strVal val="#ppt_w*1.42576"/>
                                          </p:val>
                                        </p:tav>
                                        <p:tav tm="75427">
                                          <p:val>
                                            <p:strVal val="#ppt_w*1.33064"/>
                                          </p:val>
                                        </p:tav>
                                        <p:tav tm="76900">
                                          <p:val>
                                            <p:strVal val="#ppt_w*1.2544"/>
                                          </p:val>
                                        </p:tav>
                                        <p:tav tm="78373">
                                          <p:val>
                                            <p:strVal val="#ppt_w*1.19275"/>
                                          </p:val>
                                        </p:tav>
                                        <p:tav tm="79847">
                                          <p:val>
                                            <p:strVal val="#ppt_w*1.14257"/>
                                          </p:val>
                                        </p:tav>
                                        <p:tav tm="82793">
                                          <p:val>
                                            <p:strVal val="#ppt_w*1.068"/>
                                          </p:val>
                                        </p:tav>
                                        <p:tav tm="85739">
                                          <p:val>
                                            <p:strVal val="#ppt_w*1.01815"/>
                                          </p:val>
                                        </p:tav>
                                        <p:tav tm="90159">
                                          <p:val>
                                            <p:strVal val="#ppt_w*0.97393"/>
                                          </p:val>
                                        </p:tav>
                                        <p:tav tm="94578">
                                          <p:val>
                                            <p:strVal val="#ppt_w*0.95369"/>
                                          </p:val>
                                        </p:tav>
                                        <p:tav tm="98998">
                                          <p:val>
                                            <p:strVal val="#ppt_w*0.948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7" dur="226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0695">
                                          <p:val>
                                            <p:strVal val="#ppt_h*4.65396"/>
                                          </p:val>
                                        </p:tav>
                                        <p:tav tm="62168">
                                          <p:val>
                                            <p:strVal val="#ppt_h*4.05891"/>
                                          </p:val>
                                        </p:tav>
                                        <p:tav tm="63642">
                                          <p:val>
                                            <p:strVal val="#ppt_h*3.4756"/>
                                          </p:val>
                                        </p:tav>
                                        <p:tav tm="65115">
                                          <p:val>
                                            <p:strVal val="#ppt_h*2.94576"/>
                                          </p:val>
                                        </p:tav>
                                        <p:tav tm="66588">
                                          <p:val>
                                            <p:strVal val="#ppt_h*2.50484"/>
                                          </p:val>
                                        </p:tav>
                                        <p:tav tm="68061">
                                          <p:val>
                                            <p:strVal val="#ppt_h*2.1606"/>
                                          </p:val>
                                        </p:tav>
                                        <p:tav tm="69534">
                                          <p:val>
                                            <p:strVal val="#ppt_h*1.89871"/>
                                          </p:val>
                                        </p:tav>
                                        <p:tav tm="71007">
                                          <p:val>
                                            <p:strVal val="#ppt_h*1.69936"/>
                                          </p:val>
                                        </p:tav>
                                        <p:tav tm="72481">
                                          <p:val>
                                            <p:strVal val="#ppt_h*1.5458"/>
                                          </p:val>
                                        </p:tav>
                                        <p:tav tm="73954">
                                          <p:val>
                                            <p:strVal val="#ppt_h*1.42576"/>
                                          </p:val>
                                        </p:tav>
                                        <p:tav tm="75427">
                                          <p:val>
                                            <p:strVal val="#ppt_h*1.33064"/>
                                          </p:val>
                                        </p:tav>
                                        <p:tav tm="76900">
                                          <p:val>
                                            <p:strVal val="#ppt_h*1.2544"/>
                                          </p:val>
                                        </p:tav>
                                        <p:tav tm="78373">
                                          <p:val>
                                            <p:strVal val="#ppt_h*1.19275"/>
                                          </p:val>
                                        </p:tav>
                                        <p:tav tm="79847">
                                          <p:val>
                                            <p:strVal val="#ppt_h*1.14257"/>
                                          </p:val>
                                        </p:tav>
                                        <p:tav tm="82793">
                                          <p:val>
                                            <p:strVal val="#ppt_h*1.068"/>
                                          </p:val>
                                        </p:tav>
                                        <p:tav tm="85739">
                                          <p:val>
                                            <p:strVal val="#ppt_h*1.01815"/>
                                          </p:val>
                                        </p:tav>
                                        <p:tav tm="90159">
                                          <p:val>
                                            <p:strVal val="#ppt_h*0.97393"/>
                                          </p:val>
                                        </p:tav>
                                        <p:tav tm="94578">
                                          <p:val>
                                            <p:strVal val="#ppt_h*0.95369"/>
                                          </p:val>
                                        </p:tav>
                                        <p:tav tm="98998">
                                          <p:val>
                                            <p:strVal val="#ppt_h*0.948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8" dur="226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0695">
                                          <p:val>
                                            <p:fltVal val="20.17"/>
                                          </p:val>
                                        </p:tav>
                                        <p:tav tm="63642">
                                          <p:val>
                                            <p:fltVal val="13.67"/>
                                          </p:val>
                                        </p:tav>
                                        <p:tav tm="66588">
                                          <p:val>
                                            <p:fltVal val="8.31"/>
                                          </p:val>
                                        </p:tav>
                                        <p:tav tm="69534">
                                          <p:val>
                                            <p:fltVal val="4.96"/>
                                          </p:val>
                                        </p:tav>
                                        <p:tav tm="72481">
                                          <p:val>
                                            <p:fltVal val="3.01"/>
                                          </p:val>
                                        </p:tav>
                                        <p:tav tm="76900">
                                          <p:val>
                                            <p:fltVal val="1.4"/>
                                          </p:val>
                                        </p:tav>
                                        <p:tav tm="82793">
                                          <p:val>
                                            <p:fltVal val="0.38"/>
                                          </p:val>
                                        </p:tav>
                                        <p:tav tm="98998">
                                          <p:val>
                                            <p:fltVal val="-0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9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80" dur="1" fill="hold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81" dur="533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2" dur="1" fill="hold">
                                          <p:stCondLst>
                                            <p:cond delay="1907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3" dur="22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2411">
                                          <p:val>
                                            <p:strVal val="#ppt_x-1.21031"/>
                                          </p:val>
                                        </p:tav>
                                        <p:tav tm="63926">
                                          <p:val>
                                            <p:strVal val="#ppt_x-1.21225"/>
                                          </p:val>
                                        </p:tav>
                                        <p:tav tm="66956">
                                          <p:val>
                                            <p:strVal val="#ppt_x-1.22594"/>
                                          </p:val>
                                        </p:tav>
                                        <p:tav tm="68471">
                                          <p:val>
                                            <p:strVal val="#ppt_x-1.23177"/>
                                          </p:val>
                                        </p:tav>
                                        <p:tav tm="69986">
                                          <p:val>
                                            <p:strVal val="#ppt_x-1.23634"/>
                                          </p:val>
                                        </p:tav>
                                        <p:tav tm="71500">
                                          <p:val>
                                            <p:strVal val="#ppt_x-1.23974"/>
                                          </p:val>
                                        </p:tav>
                                        <p:tav tm="73015">
                                          <p:val>
                                            <p:strVal val="#ppt_x-1.24225"/>
                                          </p:val>
                                        </p:tav>
                                        <p:tav tm="74530">
                                          <p:val>
                                            <p:strVal val="#ppt_x-1.24412"/>
                                          </p:val>
                                        </p:tav>
                                        <p:tav tm="79075">
                                          <p:val>
                                            <p:strVal val="#ppt_x-1.2475"/>
                                          </p:val>
                                        </p:tav>
                                        <p:tav tm="83619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89678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8767">
                                          <p:val>
                                            <p:strVal val="#ppt_x-1.25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4" dur="22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2411">
                                          <p:val>
                                            <p:strVal val="#ppt_y-0.00814"/>
                                          </p:val>
                                        </p:tav>
                                        <p:tav tm="63926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69986">
                                          <p:val>
                                            <p:strVal val="#ppt_y-0.0028"/>
                                          </p:val>
                                        </p:tav>
                                        <p:tav tm="74530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98767">
                                          <p:val>
                                            <p:strVal val="#ppt_y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5" dur="22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2411">
                                          <p:val>
                                            <p:strVal val="#ppt_w*4.74895"/>
                                          </p:val>
                                        </p:tav>
                                        <p:tav tm="63926">
                                          <p:val>
                                            <p:strVal val="#ppt_w*4.56255"/>
                                          </p:val>
                                        </p:tav>
                                        <p:tav tm="65441">
                                          <p:val>
                                            <p:strVal val="#ppt_w*3.89626"/>
                                          </p:val>
                                        </p:tav>
                                        <p:tav tm="66956">
                                          <p:val>
                                            <p:strVal val="#ppt_w*3.25846"/>
                                          </p:val>
                                        </p:tav>
                                        <p:tav tm="68471">
                                          <p:val>
                                            <p:strVal val="#ppt_w*2.70785"/>
                                          </p:val>
                                        </p:tav>
                                        <p:tav tm="69986">
                                          <p:val>
                                            <p:strVal val="#ppt_w*2.2775"/>
                                          </p:val>
                                        </p:tav>
                                        <p:tav tm="71500">
                                          <p:val>
                                            <p:strVal val="#ppt_w*1.95831"/>
                                          </p:val>
                                        </p:tav>
                                        <p:tav tm="73015">
                                          <p:val>
                                            <p:strVal val="#ppt_w*1.72345"/>
                                          </p:val>
                                        </p:tav>
                                        <p:tav tm="74530">
                                          <p:val>
                                            <p:strVal val="#ppt_w*1.54839"/>
                                          </p:val>
                                        </p:tav>
                                        <p:tav tm="76045">
                                          <p:val>
                                            <p:strVal val="#ppt_w*1.41552"/>
                                          </p:val>
                                        </p:tav>
                                        <p:tav tm="77560">
                                          <p:val>
                                            <p:strVal val="#ppt_w*1.31295"/>
                                          </p:val>
                                        </p:tav>
                                        <p:tav tm="79075">
                                          <p:val>
                                            <p:strVal val="#ppt_w*1.23268"/>
                                          </p:val>
                                        </p:tav>
                                        <p:tav tm="80589">
                                          <p:val>
                                            <p:strVal val="#ppt_w*1.16921"/>
                                          </p:val>
                                        </p:tav>
                                        <p:tav tm="82104">
                                          <p:val>
                                            <p:strVal val="#ppt_w*1.11868"/>
                                          </p:val>
                                        </p:tav>
                                        <p:tav tm="83619">
                                          <p:val>
                                            <p:strVal val="#ppt_w*1.0783"/>
                                          </p:val>
                                        </p:tav>
                                        <p:tav tm="86649">
                                          <p:val>
                                            <p:strVal val="#ppt_w*1.02033"/>
                                          </p:val>
                                        </p:tav>
                                        <p:tav tm="89678">
                                          <p:val>
                                            <p:strVal val="#ppt_w*0.98412"/>
                                          </p:val>
                                        </p:tav>
                                        <p:tav tm="94223">
                                          <p:val>
                                            <p:strVal val="#ppt_w*0.95656"/>
                                          </p:val>
                                        </p:tav>
                                        <p:tav tm="98767">
                                          <p:val>
                                            <p:strVal val="#ppt_w*0.949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6" dur="22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2411">
                                          <p:val>
                                            <p:strVal val="#ppt_h*4.74895"/>
                                          </p:val>
                                        </p:tav>
                                        <p:tav tm="63926">
                                          <p:val>
                                            <p:strVal val="#ppt_h*4.56255"/>
                                          </p:val>
                                        </p:tav>
                                        <p:tav tm="65441">
                                          <p:val>
                                            <p:strVal val="#ppt_h*3.89626"/>
                                          </p:val>
                                        </p:tav>
                                        <p:tav tm="66956">
                                          <p:val>
                                            <p:strVal val="#ppt_h*3.25846"/>
                                          </p:val>
                                        </p:tav>
                                        <p:tav tm="68471">
                                          <p:val>
                                            <p:strVal val="#ppt_h*2.70785"/>
                                          </p:val>
                                        </p:tav>
                                        <p:tav tm="69986">
                                          <p:val>
                                            <p:strVal val="#ppt_h*2.2775"/>
                                          </p:val>
                                        </p:tav>
                                        <p:tav tm="71500">
                                          <p:val>
                                            <p:strVal val="#ppt_h*1.95831"/>
                                          </p:val>
                                        </p:tav>
                                        <p:tav tm="73015">
                                          <p:val>
                                            <p:strVal val="#ppt_h*1.72345"/>
                                          </p:val>
                                        </p:tav>
                                        <p:tav tm="74530">
                                          <p:val>
                                            <p:strVal val="#ppt_h*1.54839"/>
                                          </p:val>
                                        </p:tav>
                                        <p:tav tm="76045">
                                          <p:val>
                                            <p:strVal val="#ppt_h*1.41552"/>
                                          </p:val>
                                        </p:tav>
                                        <p:tav tm="77560">
                                          <p:val>
                                            <p:strVal val="#ppt_h*1.31295"/>
                                          </p:val>
                                        </p:tav>
                                        <p:tav tm="79075">
                                          <p:val>
                                            <p:strVal val="#ppt_h*1.23268"/>
                                          </p:val>
                                        </p:tav>
                                        <p:tav tm="80589">
                                          <p:val>
                                            <p:strVal val="#ppt_h*1.16921"/>
                                          </p:val>
                                        </p:tav>
                                        <p:tav tm="82104">
                                          <p:val>
                                            <p:strVal val="#ppt_h*1.11868"/>
                                          </p:val>
                                        </p:tav>
                                        <p:tav tm="83619">
                                          <p:val>
                                            <p:strVal val="#ppt_h*1.0783"/>
                                          </p:val>
                                        </p:tav>
                                        <p:tav tm="86649">
                                          <p:val>
                                            <p:strVal val="#ppt_h*1.02033"/>
                                          </p:val>
                                        </p:tav>
                                        <p:tav tm="89678">
                                          <p:val>
                                            <p:strVal val="#ppt_h*0.98412"/>
                                          </p:val>
                                        </p:tav>
                                        <p:tav tm="94223">
                                          <p:val>
                                            <p:strVal val="#ppt_h*0.95656"/>
                                          </p:val>
                                        </p:tav>
                                        <p:tav tm="98767">
                                          <p:val>
                                            <p:strVal val="#ppt_h*0.949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7" dur="22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2411">
                                          <p:val>
                                            <p:fltVal val="32.24"/>
                                          </p:val>
                                        </p:tav>
                                        <p:tav tm="63926">
                                          <p:val>
                                            <p:fltVal val="30.64"/>
                                          </p:val>
                                        </p:tav>
                                        <p:tav tm="66956">
                                          <p:val>
                                            <p:fltVal val="19.42"/>
                                          </p:val>
                                        </p:tav>
                                        <p:tav tm="68471">
                                          <p:val>
                                            <p:fltVal val="14.69"/>
                                          </p:val>
                                        </p:tav>
                                        <p:tav tm="69986">
                                          <p:val>
                                            <p:fltVal val="10.99"/>
                                          </p:val>
                                        </p:tav>
                                        <p:tav tm="71500">
                                          <p:val>
                                            <p:fltVal val="8.24"/>
                                          </p:val>
                                        </p:tav>
                                        <p:tav tm="74530">
                                          <p:val>
                                            <p:fltVal val="4.72"/>
                                          </p:val>
                                        </p:tav>
                                        <p:tav tm="79075">
                                          <p:val>
                                            <p:fltVal val="2"/>
                                          </p:val>
                                        </p:tav>
                                        <p:tav tm="83619">
                                          <p:val>
                                            <p:fltVal val="0.67"/>
                                          </p:val>
                                        </p:tav>
                                        <p:tav tm="89678">
                                          <p:val>
                                            <p:fltVal val="-0.14"/>
                                          </p:val>
                                        </p:tav>
                                        <p:tav tm="98767">
                                          <p:val>
                                            <p:fltVal val="-0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8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89" dur="1" fill="hold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90" dur="567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1" dur="1" fill="hold">
                                          <p:stCondLst>
                                            <p:cond delay="194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2" dur="226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0756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9909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3" dur="226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0756">
                                          <p:val>
                                            <p:strVal val="#ppt_y-0.03953"/>
                                          </p:val>
                                        </p:tav>
                                        <p:tav tm="65179">
                                          <p:val>
                                            <p:strVal val="#ppt_y-0.02269"/>
                                          </p:val>
                                        </p:tav>
                                        <p:tav tm="66654">
                                          <p:val>
                                            <p:strVal val="#ppt_y-0.01783"/>
                                          </p:val>
                                        </p:tav>
                                        <p:tav tm="69603">
                                          <p:val>
                                            <p:strVal val="#ppt_y-0.01081"/>
                                          </p:val>
                                        </p:tav>
                                        <p:tav tm="72553">
                                          <p:val>
                                            <p:strVal val="#ppt_y-0.0066"/>
                                          </p:val>
                                        </p:tav>
                                        <p:tav tm="76977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82875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99096">
                                          <p:val>
                                            <p:strVal val="#ppt_y+0.000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4" dur="226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0756">
                                          <p:val>
                                            <p:strVal val="#ppt_w*4.74378"/>
                                          </p:val>
                                        </p:tav>
                                        <p:tav tm="62230">
                                          <p:val>
                                            <p:strVal val="#ppt_w*4.16454"/>
                                          </p:val>
                                        </p:tav>
                                        <p:tav tm="63705">
                                          <p:val>
                                            <p:strVal val="#ppt_w*3.57071"/>
                                          </p:val>
                                        </p:tav>
                                        <p:tav tm="65179">
                                          <p:val>
                                            <p:strVal val="#ppt_w*3.0239"/>
                                          </p:val>
                                        </p:tav>
                                        <p:tav tm="66654">
                                          <p:val>
                                            <p:strVal val="#ppt_w*2.56361"/>
                                          </p:val>
                                        </p:tav>
                                        <p:tav tm="68129">
                                          <p:val>
                                            <p:strVal val="#ppt_w*2.20255"/>
                                          </p:val>
                                        </p:tav>
                                        <p:tav tm="69603">
                                          <p:val>
                                            <p:strVal val="#ppt_w*1.92814"/>
                                          </p:val>
                                        </p:tav>
                                        <p:tav tm="71078">
                                          <p:val>
                                            <p:strVal val="#ppt_w*1.72004"/>
                                          </p:val>
                                        </p:tav>
                                        <p:tav tm="72553">
                                          <p:val>
                                            <p:strVal val="#ppt_w*1.56042"/>
                                          </p:val>
                                        </p:tav>
                                        <p:tav tm="74027">
                                          <p:val>
                                            <p:strVal val="#ppt_w*1.43615"/>
                                          </p:val>
                                        </p:tav>
                                        <p:tav tm="75502">
                                          <p:val>
                                            <p:strVal val="#ppt_w*1.33803"/>
                                          </p:val>
                                        </p:tav>
                                        <p:tav tm="76977">
                                          <p:val>
                                            <p:strVal val="#ppt_w*1.25963"/>
                                          </p:val>
                                        </p:tav>
                                        <p:tav tm="78451">
                                          <p:val>
                                            <p:strVal val="#ppt_w*1.1964"/>
                                          </p:val>
                                        </p:tav>
                                        <p:tav tm="79926">
                                          <p:val>
                                            <p:strVal val="#ppt_w*1.14507"/>
                                          </p:val>
                                        </p:tav>
                                        <p:tav tm="82875">
                                          <p:val>
                                            <p:strVal val="#ppt_w*1.06903"/>
                                          </p:val>
                                        </p:tav>
                                        <p:tav tm="85825">
                                          <p:val>
                                            <p:strVal val="#ppt_w*1.01838"/>
                                          </p:val>
                                        </p:tav>
                                        <p:tav tm="90249">
                                          <p:val>
                                            <p:strVal val="#ppt_w*0.97367"/>
                                          </p:val>
                                        </p:tav>
                                        <p:tav tm="94672">
                                          <p:val>
                                            <p:strVal val="#ppt_w*0.9534"/>
                                          </p:val>
                                        </p:tav>
                                        <p:tav tm="99096">
                                          <p:val>
                                            <p:strVal val="#ppt_w*0.948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5" dur="226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0756">
                                          <p:val>
                                            <p:strVal val="#ppt_h*4.74378"/>
                                          </p:val>
                                        </p:tav>
                                        <p:tav tm="62230">
                                          <p:val>
                                            <p:strVal val="#ppt_h*4.16454"/>
                                          </p:val>
                                        </p:tav>
                                        <p:tav tm="63705">
                                          <p:val>
                                            <p:strVal val="#ppt_h*3.57071"/>
                                          </p:val>
                                        </p:tav>
                                        <p:tav tm="65179">
                                          <p:val>
                                            <p:strVal val="#ppt_h*3.0239"/>
                                          </p:val>
                                        </p:tav>
                                        <p:tav tm="66654">
                                          <p:val>
                                            <p:strVal val="#ppt_h*2.56361"/>
                                          </p:val>
                                        </p:tav>
                                        <p:tav tm="68129">
                                          <p:val>
                                            <p:strVal val="#ppt_h*2.20255"/>
                                          </p:val>
                                        </p:tav>
                                        <p:tav tm="69603">
                                          <p:val>
                                            <p:strVal val="#ppt_h*1.92814"/>
                                          </p:val>
                                        </p:tav>
                                        <p:tav tm="71078">
                                          <p:val>
                                            <p:strVal val="#ppt_h*1.72004"/>
                                          </p:val>
                                        </p:tav>
                                        <p:tav tm="72553">
                                          <p:val>
                                            <p:strVal val="#ppt_h*1.56042"/>
                                          </p:val>
                                        </p:tav>
                                        <p:tav tm="74027">
                                          <p:val>
                                            <p:strVal val="#ppt_h*1.43615"/>
                                          </p:val>
                                        </p:tav>
                                        <p:tav tm="75502">
                                          <p:val>
                                            <p:strVal val="#ppt_h*1.33803"/>
                                          </p:val>
                                        </p:tav>
                                        <p:tav tm="76977">
                                          <p:val>
                                            <p:strVal val="#ppt_h*1.25963"/>
                                          </p:val>
                                        </p:tav>
                                        <p:tav tm="78451">
                                          <p:val>
                                            <p:strVal val="#ppt_h*1.1964"/>
                                          </p:val>
                                        </p:tav>
                                        <p:tav tm="79926">
                                          <p:val>
                                            <p:strVal val="#ppt_h*1.14507"/>
                                          </p:val>
                                        </p:tav>
                                        <p:tav tm="82875">
                                          <p:val>
                                            <p:strVal val="#ppt_h*1.06903"/>
                                          </p:val>
                                        </p:tav>
                                        <p:tav tm="85825">
                                          <p:val>
                                            <p:strVal val="#ppt_h*1.01838"/>
                                          </p:val>
                                        </p:tav>
                                        <p:tav tm="90249">
                                          <p:val>
                                            <p:strVal val="#ppt_h*0.97367"/>
                                          </p:val>
                                        </p:tav>
                                        <p:tav tm="94672">
                                          <p:val>
                                            <p:strVal val="#ppt_h*0.9534"/>
                                          </p:val>
                                        </p:tav>
                                        <p:tav tm="99096">
                                          <p:val>
                                            <p:strVal val="#ppt_h*0.948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6" dur="226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0756">
                                          <p:val>
                                            <p:fltVal val="-93.66"/>
                                          </p:val>
                                        </p:tav>
                                        <p:tav tm="63705">
                                          <p:val>
                                            <p:fltVal val="-64.31"/>
                                          </p:val>
                                        </p:tav>
                                        <p:tav tm="65179">
                                          <p:val>
                                            <p:fltVal val="-50.63"/>
                                          </p:val>
                                        </p:tav>
                                        <p:tav tm="66654">
                                          <p:val>
                                            <p:fltVal val="-39.12"/>
                                          </p:val>
                                        </p:tav>
                                        <p:tav tm="68129">
                                          <p:val>
                                            <p:fltVal val="-30.08"/>
                                          </p:val>
                                        </p:tav>
                                        <p:tav tm="69603">
                                          <p:val>
                                            <p:fltVal val="-23.22"/>
                                          </p:val>
                                        </p:tav>
                                        <p:tav tm="71078">
                                          <p:val>
                                            <p:fltVal val="-18.01"/>
                                          </p:val>
                                        </p:tav>
                                        <p:tav tm="72553">
                                          <p:val>
                                            <p:fltVal val="-14.02"/>
                                          </p:val>
                                        </p:tav>
                                        <p:tav tm="74027">
                                          <p:val>
                                            <p:fltVal val="-10.91"/>
                                          </p:val>
                                        </p:tav>
                                        <p:tav tm="76977">
                                          <p:val>
                                            <p:fltVal val="-6.5"/>
                                          </p:val>
                                        </p:tav>
                                        <p:tav tm="79926">
                                          <p:val>
                                            <p:fltVal val="-3.63"/>
                                          </p:val>
                                        </p:tav>
                                        <p:tav tm="82875">
                                          <p:val>
                                            <p:fltVal val="-1.73"/>
                                          </p:val>
                                        </p:tav>
                                        <p:tav tm="85825">
                                          <p:val>
                                            <p:fltVal val="-0.46"/>
                                          </p:val>
                                        </p:tav>
                                        <p:tav tm="90249">
                                          <p:val>
                                            <p:fltVal val="0.66"/>
                                          </p:val>
                                        </p:tav>
                                        <p:tav tm="99096">
                                          <p:val>
                                            <p:fltVal val="1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7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098" dur="1" fill="hold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099" dur="600">
                                          <p:stCondLst>
                                            <p:cond delay="1373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0" dur="1" fill="hold">
                                          <p:stCondLst>
                                            <p:cond delay="1973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1" dur="2284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0134">
                                          <p:val>
                                            <p:strVal val="#ppt_x-1.27149"/>
                                          </p:val>
                                        </p:tav>
                                        <p:tav tm="61594">
                                          <p:val>
                                            <p:strVal val="#ppt_x-1.2713"/>
                                          </p:val>
                                        </p:tav>
                                        <p:tav tm="64513">
                                          <p:val>
                                            <p:strVal val="#ppt_x-1.26439"/>
                                          </p:val>
                                        </p:tav>
                                        <p:tav tm="67432">
                                          <p:val>
                                            <p:strVal val="#ppt_x-1.25868"/>
                                          </p:val>
                                        </p:tav>
                                        <p:tav tm="70351">
                                          <p:val>
                                            <p:strVal val="#ppt_x-1.25514"/>
                                          </p:val>
                                        </p:tav>
                                        <p:tav tm="73270">
                                          <p:val>
                                            <p:strVal val="#ppt_x-1.2531"/>
                                          </p:val>
                                        </p:tav>
                                        <p:tav tm="77649">
                                          <p:val>
                                            <p:strVal val="#ppt_x-1.25143"/>
                                          </p:val>
                                        </p:tav>
                                        <p:tav tm="83487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99543">
                                          <p:val>
                                            <p:strVal val="#ppt_x-1.249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2" dur="2284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0134">
                                          <p:val>
                                            <p:strVal val="#ppt_y-0.01349"/>
                                          </p:val>
                                        </p:tav>
                                        <p:tav tm="61594">
                                          <p:val>
                                            <p:strVal val="#ppt_y-0.01337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00543"/>
                                          </p:val>
                                        </p:tav>
                                        <p:tav tm="73270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83487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9543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3" dur="2284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0134">
                                          <p:val>
                                            <p:strVal val="#ppt_w*4.76199"/>
                                          </p:val>
                                        </p:tav>
                                        <p:tav tm="61594">
                                          <p:val>
                                            <p:strVal val="#ppt_w*4.72915"/>
                                          </p:val>
                                        </p:tav>
                                        <p:tav tm="63053">
                                          <p:val>
                                            <p:strVal val="#ppt_w*4.12152"/>
                                          </p:val>
                                        </p:tav>
                                        <p:tav tm="64513">
                                          <p:val>
                                            <p:strVal val="#ppt_w*3.52322"/>
                                          </p:val>
                                        </p:tav>
                                        <p:tav tm="65973">
                                          <p:val>
                                            <p:strVal val="#ppt_w*2.97779"/>
                                          </p:val>
                                        </p:tav>
                                        <p:tav tm="67432">
                                          <p:val>
                                            <p:strVal val="#ppt_w*2.52377"/>
                                          </p:val>
                                        </p:tav>
                                        <p:tav tm="68892">
                                          <p:val>
                                            <p:strVal val="#ppt_w*2.17045"/>
                                          </p:val>
                                        </p:tav>
                                        <p:tav tm="70351">
                                          <p:val>
                                            <p:strVal val="#ppt_w*1.90295"/>
                                          </p:val>
                                        </p:tav>
                                        <p:tav tm="71811">
                                          <p:val>
                                            <p:strVal val="#ppt_w*1.70033"/>
                                          </p:val>
                                        </p:tav>
                                        <p:tav tm="73270">
                                          <p:val>
                                            <p:strVal val="#ppt_w*1.54492"/>
                                          </p:val>
                                        </p:tav>
                                        <p:tav tm="74730">
                                          <p:val>
                                            <p:strVal val="#ppt_w*1.4239"/>
                                          </p:val>
                                        </p:tav>
                                        <p:tav tm="76190">
                                          <p:val>
                                            <p:strVal val="#ppt_w*1.32834"/>
                                          </p:val>
                                        </p:tav>
                                        <p:tav tm="77649">
                                          <p:val>
                                            <p:strVal val="#ppt_w*1.25198"/>
                                          </p:val>
                                        </p:tav>
                                        <p:tav tm="79109">
                                          <p:val>
                                            <p:strVal val="#ppt_w*1.19043"/>
                                          </p:val>
                                        </p:tav>
                                        <p:tav tm="80568">
                                          <p:val>
                                            <p:strVal val="#ppt_w*1.1405"/>
                                          </p:val>
                                        </p:tav>
                                        <p:tav tm="83487">
                                          <p:val>
                                            <p:strVal val="#ppt_w*1.06665"/>
                                          </p:val>
                                        </p:tav>
                                        <p:tav tm="86407">
                                          <p:val>
                                            <p:strVal val="#ppt_w*1.01768"/>
                                          </p:val>
                                        </p:tav>
                                        <p:tav tm="90785">
                                          <p:val>
                                            <p:strVal val="#ppt_w*0.97488"/>
                                          </p:val>
                                        </p:tav>
                                        <p:tav tm="95164">
                                          <p:val>
                                            <p:strVal val="#ppt_w*0.95606"/>
                                          </p:val>
                                        </p:tav>
                                        <p:tav tm="99543">
                                          <p:val>
                                            <p:strVal val="#ppt_w*0.95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4" dur="2284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0134">
                                          <p:val>
                                            <p:strVal val="#ppt_h*4.76199"/>
                                          </p:val>
                                        </p:tav>
                                        <p:tav tm="61594">
                                          <p:val>
                                            <p:strVal val="#ppt_h*4.72915"/>
                                          </p:val>
                                        </p:tav>
                                        <p:tav tm="63053">
                                          <p:val>
                                            <p:strVal val="#ppt_h*4.12152"/>
                                          </p:val>
                                        </p:tav>
                                        <p:tav tm="64513">
                                          <p:val>
                                            <p:strVal val="#ppt_h*3.52322"/>
                                          </p:val>
                                        </p:tav>
                                        <p:tav tm="65973">
                                          <p:val>
                                            <p:strVal val="#ppt_h*2.97779"/>
                                          </p:val>
                                        </p:tav>
                                        <p:tav tm="67432">
                                          <p:val>
                                            <p:strVal val="#ppt_h*2.52377"/>
                                          </p:val>
                                        </p:tav>
                                        <p:tav tm="68892">
                                          <p:val>
                                            <p:strVal val="#ppt_h*2.17045"/>
                                          </p:val>
                                        </p:tav>
                                        <p:tav tm="70351">
                                          <p:val>
                                            <p:strVal val="#ppt_h*1.90295"/>
                                          </p:val>
                                        </p:tav>
                                        <p:tav tm="71811">
                                          <p:val>
                                            <p:strVal val="#ppt_h*1.70033"/>
                                          </p:val>
                                        </p:tav>
                                        <p:tav tm="73270">
                                          <p:val>
                                            <p:strVal val="#ppt_h*1.54492"/>
                                          </p:val>
                                        </p:tav>
                                        <p:tav tm="74730">
                                          <p:val>
                                            <p:strVal val="#ppt_h*1.4239"/>
                                          </p:val>
                                        </p:tav>
                                        <p:tav tm="76190">
                                          <p:val>
                                            <p:strVal val="#ppt_h*1.32834"/>
                                          </p:val>
                                        </p:tav>
                                        <p:tav tm="77649">
                                          <p:val>
                                            <p:strVal val="#ppt_h*1.25198"/>
                                          </p:val>
                                        </p:tav>
                                        <p:tav tm="79109">
                                          <p:val>
                                            <p:strVal val="#ppt_h*1.19043"/>
                                          </p:val>
                                        </p:tav>
                                        <p:tav tm="80568">
                                          <p:val>
                                            <p:strVal val="#ppt_h*1.1405"/>
                                          </p:val>
                                        </p:tav>
                                        <p:tav tm="83487">
                                          <p:val>
                                            <p:strVal val="#ppt_h*1.06665"/>
                                          </p:val>
                                        </p:tav>
                                        <p:tav tm="86407">
                                          <p:val>
                                            <p:strVal val="#ppt_h*1.01768"/>
                                          </p:val>
                                        </p:tav>
                                        <p:tav tm="90785">
                                          <p:val>
                                            <p:strVal val="#ppt_h*0.97488"/>
                                          </p:val>
                                        </p:tav>
                                        <p:tav tm="95164">
                                          <p:val>
                                            <p:strVal val="#ppt_h*0.95606"/>
                                          </p:val>
                                        </p:tav>
                                        <p:tav tm="99543">
                                          <p:val>
                                            <p:strVal val="#ppt_h*0.95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5" dur="2284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0134">
                                          <p:val>
                                            <p:fltVal val="12.02"/>
                                          </p:val>
                                        </p:tav>
                                        <p:tav tm="61594">
                                          <p:val>
                                            <p:fltVal val="11.92"/>
                                          </p:val>
                                        </p:tav>
                                        <p:tav tm="64513">
                                          <p:val>
                                            <p:fltVal val="8.06"/>
                                          </p:val>
                                        </p:tav>
                                        <p:tav tm="67432">
                                          <p:val>
                                            <p:fltVal val="4.87"/>
                                          </p:val>
                                        </p:tav>
                                        <p:tav tm="70351">
                                          <p:val>
                                            <p:fltVal val="2.89"/>
                                          </p:val>
                                        </p:tav>
                                        <p:tav tm="73270">
                                          <p:val>
                                            <p:fltVal val="1.74"/>
                                          </p:val>
                                        </p:tav>
                                        <p:tav tm="83487">
                                          <p:val>
                                            <p:fltVal val="0.21"/>
                                          </p:val>
                                        </p:tav>
                                        <p:tav tm="99543">
                                          <p:val>
                                            <p:fltVal val="-0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6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07" dur="1" fill="hold">
                                          <p:stCondLst>
                                            <p:cond delay="1473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8" dur="133">
                                          <p:stCondLst>
                                            <p:cond delay="1473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9" dur="1" fill="hold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0" dur="203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0820">
                                          <p:val>
                                            <p:strVal val="#ppt_x-1.62529"/>
                                          </p:val>
                                        </p:tav>
                                        <p:tav tm="72459">
                                          <p:val>
                                            <p:strVal val="#ppt_x-1.62291"/>
                                          </p:val>
                                        </p:tav>
                                        <p:tav tm="74098">
                                          <p:val>
                                            <p:strVal val="#ppt_x-1.6144"/>
                                          </p:val>
                                        </p:tav>
                                        <p:tav tm="75738">
                                          <p:val>
                                            <p:strVal val="#ppt_x-1.5965"/>
                                          </p:val>
                                        </p:tav>
                                        <p:tav tm="77377">
                                          <p:val>
                                            <p:strVal val="#ppt_x-1.5636"/>
                                          </p:val>
                                        </p:tav>
                                        <p:tav tm="79016">
                                          <p:val>
                                            <p:strVal val="#ppt_x-1.51041"/>
                                          </p:val>
                                        </p:tav>
                                        <p:tav tm="80656">
                                          <p:val>
                                            <p:strVal val="#ppt_x-1.44769"/>
                                          </p:val>
                                        </p:tav>
                                        <p:tav tm="82295">
                                          <p:val>
                                            <p:strVal val="#ppt_x-1.39499"/>
                                          </p:val>
                                        </p:tav>
                                        <p:tav tm="83934">
                                          <p:val>
                                            <p:strVal val="#ppt_x-1.35468"/>
                                          </p:val>
                                        </p:tav>
                                        <p:tav tm="85574">
                                          <p:val>
                                            <p:strVal val="#ppt_x-1.32407"/>
                                          </p:val>
                                        </p:tav>
                                        <p:tav tm="87213">
                                          <p:val>
                                            <p:strVal val="#ppt_x-1.30104"/>
                                          </p:val>
                                        </p:tav>
                                        <p:tav tm="88852">
                                          <p:val>
                                            <p:strVal val="#ppt_x-1.28388"/>
                                          </p:val>
                                        </p:tav>
                                        <p:tav tm="90492">
                                          <p:val>
                                            <p:strVal val="#ppt_x-1.27127"/>
                                          </p:val>
                                        </p:tav>
                                        <p:tav tm="92131">
                                          <p:val>
                                            <p:strVal val="#ppt_x-1.26221"/>
                                          </p:val>
                                        </p:tav>
                                        <p:tav tm="93770">
                                          <p:val>
                                            <p:strVal val="#ppt_x-1.25598"/>
                                          </p:val>
                                        </p:tav>
                                        <p:tav tm="95410">
                                          <p:val>
                                            <p:strVal val="#ppt_x-1.25204"/>
                                          </p:val>
                                        </p:tav>
                                        <p:tav tm="970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689">
                                          <p:val>
                                            <p:strVal val="#ppt_x-1.249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1" dur="203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0820">
                                          <p:val>
                                            <p:strVal val="#ppt_y+0.0195"/>
                                          </p:val>
                                        </p:tav>
                                        <p:tav tm="72459">
                                          <p:val>
                                            <p:strVal val="#ppt_y+0.01702"/>
                                          </p:val>
                                        </p:tav>
                                        <p:tav tm="74098">
                                          <p:val>
                                            <p:strVal val="#ppt_y+0.00814"/>
                                          </p:val>
                                        </p:tav>
                                        <p:tav tm="75738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77377">
                                          <p:val>
                                            <p:strVal val="#ppt_y-0.04312"/>
                                          </p:val>
                                        </p:tav>
                                        <p:tav tm="79016">
                                          <p:val>
                                            <p:strVal val="#ppt_y-0.07434"/>
                                          </p:val>
                                        </p:tav>
                                        <p:tav tm="80656">
                                          <p:val>
                                            <p:strVal val="#ppt_y-0.08904"/>
                                          </p:val>
                                        </p:tav>
                                        <p:tav tm="82295">
                                          <p:val>
                                            <p:strVal val="#ppt_y-0.08766"/>
                                          </p:val>
                                        </p:tav>
                                        <p:tav tm="83934">
                                          <p:val>
                                            <p:strVal val="#ppt_y-0.07338"/>
                                          </p:val>
                                        </p:tav>
                                        <p:tav tm="85574">
                                          <p:val>
                                            <p:strVal val="#ppt_y-0.06194"/>
                                          </p:val>
                                        </p:tav>
                                        <p:tav tm="87213">
                                          <p:val>
                                            <p:strVal val="#ppt_y-0.0437"/>
                                          </p:val>
                                        </p:tav>
                                        <p:tav tm="88852">
                                          <p:val>
                                            <p:strVal val="#ppt_y-0.02959"/>
                                          </p:val>
                                        </p:tav>
                                        <p:tav tm="90492">
                                          <p:val>
                                            <p:strVal val="#ppt_y-0.01886"/>
                                          </p:val>
                                        </p:tav>
                                        <p:tav tm="92131">
                                          <p:val>
                                            <p:strVal val="#ppt_y-0.01095"/>
                                          </p:val>
                                        </p:tav>
                                        <p:tav tm="93770">
                                          <p:val>
                                            <p:strVal val="#ppt_y-0.0054"/>
                                          </p:val>
                                        </p:tav>
                                        <p:tav tm="95410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97049">
                                          <p:val>
                                            <p:strVal val="#ppt_y+0"/>
                                          </p:val>
                                        </p:tav>
                                        <p:tav tm="98689">
                                          <p:val>
                                            <p:strVal val="#ppt_y+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2" dur="203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0820">
                                          <p:val>
                                            <p:fltVal val="-179.34"/>
                                          </p:val>
                                        </p:tav>
                                        <p:tav tm="72459">
                                          <p:val>
                                            <p:fltVal val="-175.8"/>
                                          </p:val>
                                        </p:tav>
                                        <p:tav tm="74098">
                                          <p:val>
                                            <p:fltVal val="-163.22"/>
                                          </p:val>
                                        </p:tav>
                                        <p:tav tm="75738">
                                          <p:val>
                                            <p:fltVal val="-137.15"/>
                                          </p:val>
                                        </p:tav>
                                        <p:tav tm="77377">
                                          <p:val>
                                            <p:fltVal val="-90.53"/>
                                          </p:val>
                                        </p:tav>
                                        <p:tav tm="79016">
                                          <p:val>
                                            <p:fltVal val="-16.69"/>
                                          </p:val>
                                        </p:tav>
                                        <p:tav tm="80656">
                                          <p:val>
                                            <p:fltVal val="73.65"/>
                                          </p:val>
                                        </p:tav>
                                        <p:tav tm="82295">
                                          <p:val>
                                            <p:fltVal val="153.35"/>
                                          </p:val>
                                        </p:tav>
                                        <p:tav tm="83934">
                                          <p:val>
                                            <p:fltVal val="213.15"/>
                                          </p:val>
                                        </p:tav>
                                        <p:tav tm="85574">
                                          <p:val>
                                            <p:fltVal val="256.85"/>
                                          </p:val>
                                        </p:tav>
                                        <p:tav tm="87213">
                                          <p:val>
                                            <p:fltVal val="288.99"/>
                                          </p:val>
                                        </p:tav>
                                        <p:tav tm="88852">
                                          <p:val>
                                            <p:fltVal val="312.76"/>
                                          </p:val>
                                        </p:tav>
                                        <p:tav tm="90492">
                                          <p:val>
                                            <p:fltVal val="330.24"/>
                                          </p:val>
                                        </p:tav>
                                        <p:tav tm="92131">
                                          <p:val>
                                            <p:fltVal val="342.86"/>
                                          </p:val>
                                        </p:tav>
                                        <p:tav tm="93770">
                                          <p:val>
                                            <p:fltVal val="351.58"/>
                                          </p:val>
                                        </p:tav>
                                        <p:tav tm="95410">
                                          <p:val>
                                            <p:fltVal val="357.12"/>
                                          </p:val>
                                        </p:tav>
                                        <p:tav tm="97049">
                                          <p:val>
                                            <p:fltVal val="360"/>
                                          </p:val>
                                        </p:tav>
                                        <p:tav tm="98689">
                                          <p:val>
                                            <p:fltVal val="360.6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3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14" dur="1" fill="hold">
                                          <p:stCondLst>
                                            <p:cond delay="164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15" dur="333">
                                          <p:stCondLst>
                                            <p:cond delay="164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6" dur="1" fill="hold">
                                          <p:stCondLst>
                                            <p:cond delay="1973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7" dur="2161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5879">
                                          <p:val>
                                            <p:strVal val="#ppt_x-1.24378"/>
                                          </p:val>
                                        </p:tav>
                                        <p:tav tm="78964">
                                          <p:val>
                                            <p:strVal val="#ppt_x-1.24745"/>
                                          </p:val>
                                        </p:tav>
                                        <p:tav tm="82048">
                                          <p:val>
                                            <p:strVal val="#ppt_x-1.24897"/>
                                          </p:val>
                                        </p:tav>
                                        <p:tav tm="88217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99013">
                                          <p:val>
                                            <p:strVal val="#ppt_x-1.25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8" dur="2161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5879">
                                          <p:val>
                                            <p:strVal val="#ppt_y-0.01778"/>
                                          </p:val>
                                        </p:tav>
                                        <p:tav tm="77421">
                                          <p:val>
                                            <p:strVal val="#ppt_y-0.01146"/>
                                          </p:val>
                                        </p:tav>
                                        <p:tav tm="78964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82048">
                                          <p:val>
                                            <p:strVal val="#ppt_y-0.00315"/>
                                          </p:val>
                                        </p:tav>
                                        <p:tav tm="88217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9013">
                                          <p:val>
                                            <p:strVal val="#ppt_y+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9" dur="2161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5879">
                                          <p:val>
                                            <p:strVal val="#ppt_w*3.80056"/>
                                          </p:val>
                                        </p:tav>
                                        <p:tav tm="77421">
                                          <p:val>
                                            <p:strVal val="#ppt_w*2.90087"/>
                                          </p:val>
                                        </p:tav>
                                        <p:tav tm="78964">
                                          <p:val>
                                            <p:strVal val="#ppt_w*2.23862"/>
                                          </p:val>
                                        </p:tav>
                                        <p:tav tm="80506">
                                          <p:val>
                                            <p:strVal val="#ppt_w*1.81154"/>
                                          </p:val>
                                        </p:tav>
                                        <p:tav tm="82048">
                                          <p:val>
                                            <p:strVal val="#ppt_w*1.53763"/>
                                          </p:val>
                                        </p:tav>
                                        <p:tav tm="83590">
                                          <p:val>
                                            <p:strVal val="#ppt_w*1.35541"/>
                                          </p:val>
                                        </p:tav>
                                        <p:tav tm="85133">
                                          <p:val>
                                            <p:strVal val="#ppt_w*1.22986"/>
                                          </p:val>
                                        </p:tav>
                                        <p:tav tm="86675">
                                          <p:val>
                                            <p:strVal val="#ppt_w*1.14123"/>
                                          </p:val>
                                        </p:tav>
                                        <p:tav tm="88217">
                                          <p:val>
                                            <p:strVal val="#ppt_w*1.07782"/>
                                          </p:val>
                                        </p:tav>
                                        <p:tav tm="89759">
                                          <p:val>
                                            <p:strVal val="#ppt_w*1.03234"/>
                                          </p:val>
                                        </p:tav>
                                        <p:tav tm="91302">
                                          <p:val>
                                            <p:strVal val="#ppt_w*1"/>
                                          </p:val>
                                        </p:tav>
                                        <p:tav tm="92844">
                                          <p:val>
                                            <p:strVal val="#ppt_w*0.97755"/>
                                          </p:val>
                                        </p:tav>
                                        <p:tav tm="95928">
                                          <p:val>
                                            <p:strVal val="#ppt_w*0.95377"/>
                                          </p:val>
                                        </p:tav>
                                        <p:tav tm="99013">
                                          <p:val>
                                            <p:strVal val="#ppt_w*0.948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0" dur="2161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5879">
                                          <p:val>
                                            <p:strVal val="#ppt_h*3.80056"/>
                                          </p:val>
                                        </p:tav>
                                        <p:tav tm="77421">
                                          <p:val>
                                            <p:strVal val="#ppt_h*2.90087"/>
                                          </p:val>
                                        </p:tav>
                                        <p:tav tm="78964">
                                          <p:val>
                                            <p:strVal val="#ppt_h*2.23862"/>
                                          </p:val>
                                        </p:tav>
                                        <p:tav tm="80506">
                                          <p:val>
                                            <p:strVal val="#ppt_h*1.81154"/>
                                          </p:val>
                                        </p:tav>
                                        <p:tav tm="82048">
                                          <p:val>
                                            <p:strVal val="#ppt_h*1.53763"/>
                                          </p:val>
                                        </p:tav>
                                        <p:tav tm="83590">
                                          <p:val>
                                            <p:strVal val="#ppt_h*1.35541"/>
                                          </p:val>
                                        </p:tav>
                                        <p:tav tm="85133">
                                          <p:val>
                                            <p:strVal val="#ppt_h*1.22986"/>
                                          </p:val>
                                        </p:tav>
                                        <p:tav tm="86675">
                                          <p:val>
                                            <p:strVal val="#ppt_h*1.14123"/>
                                          </p:val>
                                        </p:tav>
                                        <p:tav tm="88217">
                                          <p:val>
                                            <p:strVal val="#ppt_h*1.07782"/>
                                          </p:val>
                                        </p:tav>
                                        <p:tav tm="89759">
                                          <p:val>
                                            <p:strVal val="#ppt_h*1.03234"/>
                                          </p:val>
                                        </p:tav>
                                        <p:tav tm="91302">
                                          <p:val>
                                            <p:strVal val="#ppt_h*1"/>
                                          </p:val>
                                        </p:tav>
                                        <p:tav tm="92844">
                                          <p:val>
                                            <p:strVal val="#ppt_h*0.97755"/>
                                          </p:val>
                                        </p:tav>
                                        <p:tav tm="95928">
                                          <p:val>
                                            <p:strVal val="#ppt_h*0.95377"/>
                                          </p:val>
                                        </p:tav>
                                        <p:tav tm="99013">
                                          <p:val>
                                            <p:strVal val="#ppt_h*0.948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1" dur="2161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5879">
                                          <p:val>
                                            <p:fltVal val="212.42"/>
                                          </p:val>
                                        </p:tav>
                                        <p:tav tm="77421">
                                          <p:val>
                                            <p:fltVal val="259.83"/>
                                          </p:val>
                                        </p:tav>
                                        <p:tav tm="78964">
                                          <p:val>
                                            <p:fltVal val="294.73"/>
                                          </p:val>
                                        </p:tav>
                                        <p:tav tm="80506">
                                          <p:val>
                                            <p:fltVal val="317.23"/>
                                          </p:val>
                                        </p:tav>
                                        <p:tav tm="82048">
                                          <p:val>
                                            <p:fltVal val="331.67"/>
                                          </p:val>
                                        </p:tav>
                                        <p:tav tm="83590">
                                          <p:val>
                                            <p:fltVal val="341.27"/>
                                          </p:val>
                                        </p:tav>
                                        <p:tav tm="85133">
                                          <p:val>
                                            <p:fltVal val="347.89"/>
                                          </p:val>
                                        </p:tav>
                                        <p:tav tm="86675">
                                          <p:val>
                                            <p:fltVal val="352.56"/>
                                          </p:val>
                                        </p:tav>
                                        <p:tav tm="88217">
                                          <p:val>
                                            <p:fltVal val="355.9"/>
                                          </p:val>
                                        </p:tav>
                                        <p:tav tm="89759">
                                          <p:val>
                                            <p:fltVal val="358.3"/>
                                          </p:val>
                                        </p:tav>
                                        <p:tav tm="92844">
                                          <p:val>
                                            <p:fltVal val="361.18"/>
                                          </p:val>
                                        </p:tav>
                                        <p:tav tm="95928">
                                          <p:val>
                                            <p:fltVal val="362.44"/>
                                          </p:val>
                                        </p:tav>
                                        <p:tav tm="99013">
                                          <p:val>
                                            <p:fltVal val="362.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2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23" dur="1" fill="hold">
                                          <p:stCondLst>
                                            <p:cond delay="1773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24" dur="333">
                                          <p:stCondLst>
                                            <p:cond delay="1773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5" dur="1" fill="hold">
                                          <p:stCondLst>
                                            <p:cond delay="2107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6" dur="2301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705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783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7" dur="2301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7057">
                                          <p:val>
                                            <p:strVal val="#ppt_y-0.01955"/>
                                          </p:val>
                                        </p:tav>
                                        <p:tav tm="78505">
                                          <p:val>
                                            <p:strVal val="#ppt_y-0.01339"/>
                                          </p:val>
                                        </p:tav>
                                        <p:tav tm="79954">
                                          <p:val>
                                            <p:strVal val="#ppt_y-0.00863"/>
                                          </p:val>
                                        </p:tav>
                                        <p:tav tm="81402">
                                          <p:val>
                                            <p:strVal val="#ppt_y-0.00557"/>
                                          </p:val>
                                        </p:tav>
                                        <p:tav tm="82851">
                                          <p:val>
                                            <p:strVal val="#ppt_y-0.00365"/>
                                          </p:val>
                                        </p:tav>
                                        <p:tav tm="88644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98783">
                                          <p:val>
                                            <p:strVal val="#ppt_y+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8" dur="2301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7057">
                                          <p:val>
                                            <p:strVal val="#ppt_w*3.97404"/>
                                          </p:val>
                                        </p:tav>
                                        <p:tav tm="78505">
                                          <p:val>
                                            <p:strVal val="#ppt_w*3.04804"/>
                                          </p:val>
                                        </p:tav>
                                        <p:tav tm="79954">
                                          <p:val>
                                            <p:strVal val="#ppt_w*2.33686"/>
                                          </p:val>
                                        </p:tav>
                                        <p:tav tm="81402">
                                          <p:val>
                                            <p:strVal val="#ppt_w*1.87169"/>
                                          </p:val>
                                        </p:tav>
                                        <p:tav tm="82851">
                                          <p:val>
                                            <p:strVal val="#ppt_w*1.57477"/>
                                          </p:val>
                                        </p:tav>
                                        <p:tav tm="84299">
                                          <p:val>
                                            <p:strVal val="#ppt_w*1.37877"/>
                                          </p:val>
                                        </p:tav>
                                        <p:tav tm="85747">
                                          <p:val>
                                            <p:strVal val="#ppt_w*1.24458"/>
                                          </p:val>
                                        </p:tav>
                                        <p:tav tm="87196">
                                          <p:val>
                                            <p:strVal val="#ppt_w*1.15021"/>
                                          </p:val>
                                        </p:tav>
                                        <p:tav tm="88644">
                                          <p:val>
                                            <p:strVal val="#ppt_w*1.08283"/>
                                          </p:val>
                                        </p:tav>
                                        <p:tav tm="90093">
                                          <p:val>
                                            <p:strVal val="#ppt_w*1.03448"/>
                                          </p:val>
                                        </p:tav>
                                        <p:tav tm="91541">
                                          <p:val>
                                            <p:strVal val="#ppt_w*1"/>
                                          </p:val>
                                        </p:tav>
                                        <p:tav tm="92990">
                                          <p:val>
                                            <p:strVal val="#ppt_w*0.97592"/>
                                          </p:val>
                                        </p:tav>
                                        <p:tav tm="95886">
                                          <p:val>
                                            <p:strVal val="#ppt_w*0.94984"/>
                                          </p:val>
                                        </p:tav>
                                        <p:tav tm="98783">
                                          <p:val>
                                            <p:strVal val="#ppt_w*0.943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9" dur="2301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7057">
                                          <p:val>
                                            <p:strVal val="#ppt_h*3.97404"/>
                                          </p:val>
                                        </p:tav>
                                        <p:tav tm="78505">
                                          <p:val>
                                            <p:strVal val="#ppt_h*3.04804"/>
                                          </p:val>
                                        </p:tav>
                                        <p:tav tm="79954">
                                          <p:val>
                                            <p:strVal val="#ppt_h*2.33686"/>
                                          </p:val>
                                        </p:tav>
                                        <p:tav tm="81402">
                                          <p:val>
                                            <p:strVal val="#ppt_h*1.87169"/>
                                          </p:val>
                                        </p:tav>
                                        <p:tav tm="82851">
                                          <p:val>
                                            <p:strVal val="#ppt_h*1.57477"/>
                                          </p:val>
                                        </p:tav>
                                        <p:tav tm="84299">
                                          <p:val>
                                            <p:strVal val="#ppt_h*1.37877"/>
                                          </p:val>
                                        </p:tav>
                                        <p:tav tm="85747">
                                          <p:val>
                                            <p:strVal val="#ppt_h*1.24458"/>
                                          </p:val>
                                        </p:tav>
                                        <p:tav tm="87196">
                                          <p:val>
                                            <p:strVal val="#ppt_h*1.15021"/>
                                          </p:val>
                                        </p:tav>
                                        <p:tav tm="88644">
                                          <p:val>
                                            <p:strVal val="#ppt_h*1.08283"/>
                                          </p:val>
                                        </p:tav>
                                        <p:tav tm="90093">
                                          <p:val>
                                            <p:strVal val="#ppt_h*1.03448"/>
                                          </p:val>
                                        </p:tav>
                                        <p:tav tm="91541">
                                          <p:val>
                                            <p:strVal val="#ppt_h*1"/>
                                          </p:val>
                                        </p:tav>
                                        <p:tav tm="92990">
                                          <p:val>
                                            <p:strVal val="#ppt_h*0.97592"/>
                                          </p:val>
                                        </p:tav>
                                        <p:tav tm="95886">
                                          <p:val>
                                            <p:strVal val="#ppt_h*0.94984"/>
                                          </p:val>
                                        </p:tav>
                                        <p:tav tm="98783">
                                          <p:val>
                                            <p:strVal val="#ppt_h*0.943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0" dur="2301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7057">
                                          <p:val>
                                            <p:fltVal val="202.4"/>
                                          </p:val>
                                        </p:tav>
                                        <p:tav tm="78505">
                                          <p:val>
                                            <p:fltVal val="251.47"/>
                                          </p:val>
                                        </p:tav>
                                        <p:tav tm="79954">
                                          <p:val>
                                            <p:fltVal val="289.16"/>
                                          </p:val>
                                        </p:tav>
                                        <p:tav tm="81402">
                                          <p:val>
                                            <p:fltVal val="313.81"/>
                                          </p:val>
                                        </p:tav>
                                        <p:tav tm="82851">
                                          <p:val>
                                            <p:fltVal val="329.54"/>
                                          </p:val>
                                        </p:tav>
                                        <p:tav tm="84299">
                                          <p:val>
                                            <p:fltVal val="339.93"/>
                                          </p:val>
                                        </p:tav>
                                        <p:tav tm="85747">
                                          <p:val>
                                            <p:fltVal val="347.04"/>
                                          </p:val>
                                        </p:tav>
                                        <p:tav tm="87196">
                                          <p:val>
                                            <p:fltVal val="352.04"/>
                                          </p:val>
                                        </p:tav>
                                        <p:tav tm="88644">
                                          <p:val>
                                            <p:fltVal val="355.61"/>
                                          </p:val>
                                        </p:tav>
                                        <p:tav tm="90093">
                                          <p:val>
                                            <p:fltVal val="358.17"/>
                                          </p:val>
                                        </p:tav>
                                        <p:tav tm="92990">
                                          <p:val>
                                            <p:fltVal val="361.28"/>
                                          </p:val>
                                        </p:tav>
                                        <p:tav tm="95886">
                                          <p:val>
                                            <p:fltVal val="362.66"/>
                                          </p:val>
                                        </p:tav>
                                        <p:tav tm="98783">
                                          <p:val>
                                            <p:fltVal val="362.9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1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32" dur="1" fill="hold">
                                          <p:stCondLst>
                                            <p:cond delay="1907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33" dur="333">
                                          <p:stCondLst>
                                            <p:cond delay="1907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4" dur="1" fill="hold">
                                          <p:stCondLst>
                                            <p:cond delay="224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5" dur="2441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8099">
                                          <p:val>
                                            <p:strVal val="#ppt_x-1.25678"/>
                                          </p:val>
                                        </p:tav>
                                        <p:tav tm="79465">
                                          <p:val>
                                            <p:strVal val="#ppt_x-1.25394"/>
                                          </p:val>
                                        </p:tav>
                                        <p:tav tm="80830">
                                          <p:val>
                                            <p:strVal val="#ppt_x-1.25223"/>
                                          </p:val>
                                        </p:tav>
                                        <p:tav tm="83561">
                                          <p:val>
                                            <p:strVal val="#ppt_x-1.25089"/>
                                          </p:val>
                                        </p:tav>
                                        <p:tav tm="89022">
                                          <p:val>
                                            <p:strVal val="#ppt_x-1.25013"/>
                                          </p:val>
                                        </p:tav>
                                        <p:tav tm="99945">
                                          <p:val>
                                            <p:strVal val="#ppt_x-1.24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6" dur="2441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8099">
                                          <p:val>
                                            <p:strVal val="#ppt_y-0.02292"/>
                                          </p:val>
                                        </p:tav>
                                        <p:tav tm="80830">
                                          <p:val>
                                            <p:strVal val="#ppt_y-0.01024"/>
                                          </p:val>
                                        </p:tav>
                                        <p:tav tm="82196">
                                          <p:val>
                                            <p:strVal val="#ppt_y-0.00636"/>
                                          </p:val>
                                        </p:tav>
                                        <p:tav tm="83561">
                                          <p:val>
                                            <p:strVal val="#ppt_y-0.00405"/>
                                          </p:val>
                                        </p:tav>
                                        <p:tav tm="86292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89022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99945">
                                          <p:val>
                                            <p:strVal val="#ppt_y+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7" dur="2441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8099">
                                          <p:val>
                                            <p:strVal val="#ppt_w*4.14546"/>
                                          </p:val>
                                        </p:tav>
                                        <p:tav tm="79465">
                                          <p:val>
                                            <p:strVal val="#ppt_w*3.20146"/>
                                          </p:val>
                                        </p:tav>
                                        <p:tav tm="80830">
                                          <p:val>
                                            <p:strVal val="#ppt_w*2.44315"/>
                                          </p:val>
                                        </p:tav>
                                        <p:tav tm="82196">
                                          <p:val>
                                            <p:strVal val="#ppt_w*1.93699"/>
                                          </p:val>
                                        </p:tav>
                                        <p:tav tm="83561">
                                          <p:val>
                                            <p:strVal val="#ppt_w*1.61475"/>
                                          </p:val>
                                        </p:tav>
                                        <p:tav tm="84926">
                                          <p:val>
                                            <p:strVal val="#ppt_w*1.40371"/>
                                          </p:val>
                                        </p:tav>
                                        <p:tav tm="86292">
                                          <p:val>
                                            <p:strVal val="#ppt_w*1.26017"/>
                                          </p:val>
                                        </p:tav>
                                        <p:tav tm="87657">
                                          <p:val>
                                            <p:strVal val="#ppt_w*1.15968"/>
                                          </p:val>
                                        </p:tav>
                                        <p:tav tm="89022">
                                          <p:val>
                                            <p:strVal val="#ppt_w*1.08808"/>
                                          </p:val>
                                        </p:tav>
                                        <p:tav tm="90388">
                                          <p:val>
                                            <p:strVal val="#ppt_w*1.03671"/>
                                          </p:val>
                                        </p:tav>
                                        <p:tav tm="91753">
                                          <p:val>
                                            <p:strVal val="#ppt_w*1"/>
                                          </p:val>
                                        </p:tav>
                                        <p:tav tm="93119">
                                          <p:val>
                                            <p:strVal val="#ppt_w*0.97422"/>
                                          </p:val>
                                        </p:tav>
                                        <p:tav tm="94484">
                                          <p:val>
                                            <p:strVal val="#ppt_w*0.95675"/>
                                          </p:val>
                                        </p:tav>
                                        <p:tav tm="97215">
                                          <p:val>
                                            <p:strVal val="#ppt_w*0.93983"/>
                                          </p:val>
                                        </p:tav>
                                        <p:tav tm="99945">
                                          <p:val>
                                            <p:strVal val="#ppt_w*0.937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8" dur="2441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8099">
                                          <p:val>
                                            <p:strVal val="#ppt_h*4.14546"/>
                                          </p:val>
                                        </p:tav>
                                        <p:tav tm="79465">
                                          <p:val>
                                            <p:strVal val="#ppt_h*3.20146"/>
                                          </p:val>
                                        </p:tav>
                                        <p:tav tm="80830">
                                          <p:val>
                                            <p:strVal val="#ppt_h*2.44315"/>
                                          </p:val>
                                        </p:tav>
                                        <p:tav tm="82196">
                                          <p:val>
                                            <p:strVal val="#ppt_h*1.93699"/>
                                          </p:val>
                                        </p:tav>
                                        <p:tav tm="83561">
                                          <p:val>
                                            <p:strVal val="#ppt_h*1.61475"/>
                                          </p:val>
                                        </p:tav>
                                        <p:tav tm="84926">
                                          <p:val>
                                            <p:strVal val="#ppt_h*1.40371"/>
                                          </p:val>
                                        </p:tav>
                                        <p:tav tm="86292">
                                          <p:val>
                                            <p:strVal val="#ppt_h*1.26017"/>
                                          </p:val>
                                        </p:tav>
                                        <p:tav tm="87657">
                                          <p:val>
                                            <p:strVal val="#ppt_h*1.15968"/>
                                          </p:val>
                                        </p:tav>
                                        <p:tav tm="89022">
                                          <p:val>
                                            <p:strVal val="#ppt_h*1.08808"/>
                                          </p:val>
                                        </p:tav>
                                        <p:tav tm="90388">
                                          <p:val>
                                            <p:strVal val="#ppt_h*1.03671"/>
                                          </p:val>
                                        </p:tav>
                                        <p:tav tm="91753">
                                          <p:val>
                                            <p:strVal val="#ppt_h*1"/>
                                          </p:val>
                                        </p:tav>
                                        <p:tav tm="93119">
                                          <p:val>
                                            <p:strVal val="#ppt_h*0.97422"/>
                                          </p:val>
                                        </p:tav>
                                        <p:tav tm="94484">
                                          <p:val>
                                            <p:strVal val="#ppt_h*0.95675"/>
                                          </p:val>
                                        </p:tav>
                                        <p:tav tm="97215">
                                          <p:val>
                                            <p:strVal val="#ppt_h*0.93983"/>
                                          </p:val>
                                        </p:tav>
                                        <p:tav tm="99945">
                                          <p:val>
                                            <p:strVal val="#ppt_h*0.937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9" dur="2441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8099">
                                          <p:val>
                                            <p:fltVal val="192.32"/>
                                          </p:val>
                                        </p:tav>
                                        <p:tav tm="79465">
                                          <p:val>
                                            <p:fltVal val="242.65"/>
                                          </p:val>
                                        </p:tav>
                                        <p:tav tm="80830">
                                          <p:val>
                                            <p:fltVal val="283.07"/>
                                          </p:val>
                                        </p:tav>
                                        <p:tav tm="82196">
                                          <p:val>
                                            <p:fltVal val="310.05"/>
                                          </p:val>
                                        </p:tav>
                                        <p:tav tm="83561">
                                          <p:val>
                                            <p:fltVal val="327.23"/>
                                          </p:val>
                                        </p:tav>
                                        <p:tav tm="84926">
                                          <p:val>
                                            <p:fltVal val="338.48"/>
                                          </p:val>
                                        </p:tav>
                                        <p:tav tm="86292">
                                          <p:val>
                                            <p:fltVal val="346.13"/>
                                          </p:val>
                                        </p:tav>
                                        <p:tav tm="87657">
                                          <p:val>
                                            <p:fltVal val="351.49"/>
                                          </p:val>
                                        </p:tav>
                                        <p:tav tm="89022">
                                          <p:val>
                                            <p:fltVal val="355.3"/>
                                          </p:val>
                                        </p:tav>
                                        <p:tav tm="90388">
                                          <p:val>
                                            <p:fltVal val="358.04"/>
                                          </p:val>
                                        </p:tav>
                                        <p:tav tm="91753">
                                          <p:val>
                                            <p:fltVal val="360"/>
                                          </p:val>
                                        </p:tav>
                                        <p:tav tm="94484">
                                          <p:val>
                                            <p:fltVal val="362.31"/>
                                          </p:val>
                                        </p:tav>
                                        <p:tav tm="97215">
                                          <p:val>
                                            <p:fltVal val="363.21"/>
                                          </p:val>
                                        </p:tav>
                                        <p:tav tm="99945">
                                          <p:val>
                                            <p:fltVal val="363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0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41" dur="1" fill="hold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42" dur="533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3" dur="1" fill="hold">
                                          <p:stCondLst>
                                            <p:cond delay="254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4" dur="2839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0674">
                                          <p:val>
                                            <p:strVal val="#ppt_x-1.26818"/>
                                          </p:val>
                                        </p:tav>
                                        <p:tav tm="71848">
                                          <p:val>
                                            <p:strVal val="#ppt_x-1.2662"/>
                                          </p:val>
                                        </p:tav>
                                        <p:tav tm="74196">
                                          <p:val>
                                            <p:strVal val="#ppt_x-1.26045"/>
                                          </p:val>
                                        </p:tav>
                                        <p:tav tm="75370">
                                          <p:val>
                                            <p:strVal val="#ppt_x-1.25806"/>
                                          </p:val>
                                        </p:tav>
                                        <p:tav tm="77718">
                                          <p:val>
                                            <p:strVal val="#ppt_x-1.25469"/>
                                          </p:val>
                                        </p:tav>
                                        <p:tav tm="80066">
                                          <p:val>
                                            <p:strVal val="#ppt_x-1.25275"/>
                                          </p:val>
                                        </p:tav>
                                        <p:tav tm="83588">
                                          <p:val>
                                            <p:strVal val="#ppt_x-1.25119"/>
                                          </p:val>
                                        </p:tav>
                                        <p:tav tm="87110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8850">
                                          <p:val>
                                            <p:strVal val="#ppt_x-1.249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5" dur="2839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0674">
                                          <p:val>
                                            <p:strVal val="#ppt_y+0.01567"/>
                                          </p:val>
                                        </p:tav>
                                        <p:tav tm="71848">
                                          <p:val>
                                            <p:strVal val="#ppt_y+0.01441"/>
                                          </p:val>
                                        </p:tav>
                                        <p:tav tm="76544">
                                          <p:val>
                                            <p:strVal val="#ppt_y+0.00549"/>
                                          </p:val>
                                        </p:tav>
                                        <p:tav tm="80066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87110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98850">
                                          <p:val>
                                            <p:strVal val="#ppt_y-0.0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6" dur="2839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0674">
                                          <p:val>
                                            <p:strVal val="#ppt_w*4.74801"/>
                                          </p:val>
                                        </p:tav>
                                        <p:tav tm="71848">
                                          <p:val>
                                            <p:strVal val="#ppt_w*4.33267"/>
                                          </p:val>
                                        </p:tav>
                                        <p:tav tm="73022">
                                          <p:val>
                                            <p:strVal val="#ppt_w*3.68445"/>
                                          </p:val>
                                        </p:tav>
                                        <p:tav tm="74196">
                                          <p:val>
                                            <p:strVal val="#ppt_w*3.08142"/>
                                          </p:val>
                                        </p:tav>
                                        <p:tav tm="75370">
                                          <p:val>
                                            <p:strVal val="#ppt_w*2.5757"/>
                                          </p:val>
                                        </p:tav>
                                        <p:tav tm="76544">
                                          <p:val>
                                            <p:strVal val="#ppt_w*2.18605"/>
                                          </p:val>
                                        </p:tav>
                                        <p:tav tm="77718">
                                          <p:val>
                                            <p:strVal val="#ppt_w*1.89669"/>
                                          </p:val>
                                        </p:tav>
                                        <p:tav tm="78892">
                                          <p:val>
                                            <p:strVal val="#ppt_w*1.68193"/>
                                          </p:val>
                                        </p:tav>
                                        <p:tav tm="80066">
                                          <p:val>
                                            <p:strVal val="#ppt_w*1.52023"/>
                                          </p:val>
                                        </p:tav>
                                        <p:tav tm="81240">
                                          <p:val>
                                            <p:strVal val="#ppt_w*1.39633"/>
                                          </p:val>
                                        </p:tav>
                                        <p:tav tm="82414">
                                          <p:val>
                                            <p:strVal val="#ppt_w*1.29989"/>
                                          </p:val>
                                        </p:tav>
                                        <p:tav tm="83588">
                                          <p:val>
                                            <p:strVal val="#ppt_w*1.22388"/>
                                          </p:val>
                                        </p:tav>
                                        <p:tav tm="84762">
                                          <p:val>
                                            <p:strVal val="#ppt_w*1.1634"/>
                                          </p:val>
                                        </p:tav>
                                        <p:tav tm="85936">
                                          <p:val>
                                            <p:strVal val="#ppt_w*1.11498"/>
                                          </p:val>
                                        </p:tav>
                                        <p:tav tm="87110">
                                          <p:val>
                                            <p:strVal val="#ppt_w*1.0761"/>
                                          </p:val>
                                        </p:tav>
                                        <p:tav tm="89458">
                                          <p:val>
                                            <p:strVal val="#ppt_w*1.01987"/>
                                          </p:val>
                                        </p:tav>
                                        <p:tav tm="91806">
                                          <p:val>
                                            <p:strVal val="#ppt_w*0.98439"/>
                                          </p:val>
                                        </p:tav>
                                        <p:tav tm="95328">
                                          <p:val>
                                            <p:strVal val="#ppt_w*0.9569"/>
                                          </p:val>
                                        </p:tav>
                                        <p:tav tm="98850">
                                          <p:val>
                                            <p:strVal val="#ppt_w*0.9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7" dur="2839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0674">
                                          <p:val>
                                            <p:strVal val="#ppt_h*4.74801"/>
                                          </p:val>
                                        </p:tav>
                                        <p:tav tm="71848">
                                          <p:val>
                                            <p:strVal val="#ppt_h*4.33267"/>
                                          </p:val>
                                        </p:tav>
                                        <p:tav tm="73022">
                                          <p:val>
                                            <p:strVal val="#ppt_h*3.68445"/>
                                          </p:val>
                                        </p:tav>
                                        <p:tav tm="74196">
                                          <p:val>
                                            <p:strVal val="#ppt_h*3.08142"/>
                                          </p:val>
                                        </p:tav>
                                        <p:tav tm="75370">
                                          <p:val>
                                            <p:strVal val="#ppt_h*2.5757"/>
                                          </p:val>
                                        </p:tav>
                                        <p:tav tm="76544">
                                          <p:val>
                                            <p:strVal val="#ppt_h*2.18605"/>
                                          </p:val>
                                        </p:tav>
                                        <p:tav tm="77718">
                                          <p:val>
                                            <p:strVal val="#ppt_h*1.89669"/>
                                          </p:val>
                                        </p:tav>
                                        <p:tav tm="78892">
                                          <p:val>
                                            <p:strVal val="#ppt_h*1.68193"/>
                                          </p:val>
                                        </p:tav>
                                        <p:tav tm="80066">
                                          <p:val>
                                            <p:strVal val="#ppt_h*1.52023"/>
                                          </p:val>
                                        </p:tav>
                                        <p:tav tm="81240">
                                          <p:val>
                                            <p:strVal val="#ppt_h*1.39633"/>
                                          </p:val>
                                        </p:tav>
                                        <p:tav tm="82414">
                                          <p:val>
                                            <p:strVal val="#ppt_h*1.29989"/>
                                          </p:val>
                                        </p:tav>
                                        <p:tav tm="83588">
                                          <p:val>
                                            <p:strVal val="#ppt_h*1.22388"/>
                                          </p:val>
                                        </p:tav>
                                        <p:tav tm="84762">
                                          <p:val>
                                            <p:strVal val="#ppt_h*1.1634"/>
                                          </p:val>
                                        </p:tav>
                                        <p:tav tm="85936">
                                          <p:val>
                                            <p:strVal val="#ppt_h*1.11498"/>
                                          </p:val>
                                        </p:tav>
                                        <p:tav tm="87110">
                                          <p:val>
                                            <p:strVal val="#ppt_h*1.0761"/>
                                          </p:val>
                                        </p:tav>
                                        <p:tav tm="89458">
                                          <p:val>
                                            <p:strVal val="#ppt_h*1.01987"/>
                                          </p:val>
                                        </p:tav>
                                        <p:tav tm="91806">
                                          <p:val>
                                            <p:strVal val="#ppt_h*0.98439"/>
                                          </p:val>
                                        </p:tav>
                                        <p:tav tm="95328">
                                          <p:val>
                                            <p:strVal val="#ppt_h*0.9569"/>
                                          </p:val>
                                        </p:tav>
                                        <p:tav tm="98850">
                                          <p:val>
                                            <p:strVal val="#ppt_h*0.9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8" dur="2839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0674">
                                          <p:val>
                                            <p:fltVal val="-177.43"/>
                                          </p:val>
                                        </p:tav>
                                        <p:tav tm="71848">
                                          <p:val>
                                            <p:fltVal val="-157.76"/>
                                          </p:val>
                                        </p:tav>
                                        <p:tav tm="73022">
                                          <p:val>
                                            <p:fltVal val="-127.08"/>
                                          </p:val>
                                        </p:tav>
                                        <p:tav tm="74196">
                                          <p:val>
                                            <p:fltVal val="-98.53"/>
                                          </p:val>
                                        </p:tav>
                                        <p:tav tm="75370">
                                          <p:val>
                                            <p:fltVal val="-74.59"/>
                                          </p:val>
                                        </p:tav>
                                        <p:tav tm="76544">
                                          <p:val>
                                            <p:fltVal val="-56.15"/>
                                          </p:val>
                                        </p:tav>
                                        <p:tav tm="77718">
                                          <p:val>
                                            <p:fltVal val="-42.45"/>
                                          </p:val>
                                        </p:tav>
                                        <p:tav tm="78892">
                                          <p:val>
                                            <p:fltVal val="-32.28"/>
                                          </p:val>
                                        </p:tav>
                                        <p:tav tm="80066">
                                          <p:val>
                                            <p:fltVal val="-24.63"/>
                                          </p:val>
                                        </p:tav>
                                        <p:tav tm="81240">
                                          <p:val>
                                            <p:fltVal val="-18.76"/>
                                          </p:val>
                                        </p:tav>
                                        <p:tav tm="82414">
                                          <p:val>
                                            <p:fltVal val="-14.2"/>
                                          </p:val>
                                        </p:tav>
                                        <p:tav tm="83588">
                                          <p:val>
                                            <p:fltVal val="-10.6"/>
                                          </p:val>
                                        </p:tav>
                                        <p:tav tm="84762">
                                          <p:val>
                                            <p:fltVal val="-7.74"/>
                                          </p:val>
                                        </p:tav>
                                        <p:tav tm="87110">
                                          <p:val>
                                            <p:fltVal val="-3.6"/>
                                          </p:val>
                                        </p:tav>
                                        <p:tav tm="89458">
                                          <p:val>
                                            <p:fltVal val="-0.94"/>
                                          </p:val>
                                        </p:tav>
                                        <p:tav tm="91806">
                                          <p:val>
                                            <p:fltVal val="0.74"/>
                                          </p:val>
                                        </p:tav>
                                        <p:tav tm="95328">
                                          <p:val>
                                            <p:fltVal val="2.04"/>
                                          </p:val>
                                        </p:tav>
                                        <p:tav tm="98850">
                                          <p:val>
                                            <p:fltVal val="2.3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9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50" dur="1" fill="hold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51" dur="567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2" dur="1" fill="hold">
                                          <p:stCondLst>
                                            <p:cond delay="2573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3" dur="2901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9171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045">
                                          <p:val>
                                            <p:strVal val="#ppt_x-1.249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4" dur="2901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9171">
                                          <p:val>
                                            <p:strVal val="#ppt_y+0.03355"/>
                                          </p:val>
                                        </p:tav>
                                        <p:tav tm="72618">
                                          <p:val>
                                            <p:strVal val="#ppt_y+0.01801"/>
                                          </p:val>
                                        </p:tav>
                                        <p:tav tm="73767">
                                          <p:val>
                                            <p:strVal val="#ppt_y+0.01386"/>
                                          </p:val>
                                        </p:tav>
                                        <p:tav tm="76065">
                                          <p:val>
                                            <p:strVal val="#ppt_y+0.00824"/>
                                          </p:val>
                                        </p:tav>
                                        <p:tav tm="78363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81810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86406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99045">
                                          <p:val>
                                            <p:strVal val="#ppt_y-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5" dur="2901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9171">
                                          <p:val>
                                            <p:strVal val="#ppt_w*4.80125"/>
                                          </p:val>
                                        </p:tav>
                                        <p:tav tm="70320">
                                          <p:val>
                                            <p:strVal val="#ppt_w*4.31858"/>
                                          </p:val>
                                        </p:tav>
                                        <p:tav tm="71469">
                                          <p:val>
                                            <p:strVal val="#ppt_w*3.71515"/>
                                          </p:val>
                                        </p:tav>
                                        <p:tav tm="72618">
                                          <p:val>
                                            <p:strVal val="#ppt_w*3.15128"/>
                                          </p:val>
                                        </p:tav>
                                        <p:tav tm="73767">
                                          <p:val>
                                            <p:strVal val="#ppt_w*2.6692"/>
                                          </p:val>
                                        </p:tav>
                                        <p:tav tm="74916">
                                          <p:val>
                                            <p:strVal val="#ppt_w*2.28719"/>
                                          </p:val>
                                        </p:tav>
                                        <p:tav tm="76065">
                                          <p:val>
                                            <p:strVal val="#ppt_w*1.99586"/>
                                          </p:val>
                                        </p:tav>
                                        <p:tav tm="77214">
                                          <p:val>
                                            <p:strVal val="#ppt_w*1.77502"/>
                                          </p:val>
                                        </p:tav>
                                        <p:tav tm="78363">
                                          <p:val>
                                            <p:strVal val="#ppt_w*1.60596"/>
                                          </p:val>
                                        </p:tav>
                                        <p:tav tm="79512">
                                          <p:val>
                                            <p:strVal val="#ppt_w*1.47464"/>
                                          </p:val>
                                        </p:tav>
                                        <p:tav tm="80661">
                                          <p:val>
                                            <p:strVal val="#ppt_w*1.37117"/>
                                          </p:val>
                                        </p:tav>
                                        <p:tav tm="81810">
                                          <p:val>
                                            <p:strVal val="#ppt_w*1.28862"/>
                                          </p:val>
                                        </p:tav>
                                        <p:tav tm="82959">
                                          <p:val>
                                            <p:strVal val="#ppt_w*1.22213"/>
                                          </p:val>
                                        </p:tav>
                                        <p:tav tm="84108">
                                          <p:val>
                                            <p:strVal val="#ppt_w*1.16818"/>
                                          </p:val>
                                        </p:tav>
                                        <p:tav tm="85257">
                                          <p:val>
                                            <p:strVal val="#ppt_w*1.1242"/>
                                          </p:val>
                                        </p:tav>
                                        <p:tav tm="86406">
                                          <p:val>
                                            <p:strVal val="#ppt_w*1.08826"/>
                                          </p:val>
                                        </p:tav>
                                        <p:tav tm="88704">
                                          <p:val>
                                            <p:strVal val="#ppt_w*1.03497"/>
                                          </p:val>
                                        </p:tav>
                                        <p:tav tm="92151">
                                          <p:val>
                                            <p:strVal val="#ppt_w*0.98767"/>
                                          </p:val>
                                        </p:tav>
                                        <p:tav tm="95598">
                                          <p:val>
                                            <p:strVal val="#ppt_w*0.9658"/>
                                          </p:val>
                                        </p:tav>
                                        <p:tav tm="99045">
                                          <p:val>
                                            <p:strVal val="#ppt_w*0.96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6" dur="2901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9171">
                                          <p:val>
                                            <p:strVal val="#ppt_h*4.80125"/>
                                          </p:val>
                                        </p:tav>
                                        <p:tav tm="70320">
                                          <p:val>
                                            <p:strVal val="#ppt_h*4.31858"/>
                                          </p:val>
                                        </p:tav>
                                        <p:tav tm="71469">
                                          <p:val>
                                            <p:strVal val="#ppt_h*3.71515"/>
                                          </p:val>
                                        </p:tav>
                                        <p:tav tm="72618">
                                          <p:val>
                                            <p:strVal val="#ppt_h*3.15128"/>
                                          </p:val>
                                        </p:tav>
                                        <p:tav tm="73767">
                                          <p:val>
                                            <p:strVal val="#ppt_h*2.6692"/>
                                          </p:val>
                                        </p:tav>
                                        <p:tav tm="74916">
                                          <p:val>
                                            <p:strVal val="#ppt_h*2.28719"/>
                                          </p:val>
                                        </p:tav>
                                        <p:tav tm="76065">
                                          <p:val>
                                            <p:strVal val="#ppt_h*1.99586"/>
                                          </p:val>
                                        </p:tav>
                                        <p:tav tm="77214">
                                          <p:val>
                                            <p:strVal val="#ppt_h*1.77502"/>
                                          </p:val>
                                        </p:tav>
                                        <p:tav tm="78363">
                                          <p:val>
                                            <p:strVal val="#ppt_h*1.60596"/>
                                          </p:val>
                                        </p:tav>
                                        <p:tav tm="79512">
                                          <p:val>
                                            <p:strVal val="#ppt_h*1.47464"/>
                                          </p:val>
                                        </p:tav>
                                        <p:tav tm="80661">
                                          <p:val>
                                            <p:strVal val="#ppt_h*1.37117"/>
                                          </p:val>
                                        </p:tav>
                                        <p:tav tm="81810">
                                          <p:val>
                                            <p:strVal val="#ppt_h*1.28862"/>
                                          </p:val>
                                        </p:tav>
                                        <p:tav tm="82959">
                                          <p:val>
                                            <p:strVal val="#ppt_h*1.22213"/>
                                          </p:val>
                                        </p:tav>
                                        <p:tav tm="84108">
                                          <p:val>
                                            <p:strVal val="#ppt_h*1.16818"/>
                                          </p:val>
                                        </p:tav>
                                        <p:tav tm="85257">
                                          <p:val>
                                            <p:strVal val="#ppt_h*1.1242"/>
                                          </p:val>
                                        </p:tav>
                                        <p:tav tm="86406">
                                          <p:val>
                                            <p:strVal val="#ppt_h*1.08826"/>
                                          </p:val>
                                        </p:tav>
                                        <p:tav tm="88704">
                                          <p:val>
                                            <p:strVal val="#ppt_h*1.03497"/>
                                          </p:val>
                                        </p:tav>
                                        <p:tav tm="92151">
                                          <p:val>
                                            <p:strVal val="#ppt_h*0.98767"/>
                                          </p:val>
                                        </p:tav>
                                        <p:tav tm="95598">
                                          <p:val>
                                            <p:strVal val="#ppt_h*0.9658"/>
                                          </p:val>
                                        </p:tav>
                                        <p:tav tm="99045">
                                          <p:val>
                                            <p:strVal val="#ppt_h*0.96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7" dur="2901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9171">
                                          <p:val>
                                            <p:fltVal val="114.76"/>
                                          </p:val>
                                        </p:tav>
                                        <p:tav tm="70320">
                                          <p:val>
                                            <p:fltVal val="100.19"/>
                                          </p:val>
                                        </p:tav>
                                        <p:tav tm="71469">
                                          <p:val>
                                            <p:fltVal val="81.97"/>
                                          </p:val>
                                        </p:tav>
                                        <p:tav tm="72618">
                                          <p:val>
                                            <p:fltVal val="64.95"/>
                                          </p:val>
                                        </p:tav>
                                        <p:tav tm="73767">
                                          <p:val>
                                            <p:fltVal val="50.39"/>
                                          </p:val>
                                        </p:tav>
                                        <p:tav tm="74916">
                                          <p:val>
                                            <p:fltVal val="38.86"/>
                                          </p:val>
                                        </p:tav>
                                        <p:tav tm="76065">
                                          <p:val>
                                            <p:fltVal val="30.07"/>
                                          </p:val>
                                        </p:tav>
                                        <p:tav tm="77214">
                                          <p:val>
                                            <p:fltVal val="23.4"/>
                                          </p:val>
                                        </p:tav>
                                        <p:tav tm="78363">
                                          <p:val>
                                            <p:fltVal val="18.29"/>
                                          </p:val>
                                        </p:tav>
                                        <p:tav tm="79512">
                                          <p:val>
                                            <p:fltVal val="14.33"/>
                                          </p:val>
                                        </p:tav>
                                        <p:tav tm="80661">
                                          <p:val>
                                            <p:fltVal val="11.21"/>
                                          </p:val>
                                        </p:tav>
                                        <p:tav tm="81810">
                                          <p:val>
                                            <p:fltVal val="8.71"/>
                                          </p:val>
                                        </p:tav>
                                        <p:tav tm="84108">
                                          <p:val>
                                            <p:fltVal val="5.08"/>
                                          </p:val>
                                        </p:tav>
                                        <p:tav tm="86406">
                                          <p:val>
                                            <p:fltVal val="2.66"/>
                                          </p:val>
                                        </p:tav>
                                        <p:tav tm="88704">
                                          <p:val>
                                            <p:fltVal val="1.06"/>
                                          </p:val>
                                        </p:tav>
                                        <p:tav tm="92151">
                                          <p:val>
                                            <p:fltVal val="-0.37"/>
                                          </p:val>
                                        </p:tav>
                                        <p:tav tm="99045">
                                          <p:val>
                                            <p:fltVal val="-1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8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59" dur="1" fill="hold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60" dur="567">
                                          <p:stCondLst>
                                            <p:cond delay="204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1" dur="1" fill="hold">
                                          <p:stCondLst>
                                            <p:cond delay="2607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2" dur="2908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9010">
                                          <p:val>
                                            <p:strVal val="#ppt_x-1.28281"/>
                                          </p:val>
                                        </p:tav>
                                        <p:tav tm="70157">
                                          <p:val>
                                            <p:strVal val="#ppt_x-1.28281"/>
                                          </p:val>
                                        </p:tav>
                                        <p:tav tm="71303">
                                          <p:val>
                                            <p:strVal val="#ppt_x-1.27949"/>
                                          </p:val>
                                        </p:tav>
                                        <p:tav tm="73596">
                                          <p:val>
                                            <p:strVal val="#ppt_x-1.26881"/>
                                          </p:val>
                                        </p:tav>
                                        <p:tav tm="74742">
                                          <p:val>
                                            <p:strVal val="#ppt_x-1.26443"/>
                                          </p:val>
                                        </p:tav>
                                        <p:tav tm="75888">
                                          <p:val>
                                            <p:strVal val="#ppt_x-1.26101"/>
                                          </p:val>
                                        </p:tav>
                                        <p:tav tm="77035">
                                          <p:val>
                                            <p:strVal val="#ppt_x-1.25842"/>
                                          </p:val>
                                        </p:tav>
                                        <p:tav tm="79327">
                                          <p:val>
                                            <p:strVal val="#ppt_x-1.25501"/>
                                          </p:val>
                                        </p:tav>
                                        <p:tav tm="82767">
                                          <p:val>
                                            <p:strVal val="#ppt_x-1.25228"/>
                                          </p:val>
                                        </p:tav>
                                        <p:tav tm="86206">
                                          <p:val>
                                            <p:strVal val="#ppt_x-1.25089"/>
                                          </p:val>
                                        </p:tav>
                                        <p:tav tm="91937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99962">
                                          <p:val>
                                            <p:strVal val="#ppt_x-1.24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3" dur="2908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9010">
                                          <p:val>
                                            <p:strVal val="#ppt_y+0.016"/>
                                          </p:val>
                                        </p:tav>
                                        <p:tav tm="70157">
                                          <p:val>
                                            <p:strVal val="#ppt_y+0.016"/>
                                          </p:val>
                                        </p:tav>
                                        <p:tav tm="71303">
                                          <p:val>
                                            <p:strVal val="#ppt_y+0.01431"/>
                                          </p:val>
                                        </p:tav>
                                        <p:tav tm="73596">
                                          <p:val>
                                            <p:strVal val="#ppt_y+0.00882"/>
                                          </p:val>
                                        </p:tav>
                                        <p:tav tm="75888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79327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86206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9962">
                                          <p:val>
                                            <p:strVal val="#ppt_y-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4" dur="2908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9010">
                                          <p:val>
                                            <p:strVal val="#ppt_w*4.76702"/>
                                          </p:val>
                                        </p:tav>
                                        <p:tav tm="70157">
                                          <p:val>
                                            <p:strVal val="#ppt_w*4.76702"/>
                                          </p:val>
                                        </p:tav>
                                        <p:tav tm="71303">
                                          <p:val>
                                            <p:strVal val="#ppt_w*4.39853"/>
                                          </p:val>
                                        </p:tav>
                                        <p:tav tm="72449">
                                          <p:val>
                                            <p:strVal val="#ppt_w*3.77271"/>
                                          </p:val>
                                        </p:tav>
                                        <p:tav tm="73596">
                                          <p:val>
                                            <p:strVal val="#ppt_w*3.18262"/>
                                          </p:val>
                                        </p:tav>
                                        <p:tav tm="74742">
                                          <p:val>
                                            <p:strVal val="#ppt_w*2.67648"/>
                                          </p:val>
                                        </p:tav>
                                        <p:tav tm="75888">
                                          <p:val>
                                            <p:strVal val="#ppt_w*2.27754"/>
                                          </p:val>
                                        </p:tav>
                                        <p:tav tm="77035">
                                          <p:val>
                                            <p:strVal val="#ppt_w*1.97642"/>
                                          </p:val>
                                        </p:tav>
                                        <p:tav tm="78181">
                                          <p:val>
                                            <p:strVal val="#ppt_w*1.7507"/>
                                          </p:val>
                                        </p:tav>
                                        <p:tav tm="79327">
                                          <p:val>
                                            <p:strVal val="#ppt_w*1.57963"/>
                                          </p:val>
                                        </p:tav>
                                        <p:tav tm="80474">
                                          <p:val>
                                            <p:strVal val="#ppt_w*1.4479"/>
                                          </p:val>
                                        </p:tav>
                                        <p:tav tm="81620">
                                          <p:val>
                                            <p:strVal val="#ppt_w*1.34491"/>
                                          </p:val>
                                        </p:tav>
                                        <p:tav tm="82767">
                                          <p:val>
                                            <p:strVal val="#ppt_w*1.26333"/>
                                          </p:val>
                                        </p:tav>
                                        <p:tav tm="83913">
                                          <p:val>
                                            <p:strVal val="#ppt_w*1.19808"/>
                                          </p:val>
                                        </p:tav>
                                        <p:tav tm="85059">
                                          <p:val>
                                            <p:strVal val="#ppt_w*1.14551"/>
                                          </p:val>
                                        </p:tav>
                                        <p:tav tm="86206">
                                          <p:val>
                                            <p:strVal val="#ppt_w*1.10297"/>
                                          </p:val>
                                        </p:tav>
                                        <p:tav tm="88498">
                                          <p:val>
                                            <p:strVal val="#ppt_w*1.04055"/>
                                          </p:val>
                                        </p:tav>
                                        <p:tav tm="89645">
                                          <p:val>
                                            <p:strVal val="#ppt_w*1.01803"/>
                                          </p:val>
                                        </p:tav>
                                        <p:tav tm="91937">
                                          <p:val>
                                            <p:strVal val="#ppt_w*0.98575"/>
                                          </p:val>
                                        </p:tav>
                                        <p:tav tm="95376">
                                          <p:val>
                                            <p:strVal val="#ppt_w*0.96037"/>
                                          </p:val>
                                        </p:tav>
                                        <p:tav tm="99962">
                                          <p:val>
                                            <p:strVal val="#ppt_w*0.95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5" dur="2908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9010">
                                          <p:val>
                                            <p:strVal val="#ppt_h*4.76702"/>
                                          </p:val>
                                        </p:tav>
                                        <p:tav tm="70157">
                                          <p:val>
                                            <p:strVal val="#ppt_h*4.76702"/>
                                          </p:val>
                                        </p:tav>
                                        <p:tav tm="71303">
                                          <p:val>
                                            <p:strVal val="#ppt_h*4.39853"/>
                                          </p:val>
                                        </p:tav>
                                        <p:tav tm="72449">
                                          <p:val>
                                            <p:strVal val="#ppt_h*3.77271"/>
                                          </p:val>
                                        </p:tav>
                                        <p:tav tm="73596">
                                          <p:val>
                                            <p:strVal val="#ppt_h*3.18262"/>
                                          </p:val>
                                        </p:tav>
                                        <p:tav tm="74742">
                                          <p:val>
                                            <p:strVal val="#ppt_h*2.67648"/>
                                          </p:val>
                                        </p:tav>
                                        <p:tav tm="75888">
                                          <p:val>
                                            <p:strVal val="#ppt_h*2.27754"/>
                                          </p:val>
                                        </p:tav>
                                        <p:tav tm="77035">
                                          <p:val>
                                            <p:strVal val="#ppt_h*1.97642"/>
                                          </p:val>
                                        </p:tav>
                                        <p:tav tm="78181">
                                          <p:val>
                                            <p:strVal val="#ppt_h*1.7507"/>
                                          </p:val>
                                        </p:tav>
                                        <p:tav tm="79327">
                                          <p:val>
                                            <p:strVal val="#ppt_h*1.57963"/>
                                          </p:val>
                                        </p:tav>
                                        <p:tav tm="80474">
                                          <p:val>
                                            <p:strVal val="#ppt_h*1.4479"/>
                                          </p:val>
                                        </p:tav>
                                        <p:tav tm="81620">
                                          <p:val>
                                            <p:strVal val="#ppt_h*1.34491"/>
                                          </p:val>
                                        </p:tav>
                                        <p:tav tm="82767">
                                          <p:val>
                                            <p:strVal val="#ppt_h*1.26333"/>
                                          </p:val>
                                        </p:tav>
                                        <p:tav tm="83913">
                                          <p:val>
                                            <p:strVal val="#ppt_h*1.19808"/>
                                          </p:val>
                                        </p:tav>
                                        <p:tav tm="85059">
                                          <p:val>
                                            <p:strVal val="#ppt_h*1.14551"/>
                                          </p:val>
                                        </p:tav>
                                        <p:tav tm="86206">
                                          <p:val>
                                            <p:strVal val="#ppt_h*1.10297"/>
                                          </p:val>
                                        </p:tav>
                                        <p:tav tm="88498">
                                          <p:val>
                                            <p:strVal val="#ppt_h*1.04055"/>
                                          </p:val>
                                        </p:tav>
                                        <p:tav tm="89645">
                                          <p:val>
                                            <p:strVal val="#ppt_h*1.01803"/>
                                          </p:val>
                                        </p:tav>
                                        <p:tav tm="91937">
                                          <p:val>
                                            <p:strVal val="#ppt_h*0.98575"/>
                                          </p:val>
                                        </p:tav>
                                        <p:tav tm="95376">
                                          <p:val>
                                            <p:strVal val="#ppt_h*0.96037"/>
                                          </p:val>
                                        </p:tav>
                                        <p:tav tm="99962">
                                          <p:val>
                                            <p:strVal val="#ppt_h*0.95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6" dur="2908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9010">
                                          <p:val>
                                            <p:fltVal val="119.72"/>
                                          </p:val>
                                        </p:tav>
                                        <p:tav tm="70157">
                                          <p:val>
                                            <p:fltVal val="119.72"/>
                                          </p:val>
                                        </p:tav>
                                        <p:tav tm="71303">
                                          <p:val>
                                            <p:fltVal val="108.01"/>
                                          </p:val>
                                        </p:tav>
                                        <p:tav tm="72449">
                                          <p:val>
                                            <p:fltVal val="88.12"/>
                                          </p:val>
                                        </p:tav>
                                        <p:tav tm="73596">
                                          <p:val>
                                            <p:fltVal val="69.37"/>
                                          </p:val>
                                        </p:tav>
                                        <p:tav tm="74742">
                                          <p:val>
                                            <p:fltVal val="53.28"/>
                                          </p:val>
                                        </p:tav>
                                        <p:tav tm="75888">
                                          <p:val>
                                            <p:fltVal val="40.6"/>
                                          </p:val>
                                        </p:tav>
                                        <p:tav tm="77035">
                                          <p:val>
                                            <p:fltVal val="31.03"/>
                                          </p:val>
                                        </p:tav>
                                        <p:tav tm="78181">
                                          <p:val>
                                            <p:fltVal val="23.86"/>
                                          </p:val>
                                        </p:tav>
                                        <p:tav tm="79327">
                                          <p:val>
                                            <p:fltVal val="18.42"/>
                                          </p:val>
                                        </p:tav>
                                        <p:tav tm="80474">
                                          <p:val>
                                            <p:fltVal val="14.23"/>
                                          </p:val>
                                        </p:tav>
                                        <p:tav tm="81620">
                                          <p:val>
                                            <p:fltVal val="10.96"/>
                                          </p:val>
                                        </p:tav>
                                        <p:tav tm="82767">
                                          <p:val>
                                            <p:fltVal val="8.37"/>
                                          </p:val>
                                        </p:tav>
                                        <p:tav tm="83913">
                                          <p:val>
                                            <p:fltVal val="6.3"/>
                                          </p:val>
                                        </p:tav>
                                        <p:tav tm="86206">
                                          <p:val>
                                            <p:fltVal val="3.27"/>
                                          </p:val>
                                        </p:tav>
                                        <p:tav tm="88498">
                                          <p:val>
                                            <p:fltVal val="1.29"/>
                                          </p:val>
                                        </p:tav>
                                        <p:tav tm="91937">
                                          <p:val>
                                            <p:fltVal val="-0.45"/>
                                          </p:val>
                                        </p:tav>
                                        <p:tav tm="95376">
                                          <p:val>
                                            <p:fltVal val="-1.26"/>
                                          </p:val>
                                        </p:tav>
                                        <p:tav tm="99962">
                                          <p:val>
                                            <p:fltVal val="-1.4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7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68" dur="1" fill="hold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69" dur="567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0" dur="1" fill="hold">
                                          <p:stCondLst>
                                            <p:cond delay="2573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1" dur="289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9355">
                                          <p:val>
                                            <p:strVal val="#ppt_x-1.26502"/>
                                          </p:val>
                                        </p:tav>
                                        <p:tav tm="70507">
                                          <p:val>
                                            <p:strVal val="#ppt_x-1.26391"/>
                                          </p:val>
                                        </p:tav>
                                        <p:tav tm="73963">
                                          <p:val>
                                            <p:strVal val="#ppt_x-1.25688"/>
                                          </p:val>
                                        </p:tav>
                                        <p:tav tm="75115">
                                          <p:val>
                                            <p:strVal val="#ppt_x-1.25515"/>
                                          </p:val>
                                        </p:tav>
                                        <p:tav tm="78571">
                                          <p:val>
                                            <p:strVal val="#ppt_x-1.25223"/>
                                          </p:val>
                                        </p:tav>
                                        <p:tav tm="82028">
                                          <p:val>
                                            <p:strVal val="#ppt_x-1.251"/>
                                          </p:val>
                                        </p:tav>
                                        <p:tav tm="85484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99309">
                                          <p:val>
                                            <p:strVal val="#ppt_x-1.249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2" dur="289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9355">
                                          <p:val>
                                            <p:strVal val="#ppt_y+0.02618"/>
                                          </p:val>
                                        </p:tav>
                                        <p:tav tm="70507">
                                          <p:val>
                                            <p:strVal val="#ppt_y+0.02449"/>
                                          </p:val>
                                        </p:tav>
                                        <p:tav tm="75115">
                                          <p:val>
                                            <p:strVal val="#ppt_y+0.01081"/>
                                          </p:val>
                                        </p:tav>
                                        <p:tav tm="77419">
                                          <p:val>
                                            <p:strVal val="#ppt_y+0.00647"/>
                                          </p:val>
                                        </p:tav>
                                        <p:tav tm="79724">
                                          <p:val>
                                            <p:strVal val="#ppt_y+0.00389"/>
                                          </p:val>
                                        </p:tav>
                                        <p:tav tm="86636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99309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3" dur="289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9355">
                                          <p:val>
                                            <p:strVal val="#ppt_w*4.73394"/>
                                          </p:val>
                                        </p:tav>
                                        <p:tav tm="70507">
                                          <p:val>
                                            <p:strVal val="#ppt_w*4.41566"/>
                                          </p:val>
                                        </p:tav>
                                        <p:tav tm="71659">
                                          <p:val>
                                            <p:strVal val="#ppt_w*3.80566"/>
                                          </p:val>
                                        </p:tav>
                                        <p:tav tm="72811">
                                          <p:val>
                                            <p:strVal val="#ppt_w*3.22519"/>
                                          </p:val>
                                        </p:tav>
                                        <p:tav tm="73963">
                                          <p:val>
                                            <p:strVal val="#ppt_w*2.72022"/>
                                          </p:val>
                                        </p:tav>
                                        <p:tav tm="75115">
                                          <p:val>
                                            <p:strVal val="#ppt_w*2.31669"/>
                                          </p:val>
                                        </p:tav>
                                        <p:tav tm="76267">
                                          <p:val>
                                            <p:strVal val="#ppt_w*2.00927"/>
                                          </p:val>
                                        </p:tav>
                                        <p:tav tm="77419">
                                          <p:val>
                                            <p:strVal val="#ppt_w*1.77763"/>
                                          </p:val>
                                        </p:tav>
                                        <p:tav tm="78571">
                                          <p:val>
                                            <p:strVal val="#ppt_w*1.60159"/>
                                          </p:val>
                                        </p:tav>
                                        <p:tav tm="79724">
                                          <p:val>
                                            <p:strVal val="#ppt_w*1.4658"/>
                                          </p:val>
                                        </p:tav>
                                        <p:tav tm="80876">
                                          <p:val>
                                            <p:strVal val="#ppt_w*1.35946"/>
                                          </p:val>
                                        </p:tav>
                                        <p:tav tm="82028">
                                          <p:val>
                                            <p:strVal val="#ppt_w*1.2751"/>
                                          </p:val>
                                        </p:tav>
                                        <p:tav tm="83180">
                                          <p:val>
                                            <p:strVal val="#ppt_w*1.20747"/>
                                          </p:val>
                                        </p:tav>
                                        <p:tav tm="84332">
                                          <p:val>
                                            <p:strVal val="#ppt_w*1.15285"/>
                                          </p:val>
                                        </p:tav>
                                        <p:tav tm="85484">
                                          <p:val>
                                            <p:strVal val="#ppt_w*1.10851"/>
                                          </p:val>
                                        </p:tav>
                                        <p:tav tm="87788">
                                          <p:val>
                                            <p:strVal val="#ppt_w*1.04305"/>
                                          </p:val>
                                        </p:tav>
                                        <p:tav tm="88940">
                                          <p:val>
                                            <p:strVal val="#ppt_w*1.01922"/>
                                          </p:val>
                                        </p:tav>
                                        <p:tav tm="91244">
                                          <p:val>
                                            <p:strVal val="#ppt_w*0.98465"/>
                                          </p:val>
                                        </p:tav>
                                        <p:tav tm="94701">
                                          <p:val>
                                            <p:strVal val="#ppt_w*0.95638"/>
                                          </p:val>
                                        </p:tav>
                                        <p:tav tm="99309">
                                          <p:val>
                                            <p:strVal val="#ppt_w*0.946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4" dur="289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9355">
                                          <p:val>
                                            <p:strVal val="#ppt_h*4.73394"/>
                                          </p:val>
                                        </p:tav>
                                        <p:tav tm="70507">
                                          <p:val>
                                            <p:strVal val="#ppt_h*4.41566"/>
                                          </p:val>
                                        </p:tav>
                                        <p:tav tm="71659">
                                          <p:val>
                                            <p:strVal val="#ppt_h*3.80566"/>
                                          </p:val>
                                        </p:tav>
                                        <p:tav tm="72811">
                                          <p:val>
                                            <p:strVal val="#ppt_h*3.22519"/>
                                          </p:val>
                                        </p:tav>
                                        <p:tav tm="73963">
                                          <p:val>
                                            <p:strVal val="#ppt_h*2.72022"/>
                                          </p:val>
                                        </p:tav>
                                        <p:tav tm="75115">
                                          <p:val>
                                            <p:strVal val="#ppt_h*2.31669"/>
                                          </p:val>
                                        </p:tav>
                                        <p:tav tm="76267">
                                          <p:val>
                                            <p:strVal val="#ppt_h*2.00927"/>
                                          </p:val>
                                        </p:tav>
                                        <p:tav tm="77419">
                                          <p:val>
                                            <p:strVal val="#ppt_h*1.77763"/>
                                          </p:val>
                                        </p:tav>
                                        <p:tav tm="78571">
                                          <p:val>
                                            <p:strVal val="#ppt_h*1.60159"/>
                                          </p:val>
                                        </p:tav>
                                        <p:tav tm="79724">
                                          <p:val>
                                            <p:strVal val="#ppt_h*1.4658"/>
                                          </p:val>
                                        </p:tav>
                                        <p:tav tm="80876">
                                          <p:val>
                                            <p:strVal val="#ppt_h*1.35946"/>
                                          </p:val>
                                        </p:tav>
                                        <p:tav tm="82028">
                                          <p:val>
                                            <p:strVal val="#ppt_h*1.2751"/>
                                          </p:val>
                                        </p:tav>
                                        <p:tav tm="83180">
                                          <p:val>
                                            <p:strVal val="#ppt_h*1.20747"/>
                                          </p:val>
                                        </p:tav>
                                        <p:tav tm="84332">
                                          <p:val>
                                            <p:strVal val="#ppt_h*1.15285"/>
                                          </p:val>
                                        </p:tav>
                                        <p:tav tm="85484">
                                          <p:val>
                                            <p:strVal val="#ppt_h*1.10851"/>
                                          </p:val>
                                        </p:tav>
                                        <p:tav tm="87788">
                                          <p:val>
                                            <p:strVal val="#ppt_h*1.04305"/>
                                          </p:val>
                                        </p:tav>
                                        <p:tav tm="88940">
                                          <p:val>
                                            <p:strVal val="#ppt_h*1.01922"/>
                                          </p:val>
                                        </p:tav>
                                        <p:tav tm="91244">
                                          <p:val>
                                            <p:strVal val="#ppt_h*0.98465"/>
                                          </p:val>
                                        </p:tav>
                                        <p:tav tm="94701">
                                          <p:val>
                                            <p:strVal val="#ppt_h*0.95638"/>
                                          </p:val>
                                        </p:tav>
                                        <p:tav tm="99309">
                                          <p:val>
                                            <p:strVal val="#ppt_h*0.946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5" dur="289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9355">
                                          <p:val>
                                            <p:fltVal val="152.37"/>
                                          </p:val>
                                        </p:tav>
                                        <p:tav tm="70507">
                                          <p:val>
                                            <p:fltVal val="139.38"/>
                                          </p:val>
                                        </p:tav>
                                        <p:tav tm="71659">
                                          <p:val>
                                            <p:fltVal val="114.49"/>
                                          </p:val>
                                        </p:tav>
                                        <p:tav tm="72811">
                                          <p:val>
                                            <p:fltVal val="90.8"/>
                                          </p:val>
                                        </p:tav>
                                        <p:tav tm="73963">
                                          <p:val>
                                            <p:fltVal val="70.2"/>
                                          </p:val>
                                        </p:tav>
                                        <p:tav tm="75115">
                                          <p:val>
                                            <p:fltVal val="53.73"/>
                                          </p:val>
                                        </p:tav>
                                        <p:tav tm="76267">
                                          <p:val>
                                            <p:fltVal val="41.18"/>
                                          </p:val>
                                        </p:tav>
                                        <p:tav tm="77419">
                                          <p:val>
                                            <p:fltVal val="31.73"/>
                                          </p:val>
                                        </p:tav>
                                        <p:tav tm="78571">
                                          <p:val>
                                            <p:fltVal val="24.55"/>
                                          </p:val>
                                        </p:tav>
                                        <p:tav tm="79724">
                                          <p:val>
                                            <p:fltVal val="19.01"/>
                                          </p:val>
                                        </p:tav>
                                        <p:tav tm="80876">
                                          <p:val>
                                            <p:fltVal val="14.67"/>
                                          </p:val>
                                        </p:tav>
                                        <p:tav tm="82028">
                                          <p:val>
                                            <p:fltVal val="11.23"/>
                                          </p:val>
                                        </p:tav>
                                        <p:tav tm="83180">
                                          <p:val>
                                            <p:fltVal val="8.47"/>
                                          </p:val>
                                        </p:tav>
                                        <p:tav tm="85484">
                                          <p:val>
                                            <p:fltVal val="4.43"/>
                                          </p:val>
                                        </p:tav>
                                        <p:tav tm="87788">
                                          <p:val>
                                            <p:fltVal val="1.76"/>
                                          </p:val>
                                        </p:tav>
                                        <p:tav tm="91244">
                                          <p:val>
                                            <p:fltVal val="-0.63"/>
                                          </p:val>
                                        </p:tav>
                                        <p:tav tm="94701">
                                          <p:val>
                                            <p:fltVal val="-1.78"/>
                                          </p:val>
                                        </p:tav>
                                        <p:tav tm="99309">
                                          <p:val>
                                            <p:fltVal val="-2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6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77" dur="1" fill="hold">
                                          <p:stCondLst>
                                            <p:cond delay="2007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78" dur="433">
                                          <p:stCondLst>
                                            <p:cond delay="204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9" dur="1" fill="hold">
                                          <p:stCondLst>
                                            <p:cond delay="2473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0" dur="2701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4298">
                                          <p:val>
                                            <p:strVal val="#ppt_x-1.29502"/>
                                          </p:val>
                                        </p:tav>
                                        <p:tav tm="75532">
                                          <p:val>
                                            <p:strVal val="#ppt_x-1.29502"/>
                                          </p:val>
                                        </p:tav>
                                        <p:tav tm="78000">
                                          <p:val>
                                            <p:strVal val="#ppt_x-1.2762"/>
                                          </p:val>
                                        </p:tav>
                                        <p:tav tm="79235">
                                          <p:val>
                                            <p:strVal val="#ppt_x-1.26848"/>
                                          </p:val>
                                        </p:tav>
                                        <p:tav tm="80469">
                                          <p:val>
                                            <p:strVal val="#ppt_x-1.26292"/>
                                          </p:val>
                                        </p:tav>
                                        <p:tav tm="81703">
                                          <p:val>
                                            <p:strVal val="#ppt_x-1.25911"/>
                                          </p:val>
                                        </p:tav>
                                        <p:tav tm="82937">
                                          <p:val>
                                            <p:strVal val="#ppt_x-1.25646"/>
                                          </p:val>
                                        </p:tav>
                                        <p:tav tm="85405">
                                          <p:val>
                                            <p:strVal val="#ppt_x-1.25318"/>
                                          </p:val>
                                        </p:tav>
                                        <p:tav tm="89108">
                                          <p:val>
                                            <p:strVal val="#ppt_x-1.25078"/>
                                          </p:val>
                                        </p:tav>
                                        <p:tav tm="92811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98981">
                                          <p:val>
                                            <p:strVal val="#ppt_x-1.249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1" dur="2701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4298">
                                          <p:val>
                                            <p:strVal val="#ppt_y+0.01064"/>
                                          </p:val>
                                        </p:tav>
                                        <p:tav tm="75532">
                                          <p:val>
                                            <p:strVal val="#ppt_y+0.01064"/>
                                          </p:val>
                                        </p:tav>
                                        <p:tav tm="79235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82937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8910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8981">
                                          <p:val>
                                            <p:strVal val="#ppt_y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2" dur="2701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4298">
                                          <p:val>
                                            <p:strVal val="#ppt_w*4.71825"/>
                                          </p:val>
                                        </p:tav>
                                        <p:tav tm="75532">
                                          <p:val>
                                            <p:strVal val="#ppt_w*4.71825"/>
                                          </p:val>
                                        </p:tav>
                                        <p:tav tm="78000">
                                          <p:val>
                                            <p:strVal val="#ppt_w*3.15914"/>
                                          </p:val>
                                        </p:tav>
                                        <p:tav tm="79235">
                                          <p:val>
                                            <p:strVal val="#ppt_w*2.52193"/>
                                          </p:val>
                                        </p:tav>
                                        <p:tav tm="80469">
                                          <p:val>
                                            <p:strVal val="#ppt_w*2.06386"/>
                                          </p:val>
                                        </p:tav>
                                        <p:tav tm="81703">
                                          <p:val>
                                            <p:strVal val="#ppt_w*1.74941"/>
                                          </p:val>
                                        </p:tav>
                                        <p:tav tm="82937">
                                          <p:val>
                                            <p:strVal val="#ppt_w*1.53109"/>
                                          </p:val>
                                        </p:tav>
                                        <p:tav tm="84171">
                                          <p:val>
                                            <p:strVal val="#ppt_w*1.37543"/>
                                          </p:val>
                                        </p:tav>
                                        <p:tav tm="85405">
                                          <p:val>
                                            <p:strVal val="#ppt_w*1.26164"/>
                                          </p:val>
                                        </p:tav>
                                        <p:tav tm="86640">
                                          <p:val>
                                            <p:strVal val="#ppt_w*1.1769"/>
                                          </p:val>
                                        </p:tav>
                                        <p:tav tm="87874">
                                          <p:val>
                                            <p:strVal val="#ppt_w*1.113"/>
                                          </p:val>
                                        </p:tav>
                                        <p:tav tm="89108">
                                          <p:val>
                                            <p:strVal val="#ppt_w*1.06451"/>
                                          </p:val>
                                        </p:tav>
                                        <p:tav tm="90342">
                                          <p:val>
                                            <p:strVal val="#ppt_w*1.02773"/>
                                          </p:val>
                                        </p:tav>
                                        <p:tav tm="92811">
                                          <p:val>
                                            <p:strVal val="#ppt_w*0.97941"/>
                                          </p:val>
                                        </p:tav>
                                        <p:tav tm="95279">
                                          <p:val>
                                            <p:strVal val="#ppt_w*0.95428"/>
                                          </p:val>
                                        </p:tav>
                                        <p:tav tm="98981">
                                          <p:val>
                                            <p:strVal val="#ppt_w*0.943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3" dur="2701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4298">
                                          <p:val>
                                            <p:strVal val="#ppt_h*4.71825"/>
                                          </p:val>
                                        </p:tav>
                                        <p:tav tm="75532">
                                          <p:val>
                                            <p:strVal val="#ppt_h*4.71825"/>
                                          </p:val>
                                        </p:tav>
                                        <p:tav tm="78000">
                                          <p:val>
                                            <p:strVal val="#ppt_h*3.15914"/>
                                          </p:val>
                                        </p:tav>
                                        <p:tav tm="79235">
                                          <p:val>
                                            <p:strVal val="#ppt_h*2.52193"/>
                                          </p:val>
                                        </p:tav>
                                        <p:tav tm="80469">
                                          <p:val>
                                            <p:strVal val="#ppt_h*2.06386"/>
                                          </p:val>
                                        </p:tav>
                                        <p:tav tm="81703">
                                          <p:val>
                                            <p:strVal val="#ppt_h*1.74941"/>
                                          </p:val>
                                        </p:tav>
                                        <p:tav tm="82937">
                                          <p:val>
                                            <p:strVal val="#ppt_h*1.53109"/>
                                          </p:val>
                                        </p:tav>
                                        <p:tav tm="84171">
                                          <p:val>
                                            <p:strVal val="#ppt_h*1.37543"/>
                                          </p:val>
                                        </p:tav>
                                        <p:tav tm="85405">
                                          <p:val>
                                            <p:strVal val="#ppt_h*1.26164"/>
                                          </p:val>
                                        </p:tav>
                                        <p:tav tm="86640">
                                          <p:val>
                                            <p:strVal val="#ppt_h*1.1769"/>
                                          </p:val>
                                        </p:tav>
                                        <p:tav tm="87874">
                                          <p:val>
                                            <p:strVal val="#ppt_h*1.113"/>
                                          </p:val>
                                        </p:tav>
                                        <p:tav tm="89108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90342">
                                          <p:val>
                                            <p:strVal val="#ppt_h*1.02773"/>
                                          </p:val>
                                        </p:tav>
                                        <p:tav tm="92811">
                                          <p:val>
                                            <p:strVal val="#ppt_h*0.97941"/>
                                          </p:val>
                                        </p:tav>
                                        <p:tav tm="95279">
                                          <p:val>
                                            <p:strVal val="#ppt_h*0.95428"/>
                                          </p:val>
                                        </p:tav>
                                        <p:tav tm="98981">
                                          <p:val>
                                            <p:strVal val="#ppt_h*0.943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4" dur="2701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4298">
                                          <p:val>
                                            <p:fltVal val="-22.74"/>
                                          </p:val>
                                        </p:tav>
                                        <p:tav tm="75532">
                                          <p:val>
                                            <p:fltVal val="-22.74"/>
                                          </p:val>
                                        </p:tav>
                                        <p:tav tm="78000">
                                          <p:val>
                                            <p:fltVal val="-13.21"/>
                                          </p:val>
                                        </p:tav>
                                        <p:tav tm="79235">
                                          <p:val>
                                            <p:fltVal val="-9.31"/>
                                          </p:val>
                                        </p:tav>
                                        <p:tav tm="80469">
                                          <p:val>
                                            <p:fltVal val="-6.51"/>
                                          </p:val>
                                        </p:tav>
                                        <p:tav tm="82937">
                                          <p:val>
                                            <p:fltVal val="-3.25"/>
                                          </p:val>
                                        </p:tav>
                                        <p:tav tm="85405">
                                          <p:val>
                                            <p:fltVal val="-1.6"/>
                                          </p:val>
                                        </p:tav>
                                        <p:tav tm="89108">
                                          <p:val>
                                            <p:fltVal val="-0.39"/>
                                          </p:val>
                                        </p:tav>
                                        <p:tav tm="98981">
                                          <p:val>
                                            <p:fltVal val="0.3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5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86" dur="1" fill="hold">
                                          <p:stCondLst>
                                            <p:cond delay="214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7" dur="100">
                                          <p:stCondLst>
                                            <p:cond delay="214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8" dur="1" fill="hold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9" dur="26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8509">
                                          <p:val>
                                            <p:strVal val="#ppt_x-1.82986"/>
                                          </p:val>
                                        </p:tav>
                                        <p:tav tm="79752">
                                          <p:val>
                                            <p:strVal val="#ppt_x-1.82169"/>
                                          </p:val>
                                        </p:tav>
                                        <p:tav tm="80994">
                                          <p:val>
                                            <p:strVal val="#ppt_x-1.80165"/>
                                          </p:val>
                                        </p:tav>
                                        <p:tav tm="82236">
                                          <p:val>
                                            <p:strVal val="#ppt_x-1.76331"/>
                                          </p:val>
                                        </p:tav>
                                        <p:tav tm="83478">
                                          <p:val>
                                            <p:strVal val="#ppt_x-1.69776"/>
                                          </p:val>
                                        </p:tav>
                                        <p:tav tm="85963">
                                          <p:val>
                                            <p:strVal val="#ppt_x-1.51377"/>
                                          </p:val>
                                        </p:tav>
                                        <p:tav tm="87205">
                                          <p:val>
                                            <p:strVal val="#ppt_x-1.44017"/>
                                          </p:val>
                                        </p:tav>
                                        <p:tav tm="88447">
                                          <p:val>
                                            <p:strVal val="#ppt_x-1.38491"/>
                                          </p:val>
                                        </p:tav>
                                        <p:tav tm="89689">
                                          <p:val>
                                            <p:strVal val="#ppt_x-1.34398"/>
                                          </p:val>
                                        </p:tav>
                                        <p:tav tm="90932">
                                          <p:val>
                                            <p:strVal val="#ppt_x-1.31373"/>
                                          </p:val>
                                        </p:tav>
                                        <p:tav tm="92174">
                                          <p:val>
                                            <p:strVal val="#ppt_x-1.29147"/>
                                          </p:val>
                                        </p:tav>
                                        <p:tav tm="93416">
                                          <p:val>
                                            <p:strVal val="#ppt_x-1.27529"/>
                                          </p:val>
                                        </p:tav>
                                        <p:tav tm="94658">
                                          <p:val>
                                            <p:strVal val="#ppt_x-1.26388"/>
                                          </p:val>
                                        </p:tav>
                                        <p:tav tm="95901">
                                          <p:val>
                                            <p:strVal val="#ppt_x-1.25629"/>
                                          </p:val>
                                        </p:tav>
                                        <p:tav tm="97143">
                                          <p:val>
                                            <p:strVal val="#ppt_x-1.25183"/>
                                          </p:val>
                                        </p:tav>
                                        <p:tav tm="9838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27">
                                          <p:val>
                                            <p:strVal val="#ppt_x-1.24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0" dur="26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8509">
                                          <p:val>
                                            <p:strVal val="#ppt_y+0.01513"/>
                                          </p:val>
                                        </p:tav>
                                        <p:tav tm="79752">
                                          <p:val>
                                            <p:strVal val="#ppt_y+0.00927"/>
                                          </p:val>
                                        </p:tav>
                                        <p:tav tm="80994">
                                          <p:val>
                                            <p:strVal val="#ppt_y-0.005"/>
                                          </p:val>
                                        </p:tav>
                                        <p:tav tm="82236">
                                          <p:val>
                                            <p:strVal val="#ppt_y-0.03171"/>
                                          </p:val>
                                        </p:tav>
                                        <p:tav tm="83478">
                                          <p:val>
                                            <p:strVal val="#ppt_y-0.07016"/>
                                          </p:val>
                                        </p:tav>
                                        <p:tav tm="84720">
                                          <p:val>
                                            <p:strVal val="#ppt_y-0.09897"/>
                                          </p:val>
                                        </p:tav>
                                        <p:tav tm="85963">
                                          <p:val>
                                            <p:strVal val="#ppt_y-0.10299"/>
                                          </p:val>
                                        </p:tav>
                                        <p:tav tm="87205">
                                          <p:val>
                                            <p:strVal val="#ppt_y-0.09316"/>
                                          </p:val>
                                        </p:tav>
                                        <p:tav tm="88447">
                                          <p:val>
                                            <p:strVal val="#ppt_y-0.07886"/>
                                          </p:val>
                                        </p:tav>
                                        <p:tav tm="90932">
                                          <p:val>
                                            <p:strVal val="#ppt_y-0.04131"/>
                                          </p:val>
                                        </p:tav>
                                        <p:tav tm="92174">
                                          <p:val>
                                            <p:strVal val="#ppt_y-0.02715"/>
                                          </p:val>
                                        </p:tav>
                                        <p:tav tm="93416">
                                          <p:val>
                                            <p:strVal val="#ppt_y-0.01666"/>
                                          </p:val>
                                        </p:tav>
                                        <p:tav tm="94658">
                                          <p:val>
                                            <p:strVal val="#ppt_y-0.00918"/>
                                          </p:val>
                                        </p:tav>
                                        <p:tav tm="95901">
                                          <p:val>
                                            <p:strVal val="#ppt_y-0.00417"/>
                                          </p:val>
                                        </p:tav>
                                        <p:tav tm="97143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98385">
                                          <p:val>
                                            <p:strVal val="#ppt_y+0"/>
                                          </p:val>
                                        </p:tav>
                                        <p:tav tm="99627">
                                          <p:val>
                                            <p:strVal val="#ppt_y+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1" dur="268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8509">
                                          <p:val>
                                            <p:fltVal val="-179.08"/>
                                          </p:val>
                                        </p:tav>
                                        <p:tav tm="79752">
                                          <p:val>
                                            <p:fltVal val="-171.44"/>
                                          </p:val>
                                        </p:tav>
                                        <p:tav tm="80994">
                                          <p:val>
                                            <p:fltVal val="-152.81"/>
                                          </p:val>
                                        </p:tav>
                                        <p:tav tm="82236">
                                          <p:val>
                                            <p:fltVal val="-117.51"/>
                                          </p:val>
                                        </p:tav>
                                        <p:tav tm="83478">
                                          <p:val>
                                            <p:fltVal val="-57.61"/>
                                          </p:val>
                                        </p:tav>
                                        <p:tav tm="84720">
                                          <p:val>
                                            <p:fltVal val="27.64"/>
                                          </p:val>
                                        </p:tav>
                                        <p:tav tm="85963">
                                          <p:val>
                                            <p:fltVal val="115.38"/>
                                          </p:val>
                                        </p:tav>
                                        <p:tav tm="87205">
                                          <p:val>
                                            <p:fltVal val="185.02"/>
                                          </p:val>
                                        </p:tav>
                                        <p:tav tm="88447">
                                          <p:val>
                                            <p:fltVal val="236.12"/>
                                          </p:val>
                                        </p:tav>
                                        <p:tav tm="89689">
                                          <p:val>
                                            <p:fltVal val="273.56"/>
                                          </p:val>
                                        </p:tav>
                                        <p:tav tm="90932">
                                          <p:val>
                                            <p:fltVal val="301.19"/>
                                          </p:val>
                                        </p:tav>
                                        <p:tav tm="92174">
                                          <p:val>
                                            <p:fltVal val="321.61"/>
                                          </p:val>
                                        </p:tav>
                                        <p:tav tm="93416">
                                          <p:val>
                                            <p:fltVal val="336.52"/>
                                          </p:val>
                                        </p:tav>
                                        <p:tav tm="94658">
                                          <p:val>
                                            <p:fltVal val="347.09"/>
                                          </p:val>
                                        </p:tav>
                                        <p:tav tm="95901">
                                          <p:val>
                                            <p:fltVal val="354.14"/>
                                          </p:val>
                                        </p:tav>
                                        <p:tav tm="97143">
                                          <p:val>
                                            <p:fltVal val="358.29"/>
                                          </p:val>
                                        </p:tav>
                                        <p:tav tm="98385">
                                          <p:val>
                                            <p:fltVal val="360"/>
                                          </p:val>
                                        </p:tav>
                                        <p:tav tm="99627">
                                          <p:val>
                                            <p:fltVal val="36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2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193" dur="1" fill="hold">
                                          <p:stCondLst>
                                            <p:cond delay="2273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194" dur="333">
                                          <p:stCondLst>
                                            <p:cond delay="2273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5" dur="1" fill="hold">
                                          <p:stCondLst>
                                            <p:cond delay="2607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6" dur="2811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0863">
                                          <p:val>
                                            <p:strVal val="#ppt_x-1.24345"/>
                                          </p:val>
                                        </p:tav>
                                        <p:tav tm="83235">
                                          <p:val>
                                            <p:strVal val="#ppt_x-1.24676"/>
                                          </p:val>
                                        </p:tav>
                                        <p:tav tm="84420">
                                          <p:val>
                                            <p:strVal val="#ppt_x-1.2479"/>
                                          </p:val>
                                        </p:tav>
                                        <p:tav tm="86792">
                                          <p:val>
                                            <p:strVal val="#ppt_x-1.24909"/>
                                          </p:val>
                                        </p:tav>
                                        <p:tav tm="91534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99834">
                                          <p:val>
                                            <p:strVal val="#ppt_x-1.25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7" dur="2811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0863">
                                          <p:val>
                                            <p:strVal val="#ppt_y-0.02187"/>
                                          </p:val>
                                        </p:tav>
                                        <p:tav tm="82049">
                                          <p:val>
                                            <p:strVal val="#ppt_y-0.0152"/>
                                          </p:val>
                                        </p:tav>
                                        <p:tav tm="83235">
                                          <p:val>
                                            <p:strVal val="#ppt_y-0.0098"/>
                                          </p:val>
                                        </p:tav>
                                        <p:tav tm="84420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86792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91534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99834">
                                          <p:val>
                                            <p:strVal val="#ppt_y+0.000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8" dur="2811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0863">
                                          <p:val>
                                            <p:strVal val="#ppt_w*4.34577"/>
                                          </p:val>
                                        </p:tav>
                                        <p:tav tm="82049">
                                          <p:val>
                                            <p:strVal val="#ppt_w*3.36986"/>
                                          </p:val>
                                        </p:tav>
                                        <p:tav tm="83235">
                                          <p:val>
                                            <p:strVal val="#ppt_w*2.56782"/>
                                          </p:val>
                                        </p:tav>
                                        <p:tav tm="84420">
                                          <p:val>
                                            <p:strVal val="#ppt_w*2.02573"/>
                                          </p:val>
                                        </p:tav>
                                        <p:tav tm="85606">
                                          <p:val>
                                            <p:strVal val="#ppt_w*1.68071"/>
                                          </p:val>
                                        </p:tav>
                                        <p:tav tm="86792">
                                          <p:val>
                                            <p:strVal val="#ppt_w*1.45562"/>
                                          </p:val>
                                        </p:tav>
                                        <p:tav tm="87977">
                                          <p:val>
                                            <p:strVal val="#ppt_w*1.30306"/>
                                          </p:val>
                                        </p:tav>
                                        <p:tav tm="89163">
                                          <p:val>
                                            <p:strVal val="#ppt_w*1.19651"/>
                                          </p:val>
                                        </p:tav>
                                        <p:tav tm="90349">
                                          <p:val>
                                            <p:strVal val="#ppt_w*1.12069"/>
                                          </p:val>
                                        </p:tav>
                                        <p:tav tm="91534">
                                          <p:val>
                                            <p:strVal val="#ppt_w*1.0663"/>
                                          </p:val>
                                        </p:tav>
                                        <p:tav tm="92720">
                                          <p:val>
                                            <p:strVal val="#ppt_w*1.02739"/>
                                          </p:val>
                                        </p:tav>
                                        <p:tav tm="93906">
                                          <p:val>
                                            <p:strVal val="#ppt_w*1"/>
                                          </p:val>
                                        </p:tav>
                                        <p:tav tm="95091">
                                          <p:val>
                                            <p:strVal val="#ppt_w*0.98136"/>
                                          </p:val>
                                        </p:tav>
                                        <p:tav tm="97463">
                                          <p:val>
                                            <p:strVal val="#ppt_w*0.96297"/>
                                          </p:val>
                                        </p:tav>
                                        <p:tav tm="99834">
                                          <p:val>
                                            <p:strVal val="#ppt_w*0.96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9" dur="2811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0863">
                                          <p:val>
                                            <p:strVal val="#ppt_h*4.34577"/>
                                          </p:val>
                                        </p:tav>
                                        <p:tav tm="82049">
                                          <p:val>
                                            <p:strVal val="#ppt_h*3.36986"/>
                                          </p:val>
                                        </p:tav>
                                        <p:tav tm="83235">
                                          <p:val>
                                            <p:strVal val="#ppt_h*2.56782"/>
                                          </p:val>
                                        </p:tav>
                                        <p:tav tm="84420">
                                          <p:val>
                                            <p:strVal val="#ppt_h*2.02573"/>
                                          </p:val>
                                        </p:tav>
                                        <p:tav tm="85606">
                                          <p:val>
                                            <p:strVal val="#ppt_h*1.68071"/>
                                          </p:val>
                                        </p:tav>
                                        <p:tav tm="86792">
                                          <p:val>
                                            <p:strVal val="#ppt_h*1.45562"/>
                                          </p:val>
                                        </p:tav>
                                        <p:tav tm="87977">
                                          <p:val>
                                            <p:strVal val="#ppt_h*1.30306"/>
                                          </p:val>
                                        </p:tav>
                                        <p:tav tm="89163">
                                          <p:val>
                                            <p:strVal val="#ppt_h*1.19651"/>
                                          </p:val>
                                        </p:tav>
                                        <p:tav tm="90349">
                                          <p:val>
                                            <p:strVal val="#ppt_h*1.12069"/>
                                          </p:val>
                                        </p:tav>
                                        <p:tav tm="91534">
                                          <p:val>
                                            <p:strVal val="#ppt_h*1.0663"/>
                                          </p:val>
                                        </p:tav>
                                        <p:tav tm="92720">
                                          <p:val>
                                            <p:strVal val="#ppt_h*1.02739"/>
                                          </p:val>
                                        </p:tav>
                                        <p:tav tm="93906">
                                          <p:val>
                                            <p:strVal val="#ppt_h*1"/>
                                          </p:val>
                                        </p:tav>
                                        <p:tav tm="95091">
                                          <p:val>
                                            <p:strVal val="#ppt_h*0.98136"/>
                                          </p:val>
                                        </p:tav>
                                        <p:tav tm="97463">
                                          <p:val>
                                            <p:strVal val="#ppt_h*0.96297"/>
                                          </p:val>
                                        </p:tav>
                                        <p:tav tm="99834">
                                          <p:val>
                                            <p:strVal val="#ppt_h*0.96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0" dur="2811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0863">
                                          <p:val>
                                            <p:fltVal val="185.86"/>
                                          </p:val>
                                        </p:tav>
                                        <p:tav tm="82049">
                                          <p:val>
                                            <p:fltVal val="236.65"/>
                                          </p:val>
                                        </p:tav>
                                        <p:tav tm="83235">
                                          <p:val>
                                            <p:fltVal val="278.4"/>
                                          </p:val>
                                        </p:tav>
                                        <p:tav tm="84420">
                                          <p:val>
                                            <p:fltVal val="306.61"/>
                                          </p:val>
                                        </p:tav>
                                        <p:tav tm="85606">
                                          <p:val>
                                            <p:fltVal val="324.57"/>
                                          </p:val>
                                        </p:tav>
                                        <p:tav tm="86792">
                                          <p:val>
                                            <p:fltVal val="336.29"/>
                                          </p:val>
                                        </p:tav>
                                        <p:tav tm="87977">
                                          <p:val>
                                            <p:fltVal val="344.23"/>
                                          </p:val>
                                        </p:tav>
                                        <p:tav tm="89163">
                                          <p:val>
                                            <p:fltVal val="349.77"/>
                                          </p:val>
                                        </p:tav>
                                        <p:tav tm="90349">
                                          <p:val>
                                            <p:fltVal val="353.72"/>
                                          </p:val>
                                        </p:tav>
                                        <p:tav tm="91534">
                                          <p:val>
                                            <p:fltVal val="356.55"/>
                                          </p:val>
                                        </p:tav>
                                        <p:tav tm="92720">
                                          <p:val>
                                            <p:fltVal val="358.57"/>
                                          </p:val>
                                        </p:tav>
                                        <p:tav tm="95091">
                                          <p:val>
                                            <p:fltVal val="360.97"/>
                                          </p:val>
                                        </p:tav>
                                        <p:tav tm="97463">
                                          <p:val>
                                            <p:fltVal val="361.93"/>
                                          </p:val>
                                        </p:tav>
                                        <p:tav tm="99834">
                                          <p:val>
                                            <p:fltVal val="362.0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1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02" dur="1" fill="hold">
                                          <p:stCondLst>
                                            <p:cond delay="2407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03" dur="367">
                                          <p:stCondLst>
                                            <p:cond delay="2407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4" dur="1" fill="hold">
                                          <p:stCondLst>
                                            <p:cond delay="2773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5" dur="2951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1545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83804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99616">
                                          <p:val>
                                            <p:strVal val="#ppt_x-1.25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6" dur="2951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1545">
                                          <p:val>
                                            <p:strVal val="#ppt_y-0.02336"/>
                                          </p:val>
                                        </p:tav>
                                        <p:tav tm="83804">
                                          <p:val>
                                            <p:strVal val="#ppt_y-0.01114"/>
                                          </p:val>
                                        </p:tav>
                                        <p:tav tm="84933">
                                          <p:val>
                                            <p:strVal val="#ppt_y-0.00711"/>
                                          </p:val>
                                        </p:tav>
                                        <p:tav tm="87192">
                                          <p:val>
                                            <p:strVal val="#ppt_y-0.00305"/>
                                          </p:val>
                                        </p:tav>
                                        <p:tav tm="91710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99616">
                                          <p:val>
                                            <p:strVal val="#ppt_y+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7" dur="2951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1545">
                                          <p:val>
                                            <p:strVal val="#ppt_w*4.52422"/>
                                          </p:val>
                                        </p:tav>
                                        <p:tav tm="82674">
                                          <p:val>
                                            <p:strVal val="#ppt_w*3.5404"/>
                                          </p:val>
                                        </p:tav>
                                        <p:tav tm="83804">
                                          <p:val>
                                            <p:strVal val="#ppt_w*2.69457"/>
                                          </p:val>
                                        </p:tav>
                                        <p:tav tm="84933">
                                          <p:val>
                                            <p:strVal val="#ppt_w*2.10558"/>
                                          </p:val>
                                        </p:tav>
                                        <p:tav tm="86063">
                                          <p:val>
                                            <p:strVal val="#ppt_w*1.72995"/>
                                          </p:val>
                                        </p:tav>
                                        <p:tav tm="87192">
                                          <p:val>
                                            <p:strVal val="#ppt_w*1.48671"/>
                                          </p:val>
                                        </p:tav>
                                        <p:tav tm="88322">
                                          <p:val>
                                            <p:strVal val="#ppt_w*1.32303"/>
                                          </p:val>
                                        </p:tav>
                                        <p:tav tm="89451">
                                          <p:val>
                                            <p:strVal val="#ppt_w*1.20929"/>
                                          </p:val>
                                        </p:tav>
                                        <p:tav tm="90581">
                                          <p:val>
                                            <p:strVal val="#ppt_w*1.12859"/>
                                          </p:val>
                                        </p:tav>
                                        <p:tav tm="91710">
                                          <p:val>
                                            <p:strVal val="#ppt_w*1.07074"/>
                                          </p:val>
                                        </p:tav>
                                        <p:tav tm="92839">
                                          <p:val>
                                            <p:strVal val="#ppt_w*1.02931"/>
                                          </p:val>
                                        </p:tav>
                                        <p:tav tm="93969">
                                          <p:val>
                                            <p:strVal val="#ppt_w*1"/>
                                          </p:val>
                                        </p:tav>
                                        <p:tav tm="95098">
                                          <p:val>
                                            <p:strVal val="#ppt_w*0.97988"/>
                                          </p:val>
                                        </p:tav>
                                        <p:tav tm="97357">
                                          <p:val>
                                            <p:strVal val="#ppt_w*0.95939"/>
                                          </p:val>
                                        </p:tav>
                                        <p:tav tm="99616">
                                          <p:val>
                                            <p:strVal val="#ppt_w*0.956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8" dur="2951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1545">
                                          <p:val>
                                            <p:strVal val="#ppt_h*4.52422"/>
                                          </p:val>
                                        </p:tav>
                                        <p:tav tm="82674">
                                          <p:val>
                                            <p:strVal val="#ppt_h*3.5404"/>
                                          </p:val>
                                        </p:tav>
                                        <p:tav tm="83804">
                                          <p:val>
                                            <p:strVal val="#ppt_h*2.69457"/>
                                          </p:val>
                                        </p:tav>
                                        <p:tav tm="84933">
                                          <p:val>
                                            <p:strVal val="#ppt_h*2.10558"/>
                                          </p:val>
                                        </p:tav>
                                        <p:tav tm="86063">
                                          <p:val>
                                            <p:strVal val="#ppt_h*1.72995"/>
                                          </p:val>
                                        </p:tav>
                                        <p:tav tm="87192">
                                          <p:val>
                                            <p:strVal val="#ppt_h*1.48671"/>
                                          </p:val>
                                        </p:tav>
                                        <p:tav tm="88322">
                                          <p:val>
                                            <p:strVal val="#ppt_h*1.32303"/>
                                          </p:val>
                                        </p:tav>
                                        <p:tav tm="89451">
                                          <p:val>
                                            <p:strVal val="#ppt_h*1.20929"/>
                                          </p:val>
                                        </p:tav>
                                        <p:tav tm="90581">
                                          <p:val>
                                            <p:strVal val="#ppt_h*1.12859"/>
                                          </p:val>
                                        </p:tav>
                                        <p:tav tm="91710">
                                          <p:val>
                                            <p:strVal val="#ppt_h*1.07074"/>
                                          </p:val>
                                        </p:tav>
                                        <p:tav tm="92839">
                                          <p:val>
                                            <p:strVal val="#ppt_h*1.02931"/>
                                          </p:val>
                                        </p:tav>
                                        <p:tav tm="93969">
                                          <p:val>
                                            <p:strVal val="#ppt_h*1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97988"/>
                                          </p:val>
                                        </p:tav>
                                        <p:tav tm="97357">
                                          <p:val>
                                            <p:strVal val="#ppt_h*0.95939"/>
                                          </p:val>
                                        </p:tav>
                                        <p:tav tm="99616">
                                          <p:val>
                                            <p:strVal val="#ppt_h*0.956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9" dur="2951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1545">
                                          <p:val>
                                            <p:fltVal val="175.71"/>
                                          </p:val>
                                        </p:tav>
                                        <p:tav tm="82674">
                                          <p:val>
                                            <p:fltVal val="227.15"/>
                                          </p:val>
                                        </p:tav>
                                        <p:tav tm="83804">
                                          <p:val>
                                            <p:fltVal val="271.39"/>
                                          </p:val>
                                        </p:tav>
                                        <p:tav tm="84933">
                                          <p:val>
                                            <p:fltVal val="302.19"/>
                                          </p:val>
                                        </p:tav>
                                        <p:tav tm="86063">
                                          <p:val>
                                            <p:fltVal val="321.83"/>
                                          </p:val>
                                        </p:tav>
                                        <p:tav tm="87192">
                                          <p:val>
                                            <p:fltVal val="334.55"/>
                                          </p:val>
                                        </p:tav>
                                        <p:tav tm="88322">
                                          <p:val>
                                            <p:fltVal val="343.11"/>
                                          </p:val>
                                        </p:tav>
                                        <p:tav tm="89451">
                                          <p:val>
                                            <p:fltVal val="349.06"/>
                                          </p:val>
                                        </p:tav>
                                        <p:tav tm="90581">
                                          <p:val>
                                            <p:fltVal val="353.28"/>
                                          </p:val>
                                        </p:tav>
                                        <p:tav tm="91710">
                                          <p:val>
                                            <p:fltVal val="356.3"/>
                                          </p:val>
                                        </p:tav>
                                        <p:tav tm="92839">
                                          <p:val>
                                            <p:fltVal val="358.47"/>
                                          </p:val>
                                        </p:tav>
                                        <p:tav tm="95098">
                                          <p:val>
                                            <p:fltVal val="361.05"/>
                                          </p:val>
                                        </p:tav>
                                        <p:tav tm="97357">
                                          <p:val>
                                            <p:fltVal val="362.12"/>
                                          </p:val>
                                        </p:tav>
                                        <p:tav tm="99616">
                                          <p:val>
                                            <p:fltVal val="362.2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0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11" dur="1" fill="hold">
                                          <p:stCondLst>
                                            <p:cond delay="254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12" dur="367">
                                          <p:stCondLst>
                                            <p:cond delay="254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3" dur="1" fill="hold">
                                          <p:stCondLst>
                                            <p:cond delay="2907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4" dur="3091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2165">
                                          <p:val>
                                            <p:strVal val="#ppt_x-1.25747"/>
                                          </p:val>
                                        </p:tav>
                                        <p:tav tm="85400">
                                          <p:val>
                                            <p:strVal val="#ppt_x-1.25251"/>
                                          </p:val>
                                        </p:tav>
                                        <p:tav tm="87557">
                                          <p:val>
                                            <p:strVal val="#ppt_x-1.25104"/>
                                          </p:val>
                                        </p:tav>
                                        <p:tav tm="91870">
                                          <p:val>
                                            <p:strVal val="#ppt_x-1.25015"/>
                                          </p:val>
                                        </p:tav>
                                        <p:tav tm="99418">
                                          <p:val>
                                            <p:strVal val="#ppt_x-1.24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5" dur="3091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2165">
                                          <p:val>
                                            <p:strVal val="#ppt_y-0.02208"/>
                                          </p:val>
                                        </p:tav>
                                        <p:tav tm="84322">
                                          <p:val>
                                            <p:strVal val="#ppt_y-0.01178"/>
                                          </p:val>
                                        </p:tav>
                                        <p:tav tm="85400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87557">
                                          <p:val>
                                            <p:strVal val="#ppt_y-0.00348"/>
                                          </p:val>
                                        </p:tav>
                                        <p:tav tm="91870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9418">
                                          <p:val>
                                            <p:strVal val="#ppt_y+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6" dur="3091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2165">
                                          <p:val>
                                            <p:strVal val="#ppt_w*4.6981"/>
                                          </p:val>
                                        </p:tav>
                                        <p:tav tm="83243">
                                          <p:val>
                                            <p:strVal val="#ppt_w*3.71359"/>
                                          </p:val>
                                        </p:tav>
                                        <p:tav tm="84322">
                                          <p:val>
                                            <p:strVal val="#ppt_w*2.83005"/>
                                          </p:val>
                                        </p:tav>
                                        <p:tav tm="85400">
                                          <p:val>
                                            <p:strVal val="#ppt_w*2.19242"/>
                                          </p:val>
                                        </p:tav>
                                        <p:tav tm="86478">
                                          <p:val>
                                            <p:strVal val="#ppt_w*1.78324"/>
                                          </p:val>
                                        </p:tav>
                                        <p:tav tm="87557">
                                          <p:val>
                                            <p:strVal val="#ppt_w*1.52005"/>
                                          </p:val>
                                        </p:tav>
                                        <p:tav tm="88635">
                                          <p:val>
                                            <p:strVal val="#ppt_w*1.34427"/>
                                          </p:val>
                                        </p:tav>
                                        <p:tav tm="89713">
                                          <p:val>
                                            <p:strVal val="#ppt_w*1.22281"/>
                                          </p:val>
                                        </p:tav>
                                        <p:tav tm="90791">
                                          <p:val>
                                            <p:strVal val="#ppt_w*1.13691"/>
                                          </p:val>
                                        </p:tav>
                                        <p:tav tm="91870">
                                          <p:val>
                                            <p:strVal val="#ppt_w*1.07541"/>
                                          </p:val>
                                        </p:tav>
                                        <p:tav tm="92948">
                                          <p:val>
                                            <p:strVal val="#ppt_w*1.0313"/>
                                          </p:val>
                                        </p:tav>
                                        <p:tav tm="94026">
                                          <p:val>
                                            <p:strVal val="#ppt_w*1"/>
                                          </p:val>
                                        </p:tav>
                                        <p:tav tm="95105">
                                          <p:val>
                                            <p:strVal val="#ppt_w*0.97834"/>
                                          </p:val>
                                        </p:tav>
                                        <p:tav tm="97261">
                                          <p:val>
                                            <p:strVal val="#ppt_w*0.95568"/>
                                          </p:val>
                                        </p:tav>
                                        <p:tav tm="99418">
                                          <p:val>
                                            <p:strVal val="#ppt_w*0.95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7" dur="3091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2165">
                                          <p:val>
                                            <p:strVal val="#ppt_h*4.6981"/>
                                          </p:val>
                                        </p:tav>
                                        <p:tav tm="83243">
                                          <p:val>
                                            <p:strVal val="#ppt_h*3.71359"/>
                                          </p:val>
                                        </p:tav>
                                        <p:tav tm="84322">
                                          <p:val>
                                            <p:strVal val="#ppt_h*2.83005"/>
                                          </p:val>
                                        </p:tav>
                                        <p:tav tm="85400">
                                          <p:val>
                                            <p:strVal val="#ppt_h*2.19242"/>
                                          </p:val>
                                        </p:tav>
                                        <p:tav tm="86478">
                                          <p:val>
                                            <p:strVal val="#ppt_h*1.78324"/>
                                          </p:val>
                                        </p:tav>
                                        <p:tav tm="87557">
                                          <p:val>
                                            <p:strVal val="#ppt_h*1.52005"/>
                                          </p:val>
                                        </p:tav>
                                        <p:tav tm="88635">
                                          <p:val>
                                            <p:strVal val="#ppt_h*1.34427"/>
                                          </p:val>
                                        </p:tav>
                                        <p:tav tm="89713">
                                          <p:val>
                                            <p:strVal val="#ppt_h*1.22281"/>
                                          </p:val>
                                        </p:tav>
                                        <p:tav tm="90791">
                                          <p:val>
                                            <p:strVal val="#ppt_h*1.13691"/>
                                          </p:val>
                                        </p:tav>
                                        <p:tav tm="91870">
                                          <p:val>
                                            <p:strVal val="#ppt_h*1.07541"/>
                                          </p:val>
                                        </p:tav>
                                        <p:tav tm="92948">
                                          <p:val>
                                            <p:strVal val="#ppt_h*1.0313"/>
                                          </p:val>
                                        </p:tav>
                                        <p:tav tm="94026">
                                          <p:val>
                                            <p:strVal val="#ppt_h*1"/>
                                          </p:val>
                                        </p:tav>
                                        <p:tav tm="95105">
                                          <p:val>
                                            <p:strVal val="#ppt_h*0.97834"/>
                                          </p:val>
                                        </p:tav>
                                        <p:tav tm="97261">
                                          <p:val>
                                            <p:strVal val="#ppt_h*0.95568"/>
                                          </p:val>
                                        </p:tav>
                                        <p:tav tm="99418">
                                          <p:val>
                                            <p:strVal val="#ppt_h*0.95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8" dur="3091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2165">
                                          <p:val>
                                            <p:fltVal val="165.64"/>
                                          </p:val>
                                        </p:tav>
                                        <p:tav tm="83243">
                                          <p:val>
                                            <p:fltVal val="217.38"/>
                                          </p:val>
                                        </p:tav>
                                        <p:tav tm="84322">
                                          <p:val>
                                            <p:fltVal val="263.82"/>
                                          </p:val>
                                        </p:tav>
                                        <p:tav tm="85400">
                                          <p:val>
                                            <p:fltVal val="297.33"/>
                                          </p:val>
                                        </p:tav>
                                        <p:tav tm="86478">
                                          <p:val>
                                            <p:fltVal val="318.84"/>
                                          </p:val>
                                        </p:tav>
                                        <p:tav tm="87557">
                                          <p:val>
                                            <p:fltVal val="332.67"/>
                                          </p:val>
                                        </p:tav>
                                        <p:tav tm="88635">
                                          <p:val>
                                            <p:fltVal val="341.91"/>
                                          </p:val>
                                        </p:tav>
                                        <p:tav tm="89713">
                                          <p:val>
                                            <p:fltVal val="348.29"/>
                                          </p:val>
                                        </p:tav>
                                        <p:tav tm="90791">
                                          <p:val>
                                            <p:fltVal val="352.8"/>
                                          </p:val>
                                        </p:tav>
                                        <p:tav tm="91870">
                                          <p:val>
                                            <p:fltVal val="356.04"/>
                                          </p:val>
                                        </p:tav>
                                        <p:tav tm="92948">
                                          <p:val>
                                            <p:fltVal val="358.35"/>
                                          </p:val>
                                        </p:tav>
                                        <p:tav tm="95105">
                                          <p:val>
                                            <p:fltVal val="361.14"/>
                                          </p:val>
                                        </p:tav>
                                        <p:tav tm="97261">
                                          <p:val>
                                            <p:fltVal val="362.33"/>
                                          </p:val>
                                        </p:tav>
                                        <p:tav tm="99418">
                                          <p:val>
                                            <p:fltVal val="362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9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20" dur="1" fill="hold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21" dur="533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2" dur="1" fill="hold">
                                          <p:stCondLst>
                                            <p:cond delay="3207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3" dur="3478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6860">
                                          <p:val>
                                            <p:strVal val="#ppt_x-1.26479"/>
                                          </p:val>
                                        </p:tav>
                                        <p:tav tm="77818">
                                          <p:val>
                                            <p:strVal val="#ppt_x-1.26348"/>
                                          </p:val>
                                        </p:tav>
                                        <p:tav tm="79735">
                                          <p:val>
                                            <p:strVal val="#ppt_x-1.25833"/>
                                          </p:val>
                                        </p:tav>
                                        <p:tav tm="80693">
                                          <p:val>
                                            <p:strVal val="#ppt_x-1.25623"/>
                                          </p:val>
                                        </p:tav>
                                        <p:tav tm="82610">
                                          <p:val>
                                            <p:strVal val="#ppt_x-1.25347"/>
                                          </p:val>
                                        </p:tav>
                                        <p:tav tm="84527">
                                          <p:val>
                                            <p:strVal val="#ppt_x-1.25198"/>
                                          </p:val>
                                        </p:tav>
                                        <p:tav tm="90277">
                                          <p:val>
                                            <p:strVal val="#ppt_x-1.25028"/>
                                          </p:val>
                                        </p:tav>
                                        <p:tav tm="99860">
                                          <p:val>
                                            <p:strVal val="#ppt_x-1.249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4" dur="3478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6860">
                                          <p:val>
                                            <p:strVal val="#ppt_y+0.06219"/>
                                          </p:val>
                                        </p:tav>
                                        <p:tav tm="77818">
                                          <p:val>
                                            <p:strVal val="#ppt_y+0.05647"/>
                                          </p:val>
                                        </p:tav>
                                        <p:tav tm="79735">
                                          <p:val>
                                            <p:strVal val="#ppt_y+0.03458"/>
                                          </p:val>
                                        </p:tav>
                                        <p:tav tm="80693">
                                          <p:val>
                                            <p:strVal val="#ppt_y+0.02584"/>
                                          </p:val>
                                        </p:tav>
                                        <p:tav tm="81652">
                                          <p:val>
                                            <p:strVal val="#ppt_y+0.01921"/>
                                          </p:val>
                                        </p:tav>
                                        <p:tav tm="82610">
                                          <p:val>
                                            <p:strVal val="#ppt_y+0.01438"/>
                                          </p:val>
                                        </p:tav>
                                        <p:tav tm="84527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87402">
                                          <p:val>
                                            <p:strVal val="#ppt_y+0.00346"/>
                                          </p:val>
                                        </p:tav>
                                        <p:tav tm="90277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94110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99860">
                                          <p:val>
                                            <p:strVal val="#ppt_y-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5" dur="3478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6860">
                                          <p:val>
                                            <p:strVal val="#ppt_w*4.79292"/>
                                          </p:val>
                                        </p:tav>
                                        <p:tav tm="77818">
                                          <p:val>
                                            <p:strVal val="#ppt_w*4.45042"/>
                                          </p:val>
                                        </p:tav>
                                        <p:tav tm="78777">
                                          <p:val>
                                            <p:strVal val="#ppt_w*3.76666"/>
                                          </p:val>
                                        </p:tav>
                                        <p:tav tm="79735">
                                          <p:val>
                                            <p:strVal val="#ppt_w*3.12804"/>
                                          </p:val>
                                        </p:tav>
                                        <p:tav tm="80693">
                                          <p:val>
                                            <p:strVal val="#ppt_w*2.59459"/>
                                          </p:val>
                                        </p:tav>
                                        <p:tav tm="81652">
                                          <p:val>
                                            <p:strVal val="#ppt_w*2.18825"/>
                                          </p:val>
                                        </p:tav>
                                        <p:tav tm="82610">
                                          <p:val>
                                            <p:strVal val="#ppt_w*1.89047"/>
                                          </p:val>
                                        </p:tav>
                                        <p:tav tm="83568">
                                          <p:val>
                                            <p:strVal val="#ppt_w*1.67203"/>
                                          </p:val>
                                        </p:tav>
                                        <p:tav tm="84527">
                                          <p:val>
                                            <p:strVal val="#ppt_w*1.50913"/>
                                          </p:val>
                                        </p:tav>
                                        <p:tav tm="85485">
                                          <p:val>
                                            <p:strVal val="#ppt_w*1.38534"/>
                                          </p:val>
                                        </p:tav>
                                        <p:tav tm="86443">
                                          <p:val>
                                            <p:strVal val="#ppt_w*1.28971"/>
                                          </p:val>
                                        </p:tav>
                                        <p:tav tm="87402">
                                          <p:val>
                                            <p:strVal val="#ppt_w*1.21488"/>
                                          </p:val>
                                        </p:tav>
                                        <p:tav tm="88360">
                                          <p:val>
                                            <p:strVal val="#ppt_w*1.15579"/>
                                          </p:val>
                                        </p:tav>
                                        <p:tav tm="89318">
                                          <p:val>
                                            <p:strVal val="#ppt_w*1.10886"/>
                                          </p:val>
                                        </p:tav>
                                        <p:tav tm="90277">
                                          <p:val>
                                            <p:strVal val="#ppt_w*1.07152"/>
                                          </p:val>
                                        </p:tav>
                                        <p:tav tm="92193">
                                          <p:val>
                                            <p:strVal val="#ppt_w*1.01836"/>
                                          </p:val>
                                        </p:tav>
                                        <p:tav tm="94110">
                                          <p:val>
                                            <p:strVal val="#ppt_w*0.98587"/>
                                          </p:val>
                                        </p:tav>
                                        <p:tav tm="96985">
                                          <p:val>
                                            <p:strVal val="#ppt_w*0.96259"/>
                                          </p:val>
                                        </p:tav>
                                        <p:tav tm="99860">
                                          <p:val>
                                            <p:strVal val="#ppt_w*0.95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6" dur="3478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6860">
                                          <p:val>
                                            <p:strVal val="#ppt_h*4.79292"/>
                                          </p:val>
                                        </p:tav>
                                        <p:tav tm="77818">
                                          <p:val>
                                            <p:strVal val="#ppt_h*4.45042"/>
                                          </p:val>
                                        </p:tav>
                                        <p:tav tm="78777">
                                          <p:val>
                                            <p:strVal val="#ppt_h*3.76666"/>
                                          </p:val>
                                        </p:tav>
                                        <p:tav tm="79735">
                                          <p:val>
                                            <p:strVal val="#ppt_h*3.12804"/>
                                          </p:val>
                                        </p:tav>
                                        <p:tav tm="80693">
                                          <p:val>
                                            <p:strVal val="#ppt_h*2.59459"/>
                                          </p:val>
                                        </p:tav>
                                        <p:tav tm="81652">
                                          <p:val>
                                            <p:strVal val="#ppt_h*2.18825"/>
                                          </p:val>
                                        </p:tav>
                                        <p:tav tm="82610">
                                          <p:val>
                                            <p:strVal val="#ppt_h*1.89047"/>
                                          </p:val>
                                        </p:tav>
                                        <p:tav tm="83568">
                                          <p:val>
                                            <p:strVal val="#ppt_h*1.67203"/>
                                          </p:val>
                                        </p:tav>
                                        <p:tav tm="84527">
                                          <p:val>
                                            <p:strVal val="#ppt_h*1.50913"/>
                                          </p:val>
                                        </p:tav>
                                        <p:tav tm="85485">
                                          <p:val>
                                            <p:strVal val="#ppt_h*1.38534"/>
                                          </p:val>
                                        </p:tav>
                                        <p:tav tm="86443">
                                          <p:val>
                                            <p:strVal val="#ppt_h*1.28971"/>
                                          </p:val>
                                        </p:tav>
                                        <p:tav tm="87402">
                                          <p:val>
                                            <p:strVal val="#ppt_h*1.21488"/>
                                          </p:val>
                                        </p:tav>
                                        <p:tav tm="88360">
                                          <p:val>
                                            <p:strVal val="#ppt_h*1.15579"/>
                                          </p:val>
                                        </p:tav>
                                        <p:tav tm="89318">
                                          <p:val>
                                            <p:strVal val="#ppt_h*1.10886"/>
                                          </p:val>
                                        </p:tav>
                                        <p:tav tm="90277">
                                          <p:val>
                                            <p:strVal val="#ppt_h*1.07152"/>
                                          </p:val>
                                        </p:tav>
                                        <p:tav tm="92193">
                                          <p:val>
                                            <p:strVal val="#ppt_h*1.01836"/>
                                          </p:val>
                                        </p:tav>
                                        <p:tav tm="94110">
                                          <p:val>
                                            <p:strVal val="#ppt_h*0.98587"/>
                                          </p:val>
                                        </p:tav>
                                        <p:tav tm="96985">
                                          <p:val>
                                            <p:strVal val="#ppt_h*0.96259"/>
                                          </p:val>
                                        </p:tav>
                                        <p:tav tm="99860">
                                          <p:val>
                                            <p:strVal val="#ppt_h*0.95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7" dur="3478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6860">
                                          <p:val>
                                            <p:fltVal val="-66"/>
                                          </p:val>
                                        </p:tav>
                                        <p:tav tm="77818">
                                          <p:val>
                                            <p:fltVal val="-60.04"/>
                                          </p:val>
                                        </p:tav>
                                        <p:tav tm="78777">
                                          <p:val>
                                            <p:fltVal val="-48.14"/>
                                          </p:val>
                                        </p:tav>
                                        <p:tav tm="79735">
                                          <p:val>
                                            <p:fltVal val="-37.03"/>
                                          </p:val>
                                        </p:tav>
                                        <p:tav tm="80693">
                                          <p:val>
                                            <p:fltVal val="-27.75"/>
                                          </p:val>
                                        </p:tav>
                                        <p:tav tm="81652">
                                          <p:val>
                                            <p:fltVal val="-20.68"/>
                                          </p:val>
                                        </p:tav>
                                        <p:tav tm="82610">
                                          <p:val>
                                            <p:fltVal val="-15.49"/>
                                          </p:val>
                                        </p:tav>
                                        <p:tav tm="83568">
                                          <p:val>
                                            <p:fltVal val="-11.69"/>
                                          </p:val>
                                        </p:tav>
                                        <p:tav tm="84527">
                                          <p:val>
                                            <p:fltVal val="-8.86"/>
                                          </p:val>
                                        </p:tav>
                                        <p:tav tm="85485">
                                          <p:val>
                                            <p:fltVal val="-6.7"/>
                                          </p:val>
                                        </p:tav>
                                        <p:tav tm="87402">
                                          <p:val>
                                            <p:fltVal val="-3.74"/>
                                          </p:val>
                                        </p:tav>
                                        <p:tav tm="90277">
                                          <p:val>
                                            <p:fltVal val="-1.24"/>
                                          </p:val>
                                        </p:tav>
                                        <p:tav tm="94110">
                                          <p:val>
                                            <p:fltVal val="0.25"/>
                                          </p:val>
                                        </p:tav>
                                        <p:tav tm="99860">
                                          <p:val>
                                            <p:fltVal val="0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8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29" dur="1" fill="hold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30" dur="567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1" dur="1" fill="hold">
                                          <p:stCondLst>
                                            <p:cond delay="324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2" dur="3522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5907">
                                          <p:val>
                                            <p:strVal val="#ppt_x-1.23703"/>
                                          </p:val>
                                        </p:tav>
                                        <p:tav tm="76854">
                                          <p:val>
                                            <p:strVal val="#ppt_x-1.23757"/>
                                          </p:val>
                                        </p:tav>
                                        <p:tav tm="78747">
                                          <p:val>
                                            <p:strVal val="#ppt_x-1.24175"/>
                                          </p:val>
                                        </p:tav>
                                        <p:tav tm="80640">
                                          <p:val>
                                            <p:strVal val="#ppt_x-1.24515"/>
                                          </p:val>
                                        </p:tav>
                                        <p:tav tm="83479">
                                          <p:val>
                                            <p:strVal val="#ppt_x-1.24784"/>
                                          </p:val>
                                        </p:tav>
                                        <p:tav tm="89158">
                                          <p:val>
                                            <p:strVal val="#ppt_x-1.24963"/>
                                          </p:val>
                                        </p:tav>
                                        <p:tav tm="99569">
                                          <p:val>
                                            <p:strVal val="#ppt_x-1.25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3" dur="3522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5907">
                                          <p:val>
                                            <p:strVal val="#ppt_y-0.02975"/>
                                          </p:val>
                                        </p:tav>
                                        <p:tav tm="76854">
                                          <p:val>
                                            <p:strVal val="#ppt_y-0.02839"/>
                                          </p:val>
                                        </p:tav>
                                        <p:tav tm="78747">
                                          <p:val>
                                            <p:strVal val="#ppt_y-0.01819"/>
                                          </p:val>
                                        </p:tav>
                                        <p:tav tm="80640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81586">
                                          <p:val>
                                            <p:strVal val="#ppt_y-0.00782"/>
                                          </p:val>
                                        </p:tav>
                                        <p:tav tm="83479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86318">
                                          <p:val>
                                            <p:strVal val="#ppt_y-0.00201"/>
                                          </p:val>
                                        </p:tav>
                                        <p:tav tm="89158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99569">
                                          <p:val>
                                            <p:strVal val="#ppt_y+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4" dur="3522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5907">
                                          <p:val>
                                            <p:strVal val="#ppt_w*4.79157"/>
                                          </p:val>
                                        </p:tav>
                                        <p:tav tm="76854">
                                          <p:val>
                                            <p:strVal val="#ppt_w*4.61918"/>
                                          </p:val>
                                        </p:tav>
                                        <p:tav tm="77800">
                                          <p:val>
                                            <p:strVal val="#ppt_w*3.96449"/>
                                          </p:val>
                                        </p:tav>
                                        <p:tav tm="78747">
                                          <p:val>
                                            <p:strVal val="#ppt_w*3.33431"/>
                                          </p:val>
                                        </p:tav>
                                        <p:tav tm="79693">
                                          <p:val>
                                            <p:strVal val="#ppt_w*2.7837"/>
                                          </p:val>
                                        </p:tav>
                                        <p:tav tm="80640">
                                          <p:val>
                                            <p:strVal val="#ppt_w*2.3471"/>
                                          </p:val>
                                        </p:tav>
                                        <p:tav tm="81586">
                                          <p:val>
                                            <p:strVal val="#ppt_w*2.01958"/>
                                          </p:val>
                                        </p:tav>
                                        <p:tav tm="82533">
                                          <p:val>
                                            <p:strVal val="#ppt_w*1.77683"/>
                                          </p:val>
                                        </p:tav>
                                        <p:tav tm="83479">
                                          <p:val>
                                            <p:strVal val="#ppt_w*1.59502"/>
                                          </p:val>
                                        </p:tav>
                                        <p:tav tm="84425">
                                          <p:val>
                                            <p:strVal val="#ppt_w*1.45652"/>
                                          </p:val>
                                        </p:tav>
                                        <p:tav tm="85372">
                                          <p:val>
                                            <p:strVal val="#ppt_w*1.34927"/>
                                          </p:val>
                                        </p:tav>
                                        <p:tav tm="86318">
                                          <p:val>
                                            <p:strVal val="#ppt_w*1.26505"/>
                                          </p:val>
                                        </p:tav>
                                        <p:tav tm="87265">
                                          <p:val>
                                            <p:strVal val="#ppt_w*1.19821"/>
                                          </p:val>
                                        </p:tav>
                                        <p:tav tm="88211">
                                          <p:val>
                                            <p:strVal val="#ppt_w*1.14477"/>
                                          </p:val>
                                        </p:tav>
                                        <p:tav tm="89158">
                                          <p:val>
                                            <p:strVal val="#ppt_w*1.10185"/>
                                          </p:val>
                                        </p:tav>
                                        <p:tav tm="91051">
                                          <p:val>
                                            <p:strVal val="#ppt_w*1.03963"/>
                                          </p:val>
                                        </p:tav>
                                        <p:tav tm="91997">
                                          <p:val>
                                            <p:strVal val="#ppt_w*1.0175"/>
                                          </p:val>
                                        </p:tav>
                                        <p:tav tm="93890">
                                          <p:val>
                                            <p:strVal val="#ppt_w*0.98636"/>
                                          </p:val>
                                        </p:tav>
                                        <p:tav tm="96730">
                                          <p:val>
                                            <p:strVal val="#ppt_w*0.96314"/>
                                          </p:val>
                                        </p:tav>
                                        <p:tav tm="99569">
                                          <p:val>
                                            <p:strVal val="#ppt_w*0.958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5" dur="3522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5907">
                                          <p:val>
                                            <p:strVal val="#ppt_h*4.79157"/>
                                          </p:val>
                                        </p:tav>
                                        <p:tav tm="76854">
                                          <p:val>
                                            <p:strVal val="#ppt_h*4.61918"/>
                                          </p:val>
                                        </p:tav>
                                        <p:tav tm="77800">
                                          <p:val>
                                            <p:strVal val="#ppt_h*3.96449"/>
                                          </p:val>
                                        </p:tav>
                                        <p:tav tm="78747">
                                          <p:val>
                                            <p:strVal val="#ppt_h*3.33431"/>
                                          </p:val>
                                        </p:tav>
                                        <p:tav tm="79693">
                                          <p:val>
                                            <p:strVal val="#ppt_h*2.7837"/>
                                          </p:val>
                                        </p:tav>
                                        <p:tav tm="80640">
                                          <p:val>
                                            <p:strVal val="#ppt_h*2.3471"/>
                                          </p:val>
                                        </p:tav>
                                        <p:tav tm="81586">
                                          <p:val>
                                            <p:strVal val="#ppt_h*2.01958"/>
                                          </p:val>
                                        </p:tav>
                                        <p:tav tm="82533">
                                          <p:val>
                                            <p:strVal val="#ppt_h*1.77683"/>
                                          </p:val>
                                        </p:tav>
                                        <p:tav tm="83479">
                                          <p:val>
                                            <p:strVal val="#ppt_h*1.59502"/>
                                          </p:val>
                                        </p:tav>
                                        <p:tav tm="84425">
                                          <p:val>
                                            <p:strVal val="#ppt_h*1.45652"/>
                                          </p:val>
                                        </p:tav>
                                        <p:tav tm="85372">
                                          <p:val>
                                            <p:strVal val="#ppt_h*1.34927"/>
                                          </p:val>
                                        </p:tav>
                                        <p:tav tm="86318">
                                          <p:val>
                                            <p:strVal val="#ppt_h*1.26505"/>
                                          </p:val>
                                        </p:tav>
                                        <p:tav tm="87265">
                                          <p:val>
                                            <p:strVal val="#ppt_h*1.19821"/>
                                          </p:val>
                                        </p:tav>
                                        <p:tav tm="88211">
                                          <p:val>
                                            <p:strVal val="#ppt_h*1.14477"/>
                                          </p:val>
                                        </p:tav>
                                        <p:tav tm="89158">
                                          <p:val>
                                            <p:strVal val="#ppt_h*1.10185"/>
                                          </p:val>
                                        </p:tav>
                                        <p:tav tm="91051">
                                          <p:val>
                                            <p:strVal val="#ppt_h*1.03963"/>
                                          </p:val>
                                        </p:tav>
                                        <p:tav tm="91997">
                                          <p:val>
                                            <p:strVal val="#ppt_h*1.0175"/>
                                          </p:val>
                                        </p:tav>
                                        <p:tav tm="93890">
                                          <p:val>
                                            <p:strVal val="#ppt_h*0.98636"/>
                                          </p:val>
                                        </p:tav>
                                        <p:tav tm="96730">
                                          <p:val>
                                            <p:strVal val="#ppt_h*0.96314"/>
                                          </p:val>
                                        </p:tav>
                                        <p:tav tm="99569">
                                          <p:val>
                                            <p:strVal val="#ppt_h*0.958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6" dur="3522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5907">
                                          <p:val>
                                            <p:fltVal val="-72.01"/>
                                          </p:val>
                                        </p:tav>
                                        <p:tav tm="76854">
                                          <p:val>
                                            <p:fltVal val="-68.73"/>
                                          </p:val>
                                        </p:tav>
                                        <p:tav tm="78747">
                                          <p:val>
                                            <p:fltVal val="-44.33"/>
                                          </p:val>
                                        </p:tav>
                                        <p:tav tm="79693">
                                          <p:val>
                                            <p:fltVal val="-33.87"/>
                                          </p:val>
                                        </p:tav>
                                        <p:tav tm="80640">
                                          <p:val>
                                            <p:fltVal val="-25.58"/>
                                          </p:val>
                                        </p:tav>
                                        <p:tav tm="81586">
                                          <p:val>
                                            <p:fltVal val="-19.36"/>
                                          </p:val>
                                        </p:tav>
                                        <p:tav tm="82533">
                                          <p:val>
                                            <p:fltVal val="-14.75"/>
                                          </p:val>
                                        </p:tav>
                                        <p:tav tm="83479">
                                          <p:val>
                                            <p:fltVal val="-11.3"/>
                                          </p:val>
                                        </p:tav>
                                        <p:tav tm="84425">
                                          <p:val>
                                            <p:fltVal val="-8.67"/>
                                          </p:val>
                                        </p:tav>
                                        <p:tav tm="86318">
                                          <p:val>
                                            <p:fltVal val="-5.03"/>
                                          </p:val>
                                        </p:tav>
                                        <p:tav tm="89158">
                                          <p:val>
                                            <p:fltVal val="-1.93"/>
                                          </p:val>
                                        </p:tav>
                                        <p:tav tm="91051">
                                          <p:val>
                                            <p:fltVal val="-0.75"/>
                                          </p:val>
                                        </p:tav>
                                        <p:tav tm="93890">
                                          <p:val>
                                            <p:fltVal val="0.26"/>
                                          </p:val>
                                        </p:tav>
                                        <p:tav tm="99569">
                                          <p:val>
                                            <p:fltVal val="0.7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7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38" dur="1" fill="hold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39" dur="567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0" dur="1" fill="hold">
                                          <p:stCondLst>
                                            <p:cond delay="324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1" dur="3554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5222">
                                          <p:val>
                                            <p:strVal val="#ppt_x-1.2333"/>
                                          </p:val>
                                        </p:tav>
                                        <p:tav tm="77098">
                                          <p:val>
                                            <p:strVal val="#ppt_x-1.23891"/>
                                          </p:val>
                                        </p:tav>
                                        <p:tav tm="78974">
                                          <p:val>
                                            <p:strVal val="#ppt_x-1.24332"/>
                                          </p:val>
                                        </p:tav>
                                        <p:tav tm="80849">
                                          <p:val>
                                            <p:strVal val="#ppt_x-1.246"/>
                                          </p:val>
                                        </p:tav>
                                        <p:tav tm="82725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85539">
                                          <p:val>
                                            <p:strVal val="#ppt_x-1.24886"/>
                                          </p:val>
                                        </p:tav>
                                        <p:tav tm="89291">
                                          <p:val>
                                            <p:strVal val="#ppt_x-1.2497"/>
                                          </p:val>
                                        </p:tav>
                                        <p:tav tm="99608">
                                          <p:val>
                                            <p:strVal val="#ppt_x-1.25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2" dur="3554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5222">
                                          <p:val>
                                            <p:strVal val="#ppt_y-0.00508"/>
                                          </p:val>
                                        </p:tav>
                                        <p:tav tm="78974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82725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99608">
                                          <p:val>
                                            <p:strVal val="#ppt_y+0.0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3" dur="3554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5222">
                                          <p:val>
                                            <p:strVal val="#ppt_w*4.52012"/>
                                          </p:val>
                                        </p:tav>
                                        <p:tav tm="76160">
                                          <p:val>
                                            <p:strVal val="#ppt_w*3.9222"/>
                                          </p:val>
                                        </p:tav>
                                        <p:tav tm="77098">
                                          <p:val>
                                            <p:strVal val="#ppt_w*3.34591"/>
                                          </p:val>
                                        </p:tav>
                                        <p:tav tm="78036">
                                          <p:val>
                                            <p:strVal val="#ppt_w*2.83433"/>
                                          </p:val>
                                        </p:tav>
                                        <p:tav tm="78974">
                                          <p:val>
                                            <p:strVal val="#ppt_w*2.41701"/>
                                          </p:val>
                                        </p:tav>
                                        <p:tav tm="79912">
                                          <p:val>
                                            <p:strVal val="#ppt_w*2.09449"/>
                                          </p:val>
                                        </p:tav>
                                        <p:tav tm="80849">
                                          <p:val>
                                            <p:strVal val="#ppt_w*1.84955"/>
                                          </p:val>
                                        </p:tav>
                                        <p:tav tm="81787">
                                          <p:val>
                                            <p:strVal val="#ppt_w*1.66266"/>
                                          </p:val>
                                        </p:tav>
                                        <p:tav tm="82725">
                                          <p:val>
                                            <p:strVal val="#ppt_w*1.51816"/>
                                          </p:val>
                                        </p:tav>
                                        <p:tav tm="83663">
                                          <p:val>
                                            <p:strVal val="#ppt_w*1.40479"/>
                                          </p:val>
                                        </p:tav>
                                        <p:tav tm="84601">
                                          <p:val>
                                            <p:strVal val="#ppt_w*1.31467"/>
                                          </p:val>
                                        </p:tav>
                                        <p:tav tm="85539">
                                          <p:val>
                                            <p:strVal val="#ppt_w*1.24226"/>
                                          </p:val>
                                        </p:tav>
                                        <p:tav tm="86477">
                                          <p:val>
                                            <p:strVal val="#ppt_w*1.1836"/>
                                          </p:val>
                                        </p:tav>
                                        <p:tav tm="87415">
                                          <p:val>
                                            <p:strVal val="#ppt_w*1.13579"/>
                                          </p:val>
                                        </p:tav>
                                        <p:tav tm="89291">
                                          <p:val>
                                            <p:strVal val="#ppt_w*1.0647"/>
                                          </p:val>
                                        </p:tav>
                                        <p:tav tm="91167">
                                          <p:val>
                                            <p:strVal val="#ppt_w*1.01723"/>
                                          </p:val>
                                        </p:tav>
                                        <p:tav tm="93980">
                                          <p:val>
                                            <p:strVal val="#ppt_w*0.97538"/>
                                          </p:val>
                                        </p:tav>
                                        <p:tav tm="96794">
                                          <p:val>
                                            <p:strVal val="#ppt_w*0.95669"/>
                                          </p:val>
                                        </p:tav>
                                        <p:tav tm="99608">
                                          <p:val>
                                            <p:strVal val="#ppt_w*0.952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4" dur="3554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5222">
                                          <p:val>
                                            <p:strVal val="#ppt_h*4.52012"/>
                                          </p:val>
                                        </p:tav>
                                        <p:tav tm="76160">
                                          <p:val>
                                            <p:strVal val="#ppt_h*3.9222"/>
                                          </p:val>
                                        </p:tav>
                                        <p:tav tm="77098">
                                          <p:val>
                                            <p:strVal val="#ppt_h*3.34591"/>
                                          </p:val>
                                        </p:tav>
                                        <p:tav tm="78036">
                                          <p:val>
                                            <p:strVal val="#ppt_h*2.83433"/>
                                          </p:val>
                                        </p:tav>
                                        <p:tav tm="78974">
                                          <p:val>
                                            <p:strVal val="#ppt_h*2.41701"/>
                                          </p:val>
                                        </p:tav>
                                        <p:tav tm="79912">
                                          <p:val>
                                            <p:strVal val="#ppt_h*2.09449"/>
                                          </p:val>
                                        </p:tav>
                                        <p:tav tm="80849">
                                          <p:val>
                                            <p:strVal val="#ppt_h*1.84955"/>
                                          </p:val>
                                        </p:tav>
                                        <p:tav tm="81787">
                                          <p:val>
                                            <p:strVal val="#ppt_h*1.66266"/>
                                          </p:val>
                                        </p:tav>
                                        <p:tav tm="82725">
                                          <p:val>
                                            <p:strVal val="#ppt_h*1.51816"/>
                                          </p:val>
                                        </p:tav>
                                        <p:tav tm="83663">
                                          <p:val>
                                            <p:strVal val="#ppt_h*1.40479"/>
                                          </p:val>
                                        </p:tav>
                                        <p:tav tm="84601">
                                          <p:val>
                                            <p:strVal val="#ppt_h*1.31467"/>
                                          </p:val>
                                        </p:tav>
                                        <p:tav tm="85539">
                                          <p:val>
                                            <p:strVal val="#ppt_h*1.24226"/>
                                          </p:val>
                                        </p:tav>
                                        <p:tav tm="86477">
                                          <p:val>
                                            <p:strVal val="#ppt_h*1.1836"/>
                                          </p:val>
                                        </p:tav>
                                        <p:tav tm="87415">
                                          <p:val>
                                            <p:strVal val="#ppt_h*1.13579"/>
                                          </p:val>
                                        </p:tav>
                                        <p:tav tm="89291">
                                          <p:val>
                                            <p:strVal val="#ppt_h*1.0647"/>
                                          </p:val>
                                        </p:tav>
                                        <p:tav tm="91167">
                                          <p:val>
                                            <p:strVal val="#ppt_h*1.01723"/>
                                          </p:val>
                                        </p:tav>
                                        <p:tav tm="93980">
                                          <p:val>
                                            <p:strVal val="#ppt_h*0.97538"/>
                                          </p:val>
                                        </p:tav>
                                        <p:tav tm="96794">
                                          <p:val>
                                            <p:strVal val="#ppt_h*0.95669"/>
                                          </p:val>
                                        </p:tav>
                                        <p:tav tm="99608">
                                          <p:val>
                                            <p:strVal val="#ppt_h*0.952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5" dur="3554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5222">
                                          <p:val>
                                            <p:fltVal val="19.39"/>
                                          </p:val>
                                        </p:tav>
                                        <p:tav tm="77098">
                                          <p:val>
                                            <p:fltVal val="12.92"/>
                                          </p:val>
                                        </p:tav>
                                        <p:tav tm="78974">
                                          <p:val>
                                            <p:fltVal val="7.8"/>
                                          </p:val>
                                        </p:tav>
                                        <p:tav tm="80849">
                                          <p:val>
                                            <p:fltVal val="4.68"/>
                                          </p:val>
                                        </p:tav>
                                        <p:tav tm="82725">
                                          <p:val>
                                            <p:fltVal val="2.85"/>
                                          </p:val>
                                        </p:tav>
                                        <p:tav tm="85539">
                                          <p:val>
                                            <p:fltVal val="1.33"/>
                                          </p:val>
                                        </p:tav>
                                        <p:tav tm="89291">
                                          <p:val>
                                            <p:fltVal val="0.36"/>
                                          </p:val>
                                        </p:tav>
                                        <p:tav tm="99608">
                                          <p:val>
                                            <p:fltVal val="-0.2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6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47" dur="1" fill="hold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48" dur="500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9" dur="1" fill="hold">
                                          <p:stCondLst>
                                            <p:cond delay="3173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0" dur="3431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7919">
                                          <p:val>
                                            <p:strVal val="#ppt_x-1.28327"/>
                                          </p:val>
                                        </p:tav>
                                        <p:tav tm="78890">
                                          <p:val>
                                            <p:strVal val="#ppt_x-1.28278"/>
                                          </p:val>
                                        </p:tav>
                                        <p:tav tm="80833">
                                          <p:val>
                                            <p:strVal val="#ppt_x-1.27075"/>
                                          </p:val>
                                        </p:tav>
                                        <p:tav tm="81805">
                                          <p:val>
                                            <p:strVal val="#ppt_x-1.26536"/>
                                          </p:val>
                                        </p:tav>
                                        <p:tav tm="82777">
                                          <p:val>
                                            <p:strVal val="#ppt_x-1.26118"/>
                                          </p:val>
                                        </p:tav>
                                        <p:tav tm="83748">
                                          <p:val>
                                            <p:strVal val="#ppt_x-1.25817"/>
                                          </p:val>
                                        </p:tav>
                                        <p:tav tm="85691">
                                          <p:val>
                                            <p:strVal val="#ppt_x-1.25443"/>
                                          </p:val>
                                        </p:tav>
                                        <p:tav tm="87634">
                                          <p:val>
                                            <p:strVal val="#ppt_x-1.25238"/>
                                          </p:val>
                                        </p:tav>
                                        <p:tav tm="90549">
                                          <p:val>
                                            <p:strVal val="#ppt_x-1.25076"/>
                                          </p:val>
                                        </p:tav>
                                        <p:tav tm="94435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99293">
                                          <p:val>
                                            <p:strVal val="#ppt_x-1.249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1" dur="3431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7919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82777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99293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2" dur="3431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7919">
                                          <p:val>
                                            <p:strVal val="#ppt_w*4.78615"/>
                                          </p:val>
                                        </p:tav>
                                        <p:tav tm="78890">
                                          <p:val>
                                            <p:strVal val="#ppt_w*4.72336"/>
                                          </p:val>
                                        </p:tav>
                                        <p:tav tm="79862">
                                          <p:val>
                                            <p:strVal val="#ppt_w*3.97871"/>
                                          </p:val>
                                        </p:tav>
                                        <p:tav tm="80833">
                                          <p:val>
                                            <p:strVal val="#ppt_w*3.26462"/>
                                          </p:val>
                                        </p:tav>
                                        <p:tav tm="81805">
                                          <p:val>
                                            <p:strVal val="#ppt_w*2.66011"/>
                                          </p:val>
                                        </p:tav>
                                        <p:tav tm="82777">
                                          <p:val>
                                            <p:strVal val="#ppt_w*2.20495"/>
                                          </p:val>
                                        </p:tav>
                                        <p:tav tm="83748">
                                          <p:val>
                                            <p:strVal val="#ppt_w*1.87984"/>
                                          </p:val>
                                        </p:tav>
                                        <p:tav tm="84720">
                                          <p:val>
                                            <p:strVal val="#ppt_w*1.64764"/>
                                          </p:val>
                                        </p:tav>
                                        <p:tav tm="85691">
                                          <p:val>
                                            <p:strVal val="#ppt_w*1.4785"/>
                                          </p:val>
                                        </p:tav>
                                        <p:tav tm="86663">
                                          <p:val>
                                            <p:strVal val="#ppt_w*1.35256"/>
                                          </p:val>
                                        </p:tav>
                                        <p:tav tm="87634">
                                          <p:val>
                                            <p:strVal val="#ppt_w*1.25703"/>
                                          </p:val>
                                        </p:tav>
                                        <p:tav tm="88606">
                                          <p:val>
                                            <p:strVal val="#ppt_w*1.18358"/>
                                          </p:val>
                                        </p:tav>
                                        <p:tav tm="89578">
                                          <p:val>
                                            <p:strVal val="#ppt_w*1.12658"/>
                                          </p:val>
                                        </p:tav>
                                        <p:tav tm="90549">
                                          <p:val>
                                            <p:strVal val="#ppt_w*1.08214"/>
                                          </p:val>
                                        </p:tav>
                                        <p:tav tm="91521">
                                          <p:val>
                                            <p:strVal val="#ppt_w*1.0475"/>
                                          </p:val>
                                        </p:tav>
                                        <p:tav tm="93464">
                                          <p:val>
                                            <p:strVal val="#ppt_w*1"/>
                                          </p:val>
                                        </p:tav>
                                        <p:tav tm="96378">
                                          <p:val>
                                            <p:strVal val="#ppt_w*0.96522"/>
                                          </p:val>
                                        </p:tav>
                                        <p:tav tm="99293">
                                          <p:val>
                                            <p:strVal val="#ppt_w*0.957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3" dur="3431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7919">
                                          <p:val>
                                            <p:strVal val="#ppt_h*4.78615"/>
                                          </p:val>
                                        </p:tav>
                                        <p:tav tm="78890">
                                          <p:val>
                                            <p:strVal val="#ppt_h*4.72336"/>
                                          </p:val>
                                        </p:tav>
                                        <p:tav tm="79862">
                                          <p:val>
                                            <p:strVal val="#ppt_h*3.97871"/>
                                          </p:val>
                                        </p:tav>
                                        <p:tav tm="80833">
                                          <p:val>
                                            <p:strVal val="#ppt_h*3.26462"/>
                                          </p:val>
                                        </p:tav>
                                        <p:tav tm="81805">
                                          <p:val>
                                            <p:strVal val="#ppt_h*2.66011"/>
                                          </p:val>
                                        </p:tav>
                                        <p:tav tm="82777">
                                          <p:val>
                                            <p:strVal val="#ppt_h*2.20495"/>
                                          </p:val>
                                        </p:tav>
                                        <p:tav tm="83748">
                                          <p:val>
                                            <p:strVal val="#ppt_h*1.87984"/>
                                          </p:val>
                                        </p:tav>
                                        <p:tav tm="84720">
                                          <p:val>
                                            <p:strVal val="#ppt_h*1.64764"/>
                                          </p:val>
                                        </p:tav>
                                        <p:tav tm="85691">
                                          <p:val>
                                            <p:strVal val="#ppt_h*1.4785"/>
                                          </p:val>
                                        </p:tav>
                                        <p:tav tm="86663">
                                          <p:val>
                                            <p:strVal val="#ppt_h*1.35256"/>
                                          </p:val>
                                        </p:tav>
                                        <p:tav tm="87634">
                                          <p:val>
                                            <p:strVal val="#ppt_h*1.25703"/>
                                          </p:val>
                                        </p:tav>
                                        <p:tav tm="88606">
                                          <p:val>
                                            <p:strVal val="#ppt_h*1.18358"/>
                                          </p:val>
                                        </p:tav>
                                        <p:tav tm="89578">
                                          <p:val>
                                            <p:strVal val="#ppt_h*1.12658"/>
                                          </p:val>
                                        </p:tav>
                                        <p:tav tm="90549">
                                          <p:val>
                                            <p:strVal val="#ppt_h*1.08214"/>
                                          </p:val>
                                        </p:tav>
                                        <p:tav tm="91521">
                                          <p:val>
                                            <p:strVal val="#ppt_h*1.0475"/>
                                          </p:val>
                                        </p:tav>
                                        <p:tav tm="93464">
                                          <p:val>
                                            <p:strVal val="#ppt_h*1"/>
                                          </p:val>
                                        </p:tav>
                                        <p:tav tm="96378">
                                          <p:val>
                                            <p:strVal val="#ppt_h*0.96522"/>
                                          </p:val>
                                        </p:tav>
                                        <p:tav tm="99293">
                                          <p:val>
                                            <p:strVal val="#ppt_h*0.957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4" dur="3431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7919">
                                          <p:val>
                                            <p:fltVal val="-144.96"/>
                                          </p:val>
                                        </p:tav>
                                        <p:tav tm="78890">
                                          <p:val>
                                            <p:fltVal val="-142.55"/>
                                          </p:val>
                                        </p:tav>
                                        <p:tav tm="79862">
                                          <p:val>
                                            <p:fltVal val="-114.04"/>
                                          </p:val>
                                        </p:tav>
                                        <p:tav tm="80833">
                                          <p:val>
                                            <p:fltVal val="-86.7"/>
                                          </p:val>
                                        </p:tav>
                                        <p:tav tm="81805">
                                          <p:val>
                                            <p:fltVal val="-63.56"/>
                                          </p:val>
                                        </p:tav>
                                        <p:tav tm="82777">
                                          <p:val>
                                            <p:fltVal val="-46.13"/>
                                          </p:val>
                                        </p:tav>
                                        <p:tav tm="83748">
                                          <p:val>
                                            <p:fltVal val="-33.69"/>
                                          </p:val>
                                        </p:tav>
                                        <p:tav tm="84720">
                                          <p:val>
                                            <p:fltVal val="-24.8"/>
                                          </p:val>
                                        </p:tav>
                                        <p:tav tm="85691">
                                          <p:val>
                                            <p:fltVal val="-18.32"/>
                                          </p:val>
                                        </p:tav>
                                        <p:tav tm="86663">
                                          <p:val>
                                            <p:fltVal val="-13.5"/>
                                          </p:val>
                                        </p:tav>
                                        <p:tav tm="87634">
                                          <p:val>
                                            <p:fltVal val="-9.84"/>
                                          </p:val>
                                        </p:tav>
                                        <p:tav tm="88606">
                                          <p:val>
                                            <p:fltVal val="-7.03"/>
                                          </p:val>
                                        </p:tav>
                                        <p:tav tm="89578">
                                          <p:val>
                                            <p:fltVal val="-4.85"/>
                                          </p:val>
                                        </p:tav>
                                        <p:tav tm="91521">
                                          <p:val>
                                            <p:fltVal val="-1.82"/>
                                          </p:val>
                                        </p:tav>
                                        <p:tav tm="93464">
                                          <p:val>
                                            <p:fltVal val="0"/>
                                          </p:val>
                                        </p:tav>
                                        <p:tav tm="96378">
                                          <p:val>
                                            <p:fltVal val="1.33"/>
                                          </p:val>
                                        </p:tav>
                                        <p:tav tm="99293">
                                          <p:val>
                                            <p:fltVal val="1.6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5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2256" dur="1" fill="hold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257" dur="500">
                                          <p:stCondLst>
                                            <p:cond delay="2673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8" dur="1" fill="hold">
                                          <p:stCondLst>
                                            <p:cond delay="3173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9" dur="3445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7598">
                                          <p:val>
                                            <p:strVal val="#ppt_x-1.27579"/>
                                          </p:val>
                                        </p:tav>
                                        <p:tav tm="78565">
                                          <p:val>
                                            <p:strVal val="#ppt_x-1.27396"/>
                                          </p:val>
                                        </p:tav>
                                        <p:tav tm="80500">
                                          <p:val>
                                            <p:strVal val="#ppt_x-1.26446"/>
                                          </p:val>
                                        </p:tav>
                                        <p:tav tm="81468">
                                          <p:val>
                                            <p:strVal val="#ppt_x-1.26066"/>
                                          </p:val>
                                        </p:tav>
                                        <p:tav tm="82435">
                                          <p:val>
                                            <p:strVal val="#ppt_x-1.25781"/>
                                          </p:val>
                                        </p:tav>
                                        <p:tav tm="84371">
                                          <p:val>
                                            <p:strVal val="#ppt_x-1.25428"/>
                                          </p:val>
                                        </p:tav>
                                        <p:tav tm="87273">
                                          <p:val>
                                            <p:strVal val="#ppt_x-1.25173"/>
                                          </p:val>
                                        </p:tav>
                                        <p:tav tm="90176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4046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9851">
                                          <p:val>
                                            <p:strVal val="#ppt_x-1.24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0" dur="3445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7598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84371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99851">
                                          <p:val>
                                            <p:strVal val="#ppt_y+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1" dur="3445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7598">
                                          <p:val>
                                            <p:strVal val="#ppt_w*4.76662"/>
                                          </p:val>
                                        </p:tav>
                                        <p:tav tm="78565">
                                          <p:val>
                                            <p:strVal val="#ppt_w*4.50004"/>
                                          </p:val>
                                        </p:tav>
                                        <p:tav tm="79533">
                                          <p:val>
                                            <p:strVal val="#ppt_w*3.78384"/>
                                          </p:val>
                                        </p:tav>
                                        <p:tav tm="80500">
                                          <p:val>
                                            <p:strVal val="#ppt_w*3.11352"/>
                                          </p:val>
                                        </p:tav>
                                        <p:tav tm="81468">
                                          <p:val>
                                            <p:strVal val="#ppt_w*2.55831"/>
                                          </p:val>
                                        </p:tav>
                                        <p:tav tm="82435">
                                          <p:val>
                                            <p:strVal val="#ppt_w*2.14239"/>
                                          </p:val>
                                        </p:tav>
                                        <p:tav tm="83403">
                                          <p:val>
                                            <p:strVal val="#ppt_w*1.84275"/>
                                          </p:val>
                                        </p:tav>
                                        <p:tav tm="84371">
                                          <p:val>
                                            <p:strVal val="#ppt_w*1.626"/>
                                          </p:val>
                                        </p:tav>
                                        <p:tav tm="85338">
                                          <p:val>
                                            <p:strVal val="#ppt_w*1.46617"/>
                                          </p:val>
                                        </p:tav>
                                        <p:tav tm="86306">
                                          <p:val>
                                            <p:strVal val="#ppt_w*1.34588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25378"/>
                                          </p:val>
                                        </p:tav>
                                        <p:tav tm="88241">
                                          <p:val>
                                            <p:strVal val="#ppt_w*1.18235"/>
                                          </p:val>
                                        </p:tav>
                                        <p:tav tm="89208">
                                          <p:val>
                                            <p:strVal val="#ppt_w*1.12647"/>
                                          </p:val>
                                        </p:tav>
                                        <p:tav tm="90176">
                                          <p:val>
                                            <p:strVal val="#ppt_w*1.08256"/>
                                          </p:val>
                                        </p:tav>
                                        <p:tav tm="92111">
                                          <p:val>
                                            <p:strVal val="#ppt_w*1.02099"/>
                                          </p:val>
                                        </p:tav>
                                        <p:tav tm="94046">
                                          <p:val>
                                            <p:strVal val="#ppt_w*0.98396"/>
                                          </p:val>
                                        </p:tav>
                                        <p:tav tm="96949">
                                          <p:val>
                                            <p:strVal val="#ppt_w*0.95779"/>
                                          </p:val>
                                        </p:tav>
                                        <p:tav tm="99851">
                                          <p:val>
                                            <p:strVal val="#ppt_w*0.953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2" dur="3445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7598">
                                          <p:val>
                                            <p:strVal val="#ppt_h*4.76662"/>
                                          </p:val>
                                        </p:tav>
                                        <p:tav tm="78565">
                                          <p:val>
                                            <p:strVal val="#ppt_h*4.50004"/>
                                          </p:val>
                                        </p:tav>
                                        <p:tav tm="79533">
                                          <p:val>
                                            <p:strVal val="#ppt_h*3.78384"/>
                                          </p:val>
                                        </p:tav>
                                        <p:tav tm="80500">
                                          <p:val>
                                            <p:strVal val="#ppt_h*3.11352"/>
                                          </p:val>
                                        </p:tav>
                                        <p:tav tm="81468">
                                          <p:val>
                                            <p:strVal val="#ppt_h*2.55831"/>
                                          </p:val>
                                        </p:tav>
                                        <p:tav tm="82435">
                                          <p:val>
                                            <p:strVal val="#ppt_h*2.14239"/>
                                          </p:val>
                                        </p:tav>
                                        <p:tav tm="83403">
                                          <p:val>
                                            <p:strVal val="#ppt_h*1.84275"/>
                                          </p:val>
                                        </p:tav>
                                        <p:tav tm="84371">
                                          <p:val>
                                            <p:strVal val="#ppt_h*1.626"/>
                                          </p:val>
                                        </p:tav>
                                        <p:tav tm="85338">
                                          <p:val>
                                            <p:strVal val="#ppt_h*1.46617"/>
                                          </p:val>
                                        </p:tav>
                                        <p:tav tm="86306">
                                          <p:val>
                                            <p:strVal val="#ppt_h*1.34588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25378"/>
                                          </p:val>
                                        </p:tav>
                                        <p:tav tm="88241">
                                          <p:val>
                                            <p:strVal val="#ppt_h*1.18235"/>
                                          </p:val>
                                        </p:tav>
                                        <p:tav tm="89208">
                                          <p:val>
                                            <p:strVal val="#ppt_h*1.12647"/>
                                          </p:val>
                                        </p:tav>
                                        <p:tav tm="90176">
                                          <p:val>
                                            <p:strVal val="#ppt_h*1.08256"/>
                                          </p:val>
                                        </p:tav>
                                        <p:tav tm="92111">
                                          <p:val>
                                            <p:strVal val="#ppt_h*1.02099"/>
                                          </p:val>
                                        </p:tav>
                                        <p:tav tm="94046">
                                          <p:val>
                                            <p:strVal val="#ppt_h*0.98396"/>
                                          </p:val>
                                        </p:tav>
                                        <p:tav tm="96949">
                                          <p:val>
                                            <p:strVal val="#ppt_h*0.95779"/>
                                          </p:val>
                                        </p:tav>
                                        <p:tav tm="99851">
                                          <p:val>
                                            <p:strVal val="#ppt_h*0.953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3" dur="3445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7598">
                                          <p:val>
                                            <p:fltVal val="-7.43"/>
                                          </p:val>
                                        </p:tav>
                                        <p:tav tm="78565">
                                          <p:val>
                                            <p:fltVal val="-6.9"/>
                                          </p:val>
                                        </p:tav>
                                        <p:tav tm="81468">
                                          <p:val>
                                            <p:fltVal val="-3.07"/>
                                          </p:val>
                                        </p:tav>
                                        <p:tav tm="84371">
                                          <p:val>
                                            <p:fltVal val="-1.23"/>
                                          </p:val>
                                        </p:tav>
                                        <p:tav tm="90176">
                                          <p:val>
                                            <p:fltVal val="-0.16"/>
                                          </p:val>
                                        </p:tav>
                                        <p:tav tm="99851">
                                          <p:val>
                                            <p:fltVal val="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66" dur="72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7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69" dur="72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0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72" dur="72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3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75" dur="72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6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78" dur="72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9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81" dur="72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2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84" dur="72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5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87" dur="72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8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90" dur="72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1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93" dur="72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96" dur="72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7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99" dur="72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0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02" dur="72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3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05" dur="72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6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08" dur="72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9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11" dur="72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2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14" dur="72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5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17" dur="72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8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20" dur="72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1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23" dur="72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26" dur="72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7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29" dur="72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0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32" dur="72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3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35" dur="72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6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38" dur="72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9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41" dur="72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2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44" dur="72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5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47" dur="72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8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50" dur="72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1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53" dur="72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56" dur="72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7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59" dur="72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0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62" dur="72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3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65" dur="72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6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68" dur="72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9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71" dur="72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2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74" dur="72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5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77" dur="72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8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80" dur="72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1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83" dur="72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86" dur="72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7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89" dur="72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0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92" dur="72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3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95" dur="72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6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98" dur="72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9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01" dur="72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2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04" dur="72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5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07" dur="72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8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10" dur="72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1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13" dur="72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16" dur="72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7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19" dur="72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0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22" dur="72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3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25" dur="72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6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28" dur="72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9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31" dur="72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2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34" dur="72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5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37" dur="72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8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40" dur="72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1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43" dur="72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4" presetID="18" presetClass="entr" presetSubtype="6" fill="hold" grpId="0" nodeType="withEffect">
                                  <p:stCondLst>
                                    <p:cond delay="2020"/>
                                  </p:stCondLst>
                                  <p:childTnLst>
                                    <p:set>
                                      <p:cBhvr>
                                        <p:cTn id="2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46" dur="72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7" presetID="12" presetClass="entr" presetSubtype="4" fill="hold" grpId="0" nodeType="withEffect">
                                  <p:stCondLst>
                                    <p:cond delay="2360"/>
                                  </p:stCondLst>
                                  <p:childTnLst>
                                    <p:set>
                                      <p:cBhvr>
                                        <p:cTn id="2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49" dur="820" fill="hold" decel="1000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450" dur="820" decel="1000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1" presetID="12" presetClass="entr" presetSubtype="4" fill="hold" grpId="0" nodeType="withEffect">
                                  <p:stCondLst>
                                    <p:cond delay="2445"/>
                                  </p:stCondLst>
                                  <p:childTnLst>
                                    <p:set>
                                      <p:cBhvr>
                                        <p:cTn id="2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3" dur="820" fill="hold" decel="100000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454" dur="820" decel="100000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5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57" dur="72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8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60" dur="72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1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63" dur="72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4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66" dur="72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7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69" dur="72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0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72" dur="72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3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75" dur="72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6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78" dur="72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9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81" dur="72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2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84" dur="72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5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87" dur="72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8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90" dur="72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1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93" dur="72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4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96" dur="72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7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99" dur="72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0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02" dur="72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3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05" dur="72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6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08" dur="72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9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11" dur="72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2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14" dur="72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5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17" dur="72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8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20" dur="72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1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23" dur="72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4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26" dur="72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7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29" dur="72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0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32" dur="72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3" presetID="18" presetClass="entr" presetSubtype="6" fill="hold" grpId="0" nodeType="withEffect">
                                  <p:stCondLst>
                                    <p:cond delay="2670"/>
                                  </p:stCondLst>
                                  <p:childTnLst>
                                    <p:set>
                                      <p:cBhvr>
                                        <p:cTn id="2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35" dur="72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6" presetID="12" presetClass="entr" presetSubtype="4" fill="hold" grpId="0" nodeType="withEffect">
                                  <p:stCondLst>
                                    <p:cond delay="3010"/>
                                  </p:stCondLst>
                                  <p:childTnLst>
                                    <p:set>
                                      <p:cBhvr>
                                        <p:cTn id="2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8" dur="820" fill="hold" decel="1000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39" dur="820" decel="1000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0" presetID="12" presetClass="entr" presetSubtype="4" fill="hold" grpId="0" nodeType="withEffect">
                                  <p:stCondLst>
                                    <p:cond delay="3095"/>
                                  </p:stCondLst>
                                  <p:childTnLst>
                                    <p:set>
                                      <p:cBhvr>
                                        <p:cTn id="2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2" dur="820" fill="hold" decel="100000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43" dur="820" decel="100000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4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46" dur="72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7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49" dur="72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0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52" dur="72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3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55" dur="72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6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58" dur="72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9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61" dur="72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2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64" dur="72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5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67" dur="72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8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70" dur="72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1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73" dur="72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4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76" dur="72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7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79" dur="72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0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82" dur="72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3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85" dur="72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6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88" dur="72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9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91" dur="72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2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94" dur="72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5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97" dur="72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8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00" dur="72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1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03" dur="72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4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06" dur="72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7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09" dur="72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0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12" dur="72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3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15" dur="72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6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18" dur="72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9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21" dur="72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2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24" dur="72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5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27" dur="72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8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30" dur="72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1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33" dur="72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4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36" dur="72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7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39" dur="72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0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42" dur="72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3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45" dur="72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6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48" dur="72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9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51" dur="72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2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54" dur="72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5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57" dur="72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8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60" dur="72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1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63" dur="72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4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66" dur="72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7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69" dur="72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0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72" dur="72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3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75" dur="72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6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78" dur="72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9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81" dur="72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2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84" dur="72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5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87" dur="72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8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90" dur="72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1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93" dur="72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4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96" dur="72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7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99" dur="72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0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02" dur="72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3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05" dur="72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6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08" dur="72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9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11" dur="72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2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14" dur="72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5" presetID="18" presetClass="entr" presetSubtype="6" fill="hold" grpId="0" nodeType="withEffect">
                                  <p:stCondLst>
                                    <p:cond delay="3320"/>
                                  </p:stCondLst>
                                  <p:childTnLst>
                                    <p:set>
                                      <p:cBhvr>
                                        <p:cTn id="2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17" dur="72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8" presetID="12" presetClass="entr" presetSubtype="4" fill="hold" grpId="0" nodeType="withEffect">
                                  <p:stCondLst>
                                    <p:cond delay="3660"/>
                                  </p:stCondLst>
                                  <p:childTnLst>
                                    <p:set>
                                      <p:cBhvr>
                                        <p:cTn id="2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0" dur="820" fill="hold" decel="100000"/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721" dur="820" decel="100000"/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2" presetID="12" presetClass="entr" presetSubtype="4" fill="hold" grpId="0" nodeType="withEffect">
                                  <p:stCondLst>
                                    <p:cond delay="3745"/>
                                  </p:stCondLst>
                                  <p:childTnLst>
                                    <p:set>
                                      <p:cBhvr>
                                        <p:cTn id="2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4" dur="820" fill="hold" decel="100000"/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725" dur="820" decel="100000"/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28" dur="72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31" dur="72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34" dur="72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37" dur="72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40" dur="72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43" dur="72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46" dur="72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49" dur="72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52" dur="72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55" dur="72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58" dur="72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61" dur="72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64" dur="72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67" dur="72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70" dur="72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73" dur="72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76" dur="72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79" dur="72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82" dur="72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85" dur="72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88" dur="72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91" dur="72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94" dur="72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97" dur="72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7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00" dur="72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03" dur="72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06" dur="72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09" dur="72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12" dur="72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15" dur="72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18" dur="72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21" dur="72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24" dur="72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27" dur="72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30" dur="72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33" dur="72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36" dur="72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39" dur="72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42" dur="72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45" dur="72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48" dur="72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51" dur="72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54" dur="72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57" dur="72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60" dur="72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63" dur="72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66" dur="72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69" dur="72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72" dur="72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75" dur="72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78" dur="72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81" dur="72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84" dur="72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87" dur="72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90" dur="72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93" dur="72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96" dur="72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8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99" dur="72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02" dur="72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05" dur="72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08" dur="72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11" dur="72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14" dur="72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17" dur="72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20" dur="72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23" dur="72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26" dur="72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29" dur="72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32" dur="72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35" dur="72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38" dur="72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41" dur="72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44" dur="72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47" dur="72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50" dur="72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53" dur="72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56" dur="72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59" dur="72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62" dur="72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65" dur="72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68" dur="72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71" dur="72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74" dur="72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77" dur="72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80" dur="72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83" dur="72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86" dur="72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89" dur="72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92" dur="72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95" dur="72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29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98" dur="72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01" dur="72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04" dur="72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07" dur="72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10" dur="72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13" dur="72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16" dur="72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19" dur="72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22" dur="72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25" dur="72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28" dur="72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31" dur="72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34" dur="72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37" dur="72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40" dur="72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43" dur="72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46" dur="72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49" dur="72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52" dur="72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55" dur="72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58" dur="72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61" dur="72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64" dur="72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67" dur="72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70" dur="72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73" dur="72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76" dur="72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79" dur="72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82" dur="72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85" dur="72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88" dur="72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91" dur="72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94" dur="72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97" dur="72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0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00" dur="72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03" dur="72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06" dur="72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09" dur="72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12" dur="72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15" dur="72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18" dur="72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21" dur="72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24" dur="72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27" dur="72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30" dur="72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33" dur="72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36" dur="72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39" dur="72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42" dur="72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45" dur="72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48" dur="72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51" dur="72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54" dur="72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57" dur="72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60" dur="72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63" dur="72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66" dur="72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69" dur="72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72" dur="72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75" dur="72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78" dur="72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81" dur="72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84" dur="72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87" dur="72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90" dur="72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93" dur="72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96" dur="72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99" dur="72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02" dur="72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05" dur="72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08" dur="72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11" dur="72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14" dur="72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17" dur="72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20" dur="72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23" dur="72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26" dur="72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29" dur="72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32" dur="72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35" dur="72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38" dur="72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41" dur="72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44" dur="72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47" dur="72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50" dur="72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53" dur="72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56" dur="72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59" dur="72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62" dur="72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65" dur="72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68" dur="72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71" dur="72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74" dur="72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77" dur="72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80" dur="72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83" dur="72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86" dur="72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89" dur="72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92" dur="72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95" dur="72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98" dur="72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01" dur="72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04" dur="72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07" dur="72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10" dur="72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13" dur="72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16" dur="72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19" dur="72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22" dur="72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25" dur="72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28" dur="72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31" dur="72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34" dur="72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37" dur="72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40" dur="72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43" dur="72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46" dur="72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49" dur="72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52" dur="72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55" dur="72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58" dur="72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61" dur="72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64" dur="72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67" dur="72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70" dur="72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73" dur="72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76" dur="72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79" dur="72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82" dur="72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85" dur="72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6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88" dur="72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9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91" dur="72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2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94" dur="72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5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97" dur="72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8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00" dur="72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1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03" dur="72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4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06" dur="72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7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09" dur="72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0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12" dur="72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3" presetID="18" presetClass="entr" presetSubtype="6" fill="hold" grpId="0" nodeType="withEffect">
                                  <p:stCondLst>
                                    <p:cond delay="3970"/>
                                  </p:stCondLst>
                                  <p:childTnLst>
                                    <p:set>
                                      <p:cBhvr>
                                        <p:cTn id="3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15" dur="72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6" presetID="12" presetClass="entr" presetSubtype="4" fill="hold" grpId="0" nodeType="withEffect">
                                  <p:stCondLst>
                                    <p:cond delay="4310"/>
                                  </p:stCondLst>
                                  <p:childTnLst>
                                    <p:set>
                                      <p:cBhvr>
                                        <p:cTn id="3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18" dur="820" fill="hold" decel="100000"/>
                                        <p:tgtEl>
                                          <p:spTgt spid="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419" dur="820" decel="100000"/>
                                        <p:tgtEl>
                                          <p:spTgt spid="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0" presetID="12" presetClass="entr" presetSubtype="4" fill="hold" grpId="0" nodeType="withEffect">
                                  <p:stCondLst>
                                    <p:cond delay="4395"/>
                                  </p:stCondLst>
                                  <p:childTnLst>
                                    <p:set>
                                      <p:cBhvr>
                                        <p:cTn id="3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22" dur="820" fill="hold" decel="100000"/>
                                        <p:tgtEl>
                                          <p:spTgt spid="3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423" dur="820" decel="100000"/>
                                        <p:tgtEl>
                                          <p:spTgt spid="3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7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 animBg="1"/>
      <p:bldP spid="287" grpId="0" animBg="1"/>
      <p:bldP spid="288" grpId="0" animBg="1"/>
      <p:bldP spid="289" grpId="0" animBg="1"/>
      <p:bldP spid="290" grpId="0" animBg="1"/>
      <p:bldP spid="291" grpId="0" animBg="1"/>
      <p:bldP spid="292" grpId="0" animBg="1"/>
      <p:bldP spid="293" grpId="0" animBg="1"/>
      <p:bldP spid="294" grpId="0" animBg="1"/>
      <p:bldP spid="295" grpId="0" animBg="1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1" grpId="0" animBg="1"/>
      <p:bldP spid="362" grpId="0" animBg="1"/>
      <p:bldP spid="363" grpId="0" animBg="1"/>
      <p:bldP spid="364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  <p:bldP spid="382" grpId="0" animBg="1"/>
      <p:bldP spid="383" grpId="0" animBg="1"/>
      <p:bldP spid="384" grpId="0" animBg="1"/>
      <p:bldP spid="385" grpId="0" animBg="1"/>
      <p:bldP spid="390" grpId="0" animBg="1"/>
      <p:bldP spid="391" grpId="0" animBg="1"/>
      <p:bldP spid="387" grpId="0" build="p"/>
      <p:bldP spid="393" grpId="0" animBg="1"/>
      <p:bldP spid="394" grpId="0" animBg="1"/>
      <p:bldP spid="395" grpId="0" animBg="1"/>
      <p:bldP spid="396" grpId="0" animBg="1"/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403" grpId="0" animBg="1"/>
      <p:bldP spid="404" grpId="0" animBg="1"/>
      <p:bldP spid="405" grpId="0" animBg="1"/>
      <p:bldP spid="406" grpId="0" animBg="1"/>
      <p:bldP spid="407" grpId="0" animBg="1"/>
      <p:bldP spid="408" grpId="0" animBg="1"/>
      <p:bldP spid="409" grpId="0" animBg="1"/>
      <p:bldP spid="410" grpId="0" animBg="1"/>
      <p:bldP spid="411" grpId="0" animBg="1"/>
      <p:bldP spid="412" grpId="0" animBg="1"/>
      <p:bldP spid="413" grpId="0" animBg="1"/>
      <p:bldP spid="414" grpId="0" animBg="1"/>
      <p:bldP spid="415" grpId="0" animBg="1"/>
      <p:bldP spid="416" grpId="0" animBg="1"/>
      <p:bldP spid="417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7" grpId="0" animBg="1"/>
      <p:bldP spid="68" grpId="0" build="p"/>
      <p:bldP spid="69" grpId="0" animBg="1"/>
      <p:bldP spid="96" grpId="0" build="p"/>
      <p:bldP spid="97" grpId="0" animBg="1"/>
      <p:bldP spid="155" grpId="0" build="p"/>
      <p:bldP spid="156" grpId="0" animBg="1"/>
      <p:bldP spid="386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Każdy z nas bywa Homo Urgens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fasetka 1"/>
          <p:cNvSpPr/>
          <p:nvPr/>
        </p:nvSpPr>
        <p:spPr>
          <a:xfrm>
            <a:off x="0" y="0"/>
            <a:ext cx="1077144" cy="1027309"/>
          </a:xfrm>
          <a:custGeom>
            <a:avLst/>
            <a:gdLst/>
            <a:ahLst/>
            <a:cxnLst/>
            <a:rect l="0" t="0" r="r" b="b"/>
            <a:pathLst>
              <a:path w="1077144" h="1027309">
                <a:moveTo>
                  <a:pt x="0" y="0"/>
                </a:moveTo>
                <a:lnTo>
                  <a:pt x="1077144" y="0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2"/>
          <p:cNvSpPr/>
          <p:nvPr/>
        </p:nvSpPr>
        <p:spPr>
          <a:xfrm>
            <a:off x="0" y="0"/>
            <a:ext cx="1476529" cy="1556287"/>
          </a:xfrm>
          <a:custGeom>
            <a:avLst/>
            <a:gdLst/>
            <a:ahLst/>
            <a:cxnLst/>
            <a:rect l="0" t="0" r="r" b="b"/>
            <a:pathLst>
              <a:path w="1476529" h="1556287">
                <a:moveTo>
                  <a:pt x="1077144" y="0"/>
                </a:moveTo>
                <a:lnTo>
                  <a:pt x="1476529" y="1556287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3"/>
          <p:cNvSpPr/>
          <p:nvPr/>
        </p:nvSpPr>
        <p:spPr>
          <a:xfrm>
            <a:off x="1077144" y="0"/>
            <a:ext cx="1955716" cy="1169608"/>
          </a:xfrm>
          <a:custGeom>
            <a:avLst/>
            <a:gdLst/>
            <a:ahLst/>
            <a:cxnLst/>
            <a:rect l="0" t="0" r="r" b="b"/>
            <a:pathLst>
              <a:path w="1955716" h="1169608">
                <a:moveTo>
                  <a:pt x="0" y="0"/>
                </a:moveTo>
                <a:lnTo>
                  <a:pt x="1955716" y="0"/>
                </a:lnTo>
                <a:lnTo>
                  <a:pt x="1712595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4"/>
          <p:cNvSpPr/>
          <p:nvPr/>
        </p:nvSpPr>
        <p:spPr>
          <a:xfrm>
            <a:off x="1077144" y="0"/>
            <a:ext cx="1712595" cy="1556287"/>
          </a:xfrm>
          <a:custGeom>
            <a:avLst/>
            <a:gdLst/>
            <a:ahLst/>
            <a:cxnLst/>
            <a:rect l="0" t="0" r="r" b="b"/>
            <a:pathLst>
              <a:path w="1712595" h="1556287">
                <a:moveTo>
                  <a:pt x="0" y="0"/>
                </a:moveTo>
                <a:lnTo>
                  <a:pt x="1712595" y="1169608"/>
                </a:lnTo>
                <a:lnTo>
                  <a:pt x="399385" y="155628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5"/>
          <p:cNvSpPr/>
          <p:nvPr/>
        </p:nvSpPr>
        <p:spPr>
          <a:xfrm>
            <a:off x="2789738" y="0"/>
            <a:ext cx="944266" cy="1169608"/>
          </a:xfrm>
          <a:custGeom>
            <a:avLst/>
            <a:gdLst/>
            <a:ahLst/>
            <a:cxnLst/>
            <a:rect l="0" t="0" r="r" b="b"/>
            <a:pathLst>
              <a:path w="944266" h="1169608">
                <a:moveTo>
                  <a:pt x="243121" y="0"/>
                </a:moveTo>
                <a:lnTo>
                  <a:pt x="944266" y="0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6"/>
          <p:cNvSpPr/>
          <p:nvPr/>
        </p:nvSpPr>
        <p:spPr>
          <a:xfrm>
            <a:off x="2789738" y="0"/>
            <a:ext cx="1677567" cy="1172958"/>
          </a:xfrm>
          <a:custGeom>
            <a:avLst/>
            <a:gdLst/>
            <a:ahLst/>
            <a:cxnLst/>
            <a:rect l="0" t="0" r="r" b="b"/>
            <a:pathLst>
              <a:path w="1677567" h="1172958">
                <a:moveTo>
                  <a:pt x="944266" y="0"/>
                </a:moveTo>
                <a:lnTo>
                  <a:pt x="1677567" y="1172958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7"/>
          <p:cNvSpPr/>
          <p:nvPr/>
        </p:nvSpPr>
        <p:spPr>
          <a:xfrm>
            <a:off x="3734004" y="0"/>
            <a:ext cx="1980978" cy="1504018"/>
          </a:xfrm>
          <a:custGeom>
            <a:avLst/>
            <a:gdLst/>
            <a:ahLst/>
            <a:cxnLst/>
            <a:rect l="0" t="0" r="r" b="b"/>
            <a:pathLst>
              <a:path w="1980978" h="1504018">
                <a:moveTo>
                  <a:pt x="0" y="0"/>
                </a:moveTo>
                <a:lnTo>
                  <a:pt x="1980978" y="0"/>
                </a:lnTo>
                <a:lnTo>
                  <a:pt x="1896782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8"/>
          <p:cNvSpPr/>
          <p:nvPr/>
        </p:nvSpPr>
        <p:spPr>
          <a:xfrm>
            <a:off x="3734004" y="0"/>
            <a:ext cx="1896782" cy="1504018"/>
          </a:xfrm>
          <a:custGeom>
            <a:avLst/>
            <a:gdLst/>
            <a:ahLst/>
            <a:cxnLst/>
            <a:rect l="0" t="0" r="r" b="b"/>
            <a:pathLst>
              <a:path w="1896782" h="1504018">
                <a:moveTo>
                  <a:pt x="0" y="0"/>
                </a:moveTo>
                <a:lnTo>
                  <a:pt x="1896782" y="1504018"/>
                </a:lnTo>
                <a:lnTo>
                  <a:pt x="733301" y="117295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9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84196" y="0"/>
                </a:moveTo>
                <a:lnTo>
                  <a:pt x="1348710" y="0"/>
                </a:lnTo>
                <a:lnTo>
                  <a:pt x="0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10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1348710" y="0"/>
                </a:moveTo>
                <a:lnTo>
                  <a:pt x="1019973" y="1404754"/>
                </a:lnTo>
                <a:lnTo>
                  <a:pt x="0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1"/>
          <p:cNvSpPr/>
          <p:nvPr/>
        </p:nvSpPr>
        <p:spPr>
          <a:xfrm>
            <a:off x="6979496" y="0"/>
            <a:ext cx="1514614" cy="1712552"/>
          </a:xfrm>
          <a:custGeom>
            <a:avLst/>
            <a:gdLst/>
            <a:ahLst/>
            <a:cxnLst/>
            <a:rect l="0" t="0" r="r" b="b"/>
            <a:pathLst>
              <a:path w="1514614" h="1712552">
                <a:moveTo>
                  <a:pt x="0" y="0"/>
                </a:moveTo>
                <a:lnTo>
                  <a:pt x="1322478" y="0"/>
                </a:lnTo>
                <a:lnTo>
                  <a:pt x="1514614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2"/>
          <p:cNvSpPr/>
          <p:nvPr/>
        </p:nvSpPr>
        <p:spPr>
          <a:xfrm>
            <a:off x="6650759" y="0"/>
            <a:ext cx="1843351" cy="1712552"/>
          </a:xfrm>
          <a:custGeom>
            <a:avLst/>
            <a:gdLst/>
            <a:ahLst/>
            <a:cxnLst/>
            <a:rect l="0" t="0" r="r" b="b"/>
            <a:pathLst>
              <a:path w="1843351" h="1712552">
                <a:moveTo>
                  <a:pt x="328737" y="0"/>
                </a:moveTo>
                <a:lnTo>
                  <a:pt x="1843351" y="1712552"/>
                </a:lnTo>
                <a:lnTo>
                  <a:pt x="0" y="14047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3"/>
          <p:cNvSpPr/>
          <p:nvPr/>
        </p:nvSpPr>
        <p:spPr>
          <a:xfrm>
            <a:off x="8301974" y="0"/>
            <a:ext cx="962115" cy="1712552"/>
          </a:xfrm>
          <a:custGeom>
            <a:avLst/>
            <a:gdLst/>
            <a:ahLst/>
            <a:cxnLst/>
            <a:rect l="0" t="0" r="r" b="b"/>
            <a:pathLst>
              <a:path w="962115" h="1712552">
                <a:moveTo>
                  <a:pt x="0" y="0"/>
                </a:moveTo>
                <a:lnTo>
                  <a:pt x="962115" y="0"/>
                </a:lnTo>
                <a:lnTo>
                  <a:pt x="192135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4"/>
          <p:cNvSpPr/>
          <p:nvPr/>
        </p:nvSpPr>
        <p:spPr>
          <a:xfrm>
            <a:off x="8494110" y="0"/>
            <a:ext cx="947406" cy="1720134"/>
          </a:xfrm>
          <a:custGeom>
            <a:avLst/>
            <a:gdLst/>
            <a:ahLst/>
            <a:cxnLst/>
            <a:rect l="0" t="0" r="r" b="b"/>
            <a:pathLst>
              <a:path w="947406" h="1720134">
                <a:moveTo>
                  <a:pt x="769980" y="0"/>
                </a:moveTo>
                <a:lnTo>
                  <a:pt x="947406" y="1720134"/>
                </a:lnTo>
                <a:lnTo>
                  <a:pt x="0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5"/>
          <p:cNvSpPr/>
          <p:nvPr/>
        </p:nvSpPr>
        <p:spPr>
          <a:xfrm>
            <a:off x="9264089" y="0"/>
            <a:ext cx="1959634" cy="1536949"/>
          </a:xfrm>
          <a:custGeom>
            <a:avLst/>
            <a:gdLst/>
            <a:ahLst/>
            <a:cxnLst/>
            <a:rect l="0" t="0" r="r" b="b"/>
            <a:pathLst>
              <a:path w="1959634" h="1536949">
                <a:moveTo>
                  <a:pt x="0" y="0"/>
                </a:moveTo>
                <a:lnTo>
                  <a:pt x="1959634" y="0"/>
                </a:lnTo>
                <a:lnTo>
                  <a:pt x="1287511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6"/>
          <p:cNvSpPr/>
          <p:nvPr/>
        </p:nvSpPr>
        <p:spPr>
          <a:xfrm>
            <a:off x="9264089" y="0"/>
            <a:ext cx="1287511" cy="1720134"/>
          </a:xfrm>
          <a:custGeom>
            <a:avLst/>
            <a:gdLst/>
            <a:ahLst/>
            <a:cxnLst/>
            <a:rect l="0" t="0" r="r" b="b"/>
            <a:pathLst>
              <a:path w="1287511" h="1720134">
                <a:moveTo>
                  <a:pt x="0" y="0"/>
                </a:moveTo>
                <a:lnTo>
                  <a:pt x="1287511" y="1536949"/>
                </a:lnTo>
                <a:lnTo>
                  <a:pt x="177427" y="17201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7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672123" y="0"/>
                </a:moveTo>
                <a:lnTo>
                  <a:pt x="1640400" y="0"/>
                </a:lnTo>
                <a:lnTo>
                  <a:pt x="0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8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1640400" y="0"/>
                </a:moveTo>
                <a:lnTo>
                  <a:pt x="1640400" y="1216364"/>
                </a:lnTo>
                <a:lnTo>
                  <a:pt x="0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9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476529" y="528978"/>
                </a:lnTo>
                <a:lnTo>
                  <a:pt x="1701315" y="144031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20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701315" y="1440316"/>
                </a:lnTo>
                <a:lnTo>
                  <a:pt x="0" y="129440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1"/>
          <p:cNvSpPr/>
          <p:nvPr/>
        </p:nvSpPr>
        <p:spPr>
          <a:xfrm>
            <a:off x="1476529" y="1169608"/>
            <a:ext cx="1313209" cy="1298017"/>
          </a:xfrm>
          <a:custGeom>
            <a:avLst/>
            <a:gdLst/>
            <a:ahLst/>
            <a:cxnLst/>
            <a:rect l="0" t="0" r="r" b="b"/>
            <a:pathLst>
              <a:path w="1313209" h="1298017">
                <a:moveTo>
                  <a:pt x="0" y="386679"/>
                </a:moveTo>
                <a:lnTo>
                  <a:pt x="1313209" y="0"/>
                </a:lnTo>
                <a:lnTo>
                  <a:pt x="224786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2"/>
          <p:cNvSpPr/>
          <p:nvPr/>
        </p:nvSpPr>
        <p:spPr>
          <a:xfrm>
            <a:off x="1701315" y="1169608"/>
            <a:ext cx="1088423" cy="1568081"/>
          </a:xfrm>
          <a:custGeom>
            <a:avLst/>
            <a:gdLst/>
            <a:ahLst/>
            <a:cxnLst/>
            <a:rect l="0" t="0" r="r" b="b"/>
            <a:pathLst>
              <a:path w="1088423" h="1568081">
                <a:moveTo>
                  <a:pt x="1088423" y="0"/>
                </a:moveTo>
                <a:lnTo>
                  <a:pt x="1032297" y="1568081"/>
                </a:lnTo>
                <a:lnTo>
                  <a:pt x="0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3"/>
          <p:cNvSpPr/>
          <p:nvPr/>
        </p:nvSpPr>
        <p:spPr>
          <a:xfrm>
            <a:off x="2789738" y="1169608"/>
            <a:ext cx="1677567" cy="1885321"/>
          </a:xfrm>
          <a:custGeom>
            <a:avLst/>
            <a:gdLst/>
            <a:ahLst/>
            <a:cxnLst/>
            <a:rect l="0" t="0" r="r" b="b"/>
            <a:pathLst>
              <a:path w="1677567" h="1885321">
                <a:moveTo>
                  <a:pt x="0" y="0"/>
                </a:moveTo>
                <a:lnTo>
                  <a:pt x="1677567" y="3351"/>
                </a:lnTo>
                <a:lnTo>
                  <a:pt x="882520" y="188532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4"/>
          <p:cNvSpPr/>
          <p:nvPr/>
        </p:nvSpPr>
        <p:spPr>
          <a:xfrm>
            <a:off x="2733612" y="1169608"/>
            <a:ext cx="938646" cy="1885321"/>
          </a:xfrm>
          <a:custGeom>
            <a:avLst/>
            <a:gdLst/>
            <a:ahLst/>
            <a:cxnLst/>
            <a:rect l="0" t="0" r="r" b="b"/>
            <a:pathLst>
              <a:path w="938646" h="1885321">
                <a:moveTo>
                  <a:pt x="56126" y="0"/>
                </a:moveTo>
                <a:lnTo>
                  <a:pt x="938646" y="1885321"/>
                </a:lnTo>
                <a:lnTo>
                  <a:pt x="0" y="156808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5"/>
          <p:cNvSpPr/>
          <p:nvPr/>
        </p:nvSpPr>
        <p:spPr>
          <a:xfrm>
            <a:off x="3672258" y="1172958"/>
            <a:ext cx="1958528" cy="1881970"/>
          </a:xfrm>
          <a:custGeom>
            <a:avLst/>
            <a:gdLst/>
            <a:ahLst/>
            <a:cxnLst/>
            <a:rect l="0" t="0" r="r" b="b"/>
            <a:pathLst>
              <a:path w="1958528" h="1881970">
                <a:moveTo>
                  <a:pt x="795047" y="0"/>
                </a:moveTo>
                <a:lnTo>
                  <a:pt x="1958528" y="331059"/>
                </a:lnTo>
                <a:lnTo>
                  <a:pt x="0" y="188197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6"/>
          <p:cNvSpPr/>
          <p:nvPr/>
        </p:nvSpPr>
        <p:spPr>
          <a:xfrm>
            <a:off x="3672258" y="1504018"/>
            <a:ext cx="1958528" cy="1550911"/>
          </a:xfrm>
          <a:custGeom>
            <a:avLst/>
            <a:gdLst/>
            <a:ahLst/>
            <a:cxnLst/>
            <a:rect l="0" t="0" r="r" b="b"/>
            <a:pathLst>
              <a:path w="1958528" h="1550911">
                <a:moveTo>
                  <a:pt x="1958528" y="0"/>
                </a:moveTo>
                <a:lnTo>
                  <a:pt x="1934074" y="956390"/>
                </a:lnTo>
                <a:lnTo>
                  <a:pt x="0" y="1550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7"/>
          <p:cNvSpPr/>
          <p:nvPr/>
        </p:nvSpPr>
        <p:spPr>
          <a:xfrm>
            <a:off x="5630786" y="1404754"/>
            <a:ext cx="1019973" cy="1328000"/>
          </a:xfrm>
          <a:custGeom>
            <a:avLst/>
            <a:gdLst/>
            <a:ahLst/>
            <a:cxnLst/>
            <a:rect l="0" t="0" r="r" b="b"/>
            <a:pathLst>
              <a:path w="1019973" h="1328000">
                <a:moveTo>
                  <a:pt x="0" y="99264"/>
                </a:moveTo>
                <a:lnTo>
                  <a:pt x="1019973" y="0"/>
                </a:lnTo>
                <a:lnTo>
                  <a:pt x="744905" y="1328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8"/>
          <p:cNvSpPr/>
          <p:nvPr/>
        </p:nvSpPr>
        <p:spPr>
          <a:xfrm>
            <a:off x="5606333" y="1504018"/>
            <a:ext cx="769359" cy="1228736"/>
          </a:xfrm>
          <a:custGeom>
            <a:avLst/>
            <a:gdLst/>
            <a:ahLst/>
            <a:cxnLst/>
            <a:rect l="0" t="0" r="r" b="b"/>
            <a:pathLst>
              <a:path w="769359" h="1228736">
                <a:moveTo>
                  <a:pt x="24454" y="0"/>
                </a:moveTo>
                <a:lnTo>
                  <a:pt x="769359" y="1228736"/>
                </a:lnTo>
                <a:lnTo>
                  <a:pt x="0" y="9563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9"/>
          <p:cNvSpPr/>
          <p:nvPr/>
        </p:nvSpPr>
        <p:spPr>
          <a:xfrm>
            <a:off x="6375692" y="1404754"/>
            <a:ext cx="2118418" cy="1328000"/>
          </a:xfrm>
          <a:custGeom>
            <a:avLst/>
            <a:gdLst/>
            <a:ahLst/>
            <a:cxnLst/>
            <a:rect l="0" t="0" r="r" b="b"/>
            <a:pathLst>
              <a:path w="2118418" h="1328000">
                <a:moveTo>
                  <a:pt x="275067" y="0"/>
                </a:moveTo>
                <a:lnTo>
                  <a:pt x="2118418" y="307799"/>
                </a:lnTo>
                <a:lnTo>
                  <a:pt x="0" y="1328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30"/>
          <p:cNvSpPr/>
          <p:nvPr/>
        </p:nvSpPr>
        <p:spPr>
          <a:xfrm>
            <a:off x="6375692" y="1712552"/>
            <a:ext cx="2118418" cy="1178693"/>
          </a:xfrm>
          <a:custGeom>
            <a:avLst/>
            <a:gdLst/>
            <a:ahLst/>
            <a:cxnLst/>
            <a:rect l="0" t="0" r="r" b="b"/>
            <a:pathLst>
              <a:path w="2118418" h="1178693">
                <a:moveTo>
                  <a:pt x="2118418" y="0"/>
                </a:moveTo>
                <a:lnTo>
                  <a:pt x="1577009" y="1178693"/>
                </a:lnTo>
                <a:lnTo>
                  <a:pt x="0" y="10202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1"/>
          <p:cNvSpPr/>
          <p:nvPr/>
        </p:nvSpPr>
        <p:spPr>
          <a:xfrm>
            <a:off x="8494110" y="1712552"/>
            <a:ext cx="947406" cy="1080407"/>
          </a:xfrm>
          <a:custGeom>
            <a:avLst/>
            <a:gdLst/>
            <a:ahLst/>
            <a:cxnLst/>
            <a:rect l="0" t="0" r="r" b="b"/>
            <a:pathLst>
              <a:path w="947406" h="1080407">
                <a:moveTo>
                  <a:pt x="0" y="0"/>
                </a:moveTo>
                <a:lnTo>
                  <a:pt x="947406" y="7582"/>
                </a:lnTo>
                <a:lnTo>
                  <a:pt x="797093" y="108040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2"/>
          <p:cNvSpPr/>
          <p:nvPr/>
        </p:nvSpPr>
        <p:spPr>
          <a:xfrm>
            <a:off x="7952701" y="1712552"/>
            <a:ext cx="1338501" cy="1178693"/>
          </a:xfrm>
          <a:custGeom>
            <a:avLst/>
            <a:gdLst/>
            <a:ahLst/>
            <a:cxnLst/>
            <a:rect l="0" t="0" r="r" b="b"/>
            <a:pathLst>
              <a:path w="1338501" h="1178693">
                <a:moveTo>
                  <a:pt x="541409" y="0"/>
                </a:moveTo>
                <a:lnTo>
                  <a:pt x="1338501" y="1080407"/>
                </a:lnTo>
                <a:lnTo>
                  <a:pt x="0" y="11786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3"/>
          <p:cNvSpPr/>
          <p:nvPr/>
        </p:nvSpPr>
        <p:spPr>
          <a:xfrm>
            <a:off x="9291202" y="1536949"/>
            <a:ext cx="1260398" cy="1256010"/>
          </a:xfrm>
          <a:custGeom>
            <a:avLst/>
            <a:gdLst/>
            <a:ahLst/>
            <a:cxnLst/>
            <a:rect l="0" t="0" r="r" b="b"/>
            <a:pathLst>
              <a:path w="1260398" h="1256010">
                <a:moveTo>
                  <a:pt x="150314" y="183185"/>
                </a:moveTo>
                <a:lnTo>
                  <a:pt x="1260398" y="0"/>
                </a:lnTo>
                <a:lnTo>
                  <a:pt x="0" y="12560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4"/>
          <p:cNvSpPr/>
          <p:nvPr/>
        </p:nvSpPr>
        <p:spPr>
          <a:xfrm>
            <a:off x="9291202" y="1536949"/>
            <a:ext cx="1967171" cy="1269568"/>
          </a:xfrm>
          <a:custGeom>
            <a:avLst/>
            <a:gdLst/>
            <a:ahLst/>
            <a:cxnLst/>
            <a:rect l="0" t="0" r="r" b="b"/>
            <a:pathLst>
              <a:path w="1967171" h="1269568">
                <a:moveTo>
                  <a:pt x="1260398" y="0"/>
                </a:moveTo>
                <a:lnTo>
                  <a:pt x="1967171" y="1269568"/>
                </a:lnTo>
                <a:lnTo>
                  <a:pt x="0" y="12560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5"/>
          <p:cNvSpPr/>
          <p:nvPr/>
        </p:nvSpPr>
        <p:spPr>
          <a:xfrm>
            <a:off x="10551600" y="1216364"/>
            <a:ext cx="1640400" cy="1209839"/>
          </a:xfrm>
          <a:custGeom>
            <a:avLst/>
            <a:gdLst/>
            <a:ahLst/>
            <a:cxnLst/>
            <a:rect l="0" t="0" r="r" b="b"/>
            <a:pathLst>
              <a:path w="1640400" h="1209839">
                <a:moveTo>
                  <a:pt x="0" y="320585"/>
                </a:moveTo>
                <a:lnTo>
                  <a:pt x="1640400" y="0"/>
                </a:lnTo>
                <a:lnTo>
                  <a:pt x="1640400" y="12098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6"/>
          <p:cNvSpPr/>
          <p:nvPr/>
        </p:nvSpPr>
        <p:spPr>
          <a:xfrm>
            <a:off x="10551600" y="1536949"/>
            <a:ext cx="1640400" cy="1269568"/>
          </a:xfrm>
          <a:custGeom>
            <a:avLst/>
            <a:gdLst/>
            <a:ahLst/>
            <a:cxnLst/>
            <a:rect l="0" t="0" r="r" b="b"/>
            <a:pathLst>
              <a:path w="1640400" h="1269568">
                <a:moveTo>
                  <a:pt x="0" y="0"/>
                </a:moveTo>
                <a:lnTo>
                  <a:pt x="1640400" y="889254"/>
                </a:lnTo>
                <a:lnTo>
                  <a:pt x="706773" y="126956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7"/>
          <p:cNvSpPr/>
          <p:nvPr/>
        </p:nvSpPr>
        <p:spPr>
          <a:xfrm>
            <a:off x="0" y="2321714"/>
            <a:ext cx="1701315" cy="1809445"/>
          </a:xfrm>
          <a:custGeom>
            <a:avLst/>
            <a:gdLst/>
            <a:ahLst/>
            <a:cxnLst/>
            <a:rect l="0" t="0" r="r" b="b"/>
            <a:pathLst>
              <a:path w="1701315" h="1809445">
                <a:moveTo>
                  <a:pt x="0" y="0"/>
                </a:moveTo>
                <a:lnTo>
                  <a:pt x="1701315" y="145911"/>
                </a:lnTo>
                <a:lnTo>
                  <a:pt x="0" y="18094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8"/>
          <p:cNvSpPr/>
          <p:nvPr/>
        </p:nvSpPr>
        <p:spPr>
          <a:xfrm>
            <a:off x="0" y="2467625"/>
            <a:ext cx="1701315" cy="1681462"/>
          </a:xfrm>
          <a:custGeom>
            <a:avLst/>
            <a:gdLst/>
            <a:ahLst/>
            <a:cxnLst/>
            <a:rect l="0" t="0" r="r" b="b"/>
            <a:pathLst>
              <a:path w="1701315" h="1681462">
                <a:moveTo>
                  <a:pt x="1701315" y="0"/>
                </a:moveTo>
                <a:lnTo>
                  <a:pt x="1193767" y="1681462"/>
                </a:lnTo>
                <a:lnTo>
                  <a:pt x="0" y="16635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9"/>
          <p:cNvSpPr/>
          <p:nvPr/>
        </p:nvSpPr>
        <p:spPr>
          <a:xfrm>
            <a:off x="1701315" y="2467625"/>
            <a:ext cx="1284137" cy="1719054"/>
          </a:xfrm>
          <a:custGeom>
            <a:avLst/>
            <a:gdLst/>
            <a:ahLst/>
            <a:cxnLst/>
            <a:rect l="0" t="0" r="r" b="b"/>
            <a:pathLst>
              <a:path w="1284137" h="1719054">
                <a:moveTo>
                  <a:pt x="0" y="0"/>
                </a:moveTo>
                <a:lnTo>
                  <a:pt x="1032297" y="270064"/>
                </a:lnTo>
                <a:lnTo>
                  <a:pt x="1284137" y="17190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40"/>
          <p:cNvSpPr/>
          <p:nvPr/>
        </p:nvSpPr>
        <p:spPr>
          <a:xfrm>
            <a:off x="1193767" y="2467625"/>
            <a:ext cx="1791686" cy="1719054"/>
          </a:xfrm>
          <a:custGeom>
            <a:avLst/>
            <a:gdLst/>
            <a:ahLst/>
            <a:cxnLst/>
            <a:rect l="0" t="0" r="r" b="b"/>
            <a:pathLst>
              <a:path w="1791686" h="1719054">
                <a:moveTo>
                  <a:pt x="507548" y="0"/>
                </a:moveTo>
                <a:lnTo>
                  <a:pt x="1791686" y="1719054"/>
                </a:lnTo>
                <a:lnTo>
                  <a:pt x="0" y="168146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1"/>
          <p:cNvSpPr/>
          <p:nvPr/>
        </p:nvSpPr>
        <p:spPr>
          <a:xfrm>
            <a:off x="2733612" y="2737689"/>
            <a:ext cx="938646" cy="1448990"/>
          </a:xfrm>
          <a:custGeom>
            <a:avLst/>
            <a:gdLst/>
            <a:ahLst/>
            <a:cxnLst/>
            <a:rect l="0" t="0" r="r" b="b"/>
            <a:pathLst>
              <a:path w="938646" h="1448990">
                <a:moveTo>
                  <a:pt x="0" y="0"/>
                </a:moveTo>
                <a:lnTo>
                  <a:pt x="938646" y="317240"/>
                </a:lnTo>
                <a:lnTo>
                  <a:pt x="251840" y="14489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2"/>
          <p:cNvSpPr/>
          <p:nvPr/>
        </p:nvSpPr>
        <p:spPr>
          <a:xfrm>
            <a:off x="2985452" y="3054929"/>
            <a:ext cx="1183279" cy="1131750"/>
          </a:xfrm>
          <a:custGeom>
            <a:avLst/>
            <a:gdLst/>
            <a:ahLst/>
            <a:cxnLst/>
            <a:rect l="0" t="0" r="r" b="b"/>
            <a:pathLst>
              <a:path w="1183279" h="1131750">
                <a:moveTo>
                  <a:pt x="686806" y="0"/>
                </a:moveTo>
                <a:lnTo>
                  <a:pt x="1183279" y="1091145"/>
                </a:lnTo>
                <a:lnTo>
                  <a:pt x="0" y="113175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3"/>
          <p:cNvSpPr/>
          <p:nvPr/>
        </p:nvSpPr>
        <p:spPr>
          <a:xfrm>
            <a:off x="3672258" y="2460407"/>
            <a:ext cx="1934074" cy="1651441"/>
          </a:xfrm>
          <a:custGeom>
            <a:avLst/>
            <a:gdLst/>
            <a:ahLst/>
            <a:cxnLst/>
            <a:rect l="0" t="0" r="r" b="b"/>
            <a:pathLst>
              <a:path w="1934074" h="1651441">
                <a:moveTo>
                  <a:pt x="0" y="594522"/>
                </a:moveTo>
                <a:lnTo>
                  <a:pt x="1934074" y="0"/>
                </a:lnTo>
                <a:lnTo>
                  <a:pt x="1890662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4"/>
          <p:cNvSpPr/>
          <p:nvPr/>
        </p:nvSpPr>
        <p:spPr>
          <a:xfrm>
            <a:off x="3672258" y="3054929"/>
            <a:ext cx="1890662" cy="1091145"/>
          </a:xfrm>
          <a:custGeom>
            <a:avLst/>
            <a:gdLst/>
            <a:ahLst/>
            <a:cxnLst/>
            <a:rect l="0" t="0" r="r" b="b"/>
            <a:pathLst>
              <a:path w="1890662" h="1091145">
                <a:moveTo>
                  <a:pt x="0" y="0"/>
                </a:moveTo>
                <a:lnTo>
                  <a:pt x="1890662" y="1056919"/>
                </a:lnTo>
                <a:lnTo>
                  <a:pt x="496473" y="10911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5"/>
          <p:cNvSpPr/>
          <p:nvPr/>
        </p:nvSpPr>
        <p:spPr>
          <a:xfrm>
            <a:off x="5562921" y="2460407"/>
            <a:ext cx="812771" cy="1651441"/>
          </a:xfrm>
          <a:custGeom>
            <a:avLst/>
            <a:gdLst/>
            <a:ahLst/>
            <a:cxnLst/>
            <a:rect l="0" t="0" r="r" b="b"/>
            <a:pathLst>
              <a:path w="812771" h="1651441">
                <a:moveTo>
                  <a:pt x="43412" y="0"/>
                </a:moveTo>
                <a:lnTo>
                  <a:pt x="812771" y="272346"/>
                </a:lnTo>
                <a:lnTo>
                  <a:pt x="0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6"/>
          <p:cNvSpPr/>
          <p:nvPr/>
        </p:nvSpPr>
        <p:spPr>
          <a:xfrm>
            <a:off x="5562921" y="2732754"/>
            <a:ext cx="915408" cy="1782810"/>
          </a:xfrm>
          <a:custGeom>
            <a:avLst/>
            <a:gdLst/>
            <a:ahLst/>
            <a:cxnLst/>
            <a:rect l="0" t="0" r="r" b="b"/>
            <a:pathLst>
              <a:path w="915408" h="1782810">
                <a:moveTo>
                  <a:pt x="812771" y="0"/>
                </a:moveTo>
                <a:lnTo>
                  <a:pt x="915408" y="1782810"/>
                </a:lnTo>
                <a:lnTo>
                  <a:pt x="0" y="137909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7"/>
          <p:cNvSpPr/>
          <p:nvPr/>
        </p:nvSpPr>
        <p:spPr>
          <a:xfrm>
            <a:off x="6375692" y="2732754"/>
            <a:ext cx="1841582" cy="1513703"/>
          </a:xfrm>
          <a:custGeom>
            <a:avLst/>
            <a:gdLst/>
            <a:ahLst/>
            <a:cxnLst/>
            <a:rect l="0" t="0" r="r" b="b"/>
            <a:pathLst>
              <a:path w="1841582" h="1513703">
                <a:moveTo>
                  <a:pt x="0" y="0"/>
                </a:moveTo>
                <a:lnTo>
                  <a:pt x="1577009" y="158492"/>
                </a:lnTo>
                <a:lnTo>
                  <a:pt x="1841582" y="151370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8"/>
          <p:cNvSpPr/>
          <p:nvPr/>
        </p:nvSpPr>
        <p:spPr>
          <a:xfrm>
            <a:off x="6375692" y="2732754"/>
            <a:ext cx="1841582" cy="1782810"/>
          </a:xfrm>
          <a:custGeom>
            <a:avLst/>
            <a:gdLst/>
            <a:ahLst/>
            <a:cxnLst/>
            <a:rect l="0" t="0" r="r" b="b"/>
            <a:pathLst>
              <a:path w="1841582" h="1782810">
                <a:moveTo>
                  <a:pt x="0" y="0"/>
                </a:moveTo>
                <a:lnTo>
                  <a:pt x="1841582" y="1513703"/>
                </a:lnTo>
                <a:lnTo>
                  <a:pt x="102637" y="17828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9"/>
          <p:cNvSpPr/>
          <p:nvPr/>
        </p:nvSpPr>
        <p:spPr>
          <a:xfrm>
            <a:off x="7952701" y="2792959"/>
            <a:ext cx="1338501" cy="1453497"/>
          </a:xfrm>
          <a:custGeom>
            <a:avLst/>
            <a:gdLst/>
            <a:ahLst/>
            <a:cxnLst/>
            <a:rect l="0" t="0" r="r" b="b"/>
            <a:pathLst>
              <a:path w="1338501" h="1453497">
                <a:moveTo>
                  <a:pt x="0" y="98286"/>
                </a:moveTo>
                <a:lnTo>
                  <a:pt x="1338501" y="0"/>
                </a:lnTo>
                <a:lnTo>
                  <a:pt x="264573" y="14534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50"/>
          <p:cNvSpPr/>
          <p:nvPr/>
        </p:nvSpPr>
        <p:spPr>
          <a:xfrm>
            <a:off x="8217274" y="2792959"/>
            <a:ext cx="1314219" cy="1468071"/>
          </a:xfrm>
          <a:custGeom>
            <a:avLst/>
            <a:gdLst/>
            <a:ahLst/>
            <a:cxnLst/>
            <a:rect l="0" t="0" r="r" b="b"/>
            <a:pathLst>
              <a:path w="1314219" h="1468071">
                <a:moveTo>
                  <a:pt x="1073929" y="0"/>
                </a:moveTo>
                <a:lnTo>
                  <a:pt x="1314219" y="1468071"/>
                </a:lnTo>
                <a:lnTo>
                  <a:pt x="0" y="14534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1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67171" y="13557"/>
                </a:lnTo>
                <a:lnTo>
                  <a:pt x="1990624" y="171121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2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90624" y="1711215"/>
                </a:lnTo>
                <a:lnTo>
                  <a:pt x="240291" y="14680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3"/>
          <p:cNvSpPr/>
          <p:nvPr/>
        </p:nvSpPr>
        <p:spPr>
          <a:xfrm>
            <a:off x="11258373" y="2426203"/>
            <a:ext cx="933627" cy="2077971"/>
          </a:xfrm>
          <a:custGeom>
            <a:avLst/>
            <a:gdLst/>
            <a:ahLst/>
            <a:cxnLst/>
            <a:rect l="0" t="0" r="r" b="b"/>
            <a:pathLst>
              <a:path w="933627" h="2077971">
                <a:moveTo>
                  <a:pt x="0" y="380313"/>
                </a:moveTo>
                <a:lnTo>
                  <a:pt x="933627" y="0"/>
                </a:lnTo>
                <a:lnTo>
                  <a:pt x="23453" y="20779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4"/>
          <p:cNvSpPr/>
          <p:nvPr/>
        </p:nvSpPr>
        <p:spPr>
          <a:xfrm>
            <a:off x="11281826" y="2426203"/>
            <a:ext cx="910174" cy="2077971"/>
          </a:xfrm>
          <a:custGeom>
            <a:avLst/>
            <a:gdLst/>
            <a:ahLst/>
            <a:cxnLst/>
            <a:rect l="0" t="0" r="r" b="b"/>
            <a:pathLst>
              <a:path w="910174" h="2077971">
                <a:moveTo>
                  <a:pt x="910174" y="0"/>
                </a:moveTo>
                <a:lnTo>
                  <a:pt x="910174" y="1242244"/>
                </a:lnTo>
                <a:lnTo>
                  <a:pt x="0" y="20779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5"/>
          <p:cNvSpPr/>
          <p:nvPr/>
        </p:nvSpPr>
        <p:spPr>
          <a:xfrm>
            <a:off x="0" y="4131159"/>
            <a:ext cx="1193767" cy="1509930"/>
          </a:xfrm>
          <a:custGeom>
            <a:avLst/>
            <a:gdLst/>
            <a:ahLst/>
            <a:cxnLst/>
            <a:rect l="0" t="0" r="r" b="b"/>
            <a:pathLst>
              <a:path w="1193767" h="1509930">
                <a:moveTo>
                  <a:pt x="0" y="0"/>
                </a:moveTo>
                <a:lnTo>
                  <a:pt x="1193767" y="17928"/>
                </a:lnTo>
                <a:lnTo>
                  <a:pt x="981630" y="150993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6"/>
          <p:cNvSpPr/>
          <p:nvPr/>
        </p:nvSpPr>
        <p:spPr>
          <a:xfrm>
            <a:off x="0" y="4131159"/>
            <a:ext cx="981630" cy="1571393"/>
          </a:xfrm>
          <a:custGeom>
            <a:avLst/>
            <a:gdLst/>
            <a:ahLst/>
            <a:cxnLst/>
            <a:rect l="0" t="0" r="r" b="b"/>
            <a:pathLst>
              <a:path w="981630" h="1571393">
                <a:moveTo>
                  <a:pt x="0" y="0"/>
                </a:moveTo>
                <a:lnTo>
                  <a:pt x="981630" y="1509930"/>
                </a:lnTo>
                <a:lnTo>
                  <a:pt x="0" y="15713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7"/>
          <p:cNvSpPr/>
          <p:nvPr/>
        </p:nvSpPr>
        <p:spPr>
          <a:xfrm>
            <a:off x="981630" y="4149086"/>
            <a:ext cx="2003822" cy="1492002"/>
          </a:xfrm>
          <a:custGeom>
            <a:avLst/>
            <a:gdLst/>
            <a:ahLst/>
            <a:cxnLst/>
            <a:rect l="0" t="0" r="r" b="b"/>
            <a:pathLst>
              <a:path w="2003822" h="1492002">
                <a:moveTo>
                  <a:pt x="212137" y="0"/>
                </a:moveTo>
                <a:lnTo>
                  <a:pt x="2003822" y="37593"/>
                </a:lnTo>
                <a:lnTo>
                  <a:pt x="0" y="149200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8"/>
          <p:cNvSpPr/>
          <p:nvPr/>
        </p:nvSpPr>
        <p:spPr>
          <a:xfrm>
            <a:off x="981630" y="4186679"/>
            <a:ext cx="2003822" cy="1742597"/>
          </a:xfrm>
          <a:custGeom>
            <a:avLst/>
            <a:gdLst/>
            <a:ahLst/>
            <a:cxnLst/>
            <a:rect l="0" t="0" r="r" b="b"/>
            <a:pathLst>
              <a:path w="2003822" h="1742597">
                <a:moveTo>
                  <a:pt x="2003822" y="0"/>
                </a:moveTo>
                <a:lnTo>
                  <a:pt x="1856759" y="1742597"/>
                </a:lnTo>
                <a:lnTo>
                  <a:pt x="0" y="14544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9"/>
          <p:cNvSpPr/>
          <p:nvPr/>
        </p:nvSpPr>
        <p:spPr>
          <a:xfrm>
            <a:off x="2985452" y="4146074"/>
            <a:ext cx="1294578" cy="1717926"/>
          </a:xfrm>
          <a:custGeom>
            <a:avLst/>
            <a:gdLst/>
            <a:ahLst/>
            <a:cxnLst/>
            <a:rect l="0" t="0" r="r" b="b"/>
            <a:pathLst>
              <a:path w="1294578" h="1717926">
                <a:moveTo>
                  <a:pt x="0" y="40605"/>
                </a:moveTo>
                <a:lnTo>
                  <a:pt x="1183279" y="0"/>
                </a:lnTo>
                <a:lnTo>
                  <a:pt x="1294578" y="171792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60"/>
          <p:cNvSpPr/>
          <p:nvPr/>
        </p:nvSpPr>
        <p:spPr>
          <a:xfrm>
            <a:off x="2838389" y="4186679"/>
            <a:ext cx="1441641" cy="1742597"/>
          </a:xfrm>
          <a:custGeom>
            <a:avLst/>
            <a:gdLst/>
            <a:ahLst/>
            <a:cxnLst/>
            <a:rect l="0" t="0" r="r" b="b"/>
            <a:pathLst>
              <a:path w="1441641" h="1742597">
                <a:moveTo>
                  <a:pt x="147063" y="0"/>
                </a:moveTo>
                <a:lnTo>
                  <a:pt x="1441641" y="1677321"/>
                </a:lnTo>
                <a:lnTo>
                  <a:pt x="0" y="1742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1"/>
          <p:cNvSpPr/>
          <p:nvPr/>
        </p:nvSpPr>
        <p:spPr>
          <a:xfrm>
            <a:off x="4168731" y="4111848"/>
            <a:ext cx="1394189" cy="1752152"/>
          </a:xfrm>
          <a:custGeom>
            <a:avLst/>
            <a:gdLst/>
            <a:ahLst/>
            <a:cxnLst/>
            <a:rect l="0" t="0" r="r" b="b"/>
            <a:pathLst>
              <a:path w="1394189" h="1752152">
                <a:moveTo>
                  <a:pt x="0" y="34226"/>
                </a:moveTo>
                <a:lnTo>
                  <a:pt x="1394189" y="0"/>
                </a:lnTo>
                <a:lnTo>
                  <a:pt x="111299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2"/>
          <p:cNvSpPr/>
          <p:nvPr/>
        </p:nvSpPr>
        <p:spPr>
          <a:xfrm>
            <a:off x="4280030" y="4111848"/>
            <a:ext cx="1409943" cy="1752152"/>
          </a:xfrm>
          <a:custGeom>
            <a:avLst/>
            <a:gdLst/>
            <a:ahLst/>
            <a:cxnLst/>
            <a:rect l="0" t="0" r="r" b="b"/>
            <a:pathLst>
              <a:path w="1409943" h="1752152">
                <a:moveTo>
                  <a:pt x="1282891" y="0"/>
                </a:moveTo>
                <a:lnTo>
                  <a:pt x="1409943" y="1124840"/>
                </a:lnTo>
                <a:lnTo>
                  <a:pt x="0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3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915408" y="403715"/>
                </a:lnTo>
                <a:lnTo>
                  <a:pt x="1381862" y="180094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4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1381862" y="1800947"/>
                </a:lnTo>
                <a:lnTo>
                  <a:pt x="127052" y="112484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5"/>
          <p:cNvSpPr/>
          <p:nvPr/>
        </p:nvSpPr>
        <p:spPr>
          <a:xfrm>
            <a:off x="6478329" y="4246457"/>
            <a:ext cx="1738945" cy="1666339"/>
          </a:xfrm>
          <a:custGeom>
            <a:avLst/>
            <a:gdLst/>
            <a:ahLst/>
            <a:cxnLst/>
            <a:rect l="0" t="0" r="r" b="b"/>
            <a:pathLst>
              <a:path w="1738945" h="1666339">
                <a:moveTo>
                  <a:pt x="0" y="269107"/>
                </a:moveTo>
                <a:lnTo>
                  <a:pt x="1738945" y="0"/>
                </a:lnTo>
                <a:lnTo>
                  <a:pt x="466454" y="16663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6"/>
          <p:cNvSpPr/>
          <p:nvPr/>
        </p:nvSpPr>
        <p:spPr>
          <a:xfrm>
            <a:off x="6944783" y="4246457"/>
            <a:ext cx="1272491" cy="1666339"/>
          </a:xfrm>
          <a:custGeom>
            <a:avLst/>
            <a:gdLst/>
            <a:ahLst/>
            <a:cxnLst/>
            <a:rect l="0" t="0" r="r" b="b"/>
            <a:pathLst>
              <a:path w="1272491" h="1666339">
                <a:moveTo>
                  <a:pt x="1272491" y="0"/>
                </a:moveTo>
                <a:lnTo>
                  <a:pt x="835669" y="1651809"/>
                </a:lnTo>
                <a:lnTo>
                  <a:pt x="0" y="16663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7"/>
          <p:cNvSpPr/>
          <p:nvPr/>
        </p:nvSpPr>
        <p:spPr>
          <a:xfrm>
            <a:off x="8217274" y="4246457"/>
            <a:ext cx="1436179" cy="1513384"/>
          </a:xfrm>
          <a:custGeom>
            <a:avLst/>
            <a:gdLst/>
            <a:ahLst/>
            <a:cxnLst/>
            <a:rect l="0" t="0" r="r" b="b"/>
            <a:pathLst>
              <a:path w="1436179" h="1513384">
                <a:moveTo>
                  <a:pt x="0" y="0"/>
                </a:moveTo>
                <a:lnTo>
                  <a:pt x="1314219" y="14573"/>
                </a:lnTo>
                <a:lnTo>
                  <a:pt x="1436179" y="151338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8"/>
          <p:cNvSpPr/>
          <p:nvPr/>
        </p:nvSpPr>
        <p:spPr>
          <a:xfrm>
            <a:off x="7780452" y="4246457"/>
            <a:ext cx="1873000" cy="1651809"/>
          </a:xfrm>
          <a:custGeom>
            <a:avLst/>
            <a:gdLst/>
            <a:ahLst/>
            <a:cxnLst/>
            <a:rect l="0" t="0" r="r" b="b"/>
            <a:pathLst>
              <a:path w="1873000" h="1651809">
                <a:moveTo>
                  <a:pt x="436821" y="0"/>
                </a:moveTo>
                <a:lnTo>
                  <a:pt x="1873000" y="1513384"/>
                </a:lnTo>
                <a:lnTo>
                  <a:pt x="0" y="16518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9"/>
          <p:cNvSpPr/>
          <p:nvPr/>
        </p:nvSpPr>
        <p:spPr>
          <a:xfrm>
            <a:off x="9531493" y="4261030"/>
            <a:ext cx="1750333" cy="1498811"/>
          </a:xfrm>
          <a:custGeom>
            <a:avLst/>
            <a:gdLst/>
            <a:ahLst/>
            <a:cxnLst/>
            <a:rect l="0" t="0" r="r" b="b"/>
            <a:pathLst>
              <a:path w="1750333" h="1498811">
                <a:moveTo>
                  <a:pt x="0" y="0"/>
                </a:moveTo>
                <a:lnTo>
                  <a:pt x="1750333" y="243144"/>
                </a:lnTo>
                <a:lnTo>
                  <a:pt x="121960" y="14988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70"/>
          <p:cNvSpPr/>
          <p:nvPr/>
        </p:nvSpPr>
        <p:spPr>
          <a:xfrm>
            <a:off x="9653453" y="4504174"/>
            <a:ext cx="1628373" cy="1255666"/>
          </a:xfrm>
          <a:custGeom>
            <a:avLst/>
            <a:gdLst/>
            <a:ahLst/>
            <a:cxnLst/>
            <a:rect l="0" t="0" r="r" b="b"/>
            <a:pathLst>
              <a:path w="1628373" h="1255666">
                <a:moveTo>
                  <a:pt x="1628373" y="0"/>
                </a:moveTo>
                <a:lnTo>
                  <a:pt x="1041963" y="1233229"/>
                </a:lnTo>
                <a:lnTo>
                  <a:pt x="0" y="125566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1"/>
          <p:cNvSpPr/>
          <p:nvPr/>
        </p:nvSpPr>
        <p:spPr>
          <a:xfrm>
            <a:off x="11281826" y="3668447"/>
            <a:ext cx="910174" cy="1652653"/>
          </a:xfrm>
          <a:custGeom>
            <a:avLst/>
            <a:gdLst/>
            <a:ahLst/>
            <a:cxnLst/>
            <a:rect l="0" t="0" r="r" b="b"/>
            <a:pathLst>
              <a:path w="910174" h="1652653">
                <a:moveTo>
                  <a:pt x="0" y="835728"/>
                </a:moveTo>
                <a:lnTo>
                  <a:pt x="910174" y="0"/>
                </a:lnTo>
                <a:lnTo>
                  <a:pt x="910174" y="165265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2"/>
          <p:cNvSpPr/>
          <p:nvPr/>
        </p:nvSpPr>
        <p:spPr>
          <a:xfrm>
            <a:off x="10695416" y="4504174"/>
            <a:ext cx="1496584" cy="1233229"/>
          </a:xfrm>
          <a:custGeom>
            <a:avLst/>
            <a:gdLst/>
            <a:ahLst/>
            <a:cxnLst/>
            <a:rect l="0" t="0" r="r" b="b"/>
            <a:pathLst>
              <a:path w="1496584" h="1233229">
                <a:moveTo>
                  <a:pt x="586411" y="0"/>
                </a:moveTo>
                <a:lnTo>
                  <a:pt x="1496584" y="816925"/>
                </a:lnTo>
                <a:lnTo>
                  <a:pt x="0" y="123322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3"/>
          <p:cNvSpPr/>
          <p:nvPr/>
        </p:nvSpPr>
        <p:spPr>
          <a:xfrm>
            <a:off x="0" y="5641089"/>
            <a:ext cx="981630" cy="1216911"/>
          </a:xfrm>
          <a:custGeom>
            <a:avLst/>
            <a:gdLst/>
            <a:ahLst/>
            <a:cxnLst/>
            <a:rect l="0" t="0" r="r" b="b"/>
            <a:pathLst>
              <a:path w="981630" h="1216911">
                <a:moveTo>
                  <a:pt x="0" y="61463"/>
                </a:moveTo>
                <a:lnTo>
                  <a:pt x="981630" y="0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4"/>
          <p:cNvSpPr/>
          <p:nvPr/>
        </p:nvSpPr>
        <p:spPr>
          <a:xfrm>
            <a:off x="0" y="5641089"/>
            <a:ext cx="1552749" cy="1216911"/>
          </a:xfrm>
          <a:custGeom>
            <a:avLst/>
            <a:gdLst/>
            <a:ahLst/>
            <a:cxnLst/>
            <a:rect l="0" t="0" r="r" b="b"/>
            <a:pathLst>
              <a:path w="1552749" h="1216911">
                <a:moveTo>
                  <a:pt x="981630" y="0"/>
                </a:moveTo>
                <a:lnTo>
                  <a:pt x="1552749" y="1216911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5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1856759" y="288187"/>
                </a:lnTo>
                <a:lnTo>
                  <a:pt x="2056914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6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2056914" y="1216911"/>
                </a:lnTo>
                <a:lnTo>
                  <a:pt x="571119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7"/>
          <p:cNvSpPr/>
          <p:nvPr/>
        </p:nvSpPr>
        <p:spPr>
          <a:xfrm>
            <a:off x="2838389" y="5864000"/>
            <a:ext cx="1441641" cy="994000"/>
          </a:xfrm>
          <a:custGeom>
            <a:avLst/>
            <a:gdLst/>
            <a:ahLst/>
            <a:cxnLst/>
            <a:rect l="0" t="0" r="r" b="b"/>
            <a:pathLst>
              <a:path w="1441641" h="994000">
                <a:moveTo>
                  <a:pt x="0" y="65276"/>
                </a:moveTo>
                <a:lnTo>
                  <a:pt x="1441641" y="0"/>
                </a:lnTo>
                <a:lnTo>
                  <a:pt x="200155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8"/>
          <p:cNvSpPr/>
          <p:nvPr/>
        </p:nvSpPr>
        <p:spPr>
          <a:xfrm>
            <a:off x="3038544" y="5864000"/>
            <a:ext cx="1241486" cy="994000"/>
          </a:xfrm>
          <a:custGeom>
            <a:avLst/>
            <a:gdLst/>
            <a:ahLst/>
            <a:cxnLst/>
            <a:rect l="0" t="0" r="r" b="b"/>
            <a:pathLst>
              <a:path w="1241486" h="994000">
                <a:moveTo>
                  <a:pt x="1241486" y="0"/>
                </a:moveTo>
                <a:lnTo>
                  <a:pt x="628813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9"/>
          <p:cNvSpPr/>
          <p:nvPr/>
        </p:nvSpPr>
        <p:spPr>
          <a:xfrm>
            <a:off x="4280030" y="5236688"/>
            <a:ext cx="1409943" cy="1621312"/>
          </a:xfrm>
          <a:custGeom>
            <a:avLst/>
            <a:gdLst/>
            <a:ahLst/>
            <a:cxnLst/>
            <a:rect l="0" t="0" r="r" b="b"/>
            <a:pathLst>
              <a:path w="1409943" h="1621312">
                <a:moveTo>
                  <a:pt x="0" y="627311"/>
                </a:moveTo>
                <a:lnTo>
                  <a:pt x="1409943" y="0"/>
                </a:lnTo>
                <a:lnTo>
                  <a:pt x="1215603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80"/>
          <p:cNvSpPr/>
          <p:nvPr/>
        </p:nvSpPr>
        <p:spPr>
          <a:xfrm>
            <a:off x="3667357" y="5864000"/>
            <a:ext cx="1828276" cy="994000"/>
          </a:xfrm>
          <a:custGeom>
            <a:avLst/>
            <a:gdLst/>
            <a:ahLst/>
            <a:cxnLst/>
            <a:rect l="0" t="0" r="r" b="b"/>
            <a:pathLst>
              <a:path w="1828276" h="994000">
                <a:moveTo>
                  <a:pt x="612673" y="0"/>
                </a:moveTo>
                <a:lnTo>
                  <a:pt x="1828276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1"/>
          <p:cNvSpPr/>
          <p:nvPr/>
        </p:nvSpPr>
        <p:spPr>
          <a:xfrm>
            <a:off x="5495633" y="5236688"/>
            <a:ext cx="1449150" cy="1621312"/>
          </a:xfrm>
          <a:custGeom>
            <a:avLst/>
            <a:gdLst/>
            <a:ahLst/>
            <a:cxnLst/>
            <a:rect l="0" t="0" r="r" b="b"/>
            <a:pathLst>
              <a:path w="1449150" h="1621312">
                <a:moveTo>
                  <a:pt x="194340" y="0"/>
                </a:moveTo>
                <a:lnTo>
                  <a:pt x="1449150" y="676107"/>
                </a:lnTo>
                <a:lnTo>
                  <a:pt x="0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2"/>
          <p:cNvSpPr/>
          <p:nvPr/>
        </p:nvSpPr>
        <p:spPr>
          <a:xfrm>
            <a:off x="5495633" y="5912795"/>
            <a:ext cx="1449150" cy="945205"/>
          </a:xfrm>
          <a:custGeom>
            <a:avLst/>
            <a:gdLst/>
            <a:ahLst/>
            <a:cxnLst/>
            <a:rect l="0" t="0" r="r" b="b"/>
            <a:pathLst>
              <a:path w="1449150" h="945205">
                <a:moveTo>
                  <a:pt x="1449150" y="0"/>
                </a:moveTo>
                <a:lnTo>
                  <a:pt x="1330082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3"/>
          <p:cNvSpPr/>
          <p:nvPr/>
        </p:nvSpPr>
        <p:spPr>
          <a:xfrm>
            <a:off x="6944783" y="5898266"/>
            <a:ext cx="1017569" cy="959734"/>
          </a:xfrm>
          <a:custGeom>
            <a:avLst/>
            <a:gdLst/>
            <a:ahLst/>
            <a:cxnLst/>
            <a:rect l="0" t="0" r="r" b="b"/>
            <a:pathLst>
              <a:path w="1017569" h="959734">
                <a:moveTo>
                  <a:pt x="0" y="14529"/>
                </a:moveTo>
                <a:lnTo>
                  <a:pt x="835669" y="0"/>
                </a:lnTo>
                <a:lnTo>
                  <a:pt x="1017569" y="9597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4"/>
          <p:cNvSpPr/>
          <p:nvPr/>
        </p:nvSpPr>
        <p:spPr>
          <a:xfrm>
            <a:off x="6825715" y="5912795"/>
            <a:ext cx="1136637" cy="945205"/>
          </a:xfrm>
          <a:custGeom>
            <a:avLst/>
            <a:gdLst/>
            <a:ahLst/>
            <a:cxnLst/>
            <a:rect l="0" t="0" r="r" b="b"/>
            <a:pathLst>
              <a:path w="1136637" h="945205">
                <a:moveTo>
                  <a:pt x="119068" y="0"/>
                </a:moveTo>
                <a:lnTo>
                  <a:pt x="1136637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5"/>
          <p:cNvSpPr/>
          <p:nvPr/>
        </p:nvSpPr>
        <p:spPr>
          <a:xfrm>
            <a:off x="7780452" y="5759841"/>
            <a:ext cx="1873000" cy="1098159"/>
          </a:xfrm>
          <a:custGeom>
            <a:avLst/>
            <a:gdLst/>
            <a:ahLst/>
            <a:cxnLst/>
            <a:rect l="0" t="0" r="r" b="b"/>
            <a:pathLst>
              <a:path w="1873000" h="1098159">
                <a:moveTo>
                  <a:pt x="0" y="138425"/>
                </a:moveTo>
                <a:lnTo>
                  <a:pt x="1873000" y="0"/>
                </a:lnTo>
                <a:lnTo>
                  <a:pt x="181899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6"/>
          <p:cNvSpPr/>
          <p:nvPr/>
        </p:nvSpPr>
        <p:spPr>
          <a:xfrm>
            <a:off x="7962352" y="5759841"/>
            <a:ext cx="1691101" cy="1098159"/>
          </a:xfrm>
          <a:custGeom>
            <a:avLst/>
            <a:gdLst/>
            <a:ahLst/>
            <a:cxnLst/>
            <a:rect l="0" t="0" r="r" b="b"/>
            <a:pathLst>
              <a:path w="1691101" h="1098159">
                <a:moveTo>
                  <a:pt x="1691101" y="0"/>
                </a:moveTo>
                <a:lnTo>
                  <a:pt x="1552046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7"/>
          <p:cNvSpPr/>
          <p:nvPr/>
        </p:nvSpPr>
        <p:spPr>
          <a:xfrm>
            <a:off x="9653453" y="5737403"/>
            <a:ext cx="1041963" cy="1120597"/>
          </a:xfrm>
          <a:custGeom>
            <a:avLst/>
            <a:gdLst/>
            <a:ahLst/>
            <a:cxnLst/>
            <a:rect l="0" t="0" r="r" b="b"/>
            <a:pathLst>
              <a:path w="1041963" h="1120597">
                <a:moveTo>
                  <a:pt x="0" y="22437"/>
                </a:moveTo>
                <a:lnTo>
                  <a:pt x="1041963" y="0"/>
                </a:lnTo>
                <a:lnTo>
                  <a:pt x="984644" y="1120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8"/>
          <p:cNvSpPr/>
          <p:nvPr/>
        </p:nvSpPr>
        <p:spPr>
          <a:xfrm>
            <a:off x="9514398" y="5759841"/>
            <a:ext cx="1123699" cy="1098159"/>
          </a:xfrm>
          <a:custGeom>
            <a:avLst/>
            <a:gdLst/>
            <a:ahLst/>
            <a:cxnLst/>
            <a:rect l="0" t="0" r="r" b="b"/>
            <a:pathLst>
              <a:path w="1123699" h="1098159">
                <a:moveTo>
                  <a:pt x="139055" y="0"/>
                </a:moveTo>
                <a:lnTo>
                  <a:pt x="1123699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9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57318" y="416304"/>
                </a:moveTo>
                <a:lnTo>
                  <a:pt x="1553903" y="0"/>
                </a:lnTo>
                <a:lnTo>
                  <a:pt x="0" y="15369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90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1553903" y="0"/>
                </a:moveTo>
                <a:lnTo>
                  <a:pt x="1553903" y="1536901"/>
                </a:lnTo>
                <a:lnTo>
                  <a:pt x="0" y="15369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Tekst: Potrzeba"/>
          <p:cNvSpPr txBox="1"/>
          <p:nvPr/>
        </p:nvSpPr>
        <p:spPr>
          <a:xfrm>
            <a:off x="824533" y="3101181"/>
            <a:ext cx="2116038" cy="51593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06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250" b="1" kern="100" dirty="0">
                <a:solidFill>
                  <a:srgbClr val="FFFFFF"/>
                </a:solidFill>
                <a:latin typeface="Lato"/>
                <a:cs typeface="Lato"/>
              </a:rPr>
              <a:t>Potrzeba</a:t>
            </a:r>
            <a:endParaRPr lang="pl-PL" sz="325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93" name="Tekst: +"/>
          <p:cNvSpPr txBox="1"/>
          <p:nvPr/>
        </p:nvSpPr>
        <p:spPr>
          <a:xfrm>
            <a:off x="2811438" y="3093244"/>
            <a:ext cx="572274" cy="754063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93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750" b="1" kern="100" dirty="0">
                <a:solidFill>
                  <a:srgbClr val="EE312F"/>
                </a:solidFill>
                <a:latin typeface="Lato"/>
                <a:cs typeface="Lato"/>
              </a:rPr>
              <a:t>+</a:t>
            </a:r>
            <a:endParaRPr lang="pl-PL" sz="4750" b="1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94" name="Tekst: Brak czasu"/>
          <p:cNvSpPr txBox="1"/>
          <p:nvPr/>
        </p:nvSpPr>
        <p:spPr>
          <a:xfrm>
            <a:off x="3510086" y="3101181"/>
            <a:ext cx="2506563" cy="51593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06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250" b="1" kern="100" dirty="0">
                <a:solidFill>
                  <a:srgbClr val="FFFFFF"/>
                </a:solidFill>
                <a:latin typeface="Lato"/>
                <a:cs typeface="Lato"/>
              </a:rPr>
              <a:t>Brak czasu</a:t>
            </a:r>
            <a:endParaRPr lang="pl-PL" sz="325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95" name="Linia"/>
          <p:cNvSpPr/>
          <p:nvPr/>
        </p:nvSpPr>
        <p:spPr>
          <a:xfrm>
            <a:off x="825500" y="4667250"/>
            <a:ext cx="10541000" cy="12700"/>
          </a:xfrm>
          <a:prstGeom prst="rect">
            <a:avLst/>
          </a:prstGeom>
          <a:solidFill>
            <a:srgbClr val="44444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Tekst: = TRYB: TERAZ"/>
          <p:cNvSpPr txBox="1"/>
          <p:nvPr/>
        </p:nvSpPr>
        <p:spPr>
          <a:xfrm>
            <a:off x="825500" y="4857115"/>
            <a:ext cx="10541000" cy="571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dirty="0">
                <a:solidFill>
                  <a:srgbClr val="EE312F"/>
                </a:solidFill>
                <a:latin typeface="Lato Black"/>
                <a:cs typeface="Lato Black"/>
              </a:rPr>
              <a:t>= TRYB: TERAZ</a:t>
            </a:r>
            <a:endParaRPr lang="pl-PL" sz="3600" kern="10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97" name="Tekst: Każdy z nas bywa Homo Urgens"/>
          <p:cNvSpPr txBox="1"/>
          <p:nvPr/>
        </p:nvSpPr>
        <p:spPr>
          <a:xfrm>
            <a:off x="824533" y="1150578"/>
            <a:ext cx="5476458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FFFFFF"/>
                </a:solidFill>
                <a:latin typeface="Lato Black"/>
                <a:cs typeface="Lato Black"/>
              </a:rPr>
              <a:t>Każdy z nas bywa</a:t>
            </a:r>
            <a:endParaRPr lang="pl-PL" sz="4800" kern="100" spc="-168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FFFFFF"/>
                </a:solidFill>
                <a:latin typeface="Lato Black"/>
                <a:cs typeface="Lato Black"/>
              </a:rPr>
              <a:t>Homo Urgens</a:t>
            </a:r>
            <a:endParaRPr lang="pl-PL" sz="4800" kern="100" spc="-168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pic>
        <p:nvPicPr>
          <p:cNvPr id="98" name="!!Serce w rogu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99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A9A9A9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A9A9A9"/>
              </a:solidFill>
              <a:latin typeface="Lato"/>
              <a:cs typeface="Lato"/>
            </a:endParaRPr>
          </a:p>
        </p:txBody>
      </p:sp>
      <p:sp>
        <p:nvSpPr>
          <p:cNvPr id="100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A9A9A9"/>
                </a:solidFill>
                <a:latin typeface="Lato"/>
                <a:cs typeface="Lato"/>
              </a:rPr>
              <a:t>08 / 24</a:t>
            </a:r>
            <a:endParaRPr lang="pl-PL" sz="1100" kern="100" spc="66" dirty="0">
              <a:solidFill>
                <a:srgbClr val="A9A9A9"/>
              </a:solidFill>
              <a:latin typeface="Lato"/>
              <a:cs typeface="Lato"/>
            </a:endParaRPr>
          </a:p>
        </p:txBody>
      </p:sp>
      <p:sp>
        <p:nvSpPr>
          <p:cNvPr id="101" name="!!Postęp"/>
          <p:cNvSpPr/>
          <p:nvPr/>
        </p:nvSpPr>
        <p:spPr>
          <a:xfrm>
            <a:off x="-25" y="6826250"/>
            <a:ext cx="4064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Iskra"/>
          <p:cNvSpPr/>
          <p:nvPr/>
        </p:nvSpPr>
        <p:spPr>
          <a:xfrm>
            <a:off x="15503726" y="4945278"/>
            <a:ext cx="20312" cy="17235"/>
          </a:xfrm>
          <a:custGeom>
            <a:avLst/>
            <a:gdLst/>
            <a:ahLst/>
            <a:cxnLst/>
            <a:rect l="0" t="0" r="r" b="b"/>
            <a:pathLst>
              <a:path w="20312" h="17235">
                <a:moveTo>
                  <a:pt x="0" y="11973"/>
                </a:moveTo>
                <a:lnTo>
                  <a:pt x="4687" y="0"/>
                </a:lnTo>
                <a:lnTo>
                  <a:pt x="20312" y="1723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Iskra 2"/>
          <p:cNvSpPr/>
          <p:nvPr/>
        </p:nvSpPr>
        <p:spPr>
          <a:xfrm>
            <a:off x="16011188" y="4356825"/>
            <a:ext cx="28673" cy="22649"/>
          </a:xfrm>
          <a:custGeom>
            <a:avLst/>
            <a:gdLst/>
            <a:ahLst/>
            <a:cxnLst/>
            <a:rect l="0" t="0" r="r" b="b"/>
            <a:pathLst>
              <a:path w="28673" h="22649">
                <a:moveTo>
                  <a:pt x="0" y="1064"/>
                </a:moveTo>
                <a:lnTo>
                  <a:pt x="28673" y="0"/>
                </a:lnTo>
                <a:lnTo>
                  <a:pt x="14860" y="2264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Iskra 3"/>
          <p:cNvSpPr/>
          <p:nvPr/>
        </p:nvSpPr>
        <p:spPr>
          <a:xfrm>
            <a:off x="15769571" y="4690640"/>
            <a:ext cx="25120" cy="29374"/>
          </a:xfrm>
          <a:custGeom>
            <a:avLst/>
            <a:gdLst/>
            <a:ahLst/>
            <a:cxnLst/>
            <a:rect l="0" t="0" r="r" b="b"/>
            <a:pathLst>
              <a:path w="25120" h="29374">
                <a:moveTo>
                  <a:pt x="25120" y="29374"/>
                </a:moveTo>
                <a:lnTo>
                  <a:pt x="0" y="16377"/>
                </a:lnTo>
                <a:lnTo>
                  <a:pt x="15842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Iskra 4"/>
          <p:cNvSpPr/>
          <p:nvPr/>
        </p:nvSpPr>
        <p:spPr>
          <a:xfrm>
            <a:off x="15565751" y="4813432"/>
            <a:ext cx="14376" cy="15784"/>
          </a:xfrm>
          <a:custGeom>
            <a:avLst/>
            <a:gdLst/>
            <a:ahLst/>
            <a:cxnLst/>
            <a:rect l="0" t="0" r="r" b="b"/>
            <a:pathLst>
              <a:path w="14376" h="15784">
                <a:moveTo>
                  <a:pt x="5187" y="0"/>
                </a:moveTo>
                <a:lnTo>
                  <a:pt x="14376" y="9936"/>
                </a:lnTo>
                <a:lnTo>
                  <a:pt x="0" y="1578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Iskra 5"/>
          <p:cNvSpPr/>
          <p:nvPr/>
        </p:nvSpPr>
        <p:spPr>
          <a:xfrm>
            <a:off x="15935587" y="4287973"/>
            <a:ext cx="31008" cy="28024"/>
          </a:xfrm>
          <a:custGeom>
            <a:avLst/>
            <a:gdLst/>
            <a:ahLst/>
            <a:cxnLst/>
            <a:rect l="0" t="0" r="r" b="b"/>
            <a:pathLst>
              <a:path w="31008" h="28024">
                <a:moveTo>
                  <a:pt x="0" y="23853"/>
                </a:moveTo>
                <a:lnTo>
                  <a:pt x="9895" y="0"/>
                </a:lnTo>
                <a:lnTo>
                  <a:pt x="31008" y="2802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101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6184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9474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42763">
                                          <p:val>
                                            <p:strVal val="#ppt_y+0.01216"/>
                                          </p:val>
                                        </p:tav>
                                        <p:tav tm="46053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49342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55921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69079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868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111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083"/>
                                          </p:val>
                                        </p:tav>
                                        <p:tav tm="14970">
                                          <p:val>
                                            <p:strVal val="#ppt_x-0.02083"/>
                                          </p:val>
                                        </p:tav>
                                        <p:tav tm="17964">
                                          <p:val>
                                            <p:strVal val="#ppt_x-0.01806"/>
                                          </p:val>
                                        </p:tav>
                                        <p:tav tm="20958">
                                          <p:val>
                                            <p:strVal val="#ppt_x-0.01405"/>
                                          </p:val>
                                        </p:tav>
                                        <p:tav tm="23952">
                                          <p:val>
                                            <p:strVal val="#ppt_x-0.01082"/>
                                          </p:val>
                                        </p:tav>
                                        <p:tav tm="26946">
                                          <p:val>
                                            <p:strVal val="#ppt_x-0.0083"/>
                                          </p:val>
                                        </p:tav>
                                        <p:tav tm="32934">
                                          <p:val>
                                            <p:strVal val="#ppt_x-0.0049"/>
                                          </p:val>
                                        </p:tav>
                                        <p:tav tm="41916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50898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5988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80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11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75"/>
                                          </p:val>
                                        </p:tav>
                                        <p:tav tm="14970">
                                          <p:val>
                                            <p:strVal val="#ppt_w*0.875"/>
                                          </p:val>
                                        </p:tav>
                                        <p:tav tm="17964">
                                          <p:val>
                                            <p:strVal val="#ppt_w*0.89162"/>
                                          </p:val>
                                        </p:tav>
                                        <p:tav tm="20958">
                                          <p:val>
                                            <p:strVal val="#ppt_w*0.91571"/>
                                          </p:val>
                                        </p:tav>
                                        <p:tav tm="23952">
                                          <p:val>
                                            <p:strVal val="#ppt_w*0.93511"/>
                                          </p:val>
                                        </p:tav>
                                        <p:tav tm="26946">
                                          <p:val>
                                            <p:strVal val="#ppt_w*0.95021"/>
                                          </p:val>
                                        </p:tav>
                                        <p:tav tm="29940">
                                          <p:val>
                                            <p:strVal val="#ppt_w*0.96177"/>
                                          </p:val>
                                        </p:tav>
                                        <p:tav tm="32934">
                                          <p:val>
                                            <p:strVal val="#ppt_w*0.97059"/>
                                          </p:val>
                                        </p:tav>
                                        <p:tav tm="35928">
                                          <p:val>
                                            <p:strVal val="#ppt_w*0.97734"/>
                                          </p:val>
                                        </p:tav>
                                        <p:tav tm="41916">
                                          <p:val>
                                            <p:strVal val="#ppt_w*0.98652"/>
                                          </p:val>
                                        </p:tav>
                                        <p:tav tm="50898">
                                          <p:val>
                                            <p:strVal val="#ppt_w*0.99394"/>
                                          </p:val>
                                        </p:tav>
                                        <p:tav tm="59880">
                                          <p:val>
                                            <p:strVal val="#ppt_w*0.99747"/>
                                          </p:val>
                                        </p:tav>
                                        <p:tav tm="74850">
                                          <p:val>
                                            <p:strVal val="#ppt_w*0.9996"/>
                                          </p:val>
                                        </p:tav>
                                        <p:tav tm="988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820" fill="hold" decel="1000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1" dur="820" decel="1000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98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31" presetClass="entr" presetSubtype="0" fill="hold" grpId="0" nodeType="withEffect">
                                  <p:stCondLst>
                                    <p:cond delay="121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grpId="0" nodeType="withEffect">
                                  <p:stCondLst>
                                    <p:cond delay="125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31" presetClass="entr" presetSubtype="0" fill="hold" grpId="0" nodeType="withEffect">
                                  <p:stCondLst>
                                    <p:cond delay="137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138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12" presetClass="entr" presetSubtype="4" fill="hold" grpId="0" nodeType="withEffect">
                                  <p:stCondLst>
                                    <p:cond delay="145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820" fill="hold" decel="1000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5" dur="820" decel="1000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grpId="0" nodeType="withEffect">
                                  <p:stCondLst>
                                    <p:cond delay="148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grpId="0" nodeType="withEffect">
                                  <p:stCondLst>
                                    <p:cond delay="149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31" presetClass="entr" presetSubtype="0" fill="hold" grpId="0" nodeType="withEffect">
                                  <p:stCondLst>
                                    <p:cond delay="165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166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grpId="0" nodeType="withEffect">
                                  <p:stCondLst>
                                    <p:cond delay="175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grpId="0" nodeType="withEffect">
                                  <p:stCondLst>
                                    <p:cond delay="178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grpId="0" nodeType="withEffect">
                                  <p:stCondLst>
                                    <p:cond delay="192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31" presetClass="entr" presetSubtype="0" fill="hold" grpId="0" nodeType="withEffect">
                                  <p:stCondLst>
                                    <p:cond delay="205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grpId="0" nodeType="withEffect">
                                  <p:stCondLst>
                                    <p:cond delay="212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234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31" presetClass="entr" presetSubtype="0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31" presetClass="entr" presetSubtype="0" fill="hold" grpId="0" nodeType="withEffect">
                                  <p:stCondLst>
                                    <p:cond delay="236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31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31" presetClass="entr" presetSubtype="0" fill="hold" grpId="0" nodeType="withEffect">
                                  <p:stCondLst>
                                    <p:cond delay="251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1" presetClass="entr" presetSubtype="0" fill="hold" grpId="0" nodeType="withEffect">
                                  <p:stCondLst>
                                    <p:cond delay="252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8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3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31" presetClass="entr" presetSubtype="0" fill="hold" grpId="0" nodeType="withEffect">
                                  <p:stCondLst>
                                    <p:cond delay="264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" presetID="31" presetClass="entr" presetSubtype="0" fill="hold" grpId="0" nodeType="withEffect">
                                  <p:stCondLst>
                                    <p:cond delay="265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8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31" presetClass="entr" presetSubtype="0" fill="hold" grpId="0" nodeType="withEffect">
                                  <p:stCondLst>
                                    <p:cond delay="272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grpId="0" nodeType="withEffect">
                                  <p:stCondLst>
                                    <p:cond delay="273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8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31" presetClass="entr" presetSubtype="0" fill="hold" grpId="0" nodeType="withEffect">
                                  <p:stCondLst>
                                    <p:cond delay="275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31" presetClass="entr" presetSubtype="0" fill="hold" grpId="0" nodeType="withEffect">
                                  <p:stCondLst>
                                    <p:cond delay="279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8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31" presetClass="entr" presetSubtype="0" fill="hold" grpId="0" nodeType="withEffect">
                                  <p:stCondLst>
                                    <p:cond delay="292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31" presetClass="entr" presetSubtype="0" fill="hold" grpId="0" nodeType="withEffect">
                                  <p:stCondLst>
                                    <p:cond delay="297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" presetID="31" presetClass="entr" presetSubtype="0" fill="hold" grpId="0" nodeType="withEffect">
                                  <p:stCondLst>
                                    <p:cond delay="311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8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3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8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324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8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3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8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6" presetID="31" presetClass="entr" presetSubtype="0" fill="hold" grpId="0" nodeType="withEffect">
                                  <p:stCondLst>
                                    <p:cond delay="343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8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3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8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6" presetID="31" presetClass="entr" presetSubtype="0" fill="hold" grpId="0" nodeType="withEffect">
                                  <p:stCondLst>
                                    <p:cond delay="353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8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3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8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3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3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4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31" presetClass="entr" presetSubtype="0" fill="hold" grpId="0" nodeType="withEffect">
                                  <p:stCondLst>
                                    <p:cond delay="368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31" presetClass="entr" presetSubtype="0" fill="hold" grpId="0" nodeType="withEffect">
                                  <p:stCondLst>
                                    <p:cond delay="37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4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31" presetClass="entr" presetSubtype="0" fill="hold" grpId="0" nodeType="withEffect">
                                  <p:stCondLst>
                                    <p:cond delay="371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9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31" presetClass="entr" presetSubtype="0" fill="hold" grpId="0" nodeType="withEffect">
                                  <p:stCondLst>
                                    <p:cond delay="375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4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4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9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31" presetClass="entr" presetSubtype="0" fill="hold" grpId="0" nodeType="withEffect">
                                  <p:stCondLst>
                                    <p:cond delay="392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4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31" presetClass="entr" presetSubtype="0" fill="hold" grpId="0" nodeType="withEffect">
                                  <p:stCondLst>
                                    <p:cond delay="394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2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4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31" presetClass="entr" presetSubtype="0" fill="hold" grpId="0" nodeType="withEffect">
                                  <p:stCondLst>
                                    <p:cond delay="407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9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414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4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31" presetClass="entr" presetSubtype="0" fill="hold" grpId="0" nodeType="withEffect">
                                  <p:stCondLst>
                                    <p:cond delay="416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2" fill="hold">
                      <p:stCondLst>
                        <p:cond delay="indefinite"/>
                      </p:stCondLst>
                      <p:childTnLst>
                        <p:par>
                          <p:cTn id="483" fill="hold">
                            <p:stCondLst>
                              <p:cond delay="0"/>
                            </p:stCondLst>
                            <p:childTnLst>
                              <p:par>
                                <p:cTn id="4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2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7" dur="6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098"/>
                                          </p:val>
                                        </p:tav>
                                        <p:tav tm="4950">
                                          <p:val>
                                            <p:strVal val="#ppt_x-0.01216"/>
                                          </p:val>
                                        </p:tav>
                                        <p:tav tm="9901">
                                          <p:val>
                                            <p:strVal val="#ppt_x-0.01116"/>
                                          </p:val>
                                        </p:tav>
                                        <p:tav tm="24752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9703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34653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44554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54455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901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6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19"/>
                                          </p:val>
                                        </p:tav>
                                        <p:tav tm="9901">
                                          <p:val>
                                            <p:strVal val="#ppt_y-0.00539"/>
                                          </p:val>
                                        </p:tav>
                                        <p:tav tm="14851">
                                          <p:val>
                                            <p:strVal val="#ppt_y-0.00828"/>
                                          </p:val>
                                        </p:tav>
                                        <p:tav tm="19802">
                                          <p:val>
                                            <p:strVal val="#ppt_y-0.00834"/>
                                          </p:val>
                                        </p:tav>
                                        <p:tav tm="24752">
                                          <p:val>
                                            <p:strVal val="#ppt_y-0.00628"/>
                                          </p:val>
                                        </p:tav>
                                        <p:tav tm="39604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49505">
                                          <p:val>
                                            <p:strVal val="#ppt_y+0.00494"/>
                                          </p:val>
                                        </p:tav>
                                        <p:tav tm="59406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84158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9901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6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950">
                                          <p:val>
                                            <p:strVal val="#ppt_w*0.37916"/>
                                          </p:val>
                                        </p:tav>
                                        <p:tav tm="9901">
                                          <p:val>
                                            <p:strVal val="#ppt_w*0.53474"/>
                                          </p:val>
                                        </p:tav>
                                        <p:tav tm="14851">
                                          <p:val>
                                            <p:strVal val="#ppt_w*0.66761"/>
                                          </p:val>
                                        </p:tav>
                                        <p:tav tm="19802">
                                          <p:val>
                                            <p:strVal val="#ppt_w*0.77882"/>
                                          </p:val>
                                        </p:tav>
                                        <p:tav tm="24752">
                                          <p:val>
                                            <p:strVal val="#ppt_w*0.86963"/>
                                          </p:val>
                                        </p:tav>
                                        <p:tav tm="29703">
                                          <p:val>
                                            <p:strVal val="#ppt_w*0.94149"/>
                                          </p:val>
                                        </p:tav>
                                        <p:tav tm="34653">
                                          <p:val>
                                            <p:strVal val="#ppt_w*0.99604"/>
                                          </p:val>
                                        </p:tav>
                                        <p:tav tm="39604">
                                          <p:val>
                                            <p:strVal val="#ppt_w*1.03505"/>
                                          </p:val>
                                        </p:tav>
                                        <p:tav tm="44554">
                                          <p:val>
                                            <p:strVal val="#ppt_w*1.06042"/>
                                          </p:val>
                                        </p:tav>
                                        <p:tav tm="49505">
                                          <p:val>
                                            <p:strVal val="#ppt_w*1.07414"/>
                                          </p:val>
                                        </p:tav>
                                        <p:tav tm="54455">
                                          <p:val>
                                            <p:strVal val="#ppt_w*1.07824"/>
                                          </p:val>
                                        </p:tav>
                                        <p:tav tm="64356">
                                          <p:val>
                                            <p:strVal val="#ppt_w*1.06581"/>
                                          </p:val>
                                        </p:tav>
                                        <p:tav tm="89109">
                                          <p:val>
                                            <p:strVal val="#ppt_w*1.00416"/>
                                          </p:val>
                                        </p:tav>
                                        <p:tav tm="9901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6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950">
                                          <p:val>
                                            <p:strVal val="#ppt_h*0.37916"/>
                                          </p:val>
                                        </p:tav>
                                        <p:tav tm="9901">
                                          <p:val>
                                            <p:strVal val="#ppt_h*0.53474"/>
                                          </p:val>
                                        </p:tav>
                                        <p:tav tm="14851">
                                          <p:val>
                                            <p:strVal val="#ppt_h*0.66761"/>
                                          </p:val>
                                        </p:tav>
                                        <p:tav tm="19802">
                                          <p:val>
                                            <p:strVal val="#ppt_h*0.77882"/>
                                          </p:val>
                                        </p:tav>
                                        <p:tav tm="24752">
                                          <p:val>
                                            <p:strVal val="#ppt_h*0.86963"/>
                                          </p:val>
                                        </p:tav>
                                        <p:tav tm="29703">
                                          <p:val>
                                            <p:strVal val="#ppt_h*0.94149"/>
                                          </p:val>
                                        </p:tav>
                                        <p:tav tm="34653">
                                          <p:val>
                                            <p:strVal val="#ppt_h*0.99604"/>
                                          </p:val>
                                        </p:tav>
                                        <p:tav tm="39604">
                                          <p:val>
                                            <p:strVal val="#ppt_h*1.03505"/>
                                          </p:val>
                                        </p:tav>
                                        <p:tav tm="44554">
                                          <p:val>
                                            <p:strVal val="#ppt_h*1.06042"/>
                                          </p:val>
                                        </p:tav>
                                        <p:tav tm="49505">
                                          <p:val>
                                            <p:strVal val="#ppt_h*1.07414"/>
                                          </p:val>
                                        </p:tav>
                                        <p:tav tm="54455">
                                          <p:val>
                                            <p:strVal val="#ppt_h*1.07824"/>
                                          </p:val>
                                        </p:tav>
                                        <p:tav tm="64356">
                                          <p:val>
                                            <p:strVal val="#ppt_h*1.06581"/>
                                          </p:val>
                                        </p:tav>
                                        <p:tav tm="89109">
                                          <p:val>
                                            <p:strVal val="#ppt_h*1.00416"/>
                                          </p:val>
                                        </p:tav>
                                        <p:tav tm="9901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6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0"/>
                                          </p:val>
                                        </p:tav>
                                        <p:tav tm="4950">
                                          <p:val>
                                            <p:fltVal val="220.31"/>
                                          </p:val>
                                        </p:tav>
                                        <p:tav tm="9901">
                                          <p:val>
                                            <p:fltVal val="255.32"/>
                                          </p:val>
                                        </p:tav>
                                        <p:tav tm="14851">
                                          <p:val>
                                            <p:fltVal val="285.21"/>
                                          </p:val>
                                        </p:tav>
                                        <p:tav tm="19802">
                                          <p:val>
                                            <p:fltVal val="310.23"/>
                                          </p:val>
                                        </p:tav>
                                        <p:tav tm="24752">
                                          <p:val>
                                            <p:fltVal val="330.67"/>
                                          </p:val>
                                        </p:tav>
                                        <p:tav tm="29703">
                                          <p:val>
                                            <p:fltVal val="346.84"/>
                                          </p:val>
                                        </p:tav>
                                        <p:tav tm="34653">
                                          <p:val>
                                            <p:fltVal val="359.11"/>
                                          </p:val>
                                        </p:tav>
                                        <p:tav tm="39604">
                                          <p:val>
                                            <p:fltVal val="367.89"/>
                                          </p:val>
                                        </p:tav>
                                        <p:tav tm="44554">
                                          <p:val>
                                            <p:fltVal val="373.59"/>
                                          </p:val>
                                        </p:tav>
                                        <p:tav tm="49505">
                                          <p:val>
                                            <p:fltVal val="376.68"/>
                                          </p:val>
                                        </p:tav>
                                        <p:tav tm="54455">
                                          <p:val>
                                            <p:fltVal val="377.6"/>
                                          </p:val>
                                        </p:tav>
                                        <p:tav tm="59406">
                                          <p:val>
                                            <p:fltVal val="376.83"/>
                                          </p:val>
                                        </p:tav>
                                        <p:tav tm="64356">
                                          <p:val>
                                            <p:fltVal val="374.81"/>
                                          </p:val>
                                        </p:tav>
                                        <p:tav tm="79208">
                                          <p:val>
                                            <p:fltVal val="365.65"/>
                                          </p:val>
                                        </p:tav>
                                        <p:tav tm="84158">
                                          <p:val>
                                            <p:fltVal val="362.92"/>
                                          </p:val>
                                        </p:tav>
                                        <p:tav tm="89109">
                                          <p:val>
                                            <p:fltVal val="360.94"/>
                                          </p:val>
                                        </p:tav>
                                        <p:tav tm="94059">
                                          <p:val>
                                            <p:fltVal val="360.03"/>
                                          </p:val>
                                        </p:tav>
                                        <p:tav tm="99010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3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5" dur="7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17241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5862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3103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034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8" dur="62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1" dur="62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116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04" dur="467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6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89">
                                          <p:val>
                                            <p:strVal val="#ppt_x-1.1944"/>
                                          </p:val>
                                        </p:tav>
                                        <p:tav tm="5334">
                                          <p:val>
                                            <p:strVal val="#ppt_x-1.20351"/>
                                          </p:val>
                                        </p:tav>
                                        <p:tav tm="9778">
                                          <p:val>
                                            <p:strVal val="#ppt_x-1.21407"/>
                                          </p:val>
                                        </p:tav>
                                        <p:tav tm="14223">
                                          <p:val>
                                            <p:strVal val="#ppt_x-1.22336"/>
                                          </p:val>
                                        </p:tav>
                                        <p:tav tm="18667">
                                          <p:val>
                                            <p:strVal val="#ppt_x-1.23059"/>
                                          </p:val>
                                        </p:tav>
                                        <p:tav tm="23112">
                                          <p:val>
                                            <p:strVal val="#ppt_x-1.23583"/>
                                          </p:val>
                                        </p:tav>
                                        <p:tav tm="27557">
                                          <p:val>
                                            <p:strVal val="#ppt_x-1.23957"/>
                                          </p:val>
                                        </p:tav>
                                        <p:tav tm="32001">
                                          <p:val>
                                            <p:strVal val="#ppt_x-1.2423"/>
                                          </p:val>
                                        </p:tav>
                                        <p:tav tm="40891">
                                          <p:val>
                                            <p:strVal val="#ppt_x-1.24585"/>
                                          </p:val>
                                        </p:tav>
                                        <p:tav tm="54224">
                                          <p:val>
                                            <p:strVal val="#ppt_x-1.24866"/>
                                          </p:val>
                                        </p:tav>
                                        <p:tav tm="72003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98671">
                                          <p:val>
                                            <p:strVal val="#ppt_x-1.25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89">
                                          <p:val>
                                            <p:strVal val="#ppt_y-0.03853"/>
                                          </p:val>
                                        </p:tav>
                                        <p:tav tm="14223">
                                          <p:val>
                                            <p:strVal val="#ppt_y-0.01845"/>
                                          </p:val>
                                        </p:tav>
                                        <p:tav tm="186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23112">
                                          <p:val>
                                            <p:strVal val="#ppt_y-0.00981"/>
                                          </p:val>
                                        </p:tav>
                                        <p:tav tm="32001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40891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54224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98671">
                                          <p:val>
                                            <p:strVal val="#ppt_y+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89">
                                          <p:val>
                                            <p:strVal val="#ppt_w*4.74326"/>
                                          </p:val>
                                        </p:tav>
                                        <p:tav tm="5334">
                                          <p:val>
                                            <p:strVal val="#ppt_w*4.12864"/>
                                          </p:val>
                                        </p:tav>
                                        <p:tav tm="9778">
                                          <p:val>
                                            <p:strVal val="#ppt_w*3.41699"/>
                                          </p:val>
                                        </p:tav>
                                        <p:tav tm="14223">
                                          <p:val>
                                            <p:strVal val="#ppt_w*2.79119"/>
                                          </p:val>
                                        </p:tav>
                                        <p:tav tm="18667">
                                          <p:val>
                                            <p:strVal val="#ppt_w*2.30486"/>
                                          </p:val>
                                        </p:tav>
                                        <p:tav tm="23112">
                                          <p:val>
                                            <p:strVal val="#ppt_w*1.95272"/>
                                          </p:val>
                                        </p:tav>
                                        <p:tav tm="27557">
                                          <p:val>
                                            <p:strVal val="#ppt_w*1.70075"/>
                                          </p:val>
                                        </p:tav>
                                        <p:tav tm="32001">
                                          <p:val>
                                            <p:strVal val="#ppt_w*1.5176"/>
                                          </p:val>
                                        </p:tav>
                                        <p:tav tm="36446">
                                          <p:val>
                                            <p:strVal val="#ppt_w*1.38157"/>
                                          </p:val>
                                        </p:tav>
                                        <p:tav tm="40891">
                                          <p:val>
                                            <p:strVal val="#ppt_w*1.27857"/>
                                          </p:val>
                                        </p:tav>
                                        <p:tav tm="45335">
                                          <p:val>
                                            <p:strVal val="#ppt_w*1.1994"/>
                                          </p:val>
                                        </p:tav>
                                        <p:tav tm="49780">
                                          <p:val>
                                            <p:strVal val="#ppt_w*1.1379"/>
                                          </p:val>
                                        </p:tav>
                                        <p:tav tm="54224">
                                          <p:val>
                                            <p:strVal val="#ppt_w*1.08983"/>
                                          </p:val>
                                        </p:tav>
                                        <p:tav tm="58669">
                                          <p:val>
                                            <p:strVal val="#ppt_w*1.05219"/>
                                          </p:val>
                                        </p:tav>
                                        <p:tav tm="63114">
                                          <p:val>
                                            <p:strVal val="#ppt_w*1.02279"/>
                                          </p:val>
                                        </p:tav>
                                        <p:tav tm="72003">
                                          <p:val>
                                            <p:strVal val="#ppt_w*0.98258"/>
                                          </p:val>
                                        </p:tav>
                                        <p:tav tm="85337">
                                          <p:val>
                                            <p:strVal val="#ppt_w*0.95395"/>
                                          </p:val>
                                        </p:tav>
                                        <p:tav tm="98671">
                                          <p:val>
                                            <p:strVal val="#ppt_w*0.948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89">
                                          <p:val>
                                            <p:strVal val="#ppt_h*4.74326"/>
                                          </p:val>
                                        </p:tav>
                                        <p:tav tm="5334">
                                          <p:val>
                                            <p:strVal val="#ppt_h*4.12864"/>
                                          </p:val>
                                        </p:tav>
                                        <p:tav tm="9778">
                                          <p:val>
                                            <p:strVal val="#ppt_h*3.41699"/>
                                          </p:val>
                                        </p:tav>
                                        <p:tav tm="14223">
                                          <p:val>
                                            <p:strVal val="#ppt_h*2.79119"/>
                                          </p:val>
                                        </p:tav>
                                        <p:tav tm="18667">
                                          <p:val>
                                            <p:strVal val="#ppt_h*2.30486"/>
                                          </p:val>
                                        </p:tav>
                                        <p:tav tm="23112">
                                          <p:val>
                                            <p:strVal val="#ppt_h*1.95272"/>
                                          </p:val>
                                        </p:tav>
                                        <p:tav tm="27557">
                                          <p:val>
                                            <p:strVal val="#ppt_h*1.70075"/>
                                          </p:val>
                                        </p:tav>
                                        <p:tav tm="32001">
                                          <p:val>
                                            <p:strVal val="#ppt_h*1.5176"/>
                                          </p:val>
                                        </p:tav>
                                        <p:tav tm="36446">
                                          <p:val>
                                            <p:strVal val="#ppt_h*1.38157"/>
                                          </p:val>
                                        </p:tav>
                                        <p:tav tm="40891">
                                          <p:val>
                                            <p:strVal val="#ppt_h*1.27857"/>
                                          </p:val>
                                        </p:tav>
                                        <p:tav tm="45335">
                                          <p:val>
                                            <p:strVal val="#ppt_h*1.1994"/>
                                          </p:val>
                                        </p:tav>
                                        <p:tav tm="49780">
                                          <p:val>
                                            <p:strVal val="#ppt_h*1.1379"/>
                                          </p:val>
                                        </p:tav>
                                        <p:tav tm="54224">
                                          <p:val>
                                            <p:strVal val="#ppt_h*1.08983"/>
                                          </p:val>
                                        </p:tav>
                                        <p:tav tm="58669">
                                          <p:val>
                                            <p:strVal val="#ppt_h*1.05219"/>
                                          </p:val>
                                        </p:tav>
                                        <p:tav tm="63114">
                                          <p:val>
                                            <p:strVal val="#ppt_h*1.02279"/>
                                          </p:val>
                                        </p:tav>
                                        <p:tav tm="72003">
                                          <p:val>
                                            <p:strVal val="#ppt_h*0.98258"/>
                                          </p:val>
                                        </p:tav>
                                        <p:tav tm="85337">
                                          <p:val>
                                            <p:strVal val="#ppt_h*0.95395"/>
                                          </p:val>
                                        </p:tav>
                                        <p:tav tm="98671">
                                          <p:val>
                                            <p:strVal val="#ppt_h*0.948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89">
                                          <p:val>
                                            <p:fltVal val="-35.85"/>
                                          </p:val>
                                        </p:tav>
                                        <p:tav tm="5334">
                                          <p:val>
                                            <p:fltVal val="-29.96"/>
                                          </p:val>
                                        </p:tav>
                                        <p:tav tm="9778">
                                          <p:val>
                                            <p:fltVal val="-23.15"/>
                                          </p:val>
                                        </p:tav>
                                        <p:tav tm="14223">
                                          <p:val>
                                            <p:fltVal val="-17.15"/>
                                          </p:val>
                                        </p:tav>
                                        <p:tav tm="18667">
                                          <p:val>
                                            <p:fltVal val="-12.5"/>
                                          </p:val>
                                        </p:tav>
                                        <p:tav tm="23112">
                                          <p:val>
                                            <p:fltVal val="-9.12"/>
                                          </p:val>
                                        </p:tav>
                                        <p:tav tm="27557">
                                          <p:val>
                                            <p:fltVal val="-6.71"/>
                                          </p:val>
                                        </p:tav>
                                        <p:tav tm="32001">
                                          <p:val>
                                            <p:fltVal val="-4.96"/>
                                          </p:val>
                                        </p:tav>
                                        <p:tav tm="40891">
                                          <p:val>
                                            <p:fltVal val="-2.67"/>
                                          </p:val>
                                        </p:tav>
                                        <p:tav tm="54224">
                                          <p:val>
                                            <p:fltVal val="-0.86"/>
                                          </p:val>
                                        </p:tav>
                                        <p:tav tm="72003">
                                          <p:val>
                                            <p:fltVal val="0.17"/>
                                          </p:val>
                                        </p:tav>
                                        <p:tav tm="98671">
                                          <p:val>
                                            <p:fltVal val="0.4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" presetID="10" presetClass="entr" presetSubtype="0" fill="hold" grpId="0" nodeType="withEffect">
                                  <p:stCondLst>
                                    <p:cond delay="116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13" dur="533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5" dur="81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23">
                                          <p:val>
                                            <p:strVal val="#ppt_x-1.23815"/>
                                          </p:val>
                                        </p:tav>
                                        <p:tav tm="4936">
                                          <p:val>
                                            <p:strVal val="#ppt_x-1.23877"/>
                                          </p:val>
                                        </p:tav>
                                        <p:tav tm="13162">
                                          <p:val>
                                            <p:strVal val="#ppt_x-1.24264"/>
                                          </p:val>
                                        </p:tav>
                                        <p:tav tm="21389">
                                          <p:val>
                                            <p:strVal val="#ppt_x-1.2456"/>
                                          </p:val>
                                        </p:tav>
                                        <p:tav tm="33729">
                                          <p:val>
                                            <p:strVal val="#ppt_x-1.24804"/>
                                          </p:val>
                                        </p:tav>
                                        <p:tav tm="58408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99541">
                                          <p:val>
                                            <p:strVal val="#ppt_x-1.25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81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23">
                                          <p:val>
                                            <p:strVal val="#ppt_y+0.04762"/>
                                          </p:val>
                                        </p:tav>
                                        <p:tav tm="4936">
                                          <p:val>
                                            <p:strVal val="#ppt_y+0.04551"/>
                                          </p:val>
                                        </p:tav>
                                        <p:tav tm="17276">
                                          <p:val>
                                            <p:strVal val="#ppt_y+0.02254"/>
                                          </p:val>
                                        </p:tav>
                                        <p:tav tm="21389">
                                          <p:val>
                                            <p:strVal val="#ppt_y+0.01681"/>
                                          </p:val>
                                        </p:tav>
                                        <p:tav tm="25502">
                                          <p:val>
                                            <p:strVal val="#ppt_y+0.01255"/>
                                          </p:val>
                                        </p:tav>
                                        <p:tav tm="33729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46069">
                                          <p:val>
                                            <p:strVal val="#ppt_y+0.00296"/>
                                          </p:val>
                                        </p:tav>
                                        <p:tav tm="58408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74862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99541">
                                          <p:val>
                                            <p:strVal val="#ppt_y-0.00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81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23">
                                          <p:val>
                                            <p:strVal val="#ppt_w*4.7903"/>
                                          </p:val>
                                        </p:tav>
                                        <p:tav tm="4936">
                                          <p:val>
                                            <p:strVal val="#ppt_w*4.59317"/>
                                          </p:val>
                                        </p:tav>
                                        <p:tav tm="9049">
                                          <p:val>
                                            <p:strVal val="#ppt_w*3.90036"/>
                                          </p:val>
                                        </p:tav>
                                        <p:tav tm="13162">
                                          <p:val>
                                            <p:strVal val="#ppt_w*3.24091"/>
                                          </p:val>
                                        </p:tav>
                                        <p:tav tm="17276">
                                          <p:val>
                                            <p:strVal val="#ppt_w*2.67904"/>
                                          </p:val>
                                        </p:tav>
                                        <p:tav tm="21389">
                                          <p:val>
                                            <p:strVal val="#ppt_w*2.24673"/>
                                          </p:val>
                                        </p:tav>
                                        <p:tav tm="25502">
                                          <p:val>
                                            <p:strVal val="#ppt_w*1.93003"/>
                                          </p:val>
                                        </p:tav>
                                        <p:tav tm="29616">
                                          <p:val>
                                            <p:strVal val="#ppt_w*1.6989"/>
                                          </p:val>
                                        </p:tav>
                                        <p:tav tm="33729">
                                          <p:val>
                                            <p:strVal val="#ppt_w*1.52757"/>
                                          </p:val>
                                        </p:tav>
                                        <p:tav tm="37842">
                                          <p:val>
                                            <p:strVal val="#ppt_w*1.39809"/>
                                          </p:val>
                                        </p:tav>
                                        <p:tav tm="41955">
                                          <p:val>
                                            <p:strVal val="#ppt_w*1.29855"/>
                                          </p:val>
                                        </p:tav>
                                        <p:tav tm="46069">
                                          <p:val>
                                            <p:strVal val="#ppt_w*1.22096"/>
                                          </p:val>
                                        </p:tav>
                                        <p:tav tm="50182">
                                          <p:val>
                                            <p:strVal val="#ppt_w*1.15991"/>
                                          </p:val>
                                        </p:tav>
                                        <p:tav tm="54295">
                                          <p:val>
                                            <p:strVal val="#ppt_w*1.11156"/>
                                          </p:val>
                                        </p:tav>
                                        <p:tav tm="58408">
                                          <p:val>
                                            <p:strVal val="#ppt_w*1.07318"/>
                                          </p:val>
                                        </p:tav>
                                        <p:tav tm="66635">
                                          <p:val>
                                            <p:strVal val="#ppt_w*1.01874"/>
                                          </p:val>
                                        </p:tav>
                                        <p:tav tm="74862">
                                          <p:val>
                                            <p:strVal val="#ppt_w*0.98561"/>
                                          </p:val>
                                        </p:tav>
                                        <p:tav tm="87201">
                                          <p:val>
                                            <p:strVal val="#ppt_w*0.96202"/>
                                          </p:val>
                                        </p:tav>
                                        <p:tav tm="99541">
                                          <p:val>
                                            <p:strVal val="#ppt_w*0.958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81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23">
                                          <p:val>
                                            <p:strVal val="#ppt_h*4.7903"/>
                                          </p:val>
                                        </p:tav>
                                        <p:tav tm="4936">
                                          <p:val>
                                            <p:strVal val="#ppt_h*4.59317"/>
                                          </p:val>
                                        </p:tav>
                                        <p:tav tm="9049">
                                          <p:val>
                                            <p:strVal val="#ppt_h*3.90036"/>
                                          </p:val>
                                        </p:tav>
                                        <p:tav tm="13162">
                                          <p:val>
                                            <p:strVal val="#ppt_h*3.24091"/>
                                          </p:val>
                                        </p:tav>
                                        <p:tav tm="17276">
                                          <p:val>
                                            <p:strVal val="#ppt_h*2.67904"/>
                                          </p:val>
                                        </p:tav>
                                        <p:tav tm="21389">
                                          <p:val>
                                            <p:strVal val="#ppt_h*2.24673"/>
                                          </p:val>
                                        </p:tav>
                                        <p:tav tm="25502">
                                          <p:val>
                                            <p:strVal val="#ppt_h*1.93003"/>
                                          </p:val>
                                        </p:tav>
                                        <p:tav tm="29616">
                                          <p:val>
                                            <p:strVal val="#ppt_h*1.6989"/>
                                          </p:val>
                                        </p:tav>
                                        <p:tav tm="33729">
                                          <p:val>
                                            <p:strVal val="#ppt_h*1.52757"/>
                                          </p:val>
                                        </p:tav>
                                        <p:tav tm="37842">
                                          <p:val>
                                            <p:strVal val="#ppt_h*1.39809"/>
                                          </p:val>
                                        </p:tav>
                                        <p:tav tm="41955">
                                          <p:val>
                                            <p:strVal val="#ppt_h*1.29855"/>
                                          </p:val>
                                        </p:tav>
                                        <p:tav tm="46069">
                                          <p:val>
                                            <p:strVal val="#ppt_h*1.22096"/>
                                          </p:val>
                                        </p:tav>
                                        <p:tav tm="50182">
                                          <p:val>
                                            <p:strVal val="#ppt_h*1.15991"/>
                                          </p:val>
                                        </p:tav>
                                        <p:tav tm="54295">
                                          <p:val>
                                            <p:strVal val="#ppt_h*1.11156"/>
                                          </p:val>
                                        </p:tav>
                                        <p:tav tm="58408">
                                          <p:val>
                                            <p:strVal val="#ppt_h*1.07318"/>
                                          </p:val>
                                        </p:tav>
                                        <p:tav tm="66635">
                                          <p:val>
                                            <p:strVal val="#ppt_h*1.01874"/>
                                          </p:val>
                                        </p:tav>
                                        <p:tav tm="74862">
                                          <p:val>
                                            <p:strVal val="#ppt_h*0.98561"/>
                                          </p:val>
                                        </p:tav>
                                        <p:tav tm="87201">
                                          <p:val>
                                            <p:strVal val="#ppt_h*0.96202"/>
                                          </p:val>
                                        </p:tav>
                                        <p:tav tm="99541">
                                          <p:val>
                                            <p:strVal val="#ppt_h*0.958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81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23">
                                          <p:val>
                                            <p:fltVal val="135.63"/>
                                          </p:val>
                                        </p:tav>
                                        <p:tav tm="4936">
                                          <p:val>
                                            <p:fltVal val="128.57"/>
                                          </p:val>
                                        </p:tav>
                                        <p:tav tm="9049">
                                          <p:val>
                                            <p:fltVal val="103.78"/>
                                          </p:val>
                                        </p:tav>
                                        <p:tav tm="13162">
                                          <p:val>
                                            <p:fltVal val="80.19"/>
                                          </p:val>
                                        </p:tav>
                                        <p:tav tm="17276">
                                          <p:val>
                                            <p:fltVal val="60.08"/>
                                          </p:val>
                                        </p:tav>
                                        <p:tav tm="21389">
                                          <p:val>
                                            <p:fltVal val="44.61"/>
                                          </p:val>
                                        </p:tav>
                                        <p:tav tm="25502">
                                          <p:val>
                                            <p:fltVal val="33.28"/>
                                          </p:val>
                                        </p:tav>
                                        <p:tav tm="29616">
                                          <p:val>
                                            <p:fltVal val="25.01"/>
                                          </p:val>
                                        </p:tav>
                                        <p:tav tm="33729">
                                          <p:val>
                                            <p:fltVal val="18.88"/>
                                          </p:val>
                                        </p:tav>
                                        <p:tav tm="37842">
                                          <p:val>
                                            <p:fltVal val="14.24"/>
                                          </p:val>
                                        </p:tav>
                                        <p:tav tm="41955">
                                          <p:val>
                                            <p:fltVal val="10.68"/>
                                          </p:val>
                                        </p:tav>
                                        <p:tav tm="46069">
                                          <p:val>
                                            <p:fltVal val="7.91"/>
                                          </p:val>
                                        </p:tav>
                                        <p:tav tm="50182">
                                          <p:val>
                                            <p:fltVal val="5.72"/>
                                          </p:val>
                                        </p:tav>
                                        <p:tav tm="58408">
                                          <p:val>
                                            <p:fltVal val="2.62"/>
                                          </p:val>
                                        </p:tav>
                                        <p:tav tm="66635">
                                          <p:val>
                                            <p:fltVal val="0.67"/>
                                          </p:val>
                                        </p:tav>
                                        <p:tav tm="74862">
                                          <p:val>
                                            <p:fltVal val="-0.52"/>
                                          </p:val>
                                        </p:tav>
                                        <p:tav tm="87201">
                                          <p:val>
                                            <p:fltVal val="-1.36"/>
                                          </p:val>
                                        </p:tav>
                                        <p:tav tm="99541">
                                          <p:val>
                                            <p:fltVal val="-1.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" presetID="10" presetClass="entr" presetSubtype="0" fill="hold" grpId="0" nodeType="withEffect">
                                  <p:stCondLst>
                                    <p:cond delay="116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22" dur="500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4" dur="796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37">
                                          <p:val>
                                            <p:strVal val="#ppt_x-1.2158"/>
                                          </p:val>
                                        </p:tav>
                                        <p:tav tm="5025">
                                          <p:val>
                                            <p:strVal val="#ppt_x-1.2158"/>
                                          </p:val>
                                        </p:tav>
                                        <p:tav tm="9212">
                                          <p:val>
                                            <p:strVal val="#ppt_x-1.21892"/>
                                          </p:val>
                                        </p:tav>
                                        <p:tav tm="17586">
                                          <p:val>
                                            <p:strVal val="#ppt_x-1.23189"/>
                                          </p:val>
                                        </p:tav>
                                        <p:tav tm="21773">
                                          <p:val>
                                            <p:strVal val="#ppt_x-1.23682"/>
                                          </p:val>
                                        </p:tav>
                                        <p:tav tm="25960">
                                          <p:val>
                                            <p:strVal val="#ppt_x-1.24042"/>
                                          </p:val>
                                        </p:tav>
                                        <p:tav tm="30147">
                                          <p:val>
                                            <p:strVal val="#ppt_x-1.24297"/>
                                          </p:val>
                                        </p:tav>
                                        <p:tav tm="34334">
                                          <p:val>
                                            <p:strVal val="#ppt_x-1.24479"/>
                                          </p:val>
                                        </p:tav>
                                        <p:tav tm="42709">
                                          <p:val>
                                            <p:strVal val="#ppt_x-1.24714"/>
                                          </p:val>
                                        </p:tav>
                                        <p:tav tm="55270">
                                          <p:val>
                                            <p:strVal val="#ppt_x-1.24896"/>
                                          </p:val>
                                        </p:tav>
                                        <p:tav tm="72019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141">
                                          <p:val>
                                            <p:strVal val="#ppt_x-1.25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796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37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97141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796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37">
                                          <p:val>
                                            <p:strVal val="#ppt_w*4.79738"/>
                                          </p:val>
                                        </p:tav>
                                        <p:tav tm="5025">
                                          <p:val>
                                            <p:strVal val="#ppt_w*4.79738"/>
                                          </p:val>
                                        </p:tav>
                                        <p:tav tm="9212">
                                          <p:val>
                                            <p:strVal val="#ppt_w*4.4624"/>
                                          </p:val>
                                        </p:tav>
                                        <p:tav tm="13399">
                                          <p:val>
                                            <p:strVal val="#ppt_w*3.72996"/>
                                          </p:val>
                                        </p:tav>
                                        <p:tav tm="17586">
                                          <p:val>
                                            <p:strVal val="#ppt_w*3.05391"/>
                                          </p:val>
                                        </p:tav>
                                        <p:tav tm="21773">
                                          <p:val>
                                            <p:strVal val="#ppt_w*2.50458"/>
                                          </p:val>
                                        </p:tav>
                                        <p:tav tm="25960">
                                          <p:val>
                                            <p:strVal val="#ppt_w*2.09914"/>
                                          </p:val>
                                        </p:tav>
                                        <p:tav tm="30147">
                                          <p:val>
                                            <p:strVal val="#ppt_w*1.80918"/>
                                          </p:val>
                                        </p:tav>
                                        <p:tav tm="34334">
                                          <p:val>
                                            <p:strVal val="#ppt_w*1.60003"/>
                                          </p:val>
                                        </p:tav>
                                        <p:tav tm="38522">
                                          <p:val>
                                            <p:strVal val="#ppt_w*1.446"/>
                                          </p:val>
                                        </p:tav>
                                        <p:tav tm="42709">
                                          <p:val>
                                            <p:strVal val="#ppt_w*1.33019"/>
                                          </p:val>
                                        </p:tav>
                                        <p:tav tm="46896">
                                          <p:val>
                                            <p:strVal val="#ppt_w*1.24164"/>
                                          </p:val>
                                        </p:tav>
                                        <p:tav tm="51083">
                                          <p:val>
                                            <p:strVal val="#ppt_w*1.1731"/>
                                          </p:val>
                                        </p:tav>
                                        <p:tav tm="55270">
                                          <p:val>
                                            <p:strVal val="#ppt_w*1.11964"/>
                                          </p:val>
                                        </p:tav>
                                        <p:tav tm="59457">
                                          <p:val>
                                            <p:strVal val="#ppt_w*1.07779"/>
                                          </p:val>
                                        </p:tav>
                                        <p:tav tm="63644">
                                          <p:val>
                                            <p:strVal val="#ppt_w*1.04505"/>
                                          </p:val>
                                        </p:tav>
                                        <p:tav tm="72019">
                                          <p:val>
                                            <p:strVal val="#ppt_w*1"/>
                                          </p:val>
                                        </p:tav>
                                        <p:tav tm="84580">
                                          <p:val>
                                            <p:strVal val="#ppt_w*0.96695"/>
                                          </p:val>
                                        </p:tav>
                                        <p:tav tm="97141">
                                          <p:val>
                                            <p:strVal val="#ppt_w*0.95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796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37">
                                          <p:val>
                                            <p:strVal val="#ppt_h*4.79738"/>
                                          </p:val>
                                        </p:tav>
                                        <p:tav tm="5025">
                                          <p:val>
                                            <p:strVal val="#ppt_h*4.79738"/>
                                          </p:val>
                                        </p:tav>
                                        <p:tav tm="9212">
                                          <p:val>
                                            <p:strVal val="#ppt_h*4.4624"/>
                                          </p:val>
                                        </p:tav>
                                        <p:tav tm="13399">
                                          <p:val>
                                            <p:strVal val="#ppt_h*3.72996"/>
                                          </p:val>
                                        </p:tav>
                                        <p:tav tm="17586">
                                          <p:val>
                                            <p:strVal val="#ppt_h*3.05391"/>
                                          </p:val>
                                        </p:tav>
                                        <p:tav tm="21773">
                                          <p:val>
                                            <p:strVal val="#ppt_h*2.50458"/>
                                          </p:val>
                                        </p:tav>
                                        <p:tav tm="25960">
                                          <p:val>
                                            <p:strVal val="#ppt_h*2.09914"/>
                                          </p:val>
                                        </p:tav>
                                        <p:tav tm="30147">
                                          <p:val>
                                            <p:strVal val="#ppt_h*1.80918"/>
                                          </p:val>
                                        </p:tav>
                                        <p:tav tm="34334">
                                          <p:val>
                                            <p:strVal val="#ppt_h*1.60003"/>
                                          </p:val>
                                        </p:tav>
                                        <p:tav tm="38522">
                                          <p:val>
                                            <p:strVal val="#ppt_h*1.446"/>
                                          </p:val>
                                        </p:tav>
                                        <p:tav tm="42709">
                                          <p:val>
                                            <p:strVal val="#ppt_h*1.33019"/>
                                          </p:val>
                                        </p:tav>
                                        <p:tav tm="46896">
                                          <p:val>
                                            <p:strVal val="#ppt_h*1.24164"/>
                                          </p:val>
                                        </p:tav>
                                        <p:tav tm="51083">
                                          <p:val>
                                            <p:strVal val="#ppt_h*1.1731"/>
                                          </p:val>
                                        </p:tav>
                                        <p:tav tm="55270">
                                          <p:val>
                                            <p:strVal val="#ppt_h*1.11964"/>
                                          </p:val>
                                        </p:tav>
                                        <p:tav tm="59457">
                                          <p:val>
                                            <p:strVal val="#ppt_h*1.07779"/>
                                          </p:val>
                                        </p:tav>
                                        <p:tav tm="63644">
                                          <p:val>
                                            <p:strVal val="#ppt_h*1.04505"/>
                                          </p:val>
                                        </p:tav>
                                        <p:tav tm="72019">
                                          <p:val>
                                            <p:strVal val="#ppt_h*1"/>
                                          </p:val>
                                        </p:tav>
                                        <p:tav tm="84580">
                                          <p:val>
                                            <p:strVal val="#ppt_h*0.96695"/>
                                          </p:val>
                                        </p:tav>
                                        <p:tav tm="97141">
                                          <p:val>
                                            <p:strVal val="#ppt_h*0.95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796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37">
                                          <p:val>
                                            <p:fltVal val="-131.72"/>
                                          </p:val>
                                        </p:tav>
                                        <p:tav tm="5025">
                                          <p:val>
                                            <p:fltVal val="-131.72"/>
                                          </p:val>
                                        </p:tav>
                                        <p:tav tm="9212">
                                          <p:val>
                                            <p:fltVal val="-120.1"/>
                                          </p:val>
                                        </p:tav>
                                        <p:tav tm="13399">
                                          <p:val>
                                            <p:fltVal val="-94.69"/>
                                          </p:val>
                                        </p:tav>
                                        <p:tav tm="17586">
                                          <p:val>
                                            <p:fltVal val="-71.24"/>
                                          </p:val>
                                        </p:tav>
                                        <p:tav tm="21773">
                                          <p:val>
                                            <p:fltVal val="-52.19"/>
                                          </p:val>
                                        </p:tav>
                                        <p:tav tm="25960">
                                          <p:val>
                                            <p:fltVal val="-38.13"/>
                                          </p:val>
                                        </p:tav>
                                        <p:tav tm="30147">
                                          <p:val>
                                            <p:fltVal val="-28.07"/>
                                          </p:val>
                                        </p:tav>
                                        <p:tav tm="34334">
                                          <p:val>
                                            <p:fltVal val="-20.81"/>
                                          </p:val>
                                        </p:tav>
                                        <p:tav tm="38522">
                                          <p:val>
                                            <p:fltVal val="-15.47"/>
                                          </p:val>
                                        </p:tav>
                                        <p:tav tm="42709">
                                          <p:val>
                                            <p:fltVal val="-11.45"/>
                                          </p:val>
                                        </p:tav>
                                        <p:tav tm="46896">
                                          <p:val>
                                            <p:fltVal val="-8.38"/>
                                          </p:val>
                                        </p:tav>
                                        <p:tav tm="55270">
                                          <p:val>
                                            <p:fltVal val="-4.15"/>
                                          </p:val>
                                        </p:tav>
                                        <p:tav tm="63644">
                                          <p:val>
                                            <p:fltVal val="-1.56"/>
                                          </p:val>
                                        </p:tav>
                                        <p:tav tm="72019">
                                          <p:val>
                                            <p:fltVal val="0"/>
                                          </p:val>
                                        </p:tav>
                                        <p:tav tm="84580">
                                          <p:val>
                                            <p:fltVal val="1.15"/>
                                          </p:val>
                                        </p:tav>
                                        <p:tav tm="97141">
                                          <p:val>
                                            <p:fltVal val="1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116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31" dur="567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3" dur="927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19">
                                          <p:val>
                                            <p:strVal val="#ppt_x-1.20003"/>
                                          </p:val>
                                        </p:tav>
                                        <p:tav tm="4314">
                                          <p:val>
                                            <p:strVal val="#ppt_x-1.20003"/>
                                          </p:val>
                                        </p:tav>
                                        <p:tav tm="7909">
                                          <p:val>
                                            <p:strVal val="#ppt_x-1.20413"/>
                                          </p:val>
                                        </p:tav>
                                        <p:tav tm="15099">
                                          <p:val>
                                            <p:strVal val="#ppt_x-1.21973"/>
                                          </p:val>
                                        </p:tav>
                                        <p:tav tm="18693">
                                          <p:val>
                                            <p:strVal val="#ppt_x-1.22644"/>
                                          </p:val>
                                        </p:tav>
                                        <p:tav tm="22288">
                                          <p:val>
                                            <p:strVal val="#ppt_x-1.23185"/>
                                          </p:val>
                                        </p:tav>
                                        <p:tav tm="25883">
                                          <p:val>
                                            <p:strVal val="#ppt_x-1.236"/>
                                          </p:val>
                                        </p:tav>
                                        <p:tav tm="29478">
                                          <p:val>
                                            <p:strVal val="#ppt_x-1.23914"/>
                                          </p:val>
                                        </p:tav>
                                        <p:tav tm="36668">
                                          <p:val>
                                            <p:strVal val="#ppt_x-1.24339"/>
                                          </p:val>
                                        </p:tav>
                                        <p:tav tm="47453">
                                          <p:val>
                                            <p:strVal val="#ppt_x-1.24693"/>
                                          </p:val>
                                        </p:tav>
                                        <p:tav tm="58237">
                                          <p:val>
                                            <p:strVal val="#ppt_x-1.24879"/>
                                          </p:val>
                                        </p:tav>
                                        <p:tav tm="76212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927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19">
                                          <p:val>
                                            <p:strVal val="#ppt_y-0.02033"/>
                                          </p:val>
                                        </p:tav>
                                        <p:tav tm="4314">
                                          <p:val>
                                            <p:strVal val="#ppt_y-0.02033"/>
                                          </p:val>
                                        </p:tav>
                                        <p:tav tm="7909">
                                          <p:val>
                                            <p:strVal val="#ppt_y-0.01881"/>
                                          </p:val>
                                        </p:tav>
                                        <p:tav tm="15099">
                                          <p:val>
                                            <p:strVal val="#ppt_y-0.0126"/>
                                          </p:val>
                                        </p:tav>
                                        <p:tav tm="22288">
                                          <p:val>
                                            <p:strVal val="#ppt_y-0.00751"/>
                                          </p:val>
                                        </p:tav>
                                        <p:tav tm="29478">
                                          <p:val>
                                            <p:strVal val="#ppt_y-0.00445"/>
                                          </p:val>
                                        </p:tav>
                                        <p:tav tm="36668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58237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927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19">
                                          <p:val>
                                            <p:strVal val="#ppt_w*4.80683"/>
                                          </p:val>
                                        </p:tav>
                                        <p:tav tm="4314">
                                          <p:val>
                                            <p:strVal val="#ppt_w*4.80683"/>
                                          </p:val>
                                        </p:tav>
                                        <p:tav tm="7909">
                                          <p:val>
                                            <p:strVal val="#ppt_w*4.4867"/>
                                          </p:val>
                                        </p:tav>
                                        <p:tav tm="11504">
                                          <p:val>
                                            <p:strVal val="#ppt_w*3.86758"/>
                                          </p:val>
                                        </p:tav>
                                        <p:tav tm="15099">
                                          <p:val>
                                            <p:strVal val="#ppt_w*3.27816"/>
                                          </p:val>
                                        </p:tav>
                                        <p:tav tm="18693">
                                          <p:val>
                                            <p:strVal val="#ppt_w*2.76508"/>
                                          </p:val>
                                        </p:tav>
                                        <p:tav tm="22288">
                                          <p:val>
                                            <p:strVal val="#ppt_w*2.35484"/>
                                          </p:val>
                                        </p:tav>
                                        <p:tav tm="25883">
                                          <p:val>
                                            <p:strVal val="#ppt_w*2.04221"/>
                                          </p:val>
                                        </p:tav>
                                        <p:tav tm="29478">
                                          <p:val>
                                            <p:strVal val="#ppt_w*1.80662"/>
                                          </p:val>
                                        </p:tav>
                                        <p:tav tm="33073">
                                          <p:val>
                                            <p:strVal val="#ppt_w*1.62757"/>
                                          </p:val>
                                        </p:tav>
                                        <p:tav tm="36668">
                                          <p:val>
                                            <p:strVal val="#ppt_w*1.48946"/>
                                          </p:val>
                                        </p:tav>
                                        <p:tav tm="40263">
                                          <p:val>
                                            <p:strVal val="#ppt_w*1.3813"/>
                                          </p:val>
                                        </p:tav>
                                        <p:tav tm="43858">
                                          <p:val>
                                            <p:strVal val="#ppt_w*1.29549"/>
                                          </p:val>
                                        </p:tav>
                                        <p:tav tm="47453">
                                          <p:val>
                                            <p:strVal val="#ppt_w*1.22671"/>
                                          </p:val>
                                        </p:tav>
                                        <p:tav tm="51048">
                                          <p:val>
                                            <p:strVal val="#ppt_w*1.17115"/>
                                          </p:val>
                                        </p:tav>
                                        <p:tav tm="54642">
                                          <p:val>
                                            <p:strVal val="#ppt_w*1.12604"/>
                                          </p:val>
                                        </p:tav>
                                        <p:tav tm="58237">
                                          <p:val>
                                            <p:strVal val="#ppt_w*1.08933"/>
                                          </p:val>
                                        </p:tav>
                                        <p:tav tm="65427">
                                          <p:val>
                                            <p:strVal val="#ppt_w*1.0352"/>
                                          </p:val>
                                        </p:tav>
                                        <p:tav tm="76212">
                                          <p:val>
                                            <p:strVal val="#ppt_w*0.9877"/>
                                          </p:val>
                                        </p:tav>
                                        <p:tav tm="86997">
                                          <p:val>
                                            <p:strVal val="#ppt_w*0.966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6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927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19">
                                          <p:val>
                                            <p:strVal val="#ppt_h*4.80683"/>
                                          </p:val>
                                        </p:tav>
                                        <p:tav tm="4314">
                                          <p:val>
                                            <p:strVal val="#ppt_h*4.80683"/>
                                          </p:val>
                                        </p:tav>
                                        <p:tav tm="7909">
                                          <p:val>
                                            <p:strVal val="#ppt_h*4.4867"/>
                                          </p:val>
                                        </p:tav>
                                        <p:tav tm="11504">
                                          <p:val>
                                            <p:strVal val="#ppt_h*3.86758"/>
                                          </p:val>
                                        </p:tav>
                                        <p:tav tm="15099">
                                          <p:val>
                                            <p:strVal val="#ppt_h*3.27816"/>
                                          </p:val>
                                        </p:tav>
                                        <p:tav tm="18693">
                                          <p:val>
                                            <p:strVal val="#ppt_h*2.76508"/>
                                          </p:val>
                                        </p:tav>
                                        <p:tav tm="22288">
                                          <p:val>
                                            <p:strVal val="#ppt_h*2.35484"/>
                                          </p:val>
                                        </p:tav>
                                        <p:tav tm="25883">
                                          <p:val>
                                            <p:strVal val="#ppt_h*2.04221"/>
                                          </p:val>
                                        </p:tav>
                                        <p:tav tm="29478">
                                          <p:val>
                                            <p:strVal val="#ppt_h*1.80662"/>
                                          </p:val>
                                        </p:tav>
                                        <p:tav tm="33073">
                                          <p:val>
                                            <p:strVal val="#ppt_h*1.62757"/>
                                          </p:val>
                                        </p:tav>
                                        <p:tav tm="36668">
                                          <p:val>
                                            <p:strVal val="#ppt_h*1.48946"/>
                                          </p:val>
                                        </p:tav>
                                        <p:tav tm="40263">
                                          <p:val>
                                            <p:strVal val="#ppt_h*1.3813"/>
                                          </p:val>
                                        </p:tav>
                                        <p:tav tm="43858">
                                          <p:val>
                                            <p:strVal val="#ppt_h*1.29549"/>
                                          </p:val>
                                        </p:tav>
                                        <p:tav tm="47453">
                                          <p:val>
                                            <p:strVal val="#ppt_h*1.22671"/>
                                          </p:val>
                                        </p:tav>
                                        <p:tav tm="51048">
                                          <p:val>
                                            <p:strVal val="#ppt_h*1.17115"/>
                                          </p:val>
                                        </p:tav>
                                        <p:tav tm="54642">
                                          <p:val>
                                            <p:strVal val="#ppt_h*1.12604"/>
                                          </p:val>
                                        </p:tav>
                                        <p:tav tm="58237">
                                          <p:val>
                                            <p:strVal val="#ppt_h*1.08933"/>
                                          </p:val>
                                        </p:tav>
                                        <p:tav tm="65427">
                                          <p:val>
                                            <p:strVal val="#ppt_h*1.0352"/>
                                          </p:val>
                                        </p:tav>
                                        <p:tav tm="76212">
                                          <p:val>
                                            <p:strVal val="#ppt_h*0.9877"/>
                                          </p:val>
                                        </p:tav>
                                        <p:tav tm="86997">
                                          <p:val>
                                            <p:strVal val="#ppt_h*0.966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6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927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19">
                                          <p:val>
                                            <p:fltVal val="-98.58"/>
                                          </p:val>
                                        </p:tav>
                                        <p:tav tm="4314">
                                          <p:val>
                                            <p:fltVal val="-98.58"/>
                                          </p:val>
                                        </p:tav>
                                        <p:tav tm="7909">
                                          <p:val>
                                            <p:fltVal val="-90.29"/>
                                          </p:val>
                                        </p:tav>
                                        <p:tav tm="11504">
                                          <p:val>
                                            <p:fltVal val="-74.26"/>
                                          </p:val>
                                        </p:tav>
                                        <p:tav tm="15099">
                                          <p:val>
                                            <p:fltVal val="-58.99"/>
                                          </p:val>
                                        </p:tav>
                                        <p:tav tm="18693">
                                          <p:val>
                                            <p:fltVal val="-45.71"/>
                                          </p:val>
                                        </p:tav>
                                        <p:tav tm="22288">
                                          <p:val>
                                            <p:fltVal val="-35.08"/>
                                          </p:val>
                                        </p:tav>
                                        <p:tav tm="25883">
                                          <p:val>
                                            <p:fltVal val="-26.99"/>
                                          </p:val>
                                        </p:tav>
                                        <p:tav tm="29478">
                                          <p:val>
                                            <p:fltVal val="-20.89"/>
                                          </p:val>
                                        </p:tav>
                                        <p:tav tm="33073">
                                          <p:val>
                                            <p:fltVal val="-16.25"/>
                                          </p:val>
                                        </p:tav>
                                        <p:tav tm="36668">
                                          <p:val>
                                            <p:fltVal val="-12.67"/>
                                          </p:val>
                                        </p:tav>
                                        <p:tav tm="43858">
                                          <p:val>
                                            <p:fltVal val="-7.65"/>
                                          </p:val>
                                        </p:tav>
                                        <p:tav tm="51048">
                                          <p:val>
                                            <p:fltVal val="-4.43"/>
                                          </p:val>
                                        </p:tav>
                                        <p:tav tm="58237">
                                          <p:val>
                                            <p:fltVal val="-2.31"/>
                                          </p:val>
                                        </p:tav>
                                        <p:tav tm="65427">
                                          <p:val>
                                            <p:fltVal val="-0.91"/>
                                          </p:val>
                                        </p:tav>
                                        <p:tav tm="76212">
                                          <p:val>
                                            <p:fltVal val="0.32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10" presetClass="entr" presetSubtype="0" fill="hold" grpId="0" nodeType="withEffect">
                                  <p:stCondLst>
                                    <p:cond delay="116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40" dur="533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2" dur="84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x-1.23126"/>
                                          </p:val>
                                        </p:tav>
                                        <p:tav tm="4761">
                                          <p:val>
                                            <p:strVal val="#ppt_x-1.23327"/>
                                          </p:val>
                                        </p:tav>
                                        <p:tav tm="12697">
                                          <p:val>
                                            <p:strVal val="#ppt_x-1.23948"/>
                                          </p:val>
                                        </p:tav>
                                        <p:tav tm="16665">
                                          <p:val>
                                            <p:strVal val="#ppt_x-1.24198"/>
                                          </p:val>
                                        </p:tav>
                                        <p:tav tm="24601">
                                          <p:val>
                                            <p:strVal val="#ppt_x-1.24538"/>
                                          </p:val>
                                        </p:tav>
                                        <p:tav tm="32536">
                                          <p:val>
                                            <p:strVal val="#ppt_x-1.2473"/>
                                          </p:val>
                                        </p:tav>
                                        <p:tav tm="44440">
                                          <p:val>
                                            <p:strVal val="#ppt_x-1.24883"/>
                                          </p:val>
                                        </p:tav>
                                        <p:tav tm="56343">
                                          <p:val>
                                            <p:strVal val="#ppt_x-1.2496"/>
                                          </p:val>
                                        </p:tav>
                                        <p:tav tm="99989">
                                          <p:val>
                                            <p:strVal val="#ppt_x-1.25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84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y+0.05735"/>
                                          </p:val>
                                        </p:tav>
                                        <p:tav tm="4761">
                                          <p:val>
                                            <p:strVal val="#ppt_y+0.05102"/>
                                          </p:val>
                                        </p:tav>
                                        <p:tav tm="12697">
                                          <p:val>
                                            <p:strVal val="#ppt_y+0.03132"/>
                                          </p:val>
                                        </p:tav>
                                        <p:tav tm="16665">
                                          <p:val>
                                            <p:strVal val="#ppt_y+0.02356"/>
                                          </p:val>
                                        </p:tav>
                                        <p:tav tm="20633">
                                          <p:val>
                                            <p:strVal val="#ppt_y+0.01765"/>
                                          </p:val>
                                        </p:tav>
                                        <p:tav tm="24601">
                                          <p:val>
                                            <p:strVal val="#ppt_y+0.0133"/>
                                          </p:val>
                                        </p:tav>
                                        <p:tav tm="32536">
                                          <p:val>
                                            <p:strVal val="#ppt_y+0.00769"/>
                                          </p:val>
                                        </p:tav>
                                        <p:tav tm="44440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56343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76182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9989">
                                          <p:val>
                                            <p:strVal val="#ppt_y-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84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w*4.74578"/>
                                          </p:val>
                                        </p:tav>
                                        <p:tav tm="4761">
                                          <p:val>
                                            <p:strVal val="#ppt_w*4.35277"/>
                                          </p:val>
                                        </p:tav>
                                        <p:tav tm="8729">
                                          <p:val>
                                            <p:strVal val="#ppt_w*3.70399"/>
                                          </p:val>
                                        </p:tav>
                                        <p:tav tm="12697">
                                          <p:val>
                                            <p:strVal val="#ppt_w*3.09854"/>
                                          </p:val>
                                        </p:tav>
                                        <p:tav tm="16665">
                                          <p:val>
                                            <p:strVal val="#ppt_w*2.5891"/>
                                          </p:val>
                                        </p:tav>
                                        <p:tav tm="20633">
                                          <p:val>
                                            <p:strVal val="#ppt_w*2.19583"/>
                                          </p:val>
                                        </p:tav>
                                        <p:tav tm="24601">
                                          <p:val>
                                            <p:strVal val="#ppt_w*1.90367"/>
                                          </p:val>
                                        </p:tav>
                                        <p:tav tm="28568">
                                          <p:val>
                                            <p:strVal val="#ppt_w*1.68694"/>
                                          </p:val>
                                        </p:tav>
                                        <p:tav tm="32536">
                                          <p:val>
                                            <p:strVal val="#ppt_w*1.52385"/>
                                          </p:val>
                                        </p:tav>
                                        <p:tav tm="36504">
                                          <p:val>
                                            <p:strVal val="#ppt_w*1.39897"/>
                                          </p:val>
                                        </p:tav>
                                        <p:tav tm="40472">
                                          <p:val>
                                            <p:strVal val="#ppt_w*1.30183"/>
                                          </p:val>
                                        </p:tav>
                                        <p:tav tm="44440">
                                          <p:val>
                                            <p:strVal val="#ppt_w*1.22529"/>
                                          </p:val>
                                        </p:tav>
                                        <p:tav tm="48408">
                                          <p:val>
                                            <p:strVal val="#ppt_w*1.16441"/>
                                          </p:val>
                                        </p:tav>
                                        <p:tav tm="52375">
                                          <p:val>
                                            <p:strVal val="#ppt_w*1.11569"/>
                                          </p:val>
                                        </p:tav>
                                        <p:tav tm="56343">
                                          <p:val>
                                            <p:strVal val="#ppt_w*1.07657"/>
                                          </p:val>
                                        </p:tav>
                                        <p:tav tm="64279">
                                          <p:val>
                                            <p:strVal val="#ppt_w*1.02"/>
                                          </p:val>
                                        </p:tav>
                                        <p:tav tm="68247">
                                          <p:val>
                                            <p:strVal val="#ppt_w*1"/>
                                          </p:val>
                                        </p:tav>
                                        <p:tav tm="76182">
                                          <p:val>
                                            <p:strVal val="#ppt_w*0.97217"/>
                                          </p:val>
                                        </p:tav>
                                        <p:tav tm="88086">
                                          <p:val>
                                            <p:strVal val="#ppt_w*0.95229"/>
                                          </p:val>
                                        </p:tav>
                                        <p:tav tm="99989">
                                          <p:val>
                                            <p:strVal val="#ppt_w*0.949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84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h*4.74578"/>
                                          </p:val>
                                        </p:tav>
                                        <p:tav tm="4761">
                                          <p:val>
                                            <p:strVal val="#ppt_h*4.35277"/>
                                          </p:val>
                                        </p:tav>
                                        <p:tav tm="8729">
                                          <p:val>
                                            <p:strVal val="#ppt_h*3.70399"/>
                                          </p:val>
                                        </p:tav>
                                        <p:tav tm="12697">
                                          <p:val>
                                            <p:strVal val="#ppt_h*3.09854"/>
                                          </p:val>
                                        </p:tav>
                                        <p:tav tm="16665">
                                          <p:val>
                                            <p:strVal val="#ppt_h*2.5891"/>
                                          </p:val>
                                        </p:tav>
                                        <p:tav tm="20633">
                                          <p:val>
                                            <p:strVal val="#ppt_h*2.19583"/>
                                          </p:val>
                                        </p:tav>
                                        <p:tav tm="24601">
                                          <p:val>
                                            <p:strVal val="#ppt_h*1.90367"/>
                                          </p:val>
                                        </p:tav>
                                        <p:tav tm="28568">
                                          <p:val>
                                            <p:strVal val="#ppt_h*1.68694"/>
                                          </p:val>
                                        </p:tav>
                                        <p:tav tm="32536">
                                          <p:val>
                                            <p:strVal val="#ppt_h*1.52385"/>
                                          </p:val>
                                        </p:tav>
                                        <p:tav tm="36504">
                                          <p:val>
                                            <p:strVal val="#ppt_h*1.39897"/>
                                          </p:val>
                                        </p:tav>
                                        <p:tav tm="40472">
                                          <p:val>
                                            <p:strVal val="#ppt_h*1.30183"/>
                                          </p:val>
                                        </p:tav>
                                        <p:tav tm="44440">
                                          <p:val>
                                            <p:strVal val="#ppt_h*1.22529"/>
                                          </p:val>
                                        </p:tav>
                                        <p:tav tm="48408">
                                          <p:val>
                                            <p:strVal val="#ppt_h*1.16441"/>
                                          </p:val>
                                        </p:tav>
                                        <p:tav tm="52375">
                                          <p:val>
                                            <p:strVal val="#ppt_h*1.11569"/>
                                          </p:val>
                                        </p:tav>
                                        <p:tav tm="56343">
                                          <p:val>
                                            <p:strVal val="#ppt_h*1.07657"/>
                                          </p:val>
                                        </p:tav>
                                        <p:tav tm="64279">
                                          <p:val>
                                            <p:strVal val="#ppt_h*1.02"/>
                                          </p:val>
                                        </p:tav>
                                        <p:tav tm="68247">
                                          <p:val>
                                            <p:strVal val="#ppt_h*1"/>
                                          </p:val>
                                        </p:tav>
                                        <p:tav tm="76182">
                                          <p:val>
                                            <p:strVal val="#ppt_h*0.97217"/>
                                          </p:val>
                                        </p:tav>
                                        <p:tav tm="88086">
                                          <p:val>
                                            <p:strVal val="#ppt_h*0.95229"/>
                                          </p:val>
                                        </p:tav>
                                        <p:tav tm="99989">
                                          <p:val>
                                            <p:strVal val="#ppt_h*0.949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84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fltVal val="-112.53"/>
                                          </p:val>
                                        </p:tav>
                                        <p:tav tm="4761">
                                          <p:val>
                                            <p:fltVal val="-100.72"/>
                                          </p:val>
                                        </p:tav>
                                        <p:tav tm="8729">
                                          <p:val>
                                            <p:fltVal val="-81.23"/>
                                          </p:val>
                                        </p:tav>
                                        <p:tav tm="12697">
                                          <p:val>
                                            <p:fltVal val="-63.04"/>
                                          </p:val>
                                        </p:tav>
                                        <p:tav tm="16665">
                                          <p:val>
                                            <p:fltVal val="-47.74"/>
                                          </p:val>
                                        </p:tav>
                                        <p:tav tm="20633">
                                          <p:val>
                                            <p:fltVal val="-35.92"/>
                                          </p:val>
                                        </p:tav>
                                        <p:tav tm="24601">
                                          <p:val>
                                            <p:fltVal val="-27.15"/>
                                          </p:val>
                                        </p:tav>
                                        <p:tav tm="28568">
                                          <p:val>
                                            <p:fltVal val="-20.64"/>
                                          </p:val>
                                        </p:tav>
                                        <p:tav tm="32536">
                                          <p:val>
                                            <p:fltVal val="-15.74"/>
                                          </p:val>
                                        </p:tav>
                                        <p:tav tm="36504">
                                          <p:val>
                                            <p:fltVal val="-11.99"/>
                                          </p:val>
                                        </p:tav>
                                        <p:tav tm="40472">
                                          <p:val>
                                            <p:fltVal val="-9.07"/>
                                          </p:val>
                                        </p:tav>
                                        <p:tav tm="44440">
                                          <p:val>
                                            <p:fltVal val="-6.77"/>
                                          </p:val>
                                        </p:tav>
                                        <p:tav tm="48408">
                                          <p:val>
                                            <p:fltVal val="-4.94"/>
                                          </p:val>
                                        </p:tav>
                                        <p:tav tm="56343">
                                          <p:val>
                                            <p:fltVal val="-2.3"/>
                                          </p:val>
                                        </p:tav>
                                        <p:tav tm="64279">
                                          <p:val>
                                            <p:fltVal val="-0.6"/>
                                          </p:val>
                                        </p:tav>
                                        <p:tav tm="76182">
                                          <p:val>
                                            <p:fltVal val="0.84"/>
                                          </p:val>
                                        </p:tav>
                                        <p:tav tm="99989">
                                          <p:val>
                                            <p:fltVal val="1.5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  <p:bldP spid="99" grpId="0" animBg="1"/>
      <p:bldP spid="100" grpId="0" animBg="1"/>
      <p:bldP spid="101" grpId="0" animBg="1"/>
      <p:bldP spid="97" grpId="0" build="p"/>
      <p:bldP spid="74" grpId="0" animBg="1"/>
      <p:bldP spid="75" grpId="0" animBg="1"/>
      <p:bldP spid="57" grpId="0" animBg="1"/>
      <p:bldP spid="77" grpId="0" animBg="1"/>
      <p:bldP spid="56" grpId="0" animBg="1"/>
      <p:bldP spid="76" grpId="0" animBg="1"/>
      <p:bldP spid="59" grpId="0" animBg="1"/>
      <p:bldP spid="58" grpId="0" animBg="1"/>
      <p:bldP spid="39" grpId="0" animBg="1"/>
      <p:bldP spid="78" grpId="0" animBg="1"/>
      <p:bldP spid="79" grpId="0" animBg="1"/>
      <p:bldP spid="61" grpId="0" animBg="1"/>
      <p:bldP spid="41" grpId="0" animBg="1"/>
      <p:bldP spid="38" grpId="0" animBg="1"/>
      <p:bldP spid="60" grpId="0" animBg="1"/>
      <p:bldP spid="40" grpId="0" animBg="1"/>
      <p:bldP spid="81" grpId="0" animBg="1"/>
      <p:bldP spid="42" grpId="0" animBg="1"/>
      <p:bldP spid="43" grpId="0" animBg="1"/>
      <p:bldP spid="21" grpId="0" animBg="1"/>
      <p:bldP spid="62" grpId="0" animBg="1"/>
      <p:bldP spid="80" grpId="0" animBg="1"/>
      <p:bldP spid="20" grpId="0" animBg="1"/>
      <p:bldP spid="23" grpId="0" animBg="1"/>
      <p:bldP spid="45" grpId="0" animBg="1"/>
      <p:bldP spid="25" grpId="0" animBg="1"/>
      <p:bldP spid="63" grpId="0" animBg="1"/>
      <p:bldP spid="22" grpId="0" animBg="1"/>
      <p:bldP spid="3" grpId="0" animBg="1"/>
      <p:bldP spid="82" grpId="0" animBg="1"/>
      <p:bldP spid="44" grpId="0" animBg="1"/>
      <p:bldP spid="5" grpId="0" animBg="1"/>
      <p:bldP spid="24" grpId="0" animBg="1"/>
      <p:bldP spid="65" grpId="0" animBg="1"/>
      <p:bldP spid="83" grpId="0" animBg="1"/>
      <p:bldP spid="2" grpId="0" animBg="1"/>
      <p:bldP spid="64" grpId="0" animBg="1"/>
      <p:bldP spid="27" grpId="0" animBg="1"/>
      <p:bldP spid="26" grpId="0" animBg="1"/>
      <p:bldP spid="47" grpId="0" animBg="1"/>
      <p:bldP spid="4" grpId="0" animBg="1"/>
      <p:bldP spid="46" grpId="0" animBg="1"/>
      <p:bldP spid="7" grpId="0" animBg="1"/>
      <p:bldP spid="6" grpId="0" animBg="1"/>
      <p:bldP spid="85" grpId="0" animBg="1"/>
      <p:bldP spid="29" grpId="0" animBg="1"/>
      <p:bldP spid="66" grpId="0" animBg="1"/>
      <p:bldP spid="9" grpId="0" animBg="1"/>
      <p:bldP spid="84" grpId="0" animBg="1"/>
      <p:bldP spid="49" grpId="0" animBg="1"/>
      <p:bldP spid="67" grpId="0" animBg="1"/>
      <p:bldP spid="28" grpId="0" animBg="1"/>
      <p:bldP spid="8" grpId="0" animBg="1"/>
      <p:bldP spid="48" grpId="0" animBg="1"/>
      <p:bldP spid="86" grpId="0" animBg="1"/>
      <p:bldP spid="69" grpId="0" animBg="1"/>
      <p:bldP spid="30" grpId="0" animBg="1"/>
      <p:bldP spid="11" grpId="0" animBg="1"/>
      <p:bldP spid="31" grpId="0" animBg="1"/>
      <p:bldP spid="10" grpId="0" animBg="1"/>
      <p:bldP spid="87" grpId="0" animBg="1"/>
      <p:bldP spid="50" grpId="0" animBg="1"/>
      <p:bldP spid="68" grpId="0" animBg="1"/>
      <p:bldP spid="13" grpId="0" animBg="1"/>
      <p:bldP spid="51" grpId="0" animBg="1"/>
      <p:bldP spid="33" grpId="0" animBg="1"/>
      <p:bldP spid="89" grpId="0" animBg="1"/>
      <p:bldP spid="12" grpId="0" animBg="1"/>
      <p:bldP spid="32" grpId="0" animBg="1"/>
      <p:bldP spid="70" grpId="0" animBg="1"/>
      <p:bldP spid="88" grpId="0" animBg="1"/>
      <p:bldP spid="53" grpId="0" animBg="1"/>
      <p:bldP spid="71" grpId="0" animBg="1"/>
      <p:bldP spid="15" grpId="0" animBg="1"/>
      <p:bldP spid="14" grpId="0" animBg="1"/>
      <p:bldP spid="34" grpId="0" animBg="1"/>
      <p:bldP spid="52" grpId="0" animBg="1"/>
      <p:bldP spid="90" grpId="0" animBg="1"/>
      <p:bldP spid="35" grpId="0" animBg="1"/>
      <p:bldP spid="17" grpId="0" animBg="1"/>
      <p:bldP spid="73" grpId="0" animBg="1"/>
      <p:bldP spid="91" grpId="0" animBg="1"/>
      <p:bldP spid="72" grpId="0" animBg="1"/>
      <p:bldP spid="54" grpId="0" animBg="1"/>
      <p:bldP spid="16" grpId="0" animBg="1"/>
      <p:bldP spid="37" grpId="0" animBg="1"/>
      <p:bldP spid="55" grpId="0" animBg="1"/>
      <p:bldP spid="36" grpId="0" animBg="1"/>
      <p:bldP spid="18" grpId="0" animBg="1"/>
      <p:bldP spid="19" grpId="0" animBg="1"/>
      <p:bldP spid="93" grpId="0" animBg="1"/>
      <p:bldP spid="94" grpId="0" animBg="1"/>
      <p:bldP spid="95" grpId="0" animBg="1"/>
      <p:bldP spid="96" grpId="0" animBg="1"/>
      <p:bldP spid="102" grpId="0" animBg="1"/>
      <p:bldP spid="103" grpId="0" animBg="1"/>
      <p:bldP spid="104" grpId="0" animBg="1"/>
      <p:bldP spid="105" grpId="0" animBg="1"/>
      <p:bldP spid="10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Będziemy za 20 minut">
    <p:bg>
      <p:bgPr>
        <a:solidFill>
          <a:srgbClr val="11111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Zakupowy thriller"/>
          <p:cNvSpPr txBox="1"/>
          <p:nvPr/>
        </p:nvSpPr>
        <p:spPr>
          <a:xfrm>
            <a:off x="825054" y="1173162"/>
            <a:ext cx="2818328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Zakupowy thriller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3" name="Kształt"/>
          <p:cNvSpPr/>
          <p:nvPr/>
        </p:nvSpPr>
        <p:spPr>
          <a:xfrm>
            <a:off x="2162175" y="2289175"/>
            <a:ext cx="7867650" cy="1695450"/>
          </a:xfrm>
          <a:prstGeom prst="roundRect">
            <a:avLst>
              <a:gd name="adj" fmla="val 16418"/>
            </a:avLst>
          </a:prstGeom>
          <a:solidFill>
            <a:srgbClr val="262626"/>
          </a:solidFill>
          <a:ln w="6350">
            <a:solidFill>
              <a:srgbClr val="3A3A3A"/>
            </a:solidFill>
          </a:ln>
          <a:effectLst>
            <a:outerShdw blurRad="508000" dist="190500" dir="5400000" algn="ctr" rotWithShape="0">
              <a:srgbClr val="000000">
                <a:alpha val="467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2"/>
          <p:cNvSpPr/>
          <p:nvPr/>
        </p:nvSpPr>
        <p:spPr>
          <a:xfrm>
            <a:off x="2508250" y="2546350"/>
            <a:ext cx="406400" cy="406400"/>
          </a:xfrm>
          <a:prstGeom prst="roundRect">
            <a:avLst>
              <a:gd name="adj" fmla="val 250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Kształt 3"/>
          <p:cNvSpPr/>
          <p:nvPr/>
        </p:nvSpPr>
        <p:spPr>
          <a:xfrm>
            <a:off x="2622550" y="2673350"/>
            <a:ext cx="177800" cy="171450"/>
          </a:xfrm>
          <a:custGeom>
            <a:avLst/>
            <a:gdLst/>
            <a:ahLst/>
            <a:cxnLst/>
            <a:rect l="0" t="0" r="r" b="b"/>
            <a:pathLst>
              <a:path w="177800" h="171450">
                <a:moveTo>
                  <a:pt x="0" y="0"/>
                </a:moveTo>
                <a:lnTo>
                  <a:pt x="177800" y="0"/>
                </a:lnTo>
                <a:lnTo>
                  <a:pt x="177800" y="127000"/>
                </a:lnTo>
                <a:lnTo>
                  <a:pt x="76200" y="127000"/>
                </a:lnTo>
                <a:lnTo>
                  <a:pt x="25400" y="171450"/>
                </a:lnTo>
                <a:lnTo>
                  <a:pt x="31750" y="127000"/>
                </a:lnTo>
                <a:lnTo>
                  <a:pt x="0" y="127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ekst: Znajomi"/>
          <p:cNvSpPr txBox="1"/>
          <p:nvPr/>
        </p:nvSpPr>
        <p:spPr>
          <a:xfrm>
            <a:off x="3040186" y="2635250"/>
            <a:ext cx="971848" cy="228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FFFFFF"/>
                </a:solidFill>
                <a:latin typeface="Lato"/>
                <a:cs typeface="Lato"/>
              </a:rPr>
              <a:t>Znajomi</a:t>
            </a:r>
            <a:endParaRPr lang="pl-PL" sz="15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7" name="Tekst: teraz"/>
          <p:cNvSpPr txBox="1"/>
          <p:nvPr/>
        </p:nvSpPr>
        <p:spPr>
          <a:xfrm>
            <a:off x="9322072" y="2651125"/>
            <a:ext cx="586085" cy="1981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00" kern="100" dirty="0">
                <a:solidFill>
                  <a:srgbClr val="999999"/>
                </a:solidFill>
                <a:latin typeface="Lato"/>
                <a:cs typeface="Lato"/>
              </a:rPr>
              <a:t>teraz</a:t>
            </a:r>
            <a:endParaRPr lang="pl-PL" sz="1300" kern="100" dirty="0">
              <a:solidFill>
                <a:srgbClr val="999999"/>
              </a:solidFill>
              <a:latin typeface="Lato"/>
              <a:cs typeface="Lato"/>
            </a:endParaRPr>
          </a:p>
        </p:txBody>
      </p:sp>
      <p:sp>
        <p:nvSpPr>
          <p:cNvPr id="8" name="Tekst: Będziemy za 20 minut 😊"/>
          <p:cNvSpPr txBox="1"/>
          <p:nvPr/>
        </p:nvSpPr>
        <p:spPr>
          <a:xfrm>
            <a:off x="2508250" y="3143250"/>
            <a:ext cx="7175500" cy="5588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4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000" kern="100" spc="-120" dirty="0">
                <a:solidFill>
                  <a:srgbClr val="FFFFFF"/>
                </a:solidFill>
                <a:latin typeface="Lato Black"/>
                <a:cs typeface="Lato Black"/>
              </a:rPr>
              <a:t>Będziemy za 20 minut </a:t>
            </a:r>
            <a:r>
              <a:rPr lang="pl-PL" sz="4000" kern="100" spc="-120" dirty="0">
                <a:solidFill>
                  <a:srgbClr val="FFFFFF"/>
                </a:solidFill>
                <a:latin typeface="Segoe UI Emoji"/>
                <a:cs typeface="Segoe UI Emoji"/>
              </a:rPr>
              <a:t>😊</a:t>
            </a:r>
            <a:endParaRPr lang="pl-PL" sz="4000" kern="100" spc="-120" dirty="0">
              <a:solidFill>
                <a:srgbClr val="FFFFFF"/>
              </a:solidFill>
              <a:latin typeface="Segoe UI Emoji"/>
              <a:cs typeface="Segoe UI Emoji"/>
            </a:endParaRPr>
          </a:p>
        </p:txBody>
      </p:sp>
      <p:sp>
        <p:nvSpPr>
          <p:cNvPr id="9" name="Tekst: A w lodówce?"/>
          <p:cNvSpPr txBox="1"/>
          <p:nvPr/>
        </p:nvSpPr>
        <p:spPr>
          <a:xfrm>
            <a:off x="2158157" y="4887912"/>
            <a:ext cx="3320296" cy="548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08" dirty="0">
                <a:solidFill>
                  <a:srgbClr val="EE312F"/>
                </a:solidFill>
                <a:latin typeface="Lato Black"/>
                <a:cs typeface="Lato Black"/>
              </a:rPr>
              <a:t>A w lodówce?</a:t>
            </a:r>
            <a:endParaRPr lang="pl-PL" sz="3600" kern="100" spc="-108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10" name="Kształt 4"/>
          <p:cNvSpPr/>
          <p:nvPr/>
        </p:nvSpPr>
        <p:spPr>
          <a:xfrm>
            <a:off x="17401707" y="2374770"/>
            <a:ext cx="947544" cy="492723"/>
          </a:xfrm>
          <a:prstGeom prst="roundRect">
            <a:avLst>
              <a:gd name="adj" fmla="val 47826"/>
            </a:avLst>
          </a:prstGeom>
          <a:solidFill>
            <a:srgbClr val="262626"/>
          </a:solidFill>
          <a:ln w="6350">
            <a:solidFill>
              <a:srgbClr val="3A3A3A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Kształt 5"/>
          <p:cNvSpPr/>
          <p:nvPr/>
        </p:nvSpPr>
        <p:spPr>
          <a:xfrm>
            <a:off x="17622403" y="2559615"/>
            <a:ext cx="119875" cy="119875"/>
          </a:xfrm>
          <a:prstGeom prst="ellipse">
            <a:avLst/>
          </a:prstGeom>
          <a:solidFill>
            <a:srgbClr val="BBBBBB">
              <a:alpha val="99928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Kształt 6"/>
          <p:cNvSpPr/>
          <p:nvPr/>
        </p:nvSpPr>
        <p:spPr>
          <a:xfrm>
            <a:off x="17818562" y="2559615"/>
            <a:ext cx="119875" cy="119875"/>
          </a:xfrm>
          <a:prstGeom prst="ellipse">
            <a:avLst/>
          </a:prstGeom>
          <a:solidFill>
            <a:srgbClr val="BBBBB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Kształt 7"/>
          <p:cNvSpPr/>
          <p:nvPr/>
        </p:nvSpPr>
        <p:spPr>
          <a:xfrm>
            <a:off x="18014721" y="2559615"/>
            <a:ext cx="119875" cy="119875"/>
          </a:xfrm>
          <a:prstGeom prst="ellipse">
            <a:avLst/>
          </a:prstGeom>
          <a:solidFill>
            <a:srgbClr val="BBBBB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pic>
        <p:nvPicPr>
          <p:cNvPr id="14" name="!!Serce w rogu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5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AAAAAA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AAAAAA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AAAAAA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AAAAAA"/>
              </a:solidFill>
              <a:latin typeface="Lato Black"/>
              <a:cs typeface="Lato Black"/>
            </a:endParaRPr>
          </a:p>
        </p:txBody>
      </p:sp>
      <p:sp>
        <p:nvSpPr>
          <p:cNvPr id="16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1C1C1C"/>
          </a:solidFill>
          <a:ln w="23283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!!Zegar – wskazówka"/>
          <p:cNvSpPr/>
          <p:nvPr/>
        </p:nvSpPr>
        <p:spPr>
          <a:xfrm>
            <a:off x="10488930" y="347133"/>
            <a:ext cx="27940" cy="214207"/>
          </a:xfrm>
          <a:custGeom>
            <a:avLst/>
            <a:gdLst/>
            <a:ahLst/>
            <a:cxnLst/>
            <a:rect l="0" t="0" r="r" b="b"/>
            <a:pathLst>
              <a:path w="27940" h="214207">
                <a:moveTo>
                  <a:pt x="0" y="214207"/>
                </a:moveTo>
                <a:lnTo>
                  <a:pt x="27940" y="214207"/>
                </a:lnTo>
                <a:lnTo>
                  <a:pt x="20955" y="0"/>
                </a:lnTo>
                <a:lnTo>
                  <a:pt x="698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A9A9A9"/>
                </a:solidFill>
                <a:latin typeface="Lato"/>
                <a:cs typeface="Lato"/>
              </a:rPr>
              <a:t>09 / 24</a:t>
            </a:r>
            <a:endParaRPr lang="pl-PL" sz="1100" kern="100" spc="66" dirty="0">
              <a:solidFill>
                <a:srgbClr val="A9A9A9"/>
              </a:solidFill>
              <a:latin typeface="Lato"/>
              <a:cs typeface="Lato"/>
            </a:endParaRPr>
          </a:p>
        </p:txBody>
      </p:sp>
      <p:sp>
        <p:nvSpPr>
          <p:cNvPr id="24" name="!!Postęp"/>
          <p:cNvSpPr/>
          <p:nvPr/>
        </p:nvSpPr>
        <p:spPr>
          <a:xfrm>
            <a:off x="0" y="6826250"/>
            <a:ext cx="4572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33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65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20408">
                                          <p:val>
                                            <p:strVal val="#ppt_y+0.0084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30612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40816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61224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34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90820">
                                          <p:val>
                                            <p:strVal val="#ppt_x+0"/>
                                          </p:val>
                                        </p:tav>
                                        <p:tav tm="91797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92773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4727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5703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9765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60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34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333"/>
                                          </p:val>
                                        </p:tav>
                                        <p:tav tm="70312">
                                          <p:val>
                                            <p:strVal val="#ppt_y+0.03333"/>
                                          </p:val>
                                        </p:tav>
                                        <p:tav tm="72266">
                                          <p:val>
                                            <p:strVal val="#ppt_y+0.0087"/>
                                          </p:val>
                                        </p:tav>
                                        <p:tav tm="73242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74219">
                                          <p:val>
                                            <p:strVal val="#ppt_y-0.00479"/>
                                          </p:val>
                                        </p:tav>
                                        <p:tav tm="77148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81055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0820">
                                          <p:val>
                                            <p:strVal val="#ppt_y+0"/>
                                          </p:val>
                                        </p:tav>
                                        <p:tav tm="9179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2773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472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570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97656">
                                          <p:val>
                                            <p:strVal val="#ppt_y+0"/>
                                          </p:val>
                                        </p:tav>
                                        <p:tav tm="9960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4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w*0.94"/>
                                          </p:val>
                                        </p:tav>
                                        <p:tav tm="71289">
                                          <p:val>
                                            <p:strVal val="#ppt_w*0.96269"/>
                                          </p:val>
                                        </p:tav>
                                        <p:tav tm="72266">
                                          <p:val>
                                            <p:strVal val="#ppt_w*0.98435"/>
                                          </p:val>
                                        </p:tav>
                                        <p:tav tm="73242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w*1.00862"/>
                                          </p:val>
                                        </p:tav>
                                        <p:tav tm="75195">
                                          <p:val>
                                            <p:strVal val="#ppt_w*1.00624"/>
                                          </p:val>
                                        </p:tav>
                                        <p:tav tm="77148">
                                          <p:val>
                                            <p:strVal val="#ppt_w*1.00338"/>
                                          </p:val>
                                        </p:tav>
                                        <p:tav tm="81055">
                                          <p:val>
                                            <p:strVal val="#ppt_w*1.00098"/>
                                          </p:val>
                                        </p:tav>
                                        <p:tav tm="86914">
                                          <p:val>
                                            <p:strVal val="#ppt_w*1.00004"/>
                                          </p:val>
                                        </p:tav>
                                        <p:tav tm="9960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4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h*0.94"/>
                                          </p:val>
                                        </p:tav>
                                        <p:tav tm="72266">
                                          <p:val>
                                            <p:strVal val="#ppt_h*0.98435"/>
                                          </p:val>
                                        </p:tav>
                                        <p:tav tm="73242">
                                          <p:val>
                                            <p:strVal val="#ppt_h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77148">
                                          <p:val>
                                            <p:strVal val="#ppt_h*1.00338"/>
                                          </p:val>
                                        </p:tav>
                                        <p:tav tm="81055">
                                          <p:val>
                                            <p:strVal val="#ppt_h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" dur="34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70312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72266">
                                          <p:val>
                                            <p:strVal val="#ppt_x+0.00435"/>
                                          </p:val>
                                        </p:tav>
                                        <p:tav tm="73242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74219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78125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83984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0820">
                                          <p:val>
                                            <p:strVal val="#ppt_x+0"/>
                                          </p:val>
                                        </p:tav>
                                        <p:tav tm="91797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92773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4727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5703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9765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60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4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70312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72266">
                                          <p:val>
                                            <p:strVal val="#ppt_y+0.00958"/>
                                          </p:val>
                                        </p:tav>
                                        <p:tav tm="73242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219">
                                          <p:val>
                                            <p:strVal val="#ppt_y-0.00528"/>
                                          </p:val>
                                        </p:tav>
                                        <p:tav tm="77148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1055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90820">
                                          <p:val>
                                            <p:strVal val="#ppt_y+0"/>
                                          </p:val>
                                        </p:tav>
                                        <p:tav tm="9179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2773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472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570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97656">
                                          <p:val>
                                            <p:strVal val="#ppt_y+0"/>
                                          </p:val>
                                        </p:tav>
                                        <p:tav tm="9960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34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w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w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w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34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h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h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h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" dur="341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70312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72266">
                                          <p:val>
                                            <p:strVal val="#ppt_x+0.00435"/>
                                          </p:val>
                                        </p:tav>
                                        <p:tav tm="73242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74219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78125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83984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0820">
                                          <p:val>
                                            <p:strVal val="#ppt_x+0"/>
                                          </p:val>
                                        </p:tav>
                                        <p:tav tm="91797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92773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4727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5703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9765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60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41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64"/>
                                          </p:val>
                                        </p:tav>
                                        <p:tav tm="70312">
                                          <p:val>
                                            <p:strVal val="#ppt_y+0.03664"/>
                                          </p:val>
                                        </p:tav>
                                        <p:tav tm="72266">
                                          <p:val>
                                            <p:strVal val="#ppt_y+0.00956"/>
                                          </p:val>
                                        </p:tav>
                                        <p:tav tm="73242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219">
                                          <p:val>
                                            <p:strVal val="#ppt_y-0.00526"/>
                                          </p:val>
                                        </p:tav>
                                        <p:tav tm="77148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1055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90820">
                                          <p:val>
                                            <p:strVal val="#ppt_y+0"/>
                                          </p:val>
                                        </p:tav>
                                        <p:tav tm="9179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2773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472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570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97656">
                                          <p:val>
                                            <p:strVal val="#ppt_y+0"/>
                                          </p:val>
                                        </p:tav>
                                        <p:tav tm="9960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41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w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w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w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341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h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h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h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" dur="341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265"/>
                                          </p:val>
                                        </p:tav>
                                        <p:tav tm="70312">
                                          <p:val>
                                            <p:strVal val="#ppt_x+0.01265"/>
                                          </p:val>
                                        </p:tav>
                                        <p:tav tm="72266">
                                          <p:val>
                                            <p:strVal val="#ppt_x+0.0033"/>
                                          </p:val>
                                        </p:tav>
                                        <p:tav tm="73242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74219">
                                          <p:val>
                                            <p:strVal val="#ppt_x-0.00182"/>
                                          </p:val>
                                        </p:tav>
                                        <p:tav tm="79102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87891">
                                          <p:val>
                                            <p:strVal val="#ppt_x+0"/>
                                          </p:val>
                                        </p:tav>
                                        <p:tav tm="90820">
                                          <p:val>
                                            <p:strVal val="#ppt_x+0"/>
                                          </p:val>
                                        </p:tav>
                                        <p:tav tm="91797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92773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4727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5703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9765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60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341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70312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72266">
                                          <p:val>
                                            <p:strVal val="#ppt_y+0.00958"/>
                                          </p:val>
                                        </p:tav>
                                        <p:tav tm="73242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219">
                                          <p:val>
                                            <p:strVal val="#ppt_y-0.00528"/>
                                          </p:val>
                                        </p:tav>
                                        <p:tav tm="77148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1055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90820">
                                          <p:val>
                                            <p:strVal val="#ppt_y+0"/>
                                          </p:val>
                                        </p:tav>
                                        <p:tav tm="9179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2773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472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570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97656">
                                          <p:val>
                                            <p:strVal val="#ppt_y+0"/>
                                          </p:val>
                                        </p:tav>
                                        <p:tav tm="9960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41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w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w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w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41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h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h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h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" dur="341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732"/>
                                          </p:val>
                                        </p:tav>
                                        <p:tav tm="70312">
                                          <p:val>
                                            <p:strVal val="#ppt_x-0.01732"/>
                                          </p:val>
                                        </p:tav>
                                        <p:tav tm="72266">
                                          <p:val>
                                            <p:strVal val="#ppt_x-0.00452"/>
                                          </p:val>
                                        </p:tav>
                                        <p:tav tm="73242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74219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76172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79102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90820">
                                          <p:val>
                                            <p:strVal val="#ppt_x+0"/>
                                          </p:val>
                                        </p:tav>
                                        <p:tav tm="91797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92773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4727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5703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9765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60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41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70312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72266">
                                          <p:val>
                                            <p:strVal val="#ppt_y+0.00958"/>
                                          </p:val>
                                        </p:tav>
                                        <p:tav tm="73242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74219">
                                          <p:val>
                                            <p:strVal val="#ppt_y-0.00528"/>
                                          </p:val>
                                        </p:tav>
                                        <p:tav tm="77148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1055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90820">
                                          <p:val>
                                            <p:strVal val="#ppt_y+0"/>
                                          </p:val>
                                        </p:tav>
                                        <p:tav tm="9179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2773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472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570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97656">
                                          <p:val>
                                            <p:strVal val="#ppt_y+0"/>
                                          </p:val>
                                        </p:tav>
                                        <p:tav tm="9960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341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w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w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w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41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h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h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h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" dur="34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90820">
                                          <p:val>
                                            <p:strVal val="#ppt_x+0"/>
                                          </p:val>
                                        </p:tav>
                                        <p:tav tm="91797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92773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4727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5703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9765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60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4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083"/>
                                          </p:val>
                                        </p:tav>
                                        <p:tav tm="70312">
                                          <p:val>
                                            <p:strVal val="#ppt_y+0.03083"/>
                                          </p:val>
                                        </p:tav>
                                        <p:tav tm="72266">
                                          <p:val>
                                            <p:strVal val="#ppt_y+0.00804"/>
                                          </p:val>
                                        </p:tav>
                                        <p:tav tm="73242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74219">
                                          <p:val>
                                            <p:strVal val="#ppt_y-0.00443"/>
                                          </p:val>
                                        </p:tav>
                                        <p:tav tm="77148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81055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0820">
                                          <p:val>
                                            <p:strVal val="#ppt_y+0"/>
                                          </p:val>
                                        </p:tav>
                                        <p:tav tm="9179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2773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472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9570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97656">
                                          <p:val>
                                            <p:strVal val="#ppt_y+0"/>
                                          </p:val>
                                        </p:tav>
                                        <p:tav tm="9960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34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w*0.94"/>
                                          </p:val>
                                        </p:tav>
                                        <p:tav tm="71289">
                                          <p:val>
                                            <p:strVal val="#ppt_w*0.96268"/>
                                          </p:val>
                                        </p:tav>
                                        <p:tav tm="72266">
                                          <p:val>
                                            <p:strVal val="#ppt_w*0.98435"/>
                                          </p:val>
                                        </p:tav>
                                        <p:tav tm="73242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w*1.00862"/>
                                          </p:val>
                                        </p:tav>
                                        <p:tav tm="75195">
                                          <p:val>
                                            <p:strVal val="#ppt_w*1.00624"/>
                                          </p:val>
                                        </p:tav>
                                        <p:tav tm="77148">
                                          <p:val>
                                            <p:strVal val="#ppt_w*1.00338"/>
                                          </p:val>
                                        </p:tav>
                                        <p:tav tm="81055">
                                          <p:val>
                                            <p:strVal val="#ppt_w*1.00098"/>
                                          </p:val>
                                        </p:tav>
                                        <p:tav tm="86914">
                                          <p:val>
                                            <p:strVal val="#ppt_w*1.00004"/>
                                          </p:val>
                                        </p:tav>
                                        <p:tav tm="9960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4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4"/>
                                          </p:val>
                                        </p:tav>
                                        <p:tav tm="70312">
                                          <p:val>
                                            <p:strVal val="#ppt_h*0.94"/>
                                          </p:val>
                                        </p:tav>
                                        <p:tav tm="73242">
                                          <p:val>
                                            <p:strVal val="#ppt_h*1.00223"/>
                                          </p:val>
                                        </p:tav>
                                        <p:tav tm="74219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81055">
                                          <p:val>
                                            <p:strVal val="#ppt_h*1.00098"/>
                                          </p:val>
                                        </p:tav>
                                        <p:tav tm="9960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33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4" dur="133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25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158"/>
                                          </p:val>
                                        </p:tav>
                                        <p:tav tm="9138">
                                          <p:val>
                                            <p:strVal val="#ppt_x-1.26158"/>
                                          </p:val>
                                        </p:tav>
                                        <p:tav tm="10444">
                                          <p:val>
                                            <p:strVal val="#ppt_x-1.26014"/>
                                          </p:val>
                                        </p:tav>
                                        <p:tav tm="11749">
                                          <p:val>
                                            <p:strVal val="#ppt_x-1.25384"/>
                                          </p:val>
                                        </p:tav>
                                        <p:tav tm="13055">
                                          <p:val>
                                            <p:strVal val="#ppt_x-1.24902"/>
                                          </p:val>
                                        </p:tav>
                                        <p:tav tm="14360">
                                          <p:val>
                                            <p:strVal val="#ppt_x-1.24554"/>
                                          </p:val>
                                        </p:tav>
                                        <p:tav tm="15666">
                                          <p:val>
                                            <p:strVal val="#ppt_x-1.24326"/>
                                          </p:val>
                                        </p:tav>
                                        <p:tav tm="16971">
                                          <p:val>
                                            <p:strVal val="#ppt_x-1.24198"/>
                                          </p:val>
                                        </p:tav>
                                        <p:tav tm="18277">
                                          <p:val>
                                            <p:strVal val="#ppt_x-1.24148"/>
                                          </p:val>
                                        </p:tav>
                                        <p:tav tm="24804">
                                          <p:val>
                                            <p:strVal val="#ppt_x-1.24324"/>
                                          </p:val>
                                        </p:tav>
                                        <p:tav tm="90078">
                                          <p:val>
                                            <p:strVal val="#ppt_x-1.24325"/>
                                          </p:val>
                                        </p:tav>
                                        <p:tav tm="91384">
                                          <p:val>
                                            <p:strVal val="#ppt_x-1.24741"/>
                                          </p:val>
                                        </p:tav>
                                        <p:tav tm="92689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9530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911">
                                          <p:val>
                                            <p:strVal val="#ppt_x-1.25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25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76"/>
                                          </p:val>
                                        </p:tav>
                                        <p:tav tm="9138">
                                          <p:val>
                                            <p:strVal val="#ppt_y+0.01076"/>
                                          </p:val>
                                        </p:tav>
                                        <p:tav tm="10444">
                                          <p:val>
                                            <p:strVal val="#ppt_y+0.00942"/>
                                          </p:val>
                                        </p:tav>
                                        <p:tav tm="11749">
                                          <p:val>
                                            <p:strVal val="#ppt_y+0.00357"/>
                                          </p:val>
                                        </p:tav>
                                        <p:tav tm="13055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14360">
                                          <p:val>
                                            <p:strVal val="#ppt_y-0.00414"/>
                                          </p:val>
                                        </p:tav>
                                        <p:tav tm="15666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18277">
                                          <p:val>
                                            <p:strVal val="#ppt_y-0.00791"/>
                                          </p:val>
                                        </p:tav>
                                        <p:tav tm="24804">
                                          <p:val>
                                            <p:strVal val="#ppt_y-0.00628"/>
                                          </p:val>
                                        </p:tav>
                                        <p:tav tm="90078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91384">
                                          <p:val>
                                            <p:strVal val="#ppt_y-0.00241"/>
                                          </p:val>
                                        </p:tav>
                                        <p:tav tm="92689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97911">
                                          <p:val>
                                            <p:strVal val="#ppt_y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366"/>
                                          </p:val>
                                        </p:tav>
                                        <p:tav tm="9138">
                                          <p:val>
                                            <p:strVal val="#ppt_w*0.70366"/>
                                          </p:val>
                                        </p:tav>
                                        <p:tav tm="10444">
                                          <p:val>
                                            <p:strVal val="#ppt_w*0.74062"/>
                                          </p:val>
                                        </p:tav>
                                        <p:tav tm="11749">
                                          <p:val>
                                            <p:strVal val="#ppt_w*0.90173"/>
                                          </p:val>
                                        </p:tav>
                                        <p:tav tm="13055">
                                          <p:val>
                                            <p:strVal val="#ppt_w*1.02513"/>
                                          </p:val>
                                        </p:tav>
                                        <p:tav tm="14360">
                                          <p:val>
                                            <p:strVal val="#ppt_w*1.114"/>
                                          </p:val>
                                        </p:tav>
                                        <p:tav tm="15666">
                                          <p:val>
                                            <p:strVal val="#ppt_w*1.17243"/>
                                          </p:val>
                                        </p:tav>
                                        <p:tav tm="16971">
                                          <p:val>
                                            <p:strVal val="#ppt_w*1.20527"/>
                                          </p:val>
                                        </p:tav>
                                        <p:tav tm="18277">
                                          <p:val>
                                            <p:strVal val="#ppt_w*1.21793"/>
                                          </p:val>
                                        </p:tav>
                                        <p:tav tm="19582">
                                          <p:val>
                                            <p:strVal val="#ppt_w*1.21611"/>
                                          </p:val>
                                        </p:tav>
                                        <p:tav tm="23499">
                                          <p:val>
                                            <p:strVal val="#ppt_w*1.17928"/>
                                          </p:val>
                                        </p:tav>
                                        <p:tav tm="24804">
                                          <p:val>
                                            <p:strVal val="#ppt_w*1.17297"/>
                                          </p:val>
                                        </p:tav>
                                        <p:tav tm="90078">
                                          <p:val>
                                            <p:strVal val="#ppt_w*1.17277"/>
                                          </p:val>
                                        </p:tav>
                                        <p:tav tm="91384">
                                          <p:val>
                                            <p:strVal val="#ppt_w*1.06626"/>
                                          </p:val>
                                        </p:tav>
                                        <p:tav tm="92689">
                                          <p:val>
                                            <p:strVal val="#ppt_w*1.02181"/>
                                          </p:val>
                                        </p:tav>
                                        <p:tav tm="93995">
                                          <p:val>
                                            <p:strVal val="#ppt_w*1.00634"/>
                                          </p:val>
                                        </p:tav>
                                        <p:tav tm="95300">
                                          <p:val>
                                            <p:strVal val="#ppt_w*1"/>
                                          </p:val>
                                        </p:tav>
                                        <p:tav tm="97911">
                                          <p:val>
                                            <p:strVal val="#ppt_w*0.996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5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366"/>
                                          </p:val>
                                        </p:tav>
                                        <p:tav tm="9138">
                                          <p:val>
                                            <p:strVal val="#ppt_h*0.70366"/>
                                          </p:val>
                                        </p:tav>
                                        <p:tav tm="10444">
                                          <p:val>
                                            <p:strVal val="#ppt_h*0.74062"/>
                                          </p:val>
                                        </p:tav>
                                        <p:tav tm="11749">
                                          <p:val>
                                            <p:strVal val="#ppt_h*0.90173"/>
                                          </p:val>
                                        </p:tav>
                                        <p:tav tm="13055">
                                          <p:val>
                                            <p:strVal val="#ppt_h*1.02513"/>
                                          </p:val>
                                        </p:tav>
                                        <p:tav tm="14360">
                                          <p:val>
                                            <p:strVal val="#ppt_h*1.114"/>
                                          </p:val>
                                        </p:tav>
                                        <p:tav tm="15666">
                                          <p:val>
                                            <p:strVal val="#ppt_h*1.17243"/>
                                          </p:val>
                                        </p:tav>
                                        <p:tav tm="16971">
                                          <p:val>
                                            <p:strVal val="#ppt_h*1.20527"/>
                                          </p:val>
                                        </p:tav>
                                        <p:tav tm="18277">
                                          <p:val>
                                            <p:strVal val="#ppt_h*1.21793"/>
                                          </p:val>
                                        </p:tav>
                                        <p:tav tm="19582">
                                          <p:val>
                                            <p:strVal val="#ppt_h*1.21611"/>
                                          </p:val>
                                        </p:tav>
                                        <p:tav tm="23499">
                                          <p:val>
                                            <p:strVal val="#ppt_h*1.17928"/>
                                          </p:val>
                                        </p:tav>
                                        <p:tav tm="24804">
                                          <p:val>
                                            <p:strVal val="#ppt_h*1.17297"/>
                                          </p:val>
                                        </p:tav>
                                        <p:tav tm="90078">
                                          <p:val>
                                            <p:strVal val="#ppt_h*1.17277"/>
                                          </p:val>
                                        </p:tav>
                                        <p:tav tm="91384">
                                          <p:val>
                                            <p:strVal val="#ppt_h*1.06626"/>
                                          </p:val>
                                        </p:tav>
                                        <p:tav tm="92689">
                                          <p:val>
                                            <p:strVal val="#ppt_h*1.02181"/>
                                          </p:val>
                                        </p:tav>
                                        <p:tav tm="93995">
                                          <p:val>
                                            <p:strVal val="#ppt_h*1.00634"/>
                                          </p:val>
                                        </p:tav>
                                        <p:tav tm="95300">
                                          <p:val>
                                            <p:strVal val="#ppt_h*1"/>
                                          </p:val>
                                        </p:tav>
                                        <p:tav tm="97911">
                                          <p:val>
                                            <p:strVal val="#ppt_h*0.996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33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3" dur="133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set>
                                      <p:cBhvr>
                                        <p:cTn id="65" dur="167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66" dur="167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33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68" dur="133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67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0" dur="167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" dur="26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699"/>
                                          </p:val>
                                        </p:tav>
                                        <p:tav tm="8929">
                                          <p:val>
                                            <p:strVal val="#ppt_x-1.25699"/>
                                          </p:val>
                                        </p:tav>
                                        <p:tav tm="10204">
                                          <p:val>
                                            <p:strVal val="#ppt_x-1.25614"/>
                                          </p:val>
                                        </p:tav>
                                        <p:tav tm="11480">
                                          <p:val>
                                            <p:strVal val="#ppt_x-1.25242"/>
                                          </p:val>
                                        </p:tav>
                                        <p:tav tm="12755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14031">
                                          <p:val>
                                            <p:strVal val="#ppt_x-1.24751"/>
                                          </p:val>
                                        </p:tav>
                                        <p:tav tm="15306">
                                          <p:val>
                                            <p:strVal val="#ppt_x-1.24616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24511"/>
                                          </p:val>
                                        </p:tav>
                                        <p:tav tm="24235">
                                          <p:val>
                                            <p:strVal val="#ppt_x-1.24615"/>
                                          </p:val>
                                        </p:tav>
                                        <p:tav tm="88010">
                                          <p:val>
                                            <p:strVal val="#ppt_x-1.24616"/>
                                          </p:val>
                                        </p:tav>
                                        <p:tav tm="89286">
                                          <p:val>
                                            <p:strVal val="#ppt_x-1.24862"/>
                                          </p:val>
                                        </p:tav>
                                        <p:tav tm="90561">
                                          <p:val>
                                            <p:strVal val="#ppt_x-1.24964"/>
                                          </p:val>
                                        </p:tav>
                                        <p:tav tm="95663">
                                          <p:val>
                                            <p:strVal val="#ppt_x-1.25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6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8929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0965"/>
                                          </p:val>
                                        </p:tav>
                                        <p:tav tm="11480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12755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5306">
                                          <p:val>
                                            <p:strVal val="#ppt_y-0.00603"/>
                                          </p:val>
                                        </p:tav>
                                        <p:tav tm="16582">
                                          <p:val>
                                            <p:strVal val="#ppt_y-0.01006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1775"/>
                                          </p:val>
                                        </p:tav>
                                        <p:tav tm="19133">
                                          <p:val>
                                            <p:strVal val="#ppt_y-0.0139"/>
                                          </p:val>
                                        </p:tav>
                                        <p:tav tm="20408">
                                          <p:val>
                                            <p:strVal val="#ppt_y-0.00796"/>
                                          </p:val>
                                        </p:tav>
                                        <p:tav tm="22959">
                                          <p:val>
                                            <p:strVal val="#ppt_y-0.00628"/>
                                          </p:val>
                                        </p:tav>
                                        <p:tav tm="43367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44643">
                                          <p:val>
                                            <p:strVal val="#ppt_y-0.01159"/>
                                          </p:val>
                                        </p:tav>
                                        <p:tav tm="45918">
                                          <p:val>
                                            <p:strVal val="#ppt_y-0.01589"/>
                                          </p:val>
                                        </p:tav>
                                        <p:tav tm="47194">
                                          <p:val>
                                            <p:strVal val="#ppt_y-0.0098"/>
                                          </p:val>
                                        </p:tav>
                                        <p:tav tm="48469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0153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0742"/>
                                          </p:val>
                                        </p:tav>
                                        <p:tav tm="72704">
                                          <p:val>
                                            <p:strVal val="#ppt_y-0.01436"/>
                                          </p:val>
                                        </p:tav>
                                        <p:tav tm="73980">
                                          <p:val>
                                            <p:strVal val="#ppt_y-0.01332"/>
                                          </p:val>
                                        </p:tav>
                                        <p:tav tm="75255">
                                          <p:val>
                                            <p:strVal val="#ppt_y-0.00771"/>
                                          </p:val>
                                        </p:tav>
                                        <p:tav tm="76531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88010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90561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95663">
                                          <p:val>
                                            <p:strVal val="#ppt_y+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6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9923"/>
                                          </p:val>
                                        </p:tav>
                                        <p:tav tm="8929">
                                          <p:val>
                                            <p:strVal val="#ppt_w*0.69923"/>
                                          </p:val>
                                        </p:tav>
                                        <p:tav tm="10204">
                                          <p:val>
                                            <p:strVal val="#ppt_w*0.73595"/>
                                          </p:val>
                                        </p:tav>
                                        <p:tav tm="11480">
                                          <p:val>
                                            <p:strVal val="#ppt_w*0.89605"/>
                                          </p:val>
                                        </p:tav>
                                        <p:tav tm="12755">
                                          <p:val>
                                            <p:strVal val="#ppt_w*1.01867"/>
                                          </p:val>
                                        </p:tav>
                                        <p:tav tm="14031">
                                          <p:val>
                                            <p:strVal val="#ppt_w*1.10699"/>
                                          </p:val>
                                        </p:tav>
                                        <p:tav tm="15306">
                                          <p:val>
                                            <p:strVal val="#ppt_w*1.16505"/>
                                          </p:val>
                                        </p:tav>
                                        <p:tav tm="16582">
                                          <p:val>
                                            <p:strVal val="#ppt_w*1.19767"/>
                                          </p:val>
                                        </p:tav>
                                        <p:tav tm="17857">
                                          <p:val>
                                            <p:strVal val="#ppt_w*1.21026"/>
                                          </p:val>
                                        </p:tav>
                                        <p:tav tm="19133">
                                          <p:val>
                                            <p:strVal val="#ppt_w*1.20845"/>
                                          </p:val>
                                        </p:tav>
                                        <p:tav tm="22959">
                                          <p:val>
                                            <p:strVal val="#ppt_w*1.17185"/>
                                          </p:val>
                                        </p:tav>
                                        <p:tav tm="24235">
                                          <p:val>
                                            <p:strVal val="#ppt_w*1.16558"/>
                                          </p:val>
                                        </p:tav>
                                        <p:tav tm="88010">
                                          <p:val>
                                            <p:strVal val="#ppt_w*1.16538"/>
                                          </p:val>
                                        </p:tav>
                                        <p:tav tm="89286">
                                          <p:val>
                                            <p:strVal val="#ppt_w*1.05955"/>
                                          </p:val>
                                        </p:tav>
                                        <p:tav tm="90561">
                                          <p:val>
                                            <p:strVal val="#ppt_w*1.01537"/>
                                          </p:val>
                                        </p:tav>
                                        <p:tav tm="91837">
                                          <p:val>
                                            <p:strVal val="#ppt_w*1"/>
                                          </p:val>
                                        </p:tav>
                                        <p:tav tm="93112">
                                          <p:val>
                                            <p:strVal val="#ppt_w*0.9937"/>
                                          </p:val>
                                        </p:tav>
                                        <p:tav tm="95663">
                                          <p:val>
                                            <p:strVal val="#ppt_w*0.99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26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9923"/>
                                          </p:val>
                                        </p:tav>
                                        <p:tav tm="8929">
                                          <p:val>
                                            <p:strVal val="#ppt_h*0.69923"/>
                                          </p:val>
                                        </p:tav>
                                        <p:tav tm="10204">
                                          <p:val>
                                            <p:strVal val="#ppt_h*0.73595"/>
                                          </p:val>
                                        </p:tav>
                                        <p:tav tm="11480">
                                          <p:val>
                                            <p:strVal val="#ppt_h*0.89605"/>
                                          </p:val>
                                        </p:tav>
                                        <p:tav tm="12755">
                                          <p:val>
                                            <p:strVal val="#ppt_h*1.01867"/>
                                          </p:val>
                                        </p:tav>
                                        <p:tav tm="14031">
                                          <p:val>
                                            <p:strVal val="#ppt_h*1.10699"/>
                                          </p:val>
                                        </p:tav>
                                        <p:tav tm="15306">
                                          <p:val>
                                            <p:strVal val="#ppt_h*1.16505"/>
                                          </p:val>
                                        </p:tav>
                                        <p:tav tm="16582">
                                          <p:val>
                                            <p:strVal val="#ppt_h*1.19767"/>
                                          </p:val>
                                        </p:tav>
                                        <p:tav tm="17857">
                                          <p:val>
                                            <p:strVal val="#ppt_h*1.21026"/>
                                          </p:val>
                                        </p:tav>
                                        <p:tav tm="19133">
                                          <p:val>
                                            <p:strVal val="#ppt_h*1.20845"/>
                                          </p:val>
                                        </p:tav>
                                        <p:tav tm="22959">
                                          <p:val>
                                            <p:strVal val="#ppt_h*1.17185"/>
                                          </p:val>
                                        </p:tav>
                                        <p:tav tm="24235">
                                          <p:val>
                                            <p:strVal val="#ppt_h*1.16558"/>
                                          </p:val>
                                        </p:tav>
                                        <p:tav tm="88010">
                                          <p:val>
                                            <p:strVal val="#ppt_h*1.16538"/>
                                          </p:val>
                                        </p:tav>
                                        <p:tav tm="89286">
                                          <p:val>
                                            <p:strVal val="#ppt_h*1.05955"/>
                                          </p:val>
                                        </p:tav>
                                        <p:tav tm="90561">
                                          <p:val>
                                            <p:strVal val="#ppt_h*1.01537"/>
                                          </p:val>
                                        </p:tav>
                                        <p:tav tm="91837">
                                          <p:val>
                                            <p:strVal val="#ppt_h*1"/>
                                          </p:val>
                                        </p:tav>
                                        <p:tav tm="93112">
                                          <p:val>
                                            <p:strVal val="#ppt_h*0.9937"/>
                                          </p:val>
                                        </p:tav>
                                        <p:tav tm="95663">
                                          <p:val>
                                            <p:strVal val="#ppt_h*0.990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33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78" dur="133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set>
                                      <p:cBhvr>
                                        <p:cTn id="80" dur="167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81" dur="167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33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83" dur="133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67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85" dur="167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" dur="274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183"/>
                                          </p:val>
                                        </p:tav>
                                        <p:tav tm="8505">
                                          <p:val>
                                            <p:strVal val="#ppt_x-1.26183"/>
                                          </p:val>
                                        </p:tav>
                                        <p:tav tm="9721">
                                          <p:val>
                                            <p:strVal val="#ppt_x-1.26038"/>
                                          </p:val>
                                        </p:tav>
                                        <p:tav tm="10936">
                                          <p:val>
                                            <p:strVal val="#ppt_x-1.25409"/>
                                          </p:val>
                                        </p:tav>
                                        <p:tav tm="12151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13366">
                                          <p:val>
                                            <p:strVal val="#ppt_x-1.24579"/>
                                          </p:val>
                                        </p:tav>
                                        <p:tav tm="14581">
                                          <p:val>
                                            <p:strVal val="#ppt_x-1.24351"/>
                                          </p:val>
                                        </p:tav>
                                        <p:tav tm="15796">
                                          <p:val>
                                            <p:strVal val="#ppt_x-1.24223"/>
                                          </p:val>
                                        </p:tav>
                                        <p:tav tm="17011">
                                          <p:val>
                                            <p:strVal val="#ppt_x-1.24173"/>
                                          </p:val>
                                        </p:tav>
                                        <p:tav tm="23086">
                                          <p:val>
                                            <p:strVal val="#ppt_x-1.24349"/>
                                          </p:val>
                                        </p:tav>
                                        <p:tav tm="83840">
                                          <p:val>
                                            <p:strVal val="#ppt_x-1.2435"/>
                                          </p:val>
                                        </p:tav>
                                        <p:tav tm="85055">
                                          <p:val>
                                            <p:strVal val="#ppt_x-1.24766"/>
                                          </p:val>
                                        </p:tav>
                                        <p:tav tm="86270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88700">
                                          <p:val>
                                            <p:strVal val="#ppt_x-1.25025"/>
                                          </p:val>
                                        </p:tav>
                                        <p:tav tm="91130">
                                          <p:val>
                                            <p:strVal val="#ppt_x-1.25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74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8505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9721">
                                          <p:val>
                                            <p:strVal val="#ppt_y+0.00965"/>
                                          </p:val>
                                        </p:tav>
                                        <p:tav tm="10936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12151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3366">
                                          <p:val>
                                            <p:strVal val="#ppt_y-0.00391"/>
                                          </p:val>
                                        </p:tav>
                                        <p:tav tm="15796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19441">
                                          <p:val>
                                            <p:strVal val="#ppt_y-0.00723"/>
                                          </p:val>
                                        </p:tav>
                                        <p:tav tm="20656">
                                          <p:val>
                                            <p:strVal val="#ppt_y-0.01024"/>
                                          </p:val>
                                        </p:tav>
                                        <p:tav tm="21871">
                                          <p:val>
                                            <p:strVal val="#ppt_y-0.01671"/>
                                          </p:val>
                                        </p:tav>
                                        <p:tav tm="24301">
                                          <p:val>
                                            <p:strVal val="#ppt_y-0.00629"/>
                                          </p:val>
                                        </p:tav>
                                        <p:tav tm="25516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46173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47388">
                                          <p:val>
                                            <p:strVal val="#ppt_y-0.01229"/>
                                          </p:val>
                                        </p:tav>
                                        <p:tav tm="48603">
                                          <p:val>
                                            <p:strVal val="#ppt_y-0.01524"/>
                                          </p:val>
                                        </p:tav>
                                        <p:tav tm="49818">
                                          <p:val>
                                            <p:strVal val="#ppt_y-0.00926"/>
                                          </p:val>
                                        </p:tav>
                                        <p:tav tm="51033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1689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2904">
                                          <p:val>
                                            <p:strVal val="#ppt_y-0.00811"/>
                                          </p:val>
                                        </p:tav>
                                        <p:tav tm="74119">
                                          <p:val>
                                            <p:strVal val="#ppt_y-0.01505"/>
                                          </p:val>
                                        </p:tav>
                                        <p:tav tm="75334">
                                          <p:val>
                                            <p:strVal val="#ppt_y-0.01271"/>
                                          </p:val>
                                        </p:tav>
                                        <p:tav tm="76549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77764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83840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85055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6270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91130">
                                          <p:val>
                                            <p:strVal val="#ppt_y+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74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9923"/>
                                          </p:val>
                                        </p:tav>
                                        <p:tav tm="8505">
                                          <p:val>
                                            <p:strVal val="#ppt_w*0.69923"/>
                                          </p:val>
                                        </p:tav>
                                        <p:tav tm="9721">
                                          <p:val>
                                            <p:strVal val="#ppt_w*0.73595"/>
                                          </p:val>
                                        </p:tav>
                                        <p:tav tm="10936">
                                          <p:val>
                                            <p:strVal val="#ppt_w*0.89605"/>
                                          </p:val>
                                        </p:tav>
                                        <p:tav tm="12151">
                                          <p:val>
                                            <p:strVal val="#ppt_w*1.01867"/>
                                          </p:val>
                                        </p:tav>
                                        <p:tav tm="13366">
                                          <p:val>
                                            <p:strVal val="#ppt_w*1.10699"/>
                                          </p:val>
                                        </p:tav>
                                        <p:tav tm="14581">
                                          <p:val>
                                            <p:strVal val="#ppt_w*1.16505"/>
                                          </p:val>
                                        </p:tav>
                                        <p:tav tm="15796">
                                          <p:val>
                                            <p:strVal val="#ppt_w*1.19767"/>
                                          </p:val>
                                        </p:tav>
                                        <p:tav tm="17011">
                                          <p:val>
                                            <p:strVal val="#ppt_w*1.21026"/>
                                          </p:val>
                                        </p:tav>
                                        <p:tav tm="18226">
                                          <p:val>
                                            <p:strVal val="#ppt_w*1.20845"/>
                                          </p:val>
                                        </p:tav>
                                        <p:tav tm="21871">
                                          <p:val>
                                            <p:strVal val="#ppt_w*1.17185"/>
                                          </p:val>
                                        </p:tav>
                                        <p:tav tm="23086">
                                          <p:val>
                                            <p:strVal val="#ppt_w*1.16558"/>
                                          </p:val>
                                        </p:tav>
                                        <p:tav tm="83840">
                                          <p:val>
                                            <p:strVal val="#ppt_w*1.16538"/>
                                          </p:val>
                                        </p:tav>
                                        <p:tav tm="85055">
                                          <p:val>
                                            <p:strVal val="#ppt_w*1.05955"/>
                                          </p:val>
                                        </p:tav>
                                        <p:tav tm="86270">
                                          <p:val>
                                            <p:strVal val="#ppt_w*1.01537"/>
                                          </p:val>
                                        </p:tav>
                                        <p:tav tm="87485">
                                          <p:val>
                                            <p:strVal val="#ppt_w*1"/>
                                          </p:val>
                                        </p:tav>
                                        <p:tav tm="88700">
                                          <p:val>
                                            <p:strVal val="#ppt_w*0.9937"/>
                                          </p:val>
                                        </p:tav>
                                        <p:tav tm="91130">
                                          <p:val>
                                            <p:strVal val="#ppt_w*0.99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274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9923"/>
                                          </p:val>
                                        </p:tav>
                                        <p:tav tm="8505">
                                          <p:val>
                                            <p:strVal val="#ppt_h*0.69923"/>
                                          </p:val>
                                        </p:tav>
                                        <p:tav tm="9721">
                                          <p:val>
                                            <p:strVal val="#ppt_h*0.73595"/>
                                          </p:val>
                                        </p:tav>
                                        <p:tav tm="10936">
                                          <p:val>
                                            <p:strVal val="#ppt_h*0.89605"/>
                                          </p:val>
                                        </p:tav>
                                        <p:tav tm="12151">
                                          <p:val>
                                            <p:strVal val="#ppt_h*1.01867"/>
                                          </p:val>
                                        </p:tav>
                                        <p:tav tm="13366">
                                          <p:val>
                                            <p:strVal val="#ppt_h*1.10699"/>
                                          </p:val>
                                        </p:tav>
                                        <p:tav tm="14581">
                                          <p:val>
                                            <p:strVal val="#ppt_h*1.16505"/>
                                          </p:val>
                                        </p:tav>
                                        <p:tav tm="15796">
                                          <p:val>
                                            <p:strVal val="#ppt_h*1.19767"/>
                                          </p:val>
                                        </p:tav>
                                        <p:tav tm="17011">
                                          <p:val>
                                            <p:strVal val="#ppt_h*1.21026"/>
                                          </p:val>
                                        </p:tav>
                                        <p:tav tm="18226">
                                          <p:val>
                                            <p:strVal val="#ppt_h*1.20845"/>
                                          </p:val>
                                        </p:tav>
                                        <p:tav tm="21871">
                                          <p:val>
                                            <p:strVal val="#ppt_h*1.17185"/>
                                          </p:val>
                                        </p:tav>
                                        <p:tav tm="23086">
                                          <p:val>
                                            <p:strVal val="#ppt_h*1.16558"/>
                                          </p:val>
                                        </p:tav>
                                        <p:tav tm="83840">
                                          <p:val>
                                            <p:strVal val="#ppt_h*1.16538"/>
                                          </p:val>
                                        </p:tav>
                                        <p:tav tm="85055">
                                          <p:val>
                                            <p:strVal val="#ppt_h*1.05955"/>
                                          </p:val>
                                        </p:tav>
                                        <p:tav tm="86270">
                                          <p:val>
                                            <p:strVal val="#ppt_h*1.01537"/>
                                          </p:val>
                                        </p:tav>
                                        <p:tav tm="87485">
                                          <p:val>
                                            <p:strVal val="#ppt_h*1"/>
                                          </p:val>
                                        </p:tav>
                                        <p:tav tm="88700">
                                          <p:val>
                                            <p:strVal val="#ppt_h*0.9937"/>
                                          </p:val>
                                        </p:tav>
                                        <p:tav tm="91130">
                                          <p:val>
                                            <p:strVal val="#ppt_h*0.990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33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93" dur="133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set>
                                      <p:cBhvr>
                                        <p:cTn id="95" dur="133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96" dur="133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33" fill="hold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98" dur="133" fill="hold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67" fill="hold">
                                          <p:stCondLst>
                                            <p:cond delay="21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00" dur="167" fill="hold">
                                          <p:stCondLst>
                                            <p:cond delay="21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1" dur="287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667"/>
                                          </p:val>
                                        </p:tav>
                                        <p:tav tm="8121">
                                          <p:val>
                                            <p:strVal val="#ppt_x-1.26667"/>
                                          </p:val>
                                        </p:tav>
                                        <p:tav tm="9281">
                                          <p:val>
                                            <p:strVal val="#ppt_x-1.26463"/>
                                          </p:val>
                                        </p:tav>
                                        <p:tav tm="10441">
                                          <p:val>
                                            <p:strVal val="#ppt_x-1.25576"/>
                                          </p:val>
                                        </p:tav>
                                        <p:tav tm="11601">
                                          <p:val>
                                            <p:strVal val="#ppt_x-1.24897"/>
                                          </p:val>
                                        </p:tav>
                                        <p:tav tm="12761">
                                          <p:val>
                                            <p:strVal val="#ppt_x-1.24407"/>
                                          </p:val>
                                        </p:tav>
                                        <p:tav tm="13921">
                                          <p:val>
                                            <p:strVal val="#ppt_x-1.24085"/>
                                          </p:val>
                                        </p:tav>
                                        <p:tav tm="15081">
                                          <p:val>
                                            <p:strVal val="#ppt_x-1.23905"/>
                                          </p:val>
                                        </p:tav>
                                        <p:tav tm="16241">
                                          <p:val>
                                            <p:strVal val="#ppt_x-1.23835"/>
                                          </p:val>
                                        </p:tav>
                                        <p:tav tm="17401">
                                          <p:val>
                                            <p:strVal val="#ppt_x-1.23845"/>
                                          </p:val>
                                        </p:tav>
                                        <p:tav tm="22042">
                                          <p:val>
                                            <p:strVal val="#ppt_x-1.24082"/>
                                          </p:val>
                                        </p:tav>
                                        <p:tav tm="80046">
                                          <p:val>
                                            <p:strVal val="#ppt_x-1.24083"/>
                                          </p:val>
                                        </p:tav>
                                        <p:tav tm="81206">
                                          <p:val>
                                            <p:strVal val="#ppt_x-1.2467"/>
                                          </p:val>
                                        </p:tav>
                                        <p:tav tm="82367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84687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87007">
                                          <p:val>
                                            <p:strVal val="#ppt_x-1.25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287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8121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9281">
                                          <p:val>
                                            <p:strVal val="#ppt_y+0.00965"/>
                                          </p:val>
                                        </p:tav>
                                        <p:tav tm="10441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11601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3921">
                                          <p:val>
                                            <p:strVal val="#ppt_y-0.00603"/>
                                          </p:val>
                                        </p:tav>
                                        <p:tav tm="16241">
                                          <p:val>
                                            <p:strVal val="#ppt_y-0.00768"/>
                                          </p:val>
                                        </p:tav>
                                        <p:tav tm="23202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24362">
                                          <p:val>
                                            <p:strVal val="#ppt_y-0.0102"/>
                                          </p:val>
                                        </p:tav>
                                        <p:tav tm="25522">
                                          <p:val>
                                            <p:strVal val="#ppt_y-0.01709"/>
                                          </p:val>
                                        </p:tav>
                                        <p:tav tm="26682">
                                          <p:val>
                                            <p:strVal val="#ppt_y-0.01093"/>
                                          </p:val>
                                        </p:tav>
                                        <p:tav tm="27842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48724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49884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51044">
                                          <p:val>
                                            <p:strVal val="#ppt_y-0.01459"/>
                                          </p:val>
                                        </p:tav>
                                        <p:tav tm="52204">
                                          <p:val>
                                            <p:strVal val="#ppt_y-0.00873"/>
                                          </p:val>
                                        </p:tav>
                                        <p:tav tm="53364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3086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74246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75406">
                                          <p:val>
                                            <p:strVal val="#ppt_y-0.01574"/>
                                          </p:val>
                                        </p:tav>
                                        <p:tav tm="76566">
                                          <p:val>
                                            <p:strVal val="#ppt_y-0.0121"/>
                                          </p:val>
                                        </p:tav>
                                        <p:tav tm="77726">
                                          <p:val>
                                            <p:strVal val="#ppt_y-0.00675"/>
                                          </p:val>
                                        </p:tav>
                                        <p:tav tm="80046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81206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2367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87007">
                                          <p:val>
                                            <p:strVal val="#ppt_y+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87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69923"/>
                                          </p:val>
                                        </p:tav>
                                        <p:tav tm="8121">
                                          <p:val>
                                            <p:strVal val="#ppt_w*0.69923"/>
                                          </p:val>
                                        </p:tav>
                                        <p:tav tm="9281">
                                          <p:val>
                                            <p:strVal val="#ppt_w*0.73595"/>
                                          </p:val>
                                        </p:tav>
                                        <p:tav tm="10441">
                                          <p:val>
                                            <p:strVal val="#ppt_w*0.89605"/>
                                          </p:val>
                                        </p:tav>
                                        <p:tav tm="11601">
                                          <p:val>
                                            <p:strVal val="#ppt_w*1.01867"/>
                                          </p:val>
                                        </p:tav>
                                        <p:tav tm="12761">
                                          <p:val>
                                            <p:strVal val="#ppt_w*1.10699"/>
                                          </p:val>
                                        </p:tav>
                                        <p:tav tm="13921">
                                          <p:val>
                                            <p:strVal val="#ppt_w*1.16505"/>
                                          </p:val>
                                        </p:tav>
                                        <p:tav tm="15081">
                                          <p:val>
                                            <p:strVal val="#ppt_w*1.19767"/>
                                          </p:val>
                                        </p:tav>
                                        <p:tav tm="16241">
                                          <p:val>
                                            <p:strVal val="#ppt_w*1.21026"/>
                                          </p:val>
                                        </p:tav>
                                        <p:tav tm="17401">
                                          <p:val>
                                            <p:strVal val="#ppt_w*1.20845"/>
                                          </p:val>
                                        </p:tav>
                                        <p:tav tm="20882">
                                          <p:val>
                                            <p:strVal val="#ppt_w*1.17185"/>
                                          </p:val>
                                        </p:tav>
                                        <p:tav tm="22042">
                                          <p:val>
                                            <p:strVal val="#ppt_w*1.16558"/>
                                          </p:val>
                                        </p:tav>
                                        <p:tav tm="80046">
                                          <p:val>
                                            <p:strVal val="#ppt_w*1.16538"/>
                                          </p:val>
                                        </p:tav>
                                        <p:tav tm="81206">
                                          <p:val>
                                            <p:strVal val="#ppt_w*1.05955"/>
                                          </p:val>
                                        </p:tav>
                                        <p:tav tm="82367">
                                          <p:val>
                                            <p:strVal val="#ppt_w*1.01537"/>
                                          </p:val>
                                        </p:tav>
                                        <p:tav tm="83527">
                                          <p:val>
                                            <p:strVal val="#ppt_w*1"/>
                                          </p:val>
                                        </p:tav>
                                        <p:tav tm="84687">
                                          <p:val>
                                            <p:strVal val="#ppt_w*0.9937"/>
                                          </p:val>
                                        </p:tav>
                                        <p:tav tm="87007">
                                          <p:val>
                                            <p:strVal val="#ppt_w*0.99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87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69923"/>
                                          </p:val>
                                        </p:tav>
                                        <p:tav tm="8121">
                                          <p:val>
                                            <p:strVal val="#ppt_h*0.69923"/>
                                          </p:val>
                                        </p:tav>
                                        <p:tav tm="9281">
                                          <p:val>
                                            <p:strVal val="#ppt_h*0.73595"/>
                                          </p:val>
                                        </p:tav>
                                        <p:tav tm="10441">
                                          <p:val>
                                            <p:strVal val="#ppt_h*0.89605"/>
                                          </p:val>
                                        </p:tav>
                                        <p:tav tm="11601">
                                          <p:val>
                                            <p:strVal val="#ppt_h*1.01867"/>
                                          </p:val>
                                        </p:tav>
                                        <p:tav tm="12761">
                                          <p:val>
                                            <p:strVal val="#ppt_h*1.10699"/>
                                          </p:val>
                                        </p:tav>
                                        <p:tav tm="13921">
                                          <p:val>
                                            <p:strVal val="#ppt_h*1.16505"/>
                                          </p:val>
                                        </p:tav>
                                        <p:tav tm="15081">
                                          <p:val>
                                            <p:strVal val="#ppt_h*1.19767"/>
                                          </p:val>
                                        </p:tav>
                                        <p:tav tm="16241">
                                          <p:val>
                                            <p:strVal val="#ppt_h*1.21026"/>
                                          </p:val>
                                        </p:tav>
                                        <p:tav tm="17401">
                                          <p:val>
                                            <p:strVal val="#ppt_h*1.20845"/>
                                          </p:val>
                                        </p:tav>
                                        <p:tav tm="20882">
                                          <p:val>
                                            <p:strVal val="#ppt_h*1.17185"/>
                                          </p:val>
                                        </p:tav>
                                        <p:tav tm="22042">
                                          <p:val>
                                            <p:strVal val="#ppt_h*1.16558"/>
                                          </p:val>
                                        </p:tav>
                                        <p:tav tm="80046">
                                          <p:val>
                                            <p:strVal val="#ppt_h*1.16538"/>
                                          </p:val>
                                        </p:tav>
                                        <p:tav tm="81206">
                                          <p:val>
                                            <p:strVal val="#ppt_h*1.05955"/>
                                          </p:val>
                                        </p:tav>
                                        <p:tav tm="82367">
                                          <p:val>
                                            <p:strVal val="#ppt_h*1.01537"/>
                                          </p:val>
                                        </p:tav>
                                        <p:tav tm="83527">
                                          <p:val>
                                            <p:strVal val="#ppt_h*1"/>
                                          </p:val>
                                        </p:tav>
                                        <p:tav tm="84687">
                                          <p:val>
                                            <p:strVal val="#ppt_h*0.9937"/>
                                          </p:val>
                                        </p:tav>
                                        <p:tav tm="87007">
                                          <p:val>
                                            <p:strVal val="#ppt_h*0.990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8" dur="40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81818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85124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88430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91736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40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91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291"/>
                                          </p:val>
                                        </p:tav>
                                        <p:tav tm="83471">
                                          <p:val>
                                            <p:strVal val="#ppt_y-0.00791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40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0083">
                                          <p:val>
                                            <p:strVal val="#ppt_w*1.01182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5" dur="40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1736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3471">
                                          <p:val>
                                            <p:strVal val="#ppt_y-0.00794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40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40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2" dur="40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1736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28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0828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266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40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40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9" dur="40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75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775"/>
                                          </p:val>
                                        </p:tav>
                                        <p:tav tm="83471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91736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40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3471">
                                          <p:val>
                                            <p:strVal val="#ppt_y-0.00794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0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40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6" dur="40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1736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40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65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765"/>
                                          </p:val>
                                        </p:tav>
                                        <p:tav tm="83471">
                                          <p:val>
                                            <p:strVal val="#ppt_y-0.01082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567"/>
                                          </p:val>
                                        </p:tav>
                                        <p:tav tm="86777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40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40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3" dur="40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40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3471">
                                          <p:val>
                                            <p:strVal val="#ppt_y-0.00794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40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40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0" dur="40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1736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0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123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123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361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233">
                                          <p:stCondLst>
                                            <p:cond delay="33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7" dur="40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1818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85124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88430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1736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0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1818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83471">
                                          <p:val>
                                            <p:strVal val="#ppt_y-0.00794"/>
                                          </p:val>
                                        </p:tav>
                                        <p:tav tm="85124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8843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173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w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w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w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w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w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40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"/>
                                          </p:val>
                                        </p:tav>
                                        <p:tav tm="81818">
                                          <p:val>
                                            <p:strVal val="#ppt_h*0.85"/>
                                          </p:val>
                                        </p:tav>
                                        <p:tav tm="83471">
                                          <p:val>
                                            <p:strVal val="#ppt_h*0.90807"/>
                                          </p:val>
                                        </p:tav>
                                        <p:tav tm="85124">
                                          <p:val>
                                            <p:strVal val="#ppt_h*0.95182"/>
                                          </p:val>
                                        </p:tav>
                                        <p:tav tm="86777">
                                          <p:val>
                                            <p:strVal val="#ppt_h*0.98253"/>
                                          </p:val>
                                        </p:tav>
                                        <p:tav tm="88430">
                                          <p:val>
                                            <p:strVal val="#ppt_h*1.00185"/>
                                          </p:val>
                                        </p:tav>
                                        <p:tav tm="91736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760" fill="hold" decel="100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69" dur="760" decel="100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0" grpId="0" animBg="1"/>
      <p:bldP spid="11" grpId="0" animBg="1"/>
      <p:bldP spid="12" grpId="0" animBg="1"/>
      <p:bldP spid="13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9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o-shit commerc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0" y="0"/>
            <a:ext cx="12192000" cy="1987550"/>
          </a:xfrm>
          <a:custGeom>
            <a:avLst/>
            <a:gdLst/>
            <a:ahLst/>
            <a:cxnLst/>
            <a:rect l="0" t="0" r="r" b="b"/>
            <a:pathLst>
              <a:path w="12192000" h="1987550">
                <a:moveTo>
                  <a:pt x="0" y="0"/>
                </a:moveTo>
                <a:lnTo>
                  <a:pt x="12192000" y="0"/>
                </a:lnTo>
                <a:lnTo>
                  <a:pt x="8655050" y="1987550"/>
                </a:lnTo>
                <a:lnTo>
                  <a:pt x="3536950" y="1987550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>
            <a:off x="4445000" y="1365250"/>
            <a:ext cx="3302000" cy="539750"/>
          </a:xfrm>
          <a:custGeom>
            <a:avLst/>
            <a:gdLst/>
            <a:ahLst/>
            <a:cxnLst/>
            <a:rect l="0" t="0" r="r" b="b"/>
            <a:pathLst>
              <a:path w="3302000" h="539750">
                <a:moveTo>
                  <a:pt x="0" y="0"/>
                </a:moveTo>
                <a:lnTo>
                  <a:pt x="3302000" y="0"/>
                </a:lnTo>
                <a:lnTo>
                  <a:pt x="3048000" y="539750"/>
                </a:lnTo>
                <a:lnTo>
                  <a:pt x="254000" y="539750"/>
                </a:lnTo>
                <a:close/>
              </a:path>
            </a:pathLst>
          </a:custGeom>
          <a:solidFill>
            <a:srgbClr val="FFF9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3"/>
          <p:cNvSpPr/>
          <p:nvPr/>
        </p:nvSpPr>
        <p:spPr>
          <a:xfrm>
            <a:off x="5048250" y="1543050"/>
            <a:ext cx="2095500" cy="273050"/>
          </a:xfrm>
          <a:custGeom>
            <a:avLst/>
            <a:gdLst/>
            <a:ahLst/>
            <a:cxnLst/>
            <a:rect l="0" t="0" r="r" b="b"/>
            <a:pathLst>
              <a:path w="2095500" h="273050">
                <a:moveTo>
                  <a:pt x="0" y="0"/>
                </a:moveTo>
                <a:lnTo>
                  <a:pt x="2095500" y="0"/>
                </a:lnTo>
                <a:lnTo>
                  <a:pt x="1943100" y="273050"/>
                </a:lnTo>
                <a:lnTo>
                  <a:pt x="152400" y="273050"/>
                </a:lnTo>
                <a:close/>
              </a:path>
            </a:pathLst>
          </a:custGeom>
          <a:solidFill>
            <a:srgbClr val="FFFDF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Kształt 4"/>
          <p:cNvSpPr/>
          <p:nvPr/>
        </p:nvSpPr>
        <p:spPr>
          <a:xfrm>
            <a:off x="3536950" y="1987550"/>
            <a:ext cx="5118100" cy="2882900"/>
          </a:xfrm>
          <a:custGeom>
            <a:avLst/>
            <a:gdLst/>
            <a:ahLst/>
            <a:cxnLst/>
            <a:rect l="0" t="0" r="r" b="b"/>
            <a:pathLst>
              <a:path w="5118100" h="2882900">
                <a:moveTo>
                  <a:pt x="0" y="0"/>
                </a:moveTo>
                <a:lnTo>
                  <a:pt x="5118100" y="0"/>
                </a:lnTo>
                <a:lnTo>
                  <a:pt x="5118100" y="2882900"/>
                </a:lnTo>
                <a:lnTo>
                  <a:pt x="0" y="2882900"/>
                </a:lnTo>
                <a:close/>
              </a:path>
            </a:pathLst>
          </a:custGeom>
          <a:solidFill>
            <a:srgbClr val="F6EE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Kształt 5"/>
          <p:cNvSpPr/>
          <p:nvPr/>
        </p:nvSpPr>
        <p:spPr>
          <a:xfrm>
            <a:off x="3536950" y="1987550"/>
            <a:ext cx="5118100" cy="679450"/>
          </a:xfrm>
          <a:custGeom>
            <a:avLst/>
            <a:gdLst/>
            <a:ahLst/>
            <a:cxnLst/>
            <a:rect l="0" t="0" r="r" b="b"/>
            <a:pathLst>
              <a:path w="5118100" h="679450">
                <a:moveTo>
                  <a:pt x="0" y="0"/>
                </a:moveTo>
                <a:lnTo>
                  <a:pt x="5118100" y="0"/>
                </a:lnTo>
                <a:lnTo>
                  <a:pt x="5118100" y="679450"/>
                </a:lnTo>
                <a:lnTo>
                  <a:pt x="0" y="679450"/>
                </a:lnTo>
                <a:close/>
              </a:path>
            </a:pathLst>
          </a:custGeom>
          <a:solidFill>
            <a:srgbClr val="F9F3E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Kształt 6"/>
          <p:cNvSpPr/>
          <p:nvPr/>
        </p:nvSpPr>
        <p:spPr>
          <a:xfrm>
            <a:off x="0" y="0"/>
            <a:ext cx="3536950" cy="6858000"/>
          </a:xfrm>
          <a:custGeom>
            <a:avLst/>
            <a:gdLst/>
            <a:ahLst/>
            <a:cxnLst/>
            <a:rect l="0" t="0" r="r" b="b"/>
            <a:pathLst>
              <a:path w="3536950" h="6858000">
                <a:moveTo>
                  <a:pt x="0" y="0"/>
                </a:moveTo>
                <a:lnTo>
                  <a:pt x="3536950" y="1987550"/>
                </a:lnTo>
                <a:lnTo>
                  <a:pt x="3536950" y="4870450"/>
                </a:lnTo>
                <a:lnTo>
                  <a:pt x="0" y="6858000"/>
                </a:lnTo>
                <a:close/>
              </a:path>
            </a:pathLst>
          </a:custGeom>
          <a:solidFill>
            <a:srgbClr val="EBE1C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Kształt 7"/>
          <p:cNvSpPr/>
          <p:nvPr/>
        </p:nvSpPr>
        <p:spPr>
          <a:xfrm>
            <a:off x="8655050" y="0"/>
            <a:ext cx="3536950" cy="6858000"/>
          </a:xfrm>
          <a:custGeom>
            <a:avLst/>
            <a:gdLst/>
            <a:ahLst/>
            <a:cxnLst/>
            <a:rect l="0" t="0" r="r" b="b"/>
            <a:pathLst>
              <a:path w="3536950" h="6858000">
                <a:moveTo>
                  <a:pt x="3536950" y="0"/>
                </a:moveTo>
                <a:lnTo>
                  <a:pt x="0" y="1987550"/>
                </a:lnTo>
                <a:lnTo>
                  <a:pt x="0" y="4870450"/>
                </a:lnTo>
                <a:lnTo>
                  <a:pt x="3536950" y="6858000"/>
                </a:lnTo>
                <a:close/>
              </a:path>
            </a:pathLst>
          </a:custGeom>
          <a:solidFill>
            <a:srgbClr val="E7DDC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8"/>
          <p:cNvSpPr/>
          <p:nvPr/>
        </p:nvSpPr>
        <p:spPr>
          <a:xfrm>
            <a:off x="0" y="762000"/>
            <a:ext cx="3536950" cy="1626870"/>
          </a:xfrm>
          <a:custGeom>
            <a:avLst/>
            <a:gdLst/>
            <a:ahLst/>
            <a:cxnLst/>
            <a:rect l="0" t="0" r="r" b="b"/>
            <a:pathLst>
              <a:path w="3536950" h="1626870">
                <a:moveTo>
                  <a:pt x="0" y="0"/>
                </a:moveTo>
                <a:lnTo>
                  <a:pt x="3536950" y="1546860"/>
                </a:lnTo>
                <a:lnTo>
                  <a:pt x="3536950" y="1626870"/>
                </a:lnTo>
                <a:lnTo>
                  <a:pt x="0" y="190500"/>
                </a:lnTo>
                <a:close/>
              </a:path>
            </a:pathLst>
          </a:custGeom>
          <a:solidFill>
            <a:srgbClr val="DDD2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Kształt 9"/>
          <p:cNvSpPr/>
          <p:nvPr/>
        </p:nvSpPr>
        <p:spPr>
          <a:xfrm>
            <a:off x="0" y="698500"/>
            <a:ext cx="3536950" cy="1610360"/>
          </a:xfrm>
          <a:custGeom>
            <a:avLst/>
            <a:gdLst/>
            <a:ahLst/>
            <a:cxnLst/>
            <a:rect l="0" t="0" r="r" b="b"/>
            <a:pathLst>
              <a:path w="3536950" h="1610360">
                <a:moveTo>
                  <a:pt x="0" y="0"/>
                </a:moveTo>
                <a:lnTo>
                  <a:pt x="3536950" y="1583690"/>
                </a:lnTo>
                <a:lnTo>
                  <a:pt x="3536950" y="1610360"/>
                </a:lnTo>
                <a:lnTo>
                  <a:pt x="0" y="63500"/>
                </a:lnTo>
                <a:close/>
              </a:path>
            </a:pathLst>
          </a:custGeom>
          <a:solidFill>
            <a:srgbClr val="FCF8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Kształt 10"/>
          <p:cNvSpPr/>
          <p:nvPr/>
        </p:nvSpPr>
        <p:spPr>
          <a:xfrm>
            <a:off x="8655050" y="762000"/>
            <a:ext cx="3536950" cy="1626870"/>
          </a:xfrm>
          <a:custGeom>
            <a:avLst/>
            <a:gdLst/>
            <a:ahLst/>
            <a:cxnLst/>
            <a:rect l="0" t="0" r="r" b="b"/>
            <a:pathLst>
              <a:path w="3536950" h="1626870">
                <a:moveTo>
                  <a:pt x="3536950" y="0"/>
                </a:moveTo>
                <a:lnTo>
                  <a:pt x="0" y="1546860"/>
                </a:lnTo>
                <a:lnTo>
                  <a:pt x="0" y="1626870"/>
                </a:lnTo>
                <a:lnTo>
                  <a:pt x="3536950" y="190500"/>
                </a:lnTo>
                <a:close/>
              </a:path>
            </a:pathLst>
          </a:custGeom>
          <a:solidFill>
            <a:srgbClr val="D9CE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Kształt 11"/>
          <p:cNvSpPr/>
          <p:nvPr/>
        </p:nvSpPr>
        <p:spPr>
          <a:xfrm>
            <a:off x="8655050" y="698500"/>
            <a:ext cx="3536950" cy="1610360"/>
          </a:xfrm>
          <a:custGeom>
            <a:avLst/>
            <a:gdLst/>
            <a:ahLst/>
            <a:cxnLst/>
            <a:rect l="0" t="0" r="r" b="b"/>
            <a:pathLst>
              <a:path w="3536950" h="1610360">
                <a:moveTo>
                  <a:pt x="3536950" y="0"/>
                </a:moveTo>
                <a:lnTo>
                  <a:pt x="0" y="1583690"/>
                </a:lnTo>
                <a:lnTo>
                  <a:pt x="0" y="1610360"/>
                </a:lnTo>
                <a:lnTo>
                  <a:pt x="3536950" y="63500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Kształt 12"/>
          <p:cNvSpPr/>
          <p:nvPr/>
        </p:nvSpPr>
        <p:spPr>
          <a:xfrm>
            <a:off x="0" y="1905000"/>
            <a:ext cx="3536950" cy="963930"/>
          </a:xfrm>
          <a:custGeom>
            <a:avLst/>
            <a:gdLst/>
            <a:ahLst/>
            <a:cxnLst/>
            <a:rect l="0" t="0" r="r" b="b"/>
            <a:pathLst>
              <a:path w="3536950" h="963930">
                <a:moveTo>
                  <a:pt x="0" y="0"/>
                </a:moveTo>
                <a:lnTo>
                  <a:pt x="3536950" y="883920"/>
                </a:lnTo>
                <a:lnTo>
                  <a:pt x="3536950" y="963930"/>
                </a:lnTo>
                <a:lnTo>
                  <a:pt x="0" y="190500"/>
                </a:lnTo>
                <a:close/>
              </a:path>
            </a:pathLst>
          </a:custGeom>
          <a:solidFill>
            <a:srgbClr val="DDD2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Kształt 13"/>
          <p:cNvSpPr/>
          <p:nvPr/>
        </p:nvSpPr>
        <p:spPr>
          <a:xfrm>
            <a:off x="0" y="1841500"/>
            <a:ext cx="3536950" cy="947420"/>
          </a:xfrm>
          <a:custGeom>
            <a:avLst/>
            <a:gdLst/>
            <a:ahLst/>
            <a:cxnLst/>
            <a:rect l="0" t="0" r="r" b="b"/>
            <a:pathLst>
              <a:path w="3536950" h="947420">
                <a:moveTo>
                  <a:pt x="0" y="0"/>
                </a:moveTo>
                <a:lnTo>
                  <a:pt x="3536950" y="920750"/>
                </a:lnTo>
                <a:lnTo>
                  <a:pt x="3536950" y="947420"/>
                </a:lnTo>
                <a:lnTo>
                  <a:pt x="0" y="63500"/>
                </a:lnTo>
                <a:close/>
              </a:path>
            </a:pathLst>
          </a:custGeom>
          <a:solidFill>
            <a:srgbClr val="FCF8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Kształt 14"/>
          <p:cNvSpPr/>
          <p:nvPr/>
        </p:nvSpPr>
        <p:spPr>
          <a:xfrm>
            <a:off x="8655050" y="1905000"/>
            <a:ext cx="3536950" cy="963930"/>
          </a:xfrm>
          <a:custGeom>
            <a:avLst/>
            <a:gdLst/>
            <a:ahLst/>
            <a:cxnLst/>
            <a:rect l="0" t="0" r="r" b="b"/>
            <a:pathLst>
              <a:path w="3536950" h="963930">
                <a:moveTo>
                  <a:pt x="3536950" y="0"/>
                </a:moveTo>
                <a:lnTo>
                  <a:pt x="0" y="883920"/>
                </a:lnTo>
                <a:lnTo>
                  <a:pt x="0" y="963930"/>
                </a:lnTo>
                <a:lnTo>
                  <a:pt x="3536950" y="190500"/>
                </a:lnTo>
                <a:close/>
              </a:path>
            </a:pathLst>
          </a:custGeom>
          <a:solidFill>
            <a:srgbClr val="D9CE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Kształt 15"/>
          <p:cNvSpPr/>
          <p:nvPr/>
        </p:nvSpPr>
        <p:spPr>
          <a:xfrm>
            <a:off x="8655050" y="1841500"/>
            <a:ext cx="3536950" cy="947420"/>
          </a:xfrm>
          <a:custGeom>
            <a:avLst/>
            <a:gdLst/>
            <a:ahLst/>
            <a:cxnLst/>
            <a:rect l="0" t="0" r="r" b="b"/>
            <a:pathLst>
              <a:path w="3536950" h="947420">
                <a:moveTo>
                  <a:pt x="3536950" y="0"/>
                </a:moveTo>
                <a:lnTo>
                  <a:pt x="0" y="920750"/>
                </a:lnTo>
                <a:lnTo>
                  <a:pt x="0" y="947420"/>
                </a:lnTo>
                <a:lnTo>
                  <a:pt x="3536950" y="63500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Kształt 16"/>
          <p:cNvSpPr/>
          <p:nvPr/>
        </p:nvSpPr>
        <p:spPr>
          <a:xfrm>
            <a:off x="0" y="3048000"/>
            <a:ext cx="3536950" cy="300990"/>
          </a:xfrm>
          <a:custGeom>
            <a:avLst/>
            <a:gdLst/>
            <a:ahLst/>
            <a:cxnLst/>
            <a:rect l="0" t="0" r="r" b="b"/>
            <a:pathLst>
              <a:path w="3536950" h="300990">
                <a:moveTo>
                  <a:pt x="0" y="0"/>
                </a:moveTo>
                <a:lnTo>
                  <a:pt x="3536950" y="220980"/>
                </a:lnTo>
                <a:lnTo>
                  <a:pt x="3536950" y="300990"/>
                </a:lnTo>
                <a:lnTo>
                  <a:pt x="0" y="190500"/>
                </a:lnTo>
                <a:close/>
              </a:path>
            </a:pathLst>
          </a:custGeom>
          <a:solidFill>
            <a:srgbClr val="DDD2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Kształt 17"/>
          <p:cNvSpPr/>
          <p:nvPr/>
        </p:nvSpPr>
        <p:spPr>
          <a:xfrm>
            <a:off x="0" y="2984500"/>
            <a:ext cx="3536950" cy="284480"/>
          </a:xfrm>
          <a:custGeom>
            <a:avLst/>
            <a:gdLst/>
            <a:ahLst/>
            <a:cxnLst/>
            <a:rect l="0" t="0" r="r" b="b"/>
            <a:pathLst>
              <a:path w="3536950" h="284480">
                <a:moveTo>
                  <a:pt x="0" y="0"/>
                </a:moveTo>
                <a:lnTo>
                  <a:pt x="3536950" y="257810"/>
                </a:lnTo>
                <a:lnTo>
                  <a:pt x="3536950" y="284480"/>
                </a:lnTo>
                <a:lnTo>
                  <a:pt x="0" y="63500"/>
                </a:lnTo>
                <a:close/>
              </a:path>
            </a:pathLst>
          </a:custGeom>
          <a:solidFill>
            <a:srgbClr val="FCF8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Kształt 18"/>
          <p:cNvSpPr/>
          <p:nvPr/>
        </p:nvSpPr>
        <p:spPr>
          <a:xfrm>
            <a:off x="8655050" y="3048000"/>
            <a:ext cx="3536950" cy="300990"/>
          </a:xfrm>
          <a:custGeom>
            <a:avLst/>
            <a:gdLst/>
            <a:ahLst/>
            <a:cxnLst/>
            <a:rect l="0" t="0" r="r" b="b"/>
            <a:pathLst>
              <a:path w="3536950" h="300990">
                <a:moveTo>
                  <a:pt x="3536950" y="0"/>
                </a:moveTo>
                <a:lnTo>
                  <a:pt x="0" y="220980"/>
                </a:lnTo>
                <a:lnTo>
                  <a:pt x="0" y="300990"/>
                </a:lnTo>
                <a:lnTo>
                  <a:pt x="3536950" y="190500"/>
                </a:lnTo>
                <a:close/>
              </a:path>
            </a:pathLst>
          </a:custGeom>
          <a:solidFill>
            <a:srgbClr val="D9CE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Kształt 19"/>
          <p:cNvSpPr/>
          <p:nvPr/>
        </p:nvSpPr>
        <p:spPr>
          <a:xfrm>
            <a:off x="8655050" y="2984500"/>
            <a:ext cx="3536950" cy="284480"/>
          </a:xfrm>
          <a:custGeom>
            <a:avLst/>
            <a:gdLst/>
            <a:ahLst/>
            <a:cxnLst/>
            <a:rect l="0" t="0" r="r" b="b"/>
            <a:pathLst>
              <a:path w="3536950" h="284480">
                <a:moveTo>
                  <a:pt x="3536950" y="0"/>
                </a:moveTo>
                <a:lnTo>
                  <a:pt x="0" y="257810"/>
                </a:lnTo>
                <a:lnTo>
                  <a:pt x="0" y="284480"/>
                </a:lnTo>
                <a:lnTo>
                  <a:pt x="3536950" y="63500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Kształt 20"/>
          <p:cNvSpPr/>
          <p:nvPr/>
        </p:nvSpPr>
        <p:spPr>
          <a:xfrm>
            <a:off x="0" y="4241800"/>
            <a:ext cx="12192000" cy="1117600"/>
          </a:xfrm>
          <a:custGeom>
            <a:avLst/>
            <a:gdLst/>
            <a:ahLst/>
            <a:cxnLst/>
            <a:rect l="0" t="0" r="r" b="b"/>
            <a:pathLst>
              <a:path w="12192000" h="1117600">
                <a:moveTo>
                  <a:pt x="0" y="1117600"/>
                </a:moveTo>
                <a:lnTo>
                  <a:pt x="12192000" y="1117600"/>
                </a:lnTo>
                <a:lnTo>
                  <a:pt x="8655050" y="0"/>
                </a:lnTo>
                <a:lnTo>
                  <a:pt x="3536950" y="0"/>
                </a:lnTo>
                <a:close/>
              </a:path>
            </a:pathLst>
          </a:custGeom>
          <a:solidFill>
            <a:srgbClr val="EDE6D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Kształt 21"/>
          <p:cNvSpPr/>
          <p:nvPr/>
        </p:nvSpPr>
        <p:spPr>
          <a:xfrm>
            <a:off x="3536950" y="4216400"/>
            <a:ext cx="5118100" cy="25400"/>
          </a:xfrm>
          <a:custGeom>
            <a:avLst/>
            <a:gdLst/>
            <a:ahLst/>
            <a:cxnLst/>
            <a:rect l="0" t="0" r="r" b="b"/>
            <a:pathLst>
              <a:path w="5118100" h="25400">
                <a:moveTo>
                  <a:pt x="0" y="0"/>
                </a:moveTo>
                <a:lnTo>
                  <a:pt x="5118100" y="0"/>
                </a:lnTo>
                <a:lnTo>
                  <a:pt x="5118100" y="25400"/>
                </a:lnTo>
                <a:lnTo>
                  <a:pt x="0" y="25400"/>
                </a:lnTo>
                <a:close/>
              </a:path>
            </a:pathLst>
          </a:custGeom>
          <a:solidFill>
            <a:srgbClr val="DCD1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Kształt 22"/>
          <p:cNvSpPr/>
          <p:nvPr/>
        </p:nvSpPr>
        <p:spPr>
          <a:xfrm>
            <a:off x="0" y="5664200"/>
            <a:ext cx="12192000" cy="1193800"/>
          </a:xfrm>
          <a:custGeom>
            <a:avLst/>
            <a:gdLst/>
            <a:ahLst/>
            <a:cxnLst/>
            <a:rect l="0" t="0" r="r" b="b"/>
            <a:pathLst>
              <a:path w="12192000" h="1193800">
                <a:moveTo>
                  <a:pt x="0" y="0"/>
                </a:moveTo>
                <a:lnTo>
                  <a:pt x="12192000" y="0"/>
                </a:lnTo>
                <a:lnTo>
                  <a:pt x="12192000" y="1193800"/>
                </a:lnTo>
                <a:lnTo>
                  <a:pt x="0" y="1193800"/>
                </a:lnTo>
                <a:close/>
              </a:path>
            </a:pathLst>
          </a:custGeom>
          <a:solidFill>
            <a:srgbClr val="E9E0C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Kształt 23"/>
          <p:cNvSpPr/>
          <p:nvPr/>
        </p:nvSpPr>
        <p:spPr>
          <a:xfrm>
            <a:off x="0" y="5664200"/>
            <a:ext cx="12192000" cy="76200"/>
          </a:xfrm>
          <a:custGeom>
            <a:avLst/>
            <a:gdLst/>
            <a:ahLst/>
            <a:cxnLst/>
            <a:rect l="0" t="0" r="r" b="b"/>
            <a:pathLst>
              <a:path w="12192000" h="76200">
                <a:moveTo>
                  <a:pt x="0" y="0"/>
                </a:moveTo>
                <a:lnTo>
                  <a:pt x="12192000" y="0"/>
                </a:lnTo>
                <a:lnTo>
                  <a:pt x="12192000" y="76200"/>
                </a:lnTo>
                <a:lnTo>
                  <a:pt x="0" y="76200"/>
                </a:lnTo>
                <a:close/>
              </a:path>
            </a:pathLst>
          </a:custGeom>
          <a:solidFill>
            <a:srgbClr val="CFC2A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Kształt 24"/>
          <p:cNvSpPr/>
          <p:nvPr/>
        </p:nvSpPr>
        <p:spPr>
          <a:xfrm>
            <a:off x="5080000" y="6045200"/>
            <a:ext cx="2032000" cy="177800"/>
          </a:xfrm>
          <a:custGeom>
            <a:avLst/>
            <a:gdLst/>
            <a:ahLst/>
            <a:cxnLst/>
            <a:rect l="0" t="0" r="r" b="b"/>
            <a:pathLst>
              <a:path w="2032000" h="177800">
                <a:moveTo>
                  <a:pt x="0" y="0"/>
                </a:moveTo>
                <a:lnTo>
                  <a:pt x="2032000" y="0"/>
                </a:lnTo>
                <a:lnTo>
                  <a:pt x="1905000" y="177800"/>
                </a:lnTo>
                <a:lnTo>
                  <a:pt x="127000" y="177800"/>
                </a:lnTo>
                <a:close/>
              </a:path>
            </a:pathLst>
          </a:custGeom>
          <a:solidFill>
            <a:srgbClr val="D3C6A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Kształt 25"/>
          <p:cNvSpPr/>
          <p:nvPr/>
        </p:nvSpPr>
        <p:spPr>
          <a:xfrm>
            <a:off x="0" y="5359400"/>
            <a:ext cx="12192000" cy="304800"/>
          </a:xfrm>
          <a:custGeom>
            <a:avLst/>
            <a:gdLst/>
            <a:ahLst/>
            <a:cxnLst/>
            <a:rect l="0" t="0" r="r" b="b"/>
            <a:pathLst>
              <a:path w="12192000" h="304800">
                <a:moveTo>
                  <a:pt x="0" y="0"/>
                </a:moveTo>
                <a:lnTo>
                  <a:pt x="12192000" y="0"/>
                </a:lnTo>
                <a:lnTo>
                  <a:pt x="12192000" y="304800"/>
                </a:lnTo>
                <a:lnTo>
                  <a:pt x="0" y="304800"/>
                </a:lnTo>
                <a:close/>
              </a:path>
            </a:pathLst>
          </a:cu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Kształt 26"/>
          <p:cNvSpPr/>
          <p:nvPr/>
        </p:nvSpPr>
        <p:spPr>
          <a:xfrm>
            <a:off x="0" y="5359400"/>
            <a:ext cx="12192000" cy="50800"/>
          </a:xfrm>
          <a:custGeom>
            <a:avLst/>
            <a:gdLst/>
            <a:ahLst/>
            <a:cxnLst/>
            <a:rect l="0" t="0" r="r" b="b"/>
            <a:pathLst>
              <a:path w="12192000" h="50800">
                <a:moveTo>
                  <a:pt x="0" y="0"/>
                </a:moveTo>
                <a:lnTo>
                  <a:pt x="12192000" y="0"/>
                </a:lnTo>
                <a:lnTo>
                  <a:pt x="12192000" y="50800"/>
                </a:lnTo>
                <a:lnTo>
                  <a:pt x="0" y="50800"/>
                </a:lnTo>
                <a:close/>
              </a:path>
            </a:pathLst>
          </a:custGeom>
          <a:solidFill>
            <a:srgbClr val="E8DEC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Kształt 27"/>
          <p:cNvSpPr/>
          <p:nvPr/>
        </p:nvSpPr>
        <p:spPr>
          <a:xfrm>
            <a:off x="5022850" y="5270500"/>
            <a:ext cx="2222500" cy="152400"/>
          </a:xfrm>
          <a:custGeom>
            <a:avLst/>
            <a:gdLst/>
            <a:ahLst/>
            <a:cxnLst/>
            <a:rect l="0" t="0" r="r" b="b"/>
            <a:pathLst>
              <a:path w="2222500" h="152400">
                <a:moveTo>
                  <a:pt x="2222500" y="76200"/>
                </a:moveTo>
                <a:lnTo>
                  <a:pt x="2205355" y="89535"/>
                </a:lnTo>
                <a:lnTo>
                  <a:pt x="2155190" y="102235"/>
                </a:lnTo>
                <a:lnTo>
                  <a:pt x="2073910" y="114300"/>
                </a:lnTo>
                <a:lnTo>
                  <a:pt x="1962785" y="125095"/>
                </a:lnTo>
                <a:lnTo>
                  <a:pt x="1825625" y="134620"/>
                </a:lnTo>
                <a:lnTo>
                  <a:pt x="1666875" y="142240"/>
                </a:lnTo>
                <a:lnTo>
                  <a:pt x="1491615" y="147955"/>
                </a:lnTo>
                <a:lnTo>
                  <a:pt x="1304290" y="151130"/>
                </a:lnTo>
                <a:lnTo>
                  <a:pt x="1111250" y="152400"/>
                </a:lnTo>
                <a:lnTo>
                  <a:pt x="918210" y="151130"/>
                </a:lnTo>
                <a:lnTo>
                  <a:pt x="730885" y="147955"/>
                </a:lnTo>
                <a:lnTo>
                  <a:pt x="555625" y="142240"/>
                </a:lnTo>
                <a:lnTo>
                  <a:pt x="396875" y="134620"/>
                </a:lnTo>
                <a:lnTo>
                  <a:pt x="259715" y="125095"/>
                </a:lnTo>
                <a:lnTo>
                  <a:pt x="148590" y="114300"/>
                </a:lnTo>
                <a:lnTo>
                  <a:pt x="67310" y="102235"/>
                </a:lnTo>
                <a:lnTo>
                  <a:pt x="17145" y="89535"/>
                </a:lnTo>
                <a:lnTo>
                  <a:pt x="0" y="76200"/>
                </a:lnTo>
                <a:lnTo>
                  <a:pt x="17145" y="62865"/>
                </a:lnTo>
                <a:lnTo>
                  <a:pt x="67310" y="50165"/>
                </a:lnTo>
                <a:lnTo>
                  <a:pt x="148590" y="38100"/>
                </a:lnTo>
                <a:lnTo>
                  <a:pt x="259715" y="27305"/>
                </a:lnTo>
                <a:lnTo>
                  <a:pt x="396875" y="17780"/>
                </a:lnTo>
                <a:lnTo>
                  <a:pt x="555625" y="10160"/>
                </a:lnTo>
                <a:lnTo>
                  <a:pt x="730885" y="4445"/>
                </a:lnTo>
                <a:lnTo>
                  <a:pt x="918210" y="1270"/>
                </a:lnTo>
                <a:lnTo>
                  <a:pt x="1111250" y="0"/>
                </a:lnTo>
                <a:lnTo>
                  <a:pt x="1304290" y="1270"/>
                </a:lnTo>
                <a:lnTo>
                  <a:pt x="1491615" y="4445"/>
                </a:lnTo>
                <a:lnTo>
                  <a:pt x="1666875" y="10160"/>
                </a:lnTo>
                <a:lnTo>
                  <a:pt x="1825625" y="17780"/>
                </a:lnTo>
                <a:lnTo>
                  <a:pt x="1962785" y="27305"/>
                </a:lnTo>
                <a:lnTo>
                  <a:pt x="2073910" y="38100"/>
                </a:lnTo>
                <a:lnTo>
                  <a:pt x="2155190" y="50165"/>
                </a:lnTo>
                <a:lnTo>
                  <a:pt x="2205355" y="62865"/>
                </a:lnTo>
                <a:close/>
              </a:path>
            </a:pathLst>
          </a:custGeom>
          <a:solidFill>
            <a:srgbClr val="D4C8A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Kształt 28"/>
          <p:cNvSpPr/>
          <p:nvPr/>
        </p:nvSpPr>
        <p:spPr>
          <a:xfrm>
            <a:off x="6155045" y="4462402"/>
            <a:ext cx="990410" cy="300830"/>
          </a:xfrm>
          <a:custGeom>
            <a:avLst/>
            <a:gdLst/>
            <a:ahLst/>
            <a:cxnLst/>
            <a:rect l="0" t="0" r="r" b="b"/>
            <a:pathLst>
              <a:path w="990410" h="300830">
                <a:moveTo>
                  <a:pt x="0" y="19376"/>
                </a:moveTo>
                <a:lnTo>
                  <a:pt x="990410" y="0"/>
                </a:lnTo>
                <a:lnTo>
                  <a:pt x="936594" y="300830"/>
                </a:lnTo>
                <a:close/>
              </a:path>
            </a:pathLst>
          </a:custGeom>
          <a:solidFill>
            <a:srgbClr val="D29E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29"/>
          <p:cNvSpPr/>
          <p:nvPr/>
        </p:nvSpPr>
        <p:spPr>
          <a:xfrm>
            <a:off x="6155045" y="4481777"/>
            <a:ext cx="936594" cy="548295"/>
          </a:xfrm>
          <a:custGeom>
            <a:avLst/>
            <a:gdLst/>
            <a:ahLst/>
            <a:cxnLst/>
            <a:rect l="0" t="0" r="r" b="b"/>
            <a:pathLst>
              <a:path w="936594" h="548295">
                <a:moveTo>
                  <a:pt x="0" y="0"/>
                </a:moveTo>
                <a:lnTo>
                  <a:pt x="936594" y="281455"/>
                </a:lnTo>
                <a:lnTo>
                  <a:pt x="769697" y="548295"/>
                </a:lnTo>
                <a:close/>
              </a:path>
            </a:pathLst>
          </a:custGeom>
          <a:solidFill>
            <a:srgbClr val="D09B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30"/>
          <p:cNvSpPr/>
          <p:nvPr/>
        </p:nvSpPr>
        <p:spPr>
          <a:xfrm>
            <a:off x="6155045" y="4481777"/>
            <a:ext cx="769697" cy="748992"/>
          </a:xfrm>
          <a:custGeom>
            <a:avLst/>
            <a:gdLst/>
            <a:ahLst/>
            <a:cxnLst/>
            <a:rect l="0" t="0" r="r" b="b"/>
            <a:pathLst>
              <a:path w="769697" h="748992">
                <a:moveTo>
                  <a:pt x="0" y="0"/>
                </a:moveTo>
                <a:lnTo>
                  <a:pt x="769697" y="548295"/>
                </a:lnTo>
                <a:lnTo>
                  <a:pt x="510047" y="748992"/>
                </a:lnTo>
                <a:close/>
              </a:path>
            </a:pathLst>
          </a:custGeom>
          <a:solidFill>
            <a:srgbClr val="CF9A1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31"/>
          <p:cNvSpPr/>
          <p:nvPr/>
        </p:nvSpPr>
        <p:spPr>
          <a:xfrm>
            <a:off x="6155045" y="4481777"/>
            <a:ext cx="510047" cy="859434"/>
          </a:xfrm>
          <a:custGeom>
            <a:avLst/>
            <a:gdLst/>
            <a:ahLst/>
            <a:cxnLst/>
            <a:rect l="0" t="0" r="r" b="b"/>
            <a:pathLst>
              <a:path w="510047" h="859434">
                <a:moveTo>
                  <a:pt x="0" y="0"/>
                </a:moveTo>
                <a:lnTo>
                  <a:pt x="510047" y="748992"/>
                </a:lnTo>
                <a:lnTo>
                  <a:pt x="188931" y="859434"/>
                </a:lnTo>
                <a:close/>
              </a:path>
            </a:pathLst>
          </a:custGeom>
          <a:solidFill>
            <a:srgbClr val="D19C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32"/>
          <p:cNvSpPr/>
          <p:nvPr/>
        </p:nvSpPr>
        <p:spPr>
          <a:xfrm>
            <a:off x="5999872" y="4481777"/>
            <a:ext cx="344104" cy="866166"/>
          </a:xfrm>
          <a:custGeom>
            <a:avLst/>
            <a:gdLst/>
            <a:ahLst/>
            <a:cxnLst/>
            <a:rect l="0" t="0" r="r" b="b"/>
            <a:pathLst>
              <a:path w="344104" h="866166">
                <a:moveTo>
                  <a:pt x="155173" y="0"/>
                </a:moveTo>
                <a:lnTo>
                  <a:pt x="344104" y="859434"/>
                </a:lnTo>
                <a:lnTo>
                  <a:pt x="0" y="866166"/>
                </a:lnTo>
                <a:close/>
              </a:path>
            </a:pathLst>
          </a:custGeom>
          <a:solidFill>
            <a:srgbClr val="D4A0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33"/>
          <p:cNvSpPr/>
          <p:nvPr/>
        </p:nvSpPr>
        <p:spPr>
          <a:xfrm>
            <a:off x="5674682" y="4481777"/>
            <a:ext cx="480363" cy="866166"/>
          </a:xfrm>
          <a:custGeom>
            <a:avLst/>
            <a:gdLst/>
            <a:ahLst/>
            <a:cxnLst/>
            <a:rect l="0" t="0" r="r" b="b"/>
            <a:pathLst>
              <a:path w="480363" h="866166">
                <a:moveTo>
                  <a:pt x="480363" y="0"/>
                </a:moveTo>
                <a:lnTo>
                  <a:pt x="325190" y="866166"/>
                </a:lnTo>
                <a:lnTo>
                  <a:pt x="0" y="768368"/>
                </a:lnTo>
                <a:close/>
              </a:path>
            </a:pathLst>
          </a:custGeom>
          <a:solidFill>
            <a:srgbClr val="D9A6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34"/>
          <p:cNvSpPr/>
          <p:nvPr/>
        </p:nvSpPr>
        <p:spPr>
          <a:xfrm>
            <a:off x="5407382" y="4481777"/>
            <a:ext cx="747663" cy="768368"/>
          </a:xfrm>
          <a:custGeom>
            <a:avLst/>
            <a:gdLst/>
            <a:ahLst/>
            <a:cxnLst/>
            <a:rect l="0" t="0" r="r" b="b"/>
            <a:pathLst>
              <a:path w="747663" h="768368">
                <a:moveTo>
                  <a:pt x="747663" y="0"/>
                </a:moveTo>
                <a:lnTo>
                  <a:pt x="267300" y="768368"/>
                </a:lnTo>
                <a:lnTo>
                  <a:pt x="0" y="577979"/>
                </a:lnTo>
                <a:close/>
              </a:path>
            </a:pathLst>
          </a:custGeom>
          <a:solidFill>
            <a:srgbClr val="DEAC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35"/>
          <p:cNvSpPr/>
          <p:nvPr/>
        </p:nvSpPr>
        <p:spPr>
          <a:xfrm>
            <a:off x="5230176" y="4481777"/>
            <a:ext cx="924870" cy="577979"/>
          </a:xfrm>
          <a:custGeom>
            <a:avLst/>
            <a:gdLst/>
            <a:ahLst/>
            <a:cxnLst/>
            <a:rect l="0" t="0" r="r" b="b"/>
            <a:pathLst>
              <a:path w="924870" h="577979">
                <a:moveTo>
                  <a:pt x="924870" y="0"/>
                </a:moveTo>
                <a:lnTo>
                  <a:pt x="177206" y="577979"/>
                </a:lnTo>
                <a:lnTo>
                  <a:pt x="0" y="317871"/>
                </a:lnTo>
                <a:close/>
              </a:path>
            </a:pathLst>
          </a:custGeom>
          <a:solidFill>
            <a:srgbClr val="E4B32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36"/>
          <p:cNvSpPr/>
          <p:nvPr/>
        </p:nvSpPr>
        <p:spPr>
          <a:xfrm>
            <a:off x="5164635" y="4481777"/>
            <a:ext cx="990410" cy="317871"/>
          </a:xfrm>
          <a:custGeom>
            <a:avLst/>
            <a:gdLst/>
            <a:ahLst/>
            <a:cxnLst/>
            <a:rect l="0" t="0" r="r" b="b"/>
            <a:pathLst>
              <a:path w="990410" h="317871">
                <a:moveTo>
                  <a:pt x="990410" y="0"/>
                </a:moveTo>
                <a:lnTo>
                  <a:pt x="65541" y="317871"/>
                </a:lnTo>
                <a:lnTo>
                  <a:pt x="0" y="19376"/>
                </a:lnTo>
                <a:close/>
              </a:path>
            </a:pathLst>
          </a:custGeom>
          <a:solidFill>
            <a:srgbClr val="E9B9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Kształt 37"/>
          <p:cNvSpPr/>
          <p:nvPr/>
        </p:nvSpPr>
        <p:spPr>
          <a:xfrm>
            <a:off x="5164635" y="4200322"/>
            <a:ext cx="990410" cy="300830"/>
          </a:xfrm>
          <a:custGeom>
            <a:avLst/>
            <a:gdLst/>
            <a:ahLst/>
            <a:cxnLst/>
            <a:rect l="0" t="0" r="r" b="b"/>
            <a:pathLst>
              <a:path w="990410" h="300830">
                <a:moveTo>
                  <a:pt x="990410" y="281455"/>
                </a:moveTo>
                <a:lnTo>
                  <a:pt x="0" y="300830"/>
                </a:lnTo>
                <a:lnTo>
                  <a:pt x="53816" y="0"/>
                </a:lnTo>
                <a:close/>
              </a:path>
            </a:pathLst>
          </a:custGeom>
          <a:solidFill>
            <a:srgbClr val="EDBE3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Kształt 38"/>
          <p:cNvSpPr/>
          <p:nvPr/>
        </p:nvSpPr>
        <p:spPr>
          <a:xfrm>
            <a:off x="5218451" y="3933482"/>
            <a:ext cx="936594" cy="548295"/>
          </a:xfrm>
          <a:custGeom>
            <a:avLst/>
            <a:gdLst/>
            <a:ahLst/>
            <a:cxnLst/>
            <a:rect l="0" t="0" r="r" b="b"/>
            <a:pathLst>
              <a:path w="936594" h="548295">
                <a:moveTo>
                  <a:pt x="936594" y="548295"/>
                </a:moveTo>
                <a:lnTo>
                  <a:pt x="0" y="266840"/>
                </a:lnTo>
                <a:lnTo>
                  <a:pt x="166898" y="0"/>
                </a:lnTo>
                <a:close/>
              </a:path>
            </a:pathLst>
          </a:custGeom>
          <a:solidFill>
            <a:srgbClr val="EFC13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Kształt 39"/>
          <p:cNvSpPr/>
          <p:nvPr/>
        </p:nvSpPr>
        <p:spPr>
          <a:xfrm>
            <a:off x="5385349" y="3732785"/>
            <a:ext cx="769697" cy="748992"/>
          </a:xfrm>
          <a:custGeom>
            <a:avLst/>
            <a:gdLst/>
            <a:ahLst/>
            <a:cxnLst/>
            <a:rect l="0" t="0" r="r" b="b"/>
            <a:pathLst>
              <a:path w="769697" h="748992">
                <a:moveTo>
                  <a:pt x="769697" y="748992"/>
                </a:moveTo>
                <a:lnTo>
                  <a:pt x="0" y="200697"/>
                </a:lnTo>
                <a:lnTo>
                  <a:pt x="259649" y="0"/>
                </a:lnTo>
                <a:close/>
              </a:path>
            </a:pathLst>
          </a:custGeom>
          <a:solidFill>
            <a:srgbClr val="F0C23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Kształt 40"/>
          <p:cNvSpPr/>
          <p:nvPr/>
        </p:nvSpPr>
        <p:spPr>
          <a:xfrm>
            <a:off x="5644998" y="3622343"/>
            <a:ext cx="510047" cy="859434"/>
          </a:xfrm>
          <a:custGeom>
            <a:avLst/>
            <a:gdLst/>
            <a:ahLst/>
            <a:cxnLst/>
            <a:rect l="0" t="0" r="r" b="b"/>
            <a:pathLst>
              <a:path w="510047" h="859434">
                <a:moveTo>
                  <a:pt x="510047" y="859434"/>
                </a:moveTo>
                <a:lnTo>
                  <a:pt x="0" y="110442"/>
                </a:lnTo>
                <a:lnTo>
                  <a:pt x="321116" y="0"/>
                </a:lnTo>
                <a:close/>
              </a:path>
            </a:pathLst>
          </a:custGeom>
          <a:solidFill>
            <a:srgbClr val="EEC0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Kształt 41"/>
          <p:cNvSpPr/>
          <p:nvPr/>
        </p:nvSpPr>
        <p:spPr>
          <a:xfrm>
            <a:off x="5966114" y="3615611"/>
            <a:ext cx="344104" cy="866166"/>
          </a:xfrm>
          <a:custGeom>
            <a:avLst/>
            <a:gdLst/>
            <a:ahLst/>
            <a:cxnLst/>
            <a:rect l="0" t="0" r="r" b="b"/>
            <a:pathLst>
              <a:path w="344104" h="866166">
                <a:moveTo>
                  <a:pt x="188931" y="866166"/>
                </a:moveTo>
                <a:lnTo>
                  <a:pt x="0" y="6732"/>
                </a:lnTo>
                <a:lnTo>
                  <a:pt x="344104" y="0"/>
                </a:lnTo>
                <a:close/>
              </a:path>
            </a:pathLst>
          </a:custGeom>
          <a:solidFill>
            <a:srgbClr val="EBBC3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Kształt 42"/>
          <p:cNvSpPr/>
          <p:nvPr/>
        </p:nvSpPr>
        <p:spPr>
          <a:xfrm>
            <a:off x="6155045" y="3615611"/>
            <a:ext cx="480363" cy="866166"/>
          </a:xfrm>
          <a:custGeom>
            <a:avLst/>
            <a:gdLst/>
            <a:ahLst/>
            <a:cxnLst/>
            <a:rect l="0" t="0" r="r" b="b"/>
            <a:pathLst>
              <a:path w="480363" h="866166">
                <a:moveTo>
                  <a:pt x="0" y="866166"/>
                </a:moveTo>
                <a:lnTo>
                  <a:pt x="155173" y="0"/>
                </a:lnTo>
                <a:lnTo>
                  <a:pt x="480363" y="97798"/>
                </a:lnTo>
                <a:close/>
              </a:path>
            </a:pathLst>
          </a:custGeom>
          <a:solidFill>
            <a:srgbClr val="E6B6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Kształt 43"/>
          <p:cNvSpPr/>
          <p:nvPr/>
        </p:nvSpPr>
        <p:spPr>
          <a:xfrm>
            <a:off x="6155045" y="3713410"/>
            <a:ext cx="747663" cy="768368"/>
          </a:xfrm>
          <a:custGeom>
            <a:avLst/>
            <a:gdLst/>
            <a:ahLst/>
            <a:cxnLst/>
            <a:rect l="0" t="0" r="r" b="b"/>
            <a:pathLst>
              <a:path w="747663" h="768368">
                <a:moveTo>
                  <a:pt x="0" y="768368"/>
                </a:moveTo>
                <a:lnTo>
                  <a:pt x="480363" y="0"/>
                </a:lnTo>
                <a:lnTo>
                  <a:pt x="747663" y="190388"/>
                </a:lnTo>
                <a:close/>
              </a:path>
            </a:pathLst>
          </a:custGeom>
          <a:solidFill>
            <a:srgbClr val="E1B0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Kształt 44"/>
          <p:cNvSpPr/>
          <p:nvPr/>
        </p:nvSpPr>
        <p:spPr>
          <a:xfrm>
            <a:off x="6155045" y="3903798"/>
            <a:ext cx="924870" cy="577979"/>
          </a:xfrm>
          <a:custGeom>
            <a:avLst/>
            <a:gdLst/>
            <a:ahLst/>
            <a:cxnLst/>
            <a:rect l="0" t="0" r="r" b="b"/>
            <a:pathLst>
              <a:path w="924870" h="577979">
                <a:moveTo>
                  <a:pt x="0" y="577979"/>
                </a:moveTo>
                <a:lnTo>
                  <a:pt x="747663" y="0"/>
                </a:lnTo>
                <a:lnTo>
                  <a:pt x="924870" y="260109"/>
                </a:lnTo>
                <a:close/>
              </a:path>
            </a:pathLst>
          </a:custGeom>
          <a:solidFill>
            <a:srgbClr val="DBA9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45"/>
          <p:cNvSpPr/>
          <p:nvPr/>
        </p:nvSpPr>
        <p:spPr>
          <a:xfrm>
            <a:off x="6155045" y="4163906"/>
            <a:ext cx="990410" cy="317871"/>
          </a:xfrm>
          <a:custGeom>
            <a:avLst/>
            <a:gdLst/>
            <a:ahLst/>
            <a:cxnLst/>
            <a:rect l="0" t="0" r="r" b="b"/>
            <a:pathLst>
              <a:path w="990410" h="317871">
                <a:moveTo>
                  <a:pt x="0" y="317871"/>
                </a:moveTo>
                <a:lnTo>
                  <a:pt x="924870" y="0"/>
                </a:lnTo>
                <a:lnTo>
                  <a:pt x="990410" y="298495"/>
                </a:lnTo>
                <a:close/>
              </a:path>
            </a:pathLst>
          </a:custGeom>
          <a:solidFill>
            <a:srgbClr val="D6A3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46"/>
          <p:cNvSpPr/>
          <p:nvPr/>
        </p:nvSpPr>
        <p:spPr>
          <a:xfrm>
            <a:off x="5011519" y="3533931"/>
            <a:ext cx="1828450" cy="1828450"/>
          </a:xfrm>
          <a:custGeom>
            <a:avLst/>
            <a:gdLst/>
            <a:ahLst/>
            <a:cxnLst/>
            <a:rect l="0" t="0" r="r" b="b"/>
            <a:pathLst>
              <a:path w="1828450" h="1828450">
                <a:moveTo>
                  <a:pt x="1828450" y="896340"/>
                </a:moveTo>
                <a:lnTo>
                  <a:pt x="1817588" y="1055333"/>
                </a:lnTo>
                <a:lnTo>
                  <a:pt x="1779339" y="1210416"/>
                </a:lnTo>
                <a:lnTo>
                  <a:pt x="1714861" y="1355850"/>
                </a:lnTo>
                <a:lnTo>
                  <a:pt x="1625997" y="1488423"/>
                </a:lnTo>
                <a:lnTo>
                  <a:pt x="1515822" y="1602995"/>
                </a:lnTo>
                <a:lnTo>
                  <a:pt x="1386826" y="1696976"/>
                </a:lnTo>
                <a:lnTo>
                  <a:pt x="1244025" y="1767092"/>
                </a:lnTo>
                <a:lnTo>
                  <a:pt x="1090556" y="1811378"/>
                </a:lnTo>
                <a:lnTo>
                  <a:pt x="932110" y="1828450"/>
                </a:lnTo>
                <a:lnTo>
                  <a:pt x="773117" y="1817588"/>
                </a:lnTo>
                <a:lnTo>
                  <a:pt x="618034" y="1779339"/>
                </a:lnTo>
                <a:lnTo>
                  <a:pt x="472601" y="1714861"/>
                </a:lnTo>
                <a:lnTo>
                  <a:pt x="340027" y="1625997"/>
                </a:lnTo>
                <a:lnTo>
                  <a:pt x="225455" y="1515822"/>
                </a:lnTo>
                <a:lnTo>
                  <a:pt x="131474" y="1386826"/>
                </a:lnTo>
                <a:lnTo>
                  <a:pt x="61358" y="1244025"/>
                </a:lnTo>
                <a:lnTo>
                  <a:pt x="17072" y="1090556"/>
                </a:lnTo>
                <a:lnTo>
                  <a:pt x="0" y="932110"/>
                </a:lnTo>
                <a:lnTo>
                  <a:pt x="10862" y="773117"/>
                </a:lnTo>
                <a:lnTo>
                  <a:pt x="49111" y="618034"/>
                </a:lnTo>
                <a:lnTo>
                  <a:pt x="113589" y="472601"/>
                </a:lnTo>
                <a:lnTo>
                  <a:pt x="202453" y="340027"/>
                </a:lnTo>
                <a:lnTo>
                  <a:pt x="312628" y="225455"/>
                </a:lnTo>
                <a:lnTo>
                  <a:pt x="441625" y="131474"/>
                </a:lnTo>
                <a:lnTo>
                  <a:pt x="584425" y="61358"/>
                </a:lnTo>
                <a:lnTo>
                  <a:pt x="737894" y="17072"/>
                </a:lnTo>
                <a:lnTo>
                  <a:pt x="896340" y="0"/>
                </a:lnTo>
                <a:lnTo>
                  <a:pt x="1055333" y="10862"/>
                </a:lnTo>
                <a:lnTo>
                  <a:pt x="1210416" y="49111"/>
                </a:lnTo>
                <a:lnTo>
                  <a:pt x="1355850" y="113589"/>
                </a:lnTo>
                <a:lnTo>
                  <a:pt x="1488423" y="202453"/>
                </a:lnTo>
                <a:lnTo>
                  <a:pt x="1602995" y="312628"/>
                </a:lnTo>
                <a:lnTo>
                  <a:pt x="1696976" y="441625"/>
                </a:lnTo>
                <a:lnTo>
                  <a:pt x="1767092" y="584425"/>
                </a:lnTo>
                <a:lnTo>
                  <a:pt x="1811378" y="737894"/>
                </a:lnTo>
                <a:close/>
              </a:path>
            </a:pathLst>
          </a:custGeom>
          <a:solidFill>
            <a:srgbClr val="F4CB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47"/>
          <p:cNvSpPr/>
          <p:nvPr/>
        </p:nvSpPr>
        <p:spPr>
          <a:xfrm>
            <a:off x="5102941" y="3625353"/>
            <a:ext cx="1645605" cy="1645605"/>
          </a:xfrm>
          <a:custGeom>
            <a:avLst/>
            <a:gdLst/>
            <a:ahLst/>
            <a:cxnLst/>
            <a:rect l="0" t="0" r="r" b="b"/>
            <a:pathLst>
              <a:path w="1645605" h="1645605">
                <a:moveTo>
                  <a:pt x="1645605" y="806706"/>
                </a:moveTo>
                <a:lnTo>
                  <a:pt x="1635702" y="949802"/>
                </a:lnTo>
                <a:lnTo>
                  <a:pt x="1601587" y="1088926"/>
                </a:lnTo>
                <a:lnTo>
                  <a:pt x="1543184" y="1220268"/>
                </a:lnTo>
                <a:lnTo>
                  <a:pt x="1463583" y="1339323"/>
                </a:lnTo>
                <a:lnTo>
                  <a:pt x="1363990" y="1442891"/>
                </a:lnTo>
                <a:lnTo>
                  <a:pt x="1248139" y="1527088"/>
                </a:lnTo>
                <a:lnTo>
                  <a:pt x="1119182" y="1590582"/>
                </a:lnTo>
                <a:lnTo>
                  <a:pt x="981498" y="1630113"/>
                </a:lnTo>
                <a:lnTo>
                  <a:pt x="838899" y="1645605"/>
                </a:lnTo>
                <a:lnTo>
                  <a:pt x="695803" y="1635702"/>
                </a:lnTo>
                <a:lnTo>
                  <a:pt x="556679" y="1601587"/>
                </a:lnTo>
                <a:lnTo>
                  <a:pt x="425337" y="1543184"/>
                </a:lnTo>
                <a:lnTo>
                  <a:pt x="306282" y="1463583"/>
                </a:lnTo>
                <a:lnTo>
                  <a:pt x="202714" y="1363990"/>
                </a:lnTo>
                <a:lnTo>
                  <a:pt x="118517" y="1248139"/>
                </a:lnTo>
                <a:lnTo>
                  <a:pt x="55023" y="1119182"/>
                </a:lnTo>
                <a:lnTo>
                  <a:pt x="15492" y="981498"/>
                </a:lnTo>
                <a:lnTo>
                  <a:pt x="0" y="838899"/>
                </a:lnTo>
                <a:lnTo>
                  <a:pt x="9903" y="695803"/>
                </a:lnTo>
                <a:lnTo>
                  <a:pt x="44018" y="556679"/>
                </a:lnTo>
                <a:lnTo>
                  <a:pt x="102421" y="425337"/>
                </a:lnTo>
                <a:lnTo>
                  <a:pt x="182022" y="306282"/>
                </a:lnTo>
                <a:lnTo>
                  <a:pt x="281615" y="202714"/>
                </a:lnTo>
                <a:lnTo>
                  <a:pt x="397466" y="118517"/>
                </a:lnTo>
                <a:lnTo>
                  <a:pt x="526424" y="55023"/>
                </a:lnTo>
                <a:lnTo>
                  <a:pt x="664107" y="15492"/>
                </a:lnTo>
                <a:lnTo>
                  <a:pt x="806706" y="0"/>
                </a:lnTo>
                <a:lnTo>
                  <a:pt x="949802" y="9903"/>
                </a:lnTo>
                <a:lnTo>
                  <a:pt x="1088926" y="44018"/>
                </a:lnTo>
                <a:lnTo>
                  <a:pt x="1220268" y="102421"/>
                </a:lnTo>
                <a:lnTo>
                  <a:pt x="1339323" y="182022"/>
                </a:lnTo>
                <a:lnTo>
                  <a:pt x="1442891" y="281615"/>
                </a:lnTo>
                <a:lnTo>
                  <a:pt x="1527088" y="397466"/>
                </a:lnTo>
                <a:lnTo>
                  <a:pt x="1590582" y="526424"/>
                </a:lnTo>
                <a:lnTo>
                  <a:pt x="1630113" y="664107"/>
                </a:lnTo>
                <a:close/>
              </a:path>
            </a:pathLst>
          </a:custGeom>
          <a:solidFill>
            <a:srgbClr val="FBF1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48"/>
          <p:cNvSpPr/>
          <p:nvPr/>
        </p:nvSpPr>
        <p:spPr>
          <a:xfrm>
            <a:off x="6008426" y="4486551"/>
            <a:ext cx="635807" cy="284590"/>
          </a:xfrm>
          <a:custGeom>
            <a:avLst/>
            <a:gdLst/>
            <a:ahLst/>
            <a:cxnLst/>
            <a:rect l="0" t="0" r="r" b="b"/>
            <a:pathLst>
              <a:path w="635807" h="284590">
                <a:moveTo>
                  <a:pt x="0" y="0"/>
                </a:moveTo>
                <a:lnTo>
                  <a:pt x="635807" y="99978"/>
                </a:lnTo>
                <a:lnTo>
                  <a:pt x="614014" y="284590"/>
                </a:lnTo>
                <a:close/>
              </a:path>
            </a:pathLst>
          </a:custGeom>
          <a:solidFill>
            <a:srgbClr val="F1CE4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49"/>
          <p:cNvSpPr/>
          <p:nvPr/>
        </p:nvSpPr>
        <p:spPr>
          <a:xfrm>
            <a:off x="6008426" y="4486551"/>
            <a:ext cx="614014" cy="420460"/>
          </a:xfrm>
          <a:custGeom>
            <a:avLst/>
            <a:gdLst/>
            <a:ahLst/>
            <a:cxnLst/>
            <a:rect l="0" t="0" r="r" b="b"/>
            <a:pathLst>
              <a:path w="614014" h="420460">
                <a:moveTo>
                  <a:pt x="0" y="0"/>
                </a:moveTo>
                <a:lnTo>
                  <a:pt x="614014" y="284590"/>
                </a:lnTo>
                <a:lnTo>
                  <a:pt x="486472" y="420460"/>
                </a:lnTo>
                <a:close/>
              </a:path>
            </a:pathLst>
          </a:custGeom>
          <a:solidFill>
            <a:srgbClr val="F0CA3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50"/>
          <p:cNvSpPr/>
          <p:nvPr/>
        </p:nvSpPr>
        <p:spPr>
          <a:xfrm>
            <a:off x="5970493" y="4527941"/>
            <a:ext cx="455374" cy="591211"/>
          </a:xfrm>
          <a:custGeom>
            <a:avLst/>
            <a:gdLst/>
            <a:ahLst/>
            <a:cxnLst/>
            <a:rect l="0" t="0" r="r" b="b"/>
            <a:pathLst>
              <a:path w="455374" h="591211">
                <a:moveTo>
                  <a:pt x="0" y="0"/>
                </a:moveTo>
                <a:lnTo>
                  <a:pt x="455374" y="454095"/>
                </a:lnTo>
                <a:lnTo>
                  <a:pt x="329127" y="591211"/>
                </a:lnTo>
                <a:close/>
              </a:path>
            </a:pathLst>
          </a:custGeom>
          <a:solidFill>
            <a:srgbClr val="F1CD4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51"/>
          <p:cNvSpPr/>
          <p:nvPr/>
        </p:nvSpPr>
        <p:spPr>
          <a:xfrm>
            <a:off x="5970493" y="4527941"/>
            <a:ext cx="329127" cy="626544"/>
          </a:xfrm>
          <a:custGeom>
            <a:avLst/>
            <a:gdLst/>
            <a:ahLst/>
            <a:cxnLst/>
            <a:rect l="0" t="0" r="r" b="b"/>
            <a:pathLst>
              <a:path w="329127" h="626544">
                <a:moveTo>
                  <a:pt x="0" y="0"/>
                </a:moveTo>
                <a:lnTo>
                  <a:pt x="329127" y="591211"/>
                </a:lnTo>
                <a:lnTo>
                  <a:pt x="146268" y="626544"/>
                </a:lnTo>
                <a:close/>
              </a:path>
            </a:pathLst>
          </a:custGeom>
          <a:solidFill>
            <a:srgbClr val="F0CA3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52"/>
          <p:cNvSpPr/>
          <p:nvPr/>
        </p:nvSpPr>
        <p:spPr>
          <a:xfrm>
            <a:off x="5833964" y="4539192"/>
            <a:ext cx="182199" cy="671635"/>
          </a:xfrm>
          <a:custGeom>
            <a:avLst/>
            <a:gdLst/>
            <a:ahLst/>
            <a:cxnLst/>
            <a:rect l="0" t="0" r="r" b="b"/>
            <a:pathLst>
              <a:path w="182199" h="671635">
                <a:moveTo>
                  <a:pt x="80859" y="0"/>
                </a:moveTo>
                <a:lnTo>
                  <a:pt x="182199" y="635044"/>
                </a:lnTo>
                <a:lnTo>
                  <a:pt x="0" y="671635"/>
                </a:lnTo>
                <a:close/>
              </a:path>
            </a:pathLst>
          </a:custGeom>
          <a:solidFill>
            <a:srgbClr val="F3D25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53"/>
          <p:cNvSpPr/>
          <p:nvPr/>
        </p:nvSpPr>
        <p:spPr>
          <a:xfrm>
            <a:off x="5664741" y="4539192"/>
            <a:ext cx="250081" cy="671635"/>
          </a:xfrm>
          <a:custGeom>
            <a:avLst/>
            <a:gdLst/>
            <a:ahLst/>
            <a:cxnLst/>
            <a:rect l="0" t="0" r="r" b="b"/>
            <a:pathLst>
              <a:path w="250081" h="671635">
                <a:moveTo>
                  <a:pt x="250081" y="0"/>
                </a:moveTo>
                <a:lnTo>
                  <a:pt x="169223" y="671635"/>
                </a:lnTo>
                <a:lnTo>
                  <a:pt x="0" y="592380"/>
                </a:lnTo>
                <a:close/>
              </a:path>
            </a:pathLst>
          </a:custGeom>
          <a:solidFill>
            <a:srgbClr val="F1CD4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54"/>
          <p:cNvSpPr/>
          <p:nvPr/>
        </p:nvSpPr>
        <p:spPr>
          <a:xfrm>
            <a:off x="5403251" y="4515425"/>
            <a:ext cx="460296" cy="573493"/>
          </a:xfrm>
          <a:custGeom>
            <a:avLst/>
            <a:gdLst/>
            <a:ahLst/>
            <a:cxnLst/>
            <a:rect l="0" t="0" r="r" b="b"/>
            <a:pathLst>
              <a:path w="460296" h="573493">
                <a:moveTo>
                  <a:pt x="460296" y="0"/>
                </a:moveTo>
                <a:lnTo>
                  <a:pt x="169198" y="573493"/>
                </a:lnTo>
                <a:lnTo>
                  <a:pt x="0" y="495508"/>
                </a:lnTo>
                <a:close/>
              </a:path>
            </a:pathLst>
          </a:custGeom>
          <a:solidFill>
            <a:srgbClr val="F7DB6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55"/>
          <p:cNvSpPr/>
          <p:nvPr/>
        </p:nvSpPr>
        <p:spPr>
          <a:xfrm>
            <a:off x="5313044" y="4515425"/>
            <a:ext cx="550504" cy="495508"/>
          </a:xfrm>
          <a:custGeom>
            <a:avLst/>
            <a:gdLst/>
            <a:ahLst/>
            <a:cxnLst/>
            <a:rect l="0" t="0" r="r" b="b"/>
            <a:pathLst>
              <a:path w="550504" h="495508">
                <a:moveTo>
                  <a:pt x="550504" y="0"/>
                </a:moveTo>
                <a:lnTo>
                  <a:pt x="90208" y="495508"/>
                </a:lnTo>
                <a:lnTo>
                  <a:pt x="0" y="332141"/>
                </a:lnTo>
                <a:close/>
              </a:path>
            </a:pathLst>
          </a:custGeom>
          <a:solidFill>
            <a:srgbClr val="F4D55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56"/>
          <p:cNvSpPr/>
          <p:nvPr/>
        </p:nvSpPr>
        <p:spPr>
          <a:xfrm>
            <a:off x="5172212" y="4465791"/>
            <a:ext cx="663690" cy="293188"/>
          </a:xfrm>
          <a:custGeom>
            <a:avLst/>
            <a:gdLst/>
            <a:ahLst/>
            <a:cxnLst/>
            <a:rect l="0" t="0" r="r" b="b"/>
            <a:pathLst>
              <a:path w="663690" h="293188">
                <a:moveTo>
                  <a:pt x="663690" y="0"/>
                </a:moveTo>
                <a:lnTo>
                  <a:pt x="91465" y="293188"/>
                </a:lnTo>
                <a:lnTo>
                  <a:pt x="0" y="130481"/>
                </a:lnTo>
                <a:close/>
              </a:path>
            </a:pathLst>
          </a:custGeom>
          <a:solidFill>
            <a:srgbClr val="FAE38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57"/>
          <p:cNvSpPr/>
          <p:nvPr/>
        </p:nvSpPr>
        <p:spPr>
          <a:xfrm>
            <a:off x="5172212" y="4411636"/>
            <a:ext cx="663690" cy="184636"/>
          </a:xfrm>
          <a:custGeom>
            <a:avLst/>
            <a:gdLst/>
            <a:ahLst/>
            <a:cxnLst/>
            <a:rect l="0" t="0" r="r" b="b"/>
            <a:pathLst>
              <a:path w="663690" h="184636">
                <a:moveTo>
                  <a:pt x="663690" y="54155"/>
                </a:moveTo>
                <a:lnTo>
                  <a:pt x="0" y="184636"/>
                </a:lnTo>
                <a:lnTo>
                  <a:pt x="23063" y="0"/>
                </a:lnTo>
                <a:close/>
              </a:path>
            </a:pathLst>
          </a:custGeom>
          <a:solidFill>
            <a:srgbClr val="F8DD7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58"/>
          <p:cNvSpPr/>
          <p:nvPr/>
        </p:nvSpPr>
        <p:spPr>
          <a:xfrm>
            <a:off x="5207255" y="4125171"/>
            <a:ext cx="635807" cy="284590"/>
          </a:xfrm>
          <a:custGeom>
            <a:avLst/>
            <a:gdLst/>
            <a:ahLst/>
            <a:cxnLst/>
            <a:rect l="0" t="0" r="r" b="b"/>
            <a:pathLst>
              <a:path w="635807" h="284590">
                <a:moveTo>
                  <a:pt x="635807" y="284590"/>
                </a:moveTo>
                <a:lnTo>
                  <a:pt x="0" y="184612"/>
                </a:lnTo>
                <a:lnTo>
                  <a:pt x="21793" y="0"/>
                </a:lnTo>
                <a:close/>
              </a:path>
            </a:pathLst>
          </a:custGeom>
          <a:solidFill>
            <a:srgbClr val="FBE68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Kształt 59"/>
          <p:cNvSpPr/>
          <p:nvPr/>
        </p:nvSpPr>
        <p:spPr>
          <a:xfrm>
            <a:off x="5229048" y="3989300"/>
            <a:ext cx="614014" cy="420460"/>
          </a:xfrm>
          <a:custGeom>
            <a:avLst/>
            <a:gdLst/>
            <a:ahLst/>
            <a:cxnLst/>
            <a:rect l="0" t="0" r="r" b="b"/>
            <a:pathLst>
              <a:path w="614014" h="420460">
                <a:moveTo>
                  <a:pt x="614014" y="420460"/>
                </a:moveTo>
                <a:lnTo>
                  <a:pt x="0" y="135871"/>
                </a:lnTo>
                <a:lnTo>
                  <a:pt x="127542" y="0"/>
                </a:lnTo>
                <a:close/>
              </a:path>
            </a:pathLst>
          </a:custGeom>
          <a:solidFill>
            <a:srgbClr val="FAE28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Kształt 60"/>
          <p:cNvSpPr/>
          <p:nvPr/>
        </p:nvSpPr>
        <p:spPr>
          <a:xfrm>
            <a:off x="5425621" y="3777160"/>
            <a:ext cx="455374" cy="591211"/>
          </a:xfrm>
          <a:custGeom>
            <a:avLst/>
            <a:gdLst/>
            <a:ahLst/>
            <a:cxnLst/>
            <a:rect l="0" t="0" r="r" b="b"/>
            <a:pathLst>
              <a:path w="455374" h="591211">
                <a:moveTo>
                  <a:pt x="455374" y="591211"/>
                </a:moveTo>
                <a:lnTo>
                  <a:pt x="0" y="137116"/>
                </a:lnTo>
                <a:lnTo>
                  <a:pt x="126247" y="0"/>
                </a:lnTo>
                <a:close/>
              </a:path>
            </a:pathLst>
          </a:custGeom>
          <a:solidFill>
            <a:srgbClr val="FBE68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61"/>
          <p:cNvSpPr/>
          <p:nvPr/>
        </p:nvSpPr>
        <p:spPr>
          <a:xfrm>
            <a:off x="5551868" y="3741827"/>
            <a:ext cx="329127" cy="626544"/>
          </a:xfrm>
          <a:custGeom>
            <a:avLst/>
            <a:gdLst/>
            <a:ahLst/>
            <a:cxnLst/>
            <a:rect l="0" t="0" r="r" b="b"/>
            <a:pathLst>
              <a:path w="329127" h="626544">
                <a:moveTo>
                  <a:pt x="329127" y="626544"/>
                </a:moveTo>
                <a:lnTo>
                  <a:pt x="0" y="35333"/>
                </a:lnTo>
                <a:lnTo>
                  <a:pt x="182859" y="0"/>
                </a:lnTo>
                <a:close/>
              </a:path>
            </a:pathLst>
          </a:custGeom>
          <a:solidFill>
            <a:srgbClr val="FAE38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62"/>
          <p:cNvSpPr/>
          <p:nvPr/>
        </p:nvSpPr>
        <p:spPr>
          <a:xfrm>
            <a:off x="5835325" y="3685485"/>
            <a:ext cx="182199" cy="671635"/>
          </a:xfrm>
          <a:custGeom>
            <a:avLst/>
            <a:gdLst/>
            <a:ahLst/>
            <a:cxnLst/>
            <a:rect l="0" t="0" r="r" b="b"/>
            <a:pathLst>
              <a:path w="182199" h="671635">
                <a:moveTo>
                  <a:pt x="101340" y="671635"/>
                </a:moveTo>
                <a:lnTo>
                  <a:pt x="0" y="36591"/>
                </a:lnTo>
                <a:lnTo>
                  <a:pt x="182199" y="0"/>
                </a:lnTo>
                <a:close/>
              </a:path>
            </a:pathLst>
          </a:custGeom>
          <a:solidFill>
            <a:srgbClr val="FAE38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Kształt 63"/>
          <p:cNvSpPr/>
          <p:nvPr/>
        </p:nvSpPr>
        <p:spPr>
          <a:xfrm>
            <a:off x="5936665" y="3685485"/>
            <a:ext cx="250081" cy="671635"/>
          </a:xfrm>
          <a:custGeom>
            <a:avLst/>
            <a:gdLst/>
            <a:ahLst/>
            <a:cxnLst/>
            <a:rect l="0" t="0" r="r" b="b"/>
            <a:pathLst>
              <a:path w="250081" h="671635">
                <a:moveTo>
                  <a:pt x="0" y="671635"/>
                </a:moveTo>
                <a:lnTo>
                  <a:pt x="80859" y="0"/>
                </a:lnTo>
                <a:lnTo>
                  <a:pt x="250081" y="79255"/>
                </a:lnTo>
                <a:close/>
              </a:path>
            </a:pathLst>
          </a:custGeom>
          <a:solidFill>
            <a:srgbClr val="F8DE7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Kształt 64"/>
          <p:cNvSpPr/>
          <p:nvPr/>
        </p:nvSpPr>
        <p:spPr>
          <a:xfrm>
            <a:off x="5987940" y="3807393"/>
            <a:ext cx="460296" cy="573493"/>
          </a:xfrm>
          <a:custGeom>
            <a:avLst/>
            <a:gdLst/>
            <a:ahLst/>
            <a:cxnLst/>
            <a:rect l="0" t="0" r="r" b="b"/>
            <a:pathLst>
              <a:path w="460296" h="573493">
                <a:moveTo>
                  <a:pt x="0" y="573493"/>
                </a:moveTo>
                <a:lnTo>
                  <a:pt x="291099" y="0"/>
                </a:lnTo>
                <a:lnTo>
                  <a:pt x="460296" y="77986"/>
                </a:lnTo>
                <a:close/>
              </a:path>
            </a:pathLst>
          </a:custGeom>
          <a:solidFill>
            <a:srgbClr val="F7DB6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Kształt 65"/>
          <p:cNvSpPr/>
          <p:nvPr/>
        </p:nvSpPr>
        <p:spPr>
          <a:xfrm>
            <a:off x="5987940" y="3885378"/>
            <a:ext cx="550504" cy="495508"/>
          </a:xfrm>
          <a:custGeom>
            <a:avLst/>
            <a:gdLst/>
            <a:ahLst/>
            <a:cxnLst/>
            <a:rect l="0" t="0" r="r" b="b"/>
            <a:pathLst>
              <a:path w="550504" h="495508">
                <a:moveTo>
                  <a:pt x="0" y="495508"/>
                </a:moveTo>
                <a:lnTo>
                  <a:pt x="460296" y="0"/>
                </a:lnTo>
                <a:lnTo>
                  <a:pt x="550504" y="163367"/>
                </a:lnTo>
                <a:close/>
              </a:path>
            </a:pathLst>
          </a:custGeom>
          <a:solidFill>
            <a:srgbClr val="F4D55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Kształt 66"/>
          <p:cNvSpPr/>
          <p:nvPr/>
        </p:nvSpPr>
        <p:spPr>
          <a:xfrm>
            <a:off x="6015586" y="4137332"/>
            <a:ext cx="663690" cy="293188"/>
          </a:xfrm>
          <a:custGeom>
            <a:avLst/>
            <a:gdLst/>
            <a:ahLst/>
            <a:cxnLst/>
            <a:rect l="0" t="0" r="r" b="b"/>
            <a:pathLst>
              <a:path w="663690" h="293188">
                <a:moveTo>
                  <a:pt x="0" y="293188"/>
                </a:moveTo>
                <a:lnTo>
                  <a:pt x="572225" y="0"/>
                </a:lnTo>
                <a:lnTo>
                  <a:pt x="663690" y="162707"/>
                </a:lnTo>
                <a:close/>
              </a:path>
            </a:pathLst>
          </a:custGeom>
          <a:solidFill>
            <a:srgbClr val="F3D35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Kształt 67"/>
          <p:cNvSpPr/>
          <p:nvPr/>
        </p:nvSpPr>
        <p:spPr>
          <a:xfrm>
            <a:off x="6015586" y="4300039"/>
            <a:ext cx="663690" cy="184636"/>
          </a:xfrm>
          <a:custGeom>
            <a:avLst/>
            <a:gdLst/>
            <a:ahLst/>
            <a:cxnLst/>
            <a:rect l="0" t="0" r="r" b="b"/>
            <a:pathLst>
              <a:path w="663690" h="184636">
                <a:moveTo>
                  <a:pt x="0" y="130481"/>
                </a:moveTo>
                <a:lnTo>
                  <a:pt x="663690" y="0"/>
                </a:lnTo>
                <a:lnTo>
                  <a:pt x="640627" y="184636"/>
                </a:lnTo>
                <a:close/>
              </a:path>
            </a:pathLst>
          </a:custGeom>
          <a:solidFill>
            <a:srgbClr val="F1CD4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ekst: o-shit commerce"/>
          <p:cNvSpPr txBox="1"/>
          <p:nvPr/>
        </p:nvSpPr>
        <p:spPr>
          <a:xfrm>
            <a:off x="0" y="1047750"/>
            <a:ext cx="12192000" cy="952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0" kern="100" spc="-262" dirty="0">
                <a:solidFill>
                  <a:srgbClr val="EE312F"/>
                </a:solidFill>
                <a:latin typeface="Lato Black"/>
                <a:cs typeface="Lato Black"/>
              </a:rPr>
              <a:t>o-shit commerce</a:t>
            </a:r>
            <a:endParaRPr lang="pl-PL" sz="7500" kern="100" spc="-262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pic>
        <p:nvPicPr>
          <p:cNvPr id="70" name="!!Serce w rogu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71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72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!!Zegar – wskazówka"/>
          <p:cNvSpPr/>
          <p:nvPr/>
        </p:nvSpPr>
        <p:spPr>
          <a:xfrm>
            <a:off x="10480979" y="354091"/>
            <a:ext cx="86123" cy="210198"/>
          </a:xfrm>
          <a:custGeom>
            <a:avLst/>
            <a:gdLst/>
            <a:ahLst/>
            <a:cxnLst/>
            <a:rect l="0" t="0" r="r" b="b"/>
            <a:pathLst>
              <a:path w="86123" h="210198">
                <a:moveTo>
                  <a:pt x="0" y="201564"/>
                </a:moveTo>
                <a:lnTo>
                  <a:pt x="26573" y="210198"/>
                </a:lnTo>
                <a:lnTo>
                  <a:pt x="86123" y="4317"/>
                </a:lnTo>
                <a:lnTo>
                  <a:pt x="7283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10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81" name="!!Postęp"/>
          <p:cNvSpPr/>
          <p:nvPr/>
        </p:nvSpPr>
        <p:spPr>
          <a:xfrm>
            <a:off x="0" y="6826250"/>
            <a:ext cx="5080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Kształt 68"/>
          <p:cNvSpPr/>
          <p:nvPr/>
        </p:nvSpPr>
        <p:spPr>
          <a:xfrm>
            <a:off x="-30861000" y="-18072099"/>
            <a:ext cx="73152000" cy="41148000"/>
          </a:xfrm>
          <a:prstGeom prst="rect">
            <a:avLst/>
          </a:prstGeom>
          <a:solidFill>
            <a:srgbClr val="1111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Kształt 69"/>
          <p:cNvSpPr/>
          <p:nvPr/>
        </p:nvSpPr>
        <p:spPr>
          <a:xfrm>
            <a:off x="6477000" y="-12166600"/>
            <a:ext cx="36576000" cy="32766000"/>
          </a:xfrm>
          <a:prstGeom prst="rect">
            <a:avLst/>
          </a:prstGeom>
          <a:gradFill rotWithShape="1">
            <a:gsLst>
              <a:gs pos="0">
                <a:srgbClr val="FFE9B8">
                  <a:alpha val="0"/>
                </a:srgbClr>
              </a:gs>
              <a:gs pos="45000">
                <a:srgbClr val="FFE9B8">
                  <a:alpha val="20000"/>
                </a:srgbClr>
              </a:gs>
              <a:gs pos="100000">
                <a:srgbClr val="FFE9B8">
                  <a:alpha val="0"/>
                </a:srgbClr>
              </a:gs>
            </a:gsLst>
            <a:lin ang="0" scaled="0"/>
          </a:gradFill>
          <a:ln>
            <a:noFill/>
          </a:ln>
          <a:effectLst>
            <a:softEdge rad="254000"/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Kształt 70"/>
          <p:cNvSpPr/>
          <p:nvPr/>
        </p:nvSpPr>
        <p:spPr>
          <a:xfrm>
            <a:off x="14097000" y="-11404600"/>
            <a:ext cx="14478000" cy="29718000"/>
          </a:xfrm>
          <a:prstGeom prst="roundRect">
            <a:avLst>
              <a:gd name="adj" fmla="val 5789"/>
            </a:avLst>
          </a:prstGeom>
          <a:gradFill rotWithShape="1">
            <a:gsLst>
              <a:gs pos="0">
                <a:srgbClr val="BDBDC2"/>
              </a:gs>
              <a:gs pos="30000">
                <a:srgbClr val="E6E6EA"/>
              </a:gs>
              <a:gs pos="100000">
                <a:srgbClr val="D6D6DB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Kształt 71"/>
          <p:cNvSpPr/>
          <p:nvPr/>
        </p:nvSpPr>
        <p:spPr>
          <a:xfrm>
            <a:off x="14859000" y="-10642600"/>
            <a:ext cx="12954000" cy="28194000"/>
          </a:xfrm>
          <a:prstGeom prst="roundRect">
            <a:avLst>
              <a:gd name="adj" fmla="val 3529"/>
            </a:avLst>
          </a:prstGeom>
          <a:gradFill rotWithShape="1">
            <a:gsLst>
              <a:gs pos="0">
                <a:srgbClr val="FFFAF0"/>
              </a:gs>
              <a:gs pos="100000">
                <a:srgbClr val="EFE4C8"/>
              </a:gs>
            </a:gsLst>
            <a:lin ang="54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Kształt 72"/>
          <p:cNvSpPr/>
          <p:nvPr/>
        </p:nvSpPr>
        <p:spPr>
          <a:xfrm>
            <a:off x="14859000" y="-2641600"/>
            <a:ext cx="12954000" cy="304800"/>
          </a:xfrm>
          <a:prstGeom prst="rect">
            <a:avLst/>
          </a:pr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Kształt 73"/>
          <p:cNvSpPr/>
          <p:nvPr/>
        </p:nvSpPr>
        <p:spPr>
          <a:xfrm>
            <a:off x="14859000" y="5359400"/>
            <a:ext cx="12954000" cy="304800"/>
          </a:xfrm>
          <a:prstGeom prst="rect">
            <a:avLst/>
          </a:pr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Kształt 74"/>
          <p:cNvSpPr/>
          <p:nvPr/>
        </p:nvSpPr>
        <p:spPr>
          <a:xfrm>
            <a:off x="14859000" y="12598399"/>
            <a:ext cx="12954000" cy="304800"/>
          </a:xfrm>
          <a:prstGeom prst="rect">
            <a:avLst/>
          </a:pr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Kształt 75"/>
          <p:cNvSpPr/>
          <p:nvPr/>
        </p:nvSpPr>
        <p:spPr>
          <a:xfrm>
            <a:off x="16764000" y="-5080000"/>
            <a:ext cx="1905000" cy="2438400"/>
          </a:xfrm>
          <a:prstGeom prst="roundRect">
            <a:avLst>
              <a:gd name="adj" fmla="val 16000"/>
            </a:avLst>
          </a:prstGeom>
          <a:solidFill>
            <a:srgbClr val="D9A6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Linia"/>
          <p:cNvSpPr/>
          <p:nvPr/>
        </p:nvSpPr>
        <p:spPr>
          <a:xfrm>
            <a:off x="16764000" y="-5080000"/>
            <a:ext cx="1905000" cy="457200"/>
          </a:xfrm>
          <a:prstGeom prst="rect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Kształt 76"/>
          <p:cNvSpPr/>
          <p:nvPr/>
        </p:nvSpPr>
        <p:spPr>
          <a:xfrm>
            <a:off x="20421600" y="3606800"/>
            <a:ext cx="1981200" cy="1752600"/>
          </a:xfrm>
          <a:custGeom>
            <a:avLst/>
            <a:gdLst/>
            <a:ahLst/>
            <a:cxnLst/>
            <a:rect l="0" t="0" r="r" b="b"/>
            <a:pathLst>
              <a:path w="1981200" h="1752600">
                <a:moveTo>
                  <a:pt x="1981200" y="876300"/>
                </a:moveTo>
                <a:lnTo>
                  <a:pt x="1965960" y="1028700"/>
                </a:lnTo>
                <a:lnTo>
                  <a:pt x="1920240" y="1177290"/>
                </a:lnTo>
                <a:lnTo>
                  <a:pt x="1847850" y="1314450"/>
                </a:lnTo>
                <a:lnTo>
                  <a:pt x="1748790" y="1440180"/>
                </a:lnTo>
                <a:lnTo>
                  <a:pt x="1626870" y="1546860"/>
                </a:lnTo>
                <a:lnTo>
                  <a:pt x="1485900" y="1634490"/>
                </a:lnTo>
                <a:lnTo>
                  <a:pt x="1329690" y="1699260"/>
                </a:lnTo>
                <a:lnTo>
                  <a:pt x="1162050" y="1741170"/>
                </a:lnTo>
                <a:lnTo>
                  <a:pt x="990600" y="1752600"/>
                </a:lnTo>
                <a:lnTo>
                  <a:pt x="819150" y="1741170"/>
                </a:lnTo>
                <a:lnTo>
                  <a:pt x="651510" y="1699260"/>
                </a:lnTo>
                <a:lnTo>
                  <a:pt x="495300" y="1634490"/>
                </a:lnTo>
                <a:lnTo>
                  <a:pt x="354330" y="1546860"/>
                </a:lnTo>
                <a:lnTo>
                  <a:pt x="232410" y="1440180"/>
                </a:lnTo>
                <a:lnTo>
                  <a:pt x="133350" y="1314450"/>
                </a:lnTo>
                <a:lnTo>
                  <a:pt x="60960" y="1177290"/>
                </a:lnTo>
                <a:lnTo>
                  <a:pt x="15240" y="1028700"/>
                </a:lnTo>
                <a:lnTo>
                  <a:pt x="0" y="876300"/>
                </a:lnTo>
                <a:lnTo>
                  <a:pt x="15240" y="723900"/>
                </a:lnTo>
                <a:lnTo>
                  <a:pt x="60960" y="575310"/>
                </a:lnTo>
                <a:lnTo>
                  <a:pt x="133350" y="438150"/>
                </a:lnTo>
                <a:lnTo>
                  <a:pt x="232410" y="312420"/>
                </a:lnTo>
                <a:lnTo>
                  <a:pt x="354330" y="205740"/>
                </a:lnTo>
                <a:lnTo>
                  <a:pt x="495300" y="118110"/>
                </a:lnTo>
                <a:lnTo>
                  <a:pt x="651510" y="53340"/>
                </a:lnTo>
                <a:lnTo>
                  <a:pt x="819150" y="11430"/>
                </a:lnTo>
                <a:lnTo>
                  <a:pt x="990600" y="0"/>
                </a:lnTo>
                <a:lnTo>
                  <a:pt x="1162050" y="11430"/>
                </a:lnTo>
                <a:lnTo>
                  <a:pt x="1329690" y="53340"/>
                </a:lnTo>
                <a:lnTo>
                  <a:pt x="1485900" y="118110"/>
                </a:lnTo>
                <a:lnTo>
                  <a:pt x="1626870" y="205740"/>
                </a:lnTo>
                <a:lnTo>
                  <a:pt x="1748790" y="312420"/>
                </a:lnTo>
                <a:lnTo>
                  <a:pt x="1847850" y="438150"/>
                </a:lnTo>
                <a:lnTo>
                  <a:pt x="1920240" y="575310"/>
                </a:lnTo>
                <a:lnTo>
                  <a:pt x="1965960" y="723900"/>
                </a:lnTo>
                <a:close/>
              </a:path>
            </a:pathLst>
          </a:custGeom>
          <a:solidFill>
            <a:srgbClr val="E2B02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Kształt 77"/>
          <p:cNvSpPr/>
          <p:nvPr/>
        </p:nvSpPr>
        <p:spPr>
          <a:xfrm>
            <a:off x="20269200" y="3530600"/>
            <a:ext cx="1828800" cy="1828800"/>
          </a:xfrm>
          <a:custGeom>
            <a:avLst/>
            <a:gdLst/>
            <a:ahLst/>
            <a:cxnLst/>
            <a:rect l="0" t="0" r="r" b="b"/>
            <a:pathLst>
              <a:path w="1828800" h="1828800">
                <a:moveTo>
                  <a:pt x="1828800" y="914400"/>
                </a:moveTo>
                <a:lnTo>
                  <a:pt x="1813560" y="1074420"/>
                </a:lnTo>
                <a:lnTo>
                  <a:pt x="1775460" y="1226820"/>
                </a:lnTo>
                <a:lnTo>
                  <a:pt x="1706880" y="1371600"/>
                </a:lnTo>
                <a:lnTo>
                  <a:pt x="1615440" y="1501140"/>
                </a:lnTo>
                <a:lnTo>
                  <a:pt x="1501140" y="1615440"/>
                </a:lnTo>
                <a:lnTo>
                  <a:pt x="1371600" y="1706880"/>
                </a:lnTo>
                <a:lnTo>
                  <a:pt x="1226820" y="1775460"/>
                </a:lnTo>
                <a:lnTo>
                  <a:pt x="1074420" y="1813560"/>
                </a:lnTo>
                <a:lnTo>
                  <a:pt x="914400" y="1828800"/>
                </a:lnTo>
                <a:lnTo>
                  <a:pt x="754380" y="1813560"/>
                </a:lnTo>
                <a:lnTo>
                  <a:pt x="601980" y="1775460"/>
                </a:lnTo>
                <a:lnTo>
                  <a:pt x="457200" y="1706880"/>
                </a:lnTo>
                <a:lnTo>
                  <a:pt x="327660" y="1615440"/>
                </a:lnTo>
                <a:lnTo>
                  <a:pt x="213360" y="1501140"/>
                </a:lnTo>
                <a:lnTo>
                  <a:pt x="121920" y="1371600"/>
                </a:lnTo>
                <a:lnTo>
                  <a:pt x="53340" y="1226820"/>
                </a:lnTo>
                <a:lnTo>
                  <a:pt x="15240" y="1074420"/>
                </a:lnTo>
                <a:lnTo>
                  <a:pt x="0" y="914400"/>
                </a:lnTo>
                <a:lnTo>
                  <a:pt x="15240" y="754380"/>
                </a:lnTo>
                <a:lnTo>
                  <a:pt x="53340" y="601980"/>
                </a:lnTo>
                <a:lnTo>
                  <a:pt x="121920" y="457200"/>
                </a:lnTo>
                <a:lnTo>
                  <a:pt x="213360" y="327660"/>
                </a:lnTo>
                <a:lnTo>
                  <a:pt x="327660" y="213360"/>
                </a:lnTo>
                <a:lnTo>
                  <a:pt x="457200" y="121920"/>
                </a:lnTo>
                <a:lnTo>
                  <a:pt x="601980" y="53340"/>
                </a:lnTo>
                <a:lnTo>
                  <a:pt x="754380" y="15240"/>
                </a:lnTo>
                <a:lnTo>
                  <a:pt x="914400" y="0"/>
                </a:lnTo>
                <a:lnTo>
                  <a:pt x="1074420" y="15240"/>
                </a:lnTo>
                <a:lnTo>
                  <a:pt x="1226820" y="53340"/>
                </a:lnTo>
                <a:lnTo>
                  <a:pt x="1371600" y="121920"/>
                </a:lnTo>
                <a:lnTo>
                  <a:pt x="1501140" y="213360"/>
                </a:lnTo>
                <a:lnTo>
                  <a:pt x="1615440" y="327660"/>
                </a:lnTo>
                <a:lnTo>
                  <a:pt x="1706880" y="457200"/>
                </a:lnTo>
                <a:lnTo>
                  <a:pt x="1775460" y="601980"/>
                </a:lnTo>
                <a:lnTo>
                  <a:pt x="1813560" y="754380"/>
                </a:lnTo>
                <a:close/>
              </a:path>
            </a:pathLst>
          </a:custGeom>
          <a:solidFill>
            <a:srgbClr val="F4CB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Kształt 78"/>
          <p:cNvSpPr/>
          <p:nvPr/>
        </p:nvSpPr>
        <p:spPr>
          <a:xfrm>
            <a:off x="20360640" y="3622040"/>
            <a:ext cx="1645920" cy="1645920"/>
          </a:xfrm>
          <a:custGeom>
            <a:avLst/>
            <a:gdLst/>
            <a:ahLst/>
            <a:cxnLst/>
            <a:rect l="0" t="0" r="r" b="b"/>
            <a:pathLst>
              <a:path w="1645920" h="1645920">
                <a:moveTo>
                  <a:pt x="1645920" y="822960"/>
                </a:moveTo>
                <a:lnTo>
                  <a:pt x="1634490" y="967740"/>
                </a:lnTo>
                <a:lnTo>
                  <a:pt x="1596390" y="1104900"/>
                </a:lnTo>
                <a:lnTo>
                  <a:pt x="1535430" y="1234440"/>
                </a:lnTo>
                <a:lnTo>
                  <a:pt x="1451610" y="1352550"/>
                </a:lnTo>
                <a:lnTo>
                  <a:pt x="1352550" y="1451610"/>
                </a:lnTo>
                <a:lnTo>
                  <a:pt x="1234440" y="1535430"/>
                </a:lnTo>
                <a:lnTo>
                  <a:pt x="1104900" y="1596390"/>
                </a:lnTo>
                <a:lnTo>
                  <a:pt x="967740" y="1634490"/>
                </a:lnTo>
                <a:lnTo>
                  <a:pt x="822960" y="1645920"/>
                </a:lnTo>
                <a:lnTo>
                  <a:pt x="678180" y="1634490"/>
                </a:lnTo>
                <a:lnTo>
                  <a:pt x="541020" y="1596390"/>
                </a:lnTo>
                <a:lnTo>
                  <a:pt x="411480" y="1535430"/>
                </a:lnTo>
                <a:lnTo>
                  <a:pt x="293370" y="1451610"/>
                </a:lnTo>
                <a:lnTo>
                  <a:pt x="194310" y="1352550"/>
                </a:lnTo>
                <a:lnTo>
                  <a:pt x="110490" y="1234440"/>
                </a:lnTo>
                <a:lnTo>
                  <a:pt x="49530" y="1104900"/>
                </a:lnTo>
                <a:lnTo>
                  <a:pt x="11430" y="967740"/>
                </a:lnTo>
                <a:lnTo>
                  <a:pt x="0" y="822960"/>
                </a:lnTo>
                <a:lnTo>
                  <a:pt x="11430" y="678180"/>
                </a:lnTo>
                <a:lnTo>
                  <a:pt x="49530" y="541020"/>
                </a:lnTo>
                <a:lnTo>
                  <a:pt x="110490" y="411480"/>
                </a:lnTo>
                <a:lnTo>
                  <a:pt x="194310" y="293370"/>
                </a:lnTo>
                <a:lnTo>
                  <a:pt x="293370" y="194310"/>
                </a:lnTo>
                <a:lnTo>
                  <a:pt x="411480" y="110490"/>
                </a:lnTo>
                <a:lnTo>
                  <a:pt x="541020" y="49530"/>
                </a:lnTo>
                <a:lnTo>
                  <a:pt x="678180" y="11430"/>
                </a:lnTo>
                <a:lnTo>
                  <a:pt x="822960" y="0"/>
                </a:lnTo>
                <a:lnTo>
                  <a:pt x="967740" y="11430"/>
                </a:lnTo>
                <a:lnTo>
                  <a:pt x="1104900" y="49530"/>
                </a:lnTo>
                <a:lnTo>
                  <a:pt x="1234440" y="110490"/>
                </a:lnTo>
                <a:lnTo>
                  <a:pt x="1352550" y="194310"/>
                </a:lnTo>
                <a:lnTo>
                  <a:pt x="1451610" y="293370"/>
                </a:lnTo>
                <a:lnTo>
                  <a:pt x="1535430" y="411480"/>
                </a:lnTo>
                <a:lnTo>
                  <a:pt x="1596390" y="541020"/>
                </a:lnTo>
                <a:lnTo>
                  <a:pt x="1634490" y="678180"/>
                </a:lnTo>
                <a:close/>
              </a:path>
            </a:pathLst>
          </a:custGeom>
          <a:solidFill>
            <a:srgbClr val="FBF1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Kształt 79"/>
          <p:cNvSpPr/>
          <p:nvPr/>
        </p:nvSpPr>
        <p:spPr>
          <a:xfrm>
            <a:off x="21267420" y="4486910"/>
            <a:ext cx="632460" cy="426720"/>
          </a:xfrm>
          <a:custGeom>
            <a:avLst/>
            <a:gdLst/>
            <a:ahLst/>
            <a:cxnLst/>
            <a:rect l="0" t="0" r="r" b="b"/>
            <a:pathLst>
              <a:path w="632460" h="426720">
                <a:moveTo>
                  <a:pt x="0" y="0"/>
                </a:moveTo>
                <a:lnTo>
                  <a:pt x="632460" y="110490"/>
                </a:lnTo>
                <a:lnTo>
                  <a:pt x="605790" y="293370"/>
                </a:lnTo>
                <a:lnTo>
                  <a:pt x="476250" y="42672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Kształt 80"/>
          <p:cNvSpPr/>
          <p:nvPr/>
        </p:nvSpPr>
        <p:spPr>
          <a:xfrm>
            <a:off x="21225510" y="4525010"/>
            <a:ext cx="445770" cy="628650"/>
          </a:xfrm>
          <a:custGeom>
            <a:avLst/>
            <a:gdLst/>
            <a:ahLst/>
            <a:cxnLst/>
            <a:rect l="0" t="0" r="r" b="b"/>
            <a:pathLst>
              <a:path w="445770" h="628650">
                <a:moveTo>
                  <a:pt x="0" y="0"/>
                </a:moveTo>
                <a:lnTo>
                  <a:pt x="445770" y="464820"/>
                </a:lnTo>
                <a:lnTo>
                  <a:pt x="320040" y="598170"/>
                </a:lnTo>
                <a:lnTo>
                  <a:pt x="133350" y="62865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Kształt 81"/>
          <p:cNvSpPr/>
          <p:nvPr/>
        </p:nvSpPr>
        <p:spPr>
          <a:xfrm>
            <a:off x="20909280" y="4536440"/>
            <a:ext cx="350520" cy="670560"/>
          </a:xfrm>
          <a:custGeom>
            <a:avLst/>
            <a:gdLst/>
            <a:ahLst/>
            <a:cxnLst/>
            <a:rect l="0" t="0" r="r" b="b"/>
            <a:pathLst>
              <a:path w="350520" h="670560">
                <a:moveTo>
                  <a:pt x="262890" y="0"/>
                </a:moveTo>
                <a:lnTo>
                  <a:pt x="350520" y="636270"/>
                </a:lnTo>
                <a:lnTo>
                  <a:pt x="167640" y="670560"/>
                </a:lnTo>
                <a:lnTo>
                  <a:pt x="0" y="58674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Kształt 82"/>
          <p:cNvSpPr/>
          <p:nvPr/>
        </p:nvSpPr>
        <p:spPr>
          <a:xfrm>
            <a:off x="20562570" y="4509770"/>
            <a:ext cx="556260" cy="567690"/>
          </a:xfrm>
          <a:custGeom>
            <a:avLst/>
            <a:gdLst/>
            <a:ahLst/>
            <a:cxnLst/>
            <a:rect l="0" t="0" r="r" b="b"/>
            <a:pathLst>
              <a:path w="556260" h="567690">
                <a:moveTo>
                  <a:pt x="556260" y="0"/>
                </a:moveTo>
                <a:lnTo>
                  <a:pt x="255270" y="567690"/>
                </a:lnTo>
                <a:lnTo>
                  <a:pt x="87630" y="487680"/>
                </a:lnTo>
                <a:lnTo>
                  <a:pt x="0" y="32385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83"/>
          <p:cNvSpPr/>
          <p:nvPr/>
        </p:nvSpPr>
        <p:spPr>
          <a:xfrm>
            <a:off x="20425410" y="4395470"/>
            <a:ext cx="666750" cy="346710"/>
          </a:xfrm>
          <a:custGeom>
            <a:avLst/>
            <a:gdLst/>
            <a:ahLst/>
            <a:cxnLst/>
            <a:rect l="0" t="0" r="r" b="b"/>
            <a:pathLst>
              <a:path w="666750" h="346710">
                <a:moveTo>
                  <a:pt x="666750" y="64770"/>
                </a:moveTo>
                <a:lnTo>
                  <a:pt x="91440" y="346710"/>
                </a:lnTo>
                <a:lnTo>
                  <a:pt x="0" y="182880"/>
                </a:lnTo>
                <a:lnTo>
                  <a:pt x="26670" y="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84"/>
          <p:cNvSpPr/>
          <p:nvPr/>
        </p:nvSpPr>
        <p:spPr>
          <a:xfrm>
            <a:off x="20467320" y="3976370"/>
            <a:ext cx="632460" cy="426720"/>
          </a:xfrm>
          <a:custGeom>
            <a:avLst/>
            <a:gdLst/>
            <a:ahLst/>
            <a:cxnLst/>
            <a:rect l="0" t="0" r="r" b="b"/>
            <a:pathLst>
              <a:path w="632460" h="426720">
                <a:moveTo>
                  <a:pt x="632460" y="426720"/>
                </a:moveTo>
                <a:lnTo>
                  <a:pt x="0" y="316230"/>
                </a:lnTo>
                <a:lnTo>
                  <a:pt x="26670" y="133350"/>
                </a:lnTo>
                <a:lnTo>
                  <a:pt x="156210" y="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85"/>
          <p:cNvSpPr/>
          <p:nvPr/>
        </p:nvSpPr>
        <p:spPr>
          <a:xfrm>
            <a:off x="20695920" y="3736340"/>
            <a:ext cx="445770" cy="628650"/>
          </a:xfrm>
          <a:custGeom>
            <a:avLst/>
            <a:gdLst/>
            <a:ahLst/>
            <a:cxnLst/>
            <a:rect l="0" t="0" r="r" b="b"/>
            <a:pathLst>
              <a:path w="445770" h="628650">
                <a:moveTo>
                  <a:pt x="445770" y="628650"/>
                </a:moveTo>
                <a:lnTo>
                  <a:pt x="0" y="163830"/>
                </a:lnTo>
                <a:lnTo>
                  <a:pt x="125730" y="30480"/>
                </a:lnTo>
                <a:lnTo>
                  <a:pt x="312420" y="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86"/>
          <p:cNvSpPr/>
          <p:nvPr/>
        </p:nvSpPr>
        <p:spPr>
          <a:xfrm>
            <a:off x="21107400" y="3683000"/>
            <a:ext cx="350520" cy="670560"/>
          </a:xfrm>
          <a:custGeom>
            <a:avLst/>
            <a:gdLst/>
            <a:ahLst/>
            <a:cxnLst/>
            <a:rect l="0" t="0" r="r" b="b"/>
            <a:pathLst>
              <a:path w="350520" h="670560">
                <a:moveTo>
                  <a:pt x="87630" y="670560"/>
                </a:moveTo>
                <a:lnTo>
                  <a:pt x="0" y="34290"/>
                </a:lnTo>
                <a:lnTo>
                  <a:pt x="182880" y="0"/>
                </a:lnTo>
                <a:lnTo>
                  <a:pt x="350520" y="8382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87"/>
          <p:cNvSpPr/>
          <p:nvPr/>
        </p:nvSpPr>
        <p:spPr>
          <a:xfrm>
            <a:off x="21248370" y="3812540"/>
            <a:ext cx="556260" cy="567690"/>
          </a:xfrm>
          <a:custGeom>
            <a:avLst/>
            <a:gdLst/>
            <a:ahLst/>
            <a:cxnLst/>
            <a:rect l="0" t="0" r="r" b="b"/>
            <a:pathLst>
              <a:path w="556260" h="567690">
                <a:moveTo>
                  <a:pt x="0" y="567690"/>
                </a:moveTo>
                <a:lnTo>
                  <a:pt x="300990" y="0"/>
                </a:lnTo>
                <a:lnTo>
                  <a:pt x="468630" y="80010"/>
                </a:lnTo>
                <a:lnTo>
                  <a:pt x="556260" y="24384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88"/>
          <p:cNvSpPr/>
          <p:nvPr/>
        </p:nvSpPr>
        <p:spPr>
          <a:xfrm>
            <a:off x="21275040" y="4147820"/>
            <a:ext cx="666750" cy="346710"/>
          </a:xfrm>
          <a:custGeom>
            <a:avLst/>
            <a:gdLst/>
            <a:ahLst/>
            <a:cxnLst/>
            <a:rect l="0" t="0" r="r" b="b"/>
            <a:pathLst>
              <a:path w="666750" h="346710">
                <a:moveTo>
                  <a:pt x="0" y="281940"/>
                </a:moveTo>
                <a:lnTo>
                  <a:pt x="575310" y="0"/>
                </a:lnTo>
                <a:lnTo>
                  <a:pt x="666750" y="163830"/>
                </a:lnTo>
                <a:lnTo>
                  <a:pt x="640080" y="34671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89"/>
          <p:cNvSpPr/>
          <p:nvPr/>
        </p:nvSpPr>
        <p:spPr>
          <a:xfrm>
            <a:off x="24688800" y="9169399"/>
            <a:ext cx="1371600" cy="3429000"/>
          </a:xfrm>
          <a:prstGeom prst="round2SameRect">
            <a:avLst>
              <a:gd name="adj1" fmla="val 33333"/>
              <a:gd name="adj2" fmla="val 16667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90"/>
          <p:cNvSpPr/>
          <p:nvPr/>
        </p:nvSpPr>
        <p:spPr>
          <a:xfrm>
            <a:off x="28575000" y="-11404600"/>
            <a:ext cx="6477000" cy="29718000"/>
          </a:xfrm>
          <a:custGeom>
            <a:avLst/>
            <a:gdLst/>
            <a:ahLst/>
            <a:cxnLst/>
            <a:rect l="0" t="0" r="r" b="b"/>
            <a:pathLst>
              <a:path w="6477000" h="29718000">
                <a:moveTo>
                  <a:pt x="0" y="0"/>
                </a:moveTo>
                <a:lnTo>
                  <a:pt x="6477000" y="2667000"/>
                </a:lnTo>
                <a:lnTo>
                  <a:pt x="6477000" y="27432000"/>
                </a:lnTo>
                <a:lnTo>
                  <a:pt x="0" y="29718000"/>
                </a:lnTo>
                <a:close/>
              </a:path>
            </a:pathLst>
          </a:custGeom>
          <a:solidFill>
            <a:srgbClr val="D4D4D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91"/>
          <p:cNvSpPr/>
          <p:nvPr/>
        </p:nvSpPr>
        <p:spPr>
          <a:xfrm>
            <a:off x="29184600" y="-10033000"/>
            <a:ext cx="5257800" cy="26746200"/>
          </a:xfrm>
          <a:custGeom>
            <a:avLst/>
            <a:gdLst/>
            <a:ahLst/>
            <a:cxnLst/>
            <a:rect l="0" t="0" r="r" b="b"/>
            <a:pathLst>
              <a:path w="5257800" h="26746200">
                <a:moveTo>
                  <a:pt x="0" y="0"/>
                </a:moveTo>
                <a:lnTo>
                  <a:pt x="5257800" y="2209800"/>
                </a:lnTo>
                <a:lnTo>
                  <a:pt x="5257800" y="24536400"/>
                </a:lnTo>
                <a:lnTo>
                  <a:pt x="0" y="26746200"/>
                </a:lnTo>
                <a:close/>
              </a:path>
            </a:pathLst>
          </a:custGeom>
          <a:solidFill>
            <a:srgbClr val="E9E9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92"/>
          <p:cNvSpPr/>
          <p:nvPr/>
        </p:nvSpPr>
        <p:spPr>
          <a:xfrm>
            <a:off x="29718000" y="-6832600"/>
            <a:ext cx="4191000" cy="2667000"/>
          </a:xfrm>
          <a:custGeom>
            <a:avLst/>
            <a:gdLst/>
            <a:ahLst/>
            <a:cxnLst/>
            <a:rect l="0" t="0" r="r" b="b"/>
            <a:pathLst>
              <a:path w="4191000" h="2667000">
                <a:moveTo>
                  <a:pt x="0" y="0"/>
                </a:moveTo>
                <a:lnTo>
                  <a:pt x="4191000" y="1524000"/>
                </a:lnTo>
                <a:lnTo>
                  <a:pt x="4191000" y="2667000"/>
                </a:lnTo>
                <a:lnTo>
                  <a:pt x="0" y="1219200"/>
                </a:lnTo>
                <a:close/>
              </a:path>
            </a:pathLst>
          </a:custGeom>
          <a:solidFill>
            <a:srgbClr val="F4F4F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93"/>
          <p:cNvSpPr/>
          <p:nvPr/>
        </p:nvSpPr>
        <p:spPr>
          <a:xfrm>
            <a:off x="29718000" y="1168400"/>
            <a:ext cx="4191000" cy="1905000"/>
          </a:xfrm>
          <a:custGeom>
            <a:avLst/>
            <a:gdLst/>
            <a:ahLst/>
            <a:cxnLst/>
            <a:rect l="0" t="0" r="r" b="b"/>
            <a:pathLst>
              <a:path w="4191000" h="1905000">
                <a:moveTo>
                  <a:pt x="0" y="0"/>
                </a:moveTo>
                <a:lnTo>
                  <a:pt x="4191000" y="762000"/>
                </a:lnTo>
                <a:lnTo>
                  <a:pt x="4191000" y="1905000"/>
                </a:lnTo>
                <a:lnTo>
                  <a:pt x="0" y="1219200"/>
                </a:lnTo>
                <a:close/>
              </a:path>
            </a:pathLst>
          </a:custGeom>
          <a:solidFill>
            <a:srgbClr val="F4F4F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94"/>
          <p:cNvSpPr/>
          <p:nvPr/>
        </p:nvSpPr>
        <p:spPr>
          <a:xfrm>
            <a:off x="30708600" y="-7747000"/>
            <a:ext cx="609600" cy="990600"/>
          </a:xfrm>
          <a:custGeom>
            <a:avLst/>
            <a:gdLst/>
            <a:ahLst/>
            <a:cxnLst/>
            <a:rect l="0" t="0" r="r" b="b"/>
            <a:pathLst>
              <a:path w="609600" h="990600">
                <a:moveTo>
                  <a:pt x="0" y="0"/>
                </a:moveTo>
                <a:lnTo>
                  <a:pt x="609600" y="76200"/>
                </a:lnTo>
                <a:lnTo>
                  <a:pt x="609600" y="990600"/>
                </a:lnTo>
                <a:lnTo>
                  <a:pt x="0" y="8382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373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91071">
                                          <p:val>
                                            <p:strVal val="#ppt_x+0"/>
                                          </p:val>
                                        </p:tav>
                                        <p:tav tm="91964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92857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94643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5536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96429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97321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" dur="373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12"/>
                                          </p:val>
                                        </p:tav>
                                        <p:tav tm="73214">
                                          <p:val>
                                            <p:strVal val="#ppt_y-0.0412"/>
                                          </p:val>
                                        </p:tav>
                                        <p:tav tm="74107">
                                          <p:val>
                                            <p:strVal val="#ppt_y-0.03441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2089"/>
                                          </p:val>
                                        </p:tav>
                                        <p:tav tm="75893">
                                          <p:val>
                                            <p:strVal val="#ppt_y-0.00884"/>
                                          </p:val>
                                        </p:tav>
                                        <p:tav tm="76786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91071">
                                          <p:val>
                                            <p:strVal val="#ppt_y+0"/>
                                          </p:val>
                                        </p:tav>
                                        <p:tav tm="91964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92857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94643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95536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96429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97321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73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"/>
                                          </p:val>
                                        </p:tav>
                                        <p:tav tm="73214">
                                          <p:val>
                                            <p:strVal val="#ppt_w*0.7"/>
                                          </p:val>
                                        </p:tav>
                                        <p:tav tm="74107">
                                          <p:val>
                                            <p:strVal val="#ppt_w*0.7581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87394"/>
                                          </p:val>
                                        </p:tav>
                                        <p:tav tm="75893">
                                          <p:val>
                                            <p:strVal val="#ppt_w*0.97717"/>
                                          </p:val>
                                        </p:tav>
                                        <p:tav tm="76786">
                                          <p:val>
                                            <p:strVal val="#ppt_w*1.05637"/>
                                          </p:val>
                                        </p:tav>
                                        <p:tav tm="77679">
                                          <p:val>
                                            <p:strVal val="#ppt_w*1.04393"/>
                                          </p:val>
                                        </p:tav>
                                        <p:tav tm="78571">
                                          <p:val>
                                            <p:strVal val="#ppt_w*1.03202"/>
                                          </p:val>
                                        </p:tav>
                                        <p:tav tm="79464">
                                          <p:val>
                                            <p:strVal val="#ppt_w*1.02359"/>
                                          </p:val>
                                        </p:tav>
                                        <p:tav tm="80357">
                                          <p:val>
                                            <p:strVal val="#ppt_w*1.01748"/>
                                          </p:val>
                                        </p:tav>
                                        <p:tav tm="81250">
                                          <p:val>
                                            <p:strVal val="#ppt_w*1.01295"/>
                                          </p:val>
                                        </p:tav>
                                        <p:tav tm="82143">
                                          <p:val>
                                            <p:strVal val="#ppt_w*1.00954"/>
                                          </p:val>
                                        </p:tav>
                                        <p:tav tm="83036">
                                          <p:val>
                                            <p:strVal val="#ppt_w*1.00694"/>
                                          </p:val>
                                        </p:tav>
                                        <p:tav tm="83929">
                                          <p:val>
                                            <p:strVal val="#ppt_w*1.00496"/>
                                          </p:val>
                                        </p:tav>
                                        <p:tav tm="85714">
                                          <p:val>
                                            <p:strVal val="#ppt_w*1.0023"/>
                                          </p:val>
                                        </p:tav>
                                        <p:tav tm="88393">
                                          <p:val>
                                            <p:strVal val="#ppt_w*1.00042"/>
                                          </p:val>
                                        </p:tav>
                                        <p:tav tm="90179">
                                          <p:val>
                                            <p:strVal val="#ppt_w*1.00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73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"/>
                                          </p:val>
                                        </p:tav>
                                        <p:tav tm="73214">
                                          <p:val>
                                            <p:strVal val="#ppt_h*0.7"/>
                                          </p:val>
                                        </p:tav>
                                        <p:tav tm="74107">
                                          <p:val>
                                            <p:strVal val="#ppt_h*0.7581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87394"/>
                                          </p:val>
                                        </p:tav>
                                        <p:tav tm="75893">
                                          <p:val>
                                            <p:strVal val="#ppt_h*0.97717"/>
                                          </p:val>
                                        </p:tav>
                                        <p:tav tm="76786">
                                          <p:val>
                                            <p:strVal val="#ppt_h*1.05637"/>
                                          </p:val>
                                        </p:tav>
                                        <p:tav tm="79464">
                                          <p:val>
                                            <p:strVal val="#ppt_h*1.02359"/>
                                          </p:val>
                                        </p:tav>
                                        <p:tav tm="83036">
                                          <p:val>
                                            <p:strVal val="#ppt_h*1.00694"/>
                                          </p:val>
                                        </p:tav>
                                        <p:tav tm="88393">
                                          <p:val>
                                            <p:strVal val="#ppt_h*1.000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50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67">
                                          <p:stCondLst>
                                            <p:cond delay="350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" dur="432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90979">
                                          <p:val>
                                            <p:strVal val="#ppt_y+0"/>
                                          </p:val>
                                        </p:tav>
                                        <p:tav tm="92521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9483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32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90979">
                                          <p:val>
                                            <p:strVal val="#ppt_w*1"/>
                                          </p:val>
                                        </p:tav>
                                        <p:tav tm="91750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92521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9329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94063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94834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7147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32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0979">
                                          <p:val>
                                            <p:strVal val="#ppt_h*1"/>
                                          </p:val>
                                        </p:tav>
                                        <p:tav tm="91750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92521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9329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94063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94834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7147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" dur="432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70933">
                                          <p:val>
                                            <p:strVal val="#ppt_x-0.00195"/>
                                          </p:val>
                                        </p:tav>
                                        <p:tav tm="83269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32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90979">
                                          <p:val>
                                            <p:strVal val="#ppt_y+0"/>
                                          </p:val>
                                        </p:tav>
                                        <p:tav tm="92521">
                                          <p:val>
                                            <p:strVal val="#ppt_y-0.00113"/>
                                          </p:val>
                                        </p:tav>
                                        <p:tav tm="94834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32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90979">
                                          <p:val>
                                            <p:strVal val="#ppt_w*1"/>
                                          </p:val>
                                        </p:tav>
                                        <p:tav tm="91750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92521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9329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94063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94834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7147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432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90979">
                                          <p:val>
                                            <p:strVal val="#ppt_h*1"/>
                                          </p:val>
                                        </p:tav>
                                        <p:tav tm="91750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92521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9329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94063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94834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7147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32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70933">
                                          <p:val>
                                            <p:fltVal val="-17.83"/>
                                          </p:val>
                                        </p:tav>
                                        <p:tav tm="72475">
                                          <p:val>
                                            <p:fltVal val="-17.21"/>
                                          </p:val>
                                        </p:tav>
                                        <p:tav tm="74017">
                                          <p:val>
                                            <p:fltVal val="-15.86"/>
                                          </p:val>
                                        </p:tav>
                                        <p:tav tm="75559">
                                          <p:val>
                                            <p:fltVal val="-13.37"/>
                                          </p:val>
                                        </p:tav>
                                        <p:tav tm="77872">
                                          <p:val>
                                            <p:fltVal val="-8.2"/>
                                          </p:val>
                                        </p:tav>
                                        <p:tav tm="79414">
                                          <p:val>
                                            <p:fltVal val="-5.52"/>
                                          </p:val>
                                        </p:tav>
                                        <p:tav tm="80956">
                                          <p:val>
                                            <p:fltVal val="-3.66"/>
                                          </p:val>
                                        </p:tav>
                                        <p:tav tm="83269">
                                          <p:val>
                                            <p:fltVal val="-1.88"/>
                                          </p:val>
                                        </p:tav>
                                        <p:tav tm="85582">
                                          <p:val>
                                            <p:fltVal val="-0.84"/>
                                          </p:val>
                                        </p:tav>
                                        <p:tav tm="88666">
                                          <p:val>
                                            <p:fltVal val="-0.1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9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63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125"/>
                                          </p:val>
                                        </p:tav>
                                        <p:tav tm="41772">
                                          <p:val>
                                            <p:strVal val="#ppt_x+0.03117"/>
                                          </p:val>
                                        </p:tav>
                                        <p:tav tm="43038">
                                          <p:val>
                                            <p:strVal val="#ppt_x+0.02886"/>
                                          </p:val>
                                        </p:tav>
                                        <p:tav tm="44304">
                                          <p:val>
                                            <p:strVal val="#ppt_x+0.02297"/>
                                          </p:val>
                                        </p:tav>
                                        <p:tav tm="45570">
                                          <p:val>
                                            <p:strVal val="#ppt_x+0.01278"/>
                                          </p:val>
                                        </p:tav>
                                        <p:tav tm="46835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48101">
                                          <p:val>
                                            <p:strVal val="#ppt_x-0.0247"/>
                                          </p:val>
                                        </p:tav>
                                        <p:tav tm="49367">
                                          <p:val>
                                            <p:strVal val="#ppt_x-0.05507"/>
                                          </p:val>
                                        </p:tav>
                                        <p:tav tm="50633">
                                          <p:val>
                                            <p:strVal val="#ppt_x-0.09627"/>
                                          </p:val>
                                        </p:tav>
                                        <p:tav tm="51899">
                                          <p:val>
                                            <p:strVal val="#ppt_x-0.15171"/>
                                          </p:val>
                                        </p:tav>
                                        <p:tav tm="53165">
                                          <p:val>
                                            <p:strVal val="#ppt_x-0.2256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0.32177"/>
                                          </p:val>
                                        </p:tav>
                                        <p:tav tm="55696">
                                          <p:val>
                                            <p:strVal val="#ppt_x-0.43774"/>
                                          </p:val>
                                        </p:tav>
                                        <p:tav tm="56962">
                                          <p:val>
                                            <p:strVal val="#ppt_x-0.5604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0.67378"/>
                                          </p:val>
                                        </p:tav>
                                        <p:tav tm="59494">
                                          <p:val>
                                            <p:strVal val="#ppt_x-0.77019"/>
                                          </p:val>
                                        </p:tav>
                                        <p:tav tm="60759">
                                          <p:val>
                                            <p:strVal val="#ppt_x-0.8500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0.9160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0.97098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01716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05624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089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11791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14222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16302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18078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19587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0862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927"/>
                                          </p:val>
                                        </p:tav>
                                        <p:tav tm="77215">
                                          <p:val>
                                            <p:strVal val="#ppt_x-1.22805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3514"/>
                                          </p:val>
                                        </p:tav>
                                        <p:tav tm="79747">
                                          <p:val>
                                            <p:strVal val="#ppt_x-1.24069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484"/>
                                          </p:val>
                                        </p:tav>
                                        <p:tav tm="82278">
                                          <p:val>
                                            <p:strVal val="#ppt_x-1.24771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8481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63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519"/>
                                          </p:val>
                                        </p:tav>
                                        <p:tav tm="41772">
                                          <p:val>
                                            <p:strVal val="#ppt_y+0.13518"/>
                                          </p:val>
                                        </p:tav>
                                        <p:tav tm="44304">
                                          <p:val>
                                            <p:strVal val="#ppt_y+0.13431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1316"/>
                                          </p:val>
                                        </p:tav>
                                        <p:tav tm="49367">
                                          <p:val>
                                            <p:strVal val="#ppt_y+0.12608"/>
                                          </p:val>
                                        </p:tav>
                                        <p:tav tm="50633">
                                          <p:val>
                                            <p:strVal val="#ppt_y+0.12173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11588"/>
                                          </p:val>
                                        </p:tav>
                                        <p:tav tm="53165">
                                          <p:val>
                                            <p:strVal val="#ppt_y+0.10808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09794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0608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05062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0422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03524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02944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02457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1693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01137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073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0437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63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0506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263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h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1"/>
                                          </p:val>
                                        </p:tav>
                                        <p:tav tm="77215">
                                          <p:val>
                                            <p:strVal val="#ppt_h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h*0.99394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h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h*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33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263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083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27083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27028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2694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26786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26509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25937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2565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5454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5261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5113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263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315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07314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7121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6822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627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5848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5299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329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2284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1593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0916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395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263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63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h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1"/>
                                          </p:val>
                                        </p:tav>
                                        <p:tav tm="77215">
                                          <p:val>
                                            <p:strVal val="#ppt_h*0.98572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h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4"/>
                                          </p:val>
                                        </p:tav>
                                        <p:tav tm="82278">
                                          <p:val>
                                            <p:strVal val="#ppt_h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h*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2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7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63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64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364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378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3954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211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4578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085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5771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6695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92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529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46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50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396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00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334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434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3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119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77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32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79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04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63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44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01893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00607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63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63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h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h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h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h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h*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6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6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64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364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378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3954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211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4578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08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5771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6695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92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529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46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50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396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00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334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434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3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119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77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32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79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04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6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44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01893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00607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6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263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h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1"/>
                                          </p:val>
                                        </p:tav>
                                        <p:tav tm="77215">
                                          <p:val>
                                            <p:strVal val="#ppt_h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h*0.99394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h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h*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65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63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64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364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378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3954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211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4578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08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5771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6695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92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529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46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50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396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00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334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434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3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119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77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32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79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04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63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4167"/>
                                          </p:val>
                                        </p:tav>
                                        <p:tav tm="41772">
                                          <p:val>
                                            <p:strVal val="#ppt_y+0.74162"/>
                                          </p:val>
                                        </p:tav>
                                        <p:tav tm="43038">
                                          <p:val>
                                            <p:strVal val="#ppt_y+0.74028"/>
                                          </p:val>
                                        </p:tav>
                                        <p:tav tm="44304">
                                          <p:val>
                                            <p:strVal val="#ppt_y+0.73688"/>
                                          </p:val>
                                        </p:tav>
                                        <p:tav tm="45570">
                                          <p:val>
                                            <p:strVal val="#ppt_y+0.73097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72202"/>
                                          </p:val>
                                        </p:tav>
                                        <p:tav tm="48101">
                                          <p:val>
                                            <p:strVal val="#ppt_y+0.70928"/>
                                          </p:val>
                                        </p:tav>
                                        <p:tav tm="49367">
                                          <p:val>
                                            <p:strVal val="#ppt_y+0.6917"/>
                                          </p:val>
                                        </p:tav>
                                        <p:tav tm="50633">
                                          <p:val>
                                            <p:strVal val="#ppt_y+0.66785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63576"/>
                                          </p:val>
                                        </p:tav>
                                        <p:tav tm="53165">
                                          <p:val>
                                            <p:strVal val="#ppt_y+0.59294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53732"/>
                                          </p:val>
                                        </p:tav>
                                        <p:tav tm="55696">
                                          <p:val>
                                            <p:strVal val="#ppt_y+0.47019"/>
                                          </p:val>
                                        </p:tav>
                                        <p:tav tm="56962">
                                          <p:val>
                                            <p:strVal val="#ppt_y+0.39914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33355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27774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23154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19333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16151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13478"/>
                                          </p:val>
                                        </p:tav>
                                        <p:tav tm="65823">
                                          <p:val>
                                            <p:strVal val="#ppt_y+0.11216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9291"/>
                                          </p:val>
                                        </p:tav>
                                        <p:tav tm="68354">
                                          <p:val>
                                            <p:strVal val="#ppt_y+0.07646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06239"/>
                                          </p:val>
                                        </p:tav>
                                        <p:tav tm="70886">
                                          <p:val>
                                            <p:strVal val="#ppt_y+0.05035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4007"/>
                                          </p:val>
                                        </p:tav>
                                        <p:tav tm="73418">
                                          <p:val>
                                            <p:strVal val="#ppt_y+0.03133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2395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1013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263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263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74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263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64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364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378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3954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211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4578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08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5771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6695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92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529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46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50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396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00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334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434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3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119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77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32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79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04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263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056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23054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22907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22445"/>
                                          </p:val>
                                        </p:tav>
                                        <p:tav tm="48101">
                                          <p:val>
                                            <p:strVal val="#ppt_y-0.22049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21502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20761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19763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18432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16703"/>
                                          </p:val>
                                        </p:tav>
                                        <p:tav tm="55696">
                                          <p:val>
                                            <p:strVal val="#ppt_y-0.14616"/>
                                          </p:val>
                                        </p:tav>
                                        <p:tav tm="56962">
                                          <p:val>
                                            <p:strVal val="#ppt_y-0.12408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10369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8634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7198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0601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5021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0419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2888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1939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1246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0745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63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63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83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263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64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364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378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3954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211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4578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08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5771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6695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92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529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46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50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396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00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334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434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3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119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77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32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79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04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5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263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1019"/>
                                          </p:val>
                                        </p:tav>
                                        <p:tav tm="41772">
                                          <p:val>
                                            <p:strVal val="#ppt_y-1.11011"/>
                                          </p:val>
                                        </p:tav>
                                        <p:tav tm="43038">
                                          <p:val>
                                            <p:strVal val="#ppt_y-1.10812"/>
                                          </p:val>
                                        </p:tav>
                                        <p:tav tm="44304">
                                          <p:val>
                                            <p:strVal val="#ppt_y-1.10301"/>
                                          </p:val>
                                        </p:tav>
                                        <p:tav tm="45570">
                                          <p:val>
                                            <p:strVal val="#ppt_y-1.09418"/>
                                          </p:val>
                                        </p:tav>
                                        <p:tav tm="46835">
                                          <p:val>
                                            <p:strVal val="#ppt_y-1.08078"/>
                                          </p:val>
                                        </p:tav>
                                        <p:tav tm="48101">
                                          <p:val>
                                            <p:strVal val="#ppt_y-1.0617"/>
                                          </p:val>
                                        </p:tav>
                                        <p:tav tm="49367">
                                          <p:val>
                                            <p:strVal val="#ppt_y-1.03539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99969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95166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88756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8043"/>
                                          </p:val>
                                        </p:tav>
                                        <p:tav tm="55696">
                                          <p:val>
                                            <p:strVal val="#ppt_y-0.70381"/>
                                          </p:val>
                                        </p:tav>
                                        <p:tav tm="56962">
                                          <p:val>
                                            <p:strVal val="#ppt_y-0.59746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49928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41574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34658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28939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24176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20175"/>
                                          </p:val>
                                        </p:tav>
                                        <p:tav tm="65823">
                                          <p:val>
                                            <p:strVal val="#ppt_y-0.16789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13907"/>
                                          </p:val>
                                        </p:tav>
                                        <p:tav tm="68354">
                                          <p:val>
                                            <p:strVal val="#ppt_y-0.11446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9339"/>
                                          </p:val>
                                        </p:tav>
                                        <p:tav tm="70886">
                                          <p:val>
                                            <p:strVal val="#ppt_y-0.07537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5998"/>
                                          </p:val>
                                        </p:tav>
                                        <p:tav tm="73418">
                                          <p:val>
                                            <p:strVal val="#ppt_y-0.0469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3586"/>
                                          </p:val>
                                        </p:tav>
                                        <p:tav tm="75949">
                                          <p:val>
                                            <p:strVal val="#ppt_y-0.02662"/>
                                          </p:val>
                                        </p:tav>
                                        <p:tav tm="77215">
                                          <p:val>
                                            <p:strVal val="#ppt_y-0.01902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1288"/>
                                          </p:val>
                                        </p:tav>
                                        <p:tav tm="79747">
                                          <p:val>
                                            <p:strVal val="#ppt_y-0.00807"/>
                                          </p:val>
                                        </p:tav>
                                        <p:tav tm="81013">
                                          <p:val>
                                            <p:strVal val="#ppt_y-0.00447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63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7974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5"/>
                                          </p:val>
                                        </p:tav>
                                        <p:tav tm="82278">
                                          <p:val>
                                            <p:strVal val="#ppt_w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w*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63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92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63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890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0.78909"/>
                                          </p:val>
                                        </p:tav>
                                        <p:tav tm="43038">
                                          <p:val>
                                            <p:strVal val="#ppt_x-0.78992"/>
                                          </p:val>
                                        </p:tav>
                                        <p:tav tm="44304">
                                          <p:val>
                                            <p:strVal val="#ppt_x-0.7920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0.79571"/>
                                          </p:val>
                                        </p:tav>
                                        <p:tav tm="46835">
                                          <p:val>
                                            <p:strVal val="#ppt_x-0.80127"/>
                                          </p:val>
                                        </p:tav>
                                        <p:tav tm="48101">
                                          <p:val>
                                            <p:strVal val="#ppt_x-0.80919"/>
                                          </p:val>
                                        </p:tav>
                                        <p:tav tm="49367">
                                          <p:val>
                                            <p:strVal val="#ppt_x-0.82012"/>
                                          </p:val>
                                        </p:tav>
                                        <p:tav tm="50633">
                                          <p:val>
                                            <p:strVal val="#ppt_x-0.83494"/>
                                          </p:val>
                                        </p:tav>
                                        <p:tav tm="51899">
                                          <p:val>
                                            <p:strVal val="#ppt_x-0.85488"/>
                                          </p:val>
                                        </p:tav>
                                        <p:tav tm="53165">
                                          <p:val>
                                            <p:strVal val="#ppt_x-0.88149"/>
                                          </p:val>
                                        </p:tav>
                                        <p:tav tm="54430">
                                          <p:val>
                                            <p:strVal val="#ppt_x-0.91606"/>
                                          </p:val>
                                        </p:tav>
                                        <p:tav tm="55696">
                                          <p:val>
                                            <p:strVal val="#ppt_x-0.95778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00194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0427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07739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06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2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4962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16623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18029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19226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024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1122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1871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251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305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3511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3895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465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8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63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0833"/>
                                          </p:val>
                                        </p:tav>
                                        <p:tav tm="41772">
                                          <p:val>
                                            <p:strVal val="#ppt_y+0.90827"/>
                                          </p:val>
                                        </p:tav>
                                        <p:tav tm="43038">
                                          <p:val>
                                            <p:strVal val="#ppt_y+0.90664"/>
                                          </p:val>
                                        </p:tav>
                                        <p:tav tm="44304">
                                          <p:val>
                                            <p:strVal val="#ppt_y+0.90247"/>
                                          </p:val>
                                        </p:tav>
                                        <p:tav tm="45570">
                                          <p:val>
                                            <p:strVal val="#ppt_y+0.89524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88428"/>
                                          </p:val>
                                        </p:tav>
                                        <p:tav tm="48101">
                                          <p:val>
                                            <p:strVal val="#ppt_y+0.86867"/>
                                          </p:val>
                                        </p:tav>
                                        <p:tav tm="49367">
                                          <p:val>
                                            <p:strVal val="#ppt_y+0.84714"/>
                                          </p:val>
                                        </p:tav>
                                        <p:tav tm="50633">
                                          <p:val>
                                            <p:strVal val="#ppt_y+0.81793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77863"/>
                                          </p:val>
                                        </p:tav>
                                        <p:tav tm="53165">
                                          <p:val>
                                            <p:strVal val="#ppt_y+0.72619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65806"/>
                                          </p:val>
                                        </p:tav>
                                        <p:tav tm="55696">
                                          <p:val>
                                            <p:strVal val="#ppt_y+0.57585"/>
                                          </p:val>
                                        </p:tav>
                                        <p:tav tm="56962">
                                          <p:val>
                                            <p:strVal val="#ppt_y+0.48883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40851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34015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28357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23678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19781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16507"/>
                                          </p:val>
                                        </p:tav>
                                        <p:tav tm="65823">
                                          <p:val>
                                            <p:strVal val="#ppt_y+0.13736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11379"/>
                                          </p:val>
                                        </p:tav>
                                        <p:tav tm="68354">
                                          <p:val>
                                            <p:strVal val="#ppt_y+0.09365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07641"/>
                                          </p:val>
                                        </p:tav>
                                        <p:tav tm="70886">
                                          <p:val>
                                            <p:strVal val="#ppt_y+0.06167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4908"/>
                                          </p:val>
                                        </p:tav>
                                        <p:tav tm="73418">
                                          <p:val>
                                            <p:strVal val="#ppt_y+0.03837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2934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2178"/>
                                          </p:val>
                                        </p:tav>
                                        <p:tav tm="77215">
                                          <p:val>
                                            <p:strVal val="#ppt_y+0.01556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1054"/>
                                          </p:val>
                                        </p:tav>
                                        <p:tav tm="81013">
                                          <p:val>
                                            <p:strVal val="#ppt_y+0.00366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63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263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5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01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63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890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0.78909"/>
                                          </p:val>
                                        </p:tav>
                                        <p:tav tm="43038">
                                          <p:val>
                                            <p:strVal val="#ppt_x-0.78992"/>
                                          </p:val>
                                        </p:tav>
                                        <p:tav tm="44304">
                                          <p:val>
                                            <p:strVal val="#ppt_x-0.7920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0.79571"/>
                                          </p:val>
                                        </p:tav>
                                        <p:tav tm="46835">
                                          <p:val>
                                            <p:strVal val="#ppt_x-0.80127"/>
                                          </p:val>
                                        </p:tav>
                                        <p:tav tm="48101">
                                          <p:val>
                                            <p:strVal val="#ppt_x-0.80919"/>
                                          </p:val>
                                        </p:tav>
                                        <p:tav tm="49367">
                                          <p:val>
                                            <p:strVal val="#ppt_x-0.82012"/>
                                          </p:val>
                                        </p:tav>
                                        <p:tav tm="50633">
                                          <p:val>
                                            <p:strVal val="#ppt_x-0.83494"/>
                                          </p:val>
                                        </p:tav>
                                        <p:tav tm="51899">
                                          <p:val>
                                            <p:strVal val="#ppt_x-0.85488"/>
                                          </p:val>
                                        </p:tav>
                                        <p:tav tm="53165">
                                          <p:val>
                                            <p:strVal val="#ppt_x-0.88149"/>
                                          </p:val>
                                        </p:tav>
                                        <p:tav tm="54430">
                                          <p:val>
                                            <p:strVal val="#ppt_x-0.91606"/>
                                          </p:val>
                                        </p:tav>
                                        <p:tav tm="55696">
                                          <p:val>
                                            <p:strVal val="#ppt_x-0.95778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00194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0427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07739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06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2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4962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16623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18029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19226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024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1122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1871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251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305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3511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3895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465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814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63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0287"/>
                                          </p:val>
                                        </p:tav>
                                        <p:tav tm="41772">
                                          <p:val>
                                            <p:strVal val="#ppt_y+1.02864"/>
                                          </p:val>
                                        </p:tav>
                                        <p:tav tm="43038">
                                          <p:val>
                                            <p:strVal val="#ppt_y+1.02679"/>
                                          </p:val>
                                        </p:tav>
                                        <p:tav tm="44304">
                                          <p:val>
                                            <p:strVal val="#ppt_y+1.02206"/>
                                          </p:val>
                                        </p:tav>
                                        <p:tav tm="45570">
                                          <p:val>
                                            <p:strVal val="#ppt_y+1.01387"/>
                                          </p:val>
                                        </p:tav>
                                        <p:tav tm="46835">
                                          <p:val>
                                            <p:strVal val="#ppt_y+1.00146"/>
                                          </p:val>
                                        </p:tav>
                                        <p:tav tm="48101">
                                          <p:val>
                                            <p:strVal val="#ppt_y+0.98378"/>
                                          </p:val>
                                        </p:tav>
                                        <p:tav tm="49367">
                                          <p:val>
                                            <p:strVal val="#ppt_y+0.9594"/>
                                          </p:val>
                                        </p:tav>
                                        <p:tav tm="50633">
                                          <p:val>
                                            <p:strVal val="#ppt_y+0.92632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88181"/>
                                          </p:val>
                                        </p:tav>
                                        <p:tav tm="53165">
                                          <p:val>
                                            <p:strVal val="#ppt_y+0.82242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74527"/>
                                          </p:val>
                                        </p:tav>
                                        <p:tav tm="55696">
                                          <p:val>
                                            <p:strVal val="#ppt_y+0.65216"/>
                                          </p:val>
                                        </p:tav>
                                        <p:tav tm="56962">
                                          <p:val>
                                            <p:strVal val="#ppt_y+0.55361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46264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38523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32114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26815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22402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18694"/>
                                          </p:val>
                                        </p:tav>
                                        <p:tav tm="65823">
                                          <p:val>
                                            <p:strVal val="#ppt_y+0.15557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12886"/>
                                          </p:val>
                                        </p:tav>
                                        <p:tav tm="68354">
                                          <p:val>
                                            <p:strVal val="#ppt_y+0.10606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08654"/>
                                          </p:val>
                                        </p:tav>
                                        <p:tav tm="70886">
                                          <p:val>
                                            <p:strVal val="#ppt_y+0.06984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5558"/>
                                          </p:val>
                                        </p:tav>
                                        <p:tav tm="73418">
                                          <p:val>
                                            <p:strVal val="#ppt_y+0.04346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3322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2467"/>
                                          </p:val>
                                        </p:tav>
                                        <p:tav tm="77215">
                                          <p:val>
                                            <p:strVal val="#ppt_y+0.01762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1193"/>
                                          </p:val>
                                        </p:tav>
                                        <p:tav tm="79747">
                                          <p:val>
                                            <p:strVal val="#ppt_y+0.00747"/>
                                          </p:val>
                                        </p:tav>
                                        <p:tav tm="81013">
                                          <p:val>
                                            <p:strVal val="#ppt_y+0.00414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263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4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263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10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63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167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4168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4301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4467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718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5076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57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624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7142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8344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907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79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78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631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198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496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569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463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21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849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39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852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47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74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27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58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63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556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0555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0487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10276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9844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09505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9048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8439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7647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4747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3953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3295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2299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322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0888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263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63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19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26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2604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2606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02646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2749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2927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3197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3582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4113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483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5802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095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8775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080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2947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4928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661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008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162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123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93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613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19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691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116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79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27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463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4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6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093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0092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0027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9825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9413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09088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8651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8069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7312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4539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3779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3151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2198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264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0849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6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63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28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6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2604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2606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02646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2749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2927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3197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3582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4113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483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5802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095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8775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0802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2947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4928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6613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008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162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123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93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613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195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691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116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79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27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463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4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6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093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0092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0027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9825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9413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09088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8651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8069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7312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4539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3779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3151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2198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264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0849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6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63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37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6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339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534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5466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5622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585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6197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6663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7295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8146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9281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10756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2535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4419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6158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637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862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875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718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427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2027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537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973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346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938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65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7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6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194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3194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3109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12845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12306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11881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1131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10549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9559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5934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4941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4119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03439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2873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02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653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111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713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26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263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46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26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414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4415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4547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4711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495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5313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5801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646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7354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8542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10086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949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921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742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291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573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634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517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259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887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421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87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268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88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35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61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26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884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4883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4788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1449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13881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13403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12759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119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10783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6694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5574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4647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0388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3241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02705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865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1252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804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26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63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55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6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1927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1929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019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2076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226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2538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2935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3482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422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5222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6554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8284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037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2583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4623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636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7797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8986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997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807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51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11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621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059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75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255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447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3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07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6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278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5277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5179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14873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14248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13757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13096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12214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11068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6871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5721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4769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03982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3327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02776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914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1285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825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6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63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64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6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02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0262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0030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042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0617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0916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1341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1927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272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379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5221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7077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09316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1686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387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5735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7277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855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9613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50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259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1901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449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2919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66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201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407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13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6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329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4328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4236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13949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13363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12903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12283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11455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10381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6444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5366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4473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03735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312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02604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795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1205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774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6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263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73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6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9701"/>
                                          </p:val>
                                        </p:tav>
                                        <p:tav tm="41772">
                                          <p:val>
                                            <p:strVal val="#ppt_x-0.99702"/>
                                          </p:val>
                                        </p:tav>
                                        <p:tav tm="43038">
                                          <p:val>
                                            <p:strVal val="#ppt_x-0.99748"/>
                                          </p:val>
                                        </p:tav>
                                        <p:tav tm="44304">
                                          <p:val>
                                            <p:strVal val="#ppt_x-0.9986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0065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0371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0805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1405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221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331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4774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6671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08961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1385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3622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5526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7102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8405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9491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402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174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1831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392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2872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63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18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393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07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898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6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597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11596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11522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1129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10816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10443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9941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9272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8402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5216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4343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362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2526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02108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453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0976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26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63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82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" dur="26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987"/>
                                          </p:val>
                                        </p:tav>
                                        <p:tav tm="41772">
                                          <p:val>
                                            <p:strVal val="#ppt_x-0.99871"/>
                                          </p:val>
                                        </p:tav>
                                        <p:tav tm="43038">
                                          <p:val>
                                            <p:strVal val="#ppt_x-0.9991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0032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0232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0535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0967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1563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2371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3458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4909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6794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09068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1476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3698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5589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7155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8449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9527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433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2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1852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2886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642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188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09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899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26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991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0699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6806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652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5992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5589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5065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3144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2182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1522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378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26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63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91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6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0794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0796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00839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0951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1143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1435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1851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2425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320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4251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5648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7464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09655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1973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411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5935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7443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869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19729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0601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339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1968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504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2964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692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218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442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19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03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6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301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05301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5161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4944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4544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384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2384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1655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1154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0664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6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6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00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6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281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3283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3422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3594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3856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423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474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5443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638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7636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09265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1231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3312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232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6867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22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339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27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053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716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279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761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173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827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299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48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6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907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04907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4777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4577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4207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3555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2207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1532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1069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0615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057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6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26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09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6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948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4949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5077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5237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547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5824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6299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6944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7811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8969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10473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2288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4209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5982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491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74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773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633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356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1968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488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2933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313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917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52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67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19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6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856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05856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5701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5462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502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4243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2634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1828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1275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0734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316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26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26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18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" dur="26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5508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05509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05634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05789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06024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06359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06821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0744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08291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09417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10878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1264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1451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1623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17701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18915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19919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075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1458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22052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255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336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3947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437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4774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26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588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08587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08532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08361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08009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07362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06866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06222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03862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03216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02681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0187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01076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0464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01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26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6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9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27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26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125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3125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3121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31084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30829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3062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30358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29997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2952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27811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27341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2695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26361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26136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25783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5526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5338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073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26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8333"/>
                                          </p:val>
                                        </p:tav>
                                        <p:tav tm="41772">
                                          <p:val>
                                            <p:strVal val="#ppt_y-0.88327"/>
                                          </p:val>
                                        </p:tav>
                                        <p:tav tm="43038">
                                          <p:val>
                                            <p:strVal val="#ppt_y-0.88169"/>
                                          </p:val>
                                        </p:tav>
                                        <p:tav tm="44304">
                                          <p:val>
                                            <p:strVal val="#ppt_y-0.87763"/>
                                          </p:val>
                                        </p:tav>
                                        <p:tav tm="45570">
                                          <p:val>
                                            <p:strVal val="#ppt_y-0.8706"/>
                                          </p:val>
                                        </p:tav>
                                        <p:tav tm="46835">
                                          <p:val>
                                            <p:strVal val="#ppt_y-0.85994"/>
                                          </p:val>
                                        </p:tav>
                                        <p:tav tm="48101">
                                          <p:val>
                                            <p:strVal val="#ppt_y-0.84476"/>
                                          </p:val>
                                        </p:tav>
                                        <p:tav tm="49367">
                                          <p:val>
                                            <p:strVal val="#ppt_y-0.82382"/>
                                          </p:val>
                                        </p:tav>
                                        <p:tav tm="50633">
                                          <p:val>
                                            <p:strVal val="#ppt_y-0.79542"/>
                                          </p:val>
                                        </p:tav>
                                        <p:tav tm="51899">
                                          <p:val>
                                            <p:strVal val="#ppt_y-0.7572"/>
                                          </p:val>
                                        </p:tav>
                                        <p:tav tm="53165">
                                          <p:val>
                                            <p:strVal val="#ppt_y-0.7062"/>
                                          </p:val>
                                        </p:tav>
                                        <p:tav tm="54430">
                                          <p:val>
                                            <p:strVal val="#ppt_y-0.63995"/>
                                          </p:val>
                                        </p:tav>
                                        <p:tav tm="55696">
                                          <p:val>
                                            <p:strVal val="#ppt_y-0.56"/>
                                          </p:val>
                                        </p:tav>
                                        <p:tav tm="56962">
                                          <p:val>
                                            <p:strVal val="#ppt_y-0.47538"/>
                                          </p:val>
                                        </p:tav>
                                        <p:tav tm="58228">
                                          <p:val>
                                            <p:strVal val="#ppt_y-0.39726"/>
                                          </p:val>
                                        </p:tav>
                                        <p:tav tm="59494">
                                          <p:val>
                                            <p:strVal val="#ppt_y-0.33079"/>
                                          </p:val>
                                        </p:tav>
                                        <p:tav tm="60759">
                                          <p:val>
                                            <p:strVal val="#ppt_y-0.27576"/>
                                          </p:val>
                                        </p:tav>
                                        <p:tav tm="62025">
                                          <p:val>
                                            <p:strVal val="#ppt_y-0.23026"/>
                                          </p:val>
                                        </p:tav>
                                        <p:tav tm="63291">
                                          <p:val>
                                            <p:strVal val="#ppt_y-0.19236"/>
                                          </p:val>
                                        </p:tav>
                                        <p:tav tm="64557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65823">
                                          <p:val>
                                            <p:strVal val="#ppt_y-0.13358"/>
                                          </p:val>
                                        </p:tav>
                                        <p:tav tm="67089">
                                          <p:val>
                                            <p:strVal val="#ppt_y-0.11065"/>
                                          </p:val>
                                        </p:tav>
                                        <p:tav tm="68354">
                                          <p:val>
                                            <p:strVal val="#ppt_y-0.09107"/>
                                          </p:val>
                                        </p:tav>
                                        <p:tav tm="69620">
                                          <p:val>
                                            <p:strVal val="#ppt_y-0.07431"/>
                                          </p:val>
                                        </p:tav>
                                        <p:tav tm="70886">
                                          <p:val>
                                            <p:strVal val="#ppt_y-0.05997"/>
                                          </p:val>
                                        </p:tav>
                                        <p:tav tm="72152">
                                          <p:val>
                                            <p:strVal val="#ppt_y-0.04772"/>
                                          </p:val>
                                        </p:tav>
                                        <p:tav tm="73418">
                                          <p:val>
                                            <p:strVal val="#ppt_y-0.03732"/>
                                          </p:val>
                                        </p:tav>
                                        <p:tav tm="74684">
                                          <p:val>
                                            <p:strVal val="#ppt_y-0.02853"/>
                                          </p:val>
                                        </p:tav>
                                        <p:tav tm="75949">
                                          <p:val>
                                            <p:strVal val="#ppt_y-0.02118"/>
                                          </p:val>
                                        </p:tav>
                                        <p:tav tm="77215">
                                          <p:val>
                                            <p:strVal val="#ppt_y-0.01513"/>
                                          </p:val>
                                        </p:tav>
                                        <p:tav tm="78481">
                                          <p:val>
                                            <p:strVal val="#ppt_y-0.01025"/>
                                          </p:val>
                                        </p:tav>
                                        <p:tav tm="81013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83544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6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6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8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1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4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5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2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36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6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1392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2658">
                                          <p:val>
                                            <p:strVal val="#ppt_x-1.79155"/>
                                          </p:val>
                                        </p:tav>
                                        <p:tav tm="15190">
                                          <p:val>
                                            <p:strVal val="#ppt_x-1.77392"/>
                                          </p:val>
                                        </p:tav>
                                        <p:tav tm="16456">
                                          <p:val>
                                            <p:strVal val="#ppt_x-1.76609"/>
                                          </p:val>
                                        </p:tav>
                                        <p:tav tm="17722">
                                          <p:val>
                                            <p:strVal val="#ppt_x-1.75958"/>
                                          </p:val>
                                        </p:tav>
                                        <p:tav tm="18987">
                                          <p:val>
                                            <p:strVal val="#ppt_x-1.75446"/>
                                          </p:val>
                                        </p:tav>
                                        <p:tav tm="20253">
                                          <p:val>
                                            <p:strVal val="#ppt_x-1.75051"/>
                                          </p:val>
                                        </p:tav>
                                        <p:tav tm="27848">
                                          <p:val>
                                            <p:strVal val="#ppt_x-1.752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75255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75166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74935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74536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7392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73065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7187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7025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6808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65182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61412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5686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5204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4760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43822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4069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3810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3594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3413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3260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31296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30182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9228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8412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7715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712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662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6205"/>
                                          </p:val>
                                        </p:tav>
                                        <p:tav tm="77215">
                                          <p:val>
                                            <p:strVal val="#ppt_x-1.2586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583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5202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6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44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01893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00607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6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1392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2658">
                                          <p:val>
                                            <p:strVal val="#ppt_w*0.02004"/>
                                          </p:val>
                                        </p:tav>
                                        <p:tav tm="13924">
                                          <p:val>
                                            <p:strVal val="#ppt_w*0.05374"/>
                                          </p:val>
                                        </p:tav>
                                        <p:tav tm="15190">
                                          <p:val>
                                            <p:strVal val="#ppt_w*0.08643"/>
                                          </p:val>
                                        </p:tav>
                                        <p:tav tm="16456">
                                          <p:val>
                                            <p:strVal val="#ppt_w*0.11588"/>
                                          </p:val>
                                        </p:tav>
                                        <p:tav tm="17722">
                                          <p:val>
                                            <p:strVal val="#ppt_w*0.1404"/>
                                          </p:val>
                                        </p:tav>
                                        <p:tav tm="18987">
                                          <p:val>
                                            <p:strVal val="#ppt_w*0.15969"/>
                                          </p:val>
                                        </p:tav>
                                        <p:tav tm="20253">
                                          <p:val>
                                            <p:strVal val="#ppt_w*0.17454"/>
                                          </p:val>
                                        </p:tav>
                                        <p:tav tm="24051">
                                          <p:val>
                                            <p:strVal val="#ppt_w*0.17101"/>
                                          </p:val>
                                        </p:tav>
                                        <p:tav tm="27848">
                                          <p:val>
                                            <p:strVal val="#ppt_w*0.16895"/>
                                          </p:val>
                                        </p:tav>
                                        <p:tav tm="34177">
                                          <p:val>
                                            <p:strVal val="#ppt_w*0.16737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9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6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6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w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26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h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h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79747">
                                          <p:val>
                                            <p:strVal val="#ppt_h*0.99394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4"/>
                                          </p:val>
                                        </p:tav>
                                        <p:tav tm="82278">
                                          <p:val>
                                            <p:strVal val="#ppt_h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h*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2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45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6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1392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2658">
                                          <p:val>
                                            <p:strVal val="#ppt_x-1.79155"/>
                                          </p:val>
                                        </p:tav>
                                        <p:tav tm="15190">
                                          <p:val>
                                            <p:strVal val="#ppt_x-1.77392"/>
                                          </p:val>
                                        </p:tav>
                                        <p:tav tm="16456">
                                          <p:val>
                                            <p:strVal val="#ppt_x-1.76609"/>
                                          </p:val>
                                        </p:tav>
                                        <p:tav tm="17722">
                                          <p:val>
                                            <p:strVal val="#ppt_x-1.75958"/>
                                          </p:val>
                                        </p:tav>
                                        <p:tav tm="18987">
                                          <p:val>
                                            <p:strVal val="#ppt_x-1.75446"/>
                                          </p:val>
                                        </p:tav>
                                        <p:tav tm="20253">
                                          <p:val>
                                            <p:strVal val="#ppt_x-1.75051"/>
                                          </p:val>
                                        </p:tav>
                                        <p:tav tm="27848">
                                          <p:val>
                                            <p:strVal val="#ppt_x-1.752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75255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75166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74935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74536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7392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73065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7187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7025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6808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65182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61412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5686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5204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4760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43822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4069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3810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3594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3413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3260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31296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30182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9228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8412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7715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712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662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6205"/>
                                          </p:val>
                                        </p:tav>
                                        <p:tav tm="77215">
                                          <p:val>
                                            <p:strVal val="#ppt_x-1.2586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583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5202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6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333"/>
                                          </p:val>
                                        </p:tav>
                                        <p:tav tm="41772">
                                          <p:val>
                                            <p:strVal val="#ppt_y+0.03333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03245"/>
                                          </p:val>
                                        </p:tav>
                                        <p:tav tm="49367">
                                          <p:val>
                                            <p:strVal val="#ppt_y+0.03109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02857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02415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01499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01041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00726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26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1392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2658">
                                          <p:val>
                                            <p:strVal val="#ppt_w*0.02004"/>
                                          </p:val>
                                        </p:tav>
                                        <p:tav tm="15190">
                                          <p:val>
                                            <p:strVal val="#ppt_w*0.08643"/>
                                          </p:val>
                                        </p:tav>
                                        <p:tav tm="16456">
                                          <p:val>
                                            <p:strVal val="#ppt_w*0.11588"/>
                                          </p:val>
                                        </p:tav>
                                        <p:tav tm="17722">
                                          <p:val>
                                            <p:strVal val="#ppt_w*0.1404"/>
                                          </p:val>
                                        </p:tav>
                                        <p:tav tm="18987">
                                          <p:val>
                                            <p:strVal val="#ppt_w*0.15969"/>
                                          </p:val>
                                        </p:tav>
                                        <p:tav tm="20253">
                                          <p:val>
                                            <p:strVal val="#ppt_w*0.17454"/>
                                          </p:val>
                                        </p:tav>
                                        <p:tav tm="24051">
                                          <p:val>
                                            <p:strVal val="#ppt_w*0.17101"/>
                                          </p:val>
                                        </p:tav>
                                        <p:tav tm="27848">
                                          <p:val>
                                            <p:strVal val="#ppt_w*0.16895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9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6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6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26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3038">
                                          <p:val>
                                            <p:strVal val="#ppt_h*0.1682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h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h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98002"/>
                                          </p:val>
                                        </p:tav>
                                        <p:tav tm="77215">
                                          <p:val>
                                            <p:strVal val="#ppt_h*0.98573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79747">
                                          <p:val>
                                            <p:strVal val="#ppt_h*0.99394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4"/>
                                          </p:val>
                                        </p:tav>
                                        <p:tav tm="82278">
                                          <p:val>
                                            <p:strVal val="#ppt_h*0.99851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84810">
                                          <p:val>
                                            <p:strVal val="#ppt_h*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2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54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6" dur="263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1392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2658">
                                          <p:val>
                                            <p:strVal val="#ppt_x-1.79155"/>
                                          </p:val>
                                        </p:tav>
                                        <p:tav tm="15190">
                                          <p:val>
                                            <p:strVal val="#ppt_x-1.77392"/>
                                          </p:val>
                                        </p:tav>
                                        <p:tav tm="16456">
                                          <p:val>
                                            <p:strVal val="#ppt_x-1.76609"/>
                                          </p:val>
                                        </p:tav>
                                        <p:tav tm="17722">
                                          <p:val>
                                            <p:strVal val="#ppt_x-1.75958"/>
                                          </p:val>
                                        </p:tav>
                                        <p:tav tm="18987">
                                          <p:val>
                                            <p:strVal val="#ppt_x-1.75446"/>
                                          </p:val>
                                        </p:tav>
                                        <p:tav tm="20253">
                                          <p:val>
                                            <p:strVal val="#ppt_x-1.75051"/>
                                          </p:val>
                                        </p:tav>
                                        <p:tav tm="27848">
                                          <p:val>
                                            <p:strVal val="#ppt_x-1.752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75255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75166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74935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74536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7392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73065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7187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7025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6808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65182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61412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5686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5204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4760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43822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4069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3810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3594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3413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3260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31296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30182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9228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8412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7715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712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662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6205"/>
                                          </p:val>
                                        </p:tav>
                                        <p:tav tm="77215">
                                          <p:val>
                                            <p:strVal val="#ppt_x-1.2586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583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5202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263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10741"/>
                                          </p:val>
                                        </p:tav>
                                        <p:tav tm="41772">
                                          <p:val>
                                            <p:strVal val="#ppt_y+1.10733"/>
                                          </p:val>
                                        </p:tav>
                                        <p:tav tm="43038">
                                          <p:val>
                                            <p:strVal val="#ppt_y+1.10534"/>
                                          </p:val>
                                        </p:tav>
                                        <p:tav tm="44304">
                                          <p:val>
                                            <p:strVal val="#ppt_y+1.10025"/>
                                          </p:val>
                                        </p:tav>
                                        <p:tav tm="45570">
                                          <p:val>
                                            <p:strVal val="#ppt_y+1.09144"/>
                                          </p:val>
                                        </p:tav>
                                        <p:tav tm="46835">
                                          <p:val>
                                            <p:strVal val="#ppt_y+1.07808"/>
                                          </p:val>
                                        </p:tav>
                                        <p:tav tm="48101">
                                          <p:val>
                                            <p:strVal val="#ppt_y+1.05905"/>
                                          </p:val>
                                        </p:tav>
                                        <p:tav tm="49367">
                                          <p:val>
                                            <p:strVal val="#ppt_y+1.0328"/>
                                          </p:val>
                                        </p:tav>
                                        <p:tav tm="50633">
                                          <p:val>
                                            <p:strVal val="#ppt_y+0.99719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94927"/>
                                          </p:val>
                                        </p:tav>
                                        <p:tav tm="53165">
                                          <p:val>
                                            <p:strVal val="#ppt_y+0.88534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80229"/>
                                          </p:val>
                                        </p:tav>
                                        <p:tav tm="55696">
                                          <p:val>
                                            <p:strVal val="#ppt_y+0.70205"/>
                                          </p:val>
                                        </p:tav>
                                        <p:tav tm="56962">
                                          <p:val>
                                            <p:strVal val="#ppt_y+0.59596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49804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4147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34572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28867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24116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20125"/>
                                          </p:val>
                                        </p:tav>
                                        <p:tav tm="65823">
                                          <p:val>
                                            <p:strVal val="#ppt_y+0.16747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13872"/>
                                          </p:val>
                                        </p:tav>
                                        <p:tav tm="68354">
                                          <p:val>
                                            <p:strVal val="#ppt_y+0.11417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09316"/>
                                          </p:val>
                                        </p:tav>
                                        <p:tav tm="70886">
                                          <p:val>
                                            <p:strVal val="#ppt_y+0.07518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5983"/>
                                          </p:val>
                                        </p:tav>
                                        <p:tav tm="73418">
                                          <p:val>
                                            <p:strVal val="#ppt_y+0.04678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3577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2656"/>
                                          </p:val>
                                        </p:tav>
                                        <p:tav tm="77215">
                                          <p:val>
                                            <p:strVal val="#ppt_y+0.01897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1284"/>
                                          </p:val>
                                        </p:tav>
                                        <p:tav tm="79747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81013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263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1392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2658">
                                          <p:val>
                                            <p:strVal val="#ppt_w*0.02004"/>
                                          </p:val>
                                        </p:tav>
                                        <p:tav tm="15190">
                                          <p:val>
                                            <p:strVal val="#ppt_w*0.08643"/>
                                          </p:val>
                                        </p:tav>
                                        <p:tav tm="16456">
                                          <p:val>
                                            <p:strVal val="#ppt_w*0.11588"/>
                                          </p:val>
                                        </p:tav>
                                        <p:tav tm="17722">
                                          <p:val>
                                            <p:strVal val="#ppt_w*0.1404"/>
                                          </p:val>
                                        </p:tav>
                                        <p:tav tm="18987">
                                          <p:val>
                                            <p:strVal val="#ppt_w*0.15969"/>
                                          </p:val>
                                        </p:tav>
                                        <p:tav tm="20253">
                                          <p:val>
                                            <p:strVal val="#ppt_w*0.17454"/>
                                          </p:val>
                                        </p:tav>
                                        <p:tav tm="27848">
                                          <p:val>
                                            <p:strVal val="#ppt_w*0.16895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9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6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6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63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h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2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63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" dur="263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1392">
                                          <p:val>
                                            <p:strVal val="#ppt_x-1.7951"/>
                                          </p:val>
                                        </p:tav>
                                        <p:tav tm="12658">
                                          <p:val>
                                            <p:strVal val="#ppt_x-1.79155"/>
                                          </p:val>
                                        </p:tav>
                                        <p:tav tm="15190">
                                          <p:val>
                                            <p:strVal val="#ppt_x-1.77392"/>
                                          </p:val>
                                        </p:tav>
                                        <p:tav tm="16456">
                                          <p:val>
                                            <p:strVal val="#ppt_x-1.76609"/>
                                          </p:val>
                                        </p:tav>
                                        <p:tav tm="17722">
                                          <p:val>
                                            <p:strVal val="#ppt_x-1.75958"/>
                                          </p:val>
                                        </p:tav>
                                        <p:tav tm="18987">
                                          <p:val>
                                            <p:strVal val="#ppt_x-1.75446"/>
                                          </p:val>
                                        </p:tav>
                                        <p:tav tm="20253">
                                          <p:val>
                                            <p:strVal val="#ppt_x-1.75051"/>
                                          </p:val>
                                        </p:tav>
                                        <p:tav tm="27848">
                                          <p:val>
                                            <p:strVal val="#ppt_x-1.752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75255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75166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74935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74536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73929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73065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7187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70258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68083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65182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61412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56863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52048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4760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43822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40691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38101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35945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3413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32601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31296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30182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9228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8412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7715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7123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662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6205"/>
                                          </p:val>
                                        </p:tav>
                                        <p:tav tm="77215">
                                          <p:val>
                                            <p:strVal val="#ppt_x-1.25861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583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5202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63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8148"/>
                                          </p:val>
                                        </p:tav>
                                        <p:tav tm="41772">
                                          <p:val>
                                            <p:strVal val="#ppt_y+0.18147"/>
                                          </p:val>
                                        </p:tav>
                                        <p:tav tm="44304">
                                          <p:val>
                                            <p:strVal val="#ppt_y+0.18031"/>
                                          </p:val>
                                        </p:tav>
                                        <p:tav tm="46835">
                                          <p:val>
                                            <p:strVal val="#ppt_y+0.17668"/>
                                          </p:val>
                                        </p:tav>
                                        <p:tav tm="48101">
                                          <p:val>
                                            <p:strVal val="#ppt_y+0.17356"/>
                                          </p:val>
                                        </p:tav>
                                        <p:tav tm="49367">
                                          <p:val>
                                            <p:strVal val="#ppt_y+0.16925"/>
                                          </p:val>
                                        </p:tav>
                                        <p:tav tm="50633">
                                          <p:val>
                                            <p:strVal val="#ppt_y+0.16342"/>
                                          </p:val>
                                        </p:tav>
                                        <p:tav tm="51899">
                                          <p:val>
                                            <p:strVal val="#ppt_y+0.15557"/>
                                          </p:val>
                                        </p:tav>
                                        <p:tav tm="53165">
                                          <p:val>
                                            <p:strVal val="#ppt_y+0.14509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13148"/>
                                          </p:val>
                                        </p:tav>
                                        <p:tav tm="56962">
                                          <p:val>
                                            <p:strVal val="#ppt_y+0.09767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08162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06796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05666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04731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03952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03298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02273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01527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0981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0586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63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1392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2658">
                                          <p:val>
                                            <p:strVal val="#ppt_w*0.02004"/>
                                          </p:val>
                                        </p:tav>
                                        <p:tav tm="15190">
                                          <p:val>
                                            <p:strVal val="#ppt_w*0.08643"/>
                                          </p:val>
                                        </p:tav>
                                        <p:tav tm="16456">
                                          <p:val>
                                            <p:strVal val="#ppt_w*0.11588"/>
                                          </p:val>
                                        </p:tav>
                                        <p:tav tm="17722">
                                          <p:val>
                                            <p:strVal val="#ppt_w*0.1404"/>
                                          </p:val>
                                        </p:tav>
                                        <p:tav tm="18987">
                                          <p:val>
                                            <p:strVal val="#ppt_w*0.15969"/>
                                          </p:val>
                                        </p:tav>
                                        <p:tav tm="20253">
                                          <p:val>
                                            <p:strVal val="#ppt_w*0.17454"/>
                                          </p:val>
                                        </p:tav>
                                        <p:tav tm="27848">
                                          <p:val>
                                            <p:strVal val="#ppt_w*0.16895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9"/>
                                          </p:val>
                                        </p:tav>
                                        <p:tav tm="43038">
                                          <p:val>
                                            <p:strVal val="#ppt_w*0.16826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6"/>
                                          </p:val>
                                        </p:tav>
                                        <p:tav tm="45570">
                                          <p:val>
                                            <p:strVal val="#ppt_w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w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w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w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w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8354">
                                          <p:val>
                                            <p:strVal val="#ppt_w*0.91409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0886">
                                          <p:val>
                                            <p:strVal val="#ppt_w*0.94343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3418">
                                          <p:val>
                                            <p:strVal val="#ppt_w*0.9648"/>
                                          </p:val>
                                        </p:tav>
                                        <p:tav tm="74684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w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263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5570">
                                          <p:val>
                                            <p:strVal val="#ppt_h*0.17868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8101">
                                          <p:val>
                                            <p:strVal val="#ppt_h*0.20306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5696">
                                          <p:val>
                                            <p:strVal val="#ppt_h*0.4717"/>
                                          </p:val>
                                        </p:tav>
                                        <p:tav tm="56962">
                                          <p:val>
                                            <p:strVal val="#ppt_h*0.55153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5823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1013">
                                          <p:val>
                                            <p:strVal val="#ppt_h*0.99664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2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272" dur="533">
                                          <p:stCondLst>
                                            <p:cond delay="20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26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263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2992"/>
                                          </p:val>
                                        </p:tav>
                                        <p:tav tm="11392">
                                          <p:val>
                                            <p:strVal val="#ppt_x-1.72992"/>
                                          </p:val>
                                        </p:tav>
                                        <p:tav tm="12658">
                                          <p:val>
                                            <p:strVal val="#ppt_x-1.72724"/>
                                          </p:val>
                                        </p:tav>
                                        <p:tav tm="15190">
                                          <p:val>
                                            <p:strVal val="#ppt_x-1.71396"/>
                                          </p:val>
                                        </p:tav>
                                        <p:tav tm="16456">
                                          <p:val>
                                            <p:strVal val="#ppt_x-1.70807"/>
                                          </p:val>
                                        </p:tav>
                                        <p:tav tm="17722">
                                          <p:val>
                                            <p:strVal val="#ppt_x-1.70317"/>
                                          </p:val>
                                        </p:tav>
                                        <p:tav tm="18987">
                                          <p:val>
                                            <p:strVal val="#ppt_x-1.69931"/>
                                          </p:val>
                                        </p:tav>
                                        <p:tav tm="20253">
                                          <p:val>
                                            <p:strVal val="#ppt_x-1.69634"/>
                                          </p:val>
                                        </p:tav>
                                        <p:tav tm="27848">
                                          <p:val>
                                            <p:strVal val="#ppt_x-1.69746"/>
                                          </p:val>
                                        </p:tav>
                                        <p:tav tm="41772">
                                          <p:val>
                                            <p:strVal val="#ppt_x-1.69787"/>
                                          </p:val>
                                        </p:tav>
                                        <p:tav tm="43038">
                                          <p:val>
                                            <p:strVal val="#ppt_x-1.69707"/>
                                          </p:val>
                                        </p:tav>
                                        <p:tav tm="44304">
                                          <p:val>
                                            <p:strVal val="#ppt_x-1.69502"/>
                                          </p:val>
                                        </p:tav>
                                        <p:tav tm="45570">
                                          <p:val>
                                            <p:strVal val="#ppt_x-1.69146"/>
                                          </p:val>
                                        </p:tav>
                                        <p:tav tm="46835">
                                          <p:val>
                                            <p:strVal val="#ppt_x-1.68605"/>
                                          </p:val>
                                        </p:tav>
                                        <p:tav tm="48101">
                                          <p:val>
                                            <p:strVal val="#ppt_x-1.67836"/>
                                          </p:val>
                                        </p:tav>
                                        <p:tav tm="49367">
                                          <p:val>
                                            <p:strVal val="#ppt_x-1.66774"/>
                                          </p:val>
                                        </p:tav>
                                        <p:tav tm="50633">
                                          <p:val>
                                            <p:strVal val="#ppt_x-1.65334"/>
                                          </p:val>
                                        </p:tav>
                                        <p:tav tm="51899">
                                          <p:val>
                                            <p:strVal val="#ppt_x-1.63396"/>
                                          </p:val>
                                        </p:tav>
                                        <p:tav tm="53165">
                                          <p:val>
                                            <p:strVal val="#ppt_x-1.6081"/>
                                          </p:val>
                                        </p:tav>
                                        <p:tav tm="54430">
                                          <p:val>
                                            <p:strVal val="#ppt_x-1.5745"/>
                                          </p:val>
                                        </p:tav>
                                        <p:tav tm="55696">
                                          <p:val>
                                            <p:strVal val="#ppt_x-1.53396"/>
                                          </p:val>
                                        </p:tav>
                                        <p:tav tm="56962">
                                          <p:val>
                                            <p:strVal val="#ppt_x-1.49105"/>
                                          </p:val>
                                        </p:tav>
                                        <p:tav tm="58228">
                                          <p:val>
                                            <p:strVal val="#ppt_x-1.45144"/>
                                          </p:val>
                                        </p:tav>
                                        <p:tav tm="59494">
                                          <p:val>
                                            <p:strVal val="#ppt_x-1.41774"/>
                                          </p:val>
                                        </p:tav>
                                        <p:tav tm="60759">
                                          <p:val>
                                            <p:strVal val="#ppt_x-1.38983"/>
                                          </p:val>
                                        </p:tav>
                                        <p:tav tm="62025">
                                          <p:val>
                                            <p:strVal val="#ppt_x-1.36676"/>
                                          </p:val>
                                        </p:tav>
                                        <p:tav tm="63291">
                                          <p:val>
                                            <p:strVal val="#ppt_x-1.34754"/>
                                          </p:val>
                                        </p:tav>
                                        <p:tav tm="64557">
                                          <p:val>
                                            <p:strVal val="#ppt_x-1.3314"/>
                                          </p:val>
                                        </p:tav>
                                        <p:tav tm="65823">
                                          <p:val>
                                            <p:strVal val="#ppt_x-1.31774"/>
                                          </p:val>
                                        </p:tav>
                                        <p:tav tm="67089">
                                          <p:val>
                                            <p:strVal val="#ppt_x-1.30611"/>
                                          </p:val>
                                        </p:tav>
                                        <p:tav tm="68354">
                                          <p:val>
                                            <p:strVal val="#ppt_x-1.29618"/>
                                          </p:val>
                                        </p:tav>
                                        <p:tav tm="69620">
                                          <p:val>
                                            <p:strVal val="#ppt_x-1.28768"/>
                                          </p:val>
                                        </p:tav>
                                        <p:tav tm="70886">
                                          <p:val>
                                            <p:strVal val="#ppt_x-1.28041"/>
                                          </p:val>
                                        </p:tav>
                                        <p:tav tm="72152">
                                          <p:val>
                                            <p:strVal val="#ppt_x-1.2742"/>
                                          </p:val>
                                        </p:tav>
                                        <p:tav tm="73418">
                                          <p:val>
                                            <p:strVal val="#ppt_x-1.26892"/>
                                          </p:val>
                                        </p:tav>
                                        <p:tav tm="74684">
                                          <p:val>
                                            <p:strVal val="#ppt_x-1.2644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6074"/>
                                          </p:val>
                                        </p:tav>
                                        <p:tav tm="78481">
                                          <p:val>
                                            <p:strVal val="#ppt_x-1.2552"/>
                                          </p:val>
                                        </p:tav>
                                        <p:tav tm="81013">
                                          <p:val>
                                            <p:strVal val="#ppt_x-1.2518"/>
                                          </p:val>
                                        </p:tav>
                                        <p:tav tm="83544">
                                          <p:val>
                                            <p:strVal val="#ppt_x-1.25021"/>
                                          </p:val>
                                        </p:tav>
                                        <p:tav tm="97468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63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32037"/>
                                          </p:val>
                                        </p:tav>
                                        <p:tav tm="41772">
                                          <p:val>
                                            <p:strVal val="#ppt_y+1.32028"/>
                                          </p:val>
                                        </p:tav>
                                        <p:tav tm="43038">
                                          <p:val>
                                            <p:strVal val="#ppt_y+1.31791"/>
                                          </p:val>
                                        </p:tav>
                                        <p:tav tm="44304">
                                          <p:val>
                                            <p:strVal val="#ppt_y+1.31184"/>
                                          </p:val>
                                        </p:tav>
                                        <p:tav tm="45570">
                                          <p:val>
                                            <p:strVal val="#ppt_y+1.30134"/>
                                          </p:val>
                                        </p:tav>
                                        <p:tav tm="46835">
                                          <p:val>
                                            <p:strVal val="#ppt_y+1.2854"/>
                                          </p:val>
                                        </p:tav>
                                        <p:tav tm="48101">
                                          <p:val>
                                            <p:strVal val="#ppt_y+1.26271"/>
                                          </p:val>
                                        </p:tav>
                                        <p:tav tm="49367">
                                          <p:val>
                                            <p:strVal val="#ppt_y+1.23141"/>
                                          </p:val>
                                        </p:tav>
                                        <p:tav tm="50633">
                                          <p:val>
                                            <p:strVal val="#ppt_y+1.18896"/>
                                          </p:val>
                                        </p:tav>
                                        <p:tav tm="51899">
                                          <p:val>
                                            <p:strVal val="#ppt_y+1.13183"/>
                                          </p:val>
                                        </p:tav>
                                        <p:tav tm="53165">
                                          <p:val>
                                            <p:strVal val="#ppt_y+1.0556"/>
                                          </p:val>
                                        </p:tav>
                                        <p:tav tm="54430">
                                          <p:val>
                                            <p:strVal val="#ppt_y+0.95657"/>
                                          </p:val>
                                        </p:tav>
                                        <p:tav tm="55696">
                                          <p:val>
                                            <p:strVal val="#ppt_y+0.83706"/>
                                          </p:val>
                                        </p:tav>
                                        <p:tav tm="56962">
                                          <p:val>
                                            <p:strVal val="#ppt_y+0.71057"/>
                                          </p:val>
                                        </p:tav>
                                        <p:tav tm="58228">
                                          <p:val>
                                            <p:strVal val="#ppt_y+0.59381"/>
                                          </p:val>
                                        </p:tav>
                                        <p:tav tm="59494">
                                          <p:val>
                                            <p:strVal val="#ppt_y+0.49446"/>
                                          </p:val>
                                        </p:tav>
                                        <p:tav tm="60759">
                                          <p:val>
                                            <p:strVal val="#ppt_y+0.4122"/>
                                          </p:val>
                                        </p:tav>
                                        <p:tav tm="62025">
                                          <p:val>
                                            <p:strVal val="#ppt_y+0.34418"/>
                                          </p:val>
                                        </p:tav>
                                        <p:tav tm="63291">
                                          <p:val>
                                            <p:strVal val="#ppt_y+0.28753"/>
                                          </p:val>
                                        </p:tav>
                                        <p:tav tm="64557">
                                          <p:val>
                                            <p:strVal val="#ppt_y+0.23995"/>
                                          </p:val>
                                        </p:tav>
                                        <p:tav tm="65823">
                                          <p:val>
                                            <p:strVal val="#ppt_y+0.19968"/>
                                          </p:val>
                                        </p:tav>
                                        <p:tav tm="67089">
                                          <p:val>
                                            <p:strVal val="#ppt_y+0.1654"/>
                                          </p:val>
                                        </p:tav>
                                        <p:tav tm="68354">
                                          <p:val>
                                            <p:strVal val="#ppt_y+0.13612"/>
                                          </p:val>
                                        </p:tav>
                                        <p:tav tm="69620">
                                          <p:val>
                                            <p:strVal val="#ppt_y+0.11107"/>
                                          </p:val>
                                        </p:tav>
                                        <p:tav tm="70886">
                                          <p:val>
                                            <p:strVal val="#ppt_y+0.08964"/>
                                          </p:val>
                                        </p:tav>
                                        <p:tav tm="72152">
                                          <p:val>
                                            <p:strVal val="#ppt_y+0.07134"/>
                                          </p:val>
                                        </p:tav>
                                        <p:tav tm="73418">
                                          <p:val>
                                            <p:strVal val="#ppt_y+0.05578"/>
                                          </p:val>
                                        </p:tav>
                                        <p:tav tm="74684">
                                          <p:val>
                                            <p:strVal val="#ppt_y+0.04264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3166"/>
                                          </p:val>
                                        </p:tav>
                                        <p:tav tm="77215">
                                          <p:val>
                                            <p:strVal val="#ppt_y+0.02262"/>
                                          </p:val>
                                        </p:tav>
                                        <p:tav tm="78481">
                                          <p:val>
                                            <p:strVal val="#ppt_y+0.01532"/>
                                          </p:val>
                                        </p:tav>
                                        <p:tav tm="79747">
                                          <p:val>
                                            <p:strVal val="#ppt_y+0.00959"/>
                                          </p:val>
                                        </p:tav>
                                        <p:tav tm="81013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82278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83544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84810">
                                          <p:val>
                                            <p:strVal val="#ppt_y+0"/>
                                          </p:val>
                                        </p:tav>
                                        <p:tav tm="974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263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1392">
                                          <p:val>
                                            <p:strVal val="#ppt_w*0.00667"/>
                                          </p:val>
                                        </p:tav>
                                        <p:tav tm="12658">
                                          <p:val>
                                            <p:strVal val="#ppt_w*0.02004"/>
                                          </p:val>
                                        </p:tav>
                                        <p:tav tm="15190">
                                          <p:val>
                                            <p:strVal val="#ppt_w*0.08643"/>
                                          </p:val>
                                        </p:tav>
                                        <p:tav tm="17722">
                                          <p:val>
                                            <p:strVal val="#ppt_w*0.1404"/>
                                          </p:val>
                                        </p:tav>
                                        <p:tav tm="20253">
                                          <p:val>
                                            <p:strVal val="#ppt_w*0.17454"/>
                                          </p:val>
                                        </p:tav>
                                        <p:tav tm="41772">
                                          <p:val>
                                            <p:strVal val="#ppt_w*0.16679"/>
                                          </p:val>
                                        </p:tav>
                                        <p:tav tm="44304">
                                          <p:val>
                                            <p:strVal val="#ppt_w*0.17206"/>
                                          </p:val>
                                        </p:tav>
                                        <p:tav tm="46835">
                                          <p:val>
                                            <p:strVal val="#ppt_w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w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w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w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w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w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w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w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w*0.73985"/>
                                          </p:val>
                                        </p:tav>
                                        <p:tav tm="63291">
                                          <p:val>
                                            <p:strVal val="#ppt_w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w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w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w*0.95498"/>
                                          </p:val>
                                        </p:tav>
                                        <p:tav tm="78481">
                                          <p:val>
                                            <p:strVal val="#ppt_w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w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263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6667"/>
                                          </p:val>
                                        </p:tav>
                                        <p:tav tm="41772">
                                          <p:val>
                                            <p:strVal val="#ppt_h*0.16672"/>
                                          </p:val>
                                        </p:tav>
                                        <p:tav tm="44304">
                                          <p:val>
                                            <p:strVal val="#ppt_h*0.17205"/>
                                          </p:val>
                                        </p:tav>
                                        <p:tav tm="46835">
                                          <p:val>
                                            <p:strVal val="#ppt_h*0.18874"/>
                                          </p:val>
                                        </p:tav>
                                        <p:tav tm="49367">
                                          <p:val>
                                            <p:strVal val="#ppt_h*0.22281"/>
                                          </p:val>
                                        </p:tav>
                                        <p:tav tm="50633">
                                          <p:val>
                                            <p:strVal val="#ppt_h*0.2496"/>
                                          </p:val>
                                        </p:tav>
                                        <p:tav tm="51899">
                                          <p:val>
                                            <p:strVal val="#ppt_h*0.28566"/>
                                          </p:val>
                                        </p:tav>
                                        <p:tav tm="53165">
                                          <p:val>
                                            <p:strVal val="#ppt_h*0.33377"/>
                                          </p:val>
                                        </p:tav>
                                        <p:tav tm="54430">
                                          <p:val>
                                            <p:strVal val="#ppt_h*0.39627"/>
                                          </p:val>
                                        </p:tav>
                                        <p:tav tm="58228">
                                          <p:val>
                                            <p:strVal val="#ppt_h*0.62522"/>
                                          </p:val>
                                        </p:tav>
                                        <p:tav tm="59494">
                                          <p:val>
                                            <p:strVal val="#ppt_h*0.68793"/>
                                          </p:val>
                                        </p:tav>
                                        <p:tav tm="60759">
                                          <p:val>
                                            <p:strVal val="#ppt_h*0.73985"/>
                                          </p:val>
                                        </p:tav>
                                        <p:tav tm="62025">
                                          <p:val>
                                            <p:strVal val="#ppt_h*0.78277"/>
                                          </p:val>
                                        </p:tav>
                                        <p:tav tm="63291">
                                          <p:val>
                                            <p:strVal val="#ppt_h*0.81853"/>
                                          </p:val>
                                        </p:tav>
                                        <p:tav tm="64557">
                                          <p:val>
                                            <p:strVal val="#ppt_h*0.84856"/>
                                          </p:val>
                                        </p:tav>
                                        <p:tav tm="67089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69620">
                                          <p:val>
                                            <p:strVal val="#ppt_h*0.9299"/>
                                          </p:val>
                                        </p:tav>
                                        <p:tav tm="7215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74684">
                                          <p:val>
                                            <p:strVal val="#ppt_h*0.97309"/>
                                          </p:val>
                                        </p:tav>
                                        <p:tav tm="78481">
                                          <p:val>
                                            <p:strVal val="#ppt_h*0.99033"/>
                                          </p:val>
                                        </p:tav>
                                        <p:tav tm="83544">
                                          <p:val>
                                            <p:strVal val="#ppt_h*0.99961"/>
                                          </p:val>
                                        </p:tav>
                                        <p:tav tm="974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9" dur="26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378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42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395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26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56410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5641">
                                          <p:val>
                                            <p:strVal val="#ppt_y+0.00608"/>
                                          </p:val>
                                        </p:tav>
                                        <p:tav tm="82051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93590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26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3" dur="26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342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26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56410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67949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528"/>
                                          </p:val>
                                        </p:tav>
                                        <p:tav tm="93590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26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7" dur="26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6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17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26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0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1" dur="26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2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26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26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5" dur="26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6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26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26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26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1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26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3" dur="26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26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3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26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7" dur="26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6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13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3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26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1" dur="26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432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26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14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427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3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26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5" dur="26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99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53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603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6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38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26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9" dur="26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02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687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6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377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3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26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3" dur="26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29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744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6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26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7" dur="26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81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774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13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6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26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1" dur="26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352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79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76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1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6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26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" dur="26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75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7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26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26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9" dur="26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341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47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72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677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6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164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56410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26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" dur="26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596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671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623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6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56410">
                                          <p:val>
                                            <p:strVal val="#ppt_y+0.00209"/>
                                          </p:val>
                                        </p:tav>
                                        <p:tav tm="67949">
                                          <p:val>
                                            <p:strVal val="#ppt_y+0.00515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59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54"/>
                                          </p:val>
                                        </p:tav>
                                        <p:tav tm="93590">
                                          <p:val>
                                            <p:strVal val="#ppt_y+0.002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26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7" dur="26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528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594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6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56410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67949">
                                          <p:val>
                                            <p:strVal val="#ppt_y+0.00541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93590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26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1" dur="26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0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8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54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497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26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26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5" dur="26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0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8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54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497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6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26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" dur="26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422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392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26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26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3" dur="26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383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6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26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6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7" dur="26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6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26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0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1" dur="26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302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6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6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6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6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6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6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26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6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6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25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6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6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362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6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93590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6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6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195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452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6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17949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30769">
                                          <p:val>
                                            <p:strVal val="#ppt_y+0.00238"/>
                                          </p:val>
                                        </p:tav>
                                        <p:tav tm="43590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55128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547"/>
                                          </p:val>
                                        </p:tav>
                                        <p:tav tm="93590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6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6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453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51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6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17949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30769">
                                          <p:val>
                                            <p:strVal val="#ppt_y+0.00238"/>
                                          </p:val>
                                        </p:tav>
                                        <p:tav tm="43590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55128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583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544"/>
                                          </p:val>
                                        </p:tav>
                                        <p:tav tm="93590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26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6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6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576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576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6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17949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30769">
                                          <p:val>
                                            <p:strVal val="#ppt_y+0.00231"/>
                                          </p:val>
                                        </p:tav>
                                        <p:tav tm="43590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55128">
                                          <p:val>
                                            <p:strVal val="#ppt_y-0.00196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516"/>
                                          </p:val>
                                        </p:tav>
                                        <p:tav tm="93590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6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6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11"/>
                                          </p:val>
                                        </p:tav>
                                        <p:tav tm="75641">
                                          <p:val>
                                            <p:strVal val="#ppt_x+0.00695"/>
                                          </p:val>
                                        </p:tav>
                                        <p:tav tm="82051">
                                          <p:val>
                                            <p:strVal val="#ppt_x+0.00611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6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17949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30769">
                                          <p:val>
                                            <p:strVal val="#ppt_y+0.00227"/>
                                          </p:val>
                                        </p:tav>
                                        <p:tav tm="4359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55128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0539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93590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6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6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74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767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6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3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6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6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4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57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83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77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14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6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341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3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6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6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9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97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792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29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6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24359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6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6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9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43590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55128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74359">
                                          <p:val>
                                            <p:strVal val="#ppt_x+0.00789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726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6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26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3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34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737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684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26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29487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6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5" dur="26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33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633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713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662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26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75641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6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9" dur="26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29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623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579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26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6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0" presetClass="path" presetSubtype="0" repeatCount="indefinite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3" dur="26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24359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56410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67949">
                                          <p:val>
                                            <p:strVal val="#ppt_x+0.00497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52"/>
                                          </p:val>
                                        </p:tav>
                                        <p:tav tm="93590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" dur="26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28205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6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12"/>
                                          </p:val>
                                        </p:tav>
                                        <p:tav tm="6410">
                                          <p:val>
                                            <p:fltVal val="0.71"/>
                                          </p:val>
                                        </p:tav>
                                        <p:tav tm="19231">
                                          <p:val>
                                            <p:fltVal val="-1.55"/>
                                          </p:val>
                                        </p:tav>
                                        <p:tav tm="26923">
                                          <p:val>
                                            <p:fltVal val="-1.84"/>
                                          </p:val>
                                        </p:tav>
                                        <p:tav tm="32051">
                                          <p:val>
                                            <p:fltVal val="-1.38"/>
                                          </p:val>
                                        </p:tav>
                                        <p:tav tm="43590">
                                          <p:val>
                                            <p:fltVal val="0.71"/>
                                          </p:val>
                                        </p:tav>
                                        <p:tav tm="55128">
                                          <p:val>
                                            <p:fltVal val="1.38"/>
                                          </p:val>
                                        </p:tav>
                                        <p:tav tm="67949">
                                          <p:val>
                                            <p:fltVal val="3.62"/>
                                          </p:val>
                                        </p:tav>
                                        <p:tav tm="75641">
                                          <p:val>
                                            <p:fltVal val="4.12"/>
                                          </p:val>
                                        </p:tav>
                                        <p:tav tm="82051">
                                          <p:val>
                                            <p:fltVal val="3.62"/>
                                          </p:val>
                                        </p:tav>
                                        <p:tav tm="93590">
                                          <p:val>
                                            <p:fltVal val="1.53"/>
                                          </p:val>
                                        </p:tav>
                                        <p:tav tm="100000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" presetID="6" presetClass="emph" presetSubtype="0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7" dur="3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3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0" presetClass="path" presetSubtype="0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0" dur="3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3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3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0" presetClass="path" presetSubtype="0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4" dur="3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3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0" presetClass="path" presetSubtype="0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8" dur="3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3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3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0" presetClass="path" presetSubtype="0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2" dur="3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3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" dur="3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6" dur="3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" dur="3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3" grpId="0" animBg="1"/>
      <p:bldP spid="78" grpId="0" animBg="1"/>
      <p:bldP spid="80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72" grpId="0" animBg="1"/>
      <p:bldP spid="74" grpId="0" animBg="1"/>
      <p:bldP spid="75" grpId="0" animBg="1"/>
      <p:bldP spid="76" grpId="0" animBg="1"/>
      <p:bldP spid="77" grpId="0" animBg="1"/>
      <p:bldP spid="7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To nie jest moment na długą historię marki">
    <p:bg>
      <p:bgPr>
        <a:solidFill>
          <a:srgbClr val="11111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Potrzebuję napojów, przekąsek i czegoś s"/>
          <p:cNvSpPr txBox="1"/>
          <p:nvPr/>
        </p:nvSpPr>
        <p:spPr>
          <a:xfrm>
            <a:off x="824706" y="4113500"/>
            <a:ext cx="4699635" cy="7264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8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dirty="0">
                <a:solidFill>
                  <a:srgbClr val="CCCCCC"/>
                </a:solidFill>
                <a:latin typeface="Lato"/>
                <a:cs typeface="Lato"/>
              </a:rPr>
              <a:t>Potrzebuję napojów, przekąsek</a:t>
            </a:r>
            <a:endParaRPr lang="pl-PL" sz="2200" kern="100" dirty="0">
              <a:solidFill>
                <a:srgbClr val="CCCCCC"/>
              </a:solidFill>
              <a:latin typeface="Lato"/>
              <a:cs typeface="Lato"/>
            </a:endParaRPr>
          </a:p>
          <a:p>
            <a:pPr algn="l">
              <a:lnSpc>
                <a:spcPts val="28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kern="100" dirty="0">
                <a:solidFill>
                  <a:srgbClr val="CCCCCC"/>
                </a:solidFill>
                <a:latin typeface="Lato"/>
                <a:cs typeface="Lato"/>
              </a:rPr>
              <a:t>i czegoś słodkiego. </a:t>
            </a:r>
            <a:r>
              <a:rPr lang="pl-PL" sz="2200" kern="100" dirty="0">
                <a:solidFill>
                  <a:srgbClr val="EE312F"/>
                </a:solidFill>
                <a:latin typeface="Lato"/>
                <a:cs typeface="Lato"/>
              </a:rPr>
              <a:t>Teraz.</a:t>
            </a:r>
            <a:endParaRPr lang="pl-PL" sz="2200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3" name="Kształt"/>
          <p:cNvSpPr/>
          <p:nvPr/>
        </p:nvSpPr>
        <p:spPr>
          <a:xfrm>
            <a:off x="6223000" y="984250"/>
            <a:ext cx="6096000" cy="5461000"/>
          </a:xfrm>
          <a:prstGeom prst="rect">
            <a:avLst/>
          </a:prstGeom>
          <a:gradFill rotWithShape="1">
            <a:gsLst>
              <a:gs pos="0">
                <a:srgbClr val="FFE9B8">
                  <a:alpha val="0"/>
                </a:srgbClr>
              </a:gs>
              <a:gs pos="45000">
                <a:srgbClr val="FFE9B8">
                  <a:alpha val="20000"/>
                </a:srgbClr>
              </a:gs>
              <a:gs pos="100000">
                <a:srgbClr val="FFE9B8">
                  <a:alpha val="0"/>
                </a:srgbClr>
              </a:gs>
            </a:gsLst>
            <a:lin ang="0" scaled="0"/>
          </a:gradFill>
          <a:ln>
            <a:noFill/>
          </a:ln>
          <a:effectLst>
            <a:softEdge rad="254000"/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2"/>
          <p:cNvSpPr/>
          <p:nvPr/>
        </p:nvSpPr>
        <p:spPr>
          <a:xfrm>
            <a:off x="7493000" y="1111250"/>
            <a:ext cx="2413000" cy="4953000"/>
          </a:xfrm>
          <a:prstGeom prst="roundRect">
            <a:avLst>
              <a:gd name="adj" fmla="val 5789"/>
            </a:avLst>
          </a:prstGeom>
          <a:gradFill rotWithShape="1">
            <a:gsLst>
              <a:gs pos="0">
                <a:srgbClr val="BDBDC2"/>
              </a:gs>
              <a:gs pos="30000">
                <a:srgbClr val="E6E6EA"/>
              </a:gs>
              <a:gs pos="100000">
                <a:srgbClr val="D6D6DB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Kształt 3"/>
          <p:cNvSpPr/>
          <p:nvPr/>
        </p:nvSpPr>
        <p:spPr>
          <a:xfrm>
            <a:off x="7620000" y="1238250"/>
            <a:ext cx="2159000" cy="4699000"/>
          </a:xfrm>
          <a:prstGeom prst="roundRect">
            <a:avLst>
              <a:gd name="adj" fmla="val 3529"/>
            </a:avLst>
          </a:prstGeom>
          <a:gradFill rotWithShape="1">
            <a:gsLst>
              <a:gs pos="0">
                <a:srgbClr val="FFFAF0"/>
              </a:gs>
              <a:gs pos="100000">
                <a:srgbClr val="EFE4C8"/>
              </a:gs>
            </a:gsLst>
            <a:lin ang="54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Kształt 4"/>
          <p:cNvSpPr/>
          <p:nvPr/>
        </p:nvSpPr>
        <p:spPr>
          <a:xfrm>
            <a:off x="7620000" y="2571750"/>
            <a:ext cx="2159000" cy="50800"/>
          </a:xfrm>
          <a:prstGeom prst="rect">
            <a:avLst/>
          </a:pr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Kształt 5"/>
          <p:cNvSpPr/>
          <p:nvPr/>
        </p:nvSpPr>
        <p:spPr>
          <a:xfrm>
            <a:off x="7620000" y="3905250"/>
            <a:ext cx="2159000" cy="50800"/>
          </a:xfrm>
          <a:prstGeom prst="rect">
            <a:avLst/>
          </a:pr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Kształt 6"/>
          <p:cNvSpPr/>
          <p:nvPr/>
        </p:nvSpPr>
        <p:spPr>
          <a:xfrm>
            <a:off x="7620000" y="5111750"/>
            <a:ext cx="2159000" cy="50800"/>
          </a:xfrm>
          <a:prstGeom prst="rect">
            <a:avLst/>
          </a:pr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7"/>
          <p:cNvSpPr/>
          <p:nvPr/>
        </p:nvSpPr>
        <p:spPr>
          <a:xfrm>
            <a:off x="7937500" y="2165350"/>
            <a:ext cx="317500" cy="406400"/>
          </a:xfrm>
          <a:prstGeom prst="roundRect">
            <a:avLst>
              <a:gd name="adj" fmla="val 16000"/>
            </a:avLst>
          </a:prstGeom>
          <a:solidFill>
            <a:srgbClr val="D9A6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Linia"/>
          <p:cNvSpPr/>
          <p:nvPr/>
        </p:nvSpPr>
        <p:spPr>
          <a:xfrm>
            <a:off x="7937500" y="2165350"/>
            <a:ext cx="317500" cy="76200"/>
          </a:xfrm>
          <a:prstGeom prst="rect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Kształt 8"/>
          <p:cNvSpPr/>
          <p:nvPr/>
        </p:nvSpPr>
        <p:spPr>
          <a:xfrm>
            <a:off x="8547099" y="3613150"/>
            <a:ext cx="330200" cy="292100"/>
          </a:xfrm>
          <a:custGeom>
            <a:avLst/>
            <a:gdLst/>
            <a:ahLst/>
            <a:cxnLst/>
            <a:rect l="0" t="0" r="r" b="b"/>
            <a:pathLst>
              <a:path w="330200" h="292100">
                <a:moveTo>
                  <a:pt x="330200" y="146050"/>
                </a:moveTo>
                <a:lnTo>
                  <a:pt x="327660" y="171450"/>
                </a:lnTo>
                <a:lnTo>
                  <a:pt x="320040" y="196215"/>
                </a:lnTo>
                <a:lnTo>
                  <a:pt x="307975" y="219075"/>
                </a:lnTo>
                <a:lnTo>
                  <a:pt x="291465" y="240030"/>
                </a:lnTo>
                <a:lnTo>
                  <a:pt x="271145" y="257810"/>
                </a:lnTo>
                <a:lnTo>
                  <a:pt x="247650" y="272415"/>
                </a:lnTo>
                <a:lnTo>
                  <a:pt x="221615" y="283210"/>
                </a:lnTo>
                <a:lnTo>
                  <a:pt x="193675" y="290195"/>
                </a:lnTo>
                <a:lnTo>
                  <a:pt x="165100" y="292100"/>
                </a:lnTo>
                <a:lnTo>
                  <a:pt x="136525" y="290195"/>
                </a:lnTo>
                <a:lnTo>
                  <a:pt x="108585" y="283210"/>
                </a:lnTo>
                <a:lnTo>
                  <a:pt x="82550" y="272415"/>
                </a:lnTo>
                <a:lnTo>
                  <a:pt x="59055" y="257810"/>
                </a:lnTo>
                <a:lnTo>
                  <a:pt x="38735" y="240030"/>
                </a:lnTo>
                <a:lnTo>
                  <a:pt x="22225" y="219075"/>
                </a:lnTo>
                <a:lnTo>
                  <a:pt x="10160" y="196215"/>
                </a:lnTo>
                <a:lnTo>
                  <a:pt x="2540" y="171450"/>
                </a:lnTo>
                <a:lnTo>
                  <a:pt x="0" y="146050"/>
                </a:lnTo>
                <a:lnTo>
                  <a:pt x="2540" y="120650"/>
                </a:lnTo>
                <a:lnTo>
                  <a:pt x="10160" y="95885"/>
                </a:lnTo>
                <a:lnTo>
                  <a:pt x="22225" y="73025"/>
                </a:lnTo>
                <a:lnTo>
                  <a:pt x="38735" y="52070"/>
                </a:lnTo>
                <a:lnTo>
                  <a:pt x="59055" y="34290"/>
                </a:lnTo>
                <a:lnTo>
                  <a:pt x="82550" y="19685"/>
                </a:lnTo>
                <a:lnTo>
                  <a:pt x="108585" y="8890"/>
                </a:lnTo>
                <a:lnTo>
                  <a:pt x="136525" y="1905"/>
                </a:lnTo>
                <a:lnTo>
                  <a:pt x="165100" y="0"/>
                </a:lnTo>
                <a:lnTo>
                  <a:pt x="193675" y="1905"/>
                </a:lnTo>
                <a:lnTo>
                  <a:pt x="221615" y="8890"/>
                </a:lnTo>
                <a:lnTo>
                  <a:pt x="247650" y="19685"/>
                </a:lnTo>
                <a:lnTo>
                  <a:pt x="271145" y="34290"/>
                </a:lnTo>
                <a:lnTo>
                  <a:pt x="291465" y="52070"/>
                </a:lnTo>
                <a:lnTo>
                  <a:pt x="307975" y="73025"/>
                </a:lnTo>
                <a:lnTo>
                  <a:pt x="320040" y="95885"/>
                </a:lnTo>
                <a:lnTo>
                  <a:pt x="327660" y="120650"/>
                </a:lnTo>
                <a:close/>
              </a:path>
            </a:pathLst>
          </a:custGeom>
          <a:solidFill>
            <a:srgbClr val="E2B02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Kształt 9"/>
          <p:cNvSpPr/>
          <p:nvPr/>
        </p:nvSpPr>
        <p:spPr>
          <a:xfrm>
            <a:off x="8521699" y="3600450"/>
            <a:ext cx="304800" cy="304800"/>
          </a:xfrm>
          <a:custGeom>
            <a:avLst/>
            <a:gdLst/>
            <a:ahLst/>
            <a:cxnLst/>
            <a:rect l="0" t="0" r="r" b="b"/>
            <a:pathLst>
              <a:path w="304800" h="304800">
                <a:moveTo>
                  <a:pt x="304800" y="152400"/>
                </a:moveTo>
                <a:lnTo>
                  <a:pt x="302260" y="179070"/>
                </a:lnTo>
                <a:lnTo>
                  <a:pt x="295910" y="204470"/>
                </a:lnTo>
                <a:lnTo>
                  <a:pt x="284480" y="228600"/>
                </a:lnTo>
                <a:lnTo>
                  <a:pt x="269240" y="250190"/>
                </a:lnTo>
                <a:lnTo>
                  <a:pt x="250190" y="269240"/>
                </a:lnTo>
                <a:lnTo>
                  <a:pt x="228600" y="284480"/>
                </a:lnTo>
                <a:lnTo>
                  <a:pt x="204470" y="295910"/>
                </a:lnTo>
                <a:lnTo>
                  <a:pt x="179070" y="302260"/>
                </a:lnTo>
                <a:lnTo>
                  <a:pt x="152400" y="304800"/>
                </a:lnTo>
                <a:lnTo>
                  <a:pt x="125730" y="302260"/>
                </a:lnTo>
                <a:lnTo>
                  <a:pt x="100330" y="295910"/>
                </a:lnTo>
                <a:lnTo>
                  <a:pt x="76200" y="284480"/>
                </a:lnTo>
                <a:lnTo>
                  <a:pt x="54610" y="269240"/>
                </a:lnTo>
                <a:lnTo>
                  <a:pt x="35560" y="250190"/>
                </a:lnTo>
                <a:lnTo>
                  <a:pt x="20320" y="228600"/>
                </a:lnTo>
                <a:lnTo>
                  <a:pt x="8890" y="204470"/>
                </a:lnTo>
                <a:lnTo>
                  <a:pt x="2540" y="179070"/>
                </a:lnTo>
                <a:lnTo>
                  <a:pt x="0" y="152400"/>
                </a:lnTo>
                <a:lnTo>
                  <a:pt x="2540" y="125730"/>
                </a:lnTo>
                <a:lnTo>
                  <a:pt x="8890" y="100330"/>
                </a:lnTo>
                <a:lnTo>
                  <a:pt x="20320" y="76200"/>
                </a:lnTo>
                <a:lnTo>
                  <a:pt x="35560" y="54610"/>
                </a:lnTo>
                <a:lnTo>
                  <a:pt x="54610" y="35560"/>
                </a:lnTo>
                <a:lnTo>
                  <a:pt x="76200" y="20320"/>
                </a:lnTo>
                <a:lnTo>
                  <a:pt x="100330" y="8890"/>
                </a:lnTo>
                <a:lnTo>
                  <a:pt x="125730" y="2540"/>
                </a:lnTo>
                <a:lnTo>
                  <a:pt x="152400" y="0"/>
                </a:lnTo>
                <a:lnTo>
                  <a:pt x="179070" y="2540"/>
                </a:lnTo>
                <a:lnTo>
                  <a:pt x="204470" y="8890"/>
                </a:lnTo>
                <a:lnTo>
                  <a:pt x="228600" y="20320"/>
                </a:lnTo>
                <a:lnTo>
                  <a:pt x="250190" y="35560"/>
                </a:lnTo>
                <a:lnTo>
                  <a:pt x="269240" y="54610"/>
                </a:lnTo>
                <a:lnTo>
                  <a:pt x="284480" y="76200"/>
                </a:lnTo>
                <a:lnTo>
                  <a:pt x="295910" y="100330"/>
                </a:lnTo>
                <a:lnTo>
                  <a:pt x="302260" y="125730"/>
                </a:lnTo>
                <a:close/>
              </a:path>
            </a:pathLst>
          </a:custGeom>
          <a:solidFill>
            <a:srgbClr val="F4CB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Kształt 10"/>
          <p:cNvSpPr/>
          <p:nvPr/>
        </p:nvSpPr>
        <p:spPr>
          <a:xfrm>
            <a:off x="8536939" y="3615690"/>
            <a:ext cx="274320" cy="274320"/>
          </a:xfrm>
          <a:custGeom>
            <a:avLst/>
            <a:gdLst/>
            <a:ahLst/>
            <a:cxnLst/>
            <a:rect l="0" t="0" r="r" b="b"/>
            <a:pathLst>
              <a:path w="274320" h="274320">
                <a:moveTo>
                  <a:pt x="274320" y="137160"/>
                </a:moveTo>
                <a:lnTo>
                  <a:pt x="272415" y="161290"/>
                </a:lnTo>
                <a:lnTo>
                  <a:pt x="266065" y="184150"/>
                </a:lnTo>
                <a:lnTo>
                  <a:pt x="255905" y="205740"/>
                </a:lnTo>
                <a:lnTo>
                  <a:pt x="241935" y="225425"/>
                </a:lnTo>
                <a:lnTo>
                  <a:pt x="225425" y="241935"/>
                </a:lnTo>
                <a:lnTo>
                  <a:pt x="205740" y="255905"/>
                </a:lnTo>
                <a:lnTo>
                  <a:pt x="184150" y="266065"/>
                </a:lnTo>
                <a:lnTo>
                  <a:pt x="161290" y="272415"/>
                </a:lnTo>
                <a:lnTo>
                  <a:pt x="137160" y="274320"/>
                </a:lnTo>
                <a:lnTo>
                  <a:pt x="113030" y="272415"/>
                </a:lnTo>
                <a:lnTo>
                  <a:pt x="90170" y="266065"/>
                </a:lnTo>
                <a:lnTo>
                  <a:pt x="68580" y="255905"/>
                </a:lnTo>
                <a:lnTo>
                  <a:pt x="48895" y="241935"/>
                </a:lnTo>
                <a:lnTo>
                  <a:pt x="32385" y="225425"/>
                </a:lnTo>
                <a:lnTo>
                  <a:pt x="18415" y="205740"/>
                </a:lnTo>
                <a:lnTo>
                  <a:pt x="8255" y="184150"/>
                </a:lnTo>
                <a:lnTo>
                  <a:pt x="1905" y="161290"/>
                </a:lnTo>
                <a:lnTo>
                  <a:pt x="0" y="137160"/>
                </a:lnTo>
                <a:lnTo>
                  <a:pt x="1905" y="113030"/>
                </a:lnTo>
                <a:lnTo>
                  <a:pt x="8255" y="90170"/>
                </a:lnTo>
                <a:lnTo>
                  <a:pt x="18415" y="68580"/>
                </a:lnTo>
                <a:lnTo>
                  <a:pt x="32385" y="48895"/>
                </a:lnTo>
                <a:lnTo>
                  <a:pt x="48895" y="32385"/>
                </a:lnTo>
                <a:lnTo>
                  <a:pt x="68580" y="18415"/>
                </a:lnTo>
                <a:lnTo>
                  <a:pt x="90170" y="8255"/>
                </a:lnTo>
                <a:lnTo>
                  <a:pt x="113030" y="1905"/>
                </a:lnTo>
                <a:lnTo>
                  <a:pt x="137160" y="0"/>
                </a:lnTo>
                <a:lnTo>
                  <a:pt x="161290" y="1905"/>
                </a:lnTo>
                <a:lnTo>
                  <a:pt x="184150" y="8255"/>
                </a:lnTo>
                <a:lnTo>
                  <a:pt x="205740" y="18415"/>
                </a:lnTo>
                <a:lnTo>
                  <a:pt x="225425" y="32385"/>
                </a:lnTo>
                <a:lnTo>
                  <a:pt x="241935" y="48895"/>
                </a:lnTo>
                <a:lnTo>
                  <a:pt x="255905" y="68580"/>
                </a:lnTo>
                <a:lnTo>
                  <a:pt x="266065" y="90170"/>
                </a:lnTo>
                <a:lnTo>
                  <a:pt x="272415" y="113030"/>
                </a:lnTo>
                <a:close/>
              </a:path>
            </a:pathLst>
          </a:custGeom>
          <a:solidFill>
            <a:srgbClr val="FBF1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Kształt 11"/>
          <p:cNvSpPr/>
          <p:nvPr/>
        </p:nvSpPr>
        <p:spPr>
          <a:xfrm>
            <a:off x="8688069" y="3759835"/>
            <a:ext cx="105410" cy="71120"/>
          </a:xfrm>
          <a:custGeom>
            <a:avLst/>
            <a:gdLst/>
            <a:ahLst/>
            <a:cxnLst/>
            <a:rect l="0" t="0" r="r" b="b"/>
            <a:pathLst>
              <a:path w="105410" h="71120">
                <a:moveTo>
                  <a:pt x="0" y="0"/>
                </a:moveTo>
                <a:lnTo>
                  <a:pt x="105410" y="18415"/>
                </a:lnTo>
                <a:lnTo>
                  <a:pt x="100965" y="48895"/>
                </a:lnTo>
                <a:lnTo>
                  <a:pt x="79375" y="7112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Kształt 12"/>
          <p:cNvSpPr/>
          <p:nvPr/>
        </p:nvSpPr>
        <p:spPr>
          <a:xfrm>
            <a:off x="8681084" y="3766185"/>
            <a:ext cx="74295" cy="104775"/>
          </a:xfrm>
          <a:custGeom>
            <a:avLst/>
            <a:gdLst/>
            <a:ahLst/>
            <a:cxnLst/>
            <a:rect l="0" t="0" r="r" b="b"/>
            <a:pathLst>
              <a:path w="74295" h="104775">
                <a:moveTo>
                  <a:pt x="0" y="0"/>
                </a:moveTo>
                <a:lnTo>
                  <a:pt x="74295" y="77470"/>
                </a:lnTo>
                <a:lnTo>
                  <a:pt x="53340" y="99695"/>
                </a:lnTo>
                <a:lnTo>
                  <a:pt x="22225" y="104775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Kształt 13"/>
          <p:cNvSpPr/>
          <p:nvPr/>
        </p:nvSpPr>
        <p:spPr>
          <a:xfrm>
            <a:off x="8628379" y="3768090"/>
            <a:ext cx="58420" cy="111760"/>
          </a:xfrm>
          <a:custGeom>
            <a:avLst/>
            <a:gdLst/>
            <a:ahLst/>
            <a:cxnLst/>
            <a:rect l="0" t="0" r="r" b="b"/>
            <a:pathLst>
              <a:path w="58420" h="111760">
                <a:moveTo>
                  <a:pt x="43815" y="0"/>
                </a:moveTo>
                <a:lnTo>
                  <a:pt x="58420" y="106045"/>
                </a:lnTo>
                <a:lnTo>
                  <a:pt x="27940" y="111760"/>
                </a:lnTo>
                <a:lnTo>
                  <a:pt x="0" y="9779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Kształt 14"/>
          <p:cNvSpPr/>
          <p:nvPr/>
        </p:nvSpPr>
        <p:spPr>
          <a:xfrm>
            <a:off x="8570594" y="3763645"/>
            <a:ext cx="92710" cy="94615"/>
          </a:xfrm>
          <a:custGeom>
            <a:avLst/>
            <a:gdLst/>
            <a:ahLst/>
            <a:cxnLst/>
            <a:rect l="0" t="0" r="r" b="b"/>
            <a:pathLst>
              <a:path w="92710" h="94615">
                <a:moveTo>
                  <a:pt x="92710" y="0"/>
                </a:moveTo>
                <a:lnTo>
                  <a:pt x="42545" y="94615"/>
                </a:lnTo>
                <a:lnTo>
                  <a:pt x="14605" y="81280"/>
                </a:lnTo>
                <a:lnTo>
                  <a:pt x="0" y="53975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Kształt 15"/>
          <p:cNvSpPr/>
          <p:nvPr/>
        </p:nvSpPr>
        <p:spPr>
          <a:xfrm>
            <a:off x="8547734" y="3744595"/>
            <a:ext cx="111125" cy="57785"/>
          </a:xfrm>
          <a:custGeom>
            <a:avLst/>
            <a:gdLst/>
            <a:ahLst/>
            <a:cxnLst/>
            <a:rect l="0" t="0" r="r" b="b"/>
            <a:pathLst>
              <a:path w="111125" h="57785">
                <a:moveTo>
                  <a:pt x="111125" y="10795"/>
                </a:moveTo>
                <a:lnTo>
                  <a:pt x="15240" y="57785"/>
                </a:lnTo>
                <a:lnTo>
                  <a:pt x="0" y="30480"/>
                </a:lnTo>
                <a:lnTo>
                  <a:pt x="4445" y="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Kształt 16"/>
          <p:cNvSpPr/>
          <p:nvPr/>
        </p:nvSpPr>
        <p:spPr>
          <a:xfrm>
            <a:off x="8554719" y="3674745"/>
            <a:ext cx="105410" cy="71120"/>
          </a:xfrm>
          <a:custGeom>
            <a:avLst/>
            <a:gdLst/>
            <a:ahLst/>
            <a:cxnLst/>
            <a:rect l="0" t="0" r="r" b="b"/>
            <a:pathLst>
              <a:path w="105410" h="71120">
                <a:moveTo>
                  <a:pt x="105410" y="71120"/>
                </a:moveTo>
                <a:lnTo>
                  <a:pt x="0" y="52705"/>
                </a:lnTo>
                <a:lnTo>
                  <a:pt x="4445" y="22225"/>
                </a:lnTo>
                <a:lnTo>
                  <a:pt x="26035" y="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Kształt 17"/>
          <p:cNvSpPr/>
          <p:nvPr/>
        </p:nvSpPr>
        <p:spPr>
          <a:xfrm>
            <a:off x="8592819" y="3634740"/>
            <a:ext cx="74295" cy="104775"/>
          </a:xfrm>
          <a:custGeom>
            <a:avLst/>
            <a:gdLst/>
            <a:ahLst/>
            <a:cxnLst/>
            <a:rect l="0" t="0" r="r" b="b"/>
            <a:pathLst>
              <a:path w="74295" h="104775">
                <a:moveTo>
                  <a:pt x="74295" y="104775"/>
                </a:moveTo>
                <a:lnTo>
                  <a:pt x="0" y="27305"/>
                </a:lnTo>
                <a:lnTo>
                  <a:pt x="20955" y="5080"/>
                </a:lnTo>
                <a:lnTo>
                  <a:pt x="52070" y="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Kształt 18"/>
          <p:cNvSpPr/>
          <p:nvPr/>
        </p:nvSpPr>
        <p:spPr>
          <a:xfrm>
            <a:off x="8661399" y="3625850"/>
            <a:ext cx="58420" cy="111760"/>
          </a:xfrm>
          <a:custGeom>
            <a:avLst/>
            <a:gdLst/>
            <a:ahLst/>
            <a:cxnLst/>
            <a:rect l="0" t="0" r="r" b="b"/>
            <a:pathLst>
              <a:path w="58420" h="111760">
                <a:moveTo>
                  <a:pt x="14605" y="111760"/>
                </a:moveTo>
                <a:lnTo>
                  <a:pt x="0" y="5715"/>
                </a:lnTo>
                <a:lnTo>
                  <a:pt x="30480" y="0"/>
                </a:lnTo>
                <a:lnTo>
                  <a:pt x="58420" y="1397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Kształt 19"/>
          <p:cNvSpPr/>
          <p:nvPr/>
        </p:nvSpPr>
        <p:spPr>
          <a:xfrm>
            <a:off x="8684894" y="3647440"/>
            <a:ext cx="92710" cy="94615"/>
          </a:xfrm>
          <a:custGeom>
            <a:avLst/>
            <a:gdLst/>
            <a:ahLst/>
            <a:cxnLst/>
            <a:rect l="0" t="0" r="r" b="b"/>
            <a:pathLst>
              <a:path w="92710" h="94615">
                <a:moveTo>
                  <a:pt x="0" y="94615"/>
                </a:moveTo>
                <a:lnTo>
                  <a:pt x="50165" y="0"/>
                </a:lnTo>
                <a:lnTo>
                  <a:pt x="78105" y="13335"/>
                </a:lnTo>
                <a:lnTo>
                  <a:pt x="92710" y="40640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Kształt 20"/>
          <p:cNvSpPr/>
          <p:nvPr/>
        </p:nvSpPr>
        <p:spPr>
          <a:xfrm>
            <a:off x="8689339" y="3703320"/>
            <a:ext cx="111125" cy="57785"/>
          </a:xfrm>
          <a:custGeom>
            <a:avLst/>
            <a:gdLst/>
            <a:ahLst/>
            <a:cxnLst/>
            <a:rect l="0" t="0" r="r" b="b"/>
            <a:pathLst>
              <a:path w="111125" h="57785">
                <a:moveTo>
                  <a:pt x="0" y="46990"/>
                </a:moveTo>
                <a:lnTo>
                  <a:pt x="95885" y="0"/>
                </a:lnTo>
                <a:lnTo>
                  <a:pt x="111125" y="27305"/>
                </a:lnTo>
                <a:lnTo>
                  <a:pt x="106680" y="57785"/>
                </a:lnTo>
                <a:close/>
              </a:path>
            </a:pathLst>
          </a:custGeom>
          <a:solidFill>
            <a:srgbClr val="F7D9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Kształt 21"/>
          <p:cNvSpPr/>
          <p:nvPr/>
        </p:nvSpPr>
        <p:spPr>
          <a:xfrm>
            <a:off x="9258300" y="4540250"/>
            <a:ext cx="228600" cy="571500"/>
          </a:xfrm>
          <a:prstGeom prst="round2SameRect">
            <a:avLst>
              <a:gd name="adj1" fmla="val 33333"/>
              <a:gd name="adj2" fmla="val 16667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Kształt 22"/>
          <p:cNvSpPr/>
          <p:nvPr/>
        </p:nvSpPr>
        <p:spPr>
          <a:xfrm>
            <a:off x="9906000" y="1111250"/>
            <a:ext cx="1079500" cy="4953000"/>
          </a:xfrm>
          <a:custGeom>
            <a:avLst/>
            <a:gdLst/>
            <a:ahLst/>
            <a:cxnLst/>
            <a:rect l="0" t="0" r="r" b="b"/>
            <a:pathLst>
              <a:path w="1079500" h="4953000">
                <a:moveTo>
                  <a:pt x="0" y="0"/>
                </a:moveTo>
                <a:lnTo>
                  <a:pt x="1079500" y="444500"/>
                </a:lnTo>
                <a:lnTo>
                  <a:pt x="1079500" y="4572000"/>
                </a:lnTo>
                <a:lnTo>
                  <a:pt x="0" y="4953000"/>
                </a:lnTo>
                <a:close/>
              </a:path>
            </a:pathLst>
          </a:custGeom>
          <a:solidFill>
            <a:srgbClr val="D4D4D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Kształt 23"/>
          <p:cNvSpPr/>
          <p:nvPr/>
        </p:nvSpPr>
        <p:spPr>
          <a:xfrm>
            <a:off x="10007600" y="1339850"/>
            <a:ext cx="876300" cy="4457700"/>
          </a:xfrm>
          <a:custGeom>
            <a:avLst/>
            <a:gdLst/>
            <a:ahLst/>
            <a:cxnLst/>
            <a:rect l="0" t="0" r="r" b="b"/>
            <a:pathLst>
              <a:path w="876300" h="4457700">
                <a:moveTo>
                  <a:pt x="0" y="0"/>
                </a:moveTo>
                <a:lnTo>
                  <a:pt x="876300" y="368300"/>
                </a:lnTo>
                <a:lnTo>
                  <a:pt x="876300" y="4089400"/>
                </a:lnTo>
                <a:lnTo>
                  <a:pt x="0" y="4457700"/>
                </a:lnTo>
                <a:close/>
              </a:path>
            </a:pathLst>
          </a:custGeom>
          <a:solidFill>
            <a:srgbClr val="E9E9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Kształt 24"/>
          <p:cNvSpPr/>
          <p:nvPr/>
        </p:nvSpPr>
        <p:spPr>
          <a:xfrm>
            <a:off x="10096500" y="1873250"/>
            <a:ext cx="698500" cy="444500"/>
          </a:xfrm>
          <a:custGeom>
            <a:avLst/>
            <a:gdLst/>
            <a:ahLst/>
            <a:cxnLst/>
            <a:rect l="0" t="0" r="r" b="b"/>
            <a:pathLst>
              <a:path w="698500" h="444500">
                <a:moveTo>
                  <a:pt x="0" y="0"/>
                </a:moveTo>
                <a:lnTo>
                  <a:pt x="698500" y="254000"/>
                </a:lnTo>
                <a:lnTo>
                  <a:pt x="698500" y="444500"/>
                </a:lnTo>
                <a:lnTo>
                  <a:pt x="0" y="203200"/>
                </a:lnTo>
                <a:close/>
              </a:path>
            </a:pathLst>
          </a:custGeom>
          <a:solidFill>
            <a:srgbClr val="F4F4F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Kształt 25"/>
          <p:cNvSpPr/>
          <p:nvPr/>
        </p:nvSpPr>
        <p:spPr>
          <a:xfrm>
            <a:off x="10096500" y="3206750"/>
            <a:ext cx="698500" cy="317500"/>
          </a:xfrm>
          <a:custGeom>
            <a:avLst/>
            <a:gdLst/>
            <a:ahLst/>
            <a:cxnLst/>
            <a:rect l="0" t="0" r="r" b="b"/>
            <a:pathLst>
              <a:path w="698500" h="317500">
                <a:moveTo>
                  <a:pt x="0" y="0"/>
                </a:moveTo>
                <a:lnTo>
                  <a:pt x="698500" y="127000"/>
                </a:lnTo>
                <a:lnTo>
                  <a:pt x="698500" y="317500"/>
                </a:lnTo>
                <a:lnTo>
                  <a:pt x="0" y="203200"/>
                </a:lnTo>
                <a:close/>
              </a:path>
            </a:pathLst>
          </a:custGeom>
          <a:solidFill>
            <a:srgbClr val="F4F4F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Kształt 26"/>
          <p:cNvSpPr/>
          <p:nvPr/>
        </p:nvSpPr>
        <p:spPr>
          <a:xfrm>
            <a:off x="10261600" y="1720850"/>
            <a:ext cx="101600" cy="165100"/>
          </a:xfrm>
          <a:custGeom>
            <a:avLst/>
            <a:gdLst/>
            <a:ahLst/>
            <a:cxnLst/>
            <a:rect l="0" t="0" r="r" b="b"/>
            <a:pathLst>
              <a:path w="101600" h="165100">
                <a:moveTo>
                  <a:pt x="0" y="0"/>
                </a:moveTo>
                <a:lnTo>
                  <a:pt x="101600" y="12700"/>
                </a:lnTo>
                <a:lnTo>
                  <a:pt x="101600" y="165100"/>
                </a:lnTo>
                <a:lnTo>
                  <a:pt x="0" y="1397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ekst: Otwieram lodówkę"/>
          <p:cNvSpPr txBox="1"/>
          <p:nvPr/>
        </p:nvSpPr>
        <p:spPr>
          <a:xfrm>
            <a:off x="824905" y="1109662"/>
            <a:ext cx="439420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A9A9A9"/>
                </a:solidFill>
                <a:latin typeface="Lato"/>
                <a:cs typeface="Lato"/>
              </a:rPr>
              <a:t>Otwieram lodówkę</a:t>
            </a:r>
            <a:endParaRPr lang="pl-PL" sz="1350" b="1" kern="100" cap="all" spc="189" dirty="0">
              <a:solidFill>
                <a:srgbClr val="A9A9A9"/>
              </a:solidFill>
              <a:latin typeface="Lato"/>
              <a:cs typeface="Lato"/>
            </a:endParaRPr>
          </a:p>
        </p:txBody>
      </p:sp>
      <p:sp>
        <p:nvSpPr>
          <p:cNvPr id="31" name="Tekst: To nie jest moment na długą historię mar"/>
          <p:cNvSpPr txBox="1"/>
          <p:nvPr/>
        </p:nvSpPr>
        <p:spPr>
          <a:xfrm>
            <a:off x="824905" y="1520913"/>
            <a:ext cx="5424011" cy="176860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64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FFFFFF"/>
                </a:solidFill>
                <a:latin typeface="Lato Black"/>
                <a:cs typeface="Lato Black"/>
              </a:rPr>
              <a:t>To nie jest moment</a:t>
            </a:r>
            <a:endParaRPr lang="pl-PL" sz="4400" kern="100" spc="-154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464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FFFFFF"/>
                </a:solidFill>
                <a:latin typeface="Lato Black"/>
                <a:cs typeface="Lato Black"/>
              </a:rPr>
              <a:t>na długą historię</a:t>
            </a:r>
            <a:endParaRPr lang="pl-PL" sz="4400" kern="100" spc="-154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464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FFFFFF"/>
                </a:solidFill>
                <a:latin typeface="Lato Black"/>
                <a:cs typeface="Lato Black"/>
              </a:rPr>
              <a:t>marki.</a:t>
            </a:r>
            <a:endParaRPr lang="pl-PL" sz="4400" kern="100" spc="-15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pic>
        <p:nvPicPr>
          <p:cNvPr id="32" name="!!Serce w rogu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33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AAAAAA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AAAAAA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AAAAAA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AAAAAA"/>
              </a:solidFill>
              <a:latin typeface="Lato Black"/>
              <a:cs typeface="Lato Black"/>
            </a:endParaRPr>
          </a:p>
        </p:txBody>
      </p:sp>
      <p:sp>
        <p:nvSpPr>
          <p:cNvPr id="34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1C1C1C"/>
          </a:solidFill>
          <a:ln w="23283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!!Zegar – wskazówka"/>
          <p:cNvSpPr/>
          <p:nvPr/>
        </p:nvSpPr>
        <p:spPr>
          <a:xfrm>
            <a:off x="10475175" y="378601"/>
            <a:ext cx="142860" cy="185614"/>
          </a:xfrm>
          <a:custGeom>
            <a:avLst/>
            <a:gdLst/>
            <a:ahLst/>
            <a:cxnLst/>
            <a:rect l="0" t="0" r="r" b="b"/>
            <a:pathLst>
              <a:path w="142860" h="185614">
                <a:moveTo>
                  <a:pt x="0" y="169191"/>
                </a:moveTo>
                <a:lnTo>
                  <a:pt x="22604" y="185614"/>
                </a:lnTo>
                <a:lnTo>
                  <a:pt x="142860" y="8211"/>
                </a:lnTo>
                <a:lnTo>
                  <a:pt x="13155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A9A9A9"/>
                </a:solidFill>
                <a:latin typeface="Lato"/>
                <a:cs typeface="Lato"/>
              </a:rPr>
              <a:t>11 / 24</a:t>
            </a:r>
            <a:endParaRPr lang="pl-PL" sz="1100" kern="100" spc="66" dirty="0">
              <a:solidFill>
                <a:srgbClr val="A9A9A9"/>
              </a:solidFill>
              <a:latin typeface="Lato"/>
              <a:cs typeface="Lato"/>
            </a:endParaRPr>
          </a:p>
        </p:txBody>
      </p:sp>
      <p:sp>
        <p:nvSpPr>
          <p:cNvPr id="44" name="!!Postęp"/>
          <p:cNvSpPr/>
          <p:nvPr/>
        </p:nvSpPr>
        <p:spPr>
          <a:xfrm>
            <a:off x="0" y="6826250"/>
            <a:ext cx="5588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!!Postać 1"/>
          <p:cNvSpPr/>
          <p:nvPr/>
        </p:nvSpPr>
        <p:spPr>
          <a:xfrm>
            <a:off x="6243689" y="4480748"/>
            <a:ext cx="627401" cy="650622"/>
          </a:xfrm>
          <a:custGeom>
            <a:avLst/>
            <a:gdLst/>
            <a:ahLst/>
            <a:cxnLst/>
            <a:rect l="0" t="0" r="r" b="b"/>
            <a:pathLst>
              <a:path w="627401" h="650622">
                <a:moveTo>
                  <a:pt x="0" y="71506"/>
                </a:moveTo>
                <a:lnTo>
                  <a:pt x="582367" y="0"/>
                </a:lnTo>
                <a:lnTo>
                  <a:pt x="627401" y="585617"/>
                </a:lnTo>
                <a:lnTo>
                  <a:pt x="97977" y="650622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!!Postać 2"/>
          <p:cNvSpPr/>
          <p:nvPr/>
        </p:nvSpPr>
        <p:spPr>
          <a:xfrm>
            <a:off x="6183559" y="3960605"/>
            <a:ext cx="283058" cy="189939"/>
          </a:xfrm>
          <a:custGeom>
            <a:avLst/>
            <a:gdLst/>
            <a:ahLst/>
            <a:cxnLst/>
            <a:rect l="0" t="0" r="r" b="b"/>
            <a:pathLst>
              <a:path w="283058" h="189939">
                <a:moveTo>
                  <a:pt x="283058" y="0"/>
                </a:moveTo>
                <a:lnTo>
                  <a:pt x="0" y="101931"/>
                </a:lnTo>
                <a:lnTo>
                  <a:pt x="158593" y="189939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!!Postać 3"/>
          <p:cNvSpPr/>
          <p:nvPr/>
        </p:nvSpPr>
        <p:spPr>
          <a:xfrm>
            <a:off x="6073837" y="4062536"/>
            <a:ext cx="268314" cy="255305"/>
          </a:xfrm>
          <a:custGeom>
            <a:avLst/>
            <a:gdLst/>
            <a:ahLst/>
            <a:cxnLst/>
            <a:rect l="0" t="0" r="r" b="b"/>
            <a:pathLst>
              <a:path w="268314" h="255305">
                <a:moveTo>
                  <a:pt x="109722" y="0"/>
                </a:moveTo>
                <a:lnTo>
                  <a:pt x="0" y="255305"/>
                </a:lnTo>
                <a:lnTo>
                  <a:pt x="268314" y="88008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!!Postać 4"/>
          <p:cNvSpPr/>
          <p:nvPr/>
        </p:nvSpPr>
        <p:spPr>
          <a:xfrm>
            <a:off x="6073837" y="4150545"/>
            <a:ext cx="268314" cy="349579"/>
          </a:xfrm>
          <a:custGeom>
            <a:avLst/>
            <a:gdLst/>
            <a:ahLst/>
            <a:cxnLst/>
            <a:rect l="0" t="0" r="r" b="b"/>
            <a:pathLst>
              <a:path w="268314" h="349579">
                <a:moveTo>
                  <a:pt x="0" y="167296"/>
                </a:moveTo>
                <a:lnTo>
                  <a:pt x="156733" y="349579"/>
                </a:lnTo>
                <a:lnTo>
                  <a:pt x="268314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!!Postać 5"/>
          <p:cNvSpPr/>
          <p:nvPr/>
        </p:nvSpPr>
        <p:spPr>
          <a:xfrm>
            <a:off x="6073837" y="4317841"/>
            <a:ext cx="156733" cy="335765"/>
          </a:xfrm>
          <a:custGeom>
            <a:avLst/>
            <a:gdLst/>
            <a:ahLst/>
            <a:cxnLst/>
            <a:rect l="0" t="0" r="r" b="b"/>
            <a:pathLst>
              <a:path w="156733" h="335765">
                <a:moveTo>
                  <a:pt x="0" y="0"/>
                </a:moveTo>
                <a:lnTo>
                  <a:pt x="921" y="335765"/>
                </a:lnTo>
                <a:lnTo>
                  <a:pt x="156733" y="182283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!!Postać 6"/>
          <p:cNvSpPr/>
          <p:nvPr/>
        </p:nvSpPr>
        <p:spPr>
          <a:xfrm>
            <a:off x="6074759" y="4500124"/>
            <a:ext cx="204800" cy="289558"/>
          </a:xfrm>
          <a:custGeom>
            <a:avLst/>
            <a:gdLst/>
            <a:ahLst/>
            <a:cxnLst/>
            <a:rect l="0" t="0" r="r" b="b"/>
            <a:pathLst>
              <a:path w="204800" h="289558">
                <a:moveTo>
                  <a:pt x="0" y="153483"/>
                </a:moveTo>
                <a:lnTo>
                  <a:pt x="204800" y="289558"/>
                </a:lnTo>
                <a:lnTo>
                  <a:pt x="155812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!!Postać 7"/>
          <p:cNvSpPr/>
          <p:nvPr/>
        </p:nvSpPr>
        <p:spPr>
          <a:xfrm>
            <a:off x="6074759" y="4653606"/>
            <a:ext cx="204800" cy="275510"/>
          </a:xfrm>
          <a:custGeom>
            <a:avLst/>
            <a:gdLst/>
            <a:ahLst/>
            <a:cxnLst/>
            <a:rect l="0" t="0" r="r" b="b"/>
            <a:pathLst>
              <a:path w="204800" h="275510">
                <a:moveTo>
                  <a:pt x="0" y="0"/>
                </a:moveTo>
                <a:lnTo>
                  <a:pt x="53981" y="275510"/>
                </a:lnTo>
                <a:lnTo>
                  <a:pt x="204800" y="13607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!!Postać 8"/>
          <p:cNvSpPr/>
          <p:nvPr/>
        </p:nvSpPr>
        <p:spPr>
          <a:xfrm>
            <a:off x="6128740" y="4789682"/>
            <a:ext cx="252632" cy="336813"/>
          </a:xfrm>
          <a:custGeom>
            <a:avLst/>
            <a:gdLst/>
            <a:ahLst/>
            <a:cxnLst/>
            <a:rect l="0" t="0" r="r" b="b"/>
            <a:pathLst>
              <a:path w="252632" h="336813">
                <a:moveTo>
                  <a:pt x="0" y="139435"/>
                </a:moveTo>
                <a:lnTo>
                  <a:pt x="252632" y="336813"/>
                </a:lnTo>
                <a:lnTo>
                  <a:pt x="150819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!!Postać 9"/>
          <p:cNvSpPr/>
          <p:nvPr/>
        </p:nvSpPr>
        <p:spPr>
          <a:xfrm>
            <a:off x="6128740" y="4929116"/>
            <a:ext cx="161491" cy="275745"/>
          </a:xfrm>
          <a:custGeom>
            <a:avLst/>
            <a:gdLst/>
            <a:ahLst/>
            <a:cxnLst/>
            <a:rect l="0" t="0" r="r" b="b"/>
            <a:pathLst>
              <a:path w="161491" h="275745">
                <a:moveTo>
                  <a:pt x="0" y="0"/>
                </a:moveTo>
                <a:lnTo>
                  <a:pt x="80570" y="218505"/>
                </a:lnTo>
                <a:lnTo>
                  <a:pt x="161491" y="27574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!!Postać 10"/>
          <p:cNvSpPr/>
          <p:nvPr/>
        </p:nvSpPr>
        <p:spPr>
          <a:xfrm>
            <a:off x="6128740" y="4929116"/>
            <a:ext cx="252632" cy="275745"/>
          </a:xfrm>
          <a:custGeom>
            <a:avLst/>
            <a:gdLst/>
            <a:ahLst/>
            <a:cxnLst/>
            <a:rect l="0" t="0" r="r" b="b"/>
            <a:pathLst>
              <a:path w="252632" h="275745">
                <a:moveTo>
                  <a:pt x="0" y="0"/>
                </a:moveTo>
                <a:lnTo>
                  <a:pt x="161491" y="275745"/>
                </a:lnTo>
                <a:lnTo>
                  <a:pt x="252632" y="197378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!!Postać 11"/>
          <p:cNvSpPr/>
          <p:nvPr/>
        </p:nvSpPr>
        <p:spPr>
          <a:xfrm>
            <a:off x="6466617" y="3960605"/>
            <a:ext cx="299309" cy="154186"/>
          </a:xfrm>
          <a:custGeom>
            <a:avLst/>
            <a:gdLst/>
            <a:ahLst/>
            <a:cxnLst/>
            <a:rect l="0" t="0" r="r" b="b"/>
            <a:pathLst>
              <a:path w="299309" h="154186">
                <a:moveTo>
                  <a:pt x="0" y="0"/>
                </a:moveTo>
                <a:lnTo>
                  <a:pt x="299309" y="30425"/>
                </a:lnTo>
                <a:lnTo>
                  <a:pt x="166718" y="154186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!!Postać 12"/>
          <p:cNvSpPr/>
          <p:nvPr/>
        </p:nvSpPr>
        <p:spPr>
          <a:xfrm>
            <a:off x="6633335" y="3991031"/>
            <a:ext cx="300817" cy="221177"/>
          </a:xfrm>
          <a:custGeom>
            <a:avLst/>
            <a:gdLst/>
            <a:ahLst/>
            <a:cxnLst/>
            <a:rect l="0" t="0" r="r" b="b"/>
            <a:pathLst>
              <a:path w="300817" h="221177">
                <a:moveTo>
                  <a:pt x="132591" y="0"/>
                </a:moveTo>
                <a:lnTo>
                  <a:pt x="300817" y="221177"/>
                </a:lnTo>
                <a:lnTo>
                  <a:pt x="0" y="123761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!!Postać 13"/>
          <p:cNvSpPr/>
          <p:nvPr/>
        </p:nvSpPr>
        <p:spPr>
          <a:xfrm>
            <a:off x="6633335" y="4114792"/>
            <a:ext cx="300817" cy="312201"/>
          </a:xfrm>
          <a:custGeom>
            <a:avLst/>
            <a:gdLst/>
            <a:ahLst/>
            <a:cxnLst/>
            <a:rect l="0" t="0" r="r" b="b"/>
            <a:pathLst>
              <a:path w="300817" h="312201">
                <a:moveTo>
                  <a:pt x="300817" y="97416"/>
                </a:moveTo>
                <a:lnTo>
                  <a:pt x="192838" y="312201"/>
                </a:lnTo>
                <a:lnTo>
                  <a:pt x="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!!Postać 14"/>
          <p:cNvSpPr/>
          <p:nvPr/>
        </p:nvSpPr>
        <p:spPr>
          <a:xfrm>
            <a:off x="6826172" y="4212208"/>
            <a:ext cx="188314" cy="326015"/>
          </a:xfrm>
          <a:custGeom>
            <a:avLst/>
            <a:gdLst/>
            <a:ahLst/>
            <a:cxnLst/>
            <a:rect l="0" t="0" r="r" b="b"/>
            <a:pathLst>
              <a:path w="188314" h="326015">
                <a:moveTo>
                  <a:pt x="107979" y="0"/>
                </a:moveTo>
                <a:lnTo>
                  <a:pt x="188314" y="326015"/>
                </a:lnTo>
                <a:lnTo>
                  <a:pt x="0" y="214785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!!Postać 15"/>
          <p:cNvSpPr/>
          <p:nvPr/>
        </p:nvSpPr>
        <p:spPr>
          <a:xfrm>
            <a:off x="6826172" y="4426993"/>
            <a:ext cx="188314" cy="292808"/>
          </a:xfrm>
          <a:custGeom>
            <a:avLst/>
            <a:gdLst/>
            <a:ahLst/>
            <a:cxnLst/>
            <a:rect l="0" t="0" r="r" b="b"/>
            <a:pathLst>
              <a:path w="188314" h="292808">
                <a:moveTo>
                  <a:pt x="188314" y="111229"/>
                </a:moveTo>
                <a:lnTo>
                  <a:pt x="22517" y="292808"/>
                </a:lnTo>
                <a:lnTo>
                  <a:pt x="0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!!Postać 16"/>
          <p:cNvSpPr/>
          <p:nvPr/>
        </p:nvSpPr>
        <p:spPr>
          <a:xfrm>
            <a:off x="6848690" y="4538222"/>
            <a:ext cx="180071" cy="280385"/>
          </a:xfrm>
          <a:custGeom>
            <a:avLst/>
            <a:gdLst/>
            <a:ahLst/>
            <a:cxnLst/>
            <a:rect l="0" t="0" r="r" b="b"/>
            <a:pathLst>
              <a:path w="180071" h="280385">
                <a:moveTo>
                  <a:pt x="165797" y="0"/>
                </a:moveTo>
                <a:lnTo>
                  <a:pt x="180071" y="280385"/>
                </a:lnTo>
                <a:lnTo>
                  <a:pt x="0" y="181579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!!Postać 17"/>
          <p:cNvSpPr/>
          <p:nvPr/>
        </p:nvSpPr>
        <p:spPr>
          <a:xfrm>
            <a:off x="6831383" y="4719801"/>
            <a:ext cx="197378" cy="351439"/>
          </a:xfrm>
          <a:custGeom>
            <a:avLst/>
            <a:gdLst/>
            <a:ahLst/>
            <a:cxnLst/>
            <a:rect l="0" t="0" r="r" b="b"/>
            <a:pathLst>
              <a:path w="197378" h="351439">
                <a:moveTo>
                  <a:pt x="197378" y="98806"/>
                </a:moveTo>
                <a:lnTo>
                  <a:pt x="0" y="351439"/>
                </a:lnTo>
                <a:lnTo>
                  <a:pt x="17307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!!Postać 18"/>
          <p:cNvSpPr/>
          <p:nvPr/>
        </p:nvSpPr>
        <p:spPr>
          <a:xfrm>
            <a:off x="6938775" y="4818608"/>
            <a:ext cx="89985" cy="306622"/>
          </a:xfrm>
          <a:custGeom>
            <a:avLst/>
            <a:gdLst/>
            <a:ahLst/>
            <a:cxnLst/>
            <a:rect l="0" t="0" r="r" b="b"/>
            <a:pathLst>
              <a:path w="89985" h="306622">
                <a:moveTo>
                  <a:pt x="89985" y="0"/>
                </a:moveTo>
                <a:lnTo>
                  <a:pt x="64670" y="231506"/>
                </a:lnTo>
                <a:lnTo>
                  <a:pt x="0" y="306622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!!Postać 19"/>
          <p:cNvSpPr/>
          <p:nvPr/>
        </p:nvSpPr>
        <p:spPr>
          <a:xfrm>
            <a:off x="6831383" y="4818608"/>
            <a:ext cx="197378" cy="306622"/>
          </a:xfrm>
          <a:custGeom>
            <a:avLst/>
            <a:gdLst/>
            <a:ahLst/>
            <a:cxnLst/>
            <a:rect l="0" t="0" r="r" b="b"/>
            <a:pathLst>
              <a:path w="197378" h="306622">
                <a:moveTo>
                  <a:pt x="197378" y="0"/>
                </a:moveTo>
                <a:lnTo>
                  <a:pt x="107393" y="306622"/>
                </a:lnTo>
                <a:lnTo>
                  <a:pt x="0" y="252632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!!Postać 20"/>
          <p:cNvSpPr/>
          <p:nvPr/>
        </p:nvSpPr>
        <p:spPr>
          <a:xfrm>
            <a:off x="6342152" y="3960605"/>
            <a:ext cx="291183" cy="189939"/>
          </a:xfrm>
          <a:custGeom>
            <a:avLst/>
            <a:gdLst/>
            <a:ahLst/>
            <a:cxnLst/>
            <a:rect l="0" t="0" r="r" b="b"/>
            <a:pathLst>
              <a:path w="291183" h="189939">
                <a:moveTo>
                  <a:pt x="124465" y="0"/>
                </a:moveTo>
                <a:lnTo>
                  <a:pt x="0" y="189939"/>
                </a:lnTo>
                <a:lnTo>
                  <a:pt x="291183" y="154186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!!Postać 21"/>
          <p:cNvSpPr/>
          <p:nvPr/>
        </p:nvSpPr>
        <p:spPr>
          <a:xfrm>
            <a:off x="6452235" y="5634355"/>
            <a:ext cx="100012" cy="373380"/>
          </a:xfrm>
          <a:custGeom>
            <a:avLst/>
            <a:gdLst/>
            <a:ahLst/>
            <a:cxnLst/>
            <a:rect l="0" t="0" r="r" b="b"/>
            <a:pathLst>
              <a:path w="100012" h="373380">
                <a:moveTo>
                  <a:pt x="0" y="0"/>
                </a:moveTo>
                <a:lnTo>
                  <a:pt x="100012" y="0"/>
                </a:lnTo>
                <a:lnTo>
                  <a:pt x="20002" y="37338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!!Postać 22"/>
          <p:cNvSpPr/>
          <p:nvPr/>
        </p:nvSpPr>
        <p:spPr>
          <a:xfrm>
            <a:off x="6472237" y="5634355"/>
            <a:ext cx="80010" cy="373380"/>
          </a:xfrm>
          <a:custGeom>
            <a:avLst/>
            <a:gdLst/>
            <a:ahLst/>
            <a:cxnLst/>
            <a:rect l="0" t="0" r="r" b="b"/>
            <a:pathLst>
              <a:path w="80010" h="373380">
                <a:moveTo>
                  <a:pt x="80010" y="0"/>
                </a:moveTo>
                <a:lnTo>
                  <a:pt x="66675" y="373380"/>
                </a:lnTo>
                <a:lnTo>
                  <a:pt x="0" y="373380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!!Postać 23"/>
          <p:cNvSpPr/>
          <p:nvPr/>
        </p:nvSpPr>
        <p:spPr>
          <a:xfrm>
            <a:off x="6318885" y="5994400"/>
            <a:ext cx="253365" cy="80010"/>
          </a:xfrm>
          <a:custGeom>
            <a:avLst/>
            <a:gdLst/>
            <a:ahLst/>
            <a:cxnLst/>
            <a:rect l="0" t="0" r="r" b="b"/>
            <a:pathLst>
              <a:path w="253365" h="80010">
                <a:moveTo>
                  <a:pt x="80010" y="0"/>
                </a:moveTo>
                <a:lnTo>
                  <a:pt x="240030" y="0"/>
                </a:lnTo>
                <a:lnTo>
                  <a:pt x="253365" y="80010"/>
                </a:lnTo>
                <a:lnTo>
                  <a:pt x="0" y="66675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!!Postać 24"/>
          <p:cNvSpPr/>
          <p:nvPr/>
        </p:nvSpPr>
        <p:spPr>
          <a:xfrm>
            <a:off x="6305550" y="6061075"/>
            <a:ext cx="266700" cy="66675"/>
          </a:xfrm>
          <a:custGeom>
            <a:avLst/>
            <a:gdLst/>
            <a:ahLst/>
            <a:cxnLst/>
            <a:rect l="0" t="0" r="r" b="b"/>
            <a:pathLst>
              <a:path w="266700" h="66675">
                <a:moveTo>
                  <a:pt x="13335" y="0"/>
                </a:moveTo>
                <a:lnTo>
                  <a:pt x="266700" y="13335"/>
                </a:lnTo>
                <a:lnTo>
                  <a:pt x="253365" y="66675"/>
                </a:lnTo>
                <a:lnTo>
                  <a:pt x="0" y="6667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!!Postać 25"/>
          <p:cNvSpPr/>
          <p:nvPr/>
        </p:nvSpPr>
        <p:spPr>
          <a:xfrm>
            <a:off x="6592252" y="5634355"/>
            <a:ext cx="80010" cy="373380"/>
          </a:xfrm>
          <a:custGeom>
            <a:avLst/>
            <a:gdLst/>
            <a:ahLst/>
            <a:cxnLst/>
            <a:rect l="0" t="0" r="r" b="b"/>
            <a:pathLst>
              <a:path w="80010" h="373380">
                <a:moveTo>
                  <a:pt x="0" y="0"/>
                </a:moveTo>
                <a:lnTo>
                  <a:pt x="80010" y="373380"/>
                </a:lnTo>
                <a:lnTo>
                  <a:pt x="13335" y="373380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!!Postać 26"/>
          <p:cNvSpPr/>
          <p:nvPr/>
        </p:nvSpPr>
        <p:spPr>
          <a:xfrm>
            <a:off x="6592252" y="5634355"/>
            <a:ext cx="100012" cy="373380"/>
          </a:xfrm>
          <a:custGeom>
            <a:avLst/>
            <a:gdLst/>
            <a:ahLst/>
            <a:cxnLst/>
            <a:rect l="0" t="0" r="r" b="b"/>
            <a:pathLst>
              <a:path w="100012" h="373380">
                <a:moveTo>
                  <a:pt x="0" y="0"/>
                </a:moveTo>
                <a:lnTo>
                  <a:pt x="100012" y="0"/>
                </a:lnTo>
                <a:lnTo>
                  <a:pt x="80010" y="373380"/>
                </a:lnTo>
                <a:close/>
              </a:path>
            </a:pathLst>
          </a:custGeom>
          <a:solidFill>
            <a:srgbClr val="BABAB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!!Postać 27"/>
          <p:cNvSpPr/>
          <p:nvPr/>
        </p:nvSpPr>
        <p:spPr>
          <a:xfrm>
            <a:off x="6572250" y="5994400"/>
            <a:ext cx="253365" cy="80010"/>
          </a:xfrm>
          <a:custGeom>
            <a:avLst/>
            <a:gdLst/>
            <a:ahLst/>
            <a:cxnLst/>
            <a:rect l="0" t="0" r="r" b="b"/>
            <a:pathLst>
              <a:path w="253365" h="80010">
                <a:moveTo>
                  <a:pt x="13335" y="0"/>
                </a:moveTo>
                <a:lnTo>
                  <a:pt x="173355" y="0"/>
                </a:lnTo>
                <a:lnTo>
                  <a:pt x="253365" y="66675"/>
                </a:lnTo>
                <a:lnTo>
                  <a:pt x="0" y="80010"/>
                </a:lnTo>
                <a:close/>
              </a:path>
            </a:pathLst>
          </a:custGeom>
          <a:solidFill>
            <a:srgbClr val="DCDC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!!Postać 28"/>
          <p:cNvSpPr/>
          <p:nvPr/>
        </p:nvSpPr>
        <p:spPr>
          <a:xfrm>
            <a:off x="6572250" y="6061075"/>
            <a:ext cx="266700" cy="66675"/>
          </a:xfrm>
          <a:custGeom>
            <a:avLst/>
            <a:gdLst/>
            <a:ahLst/>
            <a:cxnLst/>
            <a:rect l="0" t="0" r="r" b="b"/>
            <a:pathLst>
              <a:path w="266700" h="66675">
                <a:moveTo>
                  <a:pt x="0" y="13335"/>
                </a:moveTo>
                <a:lnTo>
                  <a:pt x="253365" y="0"/>
                </a:lnTo>
                <a:lnTo>
                  <a:pt x="266700" y="66675"/>
                </a:lnTo>
                <a:lnTo>
                  <a:pt x="13335" y="6667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!!Postać 29"/>
          <p:cNvSpPr/>
          <p:nvPr/>
        </p:nvSpPr>
        <p:spPr>
          <a:xfrm>
            <a:off x="6518910" y="4780915"/>
            <a:ext cx="106680" cy="120015"/>
          </a:xfrm>
          <a:custGeom>
            <a:avLst/>
            <a:gdLst/>
            <a:ahLst/>
            <a:cxnLst/>
            <a:rect l="0" t="0" r="r" b="b"/>
            <a:pathLst>
              <a:path w="106680" h="120015">
                <a:moveTo>
                  <a:pt x="0" y="0"/>
                </a:moveTo>
                <a:lnTo>
                  <a:pt x="106680" y="0"/>
                </a:lnTo>
                <a:lnTo>
                  <a:pt x="106680" y="120015"/>
                </a:lnTo>
                <a:lnTo>
                  <a:pt x="0" y="120015"/>
                </a:lnTo>
                <a:close/>
              </a:path>
            </a:pathLst>
          </a:cu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!!Postać 30"/>
          <p:cNvSpPr/>
          <p:nvPr/>
        </p:nvSpPr>
        <p:spPr>
          <a:xfrm>
            <a:off x="6318885" y="4860925"/>
            <a:ext cx="253365" cy="306705"/>
          </a:xfrm>
          <a:custGeom>
            <a:avLst/>
            <a:gdLst/>
            <a:ahLst/>
            <a:cxnLst/>
            <a:rect l="0" t="0" r="r" b="b"/>
            <a:pathLst>
              <a:path w="253365" h="306705">
                <a:moveTo>
                  <a:pt x="0" y="66675"/>
                </a:moveTo>
                <a:lnTo>
                  <a:pt x="253365" y="0"/>
                </a:lnTo>
                <a:lnTo>
                  <a:pt x="253365" y="30670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!!Postać 31"/>
          <p:cNvSpPr/>
          <p:nvPr/>
        </p:nvSpPr>
        <p:spPr>
          <a:xfrm>
            <a:off x="6572250" y="4860925"/>
            <a:ext cx="253365" cy="306705"/>
          </a:xfrm>
          <a:custGeom>
            <a:avLst/>
            <a:gdLst/>
            <a:ahLst/>
            <a:cxnLst/>
            <a:rect l="0" t="0" r="r" b="b"/>
            <a:pathLst>
              <a:path w="253365" h="306705">
                <a:moveTo>
                  <a:pt x="0" y="0"/>
                </a:moveTo>
                <a:lnTo>
                  <a:pt x="253365" y="66675"/>
                </a:lnTo>
                <a:lnTo>
                  <a:pt x="0" y="30670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!!Postać 32"/>
          <p:cNvSpPr/>
          <p:nvPr/>
        </p:nvSpPr>
        <p:spPr>
          <a:xfrm>
            <a:off x="6318885" y="4927600"/>
            <a:ext cx="253365" cy="320040"/>
          </a:xfrm>
          <a:custGeom>
            <a:avLst/>
            <a:gdLst/>
            <a:ahLst/>
            <a:cxnLst/>
            <a:rect l="0" t="0" r="r" b="b"/>
            <a:pathLst>
              <a:path w="253365" h="320040">
                <a:moveTo>
                  <a:pt x="0" y="0"/>
                </a:moveTo>
                <a:lnTo>
                  <a:pt x="253365" y="240030"/>
                </a:lnTo>
                <a:lnTo>
                  <a:pt x="253365" y="320040"/>
                </a:lnTo>
                <a:lnTo>
                  <a:pt x="66675" y="32004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!!Postać 33"/>
          <p:cNvSpPr/>
          <p:nvPr/>
        </p:nvSpPr>
        <p:spPr>
          <a:xfrm>
            <a:off x="6572250" y="4927600"/>
            <a:ext cx="253365" cy="320040"/>
          </a:xfrm>
          <a:custGeom>
            <a:avLst/>
            <a:gdLst/>
            <a:ahLst/>
            <a:cxnLst/>
            <a:rect l="0" t="0" r="r" b="b"/>
            <a:pathLst>
              <a:path w="253365" h="320040">
                <a:moveTo>
                  <a:pt x="253365" y="0"/>
                </a:moveTo>
                <a:lnTo>
                  <a:pt x="186690" y="320040"/>
                </a:lnTo>
                <a:lnTo>
                  <a:pt x="0" y="320040"/>
                </a:lnTo>
                <a:lnTo>
                  <a:pt x="0" y="24003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!!Postać 34"/>
          <p:cNvSpPr/>
          <p:nvPr/>
        </p:nvSpPr>
        <p:spPr>
          <a:xfrm>
            <a:off x="6385560" y="5234305"/>
            <a:ext cx="186690" cy="440055"/>
          </a:xfrm>
          <a:custGeom>
            <a:avLst/>
            <a:gdLst/>
            <a:ahLst/>
            <a:cxnLst/>
            <a:rect l="0" t="0" r="r" b="b"/>
            <a:pathLst>
              <a:path w="186690" h="440055">
                <a:moveTo>
                  <a:pt x="0" y="0"/>
                </a:moveTo>
                <a:lnTo>
                  <a:pt x="186690" y="0"/>
                </a:lnTo>
                <a:lnTo>
                  <a:pt x="26670" y="44005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!!Postać 35"/>
          <p:cNvSpPr/>
          <p:nvPr/>
        </p:nvSpPr>
        <p:spPr>
          <a:xfrm>
            <a:off x="6212205" y="5234305"/>
            <a:ext cx="200025" cy="440055"/>
          </a:xfrm>
          <a:custGeom>
            <a:avLst/>
            <a:gdLst/>
            <a:ahLst/>
            <a:cxnLst/>
            <a:rect l="0" t="0" r="r" b="b"/>
            <a:pathLst>
              <a:path w="200025" h="440055">
                <a:moveTo>
                  <a:pt x="173355" y="0"/>
                </a:moveTo>
                <a:lnTo>
                  <a:pt x="200025" y="440055"/>
                </a:lnTo>
                <a:lnTo>
                  <a:pt x="0" y="44005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!!Postać 36"/>
          <p:cNvSpPr/>
          <p:nvPr/>
        </p:nvSpPr>
        <p:spPr>
          <a:xfrm>
            <a:off x="6412230" y="5234305"/>
            <a:ext cx="160020" cy="440055"/>
          </a:xfrm>
          <a:custGeom>
            <a:avLst/>
            <a:gdLst/>
            <a:ahLst/>
            <a:cxnLst/>
            <a:rect l="0" t="0" r="r" b="b"/>
            <a:pathLst>
              <a:path w="160020" h="440055">
                <a:moveTo>
                  <a:pt x="160020" y="0"/>
                </a:moveTo>
                <a:lnTo>
                  <a:pt x="160020" y="440055"/>
                </a:lnTo>
                <a:lnTo>
                  <a:pt x="0" y="44005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!!Postać 37"/>
          <p:cNvSpPr/>
          <p:nvPr/>
        </p:nvSpPr>
        <p:spPr>
          <a:xfrm>
            <a:off x="6572250" y="5234305"/>
            <a:ext cx="160020" cy="440055"/>
          </a:xfrm>
          <a:custGeom>
            <a:avLst/>
            <a:gdLst/>
            <a:ahLst/>
            <a:cxnLst/>
            <a:rect l="0" t="0" r="r" b="b"/>
            <a:pathLst>
              <a:path w="160020" h="440055">
                <a:moveTo>
                  <a:pt x="0" y="0"/>
                </a:moveTo>
                <a:lnTo>
                  <a:pt x="160020" y="440055"/>
                </a:lnTo>
                <a:lnTo>
                  <a:pt x="0" y="44005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!!Postać 38"/>
          <p:cNvSpPr/>
          <p:nvPr/>
        </p:nvSpPr>
        <p:spPr>
          <a:xfrm>
            <a:off x="6572250" y="5234305"/>
            <a:ext cx="186690" cy="440055"/>
          </a:xfrm>
          <a:custGeom>
            <a:avLst/>
            <a:gdLst/>
            <a:ahLst/>
            <a:cxnLst/>
            <a:rect l="0" t="0" r="r" b="b"/>
            <a:pathLst>
              <a:path w="186690" h="440055">
                <a:moveTo>
                  <a:pt x="0" y="0"/>
                </a:moveTo>
                <a:lnTo>
                  <a:pt x="186690" y="0"/>
                </a:lnTo>
                <a:lnTo>
                  <a:pt x="160020" y="44005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!!Postać 39"/>
          <p:cNvSpPr/>
          <p:nvPr/>
        </p:nvSpPr>
        <p:spPr>
          <a:xfrm>
            <a:off x="6732270" y="5234305"/>
            <a:ext cx="200025" cy="440055"/>
          </a:xfrm>
          <a:custGeom>
            <a:avLst/>
            <a:gdLst/>
            <a:ahLst/>
            <a:cxnLst/>
            <a:rect l="0" t="0" r="r" b="b"/>
            <a:pathLst>
              <a:path w="200025" h="440055">
                <a:moveTo>
                  <a:pt x="26670" y="0"/>
                </a:moveTo>
                <a:lnTo>
                  <a:pt x="200025" y="440055"/>
                </a:lnTo>
                <a:lnTo>
                  <a:pt x="0" y="44005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!!Postać 40"/>
          <p:cNvSpPr/>
          <p:nvPr/>
        </p:nvSpPr>
        <p:spPr>
          <a:xfrm>
            <a:off x="6479618" y="4066490"/>
            <a:ext cx="348766" cy="349001"/>
          </a:xfrm>
          <a:custGeom>
            <a:avLst/>
            <a:gdLst/>
            <a:ahLst/>
            <a:cxnLst/>
            <a:rect l="0" t="0" r="r" b="b"/>
            <a:pathLst>
              <a:path w="348766" h="349001">
                <a:moveTo>
                  <a:pt x="0" y="0"/>
                </a:moveTo>
                <a:lnTo>
                  <a:pt x="348766" y="104963"/>
                </a:lnTo>
                <a:lnTo>
                  <a:pt x="2547" y="349001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!!Postać 41"/>
          <p:cNvSpPr/>
          <p:nvPr/>
        </p:nvSpPr>
        <p:spPr>
          <a:xfrm>
            <a:off x="6482164" y="4171454"/>
            <a:ext cx="411460" cy="421914"/>
          </a:xfrm>
          <a:custGeom>
            <a:avLst/>
            <a:gdLst/>
            <a:ahLst/>
            <a:cxnLst/>
            <a:rect l="0" t="0" r="r" b="b"/>
            <a:pathLst>
              <a:path w="411460" h="421914">
                <a:moveTo>
                  <a:pt x="346220" y="0"/>
                </a:moveTo>
                <a:lnTo>
                  <a:pt x="411460" y="421914"/>
                </a:lnTo>
                <a:lnTo>
                  <a:pt x="0" y="244038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!!Postać 42"/>
          <p:cNvSpPr/>
          <p:nvPr/>
        </p:nvSpPr>
        <p:spPr>
          <a:xfrm>
            <a:off x="6482164" y="4415491"/>
            <a:ext cx="411460" cy="405428"/>
          </a:xfrm>
          <a:custGeom>
            <a:avLst/>
            <a:gdLst/>
            <a:ahLst/>
            <a:cxnLst/>
            <a:rect l="0" t="0" r="r" b="b"/>
            <a:pathLst>
              <a:path w="411460" h="405428">
                <a:moveTo>
                  <a:pt x="411460" y="177877"/>
                </a:moveTo>
                <a:lnTo>
                  <a:pt x="90086" y="405428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!!Postać 43"/>
          <p:cNvSpPr/>
          <p:nvPr/>
        </p:nvSpPr>
        <p:spPr>
          <a:xfrm>
            <a:off x="6205372" y="4415491"/>
            <a:ext cx="366877" cy="405428"/>
          </a:xfrm>
          <a:custGeom>
            <a:avLst/>
            <a:gdLst/>
            <a:ahLst/>
            <a:cxnLst/>
            <a:rect l="0" t="0" r="r" b="b"/>
            <a:pathLst>
              <a:path w="366877" h="405428">
                <a:moveTo>
                  <a:pt x="366877" y="405428"/>
                </a:moveTo>
                <a:lnTo>
                  <a:pt x="0" y="262383"/>
                </a:lnTo>
                <a:lnTo>
                  <a:pt x="276792" y="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!!Postać 44"/>
          <p:cNvSpPr/>
          <p:nvPr/>
        </p:nvSpPr>
        <p:spPr>
          <a:xfrm>
            <a:off x="6166604" y="4252710"/>
            <a:ext cx="315560" cy="425164"/>
          </a:xfrm>
          <a:custGeom>
            <a:avLst/>
            <a:gdLst/>
            <a:ahLst/>
            <a:cxnLst/>
            <a:rect l="0" t="0" r="r" b="b"/>
            <a:pathLst>
              <a:path w="315560" h="425164">
                <a:moveTo>
                  <a:pt x="38768" y="425164"/>
                </a:moveTo>
                <a:lnTo>
                  <a:pt x="0" y="0"/>
                </a:lnTo>
                <a:lnTo>
                  <a:pt x="315560" y="16278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!!Postać 45"/>
          <p:cNvSpPr/>
          <p:nvPr/>
        </p:nvSpPr>
        <p:spPr>
          <a:xfrm>
            <a:off x="6166604" y="4066490"/>
            <a:ext cx="315560" cy="349001"/>
          </a:xfrm>
          <a:custGeom>
            <a:avLst/>
            <a:gdLst/>
            <a:ahLst/>
            <a:cxnLst/>
            <a:rect l="0" t="0" r="r" b="b"/>
            <a:pathLst>
              <a:path w="315560" h="349001">
                <a:moveTo>
                  <a:pt x="0" y="186220"/>
                </a:moveTo>
                <a:lnTo>
                  <a:pt x="313014" y="0"/>
                </a:lnTo>
                <a:lnTo>
                  <a:pt x="315560" y="349001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!!Postać 46"/>
          <p:cNvSpPr/>
          <p:nvPr/>
        </p:nvSpPr>
        <p:spPr>
          <a:xfrm>
            <a:off x="6166604" y="4066490"/>
            <a:ext cx="727020" cy="754429"/>
          </a:xfrm>
          <a:custGeom>
            <a:avLst/>
            <a:gdLst/>
            <a:ahLst/>
            <a:cxnLst/>
            <a:rect l="0" t="0" r="r" b="b"/>
            <a:pathLst>
              <a:path w="727020" h="754429">
                <a:moveTo>
                  <a:pt x="313014" y="0"/>
                </a:moveTo>
                <a:lnTo>
                  <a:pt x="661780" y="104963"/>
                </a:lnTo>
                <a:lnTo>
                  <a:pt x="727020" y="526878"/>
                </a:lnTo>
                <a:lnTo>
                  <a:pt x="405646" y="754429"/>
                </a:lnTo>
                <a:lnTo>
                  <a:pt x="38768" y="611384"/>
                </a:lnTo>
                <a:lnTo>
                  <a:pt x="0" y="186220"/>
                </a:lnTo>
                <a:close/>
              </a:path>
            </a:pathLst>
          </a:custGeom>
          <a:solidFill>
            <a:srgbClr val="EE312F">
              <a:alpha val="14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!!Postać 47"/>
          <p:cNvSpPr/>
          <p:nvPr/>
        </p:nvSpPr>
        <p:spPr>
          <a:xfrm>
            <a:off x="6145008" y="4013548"/>
            <a:ext cx="328109" cy="303950"/>
          </a:xfrm>
          <a:custGeom>
            <a:avLst/>
            <a:gdLst/>
            <a:ahLst/>
            <a:cxnLst/>
            <a:rect l="0" t="0" r="r" b="b"/>
            <a:pathLst>
              <a:path w="328109" h="303950">
                <a:moveTo>
                  <a:pt x="0" y="282119"/>
                </a:moveTo>
                <a:lnTo>
                  <a:pt x="328109" y="0"/>
                </a:lnTo>
                <a:lnTo>
                  <a:pt x="150467" y="30395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!!Postać 48"/>
          <p:cNvSpPr/>
          <p:nvPr/>
        </p:nvSpPr>
        <p:spPr>
          <a:xfrm>
            <a:off x="6295475" y="4013548"/>
            <a:ext cx="218505" cy="303950"/>
          </a:xfrm>
          <a:custGeom>
            <a:avLst/>
            <a:gdLst/>
            <a:ahLst/>
            <a:cxnLst/>
            <a:rect l="0" t="0" r="r" b="b"/>
            <a:pathLst>
              <a:path w="218505" h="303950">
                <a:moveTo>
                  <a:pt x="0" y="303950"/>
                </a:moveTo>
                <a:lnTo>
                  <a:pt x="177642" y="0"/>
                </a:lnTo>
                <a:lnTo>
                  <a:pt x="218505" y="22338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!!Postać 49"/>
          <p:cNvSpPr/>
          <p:nvPr/>
        </p:nvSpPr>
        <p:spPr>
          <a:xfrm>
            <a:off x="6473117" y="4013548"/>
            <a:ext cx="259133" cy="250320"/>
          </a:xfrm>
          <a:custGeom>
            <a:avLst/>
            <a:gdLst/>
            <a:ahLst/>
            <a:cxnLst/>
            <a:rect l="0" t="0" r="r" b="b"/>
            <a:pathLst>
              <a:path w="259133" h="250320">
                <a:moveTo>
                  <a:pt x="40863" y="223380"/>
                </a:moveTo>
                <a:lnTo>
                  <a:pt x="0" y="0"/>
                </a:lnTo>
                <a:lnTo>
                  <a:pt x="259133" y="25032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!!Postać 50"/>
          <p:cNvSpPr/>
          <p:nvPr/>
        </p:nvSpPr>
        <p:spPr>
          <a:xfrm>
            <a:off x="6473117" y="4013548"/>
            <a:ext cx="398224" cy="250320"/>
          </a:xfrm>
          <a:custGeom>
            <a:avLst/>
            <a:gdLst/>
            <a:ahLst/>
            <a:cxnLst/>
            <a:rect l="0" t="0" r="r" b="b"/>
            <a:pathLst>
              <a:path w="398224" h="250320">
                <a:moveTo>
                  <a:pt x="259133" y="250320"/>
                </a:moveTo>
                <a:lnTo>
                  <a:pt x="0" y="0"/>
                </a:lnTo>
                <a:lnTo>
                  <a:pt x="398224" y="179502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!!Postać 51"/>
          <p:cNvSpPr/>
          <p:nvPr/>
        </p:nvSpPr>
        <p:spPr>
          <a:xfrm>
            <a:off x="6121904" y="4271634"/>
            <a:ext cx="129675" cy="558333"/>
          </a:xfrm>
          <a:custGeom>
            <a:avLst/>
            <a:gdLst/>
            <a:ahLst/>
            <a:cxnLst/>
            <a:rect l="0" t="0" r="r" b="b"/>
            <a:pathLst>
              <a:path w="129675" h="558333">
                <a:moveTo>
                  <a:pt x="0" y="0"/>
                </a:moveTo>
                <a:lnTo>
                  <a:pt x="120628" y="52364"/>
                </a:lnTo>
                <a:lnTo>
                  <a:pt x="129675" y="454308"/>
                </a:lnTo>
                <a:lnTo>
                  <a:pt x="48402" y="558333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!!Postać 52"/>
          <p:cNvSpPr/>
          <p:nvPr/>
        </p:nvSpPr>
        <p:spPr>
          <a:xfrm>
            <a:off x="6771957" y="4179001"/>
            <a:ext cx="192486" cy="553458"/>
          </a:xfrm>
          <a:custGeom>
            <a:avLst/>
            <a:gdLst/>
            <a:ahLst/>
            <a:cxnLst/>
            <a:rect l="0" t="0" r="r" b="b"/>
            <a:pathLst>
              <a:path w="192486" h="553458">
                <a:moveTo>
                  <a:pt x="104377" y="0"/>
                </a:moveTo>
                <a:lnTo>
                  <a:pt x="0" y="79992"/>
                </a:lnTo>
                <a:lnTo>
                  <a:pt x="88461" y="472184"/>
                </a:lnTo>
                <a:lnTo>
                  <a:pt x="192486" y="553458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Postać oko L (wariant)"/>
          <p:cNvSpPr/>
          <p:nvPr/>
        </p:nvSpPr>
        <p:spPr>
          <a:xfrm>
            <a:off x="21548164" y="4391305"/>
            <a:ext cx="120090" cy="142238"/>
          </a:xfrm>
          <a:custGeom>
            <a:avLst/>
            <a:gdLst/>
            <a:ahLst/>
            <a:cxnLst/>
            <a:rect l="0" t="0" r="r" b="b"/>
            <a:pathLst>
              <a:path w="120090" h="142238">
                <a:moveTo>
                  <a:pt x="42351" y="22762"/>
                </a:moveTo>
                <a:lnTo>
                  <a:pt x="75538" y="19605"/>
                </a:lnTo>
                <a:lnTo>
                  <a:pt x="108726" y="16449"/>
                </a:lnTo>
                <a:lnTo>
                  <a:pt x="120090" y="135924"/>
                </a:lnTo>
                <a:lnTo>
                  <a:pt x="86903" y="139081"/>
                </a:lnTo>
                <a:lnTo>
                  <a:pt x="53715" y="142238"/>
                </a:lnTo>
                <a:lnTo>
                  <a:pt x="44876" y="49312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!!Postać oko L"/>
          <p:cNvSpPr/>
          <p:nvPr/>
        </p:nvSpPr>
        <p:spPr>
          <a:xfrm>
            <a:off x="6297678" y="4444861"/>
            <a:ext cx="118073" cy="94392"/>
          </a:xfrm>
          <a:custGeom>
            <a:avLst/>
            <a:gdLst/>
            <a:ahLst/>
            <a:cxnLst/>
            <a:rect l="0" t="0" r="r" b="b"/>
            <a:pathLst>
              <a:path w="118073" h="94392">
                <a:moveTo>
                  <a:pt x="42144" y="14978"/>
                </a:moveTo>
                <a:lnTo>
                  <a:pt x="76046" y="17533"/>
                </a:lnTo>
                <a:lnTo>
                  <a:pt x="109948" y="20088"/>
                </a:lnTo>
                <a:lnTo>
                  <a:pt x="118073" y="86266"/>
                </a:lnTo>
                <a:lnTo>
                  <a:pt x="84984" y="90329"/>
                </a:lnTo>
                <a:lnTo>
                  <a:pt x="51895" y="94392"/>
                </a:lnTo>
                <a:lnTo>
                  <a:pt x="44582" y="34831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Postać oko P (wariant)"/>
          <p:cNvSpPr/>
          <p:nvPr/>
        </p:nvSpPr>
        <p:spPr>
          <a:xfrm>
            <a:off x="21856016" y="4352161"/>
            <a:ext cx="103675" cy="156128"/>
          </a:xfrm>
          <a:custGeom>
            <a:avLst/>
            <a:gdLst/>
            <a:ahLst/>
            <a:cxnLst/>
            <a:rect l="0" t="0" r="r" b="b"/>
            <a:pathLst>
              <a:path w="103675" h="156128">
                <a:moveTo>
                  <a:pt x="66375" y="30338"/>
                </a:moveTo>
                <a:lnTo>
                  <a:pt x="33188" y="33495"/>
                </a:lnTo>
                <a:lnTo>
                  <a:pt x="0" y="36652"/>
                </a:lnTo>
                <a:lnTo>
                  <a:pt x="11364" y="156128"/>
                </a:lnTo>
                <a:lnTo>
                  <a:pt x="44552" y="152971"/>
                </a:lnTo>
                <a:lnTo>
                  <a:pt x="77740" y="149814"/>
                </a:lnTo>
                <a:lnTo>
                  <a:pt x="68901" y="56888"/>
                </a:lnTo>
                <a:lnTo>
                  <a:pt x="103675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!!Postać oko P"/>
          <p:cNvSpPr/>
          <p:nvPr/>
        </p:nvSpPr>
        <p:spPr>
          <a:xfrm>
            <a:off x="6606160" y="4394482"/>
            <a:ext cx="101822" cy="112268"/>
          </a:xfrm>
          <a:custGeom>
            <a:avLst/>
            <a:gdLst/>
            <a:ahLst/>
            <a:cxnLst/>
            <a:rect l="0" t="0" r="r" b="b"/>
            <a:pathLst>
              <a:path w="101822" h="112268">
                <a:moveTo>
                  <a:pt x="64553" y="24729"/>
                </a:moveTo>
                <a:lnTo>
                  <a:pt x="32276" y="35409"/>
                </a:lnTo>
                <a:lnTo>
                  <a:pt x="0" y="46090"/>
                </a:lnTo>
                <a:lnTo>
                  <a:pt x="8126" y="112268"/>
                </a:lnTo>
                <a:lnTo>
                  <a:pt x="41215" y="108205"/>
                </a:lnTo>
                <a:lnTo>
                  <a:pt x="74304" y="104142"/>
                </a:lnTo>
                <a:lnTo>
                  <a:pt x="66991" y="44582"/>
                </a:lnTo>
                <a:lnTo>
                  <a:pt x="101822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Postać brew L (wariant)"/>
          <p:cNvSpPr/>
          <p:nvPr/>
        </p:nvSpPr>
        <p:spPr>
          <a:xfrm>
            <a:off x="21563878" y="4295599"/>
            <a:ext cx="140651" cy="53084"/>
          </a:xfrm>
          <a:custGeom>
            <a:avLst/>
            <a:gdLst/>
            <a:ahLst/>
            <a:cxnLst/>
            <a:rect l="0" t="0" r="r" b="b"/>
            <a:pathLst>
              <a:path w="140651" h="53084">
                <a:moveTo>
                  <a:pt x="0" y="26533"/>
                </a:moveTo>
                <a:lnTo>
                  <a:pt x="138126" y="0"/>
                </a:lnTo>
                <a:lnTo>
                  <a:pt x="140651" y="26550"/>
                </a:lnTo>
                <a:lnTo>
                  <a:pt x="2525" y="53084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!!Postać brew L"/>
          <p:cNvSpPr/>
          <p:nvPr/>
        </p:nvSpPr>
        <p:spPr>
          <a:xfrm>
            <a:off x="6307898" y="4309255"/>
            <a:ext cx="152905" cy="41684"/>
          </a:xfrm>
          <a:custGeom>
            <a:avLst/>
            <a:gdLst/>
            <a:ahLst/>
            <a:cxnLst/>
            <a:rect l="0" t="0" r="r" b="b"/>
            <a:pathLst>
              <a:path w="152905" h="41684">
                <a:moveTo>
                  <a:pt x="0" y="0"/>
                </a:moveTo>
                <a:lnTo>
                  <a:pt x="149654" y="15213"/>
                </a:lnTo>
                <a:lnTo>
                  <a:pt x="152905" y="41684"/>
                </a:lnTo>
                <a:lnTo>
                  <a:pt x="3250" y="26471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Postać brew P (wariant)"/>
          <p:cNvSpPr/>
          <p:nvPr/>
        </p:nvSpPr>
        <p:spPr>
          <a:xfrm>
            <a:off x="21821480" y="4284234"/>
            <a:ext cx="143176" cy="26567"/>
          </a:xfrm>
          <a:custGeom>
            <a:avLst/>
            <a:gdLst/>
            <a:ahLst/>
            <a:cxnLst/>
            <a:rect l="0" t="0" r="r" b="b"/>
            <a:pathLst>
              <a:path w="143176" h="26567">
                <a:moveTo>
                  <a:pt x="140651" y="17"/>
                </a:moveTo>
                <a:lnTo>
                  <a:pt x="0" y="0"/>
                </a:lnTo>
                <a:lnTo>
                  <a:pt x="2525" y="26550"/>
                </a:lnTo>
                <a:lnTo>
                  <a:pt x="143176" y="2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!!Postać brew P"/>
          <p:cNvSpPr/>
          <p:nvPr/>
        </p:nvSpPr>
        <p:spPr>
          <a:xfrm>
            <a:off x="6563437" y="4260501"/>
            <a:ext cx="144779" cy="77437"/>
          </a:xfrm>
          <a:custGeom>
            <a:avLst/>
            <a:gdLst/>
            <a:ahLst/>
            <a:cxnLst/>
            <a:rect l="0" t="0" r="r" b="b"/>
            <a:pathLst>
              <a:path w="144779" h="77437">
                <a:moveTo>
                  <a:pt x="141529" y="0"/>
                </a:moveTo>
                <a:lnTo>
                  <a:pt x="0" y="50965"/>
                </a:lnTo>
                <a:lnTo>
                  <a:pt x="3250" y="77437"/>
                </a:lnTo>
                <a:lnTo>
                  <a:pt x="144779" y="26471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Postać usta (wariant)"/>
          <p:cNvSpPr/>
          <p:nvPr/>
        </p:nvSpPr>
        <p:spPr>
          <a:xfrm>
            <a:off x="21734834" y="4629386"/>
            <a:ext cx="122001" cy="38870"/>
          </a:xfrm>
          <a:custGeom>
            <a:avLst/>
            <a:gdLst/>
            <a:ahLst/>
            <a:cxnLst/>
            <a:rect l="0" t="0" r="r" b="b"/>
            <a:pathLst>
              <a:path w="122001" h="38870">
                <a:moveTo>
                  <a:pt x="0" y="11364"/>
                </a:moveTo>
                <a:lnTo>
                  <a:pt x="60369" y="12320"/>
                </a:lnTo>
                <a:lnTo>
                  <a:pt x="119476" y="0"/>
                </a:lnTo>
                <a:lnTo>
                  <a:pt x="122001" y="26550"/>
                </a:lnTo>
                <a:lnTo>
                  <a:pt x="62895" y="38870"/>
                </a:lnTo>
                <a:lnTo>
                  <a:pt x="2525" y="37914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!!Postać usta"/>
          <p:cNvSpPr/>
          <p:nvPr/>
        </p:nvSpPr>
        <p:spPr>
          <a:xfrm>
            <a:off x="6481578" y="4635621"/>
            <a:ext cx="148029" cy="68498"/>
          </a:xfrm>
          <a:custGeom>
            <a:avLst/>
            <a:gdLst/>
            <a:ahLst/>
            <a:cxnLst/>
            <a:rect l="0" t="0" r="r" b="b"/>
            <a:pathLst>
              <a:path w="148029" h="68498">
                <a:moveTo>
                  <a:pt x="0" y="48645"/>
                </a:moveTo>
                <a:lnTo>
                  <a:pt x="67920" y="0"/>
                </a:lnTo>
                <a:lnTo>
                  <a:pt x="145592" y="30769"/>
                </a:lnTo>
                <a:lnTo>
                  <a:pt x="148029" y="50622"/>
                </a:lnTo>
                <a:lnTo>
                  <a:pt x="71171" y="26471"/>
                </a:lnTo>
                <a:lnTo>
                  <a:pt x="2438" y="68498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!!Postać 58"/>
          <p:cNvSpPr/>
          <p:nvPr/>
        </p:nvSpPr>
        <p:spPr>
          <a:xfrm>
            <a:off x="6225086" y="4893069"/>
            <a:ext cx="178909" cy="225025"/>
          </a:xfrm>
          <a:custGeom>
            <a:avLst/>
            <a:gdLst/>
            <a:ahLst/>
            <a:cxnLst/>
            <a:rect l="0" t="0" r="r" b="b"/>
            <a:pathLst>
              <a:path w="178909" h="225025">
                <a:moveTo>
                  <a:pt x="53601" y="0"/>
                </a:moveTo>
                <a:lnTo>
                  <a:pt x="178909" y="45608"/>
                </a:lnTo>
                <a:lnTo>
                  <a:pt x="106512" y="225025"/>
                </a:lnTo>
                <a:lnTo>
                  <a:pt x="0" y="186257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!!Postać 59"/>
          <p:cNvSpPr/>
          <p:nvPr/>
        </p:nvSpPr>
        <p:spPr>
          <a:xfrm>
            <a:off x="6185167" y="5075341"/>
            <a:ext cx="142446" cy="182295"/>
          </a:xfrm>
          <a:custGeom>
            <a:avLst/>
            <a:gdLst/>
            <a:ahLst/>
            <a:cxnLst/>
            <a:rect l="0" t="0" r="r" b="b"/>
            <a:pathLst>
              <a:path w="142446" h="182295">
                <a:moveTo>
                  <a:pt x="48465" y="0"/>
                </a:moveTo>
                <a:lnTo>
                  <a:pt x="142446" y="34206"/>
                </a:lnTo>
                <a:lnTo>
                  <a:pt x="81450" y="182295"/>
                </a:lnTo>
                <a:lnTo>
                  <a:pt x="0" y="152650"/>
                </a:lnTo>
                <a:close/>
              </a:path>
            </a:pathLst>
          </a:custGeom>
          <a:solidFill>
            <a:srgbClr val="E8E8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!!Postać 60"/>
          <p:cNvSpPr/>
          <p:nvPr/>
        </p:nvSpPr>
        <p:spPr>
          <a:xfrm>
            <a:off x="6191627" y="5050980"/>
            <a:ext cx="255822" cy="220390"/>
          </a:xfrm>
          <a:custGeom>
            <a:avLst/>
            <a:gdLst/>
            <a:ahLst/>
            <a:cxnLst/>
            <a:rect l="0" t="0" r="r" b="b"/>
            <a:pathLst>
              <a:path w="255822" h="220390">
                <a:moveTo>
                  <a:pt x="52164" y="220390"/>
                </a:moveTo>
                <a:lnTo>
                  <a:pt x="0" y="151167"/>
                </a:lnTo>
                <a:lnTo>
                  <a:pt x="211684" y="0"/>
                </a:lnTo>
                <a:lnTo>
                  <a:pt x="255822" y="58574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!!Postać 61"/>
          <p:cNvSpPr/>
          <p:nvPr/>
        </p:nvSpPr>
        <p:spPr>
          <a:xfrm>
            <a:off x="6320737" y="5056381"/>
            <a:ext cx="113438" cy="120000"/>
          </a:xfrm>
          <a:custGeom>
            <a:avLst/>
            <a:gdLst/>
            <a:ahLst/>
            <a:cxnLst/>
            <a:rect l="0" t="0" r="r" b="b"/>
            <a:pathLst>
              <a:path w="113438" h="120000">
                <a:moveTo>
                  <a:pt x="60189" y="120000"/>
                </a:moveTo>
                <a:lnTo>
                  <a:pt x="0" y="40126"/>
                </a:lnTo>
                <a:lnTo>
                  <a:pt x="53249" y="0"/>
                </a:lnTo>
                <a:lnTo>
                  <a:pt x="113438" y="79874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!!Postać 62"/>
          <p:cNvSpPr/>
          <p:nvPr/>
        </p:nvSpPr>
        <p:spPr>
          <a:xfrm>
            <a:off x="6347437" y="5085706"/>
            <a:ext cx="60038" cy="61350"/>
          </a:xfrm>
          <a:custGeom>
            <a:avLst/>
            <a:gdLst/>
            <a:ahLst/>
            <a:cxnLst/>
            <a:rect l="0" t="0" r="r" b="b"/>
            <a:pathLst>
              <a:path w="60038" h="61350">
                <a:moveTo>
                  <a:pt x="28088" y="61350"/>
                </a:moveTo>
                <a:lnTo>
                  <a:pt x="0" y="24076"/>
                </a:lnTo>
                <a:lnTo>
                  <a:pt x="31949" y="0"/>
                </a:lnTo>
                <a:lnTo>
                  <a:pt x="60038" y="3727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!!Postać 63"/>
          <p:cNvSpPr/>
          <p:nvPr/>
        </p:nvSpPr>
        <p:spPr>
          <a:xfrm>
            <a:off x="6380623" y="4980066"/>
            <a:ext cx="163987" cy="153488"/>
          </a:xfrm>
          <a:custGeom>
            <a:avLst/>
            <a:gdLst/>
            <a:ahLst/>
            <a:cxnLst/>
            <a:rect l="0" t="0" r="r" b="b"/>
            <a:pathLst>
              <a:path w="163987" h="153488">
                <a:moveTo>
                  <a:pt x="68214" y="153488"/>
                </a:moveTo>
                <a:lnTo>
                  <a:pt x="0" y="62965"/>
                </a:lnTo>
                <a:lnTo>
                  <a:pt x="59886" y="9489"/>
                </a:lnTo>
                <a:lnTo>
                  <a:pt x="127873" y="0"/>
                </a:lnTo>
                <a:lnTo>
                  <a:pt x="163987" y="47924"/>
                </a:lnTo>
                <a:lnTo>
                  <a:pt x="136126" y="110662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!!Postać 64"/>
          <p:cNvSpPr/>
          <p:nvPr/>
        </p:nvSpPr>
        <p:spPr>
          <a:xfrm>
            <a:off x="6742542" y="4905245"/>
            <a:ext cx="145757" cy="209107"/>
          </a:xfrm>
          <a:custGeom>
            <a:avLst/>
            <a:gdLst/>
            <a:ahLst/>
            <a:cxnLst/>
            <a:rect l="0" t="0" r="r" b="b"/>
            <a:pathLst>
              <a:path w="145757" h="209107">
                <a:moveTo>
                  <a:pt x="132052" y="0"/>
                </a:moveTo>
                <a:lnTo>
                  <a:pt x="0" y="18559"/>
                </a:lnTo>
                <a:lnTo>
                  <a:pt x="33513" y="209107"/>
                </a:lnTo>
                <a:lnTo>
                  <a:pt x="145757" y="193332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!!Postać 65"/>
          <p:cNvSpPr/>
          <p:nvPr/>
        </p:nvSpPr>
        <p:spPr>
          <a:xfrm>
            <a:off x="6781729" y="5092902"/>
            <a:ext cx="114707" cy="171454"/>
          </a:xfrm>
          <a:custGeom>
            <a:avLst/>
            <a:gdLst/>
            <a:ahLst/>
            <a:cxnLst/>
            <a:rect l="0" t="0" r="r" b="b"/>
            <a:pathLst>
              <a:path w="114707" h="171454">
                <a:moveTo>
                  <a:pt x="99039" y="0"/>
                </a:moveTo>
                <a:lnTo>
                  <a:pt x="0" y="13919"/>
                </a:lnTo>
                <a:lnTo>
                  <a:pt x="28873" y="171454"/>
                </a:lnTo>
                <a:lnTo>
                  <a:pt x="114707" y="159391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!!Postać 66"/>
          <p:cNvSpPr/>
          <p:nvPr/>
        </p:nvSpPr>
        <p:spPr>
          <a:xfrm>
            <a:off x="6809016" y="5243198"/>
            <a:ext cx="89036" cy="262666"/>
          </a:xfrm>
          <a:custGeom>
            <a:avLst/>
            <a:gdLst/>
            <a:ahLst/>
            <a:cxnLst/>
            <a:rect l="0" t="0" r="r" b="b"/>
            <a:pathLst>
              <a:path w="89036" h="262666">
                <a:moveTo>
                  <a:pt x="86625" y="0"/>
                </a:moveTo>
                <a:lnTo>
                  <a:pt x="0" y="3025"/>
                </a:lnTo>
                <a:lnTo>
                  <a:pt x="15738" y="262666"/>
                </a:lnTo>
                <a:lnTo>
                  <a:pt x="89036" y="260107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!!Postać 67"/>
          <p:cNvSpPr/>
          <p:nvPr/>
        </p:nvSpPr>
        <p:spPr>
          <a:xfrm>
            <a:off x="6800428" y="5489280"/>
            <a:ext cx="126605" cy="142957"/>
          </a:xfrm>
          <a:custGeom>
            <a:avLst/>
            <a:gdLst/>
            <a:ahLst/>
            <a:cxnLst/>
            <a:rect l="0" t="0" r="r" b="b"/>
            <a:pathLst>
              <a:path w="126605" h="142957">
                <a:moveTo>
                  <a:pt x="117150" y="0"/>
                </a:moveTo>
                <a:lnTo>
                  <a:pt x="3871" y="3956"/>
                </a:lnTo>
                <a:lnTo>
                  <a:pt x="0" y="84150"/>
                </a:lnTo>
                <a:lnTo>
                  <a:pt x="35411" y="142957"/>
                </a:lnTo>
                <a:lnTo>
                  <a:pt x="95382" y="140863"/>
                </a:lnTo>
                <a:lnTo>
                  <a:pt x="126605" y="79729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27"/>
          <p:cNvSpPr/>
          <p:nvPr/>
        </p:nvSpPr>
        <p:spPr>
          <a:xfrm>
            <a:off x="21243844" y="2353407"/>
            <a:ext cx="4253351" cy="693385"/>
          </a:xfrm>
          <a:custGeom>
            <a:avLst/>
            <a:gdLst/>
            <a:ahLst/>
            <a:cxnLst/>
            <a:rect l="0" t="0" r="r" b="b"/>
            <a:pathLst>
              <a:path w="4253351" h="693385">
                <a:moveTo>
                  <a:pt x="0" y="0"/>
                </a:moveTo>
                <a:lnTo>
                  <a:pt x="4253351" y="0"/>
                </a:lnTo>
                <a:lnTo>
                  <a:pt x="3019436" y="693385"/>
                </a:lnTo>
                <a:lnTo>
                  <a:pt x="1233915" y="693385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28"/>
          <p:cNvSpPr/>
          <p:nvPr/>
        </p:nvSpPr>
        <p:spPr>
          <a:xfrm>
            <a:off x="22794544" y="2829694"/>
            <a:ext cx="1151949" cy="188299"/>
          </a:xfrm>
          <a:custGeom>
            <a:avLst/>
            <a:gdLst/>
            <a:ahLst/>
            <a:cxnLst/>
            <a:rect l="0" t="0" r="r" b="b"/>
            <a:pathLst>
              <a:path w="1151949" h="188299">
                <a:moveTo>
                  <a:pt x="0" y="0"/>
                </a:moveTo>
                <a:lnTo>
                  <a:pt x="1151949" y="0"/>
                </a:lnTo>
                <a:lnTo>
                  <a:pt x="1063338" y="188299"/>
                </a:lnTo>
                <a:lnTo>
                  <a:pt x="88611" y="188299"/>
                </a:lnTo>
                <a:close/>
              </a:path>
            </a:pathLst>
          </a:custGeom>
          <a:solidFill>
            <a:srgbClr val="FFF9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29"/>
          <p:cNvSpPr/>
          <p:nvPr/>
        </p:nvSpPr>
        <p:spPr>
          <a:xfrm>
            <a:off x="23004997" y="2891722"/>
            <a:ext cx="731045" cy="95257"/>
          </a:xfrm>
          <a:custGeom>
            <a:avLst/>
            <a:gdLst/>
            <a:ahLst/>
            <a:cxnLst/>
            <a:rect l="0" t="0" r="r" b="b"/>
            <a:pathLst>
              <a:path w="731045" h="95257">
                <a:moveTo>
                  <a:pt x="0" y="0"/>
                </a:moveTo>
                <a:lnTo>
                  <a:pt x="731045" y="0"/>
                </a:lnTo>
                <a:lnTo>
                  <a:pt x="677878" y="95257"/>
                </a:lnTo>
                <a:lnTo>
                  <a:pt x="53167" y="95257"/>
                </a:lnTo>
                <a:close/>
              </a:path>
            </a:pathLst>
          </a:custGeom>
          <a:solidFill>
            <a:srgbClr val="FFFDF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30"/>
          <p:cNvSpPr/>
          <p:nvPr/>
        </p:nvSpPr>
        <p:spPr>
          <a:xfrm>
            <a:off x="22477758" y="3046792"/>
            <a:ext cx="1785521" cy="1005740"/>
          </a:xfrm>
          <a:custGeom>
            <a:avLst/>
            <a:gdLst/>
            <a:ahLst/>
            <a:cxnLst/>
            <a:rect l="0" t="0" r="r" b="b"/>
            <a:pathLst>
              <a:path w="1785521" h="1005740">
                <a:moveTo>
                  <a:pt x="0" y="0"/>
                </a:moveTo>
                <a:lnTo>
                  <a:pt x="1785521" y="0"/>
                </a:lnTo>
                <a:lnTo>
                  <a:pt x="1785521" y="1005740"/>
                </a:lnTo>
                <a:lnTo>
                  <a:pt x="0" y="1005740"/>
                </a:lnTo>
                <a:close/>
              </a:path>
            </a:pathLst>
          </a:custGeom>
          <a:solidFill>
            <a:srgbClr val="F6EE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31"/>
          <p:cNvSpPr/>
          <p:nvPr/>
        </p:nvSpPr>
        <p:spPr>
          <a:xfrm>
            <a:off x="22477758" y="3046792"/>
            <a:ext cx="1785521" cy="237036"/>
          </a:xfrm>
          <a:custGeom>
            <a:avLst/>
            <a:gdLst/>
            <a:ahLst/>
            <a:cxnLst/>
            <a:rect l="0" t="0" r="r" b="b"/>
            <a:pathLst>
              <a:path w="1785521" h="237036">
                <a:moveTo>
                  <a:pt x="0" y="0"/>
                </a:moveTo>
                <a:lnTo>
                  <a:pt x="1785521" y="0"/>
                </a:lnTo>
                <a:lnTo>
                  <a:pt x="1785521" y="237036"/>
                </a:lnTo>
                <a:lnTo>
                  <a:pt x="0" y="237036"/>
                </a:lnTo>
                <a:close/>
              </a:path>
            </a:pathLst>
          </a:custGeom>
          <a:solidFill>
            <a:srgbClr val="F9F3E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32"/>
          <p:cNvSpPr/>
          <p:nvPr/>
        </p:nvSpPr>
        <p:spPr>
          <a:xfrm>
            <a:off x="21243844" y="2353407"/>
            <a:ext cx="1233915" cy="2392510"/>
          </a:xfrm>
          <a:custGeom>
            <a:avLst/>
            <a:gdLst/>
            <a:ahLst/>
            <a:cxnLst/>
            <a:rect l="0" t="0" r="r" b="b"/>
            <a:pathLst>
              <a:path w="1233915" h="2392510">
                <a:moveTo>
                  <a:pt x="0" y="0"/>
                </a:moveTo>
                <a:lnTo>
                  <a:pt x="1233915" y="693385"/>
                </a:lnTo>
                <a:lnTo>
                  <a:pt x="1233915" y="1699125"/>
                </a:lnTo>
                <a:lnTo>
                  <a:pt x="0" y="2392510"/>
                </a:lnTo>
                <a:close/>
              </a:path>
            </a:pathLst>
          </a:custGeom>
          <a:solidFill>
            <a:srgbClr val="EBE1C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33"/>
          <p:cNvSpPr/>
          <p:nvPr/>
        </p:nvSpPr>
        <p:spPr>
          <a:xfrm>
            <a:off x="24263280" y="2353407"/>
            <a:ext cx="1233915" cy="2392510"/>
          </a:xfrm>
          <a:custGeom>
            <a:avLst/>
            <a:gdLst/>
            <a:ahLst/>
            <a:cxnLst/>
            <a:rect l="0" t="0" r="r" b="b"/>
            <a:pathLst>
              <a:path w="1233915" h="2392510">
                <a:moveTo>
                  <a:pt x="1233915" y="0"/>
                </a:moveTo>
                <a:lnTo>
                  <a:pt x="0" y="693385"/>
                </a:lnTo>
                <a:lnTo>
                  <a:pt x="0" y="1699125"/>
                </a:lnTo>
                <a:lnTo>
                  <a:pt x="1233915" y="2392510"/>
                </a:lnTo>
                <a:close/>
              </a:path>
            </a:pathLst>
          </a:custGeom>
          <a:solidFill>
            <a:srgbClr val="E7DDC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34"/>
          <p:cNvSpPr/>
          <p:nvPr/>
        </p:nvSpPr>
        <p:spPr>
          <a:xfrm>
            <a:off x="21243844" y="2619242"/>
            <a:ext cx="1233915" cy="567556"/>
          </a:xfrm>
          <a:custGeom>
            <a:avLst/>
            <a:gdLst/>
            <a:ahLst/>
            <a:cxnLst/>
            <a:rect l="0" t="0" r="r" b="b"/>
            <a:pathLst>
              <a:path w="1233915" h="567556">
                <a:moveTo>
                  <a:pt x="0" y="0"/>
                </a:moveTo>
                <a:lnTo>
                  <a:pt x="1233915" y="539644"/>
                </a:lnTo>
                <a:lnTo>
                  <a:pt x="1233915" y="567556"/>
                </a:lnTo>
                <a:lnTo>
                  <a:pt x="0" y="66459"/>
                </a:lnTo>
                <a:close/>
              </a:path>
            </a:pathLst>
          </a:custGeom>
          <a:solidFill>
            <a:srgbClr val="DDD2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35"/>
          <p:cNvSpPr/>
          <p:nvPr/>
        </p:nvSpPr>
        <p:spPr>
          <a:xfrm>
            <a:off x="21243844" y="2597089"/>
            <a:ext cx="1233915" cy="561797"/>
          </a:xfrm>
          <a:custGeom>
            <a:avLst/>
            <a:gdLst/>
            <a:ahLst/>
            <a:cxnLst/>
            <a:rect l="0" t="0" r="r" b="b"/>
            <a:pathLst>
              <a:path w="1233915" h="561797">
                <a:moveTo>
                  <a:pt x="0" y="0"/>
                </a:moveTo>
                <a:lnTo>
                  <a:pt x="1233915" y="552493"/>
                </a:lnTo>
                <a:lnTo>
                  <a:pt x="1233915" y="561797"/>
                </a:lnTo>
                <a:lnTo>
                  <a:pt x="0" y="22153"/>
                </a:lnTo>
                <a:close/>
              </a:path>
            </a:pathLst>
          </a:custGeom>
          <a:solidFill>
            <a:srgbClr val="FCF8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36"/>
          <p:cNvSpPr/>
          <p:nvPr/>
        </p:nvSpPr>
        <p:spPr>
          <a:xfrm>
            <a:off x="24263280" y="2619242"/>
            <a:ext cx="1233915" cy="567556"/>
          </a:xfrm>
          <a:custGeom>
            <a:avLst/>
            <a:gdLst/>
            <a:ahLst/>
            <a:cxnLst/>
            <a:rect l="0" t="0" r="r" b="b"/>
            <a:pathLst>
              <a:path w="1233915" h="567556">
                <a:moveTo>
                  <a:pt x="1233915" y="0"/>
                </a:moveTo>
                <a:lnTo>
                  <a:pt x="0" y="539644"/>
                </a:lnTo>
                <a:lnTo>
                  <a:pt x="0" y="567556"/>
                </a:lnTo>
                <a:lnTo>
                  <a:pt x="1233915" y="66459"/>
                </a:lnTo>
                <a:close/>
              </a:path>
            </a:pathLst>
          </a:custGeom>
          <a:solidFill>
            <a:srgbClr val="D9CE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37"/>
          <p:cNvSpPr/>
          <p:nvPr/>
        </p:nvSpPr>
        <p:spPr>
          <a:xfrm>
            <a:off x="24263280" y="2597089"/>
            <a:ext cx="1233915" cy="561797"/>
          </a:xfrm>
          <a:custGeom>
            <a:avLst/>
            <a:gdLst/>
            <a:ahLst/>
            <a:cxnLst/>
            <a:rect l="0" t="0" r="r" b="b"/>
            <a:pathLst>
              <a:path w="1233915" h="561797">
                <a:moveTo>
                  <a:pt x="1233915" y="0"/>
                </a:moveTo>
                <a:lnTo>
                  <a:pt x="0" y="552493"/>
                </a:lnTo>
                <a:lnTo>
                  <a:pt x="0" y="561797"/>
                </a:lnTo>
                <a:lnTo>
                  <a:pt x="1233915" y="22153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38"/>
          <p:cNvSpPr/>
          <p:nvPr/>
        </p:nvSpPr>
        <p:spPr>
          <a:xfrm>
            <a:off x="21243844" y="3017993"/>
            <a:ext cx="1233915" cy="336281"/>
          </a:xfrm>
          <a:custGeom>
            <a:avLst/>
            <a:gdLst/>
            <a:ahLst/>
            <a:cxnLst/>
            <a:rect l="0" t="0" r="r" b="b"/>
            <a:pathLst>
              <a:path w="1233915" h="336281">
                <a:moveTo>
                  <a:pt x="0" y="0"/>
                </a:moveTo>
                <a:lnTo>
                  <a:pt x="1233915" y="308368"/>
                </a:lnTo>
                <a:lnTo>
                  <a:pt x="1233915" y="336281"/>
                </a:lnTo>
                <a:lnTo>
                  <a:pt x="0" y="66459"/>
                </a:lnTo>
                <a:close/>
              </a:path>
            </a:pathLst>
          </a:custGeom>
          <a:solidFill>
            <a:srgbClr val="DDD2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39"/>
          <p:cNvSpPr/>
          <p:nvPr/>
        </p:nvSpPr>
        <p:spPr>
          <a:xfrm>
            <a:off x="21243844" y="2995840"/>
            <a:ext cx="1233915" cy="330521"/>
          </a:xfrm>
          <a:custGeom>
            <a:avLst/>
            <a:gdLst/>
            <a:ahLst/>
            <a:cxnLst/>
            <a:rect l="0" t="0" r="r" b="b"/>
            <a:pathLst>
              <a:path w="1233915" h="330521">
                <a:moveTo>
                  <a:pt x="0" y="0"/>
                </a:moveTo>
                <a:lnTo>
                  <a:pt x="1233915" y="321217"/>
                </a:lnTo>
                <a:lnTo>
                  <a:pt x="1233915" y="330521"/>
                </a:lnTo>
                <a:lnTo>
                  <a:pt x="0" y="22153"/>
                </a:lnTo>
                <a:close/>
              </a:path>
            </a:pathLst>
          </a:custGeom>
          <a:solidFill>
            <a:srgbClr val="FCF8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40"/>
          <p:cNvSpPr/>
          <p:nvPr/>
        </p:nvSpPr>
        <p:spPr>
          <a:xfrm>
            <a:off x="24263280" y="3017993"/>
            <a:ext cx="1233915" cy="336281"/>
          </a:xfrm>
          <a:custGeom>
            <a:avLst/>
            <a:gdLst/>
            <a:ahLst/>
            <a:cxnLst/>
            <a:rect l="0" t="0" r="r" b="b"/>
            <a:pathLst>
              <a:path w="1233915" h="336281">
                <a:moveTo>
                  <a:pt x="1233915" y="0"/>
                </a:moveTo>
                <a:lnTo>
                  <a:pt x="0" y="308368"/>
                </a:lnTo>
                <a:lnTo>
                  <a:pt x="0" y="336281"/>
                </a:lnTo>
                <a:lnTo>
                  <a:pt x="1233915" y="66459"/>
                </a:lnTo>
                <a:close/>
              </a:path>
            </a:pathLst>
          </a:custGeom>
          <a:solidFill>
            <a:srgbClr val="D9CE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41"/>
          <p:cNvSpPr/>
          <p:nvPr/>
        </p:nvSpPr>
        <p:spPr>
          <a:xfrm>
            <a:off x="24263280" y="2995840"/>
            <a:ext cx="1233915" cy="330521"/>
          </a:xfrm>
          <a:custGeom>
            <a:avLst/>
            <a:gdLst/>
            <a:ahLst/>
            <a:cxnLst/>
            <a:rect l="0" t="0" r="r" b="b"/>
            <a:pathLst>
              <a:path w="1233915" h="330521">
                <a:moveTo>
                  <a:pt x="1233915" y="0"/>
                </a:moveTo>
                <a:lnTo>
                  <a:pt x="0" y="321217"/>
                </a:lnTo>
                <a:lnTo>
                  <a:pt x="0" y="330521"/>
                </a:lnTo>
                <a:lnTo>
                  <a:pt x="1233915" y="22153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42"/>
          <p:cNvSpPr/>
          <p:nvPr/>
        </p:nvSpPr>
        <p:spPr>
          <a:xfrm>
            <a:off x="21243844" y="3416745"/>
            <a:ext cx="1233915" cy="105005"/>
          </a:xfrm>
          <a:custGeom>
            <a:avLst/>
            <a:gdLst/>
            <a:ahLst/>
            <a:cxnLst/>
            <a:rect l="0" t="0" r="r" b="b"/>
            <a:pathLst>
              <a:path w="1233915" h="105005">
                <a:moveTo>
                  <a:pt x="0" y="0"/>
                </a:moveTo>
                <a:lnTo>
                  <a:pt x="1233915" y="77092"/>
                </a:lnTo>
                <a:lnTo>
                  <a:pt x="1233915" y="105005"/>
                </a:lnTo>
                <a:lnTo>
                  <a:pt x="0" y="66459"/>
                </a:lnTo>
                <a:close/>
              </a:path>
            </a:pathLst>
          </a:custGeom>
          <a:solidFill>
            <a:srgbClr val="DDD2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43"/>
          <p:cNvSpPr/>
          <p:nvPr/>
        </p:nvSpPr>
        <p:spPr>
          <a:xfrm>
            <a:off x="21243844" y="3394592"/>
            <a:ext cx="1233915" cy="99245"/>
          </a:xfrm>
          <a:custGeom>
            <a:avLst/>
            <a:gdLst/>
            <a:ahLst/>
            <a:cxnLst/>
            <a:rect l="0" t="0" r="r" b="b"/>
            <a:pathLst>
              <a:path w="1233915" h="99245">
                <a:moveTo>
                  <a:pt x="0" y="0"/>
                </a:moveTo>
                <a:lnTo>
                  <a:pt x="1233915" y="89941"/>
                </a:lnTo>
                <a:lnTo>
                  <a:pt x="1233915" y="99245"/>
                </a:lnTo>
                <a:lnTo>
                  <a:pt x="0" y="22153"/>
                </a:lnTo>
                <a:close/>
              </a:path>
            </a:pathLst>
          </a:custGeom>
          <a:solidFill>
            <a:srgbClr val="FCF8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44"/>
          <p:cNvSpPr/>
          <p:nvPr/>
        </p:nvSpPr>
        <p:spPr>
          <a:xfrm>
            <a:off x="24263280" y="3416745"/>
            <a:ext cx="1233915" cy="105005"/>
          </a:xfrm>
          <a:custGeom>
            <a:avLst/>
            <a:gdLst/>
            <a:ahLst/>
            <a:cxnLst/>
            <a:rect l="0" t="0" r="r" b="b"/>
            <a:pathLst>
              <a:path w="1233915" h="105005">
                <a:moveTo>
                  <a:pt x="1233915" y="0"/>
                </a:moveTo>
                <a:lnTo>
                  <a:pt x="0" y="77092"/>
                </a:lnTo>
                <a:lnTo>
                  <a:pt x="0" y="105005"/>
                </a:lnTo>
                <a:lnTo>
                  <a:pt x="1233915" y="66459"/>
                </a:lnTo>
                <a:close/>
              </a:path>
            </a:pathLst>
          </a:custGeom>
          <a:solidFill>
            <a:srgbClr val="D9CEB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45"/>
          <p:cNvSpPr/>
          <p:nvPr/>
        </p:nvSpPr>
        <p:spPr>
          <a:xfrm>
            <a:off x="24263280" y="3394592"/>
            <a:ext cx="1233915" cy="99245"/>
          </a:xfrm>
          <a:custGeom>
            <a:avLst/>
            <a:gdLst/>
            <a:ahLst/>
            <a:cxnLst/>
            <a:rect l="0" t="0" r="r" b="b"/>
            <a:pathLst>
              <a:path w="1233915" h="99245">
                <a:moveTo>
                  <a:pt x="1233915" y="0"/>
                </a:moveTo>
                <a:lnTo>
                  <a:pt x="0" y="89941"/>
                </a:lnTo>
                <a:lnTo>
                  <a:pt x="0" y="99245"/>
                </a:lnTo>
                <a:lnTo>
                  <a:pt x="1233915" y="22153"/>
                </a:lnTo>
                <a:close/>
              </a:path>
            </a:pathLst>
          </a:custGeom>
          <a:solidFill>
            <a:srgbClr val="FBF6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46"/>
          <p:cNvSpPr/>
          <p:nvPr/>
        </p:nvSpPr>
        <p:spPr>
          <a:xfrm>
            <a:off x="21243844" y="3833219"/>
            <a:ext cx="4253351" cy="389890"/>
          </a:xfrm>
          <a:custGeom>
            <a:avLst/>
            <a:gdLst/>
            <a:ahLst/>
            <a:cxnLst/>
            <a:rect l="0" t="0" r="r" b="b"/>
            <a:pathLst>
              <a:path w="4253351" h="389890">
                <a:moveTo>
                  <a:pt x="0" y="389890"/>
                </a:moveTo>
                <a:lnTo>
                  <a:pt x="4253351" y="389890"/>
                </a:lnTo>
                <a:lnTo>
                  <a:pt x="3019436" y="0"/>
                </a:lnTo>
                <a:lnTo>
                  <a:pt x="1233915" y="0"/>
                </a:lnTo>
                <a:close/>
              </a:path>
            </a:pathLst>
          </a:custGeom>
          <a:solidFill>
            <a:srgbClr val="EDE6D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47"/>
          <p:cNvSpPr/>
          <p:nvPr/>
        </p:nvSpPr>
        <p:spPr>
          <a:xfrm>
            <a:off x="22477758" y="3824358"/>
            <a:ext cx="1785521" cy="8861"/>
          </a:xfrm>
          <a:custGeom>
            <a:avLst/>
            <a:gdLst/>
            <a:ahLst/>
            <a:cxnLst/>
            <a:rect l="0" t="0" r="r" b="b"/>
            <a:pathLst>
              <a:path w="1785521" h="8861">
                <a:moveTo>
                  <a:pt x="0" y="0"/>
                </a:moveTo>
                <a:lnTo>
                  <a:pt x="1785521" y="0"/>
                </a:lnTo>
                <a:lnTo>
                  <a:pt x="1785521" y="8861"/>
                </a:lnTo>
                <a:lnTo>
                  <a:pt x="0" y="8861"/>
                </a:lnTo>
                <a:close/>
              </a:path>
            </a:pathLst>
          </a:custGeom>
          <a:solidFill>
            <a:srgbClr val="DCD1B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48"/>
          <p:cNvSpPr/>
          <p:nvPr/>
        </p:nvSpPr>
        <p:spPr>
          <a:xfrm>
            <a:off x="21243844" y="4329443"/>
            <a:ext cx="4253351" cy="416474"/>
          </a:xfrm>
          <a:custGeom>
            <a:avLst/>
            <a:gdLst/>
            <a:ahLst/>
            <a:cxnLst/>
            <a:rect l="0" t="0" r="r" b="b"/>
            <a:pathLst>
              <a:path w="4253351" h="416474">
                <a:moveTo>
                  <a:pt x="0" y="0"/>
                </a:moveTo>
                <a:lnTo>
                  <a:pt x="4253351" y="0"/>
                </a:lnTo>
                <a:lnTo>
                  <a:pt x="4253351" y="416474"/>
                </a:lnTo>
                <a:lnTo>
                  <a:pt x="0" y="416474"/>
                </a:lnTo>
                <a:close/>
              </a:path>
            </a:pathLst>
          </a:custGeom>
          <a:solidFill>
            <a:srgbClr val="E9E0C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Kształt 49"/>
          <p:cNvSpPr/>
          <p:nvPr/>
        </p:nvSpPr>
        <p:spPr>
          <a:xfrm>
            <a:off x="21243844" y="4329443"/>
            <a:ext cx="4253351" cy="26583"/>
          </a:xfrm>
          <a:custGeom>
            <a:avLst/>
            <a:gdLst/>
            <a:ahLst/>
            <a:cxnLst/>
            <a:rect l="0" t="0" r="r" b="b"/>
            <a:pathLst>
              <a:path w="4253351" h="26583">
                <a:moveTo>
                  <a:pt x="0" y="0"/>
                </a:moveTo>
                <a:lnTo>
                  <a:pt x="4253351" y="0"/>
                </a:lnTo>
                <a:lnTo>
                  <a:pt x="4253351" y="26583"/>
                </a:lnTo>
                <a:lnTo>
                  <a:pt x="0" y="26583"/>
                </a:lnTo>
                <a:close/>
              </a:path>
            </a:pathLst>
          </a:custGeom>
          <a:solidFill>
            <a:srgbClr val="CFC2A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Kształt 50"/>
          <p:cNvSpPr/>
          <p:nvPr/>
        </p:nvSpPr>
        <p:spPr>
          <a:xfrm>
            <a:off x="23016073" y="4462360"/>
            <a:ext cx="708892" cy="62028"/>
          </a:xfrm>
          <a:custGeom>
            <a:avLst/>
            <a:gdLst/>
            <a:ahLst/>
            <a:cxnLst/>
            <a:rect l="0" t="0" r="r" b="b"/>
            <a:pathLst>
              <a:path w="708892" h="62028">
                <a:moveTo>
                  <a:pt x="0" y="0"/>
                </a:moveTo>
                <a:lnTo>
                  <a:pt x="708892" y="0"/>
                </a:lnTo>
                <a:lnTo>
                  <a:pt x="664586" y="62028"/>
                </a:lnTo>
                <a:lnTo>
                  <a:pt x="44306" y="62028"/>
                </a:lnTo>
                <a:close/>
              </a:path>
            </a:pathLst>
          </a:custGeom>
          <a:solidFill>
            <a:srgbClr val="D3C6A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Kształt 51"/>
          <p:cNvSpPr/>
          <p:nvPr/>
        </p:nvSpPr>
        <p:spPr>
          <a:xfrm>
            <a:off x="21243844" y="4223109"/>
            <a:ext cx="4253351" cy="106334"/>
          </a:xfrm>
          <a:custGeom>
            <a:avLst/>
            <a:gdLst/>
            <a:ahLst/>
            <a:cxnLst/>
            <a:rect l="0" t="0" r="r" b="b"/>
            <a:pathLst>
              <a:path w="4253351" h="106334">
                <a:moveTo>
                  <a:pt x="0" y="0"/>
                </a:moveTo>
                <a:lnTo>
                  <a:pt x="4253351" y="0"/>
                </a:lnTo>
                <a:lnTo>
                  <a:pt x="4253351" y="106334"/>
                </a:lnTo>
                <a:lnTo>
                  <a:pt x="0" y="106334"/>
                </a:lnTo>
                <a:close/>
              </a:path>
            </a:pathLst>
          </a:custGeom>
          <a:solidFill>
            <a:srgbClr val="D9CC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Kształt 52"/>
          <p:cNvSpPr/>
          <p:nvPr/>
        </p:nvSpPr>
        <p:spPr>
          <a:xfrm>
            <a:off x="21243844" y="4223109"/>
            <a:ext cx="4253351" cy="17722"/>
          </a:xfrm>
          <a:custGeom>
            <a:avLst/>
            <a:gdLst/>
            <a:ahLst/>
            <a:cxnLst/>
            <a:rect l="0" t="0" r="r" b="b"/>
            <a:pathLst>
              <a:path w="4253351" h="17722">
                <a:moveTo>
                  <a:pt x="0" y="0"/>
                </a:moveTo>
                <a:lnTo>
                  <a:pt x="4253351" y="0"/>
                </a:lnTo>
                <a:lnTo>
                  <a:pt x="4253351" y="17722"/>
                </a:lnTo>
                <a:lnTo>
                  <a:pt x="0" y="17722"/>
                </a:lnTo>
                <a:close/>
              </a:path>
            </a:pathLst>
          </a:custGeom>
          <a:solidFill>
            <a:srgbClr val="E8DEC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ształt 53"/>
          <p:cNvSpPr/>
          <p:nvPr/>
        </p:nvSpPr>
        <p:spPr>
          <a:xfrm>
            <a:off x="22996135" y="4192095"/>
            <a:ext cx="775350" cy="53167"/>
          </a:xfrm>
          <a:custGeom>
            <a:avLst/>
            <a:gdLst/>
            <a:ahLst/>
            <a:cxnLst/>
            <a:rect l="0" t="0" r="r" b="b"/>
            <a:pathLst>
              <a:path w="775350" h="53167">
                <a:moveTo>
                  <a:pt x="775350" y="26583"/>
                </a:moveTo>
                <a:lnTo>
                  <a:pt x="769369" y="31236"/>
                </a:lnTo>
                <a:lnTo>
                  <a:pt x="751868" y="35666"/>
                </a:lnTo>
                <a:lnTo>
                  <a:pt x="723513" y="39875"/>
                </a:lnTo>
                <a:lnTo>
                  <a:pt x="684745" y="43641"/>
                </a:lnTo>
                <a:lnTo>
                  <a:pt x="636895" y="46964"/>
                </a:lnTo>
                <a:lnTo>
                  <a:pt x="581513" y="49622"/>
                </a:lnTo>
                <a:lnTo>
                  <a:pt x="520371" y="51616"/>
                </a:lnTo>
                <a:lnTo>
                  <a:pt x="455020" y="52724"/>
                </a:lnTo>
                <a:lnTo>
                  <a:pt x="387675" y="53167"/>
                </a:lnTo>
                <a:lnTo>
                  <a:pt x="320330" y="52724"/>
                </a:lnTo>
                <a:lnTo>
                  <a:pt x="254980" y="51616"/>
                </a:lnTo>
                <a:lnTo>
                  <a:pt x="193838" y="49622"/>
                </a:lnTo>
                <a:lnTo>
                  <a:pt x="138455" y="46964"/>
                </a:lnTo>
                <a:lnTo>
                  <a:pt x="90605" y="43641"/>
                </a:lnTo>
                <a:lnTo>
                  <a:pt x="51838" y="39875"/>
                </a:lnTo>
                <a:lnTo>
                  <a:pt x="23482" y="35666"/>
                </a:lnTo>
                <a:lnTo>
                  <a:pt x="5981" y="31236"/>
                </a:lnTo>
                <a:lnTo>
                  <a:pt x="0" y="26583"/>
                </a:lnTo>
                <a:lnTo>
                  <a:pt x="5981" y="21931"/>
                </a:lnTo>
                <a:lnTo>
                  <a:pt x="23482" y="17501"/>
                </a:lnTo>
                <a:lnTo>
                  <a:pt x="51838" y="13292"/>
                </a:lnTo>
                <a:lnTo>
                  <a:pt x="90605" y="9526"/>
                </a:lnTo>
                <a:lnTo>
                  <a:pt x="138455" y="6203"/>
                </a:lnTo>
                <a:lnTo>
                  <a:pt x="193838" y="3544"/>
                </a:lnTo>
                <a:lnTo>
                  <a:pt x="254980" y="1551"/>
                </a:lnTo>
                <a:lnTo>
                  <a:pt x="320330" y="443"/>
                </a:lnTo>
                <a:lnTo>
                  <a:pt x="387675" y="0"/>
                </a:lnTo>
                <a:lnTo>
                  <a:pt x="455020" y="443"/>
                </a:lnTo>
                <a:lnTo>
                  <a:pt x="520371" y="1551"/>
                </a:lnTo>
                <a:lnTo>
                  <a:pt x="581513" y="3544"/>
                </a:lnTo>
                <a:lnTo>
                  <a:pt x="636895" y="6203"/>
                </a:lnTo>
                <a:lnTo>
                  <a:pt x="684745" y="9526"/>
                </a:lnTo>
                <a:lnTo>
                  <a:pt x="723513" y="13292"/>
                </a:lnTo>
                <a:lnTo>
                  <a:pt x="751868" y="17501"/>
                </a:lnTo>
                <a:lnTo>
                  <a:pt x="769369" y="21931"/>
                </a:lnTo>
                <a:close/>
              </a:path>
            </a:pathLst>
          </a:custGeom>
          <a:solidFill>
            <a:srgbClr val="D4C8A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Kształt 54"/>
          <p:cNvSpPr/>
          <p:nvPr/>
        </p:nvSpPr>
        <p:spPr>
          <a:xfrm>
            <a:off x="23397102" y="3917400"/>
            <a:ext cx="345585" cy="104562"/>
          </a:xfrm>
          <a:custGeom>
            <a:avLst/>
            <a:gdLst/>
            <a:ahLst/>
            <a:cxnLst/>
            <a:rect l="0" t="0" r="r" b="b"/>
            <a:pathLst>
              <a:path w="345585" h="104562">
                <a:moveTo>
                  <a:pt x="0" y="0"/>
                </a:moveTo>
                <a:lnTo>
                  <a:pt x="345585" y="0"/>
                </a:lnTo>
                <a:lnTo>
                  <a:pt x="324761" y="104562"/>
                </a:lnTo>
                <a:close/>
              </a:path>
            </a:pathLst>
          </a:custGeom>
          <a:solidFill>
            <a:srgbClr val="D29E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Kształt 55"/>
          <p:cNvSpPr/>
          <p:nvPr/>
        </p:nvSpPr>
        <p:spPr>
          <a:xfrm>
            <a:off x="23397102" y="3917400"/>
            <a:ext cx="324761" cy="196496"/>
          </a:xfrm>
          <a:custGeom>
            <a:avLst/>
            <a:gdLst/>
            <a:ahLst/>
            <a:cxnLst/>
            <a:rect l="0" t="0" r="r" b="b"/>
            <a:pathLst>
              <a:path w="324761" h="196496">
                <a:moveTo>
                  <a:pt x="0" y="0"/>
                </a:moveTo>
                <a:lnTo>
                  <a:pt x="324761" y="104562"/>
                </a:lnTo>
                <a:lnTo>
                  <a:pt x="264727" y="196496"/>
                </a:lnTo>
                <a:close/>
              </a:path>
            </a:pathLst>
          </a:custGeom>
          <a:solidFill>
            <a:srgbClr val="D09B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Kształt 56"/>
          <p:cNvSpPr/>
          <p:nvPr/>
        </p:nvSpPr>
        <p:spPr>
          <a:xfrm>
            <a:off x="23397102" y="3917400"/>
            <a:ext cx="264727" cy="264727"/>
          </a:xfrm>
          <a:custGeom>
            <a:avLst/>
            <a:gdLst/>
            <a:ahLst/>
            <a:cxnLst/>
            <a:rect l="0" t="0" r="r" b="b"/>
            <a:pathLst>
              <a:path w="264727" h="264727">
                <a:moveTo>
                  <a:pt x="0" y="0"/>
                </a:moveTo>
                <a:lnTo>
                  <a:pt x="264727" y="196496"/>
                </a:lnTo>
                <a:lnTo>
                  <a:pt x="172792" y="264727"/>
                </a:lnTo>
                <a:close/>
              </a:path>
            </a:pathLst>
          </a:custGeom>
          <a:solidFill>
            <a:srgbClr val="CF9A1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Kształt 57"/>
          <p:cNvSpPr/>
          <p:nvPr/>
        </p:nvSpPr>
        <p:spPr>
          <a:xfrm>
            <a:off x="23397102" y="3917400"/>
            <a:ext cx="172792" cy="301057"/>
          </a:xfrm>
          <a:custGeom>
            <a:avLst/>
            <a:gdLst/>
            <a:ahLst/>
            <a:cxnLst/>
            <a:rect l="0" t="0" r="r" b="b"/>
            <a:pathLst>
              <a:path w="172792" h="301057">
                <a:moveTo>
                  <a:pt x="0" y="0"/>
                </a:moveTo>
                <a:lnTo>
                  <a:pt x="172792" y="264727"/>
                </a:lnTo>
                <a:lnTo>
                  <a:pt x="60034" y="301057"/>
                </a:lnTo>
                <a:close/>
              </a:path>
            </a:pathLst>
          </a:custGeom>
          <a:solidFill>
            <a:srgbClr val="D19C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Kształt 58"/>
          <p:cNvSpPr/>
          <p:nvPr/>
        </p:nvSpPr>
        <p:spPr>
          <a:xfrm>
            <a:off x="23337068" y="3917400"/>
            <a:ext cx="120069" cy="301057"/>
          </a:xfrm>
          <a:custGeom>
            <a:avLst/>
            <a:gdLst/>
            <a:ahLst/>
            <a:cxnLst/>
            <a:rect l="0" t="0" r="r" b="b"/>
            <a:pathLst>
              <a:path w="120069" h="301057">
                <a:moveTo>
                  <a:pt x="60034" y="0"/>
                </a:moveTo>
                <a:lnTo>
                  <a:pt x="120069" y="301057"/>
                </a:lnTo>
                <a:lnTo>
                  <a:pt x="0" y="301057"/>
                </a:lnTo>
                <a:close/>
              </a:path>
            </a:pathLst>
          </a:custGeom>
          <a:solidFill>
            <a:srgbClr val="D4A0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Kształt 59"/>
          <p:cNvSpPr/>
          <p:nvPr/>
        </p:nvSpPr>
        <p:spPr>
          <a:xfrm>
            <a:off x="23224310" y="3917400"/>
            <a:ext cx="172792" cy="301057"/>
          </a:xfrm>
          <a:custGeom>
            <a:avLst/>
            <a:gdLst/>
            <a:ahLst/>
            <a:cxnLst/>
            <a:rect l="0" t="0" r="r" b="b"/>
            <a:pathLst>
              <a:path w="172792" h="301057">
                <a:moveTo>
                  <a:pt x="172792" y="0"/>
                </a:moveTo>
                <a:lnTo>
                  <a:pt x="112758" y="301057"/>
                </a:lnTo>
                <a:lnTo>
                  <a:pt x="0" y="264727"/>
                </a:lnTo>
                <a:close/>
              </a:path>
            </a:pathLst>
          </a:custGeom>
          <a:solidFill>
            <a:srgbClr val="D9A6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Kształt 60"/>
          <p:cNvSpPr/>
          <p:nvPr/>
        </p:nvSpPr>
        <p:spPr>
          <a:xfrm>
            <a:off x="23132376" y="3917400"/>
            <a:ext cx="264727" cy="264727"/>
          </a:xfrm>
          <a:custGeom>
            <a:avLst/>
            <a:gdLst/>
            <a:ahLst/>
            <a:cxnLst/>
            <a:rect l="0" t="0" r="r" b="b"/>
            <a:pathLst>
              <a:path w="264727" h="264727">
                <a:moveTo>
                  <a:pt x="264727" y="0"/>
                </a:moveTo>
                <a:lnTo>
                  <a:pt x="91934" y="264727"/>
                </a:lnTo>
                <a:lnTo>
                  <a:pt x="0" y="196496"/>
                </a:lnTo>
                <a:close/>
              </a:path>
            </a:pathLst>
          </a:custGeom>
          <a:solidFill>
            <a:srgbClr val="DEAC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61"/>
          <p:cNvSpPr/>
          <p:nvPr/>
        </p:nvSpPr>
        <p:spPr>
          <a:xfrm>
            <a:off x="23072341" y="3917400"/>
            <a:ext cx="324761" cy="196496"/>
          </a:xfrm>
          <a:custGeom>
            <a:avLst/>
            <a:gdLst/>
            <a:ahLst/>
            <a:cxnLst/>
            <a:rect l="0" t="0" r="r" b="b"/>
            <a:pathLst>
              <a:path w="324761" h="196496">
                <a:moveTo>
                  <a:pt x="324761" y="0"/>
                </a:moveTo>
                <a:lnTo>
                  <a:pt x="60034" y="196496"/>
                </a:lnTo>
                <a:lnTo>
                  <a:pt x="0" y="104562"/>
                </a:lnTo>
                <a:close/>
              </a:path>
            </a:pathLst>
          </a:custGeom>
          <a:solidFill>
            <a:srgbClr val="E4B32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62"/>
          <p:cNvSpPr/>
          <p:nvPr/>
        </p:nvSpPr>
        <p:spPr>
          <a:xfrm>
            <a:off x="23051518" y="3917400"/>
            <a:ext cx="345585" cy="104562"/>
          </a:xfrm>
          <a:custGeom>
            <a:avLst/>
            <a:gdLst/>
            <a:ahLst/>
            <a:cxnLst/>
            <a:rect l="0" t="0" r="r" b="b"/>
            <a:pathLst>
              <a:path w="345585" h="104562">
                <a:moveTo>
                  <a:pt x="345585" y="0"/>
                </a:moveTo>
                <a:lnTo>
                  <a:pt x="20824" y="104562"/>
                </a:lnTo>
                <a:lnTo>
                  <a:pt x="0" y="0"/>
                </a:lnTo>
                <a:close/>
              </a:path>
            </a:pathLst>
          </a:custGeom>
          <a:solidFill>
            <a:srgbClr val="E9B9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63"/>
          <p:cNvSpPr/>
          <p:nvPr/>
        </p:nvSpPr>
        <p:spPr>
          <a:xfrm>
            <a:off x="23051518" y="3812838"/>
            <a:ext cx="345585" cy="104562"/>
          </a:xfrm>
          <a:custGeom>
            <a:avLst/>
            <a:gdLst/>
            <a:ahLst/>
            <a:cxnLst/>
            <a:rect l="0" t="0" r="r" b="b"/>
            <a:pathLst>
              <a:path w="345585" h="104562">
                <a:moveTo>
                  <a:pt x="345585" y="104562"/>
                </a:moveTo>
                <a:lnTo>
                  <a:pt x="0" y="104562"/>
                </a:lnTo>
                <a:lnTo>
                  <a:pt x="20824" y="0"/>
                </a:lnTo>
                <a:close/>
              </a:path>
            </a:pathLst>
          </a:custGeom>
          <a:solidFill>
            <a:srgbClr val="EDBE3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64"/>
          <p:cNvSpPr/>
          <p:nvPr/>
        </p:nvSpPr>
        <p:spPr>
          <a:xfrm>
            <a:off x="23072341" y="3720904"/>
            <a:ext cx="324761" cy="196496"/>
          </a:xfrm>
          <a:custGeom>
            <a:avLst/>
            <a:gdLst/>
            <a:ahLst/>
            <a:cxnLst/>
            <a:rect l="0" t="0" r="r" b="b"/>
            <a:pathLst>
              <a:path w="324761" h="196496">
                <a:moveTo>
                  <a:pt x="324761" y="196496"/>
                </a:moveTo>
                <a:lnTo>
                  <a:pt x="0" y="91934"/>
                </a:lnTo>
                <a:lnTo>
                  <a:pt x="60034" y="0"/>
                </a:lnTo>
                <a:close/>
              </a:path>
            </a:pathLst>
          </a:custGeom>
          <a:solidFill>
            <a:srgbClr val="EFC13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Kształt 65"/>
          <p:cNvSpPr/>
          <p:nvPr/>
        </p:nvSpPr>
        <p:spPr>
          <a:xfrm>
            <a:off x="23132376" y="3652673"/>
            <a:ext cx="264727" cy="264727"/>
          </a:xfrm>
          <a:custGeom>
            <a:avLst/>
            <a:gdLst/>
            <a:ahLst/>
            <a:cxnLst/>
            <a:rect l="0" t="0" r="r" b="b"/>
            <a:pathLst>
              <a:path w="264727" h="264727">
                <a:moveTo>
                  <a:pt x="264727" y="264727"/>
                </a:moveTo>
                <a:lnTo>
                  <a:pt x="0" y="68231"/>
                </a:lnTo>
                <a:lnTo>
                  <a:pt x="91934" y="0"/>
                </a:lnTo>
                <a:close/>
              </a:path>
            </a:pathLst>
          </a:custGeom>
          <a:solidFill>
            <a:srgbClr val="F0C23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Kształt 66"/>
          <p:cNvSpPr/>
          <p:nvPr/>
        </p:nvSpPr>
        <p:spPr>
          <a:xfrm>
            <a:off x="23224310" y="3616342"/>
            <a:ext cx="172792" cy="301057"/>
          </a:xfrm>
          <a:custGeom>
            <a:avLst/>
            <a:gdLst/>
            <a:ahLst/>
            <a:cxnLst/>
            <a:rect l="0" t="0" r="r" b="b"/>
            <a:pathLst>
              <a:path w="172792" h="301057">
                <a:moveTo>
                  <a:pt x="172792" y="301057"/>
                </a:moveTo>
                <a:lnTo>
                  <a:pt x="0" y="36331"/>
                </a:lnTo>
                <a:lnTo>
                  <a:pt x="112758" y="0"/>
                </a:lnTo>
                <a:close/>
              </a:path>
            </a:pathLst>
          </a:custGeom>
          <a:solidFill>
            <a:srgbClr val="EEC0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Kształt 67"/>
          <p:cNvSpPr/>
          <p:nvPr/>
        </p:nvSpPr>
        <p:spPr>
          <a:xfrm>
            <a:off x="23337068" y="3616342"/>
            <a:ext cx="120069" cy="301057"/>
          </a:xfrm>
          <a:custGeom>
            <a:avLst/>
            <a:gdLst/>
            <a:ahLst/>
            <a:cxnLst/>
            <a:rect l="0" t="0" r="r" b="b"/>
            <a:pathLst>
              <a:path w="120069" h="301057">
                <a:moveTo>
                  <a:pt x="60034" y="301057"/>
                </a:moveTo>
                <a:lnTo>
                  <a:pt x="0" y="0"/>
                </a:lnTo>
                <a:lnTo>
                  <a:pt x="120069" y="0"/>
                </a:lnTo>
                <a:close/>
              </a:path>
            </a:pathLst>
          </a:custGeom>
          <a:solidFill>
            <a:srgbClr val="EBBC3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68"/>
          <p:cNvSpPr/>
          <p:nvPr/>
        </p:nvSpPr>
        <p:spPr>
          <a:xfrm>
            <a:off x="23397102" y="3616342"/>
            <a:ext cx="172792" cy="301057"/>
          </a:xfrm>
          <a:custGeom>
            <a:avLst/>
            <a:gdLst/>
            <a:ahLst/>
            <a:cxnLst/>
            <a:rect l="0" t="0" r="r" b="b"/>
            <a:pathLst>
              <a:path w="172792" h="301057">
                <a:moveTo>
                  <a:pt x="0" y="301057"/>
                </a:moveTo>
                <a:lnTo>
                  <a:pt x="60034" y="0"/>
                </a:lnTo>
                <a:lnTo>
                  <a:pt x="172792" y="36331"/>
                </a:lnTo>
                <a:close/>
              </a:path>
            </a:pathLst>
          </a:custGeom>
          <a:solidFill>
            <a:srgbClr val="E6B6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69"/>
          <p:cNvSpPr/>
          <p:nvPr/>
        </p:nvSpPr>
        <p:spPr>
          <a:xfrm>
            <a:off x="23397102" y="3652673"/>
            <a:ext cx="264727" cy="264727"/>
          </a:xfrm>
          <a:custGeom>
            <a:avLst/>
            <a:gdLst/>
            <a:ahLst/>
            <a:cxnLst/>
            <a:rect l="0" t="0" r="r" b="b"/>
            <a:pathLst>
              <a:path w="264727" h="264727">
                <a:moveTo>
                  <a:pt x="0" y="264727"/>
                </a:moveTo>
                <a:lnTo>
                  <a:pt x="172792" y="0"/>
                </a:lnTo>
                <a:lnTo>
                  <a:pt x="264727" y="68231"/>
                </a:lnTo>
                <a:close/>
              </a:path>
            </a:pathLst>
          </a:custGeom>
          <a:solidFill>
            <a:srgbClr val="E1B0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70"/>
          <p:cNvSpPr/>
          <p:nvPr/>
        </p:nvSpPr>
        <p:spPr>
          <a:xfrm>
            <a:off x="23397102" y="3720904"/>
            <a:ext cx="324761" cy="196496"/>
          </a:xfrm>
          <a:custGeom>
            <a:avLst/>
            <a:gdLst/>
            <a:ahLst/>
            <a:cxnLst/>
            <a:rect l="0" t="0" r="r" b="b"/>
            <a:pathLst>
              <a:path w="324761" h="196496">
                <a:moveTo>
                  <a:pt x="0" y="196496"/>
                </a:moveTo>
                <a:lnTo>
                  <a:pt x="264727" y="0"/>
                </a:lnTo>
                <a:lnTo>
                  <a:pt x="324761" y="91934"/>
                </a:lnTo>
                <a:close/>
              </a:path>
            </a:pathLst>
          </a:custGeom>
          <a:solidFill>
            <a:srgbClr val="DBA9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71"/>
          <p:cNvSpPr/>
          <p:nvPr/>
        </p:nvSpPr>
        <p:spPr>
          <a:xfrm>
            <a:off x="23397102" y="3812838"/>
            <a:ext cx="345585" cy="104562"/>
          </a:xfrm>
          <a:custGeom>
            <a:avLst/>
            <a:gdLst/>
            <a:ahLst/>
            <a:cxnLst/>
            <a:rect l="0" t="0" r="r" b="b"/>
            <a:pathLst>
              <a:path w="345585" h="104562">
                <a:moveTo>
                  <a:pt x="0" y="104562"/>
                </a:moveTo>
                <a:lnTo>
                  <a:pt x="324761" y="0"/>
                </a:lnTo>
                <a:lnTo>
                  <a:pt x="345585" y="104562"/>
                </a:lnTo>
                <a:close/>
              </a:path>
            </a:pathLst>
          </a:custGeom>
          <a:solidFill>
            <a:srgbClr val="D6A3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72"/>
          <p:cNvSpPr/>
          <p:nvPr/>
        </p:nvSpPr>
        <p:spPr>
          <a:xfrm>
            <a:off x="22998351" y="3585107"/>
            <a:ext cx="638003" cy="638003"/>
          </a:xfrm>
          <a:custGeom>
            <a:avLst/>
            <a:gdLst/>
            <a:ahLst/>
            <a:cxnLst/>
            <a:rect l="0" t="0" r="r" b="b"/>
            <a:pathLst>
              <a:path w="638003" h="638003">
                <a:moveTo>
                  <a:pt x="638003" y="319001"/>
                </a:moveTo>
                <a:lnTo>
                  <a:pt x="633129" y="374383"/>
                </a:lnTo>
                <a:lnTo>
                  <a:pt x="618730" y="428215"/>
                </a:lnTo>
                <a:lnTo>
                  <a:pt x="595248" y="478502"/>
                </a:lnTo>
                <a:lnTo>
                  <a:pt x="563347" y="524137"/>
                </a:lnTo>
                <a:lnTo>
                  <a:pt x="524137" y="563347"/>
                </a:lnTo>
                <a:lnTo>
                  <a:pt x="478502" y="595248"/>
                </a:lnTo>
                <a:lnTo>
                  <a:pt x="428215" y="618730"/>
                </a:lnTo>
                <a:lnTo>
                  <a:pt x="374383" y="633129"/>
                </a:lnTo>
                <a:lnTo>
                  <a:pt x="319001" y="638003"/>
                </a:lnTo>
                <a:lnTo>
                  <a:pt x="263619" y="633129"/>
                </a:lnTo>
                <a:lnTo>
                  <a:pt x="209788" y="618730"/>
                </a:lnTo>
                <a:lnTo>
                  <a:pt x="159501" y="595248"/>
                </a:lnTo>
                <a:lnTo>
                  <a:pt x="113866" y="563347"/>
                </a:lnTo>
                <a:lnTo>
                  <a:pt x="74655" y="524137"/>
                </a:lnTo>
                <a:lnTo>
                  <a:pt x="42755" y="478502"/>
                </a:lnTo>
                <a:lnTo>
                  <a:pt x="19273" y="428215"/>
                </a:lnTo>
                <a:lnTo>
                  <a:pt x="4874" y="374383"/>
                </a:lnTo>
                <a:lnTo>
                  <a:pt x="0" y="319001"/>
                </a:lnTo>
                <a:lnTo>
                  <a:pt x="4874" y="263619"/>
                </a:lnTo>
                <a:lnTo>
                  <a:pt x="19273" y="209788"/>
                </a:lnTo>
                <a:lnTo>
                  <a:pt x="42755" y="159501"/>
                </a:lnTo>
                <a:lnTo>
                  <a:pt x="74655" y="113866"/>
                </a:lnTo>
                <a:lnTo>
                  <a:pt x="113866" y="74655"/>
                </a:lnTo>
                <a:lnTo>
                  <a:pt x="159501" y="42755"/>
                </a:lnTo>
                <a:lnTo>
                  <a:pt x="209788" y="19273"/>
                </a:lnTo>
                <a:lnTo>
                  <a:pt x="263619" y="4874"/>
                </a:lnTo>
                <a:lnTo>
                  <a:pt x="319001" y="0"/>
                </a:lnTo>
                <a:lnTo>
                  <a:pt x="374383" y="4874"/>
                </a:lnTo>
                <a:lnTo>
                  <a:pt x="428215" y="19273"/>
                </a:lnTo>
                <a:lnTo>
                  <a:pt x="478502" y="42755"/>
                </a:lnTo>
                <a:lnTo>
                  <a:pt x="524137" y="74655"/>
                </a:lnTo>
                <a:lnTo>
                  <a:pt x="563347" y="113866"/>
                </a:lnTo>
                <a:lnTo>
                  <a:pt x="595248" y="159501"/>
                </a:lnTo>
                <a:lnTo>
                  <a:pt x="618730" y="209788"/>
                </a:lnTo>
                <a:lnTo>
                  <a:pt x="633129" y="263619"/>
                </a:lnTo>
                <a:close/>
              </a:path>
            </a:pathLst>
          </a:custGeom>
          <a:solidFill>
            <a:srgbClr val="F4CB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73"/>
          <p:cNvSpPr/>
          <p:nvPr/>
        </p:nvSpPr>
        <p:spPr>
          <a:xfrm>
            <a:off x="23030251" y="3617007"/>
            <a:ext cx="574202" cy="574202"/>
          </a:xfrm>
          <a:custGeom>
            <a:avLst/>
            <a:gdLst/>
            <a:ahLst/>
            <a:cxnLst/>
            <a:rect l="0" t="0" r="r" b="b"/>
            <a:pathLst>
              <a:path w="574202" h="574202">
                <a:moveTo>
                  <a:pt x="574202" y="287101"/>
                </a:moveTo>
                <a:lnTo>
                  <a:pt x="569772" y="336945"/>
                </a:lnTo>
                <a:lnTo>
                  <a:pt x="556923" y="385238"/>
                </a:lnTo>
                <a:lnTo>
                  <a:pt x="535656" y="430652"/>
                </a:lnTo>
                <a:lnTo>
                  <a:pt x="507079" y="471635"/>
                </a:lnTo>
                <a:lnTo>
                  <a:pt x="471635" y="507079"/>
                </a:lnTo>
                <a:lnTo>
                  <a:pt x="430652" y="535656"/>
                </a:lnTo>
                <a:lnTo>
                  <a:pt x="385238" y="556923"/>
                </a:lnTo>
                <a:lnTo>
                  <a:pt x="336945" y="569772"/>
                </a:lnTo>
                <a:lnTo>
                  <a:pt x="287101" y="574202"/>
                </a:lnTo>
                <a:lnTo>
                  <a:pt x="237257" y="569772"/>
                </a:lnTo>
                <a:lnTo>
                  <a:pt x="188964" y="556923"/>
                </a:lnTo>
                <a:lnTo>
                  <a:pt x="143551" y="535656"/>
                </a:lnTo>
                <a:lnTo>
                  <a:pt x="102568" y="507079"/>
                </a:lnTo>
                <a:lnTo>
                  <a:pt x="67123" y="471635"/>
                </a:lnTo>
                <a:lnTo>
                  <a:pt x="38546" y="430652"/>
                </a:lnTo>
                <a:lnTo>
                  <a:pt x="17279" y="385238"/>
                </a:lnTo>
                <a:lnTo>
                  <a:pt x="4431" y="336945"/>
                </a:lnTo>
                <a:lnTo>
                  <a:pt x="0" y="287101"/>
                </a:lnTo>
                <a:lnTo>
                  <a:pt x="4431" y="237257"/>
                </a:lnTo>
                <a:lnTo>
                  <a:pt x="17279" y="188964"/>
                </a:lnTo>
                <a:lnTo>
                  <a:pt x="38546" y="143551"/>
                </a:lnTo>
                <a:lnTo>
                  <a:pt x="67123" y="102568"/>
                </a:lnTo>
                <a:lnTo>
                  <a:pt x="102568" y="67123"/>
                </a:lnTo>
                <a:lnTo>
                  <a:pt x="143551" y="38546"/>
                </a:lnTo>
                <a:lnTo>
                  <a:pt x="188964" y="17279"/>
                </a:lnTo>
                <a:lnTo>
                  <a:pt x="237257" y="4431"/>
                </a:lnTo>
                <a:lnTo>
                  <a:pt x="287101" y="0"/>
                </a:lnTo>
                <a:lnTo>
                  <a:pt x="336945" y="4431"/>
                </a:lnTo>
                <a:lnTo>
                  <a:pt x="385238" y="17279"/>
                </a:lnTo>
                <a:lnTo>
                  <a:pt x="430652" y="38546"/>
                </a:lnTo>
                <a:lnTo>
                  <a:pt x="471635" y="67123"/>
                </a:lnTo>
                <a:lnTo>
                  <a:pt x="507079" y="102568"/>
                </a:lnTo>
                <a:lnTo>
                  <a:pt x="535656" y="143551"/>
                </a:lnTo>
                <a:lnTo>
                  <a:pt x="556923" y="188964"/>
                </a:lnTo>
                <a:lnTo>
                  <a:pt x="569772" y="237257"/>
                </a:lnTo>
                <a:close/>
              </a:path>
            </a:pathLst>
          </a:custGeom>
          <a:solidFill>
            <a:srgbClr val="FBF1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Kształt 74"/>
          <p:cNvSpPr/>
          <p:nvPr/>
        </p:nvSpPr>
        <p:spPr>
          <a:xfrm>
            <a:off x="23345929" y="3918064"/>
            <a:ext cx="221086" cy="103454"/>
          </a:xfrm>
          <a:custGeom>
            <a:avLst/>
            <a:gdLst/>
            <a:ahLst/>
            <a:cxnLst/>
            <a:rect l="0" t="0" r="r" b="b"/>
            <a:pathLst>
              <a:path w="221086" h="103454">
                <a:moveTo>
                  <a:pt x="0" y="0"/>
                </a:moveTo>
                <a:lnTo>
                  <a:pt x="221086" y="39211"/>
                </a:lnTo>
                <a:lnTo>
                  <a:pt x="212224" y="103454"/>
                </a:lnTo>
                <a:close/>
              </a:path>
            </a:pathLst>
          </a:custGeom>
          <a:solidFill>
            <a:srgbClr val="F1CE4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Kształt 75"/>
          <p:cNvSpPr/>
          <p:nvPr/>
        </p:nvSpPr>
        <p:spPr>
          <a:xfrm>
            <a:off x="23345929" y="3918064"/>
            <a:ext cx="212224" cy="149975"/>
          </a:xfrm>
          <a:custGeom>
            <a:avLst/>
            <a:gdLst/>
            <a:ahLst/>
            <a:cxnLst/>
            <a:rect l="0" t="0" r="r" b="b"/>
            <a:pathLst>
              <a:path w="212224" h="149975">
                <a:moveTo>
                  <a:pt x="0" y="0"/>
                </a:moveTo>
                <a:lnTo>
                  <a:pt x="212224" y="103454"/>
                </a:lnTo>
                <a:lnTo>
                  <a:pt x="166811" y="149975"/>
                </a:lnTo>
                <a:close/>
              </a:path>
            </a:pathLst>
          </a:custGeom>
          <a:solidFill>
            <a:srgbClr val="F0CA3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76"/>
          <p:cNvSpPr/>
          <p:nvPr/>
        </p:nvSpPr>
        <p:spPr>
          <a:xfrm>
            <a:off x="23332416" y="3932242"/>
            <a:ext cx="155735" cy="208458"/>
          </a:xfrm>
          <a:custGeom>
            <a:avLst/>
            <a:gdLst/>
            <a:ahLst/>
            <a:cxnLst/>
            <a:rect l="0" t="0" r="r" b="b"/>
            <a:pathLst>
              <a:path w="155735" h="208458">
                <a:moveTo>
                  <a:pt x="0" y="0"/>
                </a:moveTo>
                <a:lnTo>
                  <a:pt x="155735" y="161494"/>
                </a:lnTo>
                <a:lnTo>
                  <a:pt x="110764" y="208458"/>
                </a:lnTo>
                <a:close/>
              </a:path>
            </a:pathLst>
          </a:custGeom>
          <a:solidFill>
            <a:srgbClr val="F1CD4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77"/>
          <p:cNvSpPr/>
          <p:nvPr/>
        </p:nvSpPr>
        <p:spPr>
          <a:xfrm>
            <a:off x="23332416" y="3932242"/>
            <a:ext cx="110764" cy="219535"/>
          </a:xfrm>
          <a:custGeom>
            <a:avLst/>
            <a:gdLst/>
            <a:ahLst/>
            <a:cxnLst/>
            <a:rect l="0" t="0" r="r" b="b"/>
            <a:pathLst>
              <a:path w="110764" h="219535">
                <a:moveTo>
                  <a:pt x="0" y="0"/>
                </a:moveTo>
                <a:lnTo>
                  <a:pt x="110764" y="208458"/>
                </a:lnTo>
                <a:lnTo>
                  <a:pt x="46743" y="219535"/>
                </a:lnTo>
                <a:close/>
              </a:path>
            </a:pathLst>
          </a:custGeom>
          <a:solidFill>
            <a:srgbClr val="F0CA3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78"/>
          <p:cNvSpPr/>
          <p:nvPr/>
        </p:nvSpPr>
        <p:spPr>
          <a:xfrm>
            <a:off x="23280135" y="3935787"/>
            <a:ext cx="63800" cy="233713"/>
          </a:xfrm>
          <a:custGeom>
            <a:avLst/>
            <a:gdLst/>
            <a:ahLst/>
            <a:cxnLst/>
            <a:rect l="0" t="0" r="r" b="b"/>
            <a:pathLst>
              <a:path w="63800" h="233713">
                <a:moveTo>
                  <a:pt x="32786" y="0"/>
                </a:moveTo>
                <a:lnTo>
                  <a:pt x="63800" y="222193"/>
                </a:lnTo>
                <a:lnTo>
                  <a:pt x="0" y="233713"/>
                </a:lnTo>
                <a:close/>
              </a:path>
            </a:pathLst>
          </a:custGeom>
          <a:solidFill>
            <a:srgbClr val="F3D25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79"/>
          <p:cNvSpPr/>
          <p:nvPr/>
        </p:nvSpPr>
        <p:spPr>
          <a:xfrm>
            <a:off x="23221652" y="3935787"/>
            <a:ext cx="91270" cy="233713"/>
          </a:xfrm>
          <a:custGeom>
            <a:avLst/>
            <a:gdLst/>
            <a:ahLst/>
            <a:cxnLst/>
            <a:rect l="0" t="0" r="r" b="b"/>
            <a:pathLst>
              <a:path w="91270" h="233713">
                <a:moveTo>
                  <a:pt x="91270" y="0"/>
                </a:moveTo>
                <a:lnTo>
                  <a:pt x="58484" y="233713"/>
                </a:lnTo>
                <a:lnTo>
                  <a:pt x="0" y="204914"/>
                </a:lnTo>
                <a:close/>
              </a:path>
            </a:pathLst>
          </a:custGeom>
          <a:solidFill>
            <a:srgbClr val="F1CD4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80"/>
          <p:cNvSpPr/>
          <p:nvPr/>
        </p:nvSpPr>
        <p:spPr>
          <a:xfrm>
            <a:off x="23131268" y="3927147"/>
            <a:ext cx="163931" cy="198047"/>
          </a:xfrm>
          <a:custGeom>
            <a:avLst/>
            <a:gdLst/>
            <a:ahLst/>
            <a:cxnLst/>
            <a:rect l="0" t="0" r="r" b="b"/>
            <a:pathLst>
              <a:path w="163931" h="198047">
                <a:moveTo>
                  <a:pt x="163931" y="0"/>
                </a:moveTo>
                <a:lnTo>
                  <a:pt x="58484" y="198047"/>
                </a:lnTo>
                <a:lnTo>
                  <a:pt x="0" y="169691"/>
                </a:lnTo>
                <a:close/>
              </a:path>
            </a:pathLst>
          </a:custGeom>
          <a:solidFill>
            <a:srgbClr val="F7DB6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81"/>
          <p:cNvSpPr/>
          <p:nvPr/>
        </p:nvSpPr>
        <p:spPr>
          <a:xfrm>
            <a:off x="23100919" y="3927147"/>
            <a:ext cx="194281" cy="169691"/>
          </a:xfrm>
          <a:custGeom>
            <a:avLst/>
            <a:gdLst/>
            <a:ahLst/>
            <a:cxnLst/>
            <a:rect l="0" t="0" r="r" b="b"/>
            <a:pathLst>
              <a:path w="194281" h="169691">
                <a:moveTo>
                  <a:pt x="194281" y="0"/>
                </a:moveTo>
                <a:lnTo>
                  <a:pt x="30349" y="169691"/>
                </a:lnTo>
                <a:lnTo>
                  <a:pt x="0" y="112094"/>
                </a:lnTo>
                <a:close/>
              </a:path>
            </a:pathLst>
          </a:custGeom>
          <a:solidFill>
            <a:srgbClr val="F4D55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Kształt 82"/>
          <p:cNvSpPr/>
          <p:nvPr/>
        </p:nvSpPr>
        <p:spPr>
          <a:xfrm>
            <a:off x="23053511" y="3909646"/>
            <a:ext cx="232384" cy="98359"/>
          </a:xfrm>
          <a:custGeom>
            <a:avLst/>
            <a:gdLst/>
            <a:ahLst/>
            <a:cxnLst/>
            <a:rect l="0" t="0" r="r" b="b"/>
            <a:pathLst>
              <a:path w="232384" h="98359">
                <a:moveTo>
                  <a:pt x="232384" y="0"/>
                </a:moveTo>
                <a:lnTo>
                  <a:pt x="30792" y="98359"/>
                </a:lnTo>
                <a:lnTo>
                  <a:pt x="0" y="40983"/>
                </a:lnTo>
                <a:close/>
              </a:path>
            </a:pathLst>
          </a:custGeom>
          <a:solidFill>
            <a:srgbClr val="FAE38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Kształt 83"/>
          <p:cNvSpPr/>
          <p:nvPr/>
        </p:nvSpPr>
        <p:spPr>
          <a:xfrm>
            <a:off x="23053511" y="3886386"/>
            <a:ext cx="232384" cy="64243"/>
          </a:xfrm>
          <a:custGeom>
            <a:avLst/>
            <a:gdLst/>
            <a:ahLst/>
            <a:cxnLst/>
            <a:rect l="0" t="0" r="r" b="b"/>
            <a:pathLst>
              <a:path w="232384" h="64243">
                <a:moveTo>
                  <a:pt x="232384" y="23261"/>
                </a:moveTo>
                <a:lnTo>
                  <a:pt x="0" y="64243"/>
                </a:lnTo>
                <a:lnTo>
                  <a:pt x="9304" y="0"/>
                </a:lnTo>
                <a:close/>
              </a:path>
            </a:pathLst>
          </a:custGeom>
          <a:solidFill>
            <a:srgbClr val="F8DD7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Kształt 84"/>
          <p:cNvSpPr/>
          <p:nvPr/>
        </p:nvSpPr>
        <p:spPr>
          <a:xfrm>
            <a:off x="23067689" y="3786698"/>
            <a:ext cx="221086" cy="103454"/>
          </a:xfrm>
          <a:custGeom>
            <a:avLst/>
            <a:gdLst/>
            <a:ahLst/>
            <a:cxnLst/>
            <a:rect l="0" t="0" r="r" b="b"/>
            <a:pathLst>
              <a:path w="221086" h="103454">
                <a:moveTo>
                  <a:pt x="221086" y="103454"/>
                </a:moveTo>
                <a:lnTo>
                  <a:pt x="0" y="64243"/>
                </a:lnTo>
                <a:lnTo>
                  <a:pt x="8861" y="0"/>
                </a:lnTo>
                <a:close/>
              </a:path>
            </a:pathLst>
          </a:custGeom>
          <a:solidFill>
            <a:srgbClr val="FBE68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Kształt 85"/>
          <p:cNvSpPr/>
          <p:nvPr/>
        </p:nvSpPr>
        <p:spPr>
          <a:xfrm>
            <a:off x="23076550" y="3740177"/>
            <a:ext cx="212224" cy="149975"/>
          </a:xfrm>
          <a:custGeom>
            <a:avLst/>
            <a:gdLst/>
            <a:ahLst/>
            <a:cxnLst/>
            <a:rect l="0" t="0" r="r" b="b"/>
            <a:pathLst>
              <a:path w="212224" h="149975">
                <a:moveTo>
                  <a:pt x="212224" y="149975"/>
                </a:moveTo>
                <a:lnTo>
                  <a:pt x="0" y="46521"/>
                </a:lnTo>
                <a:lnTo>
                  <a:pt x="45413" y="0"/>
                </a:lnTo>
                <a:close/>
              </a:path>
            </a:pathLst>
          </a:custGeom>
          <a:solidFill>
            <a:srgbClr val="FAE28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Kształt 86"/>
          <p:cNvSpPr/>
          <p:nvPr/>
        </p:nvSpPr>
        <p:spPr>
          <a:xfrm>
            <a:off x="23146553" y="3667515"/>
            <a:ext cx="155735" cy="208458"/>
          </a:xfrm>
          <a:custGeom>
            <a:avLst/>
            <a:gdLst/>
            <a:ahLst/>
            <a:cxnLst/>
            <a:rect l="0" t="0" r="r" b="b"/>
            <a:pathLst>
              <a:path w="155735" h="208458">
                <a:moveTo>
                  <a:pt x="155735" y="208458"/>
                </a:moveTo>
                <a:lnTo>
                  <a:pt x="0" y="46964"/>
                </a:lnTo>
                <a:lnTo>
                  <a:pt x="44970" y="0"/>
                </a:lnTo>
                <a:close/>
              </a:path>
            </a:pathLst>
          </a:custGeom>
          <a:solidFill>
            <a:srgbClr val="FBE68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Kształt 87"/>
          <p:cNvSpPr/>
          <p:nvPr/>
        </p:nvSpPr>
        <p:spPr>
          <a:xfrm>
            <a:off x="23191524" y="3656439"/>
            <a:ext cx="110764" cy="219535"/>
          </a:xfrm>
          <a:custGeom>
            <a:avLst/>
            <a:gdLst/>
            <a:ahLst/>
            <a:cxnLst/>
            <a:rect l="0" t="0" r="r" b="b"/>
            <a:pathLst>
              <a:path w="110764" h="219535">
                <a:moveTo>
                  <a:pt x="110764" y="219535"/>
                </a:moveTo>
                <a:lnTo>
                  <a:pt x="0" y="11076"/>
                </a:lnTo>
                <a:lnTo>
                  <a:pt x="64022" y="0"/>
                </a:lnTo>
                <a:close/>
              </a:path>
            </a:pathLst>
          </a:custGeom>
          <a:solidFill>
            <a:srgbClr val="FAE38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Kształt 88"/>
          <p:cNvSpPr/>
          <p:nvPr/>
        </p:nvSpPr>
        <p:spPr>
          <a:xfrm>
            <a:off x="23290769" y="3638717"/>
            <a:ext cx="63800" cy="233713"/>
          </a:xfrm>
          <a:custGeom>
            <a:avLst/>
            <a:gdLst/>
            <a:ahLst/>
            <a:cxnLst/>
            <a:rect l="0" t="0" r="r" b="b"/>
            <a:pathLst>
              <a:path w="63800" h="233713">
                <a:moveTo>
                  <a:pt x="31014" y="233713"/>
                </a:moveTo>
                <a:lnTo>
                  <a:pt x="0" y="11519"/>
                </a:lnTo>
                <a:lnTo>
                  <a:pt x="63800" y="0"/>
                </a:lnTo>
                <a:close/>
              </a:path>
            </a:pathLst>
          </a:custGeom>
          <a:solidFill>
            <a:srgbClr val="FAE38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Kształt 89"/>
          <p:cNvSpPr/>
          <p:nvPr/>
        </p:nvSpPr>
        <p:spPr>
          <a:xfrm>
            <a:off x="23321783" y="3638717"/>
            <a:ext cx="91270" cy="233713"/>
          </a:xfrm>
          <a:custGeom>
            <a:avLst/>
            <a:gdLst/>
            <a:ahLst/>
            <a:cxnLst/>
            <a:rect l="0" t="0" r="r" b="b"/>
            <a:pathLst>
              <a:path w="91270" h="233713">
                <a:moveTo>
                  <a:pt x="0" y="233713"/>
                </a:moveTo>
                <a:lnTo>
                  <a:pt x="32786" y="0"/>
                </a:lnTo>
                <a:lnTo>
                  <a:pt x="91270" y="28799"/>
                </a:lnTo>
                <a:close/>
              </a:path>
            </a:pathLst>
          </a:custGeom>
          <a:solidFill>
            <a:srgbClr val="F8DE7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Kształt 90"/>
          <p:cNvSpPr/>
          <p:nvPr/>
        </p:nvSpPr>
        <p:spPr>
          <a:xfrm>
            <a:off x="23339505" y="3683022"/>
            <a:ext cx="163931" cy="198047"/>
          </a:xfrm>
          <a:custGeom>
            <a:avLst/>
            <a:gdLst/>
            <a:ahLst/>
            <a:cxnLst/>
            <a:rect l="0" t="0" r="r" b="b"/>
            <a:pathLst>
              <a:path w="163931" h="198047">
                <a:moveTo>
                  <a:pt x="0" y="198047"/>
                </a:moveTo>
                <a:lnTo>
                  <a:pt x="105448" y="0"/>
                </a:lnTo>
                <a:lnTo>
                  <a:pt x="163931" y="28356"/>
                </a:lnTo>
                <a:close/>
              </a:path>
            </a:pathLst>
          </a:custGeom>
          <a:solidFill>
            <a:srgbClr val="F7DB6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Kształt 91"/>
          <p:cNvSpPr/>
          <p:nvPr/>
        </p:nvSpPr>
        <p:spPr>
          <a:xfrm>
            <a:off x="23339505" y="3711378"/>
            <a:ext cx="194281" cy="169691"/>
          </a:xfrm>
          <a:custGeom>
            <a:avLst/>
            <a:gdLst/>
            <a:ahLst/>
            <a:cxnLst/>
            <a:rect l="0" t="0" r="r" b="b"/>
            <a:pathLst>
              <a:path w="194281" h="169691">
                <a:moveTo>
                  <a:pt x="0" y="169691"/>
                </a:moveTo>
                <a:lnTo>
                  <a:pt x="163931" y="0"/>
                </a:lnTo>
                <a:lnTo>
                  <a:pt x="194281" y="57597"/>
                </a:lnTo>
                <a:close/>
              </a:path>
            </a:pathLst>
          </a:custGeom>
          <a:solidFill>
            <a:srgbClr val="F4D55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Kształt 92"/>
          <p:cNvSpPr/>
          <p:nvPr/>
        </p:nvSpPr>
        <p:spPr>
          <a:xfrm>
            <a:off x="23348809" y="3800211"/>
            <a:ext cx="232384" cy="98359"/>
          </a:xfrm>
          <a:custGeom>
            <a:avLst/>
            <a:gdLst/>
            <a:ahLst/>
            <a:cxnLst/>
            <a:rect l="0" t="0" r="r" b="b"/>
            <a:pathLst>
              <a:path w="232384" h="98359">
                <a:moveTo>
                  <a:pt x="0" y="98359"/>
                </a:moveTo>
                <a:lnTo>
                  <a:pt x="201591" y="0"/>
                </a:lnTo>
                <a:lnTo>
                  <a:pt x="232384" y="57376"/>
                </a:lnTo>
                <a:close/>
              </a:path>
            </a:pathLst>
          </a:custGeom>
          <a:solidFill>
            <a:srgbClr val="F3D35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Kształt 93"/>
          <p:cNvSpPr/>
          <p:nvPr/>
        </p:nvSpPr>
        <p:spPr>
          <a:xfrm>
            <a:off x="23348809" y="3857587"/>
            <a:ext cx="232384" cy="64243"/>
          </a:xfrm>
          <a:custGeom>
            <a:avLst/>
            <a:gdLst/>
            <a:ahLst/>
            <a:cxnLst/>
            <a:rect l="0" t="0" r="r" b="b"/>
            <a:pathLst>
              <a:path w="232384" h="64243">
                <a:moveTo>
                  <a:pt x="0" y="40983"/>
                </a:moveTo>
                <a:lnTo>
                  <a:pt x="232384" y="0"/>
                </a:lnTo>
                <a:lnTo>
                  <a:pt x="223079" y="64243"/>
                </a:lnTo>
                <a:close/>
              </a:path>
            </a:pathLst>
          </a:custGeom>
          <a:solidFill>
            <a:srgbClr val="F1CD4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Tekst: o-shit commerce"/>
          <p:cNvSpPr txBox="1"/>
          <p:nvPr/>
        </p:nvSpPr>
        <p:spPr>
          <a:xfrm>
            <a:off x="21243844" y="2718930"/>
            <a:ext cx="4253350" cy="332293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261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616" kern="100" spc="-92" dirty="0">
                <a:solidFill>
                  <a:srgbClr val="EE312F"/>
                </a:solidFill>
                <a:latin typeface="Lato Black"/>
                <a:cs typeface="Lato Black"/>
              </a:rPr>
              <a:t>o-shit commerce</a:t>
            </a:r>
            <a:endParaRPr lang="pl-PL" sz="2616" kern="100" spc="-92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153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83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02009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01788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1504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00455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153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31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72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7053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668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627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5674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527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308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247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1599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021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3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w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w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31"/>
                                          </p:val>
                                        </p:tav>
                                        <p:tav tm="97826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" dur="153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2174">
                                          <p:val>
                                            <p:strVal val="#ppt_h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h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h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h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h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h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h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h*1.00131"/>
                                          </p:val>
                                        </p:tav>
                                        <p:tav tm="97826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" dur="153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3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1304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113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8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59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030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94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51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97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56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41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07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6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36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23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25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0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66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0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98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17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3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94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1875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166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659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53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w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w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53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2174">
                                          <p:val>
                                            <p:strVal val="#ppt_h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h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h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h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h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h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h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h*1.00131"/>
                                          </p:val>
                                        </p:tav>
                                        <p:tav tm="97826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15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3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1304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113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8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59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030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94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51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97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56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41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07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6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36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23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25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0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66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0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98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17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5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94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1875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166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659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5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w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w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5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2174">
                                          <p:val>
                                            <p:strVal val="#ppt_h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h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h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h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h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h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h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h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" dur="153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3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1304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113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8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59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030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94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51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97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56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41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07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6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36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23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25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0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66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0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98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17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53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4167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73993"/>
                                          </p:val>
                                        </p:tav>
                                        <p:tav tm="6522">
                                          <p:val>
                                            <p:strVal val="#ppt_y-0.7376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73413"/>
                                          </p:val>
                                        </p:tav>
                                        <p:tav tm="10870">
                                          <p:val>
                                            <p:strVal val="#ppt_y-0.72937"/>
                                          </p:val>
                                        </p:tav>
                                        <p:tav tm="13043">
                                          <p:val>
                                            <p:strVal val="#ppt_y-0.72312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71515"/>
                                          </p:val>
                                        </p:tav>
                                        <p:tav tm="17391">
                                          <p:val>
                                            <p:strVal val="#ppt_y-0.70517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69283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67767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65911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63646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60884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57535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53527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48875"/>
                                          </p:val>
                                        </p:tav>
                                        <p:tav tm="36957">
                                          <p:val>
                                            <p:strVal val="#ppt_y-0.43757"/>
                                          </p:val>
                                        </p:tav>
                                        <p:tav tm="39130">
                                          <p:val>
                                            <p:strVal val="#ppt_y-0.38523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3354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29056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25121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18766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16213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13993"/>
                                          </p:val>
                                        </p:tav>
                                        <p:tav tm="56522">
                                          <p:val>
                                            <p:strVal val="#ppt_y-0.12055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10357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08866"/>
                                          </p:val>
                                        </p:tav>
                                        <p:tav tm="63043">
                                          <p:val>
                                            <p:strVal val="#ppt_y-0.07555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64"/>
                                          </p:val>
                                        </p:tav>
                                        <p:tav tm="67391">
                                          <p:val>
                                            <p:strVal val="#ppt_y-0.05384"/>
                                          </p:val>
                                        </p:tav>
                                        <p:tav tm="71739">
                                          <p:val>
                                            <p:strVal val="#ppt_y-0.0370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2425"/>
                                          </p:val>
                                        </p:tav>
                                        <p:tav tm="80435">
                                          <p:val>
                                            <p:strVal val="#ppt_y-0.01469"/>
                                          </p:val>
                                        </p:tav>
                                        <p:tav tm="82609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86957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93478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53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w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w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53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153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3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1304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113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8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59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030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94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51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97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56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41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07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6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36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23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25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0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66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0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98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17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53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3056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23002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2282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22231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2153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21066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2048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9785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892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788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664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1519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10428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903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780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67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583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504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435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322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02348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1674"/>
                                          </p:val>
                                        </p:tav>
                                        <p:tav tm="71739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754"/>
                                          </p:val>
                                        </p:tav>
                                        <p:tav tm="80435">
                                          <p:val>
                                            <p:strVal val="#ppt_y+0.00457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93478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53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w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w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53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" dur="15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3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1304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113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8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59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030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94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51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97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56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41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07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6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36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23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25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0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66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0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98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17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5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11019"/>
                                          </p:val>
                                        </p:tav>
                                        <p:tav tm="2174">
                                          <p:val>
                                            <p:strVal val="#ppt_y+1.10956"/>
                                          </p:val>
                                        </p:tav>
                                        <p:tav tm="4348">
                                          <p:val>
                                            <p:strVal val="#ppt_y+1.10758"/>
                                          </p:val>
                                        </p:tav>
                                        <p:tav tm="6522">
                                          <p:val>
                                            <p:strVal val="#ppt_y+1.1041"/>
                                          </p:val>
                                        </p:tav>
                                        <p:tav tm="8696">
                                          <p:val>
                                            <p:strVal val="#ppt_y+1.09891"/>
                                          </p:val>
                                        </p:tav>
                                        <p:tav tm="10870">
                                          <p:val>
                                            <p:strVal val="#ppt_y+1.09177"/>
                                          </p:val>
                                        </p:tav>
                                        <p:tav tm="13043">
                                          <p:val>
                                            <p:strVal val="#ppt_y+1.0824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1.07049"/>
                                          </p:val>
                                        </p:tav>
                                        <p:tav tm="17391">
                                          <p:val>
                                            <p:strVal val="#ppt_y+1.05556"/>
                                          </p:val>
                                        </p:tav>
                                        <p:tav tm="19565">
                                          <p:val>
                                            <p:strVal val="#ppt_y+1.03708"/>
                                          </p:val>
                                        </p:tav>
                                        <p:tav tm="21739">
                                          <p:val>
                                            <p:strVal val="#ppt_y+1.01438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9866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9527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9113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8612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80124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7316"/>
                                          </p:val>
                                        </p:tav>
                                        <p:tav tm="36957">
                                          <p:val>
                                            <p:strVal val="#ppt_y+0.65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y+0.57664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50213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43493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37604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3250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2809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24269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20946"/>
                                          </p:val>
                                        </p:tav>
                                        <p:tav tm="56522">
                                          <p:val>
                                            <p:strVal val="#ppt_y+0.18044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15503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13271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1130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958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8059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6722"/>
                                          </p:val>
                                        </p:tav>
                                        <p:tav tm="71739">
                                          <p:val>
                                            <p:strVal val="#ppt_y+0.05548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523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363"/>
                                          </p:val>
                                        </p:tav>
                                        <p:tav tm="80435">
                                          <p:val>
                                            <p:strVal val="#ppt_y+0.02199"/>
                                          </p:val>
                                        </p:tav>
                                        <p:tav tm="82609">
                                          <p:val>
                                            <p:strVal val="#ppt_y+0.01641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797"/>
                                          </p:val>
                                        </p:tav>
                                        <p:tav tm="89130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93478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5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w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w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5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15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4609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45986"/>
                                          </p:val>
                                        </p:tav>
                                        <p:tav tm="6522">
                                          <p:val>
                                            <p:strVal val="#ppt_x-0.45841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45625"/>
                                          </p:val>
                                        </p:tav>
                                        <p:tav tm="10870">
                                          <p:val>
                                            <p:strVal val="#ppt_x-0.4532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4494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44446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4382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4305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4211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4096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3955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3783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3575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3326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30375"/>
                                          </p:val>
                                        </p:tav>
                                        <p:tav tm="36957">
                                          <p:val>
                                            <p:strVal val="#ppt_x-0.2719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2394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2084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1805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1561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1349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1166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10076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869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749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6437"/>
                                          </p:val>
                                        </p:tav>
                                        <p:tav tm="60870">
                                          <p:val>
                                            <p:strVal val="#ppt_x-0.0551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469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3978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334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0.02791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2304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1507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913"/>
                                          </p:val>
                                        </p:tav>
                                        <p:tav tm="82609">
                                          <p:val>
                                            <p:strVal val="#ppt_x-0.00681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5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90833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90621"/>
                                          </p:val>
                                        </p:tav>
                                        <p:tav tm="6522">
                                          <p:val>
                                            <p:strVal val="#ppt_y-0.90335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8991"/>
                                          </p:val>
                                        </p:tav>
                                        <p:tav tm="10870">
                                          <p:val>
                                            <p:strVal val="#ppt_y-0.89327"/>
                                          </p:val>
                                        </p:tav>
                                        <p:tav tm="13043">
                                          <p:val>
                                            <p:strVal val="#ppt_y-0.88561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87585"/>
                                          </p:val>
                                        </p:tav>
                                        <p:tav tm="17391">
                                          <p:val>
                                            <p:strVal val="#ppt_y-0.86364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8485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82995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80723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77948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74566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70464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65556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59858"/>
                                          </p:val>
                                        </p:tav>
                                        <p:tav tm="36957">
                                          <p:val>
                                            <p:strVal val="#ppt_y-0.5359"/>
                                          </p:val>
                                        </p:tav>
                                        <p:tav tm="39130">
                                          <p:val>
                                            <p:strVal val="#ppt_y-0.47179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41083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35585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30767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265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22984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19857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17137"/>
                                          </p:val>
                                        </p:tav>
                                        <p:tav tm="56522">
                                          <p:val>
                                            <p:strVal val="#ppt_y-0.14764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12684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10858"/>
                                          </p:val>
                                        </p:tav>
                                        <p:tav tm="63043">
                                          <p:val>
                                            <p:strVal val="#ppt_y-0.0925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7838"/>
                                          </p:val>
                                        </p:tav>
                                        <p:tav tm="67391">
                                          <p:val>
                                            <p:strVal val="#ppt_y-0.06594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5499"/>
                                          </p:val>
                                        </p:tav>
                                        <p:tav tm="71739">
                                          <p:val>
                                            <p:strVal val="#ppt_y-0.0453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297"/>
                                          </p:val>
                                        </p:tav>
                                        <p:tav tm="80435">
                                          <p:val>
                                            <p:strVal val="#ppt_y-0.018"/>
                                          </p:val>
                                        </p:tav>
                                        <p:tav tm="82609">
                                          <p:val>
                                            <p:strVal val="#ppt_y-0.01342"/>
                                          </p:val>
                                        </p:tav>
                                        <p:tav tm="86957">
                                          <p:val>
                                            <p:strVal val="#ppt_y-0.00652"/>
                                          </p:val>
                                        </p:tav>
                                        <p:tav tm="89130">
                                          <p:val>
                                            <p:strVal val="#ppt_y-0.00408"/>
                                          </p:val>
                                        </p:tav>
                                        <p:tav tm="93478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5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5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153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4609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45986"/>
                                          </p:val>
                                        </p:tav>
                                        <p:tav tm="6522">
                                          <p:val>
                                            <p:strVal val="#ppt_x-0.45841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45625"/>
                                          </p:val>
                                        </p:tav>
                                        <p:tav tm="10870">
                                          <p:val>
                                            <p:strVal val="#ppt_x-0.4532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4494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44446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4382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4305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4211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4096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3955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3783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3575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3326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30375"/>
                                          </p:val>
                                        </p:tav>
                                        <p:tav tm="36957">
                                          <p:val>
                                            <p:strVal val="#ppt_x-0.2719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2394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2084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1805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1561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1349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1166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10076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869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749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6437"/>
                                          </p:val>
                                        </p:tav>
                                        <p:tav tm="60870">
                                          <p:val>
                                            <p:strVal val="#ppt_x-0.0551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469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3978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334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0.02791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2304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1507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913"/>
                                          </p:val>
                                        </p:tav>
                                        <p:tav tm="82609">
                                          <p:val>
                                            <p:strVal val="#ppt_x-0.00681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53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0287"/>
                                          </p:val>
                                        </p:tav>
                                        <p:tav tm="2174">
                                          <p:val>
                                            <p:strVal val="#ppt_y-1.02812"/>
                                          </p:val>
                                        </p:tav>
                                        <p:tav tm="4348">
                                          <p:val>
                                            <p:strVal val="#ppt_y-1.02629"/>
                                          </p:val>
                                        </p:tav>
                                        <p:tav tm="6522">
                                          <p:val>
                                            <p:strVal val="#ppt_y-1.02306"/>
                                          </p:val>
                                        </p:tav>
                                        <p:tav tm="8696">
                                          <p:val>
                                            <p:strVal val="#ppt_y-1.01825"/>
                                          </p:val>
                                        </p:tav>
                                        <p:tav tm="10870">
                                          <p:val>
                                            <p:strVal val="#ppt_y-1.01164"/>
                                          </p:val>
                                        </p:tav>
                                        <p:tav tm="13043">
                                          <p:val>
                                            <p:strVal val="#ppt_y-1.00297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99192"/>
                                          </p:val>
                                        </p:tav>
                                        <p:tav tm="17391">
                                          <p:val>
                                            <p:strVal val="#ppt_y-0.97808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9609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93993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9142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88277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84447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79802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74243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67791"/>
                                          </p:val>
                                        </p:tav>
                                        <p:tav tm="36957">
                                          <p:val>
                                            <p:strVal val="#ppt_y-0.60691"/>
                                          </p:val>
                                        </p:tav>
                                        <p:tav tm="39130">
                                          <p:val>
                                            <p:strVal val="#ppt_y-0.5343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46528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4030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34844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3011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26029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22488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19408"/>
                                          </p:val>
                                        </p:tav>
                                        <p:tav tm="56522">
                                          <p:val>
                                            <p:strVal val="#ppt_y-0.1672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14365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12297"/>
                                          </p:val>
                                        </p:tav>
                                        <p:tav tm="63043">
                                          <p:val>
                                            <p:strVal val="#ppt_y-0.1047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8877"/>
                                          </p:val>
                                        </p:tav>
                                        <p:tav tm="67391">
                                          <p:val>
                                            <p:strVal val="#ppt_y-0.07468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6228"/>
                                          </p:val>
                                        </p:tav>
                                        <p:tav tm="71739">
                                          <p:val>
                                            <p:strVal val="#ppt_y-0.05141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419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3364"/>
                                          </p:val>
                                        </p:tav>
                                        <p:tav tm="80435">
                                          <p:val>
                                            <p:strVal val="#ppt_y-0.02038"/>
                                          </p:val>
                                        </p:tav>
                                        <p:tav tm="82609">
                                          <p:val>
                                            <p:strVal val="#ppt_y-0.0152"/>
                                          </p:val>
                                        </p:tav>
                                        <p:tav tm="86957">
                                          <p:val>
                                            <p:strVal val="#ppt_y-0.00738"/>
                                          </p:val>
                                        </p:tav>
                                        <p:tav tm="89130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93478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53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53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153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0833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0785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0622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31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08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19808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46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03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514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787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102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16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036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372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08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42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162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057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09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2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554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393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38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909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122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12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41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81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1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153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55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0448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178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645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058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18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61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4774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575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30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2308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474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53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153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153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2396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2343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216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1836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159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129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092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046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990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921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8385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7374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61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75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633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012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774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58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55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66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896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22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6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127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28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626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119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53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09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99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97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22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8661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82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284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456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41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295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2206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409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733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53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53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" dur="15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2396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2343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216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1836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159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129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092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046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990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921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8385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7374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61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75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633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012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774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58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55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66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896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22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6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127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28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626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119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5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09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99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97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22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8661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82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284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456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41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295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2206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409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733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5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15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" dur="153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9661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19615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19462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1917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1895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1869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836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7965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747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687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614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525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419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2957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0212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889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7703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66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575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497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29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370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19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746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003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427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0983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43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39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153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194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30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2723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205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1323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023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9523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869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5968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446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386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2884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843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01344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958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431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153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53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15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0586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0538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037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007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198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1957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923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88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829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766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689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59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485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356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0692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31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06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697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02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20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3884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34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875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097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494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29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73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15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884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4733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435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3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2773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2219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154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0742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980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6732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5831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504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435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3254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078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01516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487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5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153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" dur="15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3073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3019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283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2496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224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1938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155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1082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2050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9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894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789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665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52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98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0436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903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81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75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83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5044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35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7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22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3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67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153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57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5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278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5123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473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395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3111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2542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185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1026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1006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691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598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5175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447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334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133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01556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1109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5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15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53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" dur="15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474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4682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448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412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385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3522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31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2605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21986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2123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2030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919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785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630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28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11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9692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83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724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626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540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66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402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455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52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796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809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9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5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32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4183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381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309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2296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1763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111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0341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9442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6481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4853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419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3132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001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0146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104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469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15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153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" dur="15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2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524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5042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4667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439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405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363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311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2248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21711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2076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962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8259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667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314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144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9911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856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740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6402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5531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77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411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533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577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837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264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827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501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82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15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597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47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183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59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952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99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837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524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928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339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2535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619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5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153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15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13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5071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487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450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4232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389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347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2962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2233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2156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20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949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813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6561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3053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1366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984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85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735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635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5494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74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408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509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56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824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256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822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98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8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15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991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69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674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6387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5999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542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504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16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236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1528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976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507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5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153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" dur="15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4206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4149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396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36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33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301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261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22117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2151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2077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987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877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74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5951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2573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1094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9483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819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708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612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5292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567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93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466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757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792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5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30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11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843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54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826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398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1159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74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385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15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153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" dur="15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719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1668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2149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21176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20942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206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2028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9845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930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863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782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684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567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431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128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82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850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735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635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9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748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409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5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3033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212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577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71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15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90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47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48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211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542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2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66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685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15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153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" dur="15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0052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20005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1984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1955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1933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0.1906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873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8322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782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720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646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555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447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321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041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906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785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679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58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074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384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378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259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8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2043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456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1002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56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397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15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85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579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64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535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502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4227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64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98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128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425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15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153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153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9492"/>
                                          </p:val>
                                        </p:tav>
                                        <p:tav tm="4348">
                                          <p:val>
                                            <p:strVal val="#ppt_x-0.19447"/>
                                          </p:val>
                                        </p:tav>
                                        <p:tav tm="8696">
                                          <p:val>
                                            <p:strVal val="#ppt_x-0.19294"/>
                                          </p:val>
                                        </p:tav>
                                        <p:tav tm="13043">
                                          <p:val>
                                            <p:strVal val="#ppt_x-0.1900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0.1879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0.1820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178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0.1732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0.1672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0.1600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0.1512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14068"/>
                                          </p:val>
                                        </p:tav>
                                        <p:tav tm="34783">
                                          <p:val>
                                            <p:strVal val="#ppt_x-0.1284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0.101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0.08816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763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0.0660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0.0570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4932"/>
                                          </p:val>
                                        </p:tav>
                                        <p:tav tm="52174">
                                          <p:val>
                                            <p:strVal val="#ppt_x-0.04261"/>
                                          </p:val>
                                        </p:tav>
                                        <p:tav tm="54348">
                                          <p:val>
                                            <p:strVal val="#ppt_x-0.0367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0.03168"/>
                                          </p:val>
                                        </p:tav>
                                        <p:tav tm="58696">
                                          <p:val>
                                            <p:strVal val="#ppt_x-0.02722"/>
                                          </p:val>
                                        </p:tav>
                                        <p:tav tm="63043">
                                          <p:val>
                                            <p:strVal val="#ppt_x-0.01985"/>
                                          </p:val>
                                        </p:tav>
                                        <p:tav tm="67391">
                                          <p:val>
                                            <p:strVal val="#ppt_x-0.01415"/>
                                          </p:val>
                                        </p:tav>
                                        <p:tav tm="71739">
                                          <p:val>
                                            <p:strVal val="#ppt_x-0.00974"/>
                                          </p:val>
                                        </p:tav>
                                        <p:tav tm="76087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80435">
                                          <p:val>
                                            <p:strVal val="#ppt_x-0.00386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93478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153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588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850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8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7847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73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666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19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884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290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01877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199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0623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53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153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" dur="153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25"/>
                                          </p:val>
                                        </p:tav>
                                        <p:tav tm="8696">
                                          <p:val>
                                            <p:strVal val="#ppt_x+0.06187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06027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5711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053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+0.04848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4511"/>
                                          </p:val>
                                        </p:tav>
                                        <p:tav tm="41304">
                                          <p:val>
                                            <p:strVal val="#ppt_x+0.02827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02117"/>
                                          </p:val>
                                        </p:tav>
                                        <p:tav tm="47826">
                                          <p:val>
                                            <p:strVal val="#ppt_x+0.0183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01366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0873"/>
                                          </p:val>
                                        </p:tav>
                                        <p:tav tm="67391">
                                          <p:val>
                                            <p:strVal val="#ppt_x+0.00454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86957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153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88333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88126"/>
                                          </p:val>
                                        </p:tav>
                                        <p:tav tm="6522">
                                          <p:val>
                                            <p:strVal val="#ppt_y+0.8784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8743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86868"/>
                                          </p:val>
                                        </p:tav>
                                        <p:tav tm="13043">
                                          <p:val>
                                            <p:strVal val="#ppt_y+0.8612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85175"/>
                                          </p:val>
                                        </p:tav>
                                        <p:tav tm="17391">
                                          <p:val>
                                            <p:strVal val="#ppt_y+0.83987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8251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80711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7850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75803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7251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6852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63752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58211"/>
                                          </p:val>
                                        </p:tav>
                                        <p:tav tm="36957">
                                          <p:val>
                                            <p:strVal val="#ppt_y+0.52115"/>
                                          </p:val>
                                        </p:tav>
                                        <p:tav tm="39130">
                                          <p:val>
                                            <p:strVal val="#ppt_y+0.45881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39953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3460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299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2586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2235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.1931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16666"/>
                                          </p:val>
                                        </p:tav>
                                        <p:tav tm="56522">
                                          <p:val>
                                            <p:strVal val="#ppt_y+0.14357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12335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1056"/>
                                          </p:val>
                                        </p:tav>
                                        <p:tav tm="63043">
                                          <p:val>
                                            <p:strVal val="#ppt_y+0.0899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7623"/>
                                          </p:val>
                                        </p:tav>
                                        <p:tav tm="67391">
                                          <p:val>
                                            <p:strVal val="#ppt_y+0.06412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5348"/>
                                          </p:val>
                                        </p:tav>
                                        <p:tav tm="71739">
                                          <p:val>
                                            <p:strVal val="#ppt_y+0.04415"/>
                                          </p:val>
                                        </p:tav>
                                        <p:tav tm="76087">
                                          <p:val>
                                            <p:strVal val="#ppt_y+0.02889"/>
                                          </p:val>
                                        </p:tav>
                                        <p:tav tm="80435">
                                          <p:val>
                                            <p:strVal val="#ppt_y+0.0175"/>
                                          </p:val>
                                        </p:tav>
                                        <p:tav tm="82609">
                                          <p:val>
                                            <p:strVal val="#ppt_y+0.01306"/>
                                          </p:val>
                                        </p:tav>
                                        <p:tav tm="86957">
                                          <p:val>
                                            <p:strVal val="#ppt_y+0.00634"/>
                                          </p:val>
                                        </p:tav>
                                        <p:tav tm="89130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93478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153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153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" dur="153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5026"/>
                                          </p:val>
                                        </p:tav>
                                        <p:tav tm="4348">
                                          <p:val>
                                            <p:strVal val="#ppt_x+0.50143"/>
                                          </p:val>
                                        </p:tav>
                                        <p:tav tm="6522">
                                          <p:val>
                                            <p:strVal val="#ppt_x+0.49985"/>
                                          </p:val>
                                        </p:tav>
                                        <p:tav tm="8696">
                                          <p:val>
                                            <p:strVal val="#ppt_x+0.4975"/>
                                          </p:val>
                                        </p:tav>
                                        <p:tav tm="10870">
                                          <p:val>
                                            <p:strVal val="#ppt_x+0.49427"/>
                                          </p:val>
                                        </p:tav>
                                        <p:tav tm="13043">
                                          <p:val>
                                            <p:strVal val="#ppt_x+0.49003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48463"/>
                                          </p:val>
                                        </p:tav>
                                        <p:tav tm="17391">
                                          <p:val>
                                            <p:strVal val="#ppt_x+0.47787"/>
                                          </p:val>
                                        </p:tav>
                                        <p:tav tm="19565">
                                          <p:val>
                                            <p:strVal val="#ppt_x+0.46951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45923"/>
                                          </p:val>
                                        </p:tav>
                                        <p:tav tm="23913">
                                          <p:val>
                                            <p:strVal val="#ppt_x+0.44666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43131"/>
                                          </p:val>
                                        </p:tav>
                                        <p:tav tm="28261">
                                          <p:val>
                                            <p:strVal val="#ppt_x+0.41259"/>
                                          </p:val>
                                        </p:tav>
                                        <p:tav tm="30435">
                                          <p:val>
                                            <p:strVal val="#ppt_x+0.3899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36274"/>
                                          </p:val>
                                        </p:tav>
                                        <p:tav tm="34783">
                                          <p:val>
                                            <p:strVal val="#ppt_x+0.33121"/>
                                          </p:val>
                                        </p:tav>
                                        <p:tav tm="36957">
                                          <p:val>
                                            <p:strVal val="#ppt_x+0.29653"/>
                                          </p:val>
                                        </p:tav>
                                        <p:tav tm="39130">
                                          <p:val>
                                            <p:strVal val="#ppt_x+0.26106"/>
                                          </p:val>
                                        </p:tav>
                                        <p:tav tm="41304">
                                          <p:val>
                                            <p:strVal val="#ppt_x+0.22732"/>
                                          </p:val>
                                        </p:tav>
                                        <p:tav tm="43478">
                                          <p:val>
                                            <p:strVal val="#ppt_x+0.1969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17024"/>
                                          </p:val>
                                        </p:tav>
                                        <p:tav tm="47826">
                                          <p:val>
                                            <p:strVal val="#ppt_x+0.14714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12717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10987"/>
                                          </p:val>
                                        </p:tav>
                                        <p:tav tm="54348">
                                          <p:val>
                                            <p:strVal val="#ppt_x+0.09483"/>
                                          </p:val>
                                        </p:tav>
                                        <p:tav tm="56522">
                                          <p:val>
                                            <p:strVal val="#ppt_x+0.08169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7019"/>
                                          </p:val>
                                        </p:tav>
                                        <p:tav tm="60870">
                                          <p:val>
                                            <p:strVal val="#ppt_x+0.06008"/>
                                          </p:val>
                                        </p:tav>
                                        <p:tav tm="63043">
                                          <p:val>
                                            <p:strVal val="#ppt_x+0.0512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4337"/>
                                          </p:val>
                                        </p:tav>
                                        <p:tav tm="67391">
                                          <p:val>
                                            <p:strVal val="#ppt_x+0.03648"/>
                                          </p:val>
                                        </p:tav>
                                        <p:tav tm="69565">
                                          <p:val>
                                            <p:strVal val="#ppt_x+0.03043"/>
                                          </p:val>
                                        </p:tav>
                                        <p:tav tm="71739">
                                          <p:val>
                                            <p:strVal val="#ppt_x+0.02512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1644"/>
                                          </p:val>
                                        </p:tav>
                                        <p:tav tm="80435">
                                          <p:val>
                                            <p:strVal val="#ppt_x+0.00996"/>
                                          </p:val>
                                        </p:tav>
                                        <p:tav tm="82609">
                                          <p:val>
                                            <p:strVal val="#ppt_x+0.00743"/>
                                          </p:val>
                                        </p:tav>
                                        <p:tav tm="86957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9130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93478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153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94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1875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166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659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153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2174">
                                          <p:val>
                                            <p:strVal val="#ppt_w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w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153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2174">
                                          <p:val>
                                            <p:strVal val="#ppt_h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h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h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h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h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h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h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h*1.00131"/>
                                          </p:val>
                                        </p:tav>
                                        <p:tav tm="97826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" dur="153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5026"/>
                                          </p:val>
                                        </p:tav>
                                        <p:tav tm="4348">
                                          <p:val>
                                            <p:strVal val="#ppt_x+0.50143"/>
                                          </p:val>
                                        </p:tav>
                                        <p:tav tm="6522">
                                          <p:val>
                                            <p:strVal val="#ppt_x+0.49985"/>
                                          </p:val>
                                        </p:tav>
                                        <p:tav tm="8696">
                                          <p:val>
                                            <p:strVal val="#ppt_x+0.4975"/>
                                          </p:val>
                                        </p:tav>
                                        <p:tav tm="10870">
                                          <p:val>
                                            <p:strVal val="#ppt_x+0.49427"/>
                                          </p:val>
                                        </p:tav>
                                        <p:tav tm="13043">
                                          <p:val>
                                            <p:strVal val="#ppt_x+0.49003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48463"/>
                                          </p:val>
                                        </p:tav>
                                        <p:tav tm="17391">
                                          <p:val>
                                            <p:strVal val="#ppt_x+0.47787"/>
                                          </p:val>
                                        </p:tav>
                                        <p:tav tm="19565">
                                          <p:val>
                                            <p:strVal val="#ppt_x+0.46951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45923"/>
                                          </p:val>
                                        </p:tav>
                                        <p:tav tm="23913">
                                          <p:val>
                                            <p:strVal val="#ppt_x+0.44666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43131"/>
                                          </p:val>
                                        </p:tav>
                                        <p:tav tm="28261">
                                          <p:val>
                                            <p:strVal val="#ppt_x+0.41259"/>
                                          </p:val>
                                        </p:tav>
                                        <p:tav tm="30435">
                                          <p:val>
                                            <p:strVal val="#ppt_x+0.3899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36274"/>
                                          </p:val>
                                        </p:tav>
                                        <p:tav tm="34783">
                                          <p:val>
                                            <p:strVal val="#ppt_x+0.33121"/>
                                          </p:val>
                                        </p:tav>
                                        <p:tav tm="36957">
                                          <p:val>
                                            <p:strVal val="#ppt_x+0.29653"/>
                                          </p:val>
                                        </p:tav>
                                        <p:tav tm="39130">
                                          <p:val>
                                            <p:strVal val="#ppt_x+0.26106"/>
                                          </p:val>
                                        </p:tav>
                                        <p:tav tm="41304">
                                          <p:val>
                                            <p:strVal val="#ppt_x+0.22732"/>
                                          </p:val>
                                        </p:tav>
                                        <p:tav tm="43478">
                                          <p:val>
                                            <p:strVal val="#ppt_x+0.1969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17024"/>
                                          </p:val>
                                        </p:tav>
                                        <p:tav tm="47826">
                                          <p:val>
                                            <p:strVal val="#ppt_x+0.14714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12717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10987"/>
                                          </p:val>
                                        </p:tav>
                                        <p:tav tm="54348">
                                          <p:val>
                                            <p:strVal val="#ppt_x+0.09483"/>
                                          </p:val>
                                        </p:tav>
                                        <p:tav tm="56522">
                                          <p:val>
                                            <p:strVal val="#ppt_x+0.08169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7019"/>
                                          </p:val>
                                        </p:tav>
                                        <p:tav tm="60870">
                                          <p:val>
                                            <p:strVal val="#ppt_x+0.06008"/>
                                          </p:val>
                                        </p:tav>
                                        <p:tav tm="63043">
                                          <p:val>
                                            <p:strVal val="#ppt_x+0.0512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4337"/>
                                          </p:val>
                                        </p:tav>
                                        <p:tav tm="67391">
                                          <p:val>
                                            <p:strVal val="#ppt_x+0.03648"/>
                                          </p:val>
                                        </p:tav>
                                        <p:tav tm="69565">
                                          <p:val>
                                            <p:strVal val="#ppt_x+0.03043"/>
                                          </p:val>
                                        </p:tav>
                                        <p:tav tm="71739">
                                          <p:val>
                                            <p:strVal val="#ppt_x+0.02512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1644"/>
                                          </p:val>
                                        </p:tav>
                                        <p:tav tm="80435">
                                          <p:val>
                                            <p:strVal val="#ppt_x+0.00996"/>
                                          </p:val>
                                        </p:tav>
                                        <p:tav tm="82609">
                                          <p:val>
                                            <p:strVal val="#ppt_x+0.00743"/>
                                          </p:val>
                                        </p:tav>
                                        <p:tav tm="86957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9130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93478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153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333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3214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286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2406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1129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153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w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w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153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2174">
                                          <p:val>
                                            <p:strVal val="#ppt_h*5.99718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6522">
                                          <p:val>
                                            <p:strVal val="#ppt_h*5.9725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6957">
                                          <p:val>
                                            <p:strVal val="#ppt_h*3.9499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1.30272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h*1.20369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78261">
                                          <p:val>
                                            <p:strVal val="#ppt_h*1.12879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4783">
                                          <p:val>
                                            <p:strVal val="#ppt_h*1.05295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89130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91304">
                                          <p:val>
                                            <p:strVal val="#ppt_h*1.01234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95652">
                                          <p:val>
                                            <p:strVal val="#ppt_h*1.00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153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5026"/>
                                          </p:val>
                                        </p:tav>
                                        <p:tav tm="4348">
                                          <p:val>
                                            <p:strVal val="#ppt_x+0.50143"/>
                                          </p:val>
                                        </p:tav>
                                        <p:tav tm="6522">
                                          <p:val>
                                            <p:strVal val="#ppt_x+0.49985"/>
                                          </p:val>
                                        </p:tav>
                                        <p:tav tm="8696">
                                          <p:val>
                                            <p:strVal val="#ppt_x+0.4975"/>
                                          </p:val>
                                        </p:tav>
                                        <p:tav tm="10870">
                                          <p:val>
                                            <p:strVal val="#ppt_x+0.49427"/>
                                          </p:val>
                                        </p:tav>
                                        <p:tav tm="13043">
                                          <p:val>
                                            <p:strVal val="#ppt_x+0.49003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48463"/>
                                          </p:val>
                                        </p:tav>
                                        <p:tav tm="17391">
                                          <p:val>
                                            <p:strVal val="#ppt_x+0.47787"/>
                                          </p:val>
                                        </p:tav>
                                        <p:tav tm="19565">
                                          <p:val>
                                            <p:strVal val="#ppt_x+0.46951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45923"/>
                                          </p:val>
                                        </p:tav>
                                        <p:tav tm="23913">
                                          <p:val>
                                            <p:strVal val="#ppt_x+0.44666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43131"/>
                                          </p:val>
                                        </p:tav>
                                        <p:tav tm="28261">
                                          <p:val>
                                            <p:strVal val="#ppt_x+0.41259"/>
                                          </p:val>
                                        </p:tav>
                                        <p:tav tm="30435">
                                          <p:val>
                                            <p:strVal val="#ppt_x+0.3899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36274"/>
                                          </p:val>
                                        </p:tav>
                                        <p:tav tm="34783">
                                          <p:val>
                                            <p:strVal val="#ppt_x+0.33121"/>
                                          </p:val>
                                        </p:tav>
                                        <p:tav tm="36957">
                                          <p:val>
                                            <p:strVal val="#ppt_x+0.29653"/>
                                          </p:val>
                                        </p:tav>
                                        <p:tav tm="39130">
                                          <p:val>
                                            <p:strVal val="#ppt_x+0.26106"/>
                                          </p:val>
                                        </p:tav>
                                        <p:tav tm="41304">
                                          <p:val>
                                            <p:strVal val="#ppt_x+0.22732"/>
                                          </p:val>
                                        </p:tav>
                                        <p:tav tm="43478">
                                          <p:val>
                                            <p:strVal val="#ppt_x+0.1969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17024"/>
                                          </p:val>
                                        </p:tav>
                                        <p:tav tm="47826">
                                          <p:val>
                                            <p:strVal val="#ppt_x+0.14714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12717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10987"/>
                                          </p:val>
                                        </p:tav>
                                        <p:tav tm="54348">
                                          <p:val>
                                            <p:strVal val="#ppt_x+0.09483"/>
                                          </p:val>
                                        </p:tav>
                                        <p:tav tm="56522">
                                          <p:val>
                                            <p:strVal val="#ppt_x+0.08169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7019"/>
                                          </p:val>
                                        </p:tav>
                                        <p:tav tm="60870">
                                          <p:val>
                                            <p:strVal val="#ppt_x+0.06008"/>
                                          </p:val>
                                        </p:tav>
                                        <p:tav tm="63043">
                                          <p:val>
                                            <p:strVal val="#ppt_x+0.0512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4337"/>
                                          </p:val>
                                        </p:tav>
                                        <p:tav tm="67391">
                                          <p:val>
                                            <p:strVal val="#ppt_x+0.03648"/>
                                          </p:val>
                                        </p:tav>
                                        <p:tav tm="69565">
                                          <p:val>
                                            <p:strVal val="#ppt_x+0.03043"/>
                                          </p:val>
                                        </p:tav>
                                        <p:tav tm="71739">
                                          <p:val>
                                            <p:strVal val="#ppt_x+0.02512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1644"/>
                                          </p:val>
                                        </p:tav>
                                        <p:tav tm="80435">
                                          <p:val>
                                            <p:strVal val="#ppt_x+0.00996"/>
                                          </p:val>
                                        </p:tav>
                                        <p:tav tm="82609">
                                          <p:val>
                                            <p:strVal val="#ppt_x+0.00743"/>
                                          </p:val>
                                        </p:tav>
                                        <p:tav tm="86957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9130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93478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153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0741"/>
                                          </p:val>
                                        </p:tav>
                                        <p:tav tm="2174">
                                          <p:val>
                                            <p:strVal val="#ppt_y-1.10678"/>
                                          </p:val>
                                        </p:tav>
                                        <p:tav tm="4348">
                                          <p:val>
                                            <p:strVal val="#ppt_y-1.10481"/>
                                          </p:val>
                                        </p:tav>
                                        <p:tav tm="6522">
                                          <p:val>
                                            <p:strVal val="#ppt_y-1.10134"/>
                                          </p:val>
                                        </p:tav>
                                        <p:tav tm="8696">
                                          <p:val>
                                            <p:strVal val="#ppt_y-1.09616"/>
                                          </p:val>
                                        </p:tav>
                                        <p:tav tm="10870">
                                          <p:val>
                                            <p:strVal val="#ppt_y-1.08904"/>
                                          </p:val>
                                        </p:tav>
                                        <p:tav tm="13043">
                                          <p:val>
                                            <p:strVal val="#ppt_y-1.07971"/>
                                          </p:val>
                                        </p:tav>
                                        <p:tav tm="15217">
                                          <p:val>
                                            <p:strVal val="#ppt_y-1.06781"/>
                                          </p:val>
                                        </p:tav>
                                        <p:tav tm="17391">
                                          <p:val>
                                            <p:strVal val="#ppt_y-1.05291"/>
                                          </p:val>
                                        </p:tav>
                                        <p:tav tm="19565">
                                          <p:val>
                                            <p:strVal val="#ppt_y-1.03449"/>
                                          </p:val>
                                        </p:tav>
                                        <p:tav tm="21739">
                                          <p:val>
                                            <p:strVal val="#ppt_y-1.01185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98414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95031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90908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85907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79924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72977"/>
                                          </p:val>
                                        </p:tav>
                                        <p:tav tm="36957">
                                          <p:val>
                                            <p:strVal val="#ppt_y-0.65335"/>
                                          </p:val>
                                        </p:tav>
                                        <p:tav tm="39130">
                                          <p:val>
                                            <p:strVal val="#ppt_y-0.57519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50087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43384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37509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324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28021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24209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20893"/>
                                          </p:val>
                                        </p:tav>
                                        <p:tav tm="56522">
                                          <p:val>
                                            <p:strVal val="#ppt_y-0.17999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15464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13238"/>
                                          </p:val>
                                        </p:tav>
                                        <p:tav tm="63043">
                                          <p:val>
                                            <p:strVal val="#ppt_y-0.112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9556"/>
                                          </p:val>
                                        </p:tav>
                                        <p:tav tm="67391">
                                          <p:val>
                                            <p:strVal val="#ppt_y-0.08039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6705"/>
                                          </p:val>
                                        </p:tav>
                                        <p:tav tm="71739">
                                          <p:val>
                                            <p:strVal val="#ppt_y-0.05534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451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3621"/>
                                          </p:val>
                                        </p:tav>
                                        <p:tav tm="80435">
                                          <p:val>
                                            <p:strVal val="#ppt_y-0.02194"/>
                                          </p:val>
                                        </p:tav>
                                        <p:tav tm="82609">
                                          <p:val>
                                            <p:strVal val="#ppt_y-0.01637"/>
                                          </p:val>
                                        </p:tav>
                                        <p:tav tm="86957">
                                          <p:val>
                                            <p:strVal val="#ppt_y-0.00795"/>
                                          </p:val>
                                        </p:tav>
                                        <p:tav tm="89130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93478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153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53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" dur="15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5026"/>
                                          </p:val>
                                        </p:tav>
                                        <p:tav tm="4348">
                                          <p:val>
                                            <p:strVal val="#ppt_x+0.50143"/>
                                          </p:val>
                                        </p:tav>
                                        <p:tav tm="6522">
                                          <p:val>
                                            <p:strVal val="#ppt_x+0.49985"/>
                                          </p:val>
                                        </p:tav>
                                        <p:tav tm="8696">
                                          <p:val>
                                            <p:strVal val="#ppt_x+0.4975"/>
                                          </p:val>
                                        </p:tav>
                                        <p:tav tm="10870">
                                          <p:val>
                                            <p:strVal val="#ppt_x+0.49427"/>
                                          </p:val>
                                        </p:tav>
                                        <p:tav tm="13043">
                                          <p:val>
                                            <p:strVal val="#ppt_x+0.49003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48463"/>
                                          </p:val>
                                        </p:tav>
                                        <p:tav tm="17391">
                                          <p:val>
                                            <p:strVal val="#ppt_x+0.47787"/>
                                          </p:val>
                                        </p:tav>
                                        <p:tav tm="19565">
                                          <p:val>
                                            <p:strVal val="#ppt_x+0.46951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45923"/>
                                          </p:val>
                                        </p:tav>
                                        <p:tav tm="23913">
                                          <p:val>
                                            <p:strVal val="#ppt_x+0.44666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43131"/>
                                          </p:val>
                                        </p:tav>
                                        <p:tav tm="28261">
                                          <p:val>
                                            <p:strVal val="#ppt_x+0.41259"/>
                                          </p:val>
                                        </p:tav>
                                        <p:tav tm="30435">
                                          <p:val>
                                            <p:strVal val="#ppt_x+0.3899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36274"/>
                                          </p:val>
                                        </p:tav>
                                        <p:tav tm="34783">
                                          <p:val>
                                            <p:strVal val="#ppt_x+0.33121"/>
                                          </p:val>
                                        </p:tav>
                                        <p:tav tm="36957">
                                          <p:val>
                                            <p:strVal val="#ppt_x+0.29653"/>
                                          </p:val>
                                        </p:tav>
                                        <p:tav tm="39130">
                                          <p:val>
                                            <p:strVal val="#ppt_x+0.26106"/>
                                          </p:val>
                                        </p:tav>
                                        <p:tav tm="41304">
                                          <p:val>
                                            <p:strVal val="#ppt_x+0.22732"/>
                                          </p:val>
                                        </p:tav>
                                        <p:tav tm="43478">
                                          <p:val>
                                            <p:strVal val="#ppt_x+0.1969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17024"/>
                                          </p:val>
                                        </p:tav>
                                        <p:tav tm="47826">
                                          <p:val>
                                            <p:strVal val="#ppt_x+0.14714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12717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10987"/>
                                          </p:val>
                                        </p:tav>
                                        <p:tav tm="54348">
                                          <p:val>
                                            <p:strVal val="#ppt_x+0.09483"/>
                                          </p:val>
                                        </p:tav>
                                        <p:tav tm="56522">
                                          <p:val>
                                            <p:strVal val="#ppt_x+0.08169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7019"/>
                                          </p:val>
                                        </p:tav>
                                        <p:tav tm="60870">
                                          <p:val>
                                            <p:strVal val="#ppt_x+0.06008"/>
                                          </p:val>
                                        </p:tav>
                                        <p:tav tm="63043">
                                          <p:val>
                                            <p:strVal val="#ppt_x+0.0512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4337"/>
                                          </p:val>
                                        </p:tav>
                                        <p:tav tm="67391">
                                          <p:val>
                                            <p:strVal val="#ppt_x+0.03648"/>
                                          </p:val>
                                        </p:tav>
                                        <p:tav tm="69565">
                                          <p:val>
                                            <p:strVal val="#ppt_x+0.03043"/>
                                          </p:val>
                                        </p:tav>
                                        <p:tav tm="71739">
                                          <p:val>
                                            <p:strVal val="#ppt_x+0.02512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1644"/>
                                          </p:val>
                                        </p:tav>
                                        <p:tav tm="80435">
                                          <p:val>
                                            <p:strVal val="#ppt_x+0.00996"/>
                                          </p:val>
                                        </p:tav>
                                        <p:tav tm="82609">
                                          <p:val>
                                            <p:strVal val="#ppt_x+0.00743"/>
                                          </p:val>
                                        </p:tav>
                                        <p:tav tm="86957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9130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93478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15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148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796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7499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6953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6582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5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4898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4078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3098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1959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8208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71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6147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5313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03967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3424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2534"/>
                                          </p:val>
                                        </p:tav>
                                        <p:tav tm="63043">
                                          <p:val>
                                            <p:strVal val="#ppt_y-0.01849"/>
                                          </p:val>
                                        </p:tav>
                                        <p:tav tm="67391">
                                          <p:val>
                                            <p:strVal val="#ppt_y-0.0131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0593"/>
                                          </p:val>
                                        </p:tav>
                                        <p:tav tm="86957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15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15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" dur="15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4792"/>
                                          </p:val>
                                        </p:tav>
                                        <p:tav tm="4348">
                                          <p:val>
                                            <p:strVal val="#ppt_x+0.44687"/>
                                          </p:val>
                                        </p:tav>
                                        <p:tav tm="6522">
                                          <p:val>
                                            <p:strVal val="#ppt_x+0.44546"/>
                                          </p:val>
                                        </p:tav>
                                        <p:tav tm="8696">
                                          <p:val>
                                            <p:strVal val="#ppt_x+0.44337"/>
                                          </p:val>
                                        </p:tav>
                                        <p:tav tm="10870">
                                          <p:val>
                                            <p:strVal val="#ppt_x+0.44049"/>
                                          </p:val>
                                        </p:tav>
                                        <p:tav tm="13043">
                                          <p:val>
                                            <p:strVal val="#ppt_x+0.43671"/>
                                          </p:val>
                                        </p:tav>
                                        <p:tav tm="15217">
                                          <p:val>
                                            <p:strVal val="#ppt_x+0.4319"/>
                                          </p:val>
                                        </p:tav>
                                        <p:tav tm="17391">
                                          <p:val>
                                            <p:strVal val="#ppt_x+0.42588"/>
                                          </p:val>
                                        </p:tav>
                                        <p:tav tm="19565">
                                          <p:val>
                                            <p:strVal val="#ppt_x+0.41842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40926"/>
                                          </p:val>
                                        </p:tav>
                                        <p:tav tm="23913">
                                          <p:val>
                                            <p:strVal val="#ppt_x+0.39806"/>
                                          </p:val>
                                        </p:tav>
                                        <p:tav tm="26087">
                                          <p:val>
                                            <p:strVal val="#ppt_x+0.38438"/>
                                          </p:val>
                                        </p:tav>
                                        <p:tav tm="28261">
                                          <p:val>
                                            <p:strVal val="#ppt_x+0.3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+0.34747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32327"/>
                                          </p:val>
                                        </p:tav>
                                        <p:tav tm="34783">
                                          <p:val>
                                            <p:strVal val="#ppt_x+0.29517"/>
                                          </p:val>
                                        </p:tav>
                                        <p:tav tm="36957">
                                          <p:val>
                                            <p:strVal val="#ppt_x+0.26426"/>
                                          </p:val>
                                        </p:tav>
                                        <p:tav tm="39130">
                                          <p:val>
                                            <p:strVal val="#ppt_x+0.23265"/>
                                          </p:val>
                                        </p:tav>
                                        <p:tav tm="41304">
                                          <p:val>
                                            <p:strVal val="#ppt_x+0.20259"/>
                                          </p:val>
                                        </p:tav>
                                        <p:tav tm="43478">
                                          <p:val>
                                            <p:strVal val="#ppt_x+0.17548"/>
                                          </p:val>
                                        </p:tav>
                                        <p:tav tm="45652">
                                          <p:val>
                                            <p:strVal val="#ppt_x+0.15172"/>
                                          </p:val>
                                        </p:tav>
                                        <p:tav tm="47826">
                                          <p:val>
                                            <p:strVal val="#ppt_x+0.13113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11334"/>
                                          </p:val>
                                        </p:tav>
                                        <p:tav tm="52174">
                                          <p:val>
                                            <p:strVal val="#ppt_x+0.09792"/>
                                          </p:val>
                                        </p:tav>
                                        <p:tav tm="54348">
                                          <p:val>
                                            <p:strVal val="#ppt_x+0.08451"/>
                                          </p:val>
                                        </p:tav>
                                        <p:tav tm="56522">
                                          <p:val>
                                            <p:strVal val="#ppt_x+0.0728"/>
                                          </p:val>
                                        </p:tav>
                                        <p:tav tm="58696">
                                          <p:val>
                                            <p:strVal val="#ppt_x+0.06255"/>
                                          </p:val>
                                        </p:tav>
                                        <p:tav tm="60870">
                                          <p:val>
                                            <p:strVal val="#ppt_x+0.05355"/>
                                          </p:val>
                                        </p:tav>
                                        <p:tav tm="63043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3865"/>
                                          </p:val>
                                        </p:tav>
                                        <p:tav tm="67391">
                                          <p:val>
                                            <p:strVal val="#ppt_x+0.03251"/>
                                          </p:val>
                                        </p:tav>
                                        <p:tav tm="69565">
                                          <p:val>
                                            <p:strVal val="#ppt_x+0.02712"/>
                                          </p:val>
                                        </p:tav>
                                        <p:tav tm="71739">
                                          <p:val>
                                            <p:strVal val="#ppt_x+0.02238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1465"/>
                                          </p:val>
                                        </p:tav>
                                        <p:tav tm="80435">
                                          <p:val>
                                            <p:strVal val="#ppt_x+0.00887"/>
                                          </p:val>
                                        </p:tav>
                                        <p:tav tm="82609">
                                          <p:val>
                                            <p:strVal val="#ppt_x+0.00662"/>
                                          </p:val>
                                        </p:tav>
                                        <p:tav tm="86957">
                                          <p:val>
                                            <p:strVal val="#ppt_x+0.00322"/>
                                          </p:val>
                                        </p:tav>
                                        <p:tav tm="93478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15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32037"/>
                                          </p:val>
                                        </p:tav>
                                        <p:tav tm="2174">
                                          <p:val>
                                            <p:strVal val="#ppt_y-1.31963"/>
                                          </p:val>
                                        </p:tav>
                                        <p:tav tm="4348">
                                          <p:val>
                                            <p:strVal val="#ppt_y-1.31728"/>
                                          </p:val>
                                        </p:tav>
                                        <p:tav tm="6522">
                                          <p:val>
                                            <p:strVal val="#ppt_y-1.31313"/>
                                          </p:val>
                                        </p:tav>
                                        <p:tav tm="8696">
                                          <p:val>
                                            <p:strVal val="#ppt_y-1.306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-1.29847"/>
                                          </p:val>
                                        </p:tav>
                                        <p:tav tm="13043">
                                          <p:val>
                                            <p:strVal val="#ppt_y-1.2873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1.27316"/>
                                          </p:val>
                                        </p:tav>
                                        <p:tav tm="17391">
                                          <p:val>
                                            <p:strVal val="#ppt_y-1.2554"/>
                                          </p:val>
                                        </p:tav>
                                        <p:tav tm="19565">
                                          <p:val>
                                            <p:strVal val="#ppt_y-1.23343"/>
                                          </p:val>
                                        </p:tav>
                                        <p:tav tm="21739">
                                          <p:val>
                                            <p:strVal val="#ppt_y-1.20643"/>
                                          </p:val>
                                        </p:tav>
                                        <p:tav tm="23913">
                                          <p:val>
                                            <p:strVal val="#ppt_y-1.1734"/>
                                          </p:val>
                                        </p:tav>
                                        <p:tav tm="26087">
                                          <p:val>
                                            <p:strVal val="#ppt_y-1.13307"/>
                                          </p:val>
                                        </p:tav>
                                        <p:tav tm="28261">
                                          <p:val>
                                            <p:strVal val="#ppt_y-1.0839"/>
                                          </p:val>
                                        </p:tav>
                                        <p:tav tm="30435">
                                          <p:val>
                                            <p:strVal val="#ppt_y-1.02428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95294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87011"/>
                                          </p:val>
                                        </p:tav>
                                        <p:tav tm="36957">
                                          <p:val>
                                            <p:strVal val="#ppt_y-0.77899"/>
                                          </p:val>
                                        </p:tav>
                                        <p:tav tm="39130">
                                          <p:val>
                                            <p:strVal val="#ppt_y-0.6858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59719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51727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44723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38655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33409"/>
                                          </p:val>
                                        </p:tav>
                                        <p:tav tm="52174">
                                          <p:val>
                                            <p:strVal val="#ppt_y-0.28864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24911"/>
                                          </p:val>
                                        </p:tav>
                                        <p:tav tm="56522">
                                          <p:val>
                                            <p:strVal val="#ppt_y-0.21461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18438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15784"/>
                                          </p:val>
                                        </p:tav>
                                        <p:tav tm="63043">
                                          <p:val>
                                            <p:strVal val="#ppt_y-0.13449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11394"/>
                                          </p:val>
                                        </p:tav>
                                        <p:tav tm="67391">
                                          <p:val>
                                            <p:strVal val="#ppt_y-0.09585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7994"/>
                                          </p:val>
                                        </p:tav>
                                        <p:tav tm="71739">
                                          <p:val>
                                            <p:strVal val="#ppt_y-0.0659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537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4318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3401"/>
                                          </p:val>
                                        </p:tav>
                                        <p:tav tm="80435">
                                          <p:val>
                                            <p:strVal val="#ppt_y-0.02616"/>
                                          </p:val>
                                        </p:tav>
                                        <p:tav tm="82609">
                                          <p:val>
                                            <p:strVal val="#ppt_y-0.01951"/>
                                          </p:val>
                                        </p:tav>
                                        <p:tav tm="86957">
                                          <p:val>
                                            <p:strVal val="#ppt_y-0.00948"/>
                                          </p:val>
                                        </p:tav>
                                        <p:tav tm="89130">
                                          <p:val>
                                            <p:strVal val="#ppt_y-0.00593"/>
                                          </p:val>
                                        </p:tav>
                                        <p:tav tm="93478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15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6"/>
                                          </p:val>
                                        </p:tav>
                                        <p:tav tm="4348">
                                          <p:val>
                                            <p:strVal val="#ppt_w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w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w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w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w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w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w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w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w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w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w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w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w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w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w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w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w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w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w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w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w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w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w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w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w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w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w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15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"/>
                                          </p:val>
                                        </p:tav>
                                        <p:tav tm="4348">
                                          <p:val>
                                            <p:strVal val="#ppt_h*5.98829"/>
                                          </p:val>
                                        </p:tav>
                                        <p:tav tm="8696">
                                          <p:val>
                                            <p:strVal val="#ppt_h*5.9492"/>
                                          </p:val>
                                        </p:tav>
                                        <p:tav tm="10870">
                                          <p:val>
                                            <p:strVal val="#ppt_h*5.9170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5.87494"/>
                                          </p:val>
                                        </p:tav>
                                        <p:tav tm="15217">
                                          <p:val>
                                            <p:strVal val="#ppt_h*5.82121"/>
                                          </p:val>
                                        </p:tav>
                                        <p:tav tm="17391">
                                          <p:val>
                                            <p:strVal val="#ppt_h*5.75396"/>
                                          </p:val>
                                        </p:tav>
                                        <p:tav tm="19565">
                                          <p:val>
                                            <p:strVal val="#ppt_h*5.6707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5.56854"/>
                                          </p:val>
                                        </p:tav>
                                        <p:tav tm="23913">
                                          <p:val>
                                            <p:strVal val="#ppt_h*5.44346"/>
                                          </p:val>
                                        </p:tav>
                                        <p:tav tm="26087">
                                          <p:val>
                                            <p:strVal val="#ppt_h*5.29071"/>
                                          </p:val>
                                        </p:tav>
                                        <p:tav tm="28261">
                                          <p:val>
                                            <p:strVal val="#ppt_h*5.10454"/>
                                          </p:val>
                                        </p:tav>
                                        <p:tav tm="30435">
                                          <p:val>
                                            <p:strVal val="#ppt_h*4.87876"/>
                                          </p:val>
                                        </p:tav>
                                        <p:tav tm="32609">
                                          <p:val>
                                            <p:strVal val="#ppt_h*4.60859"/>
                                          </p:val>
                                        </p:tav>
                                        <p:tav tm="34783">
                                          <p:val>
                                            <p:strVal val="#ppt_h*4.29495"/>
                                          </p:val>
                                        </p:tav>
                                        <p:tav tm="39130">
                                          <p:val>
                                            <p:strVal val="#ppt_h*3.59703"/>
                                          </p:val>
                                        </p:tav>
                                        <p:tav tm="41304">
                                          <p:val>
                                            <p:strVal val="#ppt_h*3.261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2.9588"/>
                                          </p:val>
                                        </p:tav>
                                        <p:tav tm="45652">
                                          <p:val>
                                            <p:strVal val="#ppt_h*2.69357"/>
                                          </p:val>
                                        </p:tav>
                                        <p:tav tm="47826">
                                          <p:val>
                                            <p:strVal val="#ppt_h*2.463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2.26515"/>
                                          </p:val>
                                        </p:tav>
                                        <p:tav tm="52174">
                                          <p:val>
                                            <p:strVal val="#ppt_h*2.09303"/>
                                          </p:val>
                                        </p:tav>
                                        <p:tav tm="54348">
                                          <p:val>
                                            <p:strVal val="#ppt_h*1.94334"/>
                                          </p:val>
                                        </p:tav>
                                        <p:tav tm="56522">
                                          <p:val>
                                            <p:strVal val="#ppt_h*1.8126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1.69822"/>
                                          </p:val>
                                        </p:tav>
                                        <p:tav tm="60870">
                                          <p:val>
                                            <p:strVal val="#ppt_h*1.59771"/>
                                          </p:val>
                                        </p:tav>
                                        <p:tav tm="63043">
                                          <p:val>
                                            <p:strVal val="#ppt_h*1.5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43147"/>
                                          </p:val>
                                        </p:tav>
                                        <p:tav tm="67391">
                                          <p:val>
                                            <p:strVal val="#ppt_h*1.36296"/>
                                          </p:val>
                                        </p:tav>
                                        <p:tav tm="71739">
                                          <p:val>
                                            <p:strVal val="#ppt_h*1.24988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.1635"/>
                                          </p:val>
                                        </p:tav>
                                        <p:tav tm="80435">
                                          <p:val>
                                            <p:strVal val="#ppt_h*1.09906"/>
                                          </p:val>
                                        </p:tav>
                                        <p:tav tm="82609">
                                          <p:val>
                                            <p:strVal val="#ppt_h*1.0739"/>
                                          </p:val>
                                        </p:tav>
                                        <p:tav tm="86957">
                                          <p:val>
                                            <p:strVal val="#ppt_h*1.03589"/>
                                          </p:val>
                                        </p:tav>
                                        <p:tav tm="93478">
                                          <p:val>
                                            <p:strVal val="#ppt_h*1.00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267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3" dur="180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68392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73937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77634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85028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98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67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7" dur="27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85679">
                                          <p:val>
                                            <p:strVal val="#ppt_x+0"/>
                                          </p:val>
                                        </p:tav>
                                        <p:tav tm="88127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914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7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85679">
                                          <p:val>
                                            <p:strVal val="#ppt_y+0"/>
                                          </p:val>
                                        </p:tav>
                                        <p:tav tm="88127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91799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9914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27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85679">
                                          <p:val>
                                            <p:strVal val="#ppt_w*1"/>
                                          </p:val>
                                        </p:tav>
                                        <p:tav tm="86903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8127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9351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9057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91799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4247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914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272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5679">
                                          <p:val>
                                            <p:strVal val="#ppt_h*1"/>
                                          </p:val>
                                        </p:tav>
                                        <p:tav tm="86903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8127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9351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9057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91799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4247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914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27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53856">
                                          <p:val>
                                            <p:strVal val="#ppt_x-0.00173"/>
                                          </p:val>
                                        </p:tav>
                                        <p:tav tm="72215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88127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914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7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55080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74663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85679">
                                          <p:val>
                                            <p:strVal val="#ppt_y+0"/>
                                          </p:val>
                                        </p:tav>
                                        <p:tav tm="88127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9914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27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85679">
                                          <p:val>
                                            <p:strVal val="#ppt_w*1"/>
                                          </p:val>
                                        </p:tav>
                                        <p:tav tm="86903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8127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9351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9057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91799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4247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914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7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5679">
                                          <p:val>
                                            <p:strVal val="#ppt_h*1"/>
                                          </p:val>
                                        </p:tav>
                                        <p:tav tm="86903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8127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9351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9057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91799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4247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914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72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53856">
                                          <p:val>
                                            <p:fltVal val="-17.83"/>
                                          </p:val>
                                        </p:tav>
                                        <p:tav tm="56304">
                                          <p:val>
                                            <p:fltVal val="-17.21"/>
                                          </p:val>
                                        </p:tav>
                                        <p:tav tm="58752">
                                          <p:val>
                                            <p:fltVal val="-15.86"/>
                                          </p:val>
                                        </p:tav>
                                        <p:tav tm="61200">
                                          <p:val>
                                            <p:fltVal val="-13.37"/>
                                          </p:val>
                                        </p:tav>
                                        <p:tav tm="64871">
                                          <p:val>
                                            <p:fltVal val="-8.2"/>
                                          </p:val>
                                        </p:tav>
                                        <p:tav tm="67319">
                                          <p:val>
                                            <p:fltVal val="-5.52"/>
                                          </p:val>
                                        </p:tav>
                                        <p:tav tm="69767">
                                          <p:val>
                                            <p:fltVal val="-3.66"/>
                                          </p:val>
                                        </p:tav>
                                        <p:tav tm="73439">
                                          <p:val>
                                            <p:fltVal val="-1.88"/>
                                          </p:val>
                                        </p:tav>
                                        <p:tav tm="77111">
                                          <p:val>
                                            <p:fltVal val="-0.84"/>
                                          </p:val>
                                        </p:tav>
                                        <p:tav tm="82007">
                                          <p:val>
                                            <p:fltVal val="-0.16"/>
                                          </p:val>
                                        </p:tav>
                                        <p:tav tm="99143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47714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764"/>
                                          </p:val>
                                        </p:tav>
                                        <p:tav tm="47714">
                                          <p:val>
                                            <p:strVal val="#ppt_y-0.19764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15525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11593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08279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0572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3845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2495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1525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0828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58648">
                                          <p:val>
                                            <p:strVal val="#ppt_y+0.00268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556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4091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55733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68308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78078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85273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90467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94206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8827"/>
                                          </p:val>
                                        </p:tav>
                                        <p:tav tm="58648">
                                          <p:val>
                                            <p:strVal val="#ppt_w*1.01132"/>
                                          </p:val>
                                        </p:tav>
                                        <p:tav tm="61630">
                                          <p:val>
                                            <p:strVal val="#ppt_w*1.02246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182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3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4091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55733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68308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78078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85273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90467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94206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8827"/>
                                          </p:val>
                                        </p:tav>
                                        <p:tav tm="58648">
                                          <p:val>
                                            <p:strVal val="#ppt_h*1.01132"/>
                                          </p:val>
                                        </p:tav>
                                        <p:tav tm="61630">
                                          <p:val>
                                            <p:strVal val="#ppt_h*1.02246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182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3"/>
                                          </p:val>
                                        </p:tav>
                                        <p:tav tm="47714">
                                          <p:val>
                                            <p:fltVal val="-113"/>
                                          </p:val>
                                        </p:tav>
                                        <p:tav tm="48708">
                                          <p:val>
                                            <p:fltVal val="-87.54"/>
                                          </p:val>
                                        </p:tav>
                                        <p:tav tm="49702">
                                          <p:val>
                                            <p:fltVal val="-63.83"/>
                                          </p:val>
                                        </p:tav>
                                        <p:tav tm="50696">
                                          <p:val>
                                            <p:fltVal val="-43.71"/>
                                          </p:val>
                                        </p:tav>
                                        <p:tav tm="51690">
                                          <p:val>
                                            <p:fltVal val="-28.08"/>
                                          </p:val>
                                        </p:tav>
                                        <p:tav tm="52684">
                                          <p:val>
                                            <p:fltVal val="-16.56"/>
                                          </p:val>
                                        </p:tav>
                                        <p:tav tm="53678">
                                          <p:val>
                                            <p:fltVal val="-8.25"/>
                                          </p:val>
                                        </p:tav>
                                        <p:tav tm="54672">
                                          <p:val>
                                            <p:fltVal val="-2.27"/>
                                          </p:val>
                                        </p:tav>
                                        <p:tav tm="55666">
                                          <p:val>
                                            <p:fltVal val="2.04"/>
                                          </p:val>
                                        </p:tav>
                                        <p:tav tm="56660">
                                          <p:val>
                                            <p:fltVal val="5.12"/>
                                          </p:val>
                                        </p:tav>
                                        <p:tav tm="57654">
                                          <p:val>
                                            <p:fltVal val="7.31"/>
                                          </p:val>
                                        </p:tav>
                                        <p:tav tm="58648">
                                          <p:val>
                                            <p:fltVal val="8.81"/>
                                          </p:val>
                                        </p:tav>
                                        <p:tav tm="60636">
                                          <p:val>
                                            <p:fltVal val="10.36"/>
                                          </p:val>
                                        </p:tav>
                                        <p:tav tm="62624">
                                          <p:val>
                                            <p:fltVal val="10.57"/>
                                          </p:val>
                                        </p:tav>
                                        <p:tav tm="65606">
                                          <p:val>
                                            <p:fltVal val="9.35"/>
                                          </p:val>
                                        </p:tav>
                                        <p:tav tm="68588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3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08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1908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1173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956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839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74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78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92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3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170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21706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7687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13423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9774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6911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4787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3245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2132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1328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75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34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74553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78529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79523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356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39062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54078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66966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77067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4538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89939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3825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8632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104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2238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.01856"/>
                                          </p:val>
                                        </p:tav>
                                        <p:tav tm="78529">
                                          <p:val>
                                            <p:strVal val="#ppt_w*1.00067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39062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54078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66966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77067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4538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89939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3825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8632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104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2238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.01856"/>
                                          </p:val>
                                        </p:tav>
                                        <p:tav tm="78529">
                                          <p:val>
                                            <p:strVal val="#ppt_h*1.00067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3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4"/>
                                          </p:val>
                                        </p:tav>
                                        <p:tav tm="57654">
                                          <p:val>
                                            <p:fltVal val="164"/>
                                          </p:val>
                                        </p:tav>
                                        <p:tav tm="58648">
                                          <p:val>
                                            <p:fltVal val="134.56"/>
                                          </p:val>
                                        </p:tav>
                                        <p:tav tm="59642">
                                          <p:val>
                                            <p:fltVal val="103.13"/>
                                          </p:val>
                                        </p:tav>
                                        <p:tav tm="60636">
                                          <p:val>
                                            <p:fltVal val="76.15"/>
                                          </p:val>
                                        </p:tav>
                                        <p:tav tm="61630">
                                          <p:val>
                                            <p:fltVal val="55.01"/>
                                          </p:val>
                                        </p:tav>
                                        <p:tav tm="62624">
                                          <p:val>
                                            <p:fltVal val="39.37"/>
                                          </p:val>
                                        </p:tav>
                                        <p:tav tm="63618">
                                          <p:val>
                                            <p:fltVal val="28.06"/>
                                          </p:val>
                                        </p:tav>
                                        <p:tav tm="64612">
                                          <p:val>
                                            <p:fltVal val="19.93"/>
                                          </p:val>
                                        </p:tav>
                                        <p:tav tm="65606">
                                          <p:val>
                                            <p:fltVal val="14.07"/>
                                          </p:val>
                                        </p:tav>
                                        <p:tav tm="66600">
                                          <p:val>
                                            <p:fltVal val="9.86"/>
                                          </p:val>
                                        </p:tav>
                                        <p:tav tm="67594">
                                          <p:val>
                                            <p:fltVal val="6.88"/>
                                          </p:val>
                                        </p:tav>
                                        <p:tav tm="68588">
                                          <p:val>
                                            <p:fltVal val="4.82"/>
                                          </p:val>
                                        </p:tav>
                                        <p:tav tm="69583">
                                          <p:val>
                                            <p:fltVal val="3.47"/>
                                          </p:val>
                                        </p:tav>
                                        <p:tav tm="71571">
                                          <p:val>
                                            <p:fltVal val="2.32"/>
                                          </p:val>
                                        </p:tav>
                                        <p:tav tm="74553">
                                          <p:val>
                                            <p:fltVal val="3.11"/>
                                          </p:val>
                                        </p:tav>
                                        <p:tav tm="78529">
                                          <p:val>
                                            <p:fltVal val="6.86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67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7" dur="3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71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2371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2235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1584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1132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863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715"/>
                                          </p:val>
                                        </p:tav>
                                        <p:tav tm="68588">
                                          <p:val>
                                            <p:strVal val="#ppt_x+0.0059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653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3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888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23888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22102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7301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2935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9323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6566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4552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3101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2058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1308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0398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72565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76541">
                                          <p:val>
                                            <p:strVal val="#ppt_y-0.00579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579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89463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30836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46491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60614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72187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80964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87362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1971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5288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9381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388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1702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3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30836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46491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60614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72187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80964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87362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1971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5288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9381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388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1702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3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3"/>
                                          </p:val>
                                        </p:tav>
                                        <p:tav tm="54672">
                                          <p:val>
                                            <p:fltVal val="173"/>
                                          </p:val>
                                        </p:tav>
                                        <p:tav tm="55666">
                                          <p:val>
                                            <p:fltVal val="188.1"/>
                                          </p:val>
                                        </p:tav>
                                        <p:tav tm="56660">
                                          <p:val>
                                            <p:fltVal val="228.59"/>
                                          </p:val>
                                        </p:tav>
                                        <p:tav tm="57654">
                                          <p:val>
                                            <p:fltVal val="265.12"/>
                                          </p:val>
                                        </p:tav>
                                        <p:tav tm="58648">
                                          <p:val>
                                            <p:fltVal val="295.06"/>
                                          </p:val>
                                        </p:tav>
                                        <p:tav tm="59642">
                                          <p:val>
                                            <p:fltVal val="317.76"/>
                                          </p:val>
                                        </p:tav>
                                        <p:tav tm="60636">
                                          <p:val>
                                            <p:fltVal val="334.31"/>
                                          </p:val>
                                        </p:tav>
                                        <p:tav tm="61630">
                                          <p:val>
                                            <p:fltVal val="346.23"/>
                                          </p:val>
                                        </p:tav>
                                        <p:tav tm="62624">
                                          <p:val>
                                            <p:fltVal val="354.81"/>
                                          </p:val>
                                        </p:tav>
                                        <p:tav tm="63618">
                                          <p:val>
                                            <p:fltVal val="360.99"/>
                                          </p:val>
                                        </p:tav>
                                        <p:tav tm="64612">
                                          <p:val>
                                            <p:fltVal val="365.4"/>
                                          </p:val>
                                        </p:tav>
                                        <p:tav tm="65606">
                                          <p:val>
                                            <p:fltVal val="368.49"/>
                                          </p:val>
                                        </p:tav>
                                        <p:tav tm="66600">
                                          <p:val>
                                            <p:fltVal val="370.59"/>
                                          </p:val>
                                        </p:tav>
                                        <p:tav tm="67594">
                                          <p:val>
                                            <p:fltVal val="371.91"/>
                                          </p:val>
                                        </p:tav>
                                        <p:tav tm="69583">
                                          <p:val>
                                            <p:fltVal val="372.84"/>
                                          </p:val>
                                        </p:tav>
                                        <p:tav tm="70577">
                                          <p:val>
                                            <p:fltVal val="372.67"/>
                                          </p:val>
                                        </p:tav>
                                        <p:tav tm="72565">
                                          <p:val>
                                            <p:fltVal val="371.4"/>
                                          </p:val>
                                        </p:tav>
                                        <p:tav tm="76541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" dur="3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424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3424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193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1517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1196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096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789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579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423"/>
                                          </p:val>
                                        </p:tav>
                                        <p:tav tm="73559">
                                          <p:val>
                                            <p:strVal val="#ppt_x+0.0051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3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959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24959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20532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5652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11493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8219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5773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3986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2689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1749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1072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255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73559">
                                          <p:val>
                                            <p:strVal val="#ppt_y-0.00564"/>
                                          </p:val>
                                        </p:tav>
                                        <p:tav tm="74553">
                                          <p:val>
                                            <p:strVal val="#ppt_y-0.00593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593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38491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5356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66544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76748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4307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89772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3705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857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1011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2235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1867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38491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5356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66544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76748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4307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89772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3705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857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1011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2235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1867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3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2"/>
                                          </p:val>
                                        </p:tav>
                                        <p:tav tm="52684">
                                          <p:val>
                                            <p:fltVal val="-122"/>
                                          </p:val>
                                        </p:tav>
                                        <p:tav tm="53678">
                                          <p:val>
                                            <p:fltVal val="-163.55"/>
                                          </p:val>
                                        </p:tav>
                                        <p:tav tm="54672">
                                          <p:val>
                                            <p:fltVal val="-209.97"/>
                                          </p:val>
                                        </p:tav>
                                        <p:tav tm="55666">
                                          <p:val>
                                            <p:fltVal val="-249.96"/>
                                          </p:val>
                                        </p:tav>
                                        <p:tav tm="56660">
                                          <p:val>
                                            <p:fltVal val="-281.39"/>
                                          </p:val>
                                        </p:tav>
                                        <p:tav tm="57654">
                                          <p:val>
                                            <p:fltVal val="-304.66"/>
                                          </p:val>
                                        </p:tav>
                                        <p:tav tm="58648">
                                          <p:val>
                                            <p:fltVal val="-321.5"/>
                                          </p:val>
                                        </p:tav>
                                        <p:tav tm="59642">
                                          <p:val>
                                            <p:fltVal val="-333.61"/>
                                          </p:val>
                                        </p:tav>
                                        <p:tav tm="60636">
                                          <p:val>
                                            <p:fltVal val="-342.33"/>
                                          </p:val>
                                        </p:tav>
                                        <p:tav tm="61630">
                                          <p:val>
                                            <p:fltVal val="-348.59"/>
                                          </p:val>
                                        </p:tav>
                                        <p:tav tm="62624">
                                          <p:val>
                                            <p:fltVal val="-353.04"/>
                                          </p:val>
                                        </p:tav>
                                        <p:tav tm="63618">
                                          <p:val>
                                            <p:fltVal val="-356.11"/>
                                          </p:val>
                                        </p:tav>
                                        <p:tav tm="64612">
                                          <p:val>
                                            <p:fltVal val="-358.14"/>
                                          </p:val>
                                        </p:tav>
                                        <p:tav tm="65606">
                                          <p:val>
                                            <p:fltVal val="-359.34"/>
                                          </p:val>
                                        </p:tav>
                                        <p:tav tm="66600">
                                          <p:val>
                                            <p:fltVal val="-359.88"/>
                                          </p:val>
                                        </p:tav>
                                        <p:tav tm="67594">
                                          <p:val>
                                            <p:fltVal val="-359.91"/>
                                          </p:val>
                                        </p:tav>
                                        <p:tav tm="69583">
                                          <p:val>
                                            <p:fltVal val="-358.75"/>
                                          </p:val>
                                        </p:tav>
                                        <p:tav tm="71571">
                                          <p:val>
                                            <p:fltVal val="-356.42"/>
                                          </p:val>
                                        </p:tav>
                                        <p:tav tm="73559">
                                          <p:val>
                                            <p:fltVal val="-353.27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67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2" dur="3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79"/>
                                          </p:val>
                                        </p:tav>
                                        <p:tav tm="49702">
                                          <p:val>
                                            <p:strVal val="#ppt_x+0.01779"/>
                                          </p:val>
                                        </p:tav>
                                        <p:tav tm="50696">
                                          <p:val>
                                            <p:strVal val="#ppt_x+0.01661"/>
                                          </p:val>
                                        </p:tav>
                                        <p:tav tm="51690">
                                          <p:val>
                                            <p:strVal val="#ppt_x+0.01326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1071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089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0545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377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3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7654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27654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25782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20242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5237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1064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7837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5456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3732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2489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1596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958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71571">
                                          <p:val>
                                            <p:strVal val="#ppt_y-0.0071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71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46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3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30254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45941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60141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71816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069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87164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1828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5186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9328"/>
                                          </p:val>
                                        </p:tav>
                                        <p:tav tm="61630">
                                          <p:val>
                                            <p:strVal val="#ppt_w*1.01365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1715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30254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45941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60141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71816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069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87164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1828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5186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9328"/>
                                          </p:val>
                                        </p:tav>
                                        <p:tav tm="61630">
                                          <p:val>
                                            <p:strVal val="#ppt_h*1.01365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1715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3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9"/>
                                          </p:val>
                                        </p:tav>
                                        <p:tav tm="49702">
                                          <p:val>
                                            <p:fltVal val="99"/>
                                          </p:val>
                                        </p:tav>
                                        <p:tav tm="50696">
                                          <p:val>
                                            <p:fltVal val="117.77"/>
                                          </p:val>
                                        </p:tav>
                                        <p:tav tm="51690">
                                          <p:val>
                                            <p:fltVal val="173.83"/>
                                          </p:val>
                                        </p:tav>
                                        <p:tav tm="52684">
                                          <p:val>
                                            <p:fltVal val="224.57"/>
                                          </p:val>
                                        </p:tav>
                                        <p:tav tm="53678">
                                          <p:val>
                                            <p:fltVal val="266.29"/>
                                          </p:val>
                                        </p:tav>
                                        <p:tav tm="54672">
                                          <p:val>
                                            <p:fltVal val="298"/>
                                          </p:val>
                                        </p:tav>
                                        <p:tav tm="55666">
                                          <p:val>
                                            <p:fltVal val="321.13"/>
                                          </p:val>
                                        </p:tav>
                                        <p:tav tm="56660">
                                          <p:val>
                                            <p:fltVal val="337.8"/>
                                          </p:val>
                                        </p:tav>
                                        <p:tav tm="57654">
                                          <p:val>
                                            <p:fltVal val="349.8"/>
                                          </p:val>
                                        </p:tav>
                                        <p:tav tm="58648">
                                          <p:val>
                                            <p:fltVal val="358.43"/>
                                          </p:val>
                                        </p:tav>
                                        <p:tav tm="59642">
                                          <p:val>
                                            <p:fltVal val="364.6"/>
                                          </p:val>
                                        </p:tav>
                                        <p:tav tm="60636">
                                          <p:val>
                                            <p:fltVal val="368.94"/>
                                          </p:val>
                                        </p:tav>
                                        <p:tav tm="61630">
                                          <p:val>
                                            <p:fltVal val="371.88"/>
                                          </p:val>
                                        </p:tav>
                                        <p:tav tm="62624">
                                          <p:val>
                                            <p:fltVal val="373.73"/>
                                          </p:val>
                                        </p:tav>
                                        <p:tav tm="63618">
                                          <p:val>
                                            <p:fltVal val="374.74"/>
                                          </p:val>
                                        </p:tav>
                                        <p:tav tm="64612">
                                          <p:val>
                                            <p:fltVal val="375.07"/>
                                          </p:val>
                                        </p:tav>
                                        <p:tav tm="65606">
                                          <p:val>
                                            <p:fltVal val="374.84"/>
                                          </p:val>
                                        </p:tav>
                                        <p:tav tm="67594">
                                          <p:val>
                                            <p:fltVal val="373.13"/>
                                          </p:val>
                                        </p:tav>
                                        <p:tav tm="71571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3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47714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50696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2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265"/>
                                          </p:val>
                                        </p:tav>
                                        <p:tav tm="47714">
                                          <p:val>
                                            <p:strVal val="#ppt_y-0.29265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24286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18482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13496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09586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6695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4607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3105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2023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1247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0695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0313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0642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683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683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33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37919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53045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6612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76426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84072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89603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93584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64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9969"/>
                                          </p:val>
                                        </p:tav>
                                        <p:tav tm="59642">
                                          <p:val>
                                            <p:strVal val="#ppt_w*1.01648"/>
                                          </p:val>
                                        </p:tav>
                                        <p:tav tm="62624">
                                          <p:val>
                                            <p:strVal val="#ppt_w*1.02245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3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37919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53045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6612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76426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84072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89603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93584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64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9969"/>
                                          </p:val>
                                        </p:tav>
                                        <p:tav tm="59642">
                                          <p:val>
                                            <p:strVal val="#ppt_h*1.01648"/>
                                          </p:val>
                                        </p:tav>
                                        <p:tav tm="62624">
                                          <p:val>
                                            <p:strVal val="#ppt_h*1.02245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2"/>
                                          </p:val>
                                        </p:tav>
                                        <p:tav tm="47714">
                                          <p:val>
                                            <p:fltVal val="152"/>
                                          </p:val>
                                        </p:tav>
                                        <p:tav tm="48708">
                                          <p:val>
                                            <p:fltVal val="127.02"/>
                                          </p:val>
                                        </p:tav>
                                        <p:tav tm="49702">
                                          <p:val>
                                            <p:fltVal val="97.78"/>
                                          </p:val>
                                        </p:tav>
                                        <p:tav tm="50696">
                                          <p:val>
                                            <p:fltVal val="72.5"/>
                                          </p:val>
                                        </p:tav>
                                        <p:tav tm="51690">
                                          <p:val>
                                            <p:fltVal val="52.58"/>
                                          </p:val>
                                        </p:tav>
                                        <p:tav tm="52684">
                                          <p:val>
                                            <p:fltVal val="37.79"/>
                                          </p:val>
                                        </p:tav>
                                        <p:tav tm="53678">
                                          <p:val>
                                            <p:fltVal val="27.1"/>
                                          </p:val>
                                        </p:tav>
                                        <p:tav tm="54672">
                                          <p:val>
                                            <p:fltVal val="19.4"/>
                                          </p:val>
                                        </p:tav>
                                        <p:tav tm="55666">
                                          <p:val>
                                            <p:fltVal val="13.86"/>
                                          </p:val>
                                        </p:tav>
                                        <p:tav tm="56660">
                                          <p:val>
                                            <p:fltVal val="9.89"/>
                                          </p:val>
                                        </p:tav>
                                        <p:tav tm="57654">
                                          <p:val>
                                            <p:fltVal val="7.06"/>
                                          </p:val>
                                        </p:tav>
                                        <p:tav tm="58648">
                                          <p:val>
                                            <p:fltVal val="5.1"/>
                                          </p:val>
                                        </p:tav>
                                        <p:tav tm="59642">
                                          <p:val>
                                            <p:fltVal val="3.81"/>
                                          </p:val>
                                        </p:tav>
                                        <p:tav tm="61630">
                                          <p:val>
                                            <p:fltVal val="2.69"/>
                                          </p:val>
                                        </p:tav>
                                        <p:tav tm="64612">
                                          <p:val>
                                            <p:fltVal val="3.37"/>
                                          </p:val>
                                        </p:tav>
                                        <p:tav tm="68588">
                                          <p:val>
                                            <p:fltVal val="6.79"/>
                                          </p:val>
                                        </p:tav>
                                        <p:tav tm="69583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65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465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3927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2934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2085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1428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947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602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355"/>
                                          </p:val>
                                        </p:tav>
                                        <p:tav tm="66600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79523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95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29956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2566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19681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14433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1026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7162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4928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3326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2177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1353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767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0361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74553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78529">
                                          <p:val>
                                            <p:strVal val="#ppt_y-0.00632"/>
                                          </p:val>
                                        </p:tav>
                                        <p:tav tm="79523">
                                          <p:val>
                                            <p:strVal val="#ppt_y-0.00699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699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35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3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36052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5134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6471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75355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3291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8904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3179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6158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8299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0881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222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.01912"/>
                                          </p:val>
                                        </p:tav>
                                        <p:tav tm="7952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36052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5134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6471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75355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3291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8904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3179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6158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8299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0881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222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.01912"/>
                                          </p:val>
                                        </p:tav>
                                        <p:tav tm="7952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3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5"/>
                                          </p:val>
                                        </p:tav>
                                        <p:tav tm="57654">
                                          <p:val>
                                            <p:fltVal val="185"/>
                                          </p:val>
                                        </p:tav>
                                        <p:tav tm="58648">
                                          <p:val>
                                            <p:fltVal val="211.82"/>
                                          </p:val>
                                        </p:tav>
                                        <p:tav tm="59642">
                                          <p:val>
                                            <p:fltVal val="248.92"/>
                                          </p:val>
                                        </p:tav>
                                        <p:tav tm="60636">
                                          <p:val>
                                            <p:fltVal val="281.37"/>
                                          </p:val>
                                        </p:tav>
                                        <p:tav tm="61630">
                                          <p:val>
                                            <p:fltVal val="307.2"/>
                                          </p:val>
                                        </p:tav>
                                        <p:tav tm="62624">
                                          <p:val>
                                            <p:fltVal val="326.45"/>
                                          </p:val>
                                        </p:tav>
                                        <p:tav tm="63618">
                                          <p:val>
                                            <p:fltVal val="340.4"/>
                                          </p:val>
                                        </p:tav>
                                        <p:tav tm="64612">
                                          <p:val>
                                            <p:fltVal val="350.45"/>
                                          </p:val>
                                        </p:tav>
                                        <p:tav tm="65606">
                                          <p:val>
                                            <p:fltVal val="357.68"/>
                                          </p:val>
                                        </p:tav>
                                        <p:tav tm="66600">
                                          <p:val>
                                            <p:fltVal val="362.87"/>
                                          </p:val>
                                        </p:tav>
                                        <p:tav tm="67594">
                                          <p:val>
                                            <p:fltVal val="366.57"/>
                                          </p:val>
                                        </p:tav>
                                        <p:tav tm="68588">
                                          <p:val>
                                            <p:fltVal val="369.14"/>
                                          </p:val>
                                        </p:tav>
                                        <p:tav tm="69583">
                                          <p:val>
                                            <p:fltVal val="370.85"/>
                                          </p:val>
                                        </p:tav>
                                        <p:tav tm="70577">
                                          <p:val>
                                            <p:fltVal val="371.88"/>
                                          </p:val>
                                        </p:tav>
                                        <p:tav tm="72565">
                                          <p:val>
                                            <p:fltVal val="372.46"/>
                                          </p:val>
                                        </p:tav>
                                        <p:tav tm="75547">
                                          <p:val>
                                            <p:fltVal val="370.85"/>
                                          </p:val>
                                        </p:tav>
                                        <p:tav tm="78529">
                                          <p:val>
                                            <p:fltVal val="367.42"/>
                                          </p:val>
                                        </p:tav>
                                        <p:tav tm="79523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67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4" dur="3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223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6223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6003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4729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353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252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1751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1198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0805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527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187"/>
                                          </p:val>
                                        </p:tav>
                                        <p:tav tm="66600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76541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89463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655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6655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16047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2573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9404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6806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4848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3427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2408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1145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316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72565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76541">
                                          <p:val>
                                            <p:strVal val="#ppt_y-0.00579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579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2777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4358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58092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70198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7949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86296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120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4736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9099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259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2255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1766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2777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4358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58092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70198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7949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86296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120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4736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9099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259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2255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1766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3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4"/>
                                          </p:val>
                                        </p:tav>
                                        <p:tav tm="54672">
                                          <p:val>
                                            <p:fltVal val="-134"/>
                                          </p:val>
                                        </p:tav>
                                        <p:tav tm="55666">
                                          <p:val>
                                            <p:fltVal val="-142.1"/>
                                          </p:val>
                                        </p:tav>
                                        <p:tav tm="56660">
                                          <p:val>
                                            <p:fltVal val="-188.26"/>
                                          </p:val>
                                        </p:tav>
                                        <p:tav tm="57654">
                                          <p:val>
                                            <p:fltVal val="-230.63"/>
                                          </p:val>
                                        </p:tav>
                                        <p:tav tm="58648">
                                          <p:val>
                                            <p:fltVal val="-265.98"/>
                                          </p:val>
                                        </p:tav>
                                        <p:tav tm="59642">
                                          <p:val>
                                            <p:fltVal val="-293.11"/>
                                          </p:val>
                                        </p:tav>
                                        <p:tav tm="60636">
                                          <p:val>
                                            <p:fltVal val="-312.99"/>
                                          </p:val>
                                        </p:tav>
                                        <p:tav tm="61630">
                                          <p:val>
                                            <p:fltVal val="-327.32"/>
                                          </p:val>
                                        </p:tav>
                                        <p:tav tm="62624">
                                          <p:val>
                                            <p:fltVal val="-337.63"/>
                                          </p:val>
                                        </p:tav>
                                        <p:tav tm="63618">
                                          <p:val>
                                            <p:fltVal val="-345.05"/>
                                          </p:val>
                                        </p:tav>
                                        <p:tav tm="64612">
                                          <p:val>
                                            <p:fltVal val="-350.37"/>
                                          </p:val>
                                        </p:tav>
                                        <p:tav tm="65606">
                                          <p:val>
                                            <p:fltVal val="-354.12"/>
                                          </p:val>
                                        </p:tav>
                                        <p:tav tm="66600">
                                          <p:val>
                                            <p:fltVal val="-356.68"/>
                                          </p:val>
                                        </p:tav>
                                        <p:tav tm="67594">
                                          <p:val>
                                            <p:fltVal val="-358.32"/>
                                          </p:val>
                                        </p:tav>
                                        <p:tav tm="69583">
                                          <p:val>
                                            <p:fltVal val="-359.58"/>
                                          </p:val>
                                        </p:tav>
                                        <p:tav tm="70577">
                                          <p:val>
                                            <p:fltVal val="-359.46"/>
                                          </p:val>
                                        </p:tav>
                                        <p:tav tm="72565">
                                          <p:val>
                                            <p:fltVal val="-358.16"/>
                                          </p:val>
                                        </p:tav>
                                        <p:tav tm="76541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" dur="3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269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9269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8006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6156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4533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3237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2269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1567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1062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74553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86481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88469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3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996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0996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9554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744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559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4111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3006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2205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1628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1213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0915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554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366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74553">
                                          <p:val>
                                            <p:strVal val="#ppt_y-0.00671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671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3547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5081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64272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75018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3044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88863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3051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6066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8233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0849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2215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1922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3547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5081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64272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75018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3044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88863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3051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6066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8233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0849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2215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1922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1"/>
                                          </p:val>
                                        </p:tav>
                                        <p:tav tm="52684">
                                          <p:val>
                                            <p:fltVal val="111"/>
                                          </p:val>
                                        </p:tav>
                                        <p:tav tm="53678">
                                          <p:val>
                                            <p:fltVal val="146.76"/>
                                          </p:val>
                                        </p:tav>
                                        <p:tav tm="54672">
                                          <p:val>
                                            <p:fltVal val="199.11"/>
                                          </p:val>
                                        </p:tav>
                                        <p:tav tm="55666">
                                          <p:val>
                                            <p:fltVal val="245.05"/>
                                          </p:val>
                                        </p:tav>
                                        <p:tav tm="56660">
                                          <p:val>
                                            <p:fltVal val="281.73"/>
                                          </p:val>
                                        </p:tav>
                                        <p:tav tm="57654">
                                          <p:val>
                                            <p:fltVal val="309.12"/>
                                          </p:val>
                                        </p:tav>
                                        <p:tav tm="58648">
                                          <p:val>
                                            <p:fltVal val="328.98"/>
                                          </p:val>
                                        </p:tav>
                                        <p:tav tm="59642">
                                          <p:val>
                                            <p:fltVal val="343.28"/>
                                          </p:val>
                                        </p:tav>
                                        <p:tav tm="60636">
                                          <p:val>
                                            <p:fltVal val="353.57"/>
                                          </p:val>
                                        </p:tav>
                                        <p:tav tm="61630">
                                          <p:val>
                                            <p:fltVal val="360.97"/>
                                          </p:val>
                                        </p:tav>
                                        <p:tav tm="62624">
                                          <p:val>
                                            <p:fltVal val="366.23"/>
                                          </p:val>
                                        </p:tav>
                                        <p:tav tm="63618">
                                          <p:val>
                                            <p:fltVal val="369.9"/>
                                          </p:val>
                                        </p:tav>
                                        <p:tav tm="64612">
                                          <p:val>
                                            <p:fltVal val="372.34"/>
                                          </p:val>
                                        </p:tav>
                                        <p:tav tm="65606">
                                          <p:val>
                                            <p:fltVal val="373.83"/>
                                          </p:val>
                                        </p:tav>
                                        <p:tav tm="66600">
                                          <p:val>
                                            <p:fltVal val="374.56"/>
                                          </p:val>
                                        </p:tav>
                                        <p:tav tm="67594">
                                          <p:val>
                                            <p:fltVal val="374.69"/>
                                          </p:val>
                                        </p:tav>
                                        <p:tav tm="69583">
                                          <p:val>
                                            <p:fltVal val="373.56"/>
                                          </p:val>
                                        </p:tav>
                                        <p:tav tm="71571">
                                          <p:val>
                                            <p:fltVal val="371.08"/>
                                          </p:val>
                                        </p:tav>
                                        <p:tav tm="73559">
                                          <p:val>
                                            <p:fltVal val="367.66"/>
                                          </p:val>
                                        </p:tav>
                                        <p:tav tm="74553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67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9" dur="3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0536"/>
                                          </p:val>
                                        </p:tav>
                                        <p:tav tm="49702">
                                          <p:val>
                                            <p:strVal val="#ppt_x-0.10536"/>
                                          </p:val>
                                        </p:tav>
                                        <p:tav tm="50696">
                                          <p:val>
                                            <p:strVal val="#ppt_x-0.10235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8064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6068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4395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3104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2154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1467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0972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0615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036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71571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6481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88469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3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359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08359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08137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06528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5029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3761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2778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2054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1532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691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354"/>
                                          </p:val>
                                        </p:tav>
                                        <p:tav tm="71571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27191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43023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57601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69807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79199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86086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105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4627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904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1.01233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2253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27191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43023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57601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69807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79199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86086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105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4627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904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1.01233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2253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0"/>
                                          </p:val>
                                        </p:tav>
                                        <p:tav tm="49702">
                                          <p:val>
                                            <p:fltVal val="140"/>
                                          </p:val>
                                        </p:tav>
                                        <p:tav tm="50696">
                                          <p:val>
                                            <p:fltVal val="136.11"/>
                                          </p:val>
                                        </p:tav>
                                        <p:tav tm="51690">
                                          <p:val>
                                            <p:fltVal val="108.04"/>
                                          </p:val>
                                        </p:tav>
                                        <p:tav tm="52684">
                                          <p:val>
                                            <p:fltVal val="82.19"/>
                                          </p:val>
                                        </p:tav>
                                        <p:tav tm="53678">
                                          <p:val>
                                            <p:fltVal val="60.54"/>
                                          </p:val>
                                        </p:tav>
                                        <p:tav tm="54672">
                                          <p:val>
                                            <p:fltVal val="43.89"/>
                                          </p:val>
                                        </p:tav>
                                        <p:tav tm="55666">
                                          <p:val>
                                            <p:fltVal val="31.67"/>
                                          </p:val>
                                        </p:tav>
                                        <p:tav tm="56660">
                                          <p:val>
                                            <p:fltVal val="22.87"/>
                                          </p:val>
                                        </p:tav>
                                        <p:tav tm="57654">
                                          <p:val>
                                            <p:fltVal val="16.53"/>
                                          </p:val>
                                        </p:tav>
                                        <p:tav tm="58648">
                                          <p:val>
                                            <p:fltVal val="11.97"/>
                                          </p:val>
                                        </p:tav>
                                        <p:tav tm="59642">
                                          <p:val>
                                            <p:fltVal val="8.7"/>
                                          </p:val>
                                        </p:tav>
                                        <p:tav tm="60636">
                                          <p:val>
                                            <p:fltVal val="6.39"/>
                                          </p:val>
                                        </p:tav>
                                        <p:tav tm="61630">
                                          <p:val>
                                            <p:fltVal val="4.81"/>
                                          </p:val>
                                        </p:tav>
                                        <p:tav tm="62624">
                                          <p:val>
                                            <p:fltVal val="3.8"/>
                                          </p:val>
                                        </p:tav>
                                        <p:tav tm="64612">
                                          <p:val>
                                            <p:fltVal val="3"/>
                                          </p:val>
                                        </p:tav>
                                        <p:tav tm="67594">
                                          <p:val>
                                            <p:fltVal val="3.85"/>
                                          </p:val>
                                        </p:tav>
                                        <p:tav tm="71571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67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7" dur="3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646"/>
                                          </p:val>
                                        </p:tav>
                                        <p:tav tm="47714">
                                          <p:val>
                                            <p:strVal val="#ppt_x-0.03646"/>
                                          </p:val>
                                        </p:tav>
                                        <p:tav tm="48708">
                                          <p:val>
                                            <p:strVal val="#ppt_x-0.03039"/>
                                          </p:val>
                                        </p:tav>
                                        <p:tav tm="49702">
                                          <p:val>
                                            <p:strVal val="#ppt_x-0.02102"/>
                                          </p:val>
                                        </p:tav>
                                        <p:tav tm="50696">
                                          <p:val>
                                            <p:strVal val="#ppt_x-0.01295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0663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0379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765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868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908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78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78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96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62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3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44"/>
                                          </p:val>
                                        </p:tav>
                                        <p:tav tm="47714">
                                          <p:val>
                                            <p:strVal val="#ppt_y-0.2444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21202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16142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11672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08097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5433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3509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21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114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0429"/>
                                          </p:val>
                                        </p:tav>
                                        <p:tav tm="57654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58648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0662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684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34898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50281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63827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74677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8279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88683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92921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5973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9728"/>
                                          </p:val>
                                        </p:tav>
                                        <p:tav tm="59642">
                                          <p:val>
                                            <p:strVal val="#ppt_w*1.0154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34898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50281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63827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74677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8279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88683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92921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5973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9728"/>
                                          </p:val>
                                        </p:tav>
                                        <p:tav tm="59642">
                                          <p:val>
                                            <p:strVal val="#ppt_h*1.0154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3"/>
                                          </p:val>
                                        </p:tav>
                                        <p:tav tm="47714">
                                          <p:val>
                                            <p:fltVal val="-163"/>
                                          </p:val>
                                        </p:tav>
                                        <p:tav tm="48708">
                                          <p:val>
                                            <p:fltVal val="-140.56"/>
                                          </p:val>
                                        </p:tav>
                                        <p:tav tm="49702">
                                          <p:val>
                                            <p:fltVal val="-105.7"/>
                                          </p:val>
                                        </p:tav>
                                        <p:tav tm="50696">
                                          <p:val>
                                            <p:fltVal val="-74.99"/>
                                          </p:val>
                                        </p:tav>
                                        <p:tav tm="51690">
                                          <p:val>
                                            <p:fltVal val="-50.4"/>
                                          </p:val>
                                        </p:tav>
                                        <p:tav tm="52684">
                                          <p:val>
                                            <p:fltVal val="-32"/>
                                          </p:val>
                                        </p:tav>
                                        <p:tav tm="53678">
                                          <p:val>
                                            <p:fltVal val="-18.65"/>
                                          </p:val>
                                        </p:tav>
                                        <p:tav tm="54672">
                                          <p:val>
                                            <p:fltVal val="-9.05"/>
                                          </p:val>
                                        </p:tav>
                                        <p:tav tm="55666">
                                          <p:val>
                                            <p:fltVal val="-2.13"/>
                                          </p:val>
                                        </p:tav>
                                        <p:tav tm="56660">
                                          <p:val>
                                            <p:fltVal val="2.84"/>
                                          </p:val>
                                        </p:tav>
                                        <p:tav tm="57654">
                                          <p:val>
                                            <p:fltVal val="6.38"/>
                                          </p:val>
                                        </p:tav>
                                        <p:tav tm="58648">
                                          <p:val>
                                            <p:fltVal val="8.85"/>
                                          </p:val>
                                        </p:tav>
                                        <p:tav tm="59642">
                                          <p:val>
                                            <p:fltVal val="10.5"/>
                                          </p:val>
                                        </p:tav>
                                        <p:tav tm="60636">
                                          <p:val>
                                            <p:fltVal val="11.51"/>
                                          </p:val>
                                        </p:tav>
                                        <p:tav tm="62624">
                                          <p:val>
                                            <p:fltVal val="12.11"/>
                                          </p:val>
                                        </p:tav>
                                        <p:tav tm="65606">
                                          <p:val>
                                            <p:fltVal val="10.66"/>
                                          </p:val>
                                        </p:tav>
                                        <p:tav tm="68588">
                                          <p:val>
                                            <p:fltVal val="7.49"/>
                                          </p:val>
                                        </p:tav>
                                        <p:tav tm="69583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67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5" dur="3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408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3408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2978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2125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1348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0718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482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684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781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821"/>
                                          </p:val>
                                        </p:tav>
                                        <p:tav tm="79523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3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131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26131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23254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17683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12753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8801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5847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3708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2169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1062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702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97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1136"/>
                                          </p:val>
                                        </p:tav>
                                        <p:tav tm="72565">
                                          <p:val>
                                            <p:strVal val="#ppt_y+0.01244"/>
                                          </p:val>
                                        </p:tav>
                                        <p:tav tm="75547">
                                          <p:val>
                                            <p:strVal val="#ppt_y+0.01033"/>
                                          </p:val>
                                        </p:tav>
                                        <p:tav tm="79523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85487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33016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4853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62357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7354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1963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88083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249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5662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7943"/>
                                          </p:val>
                                        </p:tav>
                                        <p:tav tm="67594">
                                          <p:val>
                                            <p:strVal val="#ppt_w*0.99571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1474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7952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33016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4853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62357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7354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1963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88083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249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5662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7943"/>
                                          </p:val>
                                        </p:tav>
                                        <p:tav tm="67594">
                                          <p:val>
                                            <p:strVal val="#ppt_h*0.99571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1474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7952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6"/>
                                          </p:val>
                                        </p:tav>
                                        <p:tav tm="57654">
                                          <p:val>
                                            <p:fltVal val="-146"/>
                                          </p:val>
                                        </p:tav>
                                        <p:tav tm="58648">
                                          <p:val>
                                            <p:fltVal val="-168.12"/>
                                          </p:val>
                                        </p:tav>
                                        <p:tav tm="59642">
                                          <p:val>
                                            <p:fltVal val="-210.96"/>
                                          </p:val>
                                        </p:tav>
                                        <p:tav tm="60636">
                                          <p:val>
                                            <p:fltVal val="-249.11"/>
                                          </p:val>
                                        </p:tav>
                                        <p:tav tm="61630">
                                          <p:val>
                                            <p:fltVal val="-279.98"/>
                                          </p:val>
                                        </p:tav>
                                        <p:tav tm="62624">
                                          <p:val>
                                            <p:fltVal val="-303.22"/>
                                          </p:val>
                                        </p:tav>
                                        <p:tav tm="63618">
                                          <p:val>
                                            <p:fltVal val="-320.11"/>
                                          </p:val>
                                        </p:tav>
                                        <p:tav tm="64612">
                                          <p:val>
                                            <p:fltVal val="-332.27"/>
                                          </p:val>
                                        </p:tav>
                                        <p:tav tm="65606">
                                          <p:val>
                                            <p:fltVal val="-341.03"/>
                                          </p:val>
                                        </p:tav>
                                        <p:tav tm="66600">
                                          <p:val>
                                            <p:fltVal val="-347.32"/>
                                          </p:val>
                                        </p:tav>
                                        <p:tav tm="67594">
                                          <p:val>
                                            <p:fltVal val="-351.82"/>
                                          </p:val>
                                        </p:tav>
                                        <p:tav tm="68588">
                                          <p:val>
                                            <p:fltVal val="-354.96"/>
                                          </p:val>
                                        </p:tav>
                                        <p:tav tm="69583">
                                          <p:val>
                                            <p:fltVal val="-357.07"/>
                                          </p:val>
                                        </p:tav>
                                        <p:tav tm="70577">
                                          <p:val>
                                            <p:fltVal val="-358.38"/>
                                          </p:val>
                                        </p:tav>
                                        <p:tav tm="71571">
                                          <p:val>
                                            <p:fltVal val="-359.06"/>
                                          </p:val>
                                        </p:tav>
                                        <p:tav tm="72565">
                                          <p:val>
                                            <p:fltVal val="-359.23"/>
                                          </p:val>
                                        </p:tav>
                                        <p:tav tm="74553">
                                          <p:val>
                                            <p:fltVal val="-358.42"/>
                                          </p:val>
                                        </p:tav>
                                        <p:tav tm="76541">
                                          <p:val>
                                            <p:fltVal val="-356.49"/>
                                          </p:val>
                                        </p:tav>
                                        <p:tav tm="78529">
                                          <p:val>
                                            <p:fltVal val="-353.77"/>
                                          </p:val>
                                        </p:tav>
                                        <p:tav tm="79523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" dur="3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654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2654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1247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0705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0313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164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489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582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627"/>
                                          </p:val>
                                        </p:tav>
                                        <p:tav tm="76541">
                                          <p:val>
                                            <p:strVal val="#ppt_x+0.00537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37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686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28686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22652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6841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1871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8023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5217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321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1777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751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5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856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1088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1279"/>
                                          </p:val>
                                        </p:tav>
                                        <p:tav tm="72565">
                                          <p:val>
                                            <p:strVal val="#ppt_y+0.01122"/>
                                          </p:val>
                                        </p:tav>
                                        <p:tav tm="76541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85487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3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5548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68104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7792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85162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0387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4148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8797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118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2245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1826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00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5548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68104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7792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85162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0387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4148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8797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118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2245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1826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00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3"/>
                                          </p:val>
                                        </p:tav>
                                        <p:tav tm="55666">
                                          <p:val>
                                            <p:fltVal val="123"/>
                                          </p:val>
                                        </p:tav>
                                        <p:tav tm="56660">
                                          <p:val>
                                            <p:fltVal val="173.84"/>
                                          </p:val>
                                        </p:tav>
                                        <p:tav tm="57654">
                                          <p:val>
                                            <p:fltVal val="222.16"/>
                                          </p:val>
                                        </p:tav>
                                        <p:tav tm="58648">
                                          <p:val>
                                            <p:fltVal val="263.23"/>
                                          </p:val>
                                        </p:tav>
                                        <p:tav tm="59642">
                                          <p:val>
                                            <p:fltVal val="295.18"/>
                                          </p:val>
                                        </p:tav>
                                        <p:tav tm="60636">
                                          <p:val>
                                            <p:fltVal val="318.73"/>
                                          </p:val>
                                        </p:tav>
                                        <p:tav tm="61630">
                                          <p:val>
                                            <p:fltVal val="335.73"/>
                                          </p:val>
                                        </p:tav>
                                        <p:tav tm="62624">
                                          <p:val>
                                            <p:fltVal val="347.96"/>
                                          </p:val>
                                        </p:tav>
                                        <p:tav tm="63618">
                                          <p:val>
                                            <p:fltVal val="356.77"/>
                                          </p:val>
                                        </p:tav>
                                        <p:tav tm="64612">
                                          <p:val>
                                            <p:fltVal val="363.09"/>
                                          </p:val>
                                        </p:tav>
                                        <p:tav tm="65606">
                                          <p:val>
                                            <p:fltVal val="367.56"/>
                                          </p:val>
                                        </p:tav>
                                        <p:tav tm="66600">
                                          <p:val>
                                            <p:fltVal val="370.64"/>
                                          </p:val>
                                        </p:tav>
                                        <p:tav tm="67594">
                                          <p:val>
                                            <p:fltVal val="372.64"/>
                                          </p:val>
                                        </p:tav>
                                        <p:tav tm="68588">
                                          <p:val>
                                            <p:fltVal val="373.81"/>
                                          </p:val>
                                        </p:tav>
                                        <p:tav tm="70577">
                                          <p:val>
                                            <p:fltVal val="374.26"/>
                                          </p:val>
                                        </p:tav>
                                        <p:tav tm="71571">
                                          <p:val>
                                            <p:fltVal val="373.78"/>
                                          </p:val>
                                        </p:tav>
                                        <p:tav tm="73559">
                                          <p:val>
                                            <p:fltVal val="371.8"/>
                                          </p:val>
                                        </p:tav>
                                        <p:tav tm="76541">
                                          <p:val>
                                            <p:fltVal val="367.03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67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0" dur="3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503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427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424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998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8998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7018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289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9228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627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4063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2459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1306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477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543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1041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1097"/>
                                          </p:val>
                                        </p:tav>
                                        <p:tav tm="74553">
                                          <p:val>
                                            <p:strVal val="#ppt_y+0.00667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667"/>
                                          </p:val>
                                        </p:tav>
                                        <p:tav tm="85487">
                                          <p:val>
                                            <p:strVal val="#ppt_y+0.00326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3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32436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4799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61897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73187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1701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87894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2354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556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9521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1452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32436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4799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61897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73187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1701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87894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2354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556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9521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1452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3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"/>
                                          </p:val>
                                        </p:tav>
                                        <p:tav tm="52684">
                                          <p:val>
                                            <p:fltVal val="128"/>
                                          </p:val>
                                        </p:tav>
                                        <p:tav tm="53678">
                                          <p:val>
                                            <p:fltVal val="116"/>
                                          </p:val>
                                        </p:tav>
                                        <p:tav tm="54672">
                                          <p:val>
                                            <p:fltVal val="90.9"/>
                                          </p:val>
                                        </p:tav>
                                        <p:tav tm="55666">
                                          <p:val>
                                            <p:fltVal val="68.47"/>
                                          </p:val>
                                        </p:tav>
                                        <p:tav tm="56660">
                                          <p:val>
                                            <p:fltVal val="50.26"/>
                                          </p:val>
                                        </p:tav>
                                        <p:tav tm="57654">
                                          <p:val>
                                            <p:fltVal val="36.52"/>
                                          </p:val>
                                        </p:tav>
                                        <p:tav tm="58648">
                                          <p:val>
                                            <p:fltVal val="26.53"/>
                                          </p:val>
                                        </p:tav>
                                        <p:tav tm="59642">
                                          <p:val>
                                            <p:fltVal val="19.34"/>
                                          </p:val>
                                        </p:tav>
                                        <p:tav tm="60636">
                                          <p:val>
                                            <p:fltVal val="14.16"/>
                                          </p:val>
                                        </p:tav>
                                        <p:tav tm="61630">
                                          <p:val>
                                            <p:fltVal val="10.43"/>
                                          </p:val>
                                        </p:tav>
                                        <p:tav tm="62624">
                                          <p:val>
                                            <p:fltVal val="7.77"/>
                                          </p:val>
                                        </p:tav>
                                        <p:tav tm="63618">
                                          <p:val>
                                            <p:fltVal val="5.91"/>
                                          </p:val>
                                        </p:tav>
                                        <p:tav tm="64612">
                                          <p:val>
                                            <p:fltVal val="4.66"/>
                                          </p:val>
                                        </p:tav>
                                        <p:tav tm="66600">
                                          <p:val>
                                            <p:fltVal val="3.47"/>
                                          </p:val>
                                        </p:tav>
                                        <p:tav tm="69583">
                                          <p:val>
                                            <p:fltVal val="3.82"/>
                                          </p:val>
                                        </p:tav>
                                        <p:tav tm="74553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3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461"/>
                                          </p:val>
                                        </p:tav>
                                        <p:tav tm="50696">
                                          <p:val>
                                            <p:strVal val="#ppt_x+0.03461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222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1676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124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0912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0673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499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3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112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20112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183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829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55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35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2039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0991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0239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03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681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1115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1256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1053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645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021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54973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67694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77616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84937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0226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4032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8738"/>
                                          </p:val>
                                        </p:tav>
                                        <p:tav tm="61630">
                                          <p:val>
                                            <p:strVal val="#ppt_w*1.0109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2243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1837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003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54973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67694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77616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84937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0226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4032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8738"/>
                                          </p:val>
                                        </p:tav>
                                        <p:tav tm="61630">
                                          <p:val>
                                            <p:strVal val="#ppt_h*1.0109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2243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1837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003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1"/>
                                          </p:val>
                                        </p:tav>
                                        <p:tav tm="50696">
                                          <p:val>
                                            <p:fltVal val="-151"/>
                                          </p:val>
                                        </p:tav>
                                        <p:tav tm="52684">
                                          <p:val>
                                            <p:fltVal val="-87.86"/>
                                          </p:val>
                                        </p:tav>
                                        <p:tav tm="53678">
                                          <p:val>
                                            <p:fltVal val="-61.06"/>
                                          </p:val>
                                        </p:tav>
                                        <p:tav tm="54672">
                                          <p:val>
                                            <p:fltVal val="-40.16"/>
                                          </p:val>
                                        </p:tav>
                                        <p:tav tm="55666">
                                          <p:val>
                                            <p:fltVal val="-24.73"/>
                                          </p:val>
                                        </p:tav>
                                        <p:tav tm="56660">
                                          <p:val>
                                            <p:fltVal val="-13.59"/>
                                          </p:val>
                                        </p:tav>
                                        <p:tav tm="57654">
                                          <p:val>
                                            <p:fltVal val="-5.57"/>
                                          </p:val>
                                        </p:tav>
                                        <p:tav tm="58648">
                                          <p:val>
                                            <p:fltVal val="0.2"/>
                                          </p:val>
                                        </p:tav>
                                        <p:tav tm="59642">
                                          <p:val>
                                            <p:fltVal val="4.34"/>
                                          </p:val>
                                        </p:tav>
                                        <p:tav tm="60636">
                                          <p:val>
                                            <p:fltVal val="7.27"/>
                                          </p:val>
                                        </p:tav>
                                        <p:tav tm="61630">
                                          <p:val>
                                            <p:fltVal val="9.3"/>
                                          </p:val>
                                        </p:tav>
                                        <p:tav tm="62624">
                                          <p:val>
                                            <p:fltVal val="10.62"/>
                                          </p:val>
                                        </p:tav>
                                        <p:tav tm="63618">
                                          <p:val>
                                            <p:fltVal val="11.39"/>
                                          </p:val>
                                        </p:tav>
                                        <p:tav tm="65606">
                                          <p:val>
                                            <p:fltVal val="11.71"/>
                                          </p:val>
                                        </p:tav>
                                        <p:tav tm="68588">
                                          <p:val>
                                            <p:fltVal val="10.14"/>
                                          </p:val>
                                        </p:tav>
                                        <p:tav tm="71571">
                                          <p:val>
                                            <p:fltVal val="7.0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67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5" dur="33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71"/>
                                          </p:val>
                                        </p:tav>
                                        <p:tav tm="47714">
                                          <p:val>
                                            <p:strVal val="#ppt_x+0.0671"/>
                                          </p:val>
                                        </p:tav>
                                        <p:tav tm="48708">
                                          <p:val>
                                            <p:strVal val="#ppt_x+0.06112"/>
                                          </p:val>
                                        </p:tav>
                                        <p:tav tm="49702">
                                          <p:val>
                                            <p:strVal val="#ppt_x+0.04764"/>
                                          </p:val>
                                        </p:tav>
                                        <p:tav tm="50696">
                                          <p:val>
                                            <p:strVal val="#ppt_x+0.03557"/>
                                          </p:val>
                                        </p:tav>
                                        <p:tav tm="51690">
                                          <p:val>
                                            <p:strVal val="#ppt_x+0.02564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1802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0831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0535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3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081"/>
                                          </p:val>
                                        </p:tav>
                                        <p:tav tm="47714">
                                          <p:val>
                                            <p:strVal val="#ppt_y-0.18081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16338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12393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08894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06069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3942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2392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127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56660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57654">
                                          <p:val>
                                            <p:strVal val="#ppt_y+0.00534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1025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1088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667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667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1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3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3185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47449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61434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72826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81436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87703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92216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546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947"/>
                                          </p:val>
                                        </p:tav>
                                        <p:tav tm="59642">
                                          <p:val>
                                            <p:strVal val="#ppt_w*1.01429"/>
                                          </p:val>
                                        </p:tav>
                                        <p:tav tm="62624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3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7714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3185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47449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61434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72826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81436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87703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92216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546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947"/>
                                          </p:val>
                                        </p:tav>
                                        <p:tav tm="59642">
                                          <p:val>
                                            <p:strVal val="#ppt_h*1.01429"/>
                                          </p:val>
                                        </p:tav>
                                        <p:tav tm="62624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35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"/>
                                          </p:val>
                                        </p:tav>
                                        <p:tav tm="47714">
                                          <p:val>
                                            <p:fltVal val="-158"/>
                                          </p:val>
                                        </p:tav>
                                        <p:tav tm="48708">
                                          <p:val>
                                            <p:fltVal val="-175.82"/>
                                          </p:val>
                                        </p:tav>
                                        <p:tav tm="49702">
                                          <p:val>
                                            <p:fltVal val="-216.37"/>
                                          </p:val>
                                        </p:tav>
                                        <p:tav tm="50696">
                                          <p:val>
                                            <p:fltVal val="-252.73"/>
                                          </p:val>
                                        </p:tav>
                                        <p:tav tm="51690">
                                          <p:val>
                                            <p:fltVal val="-282.35"/>
                                          </p:val>
                                        </p:tav>
                                        <p:tav tm="52684">
                                          <p:val>
                                            <p:fltVal val="-304.73"/>
                                          </p:val>
                                        </p:tav>
                                        <p:tav tm="53678">
                                          <p:val>
                                            <p:fltVal val="-321.03"/>
                                          </p:val>
                                        </p:tav>
                                        <p:tav tm="54672">
                                          <p:val>
                                            <p:fltVal val="-332.76"/>
                                          </p:val>
                                        </p:tav>
                                        <p:tav tm="55666">
                                          <p:val>
                                            <p:fltVal val="-341.21"/>
                                          </p:val>
                                        </p:tav>
                                        <p:tav tm="56660">
                                          <p:val>
                                            <p:fltVal val="-347.28"/>
                                          </p:val>
                                        </p:tav>
                                        <p:tav tm="57654">
                                          <p:val>
                                            <p:fltVal val="-351.62"/>
                                          </p:val>
                                        </p:tav>
                                        <p:tav tm="58648">
                                          <p:val>
                                            <p:fltVal val="-354.66"/>
                                          </p:val>
                                        </p:tav>
                                        <p:tav tm="59642">
                                          <p:val>
                                            <p:fltVal val="-356.72"/>
                                          </p:val>
                                        </p:tav>
                                        <p:tav tm="60636">
                                          <p:val>
                                            <p:fltVal val="-358"/>
                                          </p:val>
                                        </p:tav>
                                        <p:tav tm="61630">
                                          <p:val>
                                            <p:fltVal val="-358.68"/>
                                          </p:val>
                                        </p:tav>
                                        <p:tav tm="62624">
                                          <p:val>
                                            <p:fltVal val="-358.87"/>
                                          </p:val>
                                        </p:tav>
                                        <p:tav tm="64612">
                                          <p:val>
                                            <p:fltVal val="-358.15"/>
                                          </p:val>
                                        </p:tav>
                                        <p:tav tm="69583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67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3" dur="33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946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9946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9274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717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5291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3747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256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1682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1043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242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69583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72565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75547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79523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88469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3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597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2597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1748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9071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661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453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2915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1727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87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0502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722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966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1023"/>
                                          </p:val>
                                        </p:tav>
                                        <p:tav tm="79523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3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29963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4566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5990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71629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0552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87064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1757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5134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7564"/>
                                          </p:val>
                                        </p:tav>
                                        <p:tav tm="67594">
                                          <p:val>
                                            <p:strVal val="#ppt_w*0.99302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1352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5547">
                                          <p:val>
                                            <p:strVal val="#ppt_w*1.01721"/>
                                          </p:val>
                                        </p:tav>
                                        <p:tav tm="7952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3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29963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4566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5990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71629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0552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87064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1757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5134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7564"/>
                                          </p:val>
                                        </p:tav>
                                        <p:tav tm="67594">
                                          <p:val>
                                            <p:strVal val="#ppt_h*0.99302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1352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5547">
                                          <p:val>
                                            <p:strVal val="#ppt_h*1.01721"/>
                                          </p:val>
                                        </p:tav>
                                        <p:tav tm="7952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35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"/>
                                          </p:val>
                                        </p:tav>
                                        <p:tav tm="57654">
                                          <p:val>
                                            <p:fltVal val="135"/>
                                          </p:val>
                                        </p:tav>
                                        <p:tav tm="58648">
                                          <p:val>
                                            <p:fltVal val="150.35"/>
                                          </p:val>
                                        </p:tav>
                                        <p:tav tm="59642">
                                          <p:val>
                                            <p:fltVal val="198.92"/>
                                          </p:val>
                                        </p:tav>
                                        <p:tav tm="60636">
                                          <p:val>
                                            <p:fltVal val="242.97"/>
                                          </p:val>
                                        </p:tav>
                                        <p:tav tm="61630">
                                          <p:val>
                                            <p:fltVal val="279.24"/>
                                          </p:val>
                                        </p:tav>
                                        <p:tav tm="62624">
                                          <p:val>
                                            <p:fltVal val="306.84"/>
                                          </p:val>
                                        </p:tav>
                                        <p:tav tm="63618">
                                          <p:val>
                                            <p:fltVal val="326.99"/>
                                          </p:val>
                                        </p:tav>
                                        <p:tav tm="64612">
                                          <p:val>
                                            <p:fltVal val="341.5"/>
                                          </p:val>
                                        </p:tav>
                                        <p:tav tm="65606">
                                          <p:val>
                                            <p:fltVal val="351.95"/>
                                          </p:val>
                                        </p:tav>
                                        <p:tav tm="66600">
                                          <p:val>
                                            <p:fltVal val="359.47"/>
                                          </p:val>
                                        </p:tav>
                                        <p:tav tm="67594">
                                          <p:val>
                                            <p:fltVal val="364.84"/>
                                          </p:val>
                                        </p:tav>
                                        <p:tav tm="68588">
                                          <p:val>
                                            <p:fltVal val="368.62"/>
                                          </p:val>
                                        </p:tav>
                                        <p:tav tm="69583">
                                          <p:val>
                                            <p:fltVal val="371.18"/>
                                          </p:val>
                                        </p:tav>
                                        <p:tav tm="70577">
                                          <p:val>
                                            <p:fltVal val="372.81"/>
                                          </p:val>
                                        </p:tav>
                                        <p:tav tm="72565">
                                          <p:val>
                                            <p:fltVal val="373.98"/>
                                          </p:val>
                                        </p:tav>
                                        <p:tav tm="73559">
                                          <p:val>
                                            <p:fltVal val="373.8"/>
                                          </p:val>
                                        </p:tav>
                                        <p:tav tm="75547">
                                          <p:val>
                                            <p:fltVal val="372.32"/>
                                          </p:val>
                                        </p:tav>
                                        <p:tav tm="79523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7475">
                                          <p:val>
                                            <p:fltVal val="361.57"/>
                                          </p:val>
                                        </p:tav>
                                        <p:tav tm="91451">
                                          <p:val>
                                            <p:fltVal val="360.35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3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718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11718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9715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7312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5231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3588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2369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1486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851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394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67594">
                                          <p:val>
                                            <p:strVal val="#ppt_x-0.00436"/>
                                          </p:val>
                                        </p:tav>
                                        <p:tav tm="68588">
                                          <p:val>
                                            <p:strVal val="#ppt_x-0.005"/>
                                          </p:val>
                                        </p:tav>
                                        <p:tav tm="70577">
                                          <p:val>
                                            <p:strVal val="#ppt_x-0.00532"/>
                                          </p:val>
                                        </p:tav>
                                        <p:tav tm="72565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76541">
                                          <p:val>
                                            <p:strVal val="#ppt_x-0.00195"/>
                                          </p:val>
                                        </p:tav>
                                        <p:tav tm="77535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85487">
                                          <p:val>
                                            <p:strVal val="#ppt_x-0.00083"/>
                                          </p:val>
                                        </p:tav>
                                        <p:tav tm="88469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3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90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3903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3125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2192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1384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747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316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853"/>
                                          </p:val>
                                        </p:tav>
                                        <p:tav tm="76541">
                                          <p:val>
                                            <p:strVal val="#ppt_y+0.00722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715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33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3763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5278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65906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76264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83954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89518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3522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6405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8476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0966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223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1883"/>
                                          </p:val>
                                        </p:tav>
                                        <p:tav tm="77535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3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3763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5278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65906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76264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83954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89518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3522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6405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8476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0966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223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1883"/>
                                          </p:val>
                                        </p:tav>
                                        <p:tav tm="77535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35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4"/>
                                          </p:val>
                                        </p:tav>
                                        <p:tav tm="55666">
                                          <p:val>
                                            <p:fltVal val="-84"/>
                                          </p:val>
                                        </p:tav>
                                        <p:tav tm="56660">
                                          <p:val>
                                            <p:fltVal val="-129.31"/>
                                          </p:val>
                                        </p:tav>
                                        <p:tav tm="57654">
                                          <p:val>
                                            <p:fltVal val="-183.65"/>
                                          </p:val>
                                        </p:tav>
                                        <p:tav tm="58648">
                                          <p:val>
                                            <p:fltVal val="-230.71"/>
                                          </p:val>
                                        </p:tav>
                                        <p:tav tm="59642">
                                          <p:val>
                                            <p:fltVal val="-267.87"/>
                                          </p:val>
                                        </p:tav>
                                        <p:tav tm="60636">
                                          <p:val>
                                            <p:fltVal val="-295.45"/>
                                          </p:val>
                                        </p:tav>
                                        <p:tav tm="61630">
                                          <p:val>
                                            <p:fltVal val="-315.4"/>
                                          </p:val>
                                        </p:tav>
                                        <p:tav tm="62624">
                                          <p:val>
                                            <p:fltVal val="-329.77"/>
                                          </p:val>
                                        </p:tav>
                                        <p:tav tm="63618">
                                          <p:val>
                                            <p:fltVal val="-340.11"/>
                                          </p:val>
                                        </p:tav>
                                        <p:tav tm="64612">
                                          <p:val>
                                            <p:fltVal val="-347.53"/>
                                          </p:val>
                                        </p:tav>
                                        <p:tav tm="65606">
                                          <p:val>
                                            <p:fltVal val="-352.81"/>
                                          </p:val>
                                        </p:tav>
                                        <p:tav tm="66600">
                                          <p:val>
                                            <p:fltVal val="-356.46"/>
                                          </p:val>
                                        </p:tav>
                                        <p:tav tm="67594">
                                          <p:val>
                                            <p:fltVal val="-358.88"/>
                                          </p:val>
                                        </p:tav>
                                        <p:tav tm="68588">
                                          <p:val>
                                            <p:fltVal val="-360.32"/>
                                          </p:val>
                                        </p:tav>
                                        <p:tav tm="69583">
                                          <p:val>
                                            <p:fltVal val="-361"/>
                                          </p:val>
                                        </p:tav>
                                        <p:tav tm="70577">
                                          <p:val>
                                            <p:fltVal val="-361.06"/>
                                          </p:val>
                                        </p:tav>
                                        <p:tav tm="72565">
                                          <p:val>
                                            <p:fltVal val="-359.75"/>
                                          </p:val>
                                        </p:tav>
                                        <p:tav tm="74553">
                                          <p:val>
                                            <p:fltVal val="-357.07"/>
                                          </p:val>
                                        </p:tav>
                                        <p:tav tm="76541">
                                          <p:val>
                                            <p:fltVal val="-353.42"/>
                                          </p:val>
                                        </p:tav>
                                        <p:tav tm="77535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9463">
                                          <p:val>
                                            <p:fltVal val="-359.26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67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8" dur="33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2693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12693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1194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9232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6767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4733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3188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2062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1253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0671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67594">
                                          <p:val>
                                            <p:strVal val="#ppt_x-0.00556"/>
                                          </p:val>
                                        </p:tav>
                                        <p:tav tm="70577">
                                          <p:val>
                                            <p:strVal val="#ppt_x-0.00467"/>
                                          </p:val>
                                        </p:tav>
                                        <p:tav tm="74553">
                                          <p:val>
                                            <p:strVal val="#ppt_x-0.00173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173"/>
                                          </p:val>
                                        </p:tav>
                                        <p:tav tm="88469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3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516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2516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2322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103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0543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58648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674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3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2938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45112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594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71253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0273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86863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161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503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9249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1328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1733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3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2938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45112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594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71253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0273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86863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161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503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9249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1328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1733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35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9"/>
                                          </p:val>
                                        </p:tav>
                                        <p:tav tm="52684">
                                          <p:val>
                                            <p:fltVal val="-139"/>
                                          </p:val>
                                        </p:tav>
                                        <p:tav tm="53678">
                                          <p:val>
                                            <p:fltVal val="-130.47"/>
                                          </p:val>
                                        </p:tav>
                                        <p:tav tm="54672">
                                          <p:val>
                                            <p:fltVal val="-99.85"/>
                                          </p:val>
                                        </p:tav>
                                        <p:tav tm="55666">
                                          <p:val>
                                            <p:fltVal val="-71.99"/>
                                          </p:val>
                                        </p:tav>
                                        <p:tav tm="56660">
                                          <p:val>
                                            <p:fltVal val="-48.96"/>
                                          </p:val>
                                        </p:tav>
                                        <p:tav tm="57654">
                                          <p:val>
                                            <p:fltVal val="-31.4"/>
                                          </p:val>
                                        </p:tav>
                                        <p:tav tm="58648">
                                          <p:val>
                                            <p:fltVal val="-18.57"/>
                                          </p:val>
                                        </p:tav>
                                        <p:tav tm="59642">
                                          <p:val>
                                            <p:fltVal val="-9.33"/>
                                          </p:val>
                                        </p:tav>
                                        <p:tav tm="60636">
                                          <p:val>
                                            <p:fltVal val="-2.68"/>
                                          </p:val>
                                        </p:tav>
                                        <p:tav tm="61630">
                                          <p:val>
                                            <p:fltVal val="2.11"/>
                                          </p:val>
                                        </p:tav>
                                        <p:tav tm="62624">
                                          <p:val>
                                            <p:fltVal val="5.54"/>
                                          </p:val>
                                        </p:tav>
                                        <p:tav tm="63618">
                                          <p:val>
                                            <p:fltVal val="7.95"/>
                                          </p:val>
                                        </p:tav>
                                        <p:tav tm="65606">
                                          <p:val>
                                            <p:fltVal val="10.63"/>
                                          </p:val>
                                        </p:tav>
                                        <p:tav tm="66600">
                                          <p:val>
                                            <p:fltVal val="11.2"/>
                                          </p:val>
                                        </p:tav>
                                        <p:tav tm="68588">
                                          <p:val>
                                            <p:fltVal val="11.29"/>
                                          </p:val>
                                        </p:tav>
                                        <p:tav tm="70577">
                                          <p:val>
                                            <p:fltVal val="10.37"/>
                                          </p:val>
                                        </p:tav>
                                        <p:tav tm="74553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" dur="33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413"/>
                                          </p:val>
                                        </p:tav>
                                        <p:tav tm="50696">
                                          <p:val>
                                            <p:strVal val="#ppt_x+0.08413"/>
                                          </p:val>
                                        </p:tav>
                                        <p:tav tm="51690">
                                          <p:val>
                                            <p:strVal val="#ppt_x+0.07148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5562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4206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3152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2378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1822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1422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1134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927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678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55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583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77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77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89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3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679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26679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22418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7005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228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8546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5784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379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2373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1351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62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496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707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71571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72565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3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37059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52263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6547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75937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8371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89346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339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6316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8412"/>
                                          </p:val>
                                        </p:tav>
                                        <p:tav tm="61630">
                                          <p:val>
                                            <p:strVal val="#ppt_w*1.00935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2226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1894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33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37059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52263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6547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75937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8371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89346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339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6316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8412"/>
                                          </p:val>
                                        </p:tav>
                                        <p:tav tm="61630">
                                          <p:val>
                                            <p:strVal val="#ppt_h*1.00935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2226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1894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3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0"/>
                                          </p:val>
                                        </p:tav>
                                        <p:tav tm="50696">
                                          <p:val>
                                            <p:fltVal val="-170"/>
                                          </p:val>
                                        </p:tav>
                                        <p:tav tm="51690">
                                          <p:val>
                                            <p:fltVal val="-199.42"/>
                                          </p:val>
                                        </p:tav>
                                        <p:tav tm="52684">
                                          <p:val>
                                            <p:fltVal val="-236.52"/>
                                          </p:val>
                                        </p:tav>
                                        <p:tav tm="53678">
                                          <p:val>
                                            <p:fltVal val="-268.76"/>
                                          </p:val>
                                        </p:tav>
                                        <p:tav tm="54672">
                                          <p:val>
                                            <p:fltVal val="-294.29"/>
                                          </p:val>
                                        </p:tav>
                                        <p:tav tm="55666">
                                          <p:val>
                                            <p:fltVal val="-313.27"/>
                                          </p:val>
                                        </p:tav>
                                        <p:tav tm="56660">
                                          <p:val>
                                            <p:fltVal val="-327"/>
                                          </p:val>
                                        </p:tav>
                                        <p:tav tm="57654">
                                          <p:val>
                                            <p:fltVal val="-336.89"/>
                                          </p:val>
                                        </p:tav>
                                        <p:tav tm="58648">
                                          <p:val>
                                            <p:fltVal val="-344.01"/>
                                          </p:val>
                                        </p:tav>
                                        <p:tav tm="59642">
                                          <p:val>
                                            <p:fltVal val="-349.13"/>
                                          </p:val>
                                        </p:tav>
                                        <p:tav tm="60636">
                                          <p:val>
                                            <p:fltVal val="-352.76"/>
                                          </p:val>
                                        </p:tav>
                                        <p:tav tm="61630">
                                          <p:val>
                                            <p:fltVal val="-355.28"/>
                                          </p:val>
                                        </p:tav>
                                        <p:tav tm="62624">
                                          <p:val>
                                            <p:fltVal val="-356.95"/>
                                          </p:val>
                                        </p:tav>
                                        <p:tav tm="64612">
                                          <p:val>
                                            <p:fltVal val="-358.43"/>
                                          </p:val>
                                        </p:tav>
                                        <p:tav tm="65606">
                                          <p:val>
                                            <p:fltVal val="-358.49"/>
                                          </p:val>
                                        </p:tav>
                                        <p:tav tm="67594">
                                          <p:val>
                                            <p:fltVal val="-357.62"/>
                                          </p:val>
                                        </p:tav>
                                        <p:tav tm="69583">
                                          <p:val>
                                            <p:fltVal val="-355.81"/>
                                          </p:val>
                                        </p:tav>
                                        <p:tav tm="71571">
                                          <p:val>
                                            <p:fltVal val="-353.34"/>
                                          </p:val>
                                        </p:tav>
                                        <p:tav tm="72565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67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3" dur="2359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741"/>
                                          </p:val>
                                        </p:tav>
                                        <p:tav tm="67831">
                                          <p:val>
                                            <p:strVal val="#ppt_x-0.04741"/>
                                          </p:val>
                                        </p:tav>
                                        <p:tav tm="69245">
                                          <p:val>
                                            <p:strVal val="#ppt_x-0.04501"/>
                                          </p:val>
                                        </p:tav>
                                        <p:tav tm="70658">
                                          <p:val>
                                            <p:strVal val="#ppt_x-0.03505"/>
                                          </p:val>
                                        </p:tav>
                                        <p:tav tm="72071">
                                          <p:val>
                                            <p:strVal val="#ppt_x-0.02596"/>
                                          </p:val>
                                        </p:tav>
                                        <p:tav tm="73484">
                                          <p:val>
                                            <p:strVal val="#ppt_x-0.01841"/>
                                          </p:val>
                                        </p:tav>
                                        <p:tav tm="74897">
                                          <p:val>
                                            <p:strVal val="#ppt_x-0.01265"/>
                                          </p:val>
                                        </p:tav>
                                        <p:tav tm="76310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77724">
                                          <p:val>
                                            <p:strVal val="#ppt_x-0.0054"/>
                                          </p:val>
                                        </p:tav>
                                        <p:tav tm="79137">
                                          <p:val>
                                            <p:strVal val="#ppt_x-0.00321"/>
                                          </p:val>
                                        </p:tav>
                                        <p:tav tm="81963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86202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91855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9892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359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446"/>
                                          </p:val>
                                        </p:tav>
                                        <p:tav tm="67831">
                                          <p:val>
                                            <p:strVal val="#ppt_y+0.06446"/>
                                          </p:val>
                                        </p:tav>
                                        <p:tav tm="69245">
                                          <p:val>
                                            <p:strVal val="#ppt_y+0.0612"/>
                                          </p:val>
                                        </p:tav>
                                        <p:tav tm="70658">
                                          <p:val>
                                            <p:strVal val="#ppt_y+0.04765"/>
                                          </p:val>
                                        </p:tav>
                                        <p:tav tm="72071">
                                          <p:val>
                                            <p:strVal val="#ppt_y+0.03529"/>
                                          </p:val>
                                        </p:tav>
                                        <p:tav tm="73484">
                                          <p:val>
                                            <p:strVal val="#ppt_y+0.02503"/>
                                          </p:val>
                                        </p:tav>
                                        <p:tav tm="74897">
                                          <p:val>
                                            <p:strVal val="#ppt_y+0.0172"/>
                                          </p:val>
                                        </p:tav>
                                        <p:tav tm="76310">
                                          <p:val>
                                            <p:strVal val="#ppt_y+0.01147"/>
                                          </p:val>
                                        </p:tav>
                                        <p:tav tm="77724">
                                          <p:val>
                                            <p:strVal val="#ppt_y+0.00734"/>
                                          </p:val>
                                        </p:tav>
                                        <p:tav tm="79137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81963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86202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91855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9892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359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7831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245">
                                          <p:val>
                                            <p:strVal val="#ppt_w*0.28796"/>
                                          </p:val>
                                        </p:tav>
                                        <p:tav tm="70658">
                                          <p:val>
                                            <p:strVal val="#ppt_w*0.44558"/>
                                          </p:val>
                                        </p:tav>
                                        <p:tav tm="72071">
                                          <p:val>
                                            <p:strVal val="#ppt_w*0.58943"/>
                                          </p:val>
                                        </p:tav>
                                        <p:tav tm="73484">
                                          <p:val>
                                            <p:strVal val="#ppt_w*0.70873"/>
                                          </p:val>
                                        </p:tav>
                                        <p:tav tm="74897">
                                          <p:val>
                                            <p:strVal val="#ppt_w*0.79991"/>
                                          </p:val>
                                        </p:tav>
                                        <p:tav tm="76310">
                                          <p:val>
                                            <p:strVal val="#ppt_w*0.86659"/>
                                          </p:val>
                                        </p:tav>
                                        <p:tav tm="77724">
                                          <p:val>
                                            <p:strVal val="#ppt_w*0.91465"/>
                                          </p:val>
                                        </p:tav>
                                        <p:tav tm="79137">
                                          <p:val>
                                            <p:strVal val="#ppt_w*0.94924"/>
                                          </p:val>
                                        </p:tav>
                                        <p:tav tm="81963">
                                          <p:val>
                                            <p:strVal val="#ppt_w*0.99195"/>
                                          </p:val>
                                        </p:tav>
                                        <p:tav tm="86202">
                                          <p:val>
                                            <p:strVal val="#ppt_w*1.01848"/>
                                          </p:val>
                                        </p:tav>
                                        <p:tav tm="91855">
                                          <p:val>
                                            <p:strVal val="#ppt_w*1.02029"/>
                                          </p:val>
                                        </p:tav>
                                        <p:tav tm="9892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359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7831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245">
                                          <p:val>
                                            <p:strVal val="#ppt_h*0.28796"/>
                                          </p:val>
                                        </p:tav>
                                        <p:tav tm="70658">
                                          <p:val>
                                            <p:strVal val="#ppt_h*0.44558"/>
                                          </p:val>
                                        </p:tav>
                                        <p:tav tm="72071">
                                          <p:val>
                                            <p:strVal val="#ppt_h*0.58943"/>
                                          </p:val>
                                        </p:tav>
                                        <p:tav tm="73484">
                                          <p:val>
                                            <p:strVal val="#ppt_h*0.70873"/>
                                          </p:val>
                                        </p:tav>
                                        <p:tav tm="74897">
                                          <p:val>
                                            <p:strVal val="#ppt_h*0.79991"/>
                                          </p:val>
                                        </p:tav>
                                        <p:tav tm="76310">
                                          <p:val>
                                            <p:strVal val="#ppt_h*0.86659"/>
                                          </p:val>
                                        </p:tav>
                                        <p:tav tm="77724">
                                          <p:val>
                                            <p:strVal val="#ppt_h*0.91465"/>
                                          </p:val>
                                        </p:tav>
                                        <p:tav tm="79137">
                                          <p:val>
                                            <p:strVal val="#ppt_h*0.94924"/>
                                          </p:val>
                                        </p:tav>
                                        <p:tav tm="81963">
                                          <p:val>
                                            <p:strVal val="#ppt_h*0.99195"/>
                                          </p:val>
                                        </p:tav>
                                        <p:tav tm="86202">
                                          <p:val>
                                            <p:strVal val="#ppt_h*1.01848"/>
                                          </p:val>
                                        </p:tav>
                                        <p:tav tm="91855">
                                          <p:val>
                                            <p:strVal val="#ppt_h*1.02029"/>
                                          </p:val>
                                        </p:tav>
                                        <p:tav tm="9892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2359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0"/>
                                          </p:val>
                                        </p:tav>
                                        <p:tav tm="67831">
                                          <p:val>
                                            <p:fltVal val="140"/>
                                          </p:val>
                                        </p:tav>
                                        <p:tav tm="69245">
                                          <p:val>
                                            <p:fltVal val="151.14"/>
                                          </p:val>
                                        </p:tav>
                                        <p:tav tm="70658">
                                          <p:val>
                                            <p:fltVal val="197.37"/>
                                          </p:val>
                                        </p:tav>
                                        <p:tav tm="72071">
                                          <p:val>
                                            <p:fltVal val="239.57"/>
                                          </p:val>
                                        </p:tav>
                                        <p:tav tm="73484">
                                          <p:val>
                                            <p:fltVal val="274.56"/>
                                          </p:val>
                                        </p:tav>
                                        <p:tav tm="74897">
                                          <p:val>
                                            <p:fltVal val="301.31"/>
                                          </p:val>
                                        </p:tav>
                                        <p:tav tm="76310">
                                          <p:val>
                                            <p:fltVal val="320.87"/>
                                          </p:val>
                                        </p:tav>
                                        <p:tav tm="77724">
                                          <p:val>
                                            <p:fltVal val="334.96"/>
                                          </p:val>
                                        </p:tav>
                                        <p:tav tm="79137">
                                          <p:val>
                                            <p:fltVal val="345.11"/>
                                          </p:val>
                                        </p:tav>
                                        <p:tav tm="80550">
                                          <p:val>
                                            <p:fltVal val="352.41"/>
                                          </p:val>
                                        </p:tav>
                                        <p:tav tm="81963">
                                          <p:val>
                                            <p:fltVal val="357.64"/>
                                          </p:val>
                                        </p:tav>
                                        <p:tav tm="83376">
                                          <p:val>
                                            <p:fltVal val="361.32"/>
                                          </p:val>
                                        </p:tav>
                                        <p:tav tm="84789">
                                          <p:val>
                                            <p:fltVal val="363.82"/>
                                          </p:val>
                                        </p:tav>
                                        <p:tav tm="86202">
                                          <p:val>
                                            <p:fltVal val="365.42"/>
                                          </p:val>
                                        </p:tav>
                                        <p:tav tm="89029">
                                          <p:val>
                                            <p:fltVal val="366.62"/>
                                          </p:val>
                                        </p:tav>
                                        <p:tav tm="91855">
                                          <p:val>
                                            <p:fltVal val="365.95"/>
                                          </p:val>
                                        </p:tav>
                                        <p:tav tm="94681">
                                          <p:val>
                                            <p:fltVal val="364.03"/>
                                          </p:val>
                                        </p:tav>
                                        <p:tav tm="98921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67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1" dur="2696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659"/>
                                          </p:val>
                                        </p:tav>
                                        <p:tav tm="71710">
                                          <p:val>
                                            <p:strVal val="#ppt_x-0.03659"/>
                                          </p:val>
                                        </p:tav>
                                        <p:tav tm="72946">
                                          <p:val>
                                            <p:strVal val="#ppt_x-0.03566"/>
                                          </p:val>
                                        </p:tav>
                                        <p:tav tm="75419">
                                          <p:val>
                                            <p:strVal val="#ppt_x-0.0208"/>
                                          </p:val>
                                        </p:tav>
                                        <p:tav tm="76655">
                                          <p:val>
                                            <p:strVal val="#ppt_x-0.01482"/>
                                          </p:val>
                                        </p:tav>
                                        <p:tav tm="77891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79128">
                                          <p:val>
                                            <p:strVal val="#ppt_x-0.00684"/>
                                          </p:val>
                                        </p:tav>
                                        <p:tav tm="80364">
                                          <p:val>
                                            <p:strVal val="#ppt_x-0.0044"/>
                                          </p:val>
                                        </p:tav>
                                        <p:tav tm="81601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84073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87782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92728">
                                          <p:val>
                                            <p:strVal val="#ppt_x+0.001"/>
                                          </p:val>
                                        </p:tav>
                                        <p:tav tm="9891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2696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538"/>
                                          </p:val>
                                        </p:tav>
                                        <p:tav tm="71710">
                                          <p:val>
                                            <p:strVal val="#ppt_y+0.09538"/>
                                          </p:val>
                                        </p:tav>
                                        <p:tav tm="72946">
                                          <p:val>
                                            <p:strVal val="#ppt_y+0.09296"/>
                                          </p:val>
                                        </p:tav>
                                        <p:tav tm="74182">
                                          <p:val>
                                            <p:strVal val="#ppt_y+0.07281"/>
                                          </p:val>
                                        </p:tav>
                                        <p:tav tm="75419">
                                          <p:val>
                                            <p:strVal val="#ppt_y+0.05423"/>
                                          </p:val>
                                        </p:tav>
                                        <p:tav tm="76655">
                                          <p:val>
                                            <p:strVal val="#ppt_y+0.03865"/>
                                          </p:val>
                                        </p:tav>
                                        <p:tav tm="77891">
                                          <p:val>
                                            <p:strVal val="#ppt_y+0.02664"/>
                                          </p:val>
                                        </p:tav>
                                        <p:tav tm="79128">
                                          <p:val>
                                            <p:strVal val="#ppt_y+0.01783"/>
                                          </p:val>
                                        </p:tav>
                                        <p:tav tm="80364">
                                          <p:val>
                                            <p:strVal val="#ppt_y+0.01148"/>
                                          </p:val>
                                        </p:tav>
                                        <p:tav tm="81601">
                                          <p:val>
                                            <p:strVal val="#ppt_y+0.0069"/>
                                          </p:val>
                                        </p:tav>
                                        <p:tav tm="84073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87782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92728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9891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696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71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946">
                                          <p:val>
                                            <p:strVal val="#ppt_w*0.26899"/>
                                          </p:val>
                                        </p:tav>
                                        <p:tav tm="74182">
                                          <p:val>
                                            <p:strVal val="#ppt_w*0.42742"/>
                                          </p:val>
                                        </p:tav>
                                        <p:tav tm="75419">
                                          <p:val>
                                            <p:strVal val="#ppt_w*0.57355"/>
                                          </p:val>
                                        </p:tav>
                                        <p:tav tm="76655">
                                          <p:val>
                                            <p:strVal val="#ppt_w*0.6961"/>
                                          </p:val>
                                        </p:tav>
                                        <p:tav tm="77891">
                                          <p:val>
                                            <p:strVal val="#ppt_w*0.79052"/>
                                          </p:val>
                                        </p:tav>
                                        <p:tav tm="79128">
                                          <p:val>
                                            <p:strVal val="#ppt_w*0.85979"/>
                                          </p:val>
                                        </p:tav>
                                        <p:tav tm="80364">
                                          <p:val>
                                            <p:strVal val="#ppt_w*0.90976"/>
                                          </p:val>
                                        </p:tav>
                                        <p:tav tm="81601">
                                          <p:val>
                                            <p:strVal val="#ppt_w*0.94572"/>
                                          </p:val>
                                        </p:tav>
                                        <p:tav tm="84073">
                                          <p:val>
                                            <p:strVal val="#ppt_w*0.99015"/>
                                          </p:val>
                                        </p:tav>
                                        <p:tav tm="8778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92728">
                                          <p:val>
                                            <p:strVal val="#ppt_w*1.02055"/>
                                          </p:val>
                                        </p:tav>
                                        <p:tav tm="9891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696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71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946">
                                          <p:val>
                                            <p:strVal val="#ppt_h*0.26899"/>
                                          </p:val>
                                        </p:tav>
                                        <p:tav tm="74182">
                                          <p:val>
                                            <p:strVal val="#ppt_h*0.42742"/>
                                          </p:val>
                                        </p:tav>
                                        <p:tav tm="75419">
                                          <p:val>
                                            <p:strVal val="#ppt_h*0.57355"/>
                                          </p:val>
                                        </p:tav>
                                        <p:tav tm="76655">
                                          <p:val>
                                            <p:strVal val="#ppt_h*0.6961"/>
                                          </p:val>
                                        </p:tav>
                                        <p:tav tm="77891">
                                          <p:val>
                                            <p:strVal val="#ppt_h*0.79052"/>
                                          </p:val>
                                        </p:tav>
                                        <p:tav tm="79128">
                                          <p:val>
                                            <p:strVal val="#ppt_h*0.85979"/>
                                          </p:val>
                                        </p:tav>
                                        <p:tav tm="80364">
                                          <p:val>
                                            <p:strVal val="#ppt_h*0.90976"/>
                                          </p:val>
                                        </p:tav>
                                        <p:tav tm="81601">
                                          <p:val>
                                            <p:strVal val="#ppt_h*0.94572"/>
                                          </p:val>
                                        </p:tav>
                                        <p:tav tm="84073">
                                          <p:val>
                                            <p:strVal val="#ppt_h*0.99015"/>
                                          </p:val>
                                        </p:tav>
                                        <p:tav tm="8778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92728">
                                          <p:val>
                                            <p:strVal val="#ppt_h*1.02055"/>
                                          </p:val>
                                        </p:tav>
                                        <p:tav tm="9891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2696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"/>
                                          </p:val>
                                        </p:tav>
                                        <p:tav tm="71710">
                                          <p:val>
                                            <p:fltVal val="-103"/>
                                          </p:val>
                                        </p:tav>
                                        <p:tav tm="72946">
                                          <p:val>
                                            <p:fltVal val="-109.51"/>
                                          </p:val>
                                        </p:tav>
                                        <p:tav tm="74182">
                                          <p:val>
                                            <p:fltVal val="-163.8"/>
                                          </p:val>
                                        </p:tav>
                                        <p:tav tm="75419">
                                          <p:val>
                                            <p:fltVal val="-213.87"/>
                                          </p:val>
                                        </p:tav>
                                        <p:tav tm="76655">
                                          <p:val>
                                            <p:fltVal val="-255.87"/>
                                          </p:val>
                                        </p:tav>
                                        <p:tav tm="77891">
                                          <p:val>
                                            <p:fltVal val="-288.22"/>
                                          </p:val>
                                        </p:tav>
                                        <p:tav tm="79128">
                                          <p:val>
                                            <p:fltVal val="-311.96"/>
                                          </p:val>
                                        </p:tav>
                                        <p:tav tm="80364">
                                          <p:val>
                                            <p:fltVal val="-329.08"/>
                                          </p:val>
                                        </p:tav>
                                        <p:tav tm="81601">
                                          <p:val>
                                            <p:fltVal val="-341.4"/>
                                          </p:val>
                                        </p:tav>
                                        <p:tav tm="82837">
                                          <p:val>
                                            <p:fltVal val="-350.27"/>
                                          </p:val>
                                        </p:tav>
                                        <p:tav tm="84073">
                                          <p:val>
                                            <p:fltVal val="-356.62"/>
                                          </p:val>
                                        </p:tav>
                                        <p:tav tm="85310">
                                          <p:val>
                                            <p:fltVal val="-361.11"/>
                                          </p:val>
                                        </p:tav>
                                        <p:tav tm="86546">
                                          <p:val>
                                            <p:fltVal val="-364.18"/>
                                          </p:val>
                                        </p:tav>
                                        <p:tav tm="87782">
                                          <p:val>
                                            <p:fltVal val="-366.16"/>
                                          </p:val>
                                        </p:tav>
                                        <p:tav tm="89019">
                                          <p:val>
                                            <p:fltVal val="-367.28"/>
                                          </p:val>
                                        </p:tav>
                                        <p:tav tm="90255">
                                          <p:val>
                                            <p:fltVal val="-367.72"/>
                                          </p:val>
                                        </p:tav>
                                        <p:tav tm="92728">
                                          <p:val>
                                            <p:fltVal val="-367.04"/>
                                          </p:val>
                                        </p:tav>
                                        <p:tav tm="95201">
                                          <p:val>
                                            <p:fltVal val="-364.87"/>
                                          </p:val>
                                        </p:tav>
                                        <p:tav tm="98910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67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9" dur="26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22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222"/>
                                          </p:val>
                                        </p:tav>
                                        <p:tav tm="72704">
                                          <p:val>
                                            <p:strVal val="#ppt_x-0.01936"/>
                                          </p:val>
                                        </p:tav>
                                        <p:tav tm="75255">
                                          <p:val>
                                            <p:strVal val="#ppt_x-0.01077"/>
                                          </p:val>
                                        </p:tav>
                                        <p:tav tm="76531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77806">
                                          <p:val>
                                            <p:strVal val="#ppt_x-0.00513"/>
                                          </p:val>
                                        </p:tav>
                                        <p:tav tm="80357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82908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86735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1837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9949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26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231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12231"/>
                                          </p:val>
                                        </p:tav>
                                        <p:tav tm="72704">
                                          <p:val>
                                            <p:strVal val="#ppt_y+0.10664"/>
                                          </p:val>
                                        </p:tav>
                                        <p:tav tm="73980">
                                          <p:val>
                                            <p:strVal val="#ppt_y+0.08151"/>
                                          </p:val>
                                        </p:tav>
                                        <p:tav tm="75255">
                                          <p:val>
                                            <p:strVal val="#ppt_y+0.05935"/>
                                          </p:val>
                                        </p:tav>
                                        <p:tav tm="76531">
                                          <p:val>
                                            <p:strVal val="#ppt_y+0.04158"/>
                                          </p:val>
                                        </p:tav>
                                        <p:tav tm="77806">
                                          <p:val>
                                            <p:strVal val="#ppt_y+0.02826"/>
                                          </p:val>
                                        </p:tav>
                                        <p:tav tm="79082">
                                          <p:val>
                                            <p:strVal val="#ppt_y+0.0186"/>
                                          </p:val>
                                        </p:tav>
                                        <p:tav tm="80357">
                                          <p:val>
                                            <p:strVal val="#ppt_y+0.01165"/>
                                          </p:val>
                                        </p:tav>
                                        <p:tav tm="81633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82908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84184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86735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036"/>
                                          </p:val>
                                        </p:tav>
                                        <p:tav tm="91837">
                                          <p:val>
                                            <p:strVal val="#ppt_y-0.00351"/>
                                          </p:val>
                                        </p:tav>
                                        <p:tav tm="9949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6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704">
                                          <p:val>
                                            <p:strVal val="#ppt_w*0.34609"/>
                                          </p:val>
                                        </p:tav>
                                        <p:tav tm="73980">
                                          <p:val>
                                            <p:strVal val="#ppt_w*0.50014"/>
                                          </p:val>
                                        </p:tav>
                                        <p:tav tm="75255">
                                          <p:val>
                                            <p:strVal val="#ppt_w*0.63604"/>
                                          </p:val>
                                        </p:tav>
                                        <p:tav tm="76531">
                                          <p:val>
                                            <p:strVal val="#ppt_w*0.74505"/>
                                          </p:val>
                                        </p:tav>
                                        <p:tav tm="77806">
                                          <p:val>
                                            <p:strVal val="#ppt_w*0.82669"/>
                                          </p:val>
                                        </p:tav>
                                        <p:tav tm="79082">
                                          <p:val>
                                            <p:strVal val="#ppt_w*0.88592"/>
                                          </p:val>
                                        </p:tav>
                                        <p:tav tm="80357">
                                          <p:val>
                                            <p:strVal val="#ppt_w*0.92856"/>
                                          </p:val>
                                        </p:tav>
                                        <p:tav tm="81633">
                                          <p:val>
                                            <p:strVal val="#ppt_w*0.95926"/>
                                          </p:val>
                                        </p:tav>
                                        <p:tav tm="82908">
                                          <p:val>
                                            <p:strVal val="#ppt_w*0.98132"/>
                                          </p:val>
                                        </p:tav>
                                        <p:tav tm="84184">
                                          <p:val>
                                            <p:strVal val="#ppt_w*0.99704"/>
                                          </p:val>
                                        </p:tav>
                                        <p:tav tm="86735">
                                          <p:val>
                                            <p:strVal val="#ppt_w*1.01533"/>
                                          </p:val>
                                        </p:tav>
                                        <p:tav tm="91837">
                                          <p:val>
                                            <p:strVal val="#ppt_w*1.02155"/>
                                          </p:val>
                                        </p:tav>
                                        <p:tav tm="9949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6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429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704">
                                          <p:val>
                                            <p:strVal val="#ppt_h*0.34609"/>
                                          </p:val>
                                        </p:tav>
                                        <p:tav tm="73980">
                                          <p:val>
                                            <p:strVal val="#ppt_h*0.50014"/>
                                          </p:val>
                                        </p:tav>
                                        <p:tav tm="75255">
                                          <p:val>
                                            <p:strVal val="#ppt_h*0.63604"/>
                                          </p:val>
                                        </p:tav>
                                        <p:tav tm="76531">
                                          <p:val>
                                            <p:strVal val="#ppt_h*0.74505"/>
                                          </p:val>
                                        </p:tav>
                                        <p:tav tm="77806">
                                          <p:val>
                                            <p:strVal val="#ppt_h*0.82669"/>
                                          </p:val>
                                        </p:tav>
                                        <p:tav tm="79082">
                                          <p:val>
                                            <p:strVal val="#ppt_h*0.88592"/>
                                          </p:val>
                                        </p:tav>
                                        <p:tav tm="80357">
                                          <p:val>
                                            <p:strVal val="#ppt_h*0.92856"/>
                                          </p:val>
                                        </p:tav>
                                        <p:tav tm="81633">
                                          <p:val>
                                            <p:strVal val="#ppt_h*0.95926"/>
                                          </p:val>
                                        </p:tav>
                                        <p:tav tm="82908">
                                          <p:val>
                                            <p:strVal val="#ppt_h*0.98132"/>
                                          </p:val>
                                        </p:tav>
                                        <p:tav tm="84184">
                                          <p:val>
                                            <p:strVal val="#ppt_h*0.99704"/>
                                          </p:val>
                                        </p:tav>
                                        <p:tav tm="86735">
                                          <p:val>
                                            <p:strVal val="#ppt_h*1.01533"/>
                                          </p:val>
                                        </p:tav>
                                        <p:tav tm="91837">
                                          <p:val>
                                            <p:strVal val="#ppt_h*1.02155"/>
                                          </p:val>
                                        </p:tav>
                                        <p:tav tm="9949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26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4"/>
                                          </p:val>
                                        </p:tav>
                                        <p:tav tm="71429">
                                          <p:val>
                                            <p:fltVal val="-134"/>
                                          </p:val>
                                        </p:tav>
                                        <p:tav tm="72704">
                                          <p:val>
                                            <p:fltVal val="-116.83"/>
                                          </p:val>
                                        </p:tav>
                                        <p:tav tm="73980">
                                          <p:val>
                                            <p:fltVal val="-89.31"/>
                                          </p:val>
                                        </p:tav>
                                        <p:tav tm="75255">
                                          <p:val>
                                            <p:fltVal val="-65.03"/>
                                          </p:val>
                                        </p:tav>
                                        <p:tav tm="76531">
                                          <p:val>
                                            <p:fltVal val="-45.55"/>
                                          </p:val>
                                        </p:tav>
                                        <p:tav tm="77806">
                                          <p:val>
                                            <p:fltVal val="-30.97"/>
                                          </p:val>
                                        </p:tav>
                                        <p:tav tm="79082">
                                          <p:val>
                                            <p:fltVal val="-20.38"/>
                                          </p:val>
                                        </p:tav>
                                        <p:tav tm="80357">
                                          <p:val>
                                            <p:fltVal val="-12.76"/>
                                          </p:val>
                                        </p:tav>
                                        <p:tav tm="81633">
                                          <p:val>
                                            <p:fltVal val="-7.28"/>
                                          </p:val>
                                        </p:tav>
                                        <p:tav tm="82908">
                                          <p:val>
                                            <p:fltVal val="-3.34"/>
                                          </p:val>
                                        </p:tav>
                                        <p:tav tm="84184">
                                          <p:val>
                                            <p:fltVal val="-0.53"/>
                                          </p:val>
                                        </p:tav>
                                        <p:tav tm="85459">
                                          <p:val>
                                            <p:fltVal val="1.43"/>
                                          </p:val>
                                        </p:tav>
                                        <p:tav tm="86735">
                                          <p:val>
                                            <p:fltVal val="2.74"/>
                                          </p:val>
                                        </p:tav>
                                        <p:tav tm="89286">
                                          <p:val>
                                            <p:fltVal val="3.95"/>
                                          </p:val>
                                        </p:tav>
                                        <p:tav tm="91837">
                                          <p:val>
                                            <p:fltVal val="3.85"/>
                                          </p:val>
                                        </p:tav>
                                        <p:tav tm="94388">
                                          <p:val>
                                            <p:fltVal val="2.89"/>
                                          </p:val>
                                        </p:tav>
                                        <p:tav tm="98214">
                                          <p:val>
                                            <p:fltVal val="0.4"/>
                                          </p:val>
                                        </p:tav>
                                        <p:tav tm="9949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67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7" dur="253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37"/>
                                          </p:val>
                                        </p:tav>
                                        <p:tav tm="69812">
                                          <p:val>
                                            <p:strVal val="#ppt_x+0.00437"/>
                                          </p:val>
                                        </p:tav>
                                        <p:tav tm="71129">
                                          <p:val>
                                            <p:strVal val="#ppt_x+0.0043"/>
                                          </p:val>
                                        </p:tav>
                                        <p:tav tm="76398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80350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9879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53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437"/>
                                          </p:val>
                                        </p:tav>
                                        <p:tav tm="69812">
                                          <p:val>
                                            <p:strVal val="#ppt_y+0.14437"/>
                                          </p:val>
                                        </p:tav>
                                        <p:tav tm="71129">
                                          <p:val>
                                            <p:strVal val="#ppt_y+0.14184"/>
                                          </p:val>
                                        </p:tav>
                                        <p:tav tm="72446">
                                          <p:val>
                                            <p:strVal val="#ppt_y+0.1113"/>
                                          </p:val>
                                        </p:tav>
                                        <p:tav tm="73764">
                                          <p:val>
                                            <p:strVal val="#ppt_y+0.08305"/>
                                          </p:val>
                                        </p:tav>
                                        <p:tav tm="75081">
                                          <p:val>
                                            <p:strVal val="#ppt_y+0.05926"/>
                                          </p:val>
                                        </p:tav>
                                        <p:tav tm="76398">
                                          <p:val>
                                            <p:strVal val="#ppt_y+0.04089"/>
                                          </p:val>
                                        </p:tav>
                                        <p:tav tm="77715">
                                          <p:val>
                                            <p:strVal val="#ppt_y+0.0274"/>
                                          </p:val>
                                        </p:tav>
                                        <p:tav tm="79032">
                                          <p:val>
                                            <p:strVal val="#ppt_y+0.01767"/>
                                          </p:val>
                                        </p:tav>
                                        <p:tav tm="80350">
                                          <p:val>
                                            <p:strVal val="#ppt_y+0.01066"/>
                                          </p:val>
                                        </p:tav>
                                        <p:tav tm="81667">
                                          <p:val>
                                            <p:strVal val="#ppt_y+0.00562"/>
                                          </p:val>
                                        </p:tav>
                                        <p:tav tm="82984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84301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86936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89570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92205">
                                          <p:val>
                                            <p:strVal val="#ppt_y-0.00397"/>
                                          </p:val>
                                        </p:tav>
                                        <p:tav tm="9879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253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812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129">
                                          <p:val>
                                            <p:strVal val="#ppt_w*0.26315"/>
                                          </p:val>
                                        </p:tav>
                                        <p:tav tm="72446">
                                          <p:val>
                                            <p:strVal val="#ppt_w*0.4218"/>
                                          </p:val>
                                        </p:tav>
                                        <p:tav tm="73764">
                                          <p:val>
                                            <p:strVal val="#ppt_w*0.56859"/>
                                          </p:val>
                                        </p:tav>
                                        <p:tav tm="75081">
                                          <p:val>
                                            <p:strVal val="#ppt_w*0.69214"/>
                                          </p:val>
                                        </p:tav>
                                        <p:tav tm="76398">
                                          <p:val>
                                            <p:strVal val="#ppt_w*0.78756"/>
                                          </p:val>
                                        </p:tav>
                                        <p:tav tm="77715">
                                          <p:val>
                                            <p:strVal val="#ppt_w*0.85765"/>
                                          </p:val>
                                        </p:tav>
                                        <p:tav tm="79032">
                                          <p:val>
                                            <p:strVal val="#ppt_w*0.90822"/>
                                          </p:val>
                                        </p:tav>
                                        <p:tav tm="80350">
                                          <p:val>
                                            <p:strVal val="#ppt_w*0.94461"/>
                                          </p:val>
                                        </p:tav>
                                        <p:tav tm="82984">
                                          <p:val>
                                            <p:strVal val="#ppt_w*0.98958"/>
                                          </p:val>
                                        </p:tav>
                                        <p:tav tm="86936">
                                          <p:val>
                                            <p:strVal val="#ppt_w*1.01781"/>
                                          </p:val>
                                        </p:tav>
                                        <p:tav tm="92205">
                                          <p:val>
                                            <p:strVal val="#ppt_w*1.02063"/>
                                          </p:val>
                                        </p:tav>
                                        <p:tav tm="9879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53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812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129">
                                          <p:val>
                                            <p:strVal val="#ppt_h*0.26315"/>
                                          </p:val>
                                        </p:tav>
                                        <p:tav tm="72446">
                                          <p:val>
                                            <p:strVal val="#ppt_h*0.4218"/>
                                          </p:val>
                                        </p:tav>
                                        <p:tav tm="73764">
                                          <p:val>
                                            <p:strVal val="#ppt_h*0.56859"/>
                                          </p:val>
                                        </p:tav>
                                        <p:tav tm="75081">
                                          <p:val>
                                            <p:strVal val="#ppt_h*0.69214"/>
                                          </p:val>
                                        </p:tav>
                                        <p:tav tm="76398">
                                          <p:val>
                                            <p:strVal val="#ppt_h*0.78756"/>
                                          </p:val>
                                        </p:tav>
                                        <p:tav tm="77715">
                                          <p:val>
                                            <p:strVal val="#ppt_h*0.85765"/>
                                          </p:val>
                                        </p:tav>
                                        <p:tav tm="79032">
                                          <p:val>
                                            <p:strVal val="#ppt_h*0.90822"/>
                                          </p:val>
                                        </p:tav>
                                        <p:tav tm="80350">
                                          <p:val>
                                            <p:strVal val="#ppt_h*0.94461"/>
                                          </p:val>
                                        </p:tav>
                                        <p:tav tm="82984">
                                          <p:val>
                                            <p:strVal val="#ppt_h*0.98958"/>
                                          </p:val>
                                        </p:tav>
                                        <p:tav tm="86936">
                                          <p:val>
                                            <p:strVal val="#ppt_h*1.01781"/>
                                          </p:val>
                                        </p:tav>
                                        <p:tav tm="92205">
                                          <p:val>
                                            <p:strVal val="#ppt_h*1.02063"/>
                                          </p:val>
                                        </p:tav>
                                        <p:tav tm="9879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2531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1"/>
                                          </p:val>
                                        </p:tav>
                                        <p:tav tm="69812">
                                          <p:val>
                                            <p:fltVal val="171"/>
                                          </p:val>
                                        </p:tav>
                                        <p:tav tm="71129">
                                          <p:val>
                                            <p:fltVal val="168"/>
                                          </p:val>
                                        </p:tav>
                                        <p:tav tm="72446">
                                          <p:val>
                                            <p:fltVal val="131.83"/>
                                          </p:val>
                                        </p:tav>
                                        <p:tav tm="73764">
                                          <p:val>
                                            <p:fltVal val="98.36"/>
                                          </p:val>
                                        </p:tav>
                                        <p:tav tm="75081">
                                          <p:val>
                                            <p:fltVal val="70.19"/>
                                          </p:val>
                                        </p:tav>
                                        <p:tav tm="76398">
                                          <p:val>
                                            <p:fltVal val="48.44"/>
                                          </p:val>
                                        </p:tav>
                                        <p:tav tm="77715">
                                          <p:val>
                                            <p:fltVal val="32.46"/>
                                          </p:val>
                                        </p:tav>
                                        <p:tav tm="79032">
                                          <p:val>
                                            <p:fltVal val="20.93"/>
                                          </p:val>
                                        </p:tav>
                                        <p:tav tm="80350">
                                          <p:val>
                                            <p:fltVal val="12.63"/>
                                          </p:val>
                                        </p:tav>
                                        <p:tav tm="81667">
                                          <p:val>
                                            <p:fltVal val="6.66"/>
                                          </p:val>
                                        </p:tav>
                                        <p:tav tm="82984">
                                          <p:val>
                                            <p:fltVal val="2.38"/>
                                          </p:val>
                                        </p:tav>
                                        <p:tav tm="84301">
                                          <p:val>
                                            <p:fltVal val="-0.65"/>
                                          </p:val>
                                        </p:tav>
                                        <p:tav tm="85618">
                                          <p:val>
                                            <p:fltVal val="-2.72"/>
                                          </p:val>
                                        </p:tav>
                                        <p:tav tm="86936">
                                          <p:val>
                                            <p:fltVal val="-4.06"/>
                                          </p:val>
                                        </p:tav>
                                        <p:tav tm="89570">
                                          <p:val>
                                            <p:fltVal val="-5.13"/>
                                          </p:val>
                                        </p:tav>
                                        <p:tav tm="92205">
                                          <p:val>
                                            <p:fltVal val="-4.7"/>
                                          </p:val>
                                        </p:tav>
                                        <p:tav tm="94839">
                                          <p:val>
                                            <p:fltVal val="-3.27"/>
                                          </p:val>
                                        </p:tav>
                                        <p:tav tm="9879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5" dur="2448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45"/>
                                          </p:val>
                                        </p:tav>
                                        <p:tav tm="69448">
                                          <p:val>
                                            <p:strVal val="#ppt_x+0.05945"/>
                                          </p:val>
                                        </p:tav>
                                        <p:tav tm="70810">
                                          <p:val>
                                            <p:strVal val="#ppt_x+0.05229"/>
                                          </p:val>
                                        </p:tav>
                                        <p:tav tm="72171">
                                          <p:val>
                                            <p:strVal val="#ppt_x+0.04004"/>
                                          </p:val>
                                        </p:tav>
                                        <p:tav tm="73533">
                                          <p:val>
                                            <p:strVal val="#ppt_x+0.0292"/>
                                          </p:val>
                                        </p:tav>
                                        <p:tav tm="74895">
                                          <p:val>
                                            <p:strVal val="#ppt_x+0.02048"/>
                                          </p:val>
                                        </p:tav>
                                        <p:tav tm="76256">
                                          <p:val>
                                            <p:strVal val="#ppt_x+0.01394"/>
                                          </p:val>
                                        </p:tav>
                                        <p:tav tm="77618">
                                          <p:val>
                                            <p:strVal val="#ppt_x+0.00919"/>
                                          </p:val>
                                        </p:tav>
                                        <p:tav tm="78980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80342">
                                          <p:val>
                                            <p:strVal val="#ppt_x+0.0033"/>
                                          </p:val>
                                        </p:tav>
                                        <p:tav tm="81703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83065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85789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91235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9940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2448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553"/>
                                          </p:val>
                                        </p:tav>
                                        <p:tav tm="69448">
                                          <p:val>
                                            <p:strVal val="#ppt_y+0.13553"/>
                                          </p:val>
                                        </p:tav>
                                        <p:tav tm="70810">
                                          <p:val>
                                            <p:strVal val="#ppt_y+0.11921"/>
                                          </p:val>
                                        </p:tav>
                                        <p:tav tm="72171">
                                          <p:val>
                                            <p:strVal val="#ppt_y+0.09129"/>
                                          </p:val>
                                        </p:tav>
                                        <p:tav tm="73533">
                                          <p:val>
                                            <p:strVal val="#ppt_y+0.06658"/>
                                          </p:val>
                                        </p:tav>
                                        <p:tav tm="74895">
                                          <p:val>
                                            <p:strVal val="#ppt_y+0.0467"/>
                                          </p:val>
                                        </p:tav>
                                        <p:tav tm="76256">
                                          <p:val>
                                            <p:strVal val="#ppt_y+0.03178"/>
                                          </p:val>
                                        </p:tav>
                                        <p:tav tm="77618">
                                          <p:val>
                                            <p:strVal val="#ppt_y+0.02095"/>
                                          </p:val>
                                        </p:tav>
                                        <p:tav tm="78980">
                                          <p:val>
                                            <p:strVal val="#ppt_y+0.01315"/>
                                          </p:val>
                                        </p:tav>
                                        <p:tav tm="80342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81703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83065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85789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88512">
                                          <p:val>
                                            <p:strVal val="#ppt_y-0.00398"/>
                                          </p:val>
                                        </p:tav>
                                        <p:tav tm="91235">
                                          <p:val>
                                            <p:strVal val="#ppt_y-0.00391"/>
                                          </p:val>
                                        </p:tav>
                                        <p:tav tm="994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2448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448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810">
                                          <p:val>
                                            <p:strVal val="#ppt_w*0.3403"/>
                                          </p:val>
                                        </p:tav>
                                        <p:tav tm="72171">
                                          <p:val>
                                            <p:strVal val="#ppt_w*0.49478"/>
                                          </p:val>
                                        </p:tav>
                                        <p:tav tm="73533">
                                          <p:val>
                                            <p:strVal val="#ppt_w*0.63154"/>
                                          </p:val>
                                        </p:tav>
                                        <p:tav tm="74895">
                                          <p:val>
                                            <p:strVal val="#ppt_w*0.74159"/>
                                          </p:val>
                                        </p:tav>
                                        <p:tav tm="76256">
                                          <p:val>
                                            <p:strVal val="#ppt_w*0.82415"/>
                                          </p:val>
                                        </p:tav>
                                        <p:tav tm="77618">
                                          <p:val>
                                            <p:strVal val="#ppt_w*0.88409"/>
                                          </p:val>
                                        </p:tav>
                                        <p:tav tm="78980">
                                          <p:val>
                                            <p:strVal val="#ppt_w*0.92724"/>
                                          </p:val>
                                        </p:tav>
                                        <p:tav tm="80342">
                                          <p:val>
                                            <p:strVal val="#ppt_w*0.95831"/>
                                          </p:val>
                                        </p:tav>
                                        <p:tav tm="81703">
                                          <p:val>
                                            <p:strVal val="#ppt_w*0.98064"/>
                                          </p:val>
                                        </p:tav>
                                        <p:tav tm="83065">
                                          <p:val>
                                            <p:strVal val="#ppt_w*0.99656"/>
                                          </p:val>
                                        </p:tav>
                                        <p:tav tm="85789">
                                          <p:val>
                                            <p:strVal val="#ppt_w*1.01512"/>
                                          </p:val>
                                        </p:tav>
                                        <p:tav tm="91235">
                                          <p:val>
                                            <p:strVal val="#ppt_w*1.02161"/>
                                          </p:val>
                                        </p:tav>
                                        <p:tav tm="9940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448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448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810">
                                          <p:val>
                                            <p:strVal val="#ppt_h*0.3403"/>
                                          </p:val>
                                        </p:tav>
                                        <p:tav tm="72171">
                                          <p:val>
                                            <p:strVal val="#ppt_h*0.49478"/>
                                          </p:val>
                                        </p:tav>
                                        <p:tav tm="73533">
                                          <p:val>
                                            <p:strVal val="#ppt_h*0.63154"/>
                                          </p:val>
                                        </p:tav>
                                        <p:tav tm="74895">
                                          <p:val>
                                            <p:strVal val="#ppt_h*0.74159"/>
                                          </p:val>
                                        </p:tav>
                                        <p:tav tm="76256">
                                          <p:val>
                                            <p:strVal val="#ppt_h*0.82415"/>
                                          </p:val>
                                        </p:tav>
                                        <p:tav tm="77618">
                                          <p:val>
                                            <p:strVal val="#ppt_h*0.88409"/>
                                          </p:val>
                                        </p:tav>
                                        <p:tav tm="78980">
                                          <p:val>
                                            <p:strVal val="#ppt_h*0.92724"/>
                                          </p:val>
                                        </p:tav>
                                        <p:tav tm="80342">
                                          <p:val>
                                            <p:strVal val="#ppt_h*0.95831"/>
                                          </p:val>
                                        </p:tav>
                                        <p:tav tm="81703">
                                          <p:val>
                                            <p:strVal val="#ppt_h*0.98064"/>
                                          </p:val>
                                        </p:tav>
                                        <p:tav tm="83065">
                                          <p:val>
                                            <p:strVal val="#ppt_h*0.99656"/>
                                          </p:val>
                                        </p:tav>
                                        <p:tav tm="85789">
                                          <p:val>
                                            <p:strVal val="#ppt_h*1.01512"/>
                                          </p:val>
                                        </p:tav>
                                        <p:tav tm="91235">
                                          <p:val>
                                            <p:strVal val="#ppt_h*1.02161"/>
                                          </p:val>
                                        </p:tav>
                                        <p:tav tm="9940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2448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2"/>
                                          </p:val>
                                        </p:tav>
                                        <p:tav tm="69448">
                                          <p:val>
                                            <p:fltVal val="152"/>
                                          </p:val>
                                        </p:tav>
                                        <p:tav tm="70810">
                                          <p:val>
                                            <p:fltVal val="177.04"/>
                                          </p:val>
                                        </p:tav>
                                        <p:tav tm="72171">
                                          <p:val>
                                            <p:fltVal val="219.89"/>
                                          </p:val>
                                        </p:tav>
                                        <p:tav tm="73533">
                                          <p:val>
                                            <p:fltVal val="257.81"/>
                                          </p:val>
                                        </p:tav>
                                        <p:tav tm="74895">
                                          <p:val>
                                            <p:fltVal val="288.33"/>
                                          </p:val>
                                        </p:tav>
                                        <p:tav tm="76256">
                                          <p:val>
                                            <p:fltVal val="311.23"/>
                                          </p:val>
                                        </p:tav>
                                        <p:tav tm="77618">
                                          <p:val>
                                            <p:fltVal val="327.85"/>
                                          </p:val>
                                        </p:tav>
                                        <p:tav tm="78980">
                                          <p:val>
                                            <p:fltVal val="339.82"/>
                                          </p:val>
                                        </p:tav>
                                        <p:tav tm="80342">
                                          <p:val>
                                            <p:fltVal val="348.44"/>
                                          </p:val>
                                        </p:tav>
                                        <p:tav tm="81703">
                                          <p:val>
                                            <p:fltVal val="354.63"/>
                                          </p:val>
                                        </p:tav>
                                        <p:tav tm="83065">
                                          <p:val>
                                            <p:fltVal val="359.05"/>
                                          </p:val>
                                        </p:tav>
                                        <p:tav tm="84427">
                                          <p:val>
                                            <p:fltVal val="362.13"/>
                                          </p:val>
                                        </p:tav>
                                        <p:tav tm="85789">
                                          <p:val>
                                            <p:fltVal val="364.19"/>
                                          </p:val>
                                        </p:tav>
                                        <p:tav tm="87150">
                                          <p:val>
                                            <p:fltVal val="365.47"/>
                                          </p:val>
                                        </p:tav>
                                        <p:tav tm="88512">
                                          <p:val>
                                            <p:fltVal val="366.11"/>
                                          </p:val>
                                        </p:tav>
                                        <p:tav tm="91235">
                                          <p:val>
                                            <p:fltVal val="365.99"/>
                                          </p:val>
                                        </p:tav>
                                        <p:tav tm="93959">
                                          <p:val>
                                            <p:fltVal val="364.53"/>
                                          </p:val>
                                        </p:tav>
                                        <p:tav tm="98044">
                                          <p:val>
                                            <p:fltVal val="360.68"/>
                                          </p:val>
                                        </p:tav>
                                        <p:tav tm="9940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67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3" dur="2365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247"/>
                                          </p:val>
                                        </p:tav>
                                        <p:tav tm="67649">
                                          <p:val>
                                            <p:strVal val="#ppt_x+0.08247"/>
                                          </p:val>
                                        </p:tav>
                                        <p:tav tm="69058">
                                          <p:val>
                                            <p:strVal val="#ppt_x+0.08167"/>
                                          </p:val>
                                        </p:tav>
                                        <p:tav tm="70468">
                                          <p:val>
                                            <p:strVal val="#ppt_x+0.0642"/>
                                          </p:val>
                                        </p:tav>
                                        <p:tav tm="71877">
                                          <p:val>
                                            <p:strVal val="#ppt_x+0.04799"/>
                                          </p:val>
                                        </p:tav>
                                        <p:tav tm="73286">
                                          <p:val>
                                            <p:strVal val="#ppt_x+0.03429"/>
                                          </p:val>
                                        </p:tav>
                                        <p:tav tm="74696">
                                          <p:val>
                                            <p:strVal val="#ppt_x+0.02369"/>
                                          </p:val>
                                        </p:tav>
                                        <p:tav tm="76105">
                                          <p:val>
                                            <p:strVal val="#ppt_x+0.01589"/>
                                          </p:val>
                                        </p:tav>
                                        <p:tav tm="77514">
                                          <p:val>
                                            <p:strVal val="#ppt_x+0.01026"/>
                                          </p:val>
                                        </p:tav>
                                        <p:tav tm="78924">
                                          <p:val>
                                            <p:strVal val="#ppt_x+0.00621"/>
                                          </p:val>
                                        </p:tav>
                                        <p:tav tm="80333">
                                          <p:val>
                                            <p:strVal val="#ppt_x+0.0033"/>
                                          </p:val>
                                        </p:tav>
                                        <p:tav tm="81742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83152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85971">
                                          <p:val>
                                            <p:strVal val="#ppt_x-0.00194"/>
                                          </p:val>
                                        </p:tav>
                                        <p:tav tm="88789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91608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9865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2365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99"/>
                                          </p:val>
                                        </p:tav>
                                        <p:tav tm="67649">
                                          <p:val>
                                            <p:strVal val="#ppt_y+0.12999"/>
                                          </p:val>
                                        </p:tav>
                                        <p:tav tm="69058">
                                          <p:val>
                                            <p:strVal val="#ppt_y+0.12872"/>
                                          </p:val>
                                        </p:tav>
                                        <p:tav tm="70468">
                                          <p:val>
                                            <p:strVal val="#ppt_y+0.10119"/>
                                          </p:val>
                                        </p:tav>
                                        <p:tav tm="71877">
                                          <p:val>
                                            <p:strVal val="#ppt_y+0.07563"/>
                                          </p:val>
                                        </p:tav>
                                        <p:tav tm="73286">
                                          <p:val>
                                            <p:strVal val="#ppt_y+0.05405"/>
                                          </p:val>
                                        </p:tav>
                                        <p:tav tm="74696">
                                          <p:val>
                                            <p:strVal val="#ppt_y+0.03734"/>
                                          </p:val>
                                        </p:tav>
                                        <p:tav tm="76105">
                                          <p:val>
                                            <p:strVal val="#ppt_y+0.02505"/>
                                          </p:val>
                                        </p:tav>
                                        <p:tav tm="77514">
                                          <p:val>
                                            <p:strVal val="#ppt_y+0.01618"/>
                                          </p:val>
                                        </p:tav>
                                        <p:tav tm="78924">
                                          <p:val>
                                            <p:strVal val="#ppt_y+0.0098"/>
                                          </p:val>
                                        </p:tav>
                                        <p:tav tm="80333">
                                          <p:val>
                                            <p:strVal val="#ppt_y+0.0052"/>
                                          </p:val>
                                        </p:tav>
                                        <p:tav tm="81742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83152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85971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88789">
                                          <p:val>
                                            <p:strVal val="#ppt_y-0.0039"/>
                                          </p:val>
                                        </p:tav>
                                        <p:tav tm="91608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986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2365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7649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058">
                                          <p:val>
                                            <p:strVal val="#ppt_w*0.2573"/>
                                          </p:val>
                                        </p:tav>
                                        <p:tav tm="70468">
                                          <p:val>
                                            <p:strVal val="#ppt_w*0.41616"/>
                                          </p:val>
                                        </p:tav>
                                        <p:tav tm="71877">
                                          <p:val>
                                            <p:strVal val="#ppt_w*0.5636"/>
                                          </p:val>
                                        </p:tav>
                                        <p:tav tm="73286">
                                          <p:val>
                                            <p:strVal val="#ppt_w*0.68814"/>
                                          </p:val>
                                        </p:tav>
                                        <p:tav tm="74696">
                                          <p:val>
                                            <p:strVal val="#ppt_w*0.78457"/>
                                          </p:val>
                                        </p:tav>
                                        <p:tav tm="76105">
                                          <p:val>
                                            <p:strVal val="#ppt_w*0.85548"/>
                                          </p:val>
                                        </p:tav>
                                        <p:tav tm="77514">
                                          <p:val>
                                            <p:strVal val="#ppt_w*0.90665"/>
                                          </p:val>
                                        </p:tav>
                                        <p:tav tm="78924">
                                          <p:val>
                                            <p:strVal val="#ppt_w*0.94348"/>
                                          </p:val>
                                        </p:tav>
                                        <p:tav tm="81742">
                                          <p:val>
                                            <p:strVal val="#ppt_w*0.989"/>
                                          </p:val>
                                        </p:tav>
                                        <p:tav tm="85971">
                                          <p:val>
                                            <p:strVal val="#ppt_w*1.01765"/>
                                          </p:val>
                                        </p:tav>
                                        <p:tav tm="91608">
                                          <p:val>
                                            <p:strVal val="#ppt_w*1.02071"/>
                                          </p:val>
                                        </p:tav>
                                        <p:tav tm="9865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365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7649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058">
                                          <p:val>
                                            <p:strVal val="#ppt_h*0.2573"/>
                                          </p:val>
                                        </p:tav>
                                        <p:tav tm="70468">
                                          <p:val>
                                            <p:strVal val="#ppt_h*0.41616"/>
                                          </p:val>
                                        </p:tav>
                                        <p:tav tm="71877">
                                          <p:val>
                                            <p:strVal val="#ppt_h*0.5636"/>
                                          </p:val>
                                        </p:tav>
                                        <p:tav tm="73286">
                                          <p:val>
                                            <p:strVal val="#ppt_h*0.68814"/>
                                          </p:val>
                                        </p:tav>
                                        <p:tav tm="74696">
                                          <p:val>
                                            <p:strVal val="#ppt_h*0.78457"/>
                                          </p:val>
                                        </p:tav>
                                        <p:tav tm="76105">
                                          <p:val>
                                            <p:strVal val="#ppt_h*0.85548"/>
                                          </p:val>
                                        </p:tav>
                                        <p:tav tm="77514">
                                          <p:val>
                                            <p:strVal val="#ppt_h*0.90665"/>
                                          </p:val>
                                        </p:tav>
                                        <p:tav tm="78924">
                                          <p:val>
                                            <p:strVal val="#ppt_h*0.94348"/>
                                          </p:val>
                                        </p:tav>
                                        <p:tav tm="81742">
                                          <p:val>
                                            <p:strVal val="#ppt_h*0.989"/>
                                          </p:val>
                                        </p:tav>
                                        <p:tav tm="85971">
                                          <p:val>
                                            <p:strVal val="#ppt_h*1.01765"/>
                                          </p:val>
                                        </p:tav>
                                        <p:tav tm="91608">
                                          <p:val>
                                            <p:strVal val="#ppt_h*1.02071"/>
                                          </p:val>
                                        </p:tav>
                                        <p:tav tm="9865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2365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"/>
                                          </p:val>
                                        </p:tav>
                                        <p:tav tm="67649">
                                          <p:val>
                                            <p:fltVal val="-115"/>
                                          </p:val>
                                        </p:tav>
                                        <p:tav tm="69058">
                                          <p:val>
                                            <p:fltVal val="-117.39"/>
                                          </p:val>
                                        </p:tav>
                                        <p:tav tm="70468">
                                          <p:val>
                                            <p:fltVal val="-169.28"/>
                                          </p:val>
                                        </p:tav>
                                        <p:tav tm="71877">
                                          <p:val>
                                            <p:fltVal val="-217.44"/>
                                          </p:val>
                                        </p:tav>
                                        <p:tav tm="73286">
                                          <p:val>
                                            <p:fltVal val="-258.13"/>
                                          </p:val>
                                        </p:tav>
                                        <p:tav tm="74696">
                                          <p:val>
                                            <p:fltVal val="-289.63"/>
                                          </p:val>
                                        </p:tav>
                                        <p:tav tm="76105">
                                          <p:val>
                                            <p:fltVal val="-312.79"/>
                                          </p:val>
                                        </p:tav>
                                        <p:tav tm="77514">
                                          <p:val>
                                            <p:fltVal val="-329.51"/>
                                          </p:val>
                                        </p:tav>
                                        <p:tav tm="78924">
                                          <p:val>
                                            <p:fltVal val="-341.54"/>
                                          </p:val>
                                        </p:tav>
                                        <p:tav tm="80333">
                                          <p:val>
                                            <p:fltVal val="-350.2"/>
                                          </p:val>
                                        </p:tav>
                                        <p:tav tm="81742">
                                          <p:val>
                                            <p:fltVal val="-356.41"/>
                                          </p:val>
                                        </p:tav>
                                        <p:tav tm="83152">
                                          <p:val>
                                            <p:fltVal val="-360.8"/>
                                          </p:val>
                                        </p:tav>
                                        <p:tav tm="84561">
                                          <p:val>
                                            <p:fltVal val="-363.81"/>
                                          </p:val>
                                        </p:tav>
                                        <p:tav tm="85971">
                                          <p:val>
                                            <p:fltVal val="-365.76"/>
                                          </p:val>
                                        </p:tav>
                                        <p:tav tm="87380">
                                          <p:val>
                                            <p:fltVal val="-366.89"/>
                                          </p:val>
                                        </p:tav>
                                        <p:tav tm="88789">
                                          <p:val>
                                            <p:fltVal val="-367.35"/>
                                          </p:val>
                                        </p:tav>
                                        <p:tav tm="91608">
                                          <p:val>
                                            <p:fltVal val="-366.77"/>
                                          </p:val>
                                        </p:tav>
                                        <p:tav tm="94427">
                                          <p:val>
                                            <p:fltVal val="-364.74"/>
                                          </p:val>
                                        </p:tav>
                                        <p:tav tm="9865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0" dur="2702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365"/>
                                          </p:val>
                                        </p:tav>
                                        <p:tav tm="72774">
                                          <p:val>
                                            <p:strVal val="#ppt_x+0.05365"/>
                                          </p:val>
                                        </p:tav>
                                        <p:tav tm="75241">
                                          <p:val>
                                            <p:strVal val="#ppt_x+0.03239"/>
                                          </p:val>
                                        </p:tav>
                                        <p:tav tm="76475">
                                          <p:val>
                                            <p:strVal val="#ppt_x+0.02326"/>
                                          </p:val>
                                        </p:tav>
                                        <p:tav tm="77708">
                                          <p:val>
                                            <p:strVal val="#ppt_x+0.01612"/>
                                          </p:val>
                                        </p:tav>
                                        <p:tav tm="78941">
                                          <p:val>
                                            <p:strVal val="#ppt_x+0.01086"/>
                                          </p:val>
                                        </p:tav>
                                        <p:tav tm="80175">
                                          <p:val>
                                            <p:strVal val="#ppt_x+0.00705"/>
                                          </p:val>
                                        </p:tav>
                                        <p:tav tm="81408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83875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87576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9251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9991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2702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414"/>
                                          </p:val>
                                        </p:tav>
                                        <p:tav tm="72774">
                                          <p:val>
                                            <p:strVal val="#ppt_y+0.04414"/>
                                          </p:val>
                                        </p:tav>
                                        <p:tav tm="75241">
                                          <p:val>
                                            <p:strVal val="#ppt_y+0.02665"/>
                                          </p:val>
                                        </p:tav>
                                        <p:tav tm="76475">
                                          <p:val>
                                            <p:strVal val="#ppt_y+0.01913"/>
                                          </p:val>
                                        </p:tav>
                                        <p:tav tm="77708">
                                          <p:val>
                                            <p:strVal val="#ppt_y+0.01327"/>
                                          </p:val>
                                        </p:tav>
                                        <p:tav tm="78941">
                                          <p:val>
                                            <p:strVal val="#ppt_y+0.00893"/>
                                          </p:val>
                                        </p:tav>
                                        <p:tav tm="81408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83875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87576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92510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9991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2702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774">
                                          <p:val>
                                            <p:strVal val="#ppt_w*0.25"/>
                                          </p:val>
                                        </p:tav>
                                        <p:tav tm="75241">
                                          <p:val>
                                            <p:strVal val="#ppt_w*0.54718"/>
                                          </p:val>
                                        </p:tav>
                                        <p:tav tm="76475">
                                          <p:val>
                                            <p:strVal val="#ppt_w*0.67487"/>
                                          </p:val>
                                        </p:tav>
                                        <p:tav tm="77708">
                                          <p:val>
                                            <p:strVal val="#ppt_w*0.7746"/>
                                          </p:val>
                                        </p:tav>
                                        <p:tav tm="78941">
                                          <p:val>
                                            <p:strVal val="#ppt_w*0.84824"/>
                                          </p:val>
                                        </p:tav>
                                        <p:tav tm="80175">
                                          <p:val>
                                            <p:strVal val="#ppt_w*0.90145"/>
                                          </p:val>
                                        </p:tav>
                                        <p:tav tm="81408">
                                          <p:val>
                                            <p:strVal val="#ppt_w*0.93973"/>
                                          </p:val>
                                        </p:tav>
                                        <p:tav tm="83875">
                                          <p:val>
                                            <p:strVal val="#ppt_w*0.98708"/>
                                          </p:val>
                                        </p:tav>
                                        <p:tav tm="85109">
                                          <p:val>
                                            <p:strVal val="#ppt_w*1.00109"/>
                                          </p:val>
                                        </p:tav>
                                        <p:tav tm="87576">
                                          <p:val>
                                            <p:strVal val="#ppt_w*1.01708"/>
                                          </p:val>
                                        </p:tav>
                                        <p:tav tm="92510">
                                          <p:val>
                                            <p:strVal val="#ppt_w*1.02096"/>
                                          </p:val>
                                        </p:tav>
                                        <p:tav tm="9991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2702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774">
                                          <p:val>
                                            <p:strVal val="#ppt_h*0.25"/>
                                          </p:val>
                                        </p:tav>
                                        <p:tav tm="75241">
                                          <p:val>
                                            <p:strVal val="#ppt_h*0.54718"/>
                                          </p:val>
                                        </p:tav>
                                        <p:tav tm="76475">
                                          <p:val>
                                            <p:strVal val="#ppt_h*0.67487"/>
                                          </p:val>
                                        </p:tav>
                                        <p:tav tm="77708">
                                          <p:val>
                                            <p:strVal val="#ppt_h*0.7746"/>
                                          </p:val>
                                        </p:tav>
                                        <p:tav tm="78941">
                                          <p:val>
                                            <p:strVal val="#ppt_h*0.84824"/>
                                          </p:val>
                                        </p:tav>
                                        <p:tav tm="80175">
                                          <p:val>
                                            <p:strVal val="#ppt_h*0.90145"/>
                                          </p:val>
                                        </p:tav>
                                        <p:tav tm="81408">
                                          <p:val>
                                            <p:strVal val="#ppt_h*0.93973"/>
                                          </p:val>
                                        </p:tav>
                                        <p:tav tm="83875">
                                          <p:val>
                                            <p:strVal val="#ppt_h*0.98708"/>
                                          </p:val>
                                        </p:tav>
                                        <p:tav tm="85109">
                                          <p:val>
                                            <p:strVal val="#ppt_h*1.00109"/>
                                          </p:val>
                                        </p:tav>
                                        <p:tav tm="87576">
                                          <p:val>
                                            <p:strVal val="#ppt_h*1.01708"/>
                                          </p:val>
                                        </p:tav>
                                        <p:tav tm="92510">
                                          <p:val>
                                            <p:strVal val="#ppt_h*1.02096"/>
                                          </p:val>
                                        </p:tav>
                                        <p:tav tm="9991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702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2"/>
                                          </p:val>
                                        </p:tav>
                                        <p:tav tm="72774">
                                          <p:val>
                                            <p:fltVal val="-122"/>
                                          </p:val>
                                        </p:tav>
                                        <p:tav tm="75241">
                                          <p:val>
                                            <p:fltVal val="-73.66"/>
                                          </p:val>
                                        </p:tav>
                                        <p:tav tm="76475">
                                          <p:val>
                                            <p:fltVal val="-52.89"/>
                                          </p:val>
                                        </p:tav>
                                        <p:tav tm="77708">
                                          <p:val>
                                            <p:fltVal val="-36.67"/>
                                          </p:val>
                                        </p:tav>
                                        <p:tav tm="78941">
                                          <p:val>
                                            <p:fltVal val="-24.69"/>
                                          </p:val>
                                        </p:tav>
                                        <p:tav tm="80175">
                                          <p:val>
                                            <p:fltVal val="-16.03"/>
                                          </p:val>
                                        </p:tav>
                                        <p:tav tm="81408">
                                          <p:val>
                                            <p:fltVal val="-9.8"/>
                                          </p:val>
                                        </p:tav>
                                        <p:tav tm="82642">
                                          <p:val>
                                            <p:fltVal val="-5.32"/>
                                          </p:val>
                                        </p:tav>
                                        <p:tav tm="83875">
                                          <p:val>
                                            <p:fltVal val="-2.1"/>
                                          </p:val>
                                        </p:tav>
                                        <p:tav tm="85109">
                                          <p:val>
                                            <p:fltVal val="0.18"/>
                                          </p:val>
                                        </p:tav>
                                        <p:tav tm="87576">
                                          <p:val>
                                            <p:fltVal val="2.78"/>
                                          </p:val>
                                        </p:tav>
                                        <p:tav tm="90043">
                                          <p:val>
                                            <p:fltVal val="3.65"/>
                                          </p:val>
                                        </p:tav>
                                        <p:tav tm="92510">
                                          <p:val>
                                            <p:fltVal val="3.41"/>
                                          </p:val>
                                        </p:tav>
                                        <p:tav tm="94976">
                                          <p:val>
                                            <p:fltVal val="2.43"/>
                                          </p:val>
                                        </p:tav>
                                        <p:tav tm="98677">
                                          <p:val>
                                            <p:fltVal val="0.07"/>
                                          </p:val>
                                        </p:tav>
                                        <p:tav tm="9991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67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8" dur="262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6"/>
                                          </p:val>
                                        </p:tav>
                                        <p:tav tm="71255">
                                          <p:val>
                                            <p:strVal val="#ppt_x+0.0566"/>
                                          </p:val>
                                        </p:tav>
                                        <p:tav tm="72527">
                                          <p:val>
                                            <p:strVal val="#ppt_x+0.05165"/>
                                          </p:val>
                                        </p:tav>
                                        <p:tav tm="73800">
                                          <p:val>
                                            <p:strVal val="#ppt_x+0.03987"/>
                                          </p:val>
                                        </p:tav>
                                        <p:tav tm="75072">
                                          <p:val>
                                            <p:strVal val="#ppt_x+0.02928"/>
                                          </p:val>
                                        </p:tav>
                                        <p:tav tm="76345">
                                          <p:val>
                                            <p:strVal val="#ppt_x+0.02064"/>
                                          </p:val>
                                        </p:tav>
                                        <p:tav tm="77617">
                                          <p:val>
                                            <p:strVal val="#ppt_x+0.01411"/>
                                          </p:val>
                                        </p:tav>
                                        <p:tav tm="78890">
                                          <p:val>
                                            <p:strVal val="#ppt_x+0.00935"/>
                                          </p:val>
                                        </p:tav>
                                        <p:tav tm="80162">
                                          <p:val>
                                            <p:strVal val="#ppt_x+0.00593"/>
                                          </p:val>
                                        </p:tav>
                                        <p:tav tm="81434">
                                          <p:val>
                                            <p:strVal val="#ppt_x+0.00346"/>
                                          </p:val>
                                        </p:tav>
                                        <p:tav tm="82707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83979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6524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91614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9924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262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39"/>
                                          </p:val>
                                        </p:tav>
                                        <p:tav tm="71255">
                                          <p:val>
                                            <p:strVal val="#ppt_y+0.06339"/>
                                          </p:val>
                                        </p:tav>
                                        <p:tav tm="72527">
                                          <p:val>
                                            <p:strVal val="#ppt_y+0.05784"/>
                                          </p:val>
                                        </p:tav>
                                        <p:tav tm="73800">
                                          <p:val>
                                            <p:strVal val="#ppt_y+0.04465"/>
                                          </p:val>
                                        </p:tav>
                                        <p:tav tm="75072">
                                          <p:val>
                                            <p:strVal val="#ppt_y+0.03279"/>
                                          </p:val>
                                        </p:tav>
                                        <p:tav tm="76345">
                                          <p:val>
                                            <p:strVal val="#ppt_y+0.02312"/>
                                          </p:val>
                                        </p:tav>
                                        <p:tav tm="77617">
                                          <p:val>
                                            <p:strVal val="#ppt_y+0.0158"/>
                                          </p:val>
                                        </p:tav>
                                        <p:tav tm="78890">
                                          <p:val>
                                            <p:strVal val="#ppt_y+0.01048"/>
                                          </p:val>
                                        </p:tav>
                                        <p:tav tm="80162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8270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86524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91614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9924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262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255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527">
                                          <p:val>
                                            <p:strVal val="#ppt_w*0.31564"/>
                                          </p:val>
                                        </p:tav>
                                        <p:tav tm="73800">
                                          <p:val>
                                            <p:strVal val="#ppt_w*0.47176"/>
                                          </p:val>
                                        </p:tav>
                                        <p:tav tm="75072">
                                          <p:val>
                                            <p:strVal val="#ppt_w*0.61201"/>
                                          </p:val>
                                        </p:tav>
                                        <p:tav tm="76345">
                                          <p:val>
                                            <p:strVal val="#ppt_w*0.72645"/>
                                          </p:val>
                                        </p:tav>
                                        <p:tav tm="77617">
                                          <p:val>
                                            <p:strVal val="#ppt_w*0.81302"/>
                                          </p:val>
                                        </p:tav>
                                        <p:tav tm="78890">
                                          <p:val>
                                            <p:strVal val="#ppt_w*0.87606"/>
                                          </p:val>
                                        </p:tav>
                                        <p:tav tm="80162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81434">
                                          <p:val>
                                            <p:strVal val="#ppt_w*0.95415"/>
                                          </p:val>
                                        </p:tav>
                                        <p:tav tm="82707">
                                          <p:val>
                                            <p:strVal val="#ppt_w*0.97766"/>
                                          </p:val>
                                        </p:tav>
                                        <p:tav tm="83979">
                                          <p:val>
                                            <p:strVal val="#ppt_w*0.99445"/>
                                          </p:val>
                                        </p:tav>
                                        <p:tav tm="86524">
                                          <p:val>
                                            <p:strVal val="#ppt_w*1.01417"/>
                                          </p:val>
                                        </p:tav>
                                        <p:tav tm="91614">
                                          <p:val>
                                            <p:strVal val="#ppt_w*1.02184"/>
                                          </p:val>
                                        </p:tav>
                                        <p:tav tm="9924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62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255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527">
                                          <p:val>
                                            <p:strVal val="#ppt_h*0.31564"/>
                                          </p:val>
                                        </p:tav>
                                        <p:tav tm="73800">
                                          <p:val>
                                            <p:strVal val="#ppt_h*0.47176"/>
                                          </p:val>
                                        </p:tav>
                                        <p:tav tm="75072">
                                          <p:val>
                                            <p:strVal val="#ppt_h*0.61201"/>
                                          </p:val>
                                        </p:tav>
                                        <p:tav tm="76345">
                                          <p:val>
                                            <p:strVal val="#ppt_h*0.72645"/>
                                          </p:val>
                                        </p:tav>
                                        <p:tav tm="77617">
                                          <p:val>
                                            <p:strVal val="#ppt_h*0.81302"/>
                                          </p:val>
                                        </p:tav>
                                        <p:tav tm="78890">
                                          <p:val>
                                            <p:strVal val="#ppt_h*0.87606"/>
                                          </p:val>
                                        </p:tav>
                                        <p:tav tm="80162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81434">
                                          <p:val>
                                            <p:strVal val="#ppt_h*0.95415"/>
                                          </p:val>
                                        </p:tav>
                                        <p:tav tm="82707">
                                          <p:val>
                                            <p:strVal val="#ppt_h*0.97766"/>
                                          </p:val>
                                        </p:tav>
                                        <p:tav tm="83979">
                                          <p:val>
                                            <p:strVal val="#ppt_h*0.99445"/>
                                          </p:val>
                                        </p:tav>
                                        <p:tav tm="86524">
                                          <p:val>
                                            <p:strVal val="#ppt_h*1.01417"/>
                                          </p:val>
                                        </p:tav>
                                        <p:tav tm="91614">
                                          <p:val>
                                            <p:strVal val="#ppt_h*1.02184"/>
                                          </p:val>
                                        </p:tav>
                                        <p:tav tm="9924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62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9"/>
                                          </p:val>
                                        </p:tav>
                                        <p:tav tm="71255">
                                          <p:val>
                                            <p:fltVal val="159"/>
                                          </p:val>
                                        </p:tav>
                                        <p:tav tm="72527">
                                          <p:val>
                                            <p:fltVal val="145.08"/>
                                          </p:val>
                                        </p:tav>
                                        <p:tav tm="73800">
                                          <p:val>
                                            <p:fltVal val="111.99"/>
                                          </p:val>
                                        </p:tav>
                                        <p:tav tm="75072">
                                          <p:val>
                                            <p:fltVal val="82.25"/>
                                          </p:val>
                                        </p:tav>
                                        <p:tav tm="76345">
                                          <p:val>
                                            <p:fltVal val="57.99"/>
                                          </p:val>
                                        </p:tav>
                                        <p:tav tm="77617">
                                          <p:val>
                                            <p:fltVal val="39.64"/>
                                          </p:val>
                                        </p:tav>
                                        <p:tav tm="78890">
                                          <p:val>
                                            <p:fltVal val="26.28"/>
                                          </p:val>
                                        </p:tav>
                                        <p:tav tm="80162">
                                          <p:val>
                                            <p:fltVal val="16.65"/>
                                          </p:val>
                                        </p:tav>
                                        <p:tav tm="81434">
                                          <p:val>
                                            <p:fltVal val="9.72"/>
                                          </p:val>
                                        </p:tav>
                                        <p:tav tm="82707">
                                          <p:val>
                                            <p:fltVal val="4.74"/>
                                          </p:val>
                                        </p:tav>
                                        <p:tav tm="83979">
                                          <p:val>
                                            <p:fltVal val="1.18"/>
                                          </p:val>
                                        </p:tav>
                                        <p:tav tm="85252">
                                          <p:val>
                                            <p:fltVal val="-1.32"/>
                                          </p:val>
                                        </p:tav>
                                        <p:tav tm="86524">
                                          <p:val>
                                            <p:fltVal val="-3"/>
                                          </p:val>
                                        </p:tav>
                                        <p:tav tm="89069">
                                          <p:val>
                                            <p:fltVal val="-4.62"/>
                                          </p:val>
                                        </p:tav>
                                        <p:tav tm="91614">
                                          <p:val>
                                            <p:fltVal val="-4.63"/>
                                          </p:val>
                                        </p:tav>
                                        <p:tav tm="94158">
                                          <p:val>
                                            <p:fltVal val="-3.58"/>
                                          </p:val>
                                        </p:tav>
                                        <p:tav tm="9924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2537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773"/>
                                          </p:val>
                                        </p:tav>
                                        <p:tav tm="70951">
                                          <p:val>
                                            <p:strVal val="#ppt_x-0.03773"/>
                                          </p:val>
                                        </p:tav>
                                        <p:tav tm="73579">
                                          <p:val>
                                            <p:strVal val="#ppt_x-0.02304"/>
                                          </p:val>
                                        </p:tav>
                                        <p:tav tm="74892">
                                          <p:val>
                                            <p:strVal val="#ppt_x-0.01657"/>
                                          </p:val>
                                        </p:tav>
                                        <p:tav tm="76206">
                                          <p:val>
                                            <p:strVal val="#ppt_x-0.0115"/>
                                          </p:val>
                                        </p:tav>
                                        <p:tav tm="77520">
                                          <p:val>
                                            <p:strVal val="#ppt_x-0.00775"/>
                                          </p:val>
                                        </p:tav>
                                        <p:tav tm="78834">
                                          <p:val>
                                            <p:strVal val="#ppt_x-0.00504"/>
                                          </p:val>
                                        </p:tav>
                                        <p:tav tm="80148">
                                          <p:val>
                                            <p:strVal val="#ppt_x-0.00309"/>
                                          </p:val>
                                        </p:tav>
                                        <p:tav tm="82776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6718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91973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9985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537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099"/>
                                          </p:val>
                                        </p:tav>
                                        <p:tav tm="70951">
                                          <p:val>
                                            <p:strVal val="#ppt_y-0.22099"/>
                                          </p:val>
                                        </p:tav>
                                        <p:tav tm="72265">
                                          <p:val>
                                            <p:strVal val="#ppt_y-0.17913"/>
                                          </p:val>
                                        </p:tav>
                                        <p:tav tm="73579">
                                          <p:val>
                                            <p:strVal val="#ppt_y-0.13493"/>
                                          </p:val>
                                        </p:tav>
                                        <p:tav tm="74892">
                                          <p:val>
                                            <p:strVal val="#ppt_y-0.09703"/>
                                          </p:val>
                                        </p:tav>
                                        <p:tav tm="76206">
                                          <p:val>
                                            <p:strVal val="#ppt_y-0.06734"/>
                                          </p:val>
                                        </p:tav>
                                        <p:tav tm="77520">
                                          <p:val>
                                            <p:strVal val="#ppt_y-0.04539"/>
                                          </p:val>
                                        </p:tav>
                                        <p:tav tm="78834">
                                          <p:val>
                                            <p:strVal val="#ppt_y-0.02952"/>
                                          </p:val>
                                        </p:tav>
                                        <p:tav tm="80148">
                                          <p:val>
                                            <p:strVal val="#ppt_y-0.01811"/>
                                          </p:val>
                                        </p:tav>
                                        <p:tav tm="81462">
                                          <p:val>
                                            <p:strVal val="#ppt_y-0.00989"/>
                                          </p:val>
                                        </p:tav>
                                        <p:tav tm="82776">
                                          <p:val>
                                            <p:strVal val="#ppt_y-0.00399"/>
                                          </p:val>
                                        </p:tav>
                                        <p:tav tm="8409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86718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89345">
                                          <p:val>
                                            <p:strVal val="#ppt_y+0.0066"/>
                                          </p:val>
                                        </p:tav>
                                        <p:tav tm="91973">
                                          <p:val>
                                            <p:strVal val="#ppt_y+0.0062"/>
                                          </p:val>
                                        </p:tav>
                                        <p:tav tm="94601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98543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985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2537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951">
                                          <p:val>
                                            <p:strVal val="#ppt_w*0.25"/>
                                          </p:val>
                                        </p:tav>
                                        <p:tav tm="73579">
                                          <p:val>
                                            <p:strVal val="#ppt_w*0.54207"/>
                                          </p:val>
                                        </p:tav>
                                        <p:tav tm="74892">
                                          <p:val>
                                            <p:strVal val="#ppt_w*0.6707"/>
                                          </p:val>
                                        </p:tav>
                                        <p:tav tm="76206">
                                          <p:val>
                                            <p:strVal val="#ppt_w*0.77146"/>
                                          </p:val>
                                        </p:tav>
                                        <p:tav tm="77520">
                                          <p:val>
                                            <p:strVal val="#ppt_w*0.84596"/>
                                          </p:val>
                                        </p:tav>
                                        <p:tav tm="78834">
                                          <p:val>
                                            <p:strVal val="#ppt_w*0.8998"/>
                                          </p:val>
                                        </p:tav>
                                        <p:tav tm="80148">
                                          <p:val>
                                            <p:strVal val="#ppt_w*0.93855"/>
                                          </p:val>
                                        </p:tav>
                                        <p:tav tm="82776">
                                          <p:val>
                                            <p:strVal val="#ppt_w*0.98647"/>
                                          </p:val>
                                        </p:tav>
                                        <p:tav tm="84090">
                                          <p:val>
                                            <p:strVal val="#ppt_w*1.00067"/>
                                          </p:val>
                                        </p:tav>
                                        <p:tav tm="86718">
                                          <p:val>
                                            <p:strVal val="#ppt_w*1.0169"/>
                                          </p:val>
                                        </p:tav>
                                        <p:tav tm="91973">
                                          <p:val>
                                            <p:strVal val="#ppt_w*1.02103"/>
                                          </p:val>
                                        </p:tav>
                                        <p:tav tm="9985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2537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951">
                                          <p:val>
                                            <p:strVal val="#ppt_h*0.25"/>
                                          </p:val>
                                        </p:tav>
                                        <p:tav tm="73579">
                                          <p:val>
                                            <p:strVal val="#ppt_h*0.54207"/>
                                          </p:val>
                                        </p:tav>
                                        <p:tav tm="74892">
                                          <p:val>
                                            <p:strVal val="#ppt_h*0.6707"/>
                                          </p:val>
                                        </p:tav>
                                        <p:tav tm="76206">
                                          <p:val>
                                            <p:strVal val="#ppt_h*0.77146"/>
                                          </p:val>
                                        </p:tav>
                                        <p:tav tm="77520">
                                          <p:val>
                                            <p:strVal val="#ppt_h*0.84596"/>
                                          </p:val>
                                        </p:tav>
                                        <p:tav tm="78834">
                                          <p:val>
                                            <p:strVal val="#ppt_h*0.8998"/>
                                          </p:val>
                                        </p:tav>
                                        <p:tav tm="80148">
                                          <p:val>
                                            <p:strVal val="#ppt_h*0.93855"/>
                                          </p:val>
                                        </p:tav>
                                        <p:tav tm="82776">
                                          <p:val>
                                            <p:strVal val="#ppt_h*0.98647"/>
                                          </p:val>
                                        </p:tav>
                                        <p:tav tm="84090">
                                          <p:val>
                                            <p:strVal val="#ppt_h*1.00067"/>
                                          </p:val>
                                        </p:tav>
                                        <p:tav tm="86718">
                                          <p:val>
                                            <p:strVal val="#ppt_h*1.0169"/>
                                          </p:val>
                                        </p:tav>
                                        <p:tav tm="91973">
                                          <p:val>
                                            <p:strVal val="#ppt_h*1.02103"/>
                                          </p:val>
                                        </p:tav>
                                        <p:tav tm="9985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537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4"/>
                                          </p:val>
                                        </p:tav>
                                        <p:tav tm="70951">
                                          <p:val>
                                            <p:fltVal val="164"/>
                                          </p:val>
                                        </p:tav>
                                        <p:tav tm="72265">
                                          <p:val>
                                            <p:fltVal val="201.12"/>
                                          </p:val>
                                        </p:tav>
                                        <p:tav tm="73579">
                                          <p:val>
                                            <p:fltVal val="240.33"/>
                                          </p:val>
                                        </p:tav>
                                        <p:tav tm="74892">
                                          <p:val>
                                            <p:fltVal val="273.94"/>
                                          </p:val>
                                        </p:tav>
                                        <p:tav tm="76206">
                                          <p:val>
                                            <p:fltVal val="300.27"/>
                                          </p:val>
                                        </p:tav>
                                        <p:tav tm="77520">
                                          <p:val>
                                            <p:fltVal val="319.74"/>
                                          </p:val>
                                        </p:tav>
                                        <p:tav tm="78834">
                                          <p:val>
                                            <p:fltVal val="333.81"/>
                                          </p:val>
                                        </p:tav>
                                        <p:tav tm="80148">
                                          <p:val>
                                            <p:fltVal val="343.94"/>
                                          </p:val>
                                        </p:tav>
                                        <p:tav tm="81462">
                                          <p:val>
                                            <p:fltVal val="351.23"/>
                                          </p:val>
                                        </p:tav>
                                        <p:tav tm="82776">
                                          <p:val>
                                            <p:fltVal val="356.46"/>
                                          </p:val>
                                        </p:tav>
                                        <p:tav tm="84090">
                                          <p:val>
                                            <p:fltVal val="360.17"/>
                                          </p:val>
                                        </p:tav>
                                        <p:tav tm="85404">
                                          <p:val>
                                            <p:fltVal val="362.74"/>
                                          </p:val>
                                        </p:tav>
                                        <p:tav tm="86718">
                                          <p:val>
                                            <p:fltVal val="364.42"/>
                                          </p:val>
                                        </p:tav>
                                        <p:tav tm="89345">
                                          <p:val>
                                            <p:fltVal val="365.85"/>
                                          </p:val>
                                        </p:tav>
                                        <p:tav tm="91973">
                                          <p:val>
                                            <p:fltVal val="365.5"/>
                                          </p:val>
                                        </p:tav>
                                        <p:tav tm="94601">
                                          <p:val>
                                            <p:fltVal val="363.95"/>
                                          </p:val>
                                        </p:tav>
                                        <p:tav tm="98543">
                                          <p:val>
                                            <p:fltVal val="360.16"/>
                                          </p:val>
                                        </p:tav>
                                        <p:tav tm="99857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3" dur="2454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689"/>
                                          </p:val>
                                        </p:tav>
                                        <p:tav tm="69268">
                                          <p:val>
                                            <p:strVal val="#ppt_x-0.07689"/>
                                          </p:val>
                                        </p:tav>
                                        <p:tav tm="70626">
                                          <p:val>
                                            <p:strVal val="#ppt_x-0.07076"/>
                                          </p:val>
                                        </p:tav>
                                        <p:tav tm="71984">
                                          <p:val>
                                            <p:strVal val="#ppt_x-0.05472"/>
                                          </p:val>
                                        </p:tav>
                                        <p:tav tm="73342">
                                          <p:val>
                                            <p:strVal val="#ppt_x-0.04026"/>
                                          </p:val>
                                        </p:tav>
                                        <p:tav tm="74701">
                                          <p:val>
                                            <p:strVal val="#ppt_x-0.02842"/>
                                          </p:val>
                                        </p:tav>
                                        <p:tav tm="76059">
                                          <p:val>
                                            <p:strVal val="#ppt_x-0.01945"/>
                                          </p:val>
                                        </p:tav>
                                        <p:tav tm="77417">
                                          <p:val>
                                            <p:strVal val="#ppt_x-0.01291"/>
                                          </p:val>
                                        </p:tav>
                                        <p:tav tm="78775">
                                          <p:val>
                                            <p:strVal val="#ppt_x-0.0082"/>
                                          </p:val>
                                        </p:tav>
                                        <p:tav tm="80133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81492">
                                          <p:val>
                                            <p:strVal val="#ppt_x-0.00236"/>
                                          </p:val>
                                        </p:tav>
                                        <p:tav tm="82850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85566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88283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90999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9914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454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571"/>
                                          </p:val>
                                        </p:tav>
                                        <p:tav tm="69268">
                                          <p:val>
                                            <p:strVal val="#ppt_y-0.19571"/>
                                          </p:val>
                                        </p:tav>
                                        <p:tav tm="70626">
                                          <p:val>
                                            <p:strVal val="#ppt_y-0.1801"/>
                                          </p:val>
                                        </p:tav>
                                        <p:tav tm="71984">
                                          <p:val>
                                            <p:strVal val="#ppt_y-0.13927"/>
                                          </p:val>
                                        </p:tav>
                                        <p:tav tm="73342">
                                          <p:val>
                                            <p:strVal val="#ppt_y-0.10247"/>
                                          </p:val>
                                        </p:tav>
                                        <p:tav tm="74701">
                                          <p:val>
                                            <p:strVal val="#ppt_y-0.07234"/>
                                          </p:val>
                                        </p:tav>
                                        <p:tav tm="76059">
                                          <p:val>
                                            <p:strVal val="#ppt_y-0.0495"/>
                                          </p:val>
                                        </p:tav>
                                        <p:tav tm="77417">
                                          <p:val>
                                            <p:strVal val="#ppt_y-0.03285"/>
                                          </p:val>
                                        </p:tav>
                                        <p:tav tm="78775">
                                          <p:val>
                                            <p:strVal val="#ppt_y-0.02086"/>
                                          </p:val>
                                        </p:tav>
                                        <p:tav tm="80133">
                                          <p:val>
                                            <p:strVal val="#ppt_y-0.01223"/>
                                          </p:val>
                                        </p:tav>
                                        <p:tav tm="81492">
                                          <p:val>
                                            <p:strVal val="#ppt_y-0.00602"/>
                                          </p:val>
                                        </p:tav>
                                        <p:tav tm="82850">
                                          <p:val>
                                            <p:strVal val="#ppt_y-0.00158"/>
                                          </p:val>
                                        </p:tav>
                                        <p:tav tm="85566">
                                          <p:val>
                                            <p:strVal val="#ppt_y+0.00364"/>
                                          </p:val>
                                        </p:tav>
                                        <p:tav tm="88283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90999">
                                          <p:val>
                                            <p:strVal val="#ppt_y+0.00571"/>
                                          </p:val>
                                        </p:tav>
                                        <p:tav tm="93715">
                                          <p:val>
                                            <p:strVal val="#ppt_y+0.00443"/>
                                          </p:val>
                                        </p:tav>
                                        <p:tav tm="9914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2454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268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626">
                                          <p:val>
                                            <p:strVal val="#ppt_w*0.30982"/>
                                          </p:val>
                                        </p:tav>
                                        <p:tav tm="71984">
                                          <p:val>
                                            <p:strVal val="#ppt_w*0.46628"/>
                                          </p:val>
                                        </p:tav>
                                        <p:tav tm="73342">
                                          <p:val>
                                            <p:strVal val="#ppt_w*0.60732"/>
                                          </p:val>
                                        </p:tav>
                                        <p:tav tm="74701">
                                          <p:val>
                                            <p:strVal val="#ppt_w*0.72279"/>
                                          </p:val>
                                        </p:tav>
                                        <p:tav tm="76059">
                                          <p:val>
                                            <p:strVal val="#ppt_w*0.81032"/>
                                          </p:val>
                                        </p:tav>
                                        <p:tav tm="77417">
                                          <p:val>
                                            <p:strVal val="#ppt_w*0.87411"/>
                                          </p:val>
                                        </p:tav>
                                        <p:tav tm="78775">
                                          <p:val>
                                            <p:strVal val="#ppt_w*0.92006"/>
                                          </p:val>
                                        </p:tav>
                                        <p:tav tm="80133">
                                          <p:val>
                                            <p:strVal val="#ppt_w*0.95314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97693"/>
                                          </p:val>
                                        </p:tav>
                                        <p:tav tm="82850">
                                          <p:val>
                                            <p:strVal val="#ppt_w*0.99394"/>
                                          </p:val>
                                        </p:tav>
                                        <p:tav tm="85566">
                                          <p:val>
                                            <p:strVal val="#ppt_w*1.01394"/>
                                          </p:val>
                                        </p:tav>
                                        <p:tav tm="90999">
                                          <p:val>
                                            <p:strVal val="#ppt_w*1.02189"/>
                                          </p:val>
                                        </p:tav>
                                        <p:tav tm="9914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2454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268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626">
                                          <p:val>
                                            <p:strVal val="#ppt_h*0.30982"/>
                                          </p:val>
                                        </p:tav>
                                        <p:tav tm="71984">
                                          <p:val>
                                            <p:strVal val="#ppt_h*0.46628"/>
                                          </p:val>
                                        </p:tav>
                                        <p:tav tm="73342">
                                          <p:val>
                                            <p:strVal val="#ppt_h*0.60732"/>
                                          </p:val>
                                        </p:tav>
                                        <p:tav tm="74701">
                                          <p:val>
                                            <p:strVal val="#ppt_h*0.72279"/>
                                          </p:val>
                                        </p:tav>
                                        <p:tav tm="76059">
                                          <p:val>
                                            <p:strVal val="#ppt_h*0.81032"/>
                                          </p:val>
                                        </p:tav>
                                        <p:tav tm="77417">
                                          <p:val>
                                            <p:strVal val="#ppt_h*0.87411"/>
                                          </p:val>
                                        </p:tav>
                                        <p:tav tm="78775">
                                          <p:val>
                                            <p:strVal val="#ppt_h*0.92006"/>
                                          </p:val>
                                        </p:tav>
                                        <p:tav tm="80133">
                                          <p:val>
                                            <p:strVal val="#ppt_h*0.95314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97693"/>
                                          </p:val>
                                        </p:tav>
                                        <p:tav tm="82850">
                                          <p:val>
                                            <p:strVal val="#ppt_h*0.99394"/>
                                          </p:val>
                                        </p:tav>
                                        <p:tav tm="85566">
                                          <p:val>
                                            <p:strVal val="#ppt_h*1.01394"/>
                                          </p:val>
                                        </p:tav>
                                        <p:tav tm="90999">
                                          <p:val>
                                            <p:strVal val="#ppt_h*1.02189"/>
                                          </p:val>
                                        </p:tav>
                                        <p:tav tm="9914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454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7"/>
                                          </p:val>
                                        </p:tav>
                                        <p:tav tm="69268">
                                          <p:val>
                                            <p:fltVal val="-127"/>
                                          </p:val>
                                        </p:tav>
                                        <p:tav tm="70626">
                                          <p:val>
                                            <p:fltVal val="-145.58"/>
                                          </p:val>
                                        </p:tav>
                                        <p:tav tm="71984">
                                          <p:val>
                                            <p:fltVal val="-194.19"/>
                                          </p:val>
                                        </p:tav>
                                        <p:tav tm="73342">
                                          <p:val>
                                            <p:fltVal val="-238.01"/>
                                          </p:val>
                                        </p:tav>
                                        <p:tav tm="74701">
                                          <p:val>
                                            <p:fltVal val="-273.88"/>
                                          </p:val>
                                        </p:tav>
                                        <p:tav tm="76059">
                                          <p:val>
                                            <p:fltVal val="-301.07"/>
                                          </p:val>
                                        </p:tav>
                                        <p:tav tm="77417">
                                          <p:val>
                                            <p:fltVal val="-320.89"/>
                                          </p:val>
                                        </p:tav>
                                        <p:tav tm="78775">
                                          <p:val>
                                            <p:fltVal val="-335.17"/>
                                          </p:val>
                                        </p:tav>
                                        <p:tav tm="80133">
                                          <p:val>
                                            <p:fltVal val="-345.44"/>
                                          </p:val>
                                        </p:tav>
                                        <p:tav tm="81492">
                                          <p:val>
                                            <p:fltVal val="-352.83"/>
                                          </p:val>
                                        </p:tav>
                                        <p:tav tm="82850">
                                          <p:val>
                                            <p:fltVal val="-358.12"/>
                                          </p:val>
                                        </p:tav>
                                        <p:tav tm="84208">
                                          <p:val>
                                            <p:fltVal val="-361.82"/>
                                          </p:val>
                                        </p:tav>
                                        <p:tav tm="85566">
                                          <p:val>
                                            <p:fltVal val="-364.33"/>
                                          </p:val>
                                        </p:tav>
                                        <p:tav tm="86924">
                                          <p:val>
                                            <p:fltVal val="-365.91"/>
                                          </p:val>
                                        </p:tav>
                                        <p:tav tm="88283">
                                          <p:val>
                                            <p:fltVal val="-366.75"/>
                                          </p:val>
                                        </p:tav>
                                        <p:tav tm="90999">
                                          <p:val>
                                            <p:fltVal val="-366.8"/>
                                          </p:val>
                                        </p:tav>
                                        <p:tav tm="93715">
                                          <p:val>
                                            <p:fltVal val="-365.28"/>
                                          </p:val>
                                        </p:tav>
                                        <p:tav tm="99148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0" dur="2372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629"/>
                                          </p:val>
                                        </p:tav>
                                        <p:tav tm="68873">
                                          <p:val>
                                            <p:strVal val="#ppt_x+0.07629"/>
                                          </p:val>
                                        </p:tav>
                                        <p:tav tm="70279">
                                          <p:val>
                                            <p:strVal val="#ppt_x+0.06242"/>
                                          </p:val>
                                        </p:tav>
                                        <p:tav tm="71684">
                                          <p:val>
                                            <p:strVal val="#ppt_x+0.0471"/>
                                          </p:val>
                                        </p:tav>
                                        <p:tav tm="73090">
                                          <p:val>
                                            <p:strVal val="#ppt_x+0.03392"/>
                                          </p:val>
                                        </p:tav>
                                        <p:tav tm="74495">
                                          <p:val>
                                            <p:strVal val="#ppt_x+0.02357"/>
                                          </p:val>
                                        </p:tav>
                                        <p:tav tm="75901">
                                          <p:val>
                                            <p:strVal val="#ppt_x+0.0159"/>
                                          </p:val>
                                        </p:tav>
                                        <p:tav tm="77306">
                                          <p:val>
                                            <p:strVal val="#ppt_x+0.01036"/>
                                          </p:val>
                                        </p:tav>
                                        <p:tav tm="78712">
                                          <p:val>
                                            <p:strVal val="#ppt_x+0.00637"/>
                                          </p:val>
                                        </p:tav>
                                        <p:tav tm="80118">
                                          <p:val>
                                            <p:strVal val="#ppt_x+0.0035"/>
                                          </p:val>
                                        </p:tav>
                                        <p:tav tm="81523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82929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85740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88551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91362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9979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372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099"/>
                                          </p:val>
                                        </p:tav>
                                        <p:tav tm="68873">
                                          <p:val>
                                            <p:strVal val="#ppt_y-0.22099"/>
                                          </p:val>
                                        </p:tav>
                                        <p:tav tm="70279">
                                          <p:val>
                                            <p:strVal val="#ppt_y-0.18081"/>
                                          </p:val>
                                        </p:tav>
                                        <p:tav tm="71684">
                                          <p:val>
                                            <p:strVal val="#ppt_y-0.13645"/>
                                          </p:val>
                                        </p:tav>
                                        <p:tav tm="73090">
                                          <p:val>
                                            <p:strVal val="#ppt_y-0.09826"/>
                                          </p:val>
                                        </p:tav>
                                        <p:tav tm="74495">
                                          <p:val>
                                            <p:strVal val="#ppt_y-0.06827"/>
                                          </p:val>
                                        </p:tav>
                                        <p:tav tm="75901">
                                          <p:val>
                                            <p:strVal val="#ppt_y-0.04607"/>
                                          </p:val>
                                        </p:tav>
                                        <p:tav tm="77306">
                                          <p:val>
                                            <p:strVal val="#ppt_y-0.03001"/>
                                          </p:val>
                                        </p:tav>
                                        <p:tav tm="78712">
                                          <p:val>
                                            <p:strVal val="#ppt_y-0.01846"/>
                                          </p:val>
                                        </p:tav>
                                        <p:tav tm="80118">
                                          <p:val>
                                            <p:strVal val="#ppt_y-0.01014"/>
                                          </p:val>
                                        </p:tav>
                                        <p:tav tm="81523">
                                          <p:val>
                                            <p:strVal val="#ppt_y-0.00417"/>
                                          </p:val>
                                        </p:tav>
                                        <p:tav tm="82929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85740">
                                          <p:val>
                                            <p:strVal val="#ppt_y+0.00493"/>
                                          </p:val>
                                        </p:tav>
                                        <p:tav tm="88551">
                                          <p:val>
                                            <p:strVal val="#ppt_y+0.00659"/>
                                          </p:val>
                                        </p:tav>
                                        <p:tav tm="91362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94173">
                                          <p:val>
                                            <p:strVal val="#ppt_y+0.00449"/>
                                          </p:val>
                                        </p:tav>
                                        <p:tav tm="98390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7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372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8873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279">
                                          <p:val>
                                            <p:strVal val="#ppt_w*0.38634"/>
                                          </p:val>
                                        </p:tav>
                                        <p:tav tm="71684">
                                          <p:val>
                                            <p:strVal val="#ppt_w*0.53692"/>
                                          </p:val>
                                        </p:tav>
                                        <p:tav tm="73090">
                                          <p:val>
                                            <p:strVal val="#ppt_w*0.6665"/>
                                          </p:val>
                                        </p:tav>
                                        <p:tav tm="74495">
                                          <p:val>
                                            <p:strVal val="#ppt_w*0.76828"/>
                                          </p:val>
                                        </p:tav>
                                        <p:tav tm="75901">
                                          <p:val>
                                            <p:strVal val="#ppt_w*0.84365"/>
                                          </p:val>
                                        </p:tav>
                                        <p:tav tm="77306">
                                          <p:val>
                                            <p:strVal val="#ppt_w*0.89814"/>
                                          </p:val>
                                        </p:tav>
                                        <p:tav tm="78712">
                                          <p:val>
                                            <p:strVal val="#ppt_w*0.93735"/>
                                          </p:val>
                                        </p:tav>
                                        <p:tav tm="81523">
                                          <p:val>
                                            <p:strVal val="#ppt_w*0.98585"/>
                                          </p:val>
                                        </p:tav>
                                        <p:tav tm="82929">
                                          <p:val>
                                            <p:strVal val="#ppt_w*1.00023"/>
                                          </p:val>
                                        </p:tav>
                                        <p:tav tm="85740">
                                          <p:val>
                                            <p:strVal val="#ppt_w*1.01672"/>
                                          </p:val>
                                        </p:tav>
                                        <p:tav tm="91362">
                                          <p:val>
                                            <p:strVal val="#ppt_w*1.0211"/>
                                          </p:val>
                                        </p:tav>
                                        <p:tav tm="9979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2372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8873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279">
                                          <p:val>
                                            <p:strVal val="#ppt_h*0.38634"/>
                                          </p:val>
                                        </p:tav>
                                        <p:tav tm="71684">
                                          <p:val>
                                            <p:strVal val="#ppt_h*0.53692"/>
                                          </p:val>
                                        </p:tav>
                                        <p:tav tm="73090">
                                          <p:val>
                                            <p:strVal val="#ppt_h*0.6665"/>
                                          </p:val>
                                        </p:tav>
                                        <p:tav tm="74495">
                                          <p:val>
                                            <p:strVal val="#ppt_h*0.76828"/>
                                          </p:val>
                                        </p:tav>
                                        <p:tav tm="75901">
                                          <p:val>
                                            <p:strVal val="#ppt_h*0.84365"/>
                                          </p:val>
                                        </p:tav>
                                        <p:tav tm="77306">
                                          <p:val>
                                            <p:strVal val="#ppt_h*0.89814"/>
                                          </p:val>
                                        </p:tav>
                                        <p:tav tm="78712">
                                          <p:val>
                                            <p:strVal val="#ppt_h*0.93735"/>
                                          </p:val>
                                        </p:tav>
                                        <p:tav tm="81523">
                                          <p:val>
                                            <p:strVal val="#ppt_h*0.98585"/>
                                          </p:val>
                                        </p:tav>
                                        <p:tav tm="82929">
                                          <p:val>
                                            <p:strVal val="#ppt_h*1.00023"/>
                                          </p:val>
                                        </p:tav>
                                        <p:tav tm="85740">
                                          <p:val>
                                            <p:strVal val="#ppt_h*1.01672"/>
                                          </p:val>
                                        </p:tav>
                                        <p:tav tm="91362">
                                          <p:val>
                                            <p:strVal val="#ppt_h*1.0211"/>
                                          </p:val>
                                        </p:tav>
                                        <p:tav tm="9979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2372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68873">
                                          <p:val>
                                            <p:fltVal val="90"/>
                                          </p:val>
                                        </p:tav>
                                        <p:tav tm="70279">
                                          <p:val>
                                            <p:fltVal val="139.08"/>
                                          </p:val>
                                        </p:tav>
                                        <p:tav tm="71684">
                                          <p:val>
                                            <p:fltVal val="193.29"/>
                                          </p:val>
                                        </p:tav>
                                        <p:tav tm="73090">
                                          <p:val>
                                            <p:fltVal val="239.94"/>
                                          </p:val>
                                        </p:tav>
                                        <p:tav tm="74495">
                                          <p:val>
                                            <p:fltVal val="276.58"/>
                                          </p:val>
                                        </p:tav>
                                        <p:tav tm="75901">
                                          <p:val>
                                            <p:fltVal val="303.71"/>
                                          </p:val>
                                        </p:tav>
                                        <p:tav tm="77306">
                                          <p:val>
                                            <p:fltVal val="323.33"/>
                                          </p:val>
                                        </p:tav>
                                        <p:tav tm="78712">
                                          <p:val>
                                            <p:fltVal val="337.45"/>
                                          </p:val>
                                        </p:tav>
                                        <p:tav tm="80118">
                                          <p:val>
                                            <p:fltVal val="347.61"/>
                                          </p:val>
                                        </p:tav>
                                        <p:tav tm="81523">
                                          <p:val>
                                            <p:fltVal val="354.91"/>
                                          </p:val>
                                        </p:tav>
                                        <p:tav tm="82929">
                                          <p:val>
                                            <p:fltVal val="360.08"/>
                                          </p:val>
                                        </p:tav>
                                        <p:tav tm="84334">
                                          <p:val>
                                            <p:fltVal val="363.66"/>
                                          </p:val>
                                        </p:tav>
                                        <p:tav tm="85740">
                                          <p:val>
                                            <p:fltVal val="366.02"/>
                                          </p:val>
                                        </p:tav>
                                        <p:tav tm="87145">
                                          <p:val>
                                            <p:fltVal val="367.41"/>
                                          </p:val>
                                        </p:tav>
                                        <p:tav tm="88551">
                                          <p:val>
                                            <p:fltVal val="368.05"/>
                                          </p:val>
                                        </p:tav>
                                        <p:tav tm="91362">
                                          <p:val>
                                            <p:fltVal val="367.6"/>
                                          </p:val>
                                        </p:tav>
                                        <p:tav tm="94173">
                                          <p:val>
                                            <p:fltVal val="365.49"/>
                                          </p:val>
                                        </p:tav>
                                        <p:tav tm="98390">
                                          <p:val>
                                            <p:fltVal val="360.3"/>
                                          </p:val>
                                        </p:tav>
                                        <p:tav tm="9979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2709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781"/>
                                          </p:val>
                                        </p:tav>
                                        <p:tav tm="72603">
                                          <p:val>
                                            <p:strVal val="#ppt_x-0.06781"/>
                                          </p:val>
                                        </p:tav>
                                        <p:tav tm="73834">
                                          <p:val>
                                            <p:strVal val="#ppt_x-0.05717"/>
                                          </p:val>
                                        </p:tav>
                                        <p:tav tm="75064">
                                          <p:val>
                                            <p:strVal val="#ppt_x-0.0434"/>
                                          </p:val>
                                        </p:tav>
                                        <p:tav tm="76295">
                                          <p:val>
                                            <p:strVal val="#ppt_x-0.03141"/>
                                          </p:val>
                                        </p:tav>
                                        <p:tav tm="77525">
                                          <p:val>
                                            <p:strVal val="#ppt_x-0.02191"/>
                                          </p:val>
                                        </p:tav>
                                        <p:tav tm="78756">
                                          <p:val>
                                            <p:strVal val="#ppt_x-0.01483"/>
                                          </p:val>
                                        </p:tav>
                                        <p:tav tm="79987">
                                          <p:val>
                                            <p:strVal val="#ppt_x-0.00971"/>
                                          </p:val>
                                        </p:tav>
                                        <p:tav tm="81217">
                                          <p:val>
                                            <p:strVal val="#ppt_x-0.00603"/>
                                          </p:val>
                                        </p:tav>
                                        <p:tav tm="82448">
                                          <p:val>
                                            <p:strVal val="#ppt_x-0.00337"/>
                                          </p:val>
                                        </p:tav>
                                        <p:tav tm="83678">
                                          <p:val>
                                            <p:strVal val="#ppt_x-0.00146"/>
                                          </p:val>
                                        </p:tav>
                                        <p:tav tm="8490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87370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89831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2292">
                                          <p:val>
                                            <p:strVal val="#ppt_x+0.00193"/>
                                          </p:val>
                                        </p:tav>
                                        <p:tav tm="996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2709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394"/>
                                          </p:val>
                                        </p:tav>
                                        <p:tav tm="72603">
                                          <p:val>
                                            <p:strVal val="#ppt_y-0.25394"/>
                                          </p:val>
                                        </p:tav>
                                        <p:tav tm="73834">
                                          <p:val>
                                            <p:strVal val="#ppt_y-0.21409"/>
                                          </p:val>
                                        </p:tav>
                                        <p:tav tm="75064">
                                          <p:val>
                                            <p:strVal val="#ppt_y-0.16252"/>
                                          </p:val>
                                        </p:tav>
                                        <p:tav tm="76295">
                                          <p:val>
                                            <p:strVal val="#ppt_y-0.11763"/>
                                          </p:val>
                                        </p:tav>
                                        <p:tav tm="77525">
                                          <p:val>
                                            <p:strVal val="#ppt_y-0.08203"/>
                                          </p:val>
                                        </p:tav>
                                        <p:tav tm="78756">
                                          <p:val>
                                            <p:strVal val="#ppt_y-0.05555"/>
                                          </p:val>
                                        </p:tav>
                                        <p:tav tm="79987">
                                          <p:val>
                                            <p:strVal val="#ppt_y-0.03637"/>
                                          </p:val>
                                        </p:tav>
                                        <p:tav tm="81217">
                                          <p:val>
                                            <p:strVal val="#ppt_y-0.02256"/>
                                          </p:val>
                                        </p:tav>
                                        <p:tav tm="82448">
                                          <p:val>
                                            <p:strVal val="#ppt_y-0.01262"/>
                                          </p:val>
                                        </p:tav>
                                        <p:tav tm="83678">
                                          <p:val>
                                            <p:strVal val="#ppt_y-0.00549"/>
                                          </p:val>
                                        </p:tav>
                                        <p:tav tm="84909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86139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87370">
                                          <p:val>
                                            <p:strVal val="#ppt_y+0.00545"/>
                                          </p:val>
                                        </p:tav>
                                        <p:tav tm="89831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92292">
                                          <p:val>
                                            <p:strVal val="#ppt_y+0.00722"/>
                                          </p:val>
                                        </p:tav>
                                        <p:tav tm="94753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98445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96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709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603">
                                          <p:val>
                                            <p:strVal val="#ppt_w*0.25"/>
                                          </p:val>
                                        </p:tav>
                                        <p:tav tm="73834">
                                          <p:val>
                                            <p:strVal val="#ppt_w*0.36771"/>
                                          </p:val>
                                        </p:tav>
                                        <p:tav tm="75064">
                                          <p:val>
                                            <p:strVal val="#ppt_w*0.52"/>
                                          </p:val>
                                        </p:tav>
                                        <p:tav tm="76295">
                                          <p:val>
                                            <p:strVal val="#ppt_w*0.65258"/>
                                          </p:val>
                                        </p:tav>
                                        <p:tav tm="77525">
                                          <p:val>
                                            <p:strVal val="#ppt_w*0.75772"/>
                                          </p:val>
                                        </p:tav>
                                        <p:tav tm="78756">
                                          <p:val>
                                            <p:strVal val="#ppt_w*0.83595"/>
                                          </p:val>
                                        </p:tav>
                                        <p:tav tm="79987">
                                          <p:val>
                                            <p:strVal val="#ppt_w*0.89259"/>
                                          </p:val>
                                        </p:tav>
                                        <p:tav tm="81217">
                                          <p:val>
                                            <p:strVal val="#ppt_w*0.93336"/>
                                          </p:val>
                                        </p:tav>
                                        <p:tav tm="82448">
                                          <p:val>
                                            <p:strVal val="#ppt_w*0.96271"/>
                                          </p:val>
                                        </p:tav>
                                        <p:tav tm="83678">
                                          <p:val>
                                            <p:strVal val="#ppt_w*0.9838"/>
                                          </p:val>
                                        </p:tav>
                                        <p:tav tm="84909">
                                          <p:val>
                                            <p:strVal val="#ppt_w*0.99879"/>
                                          </p:val>
                                        </p:tav>
                                        <p:tav tm="87370">
                                          <p:val>
                                            <p:strVal val="#ppt_w*1.0161"/>
                                          </p:val>
                                        </p:tav>
                                        <p:tav tm="92292">
                                          <p:val>
                                            <p:strVal val="#ppt_w*1.02132"/>
                                          </p:val>
                                        </p:tav>
                                        <p:tav tm="996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709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603">
                                          <p:val>
                                            <p:strVal val="#ppt_h*0.25"/>
                                          </p:val>
                                        </p:tav>
                                        <p:tav tm="73834">
                                          <p:val>
                                            <p:strVal val="#ppt_h*0.36771"/>
                                          </p:val>
                                        </p:tav>
                                        <p:tav tm="75064">
                                          <p:val>
                                            <p:strVal val="#ppt_h*0.52"/>
                                          </p:val>
                                        </p:tav>
                                        <p:tav tm="76295">
                                          <p:val>
                                            <p:strVal val="#ppt_h*0.65258"/>
                                          </p:val>
                                        </p:tav>
                                        <p:tav tm="77525">
                                          <p:val>
                                            <p:strVal val="#ppt_h*0.75772"/>
                                          </p:val>
                                        </p:tav>
                                        <p:tav tm="78756">
                                          <p:val>
                                            <p:strVal val="#ppt_h*0.83595"/>
                                          </p:val>
                                        </p:tav>
                                        <p:tav tm="79987">
                                          <p:val>
                                            <p:strVal val="#ppt_h*0.89259"/>
                                          </p:val>
                                        </p:tav>
                                        <p:tav tm="81217">
                                          <p:val>
                                            <p:strVal val="#ppt_h*0.93336"/>
                                          </p:val>
                                        </p:tav>
                                        <p:tav tm="82448">
                                          <p:val>
                                            <p:strVal val="#ppt_h*0.96271"/>
                                          </p:val>
                                        </p:tav>
                                        <p:tav tm="83678">
                                          <p:val>
                                            <p:strVal val="#ppt_h*0.9838"/>
                                          </p:val>
                                        </p:tav>
                                        <p:tav tm="84909">
                                          <p:val>
                                            <p:strVal val="#ppt_h*0.99879"/>
                                          </p:val>
                                        </p:tav>
                                        <p:tav tm="87370">
                                          <p:val>
                                            <p:strVal val="#ppt_h*1.0161"/>
                                          </p:val>
                                        </p:tav>
                                        <p:tav tm="92292">
                                          <p:val>
                                            <p:strVal val="#ppt_h*1.02132"/>
                                          </p:val>
                                        </p:tav>
                                        <p:tav tm="996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2709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7"/>
                                          </p:val>
                                        </p:tav>
                                        <p:tav tm="72603">
                                          <p:val>
                                            <p:fltVal val="147"/>
                                          </p:val>
                                        </p:tav>
                                        <p:tav tm="73834">
                                          <p:val>
                                            <p:fltVal val="123.93"/>
                                          </p:val>
                                        </p:tav>
                                        <p:tav tm="75064">
                                          <p:val>
                                            <p:fltVal val="94.08"/>
                                          </p:val>
                                        </p:tav>
                                        <p:tav tm="76295">
                                          <p:val>
                                            <p:fltVal val="68.09"/>
                                          </p:val>
                                        </p:tav>
                                        <p:tav tm="77525">
                                          <p:val>
                                            <p:fltVal val="47.49"/>
                                          </p:val>
                                        </p:tav>
                                        <p:tav tm="78756">
                                          <p:val>
                                            <p:fltVal val="32.15"/>
                                          </p:val>
                                        </p:tav>
                                        <p:tav tm="79987">
                                          <p:val>
                                            <p:fltVal val="21.05"/>
                                          </p:val>
                                        </p:tav>
                                        <p:tav tm="81217">
                                          <p:val>
                                            <p:fltVal val="13.06"/>
                                          </p:val>
                                        </p:tav>
                                        <p:tav tm="82448">
                                          <p:val>
                                            <p:fltVal val="7.31"/>
                                          </p:val>
                                        </p:tav>
                                        <p:tav tm="83678">
                                          <p:val>
                                            <p:fltVal val="3.18"/>
                                          </p:val>
                                        </p:tav>
                                        <p:tav tm="84909">
                                          <p:val>
                                            <p:fltVal val="0.24"/>
                                          </p:val>
                                        </p:tav>
                                        <p:tav tm="86139">
                                          <p:val>
                                            <p:fltVal val="-1.8"/>
                                          </p:val>
                                        </p:tav>
                                        <p:tav tm="87370">
                                          <p:val>
                                            <p:fltVal val="-3.16"/>
                                          </p:val>
                                        </p:tav>
                                        <p:tav tm="89831">
                                          <p:val>
                                            <p:fltVal val="-4.36"/>
                                          </p:val>
                                        </p:tav>
                                        <p:tav tm="92292">
                                          <p:val>
                                            <p:fltVal val="-4.18"/>
                                          </p:val>
                                        </p:tav>
                                        <p:tav tm="94753">
                                          <p:val>
                                            <p:fltVal val="-3.08"/>
                                          </p:val>
                                        </p:tav>
                                        <p:tav tm="98445">
                                          <p:val>
                                            <p:fltVal val="-0.29"/>
                                          </p:val>
                                        </p:tav>
                                        <p:tav tm="996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4" dur="67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5" dur="2626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3655"/>
                                          </p:val>
                                        </p:tav>
                                        <p:tav tm="71082">
                                          <p:val>
                                            <p:strVal val="#ppt_x+0.13655"/>
                                          </p:val>
                                        </p:tav>
                                        <p:tav tm="72352">
                                          <p:val>
                                            <p:strVal val="#ppt_x+0.13017"/>
                                          </p:val>
                                        </p:tav>
                                        <p:tav tm="73621">
                                          <p:val>
                                            <p:strVal val="#ppt_x+0.10145"/>
                                          </p:val>
                                        </p:tav>
                                        <p:tav tm="74890">
                                          <p:val>
                                            <p:strVal val="#ppt_x+0.07519"/>
                                          </p:val>
                                        </p:tav>
                                        <p:tav tm="76160">
                                          <p:val>
                                            <p:strVal val="#ppt_x+0.05338"/>
                                          </p:val>
                                        </p:tav>
                                        <p:tav tm="77429">
                                          <p:val>
                                            <p:strVal val="#ppt_x+0.03669"/>
                                          </p:val>
                                        </p:tav>
                                        <p:tav tm="78698">
                                          <p:val>
                                            <p:strVal val="#ppt_x+0.02448"/>
                                          </p:val>
                                        </p:tav>
                                        <p:tav tm="79968">
                                          <p:val>
                                            <p:strVal val="#ppt_x+0.01567"/>
                                          </p:val>
                                        </p:tav>
                                        <p:tav tm="81237">
                                          <p:val>
                                            <p:strVal val="#ppt_x+0.00934"/>
                                          </p:val>
                                        </p:tav>
                                        <p:tav tm="82506">
                                          <p:val>
                                            <p:strVal val="#ppt_x+0.00478"/>
                                          </p:val>
                                        </p:tav>
                                        <p:tav tm="83776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85045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87584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90122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92661">
                                          <p:val>
                                            <p:strVal val="#ppt_x-0.0037"/>
                                          </p:val>
                                        </p:tav>
                                        <p:tav tm="9900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2626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762"/>
                                          </p:val>
                                        </p:tav>
                                        <p:tav tm="71082">
                                          <p:val>
                                            <p:strVal val="#ppt_y-0.10762"/>
                                          </p:val>
                                        </p:tav>
                                        <p:tav tm="72352">
                                          <p:val>
                                            <p:strVal val="#ppt_y-0.1026"/>
                                          </p:val>
                                        </p:tav>
                                        <p:tav tm="73621">
                                          <p:val>
                                            <p:strVal val="#ppt_y-0.07996"/>
                                          </p:val>
                                        </p:tav>
                                        <p:tav tm="74890">
                                          <p:val>
                                            <p:strVal val="#ppt_y-0.05926"/>
                                          </p:val>
                                        </p:tav>
                                        <p:tav tm="76160">
                                          <p:val>
                                            <p:strVal val="#ppt_y-0.04207"/>
                                          </p:val>
                                        </p:tav>
                                        <p:tav tm="77429">
                                          <p:val>
                                            <p:strVal val="#ppt_y-0.02892"/>
                                          </p:val>
                                        </p:tav>
                                        <p:tav tm="78698">
                                          <p:val>
                                            <p:strVal val="#ppt_y-0.01929"/>
                                          </p:val>
                                        </p:tav>
                                        <p:tav tm="79968">
                                          <p:val>
                                            <p:strVal val="#ppt_y-0.01235"/>
                                          </p:val>
                                        </p:tav>
                                        <p:tav tm="81237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83776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87584">
                                          <p:val>
                                            <p:strVal val="#ppt_y+0.00264"/>
                                          </p:val>
                                        </p:tav>
                                        <p:tav tm="92661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9900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626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082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352">
                                          <p:val>
                                            <p:strVal val="#ppt_w*0.28505"/>
                                          </p:val>
                                        </p:tav>
                                        <p:tav tm="73621">
                                          <p:val>
                                            <p:strVal val="#ppt_w*0.4428"/>
                                          </p:val>
                                        </p:tav>
                                        <p:tav tm="74890">
                                          <p:val>
                                            <p:strVal val="#ppt_w*0.58701"/>
                                          </p:val>
                                        </p:tav>
                                        <p:tav tm="76160">
                                          <p:val>
                                            <p:strVal val="#ppt_w*0.70681"/>
                                          </p:val>
                                        </p:tav>
                                        <p:tav tm="77429">
                                          <p:val>
                                            <p:strVal val="#ppt_w*0.79849"/>
                                          </p:val>
                                        </p:tav>
                                        <p:tav tm="78698">
                                          <p:val>
                                            <p:strVal val="#ppt_w*0.86556"/>
                                          </p:val>
                                        </p:tav>
                                        <p:tav tm="79968">
                                          <p:val>
                                            <p:strVal val="#ppt_w*0.91391"/>
                                          </p:val>
                                        </p:tav>
                                        <p:tav tm="81237">
                                          <p:val>
                                            <p:strVal val="#ppt_w*0.94871"/>
                                          </p:val>
                                        </p:tav>
                                        <p:tav tm="83776">
                                          <p:val>
                                            <p:strVal val="#ppt_w*0.99168"/>
                                          </p:val>
                                        </p:tav>
                                        <p:tav tm="87584">
                                          <p:val>
                                            <p:strVal val="#ppt_w*1.0184"/>
                                          </p:val>
                                        </p:tav>
                                        <p:tav tm="92661">
                                          <p:val>
                                            <p:strVal val="#ppt_w*1.02033"/>
                                          </p:val>
                                        </p:tav>
                                        <p:tav tm="9900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626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082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352">
                                          <p:val>
                                            <p:strVal val="#ppt_h*0.28505"/>
                                          </p:val>
                                        </p:tav>
                                        <p:tav tm="73621">
                                          <p:val>
                                            <p:strVal val="#ppt_h*0.4428"/>
                                          </p:val>
                                        </p:tav>
                                        <p:tav tm="74890">
                                          <p:val>
                                            <p:strVal val="#ppt_h*0.58701"/>
                                          </p:val>
                                        </p:tav>
                                        <p:tav tm="76160">
                                          <p:val>
                                            <p:strVal val="#ppt_h*0.70681"/>
                                          </p:val>
                                        </p:tav>
                                        <p:tav tm="77429">
                                          <p:val>
                                            <p:strVal val="#ppt_h*0.79849"/>
                                          </p:val>
                                        </p:tav>
                                        <p:tav tm="78698">
                                          <p:val>
                                            <p:strVal val="#ppt_h*0.86556"/>
                                          </p:val>
                                        </p:tav>
                                        <p:tav tm="79968">
                                          <p:val>
                                            <p:strVal val="#ppt_h*0.91391"/>
                                          </p:val>
                                        </p:tav>
                                        <p:tav tm="81237">
                                          <p:val>
                                            <p:strVal val="#ppt_h*0.94871"/>
                                          </p:val>
                                        </p:tav>
                                        <p:tav tm="83776">
                                          <p:val>
                                            <p:strVal val="#ppt_h*0.99168"/>
                                          </p:val>
                                        </p:tav>
                                        <p:tav tm="87584">
                                          <p:val>
                                            <p:strVal val="#ppt_h*1.0184"/>
                                          </p:val>
                                        </p:tav>
                                        <p:tav tm="92661">
                                          <p:val>
                                            <p:strVal val="#ppt_h*1.02033"/>
                                          </p:val>
                                        </p:tav>
                                        <p:tav tm="9900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2626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6"/>
                                          </p:val>
                                        </p:tav>
                                        <p:tav tm="71082">
                                          <p:val>
                                            <p:fltVal val="176"/>
                                          </p:val>
                                        </p:tav>
                                        <p:tav tm="72352">
                                          <p:val>
                                            <p:fltVal val="184.6"/>
                                          </p:val>
                                        </p:tav>
                                        <p:tav tm="73621">
                                          <p:val>
                                            <p:fltVal val="223.3"/>
                                          </p:val>
                                        </p:tav>
                                        <p:tav tm="74890">
                                          <p:val>
                                            <p:fltVal val="258.68"/>
                                          </p:val>
                                        </p:tav>
                                        <p:tav tm="76160">
                                          <p:val>
                                            <p:fltVal val="288.07"/>
                                          </p:val>
                                        </p:tav>
                                        <p:tav tm="77429">
                                          <p:val>
                                            <p:fltVal val="310.56"/>
                                          </p:val>
                                        </p:tav>
                                        <p:tav tm="78698">
                                          <p:val>
                                            <p:fltVal val="327.02"/>
                                          </p:val>
                                        </p:tav>
                                        <p:tav tm="79968">
                                          <p:val>
                                            <p:fltVal val="338.88"/>
                                          </p:val>
                                        </p:tav>
                                        <p:tav tm="81237">
                                          <p:val>
                                            <p:fltVal val="347.42"/>
                                          </p:val>
                                        </p:tav>
                                        <p:tav tm="82506">
                                          <p:val>
                                            <p:fltVal val="353.56"/>
                                          </p:val>
                                        </p:tav>
                                        <p:tav tm="83776">
                                          <p:val>
                                            <p:fltVal val="357.96"/>
                                          </p:val>
                                        </p:tav>
                                        <p:tav tm="85045">
                                          <p:val>
                                            <p:fltVal val="361.06"/>
                                          </p:val>
                                        </p:tav>
                                        <p:tav tm="86314">
                                          <p:val>
                                            <p:fltVal val="363.17"/>
                                          </p:val>
                                        </p:tav>
                                        <p:tav tm="87584">
                                          <p:val>
                                            <p:fltVal val="364.52"/>
                                          </p:val>
                                        </p:tav>
                                        <p:tav tm="90122">
                                          <p:val>
                                            <p:fltVal val="365.53"/>
                                          </p:val>
                                        </p:tav>
                                        <p:tav tm="92661">
                                          <p:val>
                                            <p:fltVal val="364.99"/>
                                          </p:val>
                                        </p:tav>
                                        <p:tav tm="95200">
                                          <p:val>
                                            <p:fltVal val="363.39"/>
                                          </p:val>
                                        </p:tav>
                                        <p:tav tm="99008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254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748"/>
                                          </p:val>
                                        </p:tav>
                                        <p:tav tm="70773">
                                          <p:val>
                                            <p:strVal val="#ppt_x-0.06748"/>
                                          </p:val>
                                        </p:tav>
                                        <p:tav tm="72084">
                                          <p:val>
                                            <p:strVal val="#ppt_x-0.05741"/>
                                          </p:val>
                                        </p:tav>
                                        <p:tav tm="73394">
                                          <p:val>
                                            <p:strVal val="#ppt_x-0.04366"/>
                                          </p:val>
                                        </p:tav>
                                        <p:tav tm="74705">
                                          <p:val>
                                            <p:strVal val="#ppt_x-0.03165"/>
                                          </p:val>
                                        </p:tav>
                                        <p:tav tm="76016">
                                          <p:val>
                                            <p:strVal val="#ppt_x-0.0221"/>
                                          </p:val>
                                        </p:tav>
                                        <p:tav tm="77326">
                                          <p:val>
                                            <p:strVal val="#ppt_x-0.01498"/>
                                          </p:val>
                                        </p:tav>
                                        <p:tav tm="78637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79948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81258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82569">
                                          <p:val>
                                            <p:strVal val="#ppt_x-0.00152"/>
                                          </p:val>
                                        </p:tav>
                                        <p:tav tm="83879">
                                          <p:val>
                                            <p:strVal val="#ppt_x-0.00015"/>
                                          </p:val>
                                        </p:tav>
                                        <p:tav tm="86501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89122">
                                          <p:val>
                                            <p:strVal val="#ppt_x+0.002"/>
                                          </p:val>
                                        </p:tav>
                                        <p:tav tm="91743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996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254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94"/>
                                          </p:val>
                                        </p:tav>
                                        <p:tav tm="70773">
                                          <p:val>
                                            <p:strVal val="#ppt_y+0.02994"/>
                                          </p:val>
                                        </p:tav>
                                        <p:tav tm="72084">
                                          <p:val>
                                            <p:strVal val="#ppt_y+0.02547"/>
                                          </p:val>
                                        </p:tav>
                                        <p:tav tm="74705">
                                          <p:val>
                                            <p:strVal val="#ppt_y+0.01405"/>
                                          </p:val>
                                        </p:tav>
                                        <p:tav tm="76016">
                                          <p:val>
                                            <p:strVal val="#ppt_y+0.00981"/>
                                          </p:val>
                                        </p:tav>
                                        <p:tav tm="77326">
                                          <p:val>
                                            <p:strVal val="#ppt_y+0.00665"/>
                                          </p:val>
                                        </p:tav>
                                        <p:tav tm="79948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82569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86501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996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254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773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084">
                                          <p:val>
                                            <p:strVal val="#ppt_w*0.36196"/>
                                          </p:val>
                                        </p:tav>
                                        <p:tav tm="73394">
                                          <p:val>
                                            <p:strVal val="#ppt_w*0.51474"/>
                                          </p:val>
                                        </p:tav>
                                        <p:tav tm="74705">
                                          <p:val>
                                            <p:strVal val="#ppt_w*0.64822"/>
                                          </p:val>
                                        </p:tav>
                                        <p:tav tm="76016">
                                          <p:val>
                                            <p:strVal val="#ppt_w*0.75439"/>
                                          </p:val>
                                        </p:tav>
                                        <p:tav tm="77326">
                                          <p:val>
                                            <p:strVal val="#ppt_w*0.83352"/>
                                          </p:val>
                                        </p:tav>
                                        <p:tav tm="78637">
                                          <p:val>
                                            <p:strVal val="#ppt_w*0.89084"/>
                                          </p:val>
                                        </p:tav>
                                        <p:tav tm="79948">
                                          <p:val>
                                            <p:strVal val="#ppt_w*0.9321"/>
                                          </p:val>
                                        </p:tav>
                                        <p:tav tm="81258">
                                          <p:val>
                                            <p:strVal val="#ppt_w*0.96181"/>
                                          </p:val>
                                        </p:tav>
                                        <p:tav tm="82569">
                                          <p:val>
                                            <p:strVal val="#ppt_w*0.98315"/>
                                          </p:val>
                                        </p:tav>
                                        <p:tav tm="83879">
                                          <p:val>
                                            <p:strVal val="#ppt_w*0.99833"/>
                                          </p:val>
                                        </p:tav>
                                        <p:tav tm="86501">
                                          <p:val>
                                            <p:strVal val="#ppt_w*1.0159"/>
                                          </p:val>
                                        </p:tav>
                                        <p:tav tm="91743">
                                          <p:val>
                                            <p:strVal val="#ppt_w*1.02138"/>
                                          </p:val>
                                        </p:tav>
                                        <p:tav tm="996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54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773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084">
                                          <p:val>
                                            <p:strVal val="#ppt_h*0.36196"/>
                                          </p:val>
                                        </p:tav>
                                        <p:tav tm="73394">
                                          <p:val>
                                            <p:strVal val="#ppt_h*0.51474"/>
                                          </p:val>
                                        </p:tav>
                                        <p:tav tm="74705">
                                          <p:val>
                                            <p:strVal val="#ppt_h*0.64822"/>
                                          </p:val>
                                        </p:tav>
                                        <p:tav tm="76016">
                                          <p:val>
                                            <p:strVal val="#ppt_h*0.75439"/>
                                          </p:val>
                                        </p:tav>
                                        <p:tav tm="77326">
                                          <p:val>
                                            <p:strVal val="#ppt_h*0.83352"/>
                                          </p:val>
                                        </p:tav>
                                        <p:tav tm="78637">
                                          <p:val>
                                            <p:strVal val="#ppt_h*0.89084"/>
                                          </p:val>
                                        </p:tav>
                                        <p:tav tm="79948">
                                          <p:val>
                                            <p:strVal val="#ppt_h*0.9321"/>
                                          </p:val>
                                        </p:tav>
                                        <p:tav tm="81258">
                                          <p:val>
                                            <p:strVal val="#ppt_h*0.96181"/>
                                          </p:val>
                                        </p:tav>
                                        <p:tav tm="82569">
                                          <p:val>
                                            <p:strVal val="#ppt_h*0.98315"/>
                                          </p:val>
                                        </p:tav>
                                        <p:tav tm="83879">
                                          <p:val>
                                            <p:strVal val="#ppt_h*0.99833"/>
                                          </p:val>
                                        </p:tav>
                                        <p:tav tm="86501">
                                          <p:val>
                                            <p:strVal val="#ppt_h*1.0159"/>
                                          </p:val>
                                        </p:tav>
                                        <p:tav tm="91743">
                                          <p:val>
                                            <p:strVal val="#ppt_h*1.02138"/>
                                          </p:val>
                                        </p:tav>
                                        <p:tav tm="996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54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9"/>
                                          </p:val>
                                        </p:tav>
                                        <p:tav tm="70773">
                                          <p:val>
                                            <p:fltVal val="-139"/>
                                          </p:val>
                                        </p:tav>
                                        <p:tav tm="72084">
                                          <p:val>
                                            <p:fltVal val="-171.99"/>
                                          </p:val>
                                        </p:tav>
                                        <p:tav tm="73394">
                                          <p:val>
                                            <p:fltVal val="-217.01"/>
                                          </p:val>
                                        </p:tav>
                                        <p:tav tm="74705">
                                          <p:val>
                                            <p:fltVal val="-256.34"/>
                                          </p:val>
                                        </p:tav>
                                        <p:tav tm="76016">
                                          <p:val>
                                            <p:fltVal val="-287.63"/>
                                          </p:val>
                                        </p:tav>
                                        <p:tav tm="77326">
                                          <p:val>
                                            <p:fltVal val="-310.94"/>
                                          </p:val>
                                        </p:tav>
                                        <p:tav tm="78637">
                                          <p:val>
                                            <p:fltVal val="-327.84"/>
                                          </p:val>
                                        </p:tav>
                                        <p:tav tm="79948">
                                          <p:val>
                                            <p:fltVal val="-339.99"/>
                                          </p:val>
                                        </p:tav>
                                        <p:tav tm="81258">
                                          <p:val>
                                            <p:fltVal val="-348.75"/>
                                          </p:val>
                                        </p:tav>
                                        <p:tav tm="82569">
                                          <p:val>
                                            <p:fltVal val="-355.03"/>
                                          </p:val>
                                        </p:tav>
                                        <p:tav tm="83879">
                                          <p:val>
                                            <p:fltVal val="-359.51"/>
                                          </p:val>
                                        </p:tav>
                                        <p:tav tm="85190">
                                          <p:val>
                                            <p:fltVal val="-362.62"/>
                                          </p:val>
                                        </p:tav>
                                        <p:tav tm="86501">
                                          <p:val>
                                            <p:fltVal val="-364.68"/>
                                          </p:val>
                                        </p:tav>
                                        <p:tav tm="87811">
                                          <p:val>
                                            <p:fltVal val="-365.94"/>
                                          </p:val>
                                        </p:tav>
                                        <p:tav tm="89122">
                                          <p:val>
                                            <p:fltVal val="-366.54"/>
                                          </p:val>
                                        </p:tav>
                                        <p:tav tm="91743">
                                          <p:val>
                                            <p:fltVal val="-366.3"/>
                                          </p:val>
                                        </p:tav>
                                        <p:tav tm="94364">
                                          <p:val>
                                            <p:fltVal val="-364.66"/>
                                          </p:val>
                                        </p:tav>
                                        <p:tav tm="98296">
                                          <p:val>
                                            <p:fltVal val="-360.5"/>
                                          </p:val>
                                        </p:tav>
                                        <p:tav tm="99607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0" dur="246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193"/>
                                          </p:val>
                                        </p:tav>
                                        <p:tav tm="69089">
                                          <p:val>
                                            <p:strVal val="#ppt_x-0.09193"/>
                                          </p:val>
                                        </p:tav>
                                        <p:tav tm="70443">
                                          <p:val>
                                            <p:strVal val="#ppt_x-0.08835"/>
                                          </p:val>
                                        </p:tav>
                                        <p:tav tm="71798">
                                          <p:val>
                                            <p:strVal val="#ppt_x-0.06898"/>
                                          </p:val>
                                        </p:tav>
                                        <p:tav tm="73153">
                                          <p:val>
                                            <p:strVal val="#ppt_x-0.05122"/>
                                          </p:val>
                                        </p:tav>
                                        <p:tav tm="74507">
                                          <p:val>
                                            <p:strVal val="#ppt_x-0.03641"/>
                                          </p:val>
                                        </p:tav>
                                        <p:tav tm="75862">
                                          <p:val>
                                            <p:strVal val="#ppt_x-0.02505"/>
                                          </p:val>
                                        </p:tav>
                                        <p:tav tm="77217">
                                          <p:val>
                                            <p:strVal val="#ppt_x-0.01673"/>
                                          </p:val>
                                        </p:tav>
                                        <p:tav tm="78571">
                                          <p:val>
                                            <p:strVal val="#ppt_x-0.01074"/>
                                          </p:val>
                                        </p:tav>
                                        <p:tav tm="79926">
                                          <p:val>
                                            <p:strVal val="#ppt_x-0.00642"/>
                                          </p:val>
                                        </p:tav>
                                        <p:tav tm="81281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82635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83990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86700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89409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92118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9889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246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431"/>
                                          </p:val>
                                        </p:tav>
                                        <p:tav tm="69089">
                                          <p:val>
                                            <p:strVal val="#ppt_y-0.02431"/>
                                          </p:val>
                                        </p:tav>
                                        <p:tav tm="70443">
                                          <p:val>
                                            <p:strVal val="#ppt_y-0.02336"/>
                                          </p:val>
                                        </p:tav>
                                        <p:tav tm="73153">
                                          <p:val>
                                            <p:strVal val="#ppt_y-0.01354"/>
                                          </p:val>
                                        </p:tav>
                                        <p:tav tm="75862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77217">
                                          <p:val>
                                            <p:strVal val="#ppt_y-0.00442"/>
                                          </p:val>
                                        </p:tav>
                                        <p:tav tm="79926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86700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88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246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089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443">
                                          <p:val>
                                            <p:strVal val="#ppt_w*0.27921"/>
                                          </p:val>
                                        </p:tav>
                                        <p:tav tm="71798">
                                          <p:val>
                                            <p:strVal val="#ppt_w*0.43722"/>
                                          </p:val>
                                        </p:tav>
                                        <p:tav tm="73153">
                                          <p:val>
                                            <p:strVal val="#ppt_w*0.58214"/>
                                          </p:val>
                                        </p:tav>
                                        <p:tav tm="74507">
                                          <p:val>
                                            <p:strVal val="#ppt_w*0.70295"/>
                                          </p:val>
                                        </p:tav>
                                        <p:tav tm="75862">
                                          <p:val>
                                            <p:strVal val="#ppt_w*0.79562"/>
                                          </p:val>
                                        </p:tav>
                                        <p:tav tm="77217">
                                          <p:val>
                                            <p:strVal val="#ppt_w*0.86349"/>
                                          </p:val>
                                        </p:tav>
                                        <p:tav tm="78571">
                                          <p:val>
                                            <p:strVal val="#ppt_w*0.91242"/>
                                          </p:val>
                                        </p:tav>
                                        <p:tav tm="79926">
                                          <p:val>
                                            <p:strVal val="#ppt_w*0.94763"/>
                                          </p:val>
                                        </p:tav>
                                        <p:tav tm="82635">
                                          <p:val>
                                            <p:strVal val="#ppt_w*0.99113"/>
                                          </p:val>
                                        </p:tav>
                                        <p:tav tm="86700">
                                          <p:val>
                                            <p:strVal val="#ppt_w*1.01825"/>
                                          </p:val>
                                        </p:tav>
                                        <p:tav tm="92118">
                                          <p:val>
                                            <p:strVal val="#ppt_w*1.02041"/>
                                          </p:val>
                                        </p:tav>
                                        <p:tav tm="988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46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089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443">
                                          <p:val>
                                            <p:strVal val="#ppt_h*0.27921"/>
                                          </p:val>
                                        </p:tav>
                                        <p:tav tm="71798">
                                          <p:val>
                                            <p:strVal val="#ppt_h*0.43722"/>
                                          </p:val>
                                        </p:tav>
                                        <p:tav tm="73153">
                                          <p:val>
                                            <p:strVal val="#ppt_h*0.58214"/>
                                          </p:val>
                                        </p:tav>
                                        <p:tav tm="74507">
                                          <p:val>
                                            <p:strVal val="#ppt_h*0.70295"/>
                                          </p:val>
                                        </p:tav>
                                        <p:tav tm="75862">
                                          <p:val>
                                            <p:strVal val="#ppt_h*0.79562"/>
                                          </p:val>
                                        </p:tav>
                                        <p:tav tm="77217">
                                          <p:val>
                                            <p:strVal val="#ppt_h*0.86349"/>
                                          </p:val>
                                        </p:tav>
                                        <p:tav tm="78571">
                                          <p:val>
                                            <p:strVal val="#ppt_h*0.91242"/>
                                          </p:val>
                                        </p:tav>
                                        <p:tav tm="79926">
                                          <p:val>
                                            <p:strVal val="#ppt_h*0.94763"/>
                                          </p:val>
                                        </p:tav>
                                        <p:tav tm="82635">
                                          <p:val>
                                            <p:strVal val="#ppt_h*0.99113"/>
                                          </p:val>
                                        </p:tav>
                                        <p:tav tm="86700">
                                          <p:val>
                                            <p:strVal val="#ppt_h*1.01825"/>
                                          </p:val>
                                        </p:tav>
                                        <p:tav tm="92118">
                                          <p:val>
                                            <p:strVal val="#ppt_h*1.02041"/>
                                          </p:val>
                                        </p:tav>
                                        <p:tav tm="988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461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2"/>
                                          </p:val>
                                        </p:tav>
                                        <p:tav tm="69089">
                                          <p:val>
                                            <p:fltVal val="102"/>
                                          </p:val>
                                        </p:tav>
                                        <p:tav tm="70443">
                                          <p:val>
                                            <p:fltVal val="112.05"/>
                                          </p:val>
                                        </p:tav>
                                        <p:tav tm="71798">
                                          <p:val>
                                            <p:fltVal val="166.4"/>
                                          </p:val>
                                        </p:tav>
                                        <p:tav tm="73153">
                                          <p:val>
                                            <p:fltVal val="216.26"/>
                                          </p:val>
                                        </p:tav>
                                        <p:tav tm="74507">
                                          <p:val>
                                            <p:fltVal val="257.81"/>
                                          </p:val>
                                        </p:tav>
                                        <p:tav tm="75862">
                                          <p:val>
                                            <p:fltVal val="289.69"/>
                                          </p:val>
                                        </p:tav>
                                        <p:tav tm="77217">
                                          <p:val>
                                            <p:fltVal val="313.04"/>
                                          </p:val>
                                        </p:tav>
                                        <p:tav tm="78571">
                                          <p:val>
                                            <p:fltVal val="329.87"/>
                                          </p:val>
                                        </p:tav>
                                        <p:tav tm="79926">
                                          <p:val>
                                            <p:fltVal val="341.99"/>
                                          </p:val>
                                        </p:tav>
                                        <p:tav tm="81281">
                                          <p:val>
                                            <p:fltVal val="350.7"/>
                                          </p:val>
                                        </p:tav>
                                        <p:tav tm="82635">
                                          <p:val>
                                            <p:fltVal val="356.95"/>
                                          </p:val>
                                        </p:tav>
                                        <p:tav tm="83990">
                                          <p:val>
                                            <p:fltVal val="361.35"/>
                                          </p:val>
                                        </p:tav>
                                        <p:tav tm="85345">
                                          <p:val>
                                            <p:fltVal val="364.35"/>
                                          </p:val>
                                        </p:tav>
                                        <p:tav tm="86700">
                                          <p:val>
                                            <p:fltVal val="366.28"/>
                                          </p:val>
                                        </p:tav>
                                        <p:tav tm="88054">
                                          <p:val>
                                            <p:fltVal val="367.36"/>
                                          </p:val>
                                        </p:tav>
                                        <p:tav tm="89409">
                                          <p:val>
                                            <p:fltVal val="367.76"/>
                                          </p:val>
                                        </p:tav>
                                        <p:tav tm="92118">
                                          <p:val>
                                            <p:fltVal val="367.02"/>
                                          </p:val>
                                        </p:tav>
                                        <p:tav tm="94828">
                                          <p:val>
                                            <p:fltVal val="364.8"/>
                                          </p:val>
                                        </p:tav>
                                        <p:tav tm="98892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378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191"/>
                                          </p:val>
                                        </p:tav>
                                        <p:tav tm="68689">
                                          <p:val>
                                            <p:strVal val="#ppt_x-0.07191"/>
                                          </p:val>
                                        </p:tav>
                                        <p:tav tm="70090">
                                          <p:val>
                                            <p:strVal val="#ppt_x-0.06173"/>
                                          </p:val>
                                        </p:tav>
                                        <p:tav tm="71492">
                                          <p:val>
                                            <p:strVal val="#ppt_x-0.04704"/>
                                          </p:val>
                                        </p:tav>
                                        <p:tav tm="72894">
                                          <p:val>
                                            <p:strVal val="#ppt_x-0.03415"/>
                                          </p:val>
                                        </p:tav>
                                        <p:tav tm="74296">
                                          <p:val>
                                            <p:strVal val="#ppt_x-0.02387"/>
                                          </p:val>
                                        </p:tav>
                                        <p:tav tm="75698">
                                          <p:val>
                                            <p:strVal val="#ppt_x-0.0162"/>
                                          </p:val>
                                        </p:tav>
                                        <p:tav tm="77100">
                                          <p:val>
                                            <p:strVal val="#ppt_x-0.01064"/>
                                          </p:val>
                                        </p:tav>
                                        <p:tav tm="78501">
                                          <p:val>
                                            <p:strVal val="#ppt_x-0.00663"/>
                                          </p:val>
                                        </p:tav>
                                        <p:tav tm="79903">
                                          <p:val>
                                            <p:strVal val="#ppt_x-0.00375"/>
                                          </p:val>
                                        </p:tav>
                                        <p:tav tm="81305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82707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5510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88314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91118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9952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378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515"/>
                                          </p:val>
                                        </p:tav>
                                        <p:tav tm="68689">
                                          <p:val>
                                            <p:strVal val="#ppt_y+0.07515"/>
                                          </p:val>
                                        </p:tav>
                                        <p:tav tm="70090">
                                          <p:val>
                                            <p:strVal val="#ppt_y+0.06451"/>
                                          </p:val>
                                        </p:tav>
                                        <p:tav tm="71492">
                                          <p:val>
                                            <p:strVal val="#ppt_y+0.04915"/>
                                          </p:val>
                                        </p:tav>
                                        <p:tav tm="72894">
                                          <p:val>
                                            <p:strVal val="#ppt_y+0.03569"/>
                                          </p:val>
                                        </p:tav>
                                        <p:tav tm="74296">
                                          <p:val>
                                            <p:strVal val="#ppt_y+0.02495"/>
                                          </p:val>
                                        </p:tav>
                                        <p:tav tm="75698">
                                          <p:val>
                                            <p:strVal val="#ppt_y+0.01693"/>
                                          </p:val>
                                        </p:tav>
                                        <p:tav tm="7710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78501">
                                          <p:val>
                                            <p:strVal val="#ppt_y+0.00693"/>
                                          </p:val>
                                        </p:tav>
                                        <p:tav tm="81305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85510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91118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995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" dur="2378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8689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090">
                                          <p:val>
                                            <p:strVal val="#ppt_w*0.35619"/>
                                          </p:val>
                                        </p:tav>
                                        <p:tav tm="71492">
                                          <p:val>
                                            <p:strVal val="#ppt_w*0.50945"/>
                                          </p:val>
                                        </p:tav>
                                        <p:tav tm="72894">
                                          <p:val>
                                            <p:strVal val="#ppt_w*0.64382"/>
                                          </p:val>
                                        </p:tav>
                                        <p:tav tm="74296">
                                          <p:val>
                                            <p:strVal val="#ppt_w*0.75103"/>
                                          </p:val>
                                        </p:tav>
                                        <p:tav tm="75698">
                                          <p:val>
                                            <p:strVal val="#ppt_w*0.83106"/>
                                          </p:val>
                                        </p:tav>
                                        <p:tav tm="77100">
                                          <p:val>
                                            <p:strVal val="#ppt_w*0.88907"/>
                                          </p:val>
                                        </p:tav>
                                        <p:tav tm="78501">
                                          <p:val>
                                            <p:strVal val="#ppt_w*0.93083"/>
                                          </p:val>
                                        </p:tav>
                                        <p:tav tm="79903">
                                          <p:val>
                                            <p:strVal val="#ppt_w*0.96089"/>
                                          </p:val>
                                        </p:tav>
                                        <p:tav tm="81305">
                                          <p:val>
                                            <p:strVal val="#ppt_w*0.98249"/>
                                          </p:val>
                                        </p:tav>
                                        <p:tav tm="82707">
                                          <p:val>
                                            <p:strVal val="#ppt_w*0.99787"/>
                                          </p:val>
                                        </p:tav>
                                        <p:tav tm="85510">
                                          <p:val>
                                            <p:strVal val="#ppt_w*1.0157"/>
                                          </p:val>
                                        </p:tav>
                                        <p:tav tm="91118">
                                          <p:val>
                                            <p:strVal val="#ppt_w*1.02145"/>
                                          </p:val>
                                        </p:tav>
                                        <p:tav tm="9952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2378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8689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090">
                                          <p:val>
                                            <p:strVal val="#ppt_h*0.35619"/>
                                          </p:val>
                                        </p:tav>
                                        <p:tav tm="71492">
                                          <p:val>
                                            <p:strVal val="#ppt_h*0.50945"/>
                                          </p:val>
                                        </p:tav>
                                        <p:tav tm="72894">
                                          <p:val>
                                            <p:strVal val="#ppt_h*0.64382"/>
                                          </p:val>
                                        </p:tav>
                                        <p:tav tm="74296">
                                          <p:val>
                                            <p:strVal val="#ppt_h*0.75103"/>
                                          </p:val>
                                        </p:tav>
                                        <p:tav tm="75698">
                                          <p:val>
                                            <p:strVal val="#ppt_h*0.83106"/>
                                          </p:val>
                                        </p:tav>
                                        <p:tav tm="77100">
                                          <p:val>
                                            <p:strVal val="#ppt_h*0.88907"/>
                                          </p:val>
                                        </p:tav>
                                        <p:tav tm="78501">
                                          <p:val>
                                            <p:strVal val="#ppt_h*0.93083"/>
                                          </p:val>
                                        </p:tav>
                                        <p:tav tm="79903">
                                          <p:val>
                                            <p:strVal val="#ppt_h*0.96089"/>
                                          </p:val>
                                        </p:tav>
                                        <p:tav tm="81305">
                                          <p:val>
                                            <p:strVal val="#ppt_h*0.98249"/>
                                          </p:val>
                                        </p:tav>
                                        <p:tav tm="82707">
                                          <p:val>
                                            <p:strVal val="#ppt_h*0.99787"/>
                                          </p:val>
                                        </p:tav>
                                        <p:tav tm="85510">
                                          <p:val>
                                            <p:strVal val="#ppt_h*1.0157"/>
                                          </p:val>
                                        </p:tav>
                                        <p:tav tm="91118">
                                          <p:val>
                                            <p:strVal val="#ppt_h*1.02145"/>
                                          </p:val>
                                        </p:tav>
                                        <p:tav tm="9952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378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"/>
                                          </p:val>
                                        </p:tav>
                                        <p:tav tm="68689">
                                          <p:val>
                                            <p:fltVal val="135"/>
                                          </p:val>
                                        </p:tav>
                                        <p:tav tm="70090">
                                          <p:val>
                                            <p:fltVal val="115.88"/>
                                          </p:val>
                                        </p:tav>
                                        <p:tav tm="71492">
                                          <p:val>
                                            <p:fltVal val="88.3"/>
                                          </p:val>
                                        </p:tav>
                                        <p:tav tm="72894">
                                          <p:val>
                                            <p:fltVal val="64.11"/>
                                          </p:val>
                                        </p:tav>
                                        <p:tav tm="74296">
                                          <p:val>
                                            <p:fltVal val="44.82"/>
                                          </p:val>
                                        </p:tav>
                                        <p:tav tm="75698">
                                          <p:val>
                                            <p:fltVal val="30.41"/>
                                          </p:val>
                                        </p:tav>
                                        <p:tav tm="77100">
                                          <p:val>
                                            <p:fltVal val="19.97"/>
                                          </p:val>
                                        </p:tav>
                                        <p:tav tm="78501">
                                          <p:val>
                                            <p:fltVal val="12.45"/>
                                          </p:val>
                                        </p:tav>
                                        <p:tav tm="79903">
                                          <p:val>
                                            <p:fltVal val="7.04"/>
                                          </p:val>
                                        </p:tav>
                                        <p:tav tm="81305">
                                          <p:val>
                                            <p:fltVal val="3.15"/>
                                          </p:val>
                                        </p:tav>
                                        <p:tav tm="82707">
                                          <p:val>
                                            <p:fltVal val="0.38"/>
                                          </p:val>
                                        </p:tav>
                                        <p:tav tm="84109">
                                          <p:val>
                                            <p:fltVal val="-1.54"/>
                                          </p:val>
                                        </p:tav>
                                        <p:tav tm="85510">
                                          <p:val>
                                            <p:fltVal val="-2.83"/>
                                          </p:val>
                                        </p:tav>
                                        <p:tav tm="88314">
                                          <p:val>
                                            <p:fltVal val="-3.99"/>
                                          </p:val>
                                        </p:tav>
                                        <p:tav tm="91118">
                                          <p:val>
                                            <p:fltVal val="-3.86"/>
                                          </p:val>
                                        </p:tav>
                                        <p:tav tm="93921">
                                          <p:val>
                                            <p:fltVal val="-2.87"/>
                                          </p:val>
                                        </p:tav>
                                        <p:tav tm="98127">
                                          <p:val>
                                            <p:fltVal val="-0.34"/>
                                          </p:val>
                                        </p:tav>
                                        <p:tav tm="9952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67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5" dur="2715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39"/>
                                          </p:val>
                                        </p:tav>
                                        <p:tav tm="72433">
                                          <p:val>
                                            <p:strVal val="#ppt_x+0.00339"/>
                                          </p:val>
                                        </p:tav>
                                        <p:tav tm="77344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81027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944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715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437"/>
                                          </p:val>
                                        </p:tav>
                                        <p:tav tm="72433">
                                          <p:val>
                                            <p:strVal val="#ppt_y+0.14437"/>
                                          </p:val>
                                        </p:tav>
                                        <p:tav tm="73661">
                                          <p:val>
                                            <p:strVal val="#ppt_y+0.12755"/>
                                          </p:val>
                                        </p:tav>
                                        <p:tav tm="74888">
                                          <p:val>
                                            <p:strVal val="#ppt_y+0.09777"/>
                                          </p:val>
                                        </p:tav>
                                        <p:tav tm="76116">
                                          <p:val>
                                            <p:strVal val="#ppt_y+0.07137"/>
                                          </p:val>
                                        </p:tav>
                                        <p:tav tm="77344">
                                          <p:val>
                                            <p:strVal val="#ppt_y+0.05008"/>
                                          </p:val>
                                        </p:tav>
                                        <p:tav tm="78571">
                                          <p:val>
                                            <p:strVal val="#ppt_y+0.0341"/>
                                          </p:val>
                                        </p:tav>
                                        <p:tav tm="79799">
                                          <p:val>
                                            <p:strVal val="#ppt_y+0.02249"/>
                                          </p:val>
                                        </p:tav>
                                        <p:tav tm="81027">
                                          <p:val>
                                            <p:strVal val="#ppt_y+0.01413"/>
                                          </p:val>
                                        </p:tav>
                                        <p:tav tm="82254">
                                          <p:val>
                                            <p:strVal val="#ppt_y+0.00812"/>
                                          </p:val>
                                        </p:tav>
                                        <p:tav tm="83482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84710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87165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9621">
                                          <p:val>
                                            <p:strVal val="#ppt_y-0.00424"/>
                                          </p:val>
                                        </p:tav>
                                        <p:tav tm="92076">
                                          <p:val>
                                            <p:strVal val="#ppt_y-0.00417"/>
                                          </p:val>
                                        </p:tav>
                                        <p:tav tm="994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2715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433">
                                          <p:val>
                                            <p:strVal val="#ppt_w*0.25"/>
                                          </p:val>
                                        </p:tav>
                                        <p:tav tm="73661">
                                          <p:val>
                                            <p:strVal val="#ppt_w*0.33741"/>
                                          </p:val>
                                        </p:tav>
                                        <p:tav tm="74888">
                                          <p:val>
                                            <p:strVal val="#ppt_w*0.49209"/>
                                          </p:val>
                                        </p:tav>
                                        <p:tav tm="76116">
                                          <p:val>
                                            <p:strVal val="#ppt_w*0.62927"/>
                                          </p:val>
                                        </p:tav>
                                        <p:tav tm="77344">
                                          <p:val>
                                            <p:strVal val="#ppt_w*0.73984"/>
                                          </p:val>
                                        </p:tav>
                                        <p:tav tm="78571">
                                          <p:val>
                                            <p:strVal val="#ppt_w*0.82287"/>
                                          </p:val>
                                        </p:tav>
                                        <p:tav tm="79799">
                                          <p:val>
                                            <p:strVal val="#ppt_w*0.88317"/>
                                          </p:val>
                                        </p:tav>
                                        <p:tav tm="81027">
                                          <p:val>
                                            <p:strVal val="#ppt_w*0.92658"/>
                                          </p:val>
                                        </p:tav>
                                        <p:tav tm="82254">
                                          <p:val>
                                            <p:strVal val="#ppt_w*0.95783"/>
                                          </p:val>
                                        </p:tav>
                                        <p:tav tm="83482">
                                          <p:val>
                                            <p:strVal val="#ppt_w*0.9803"/>
                                          </p:val>
                                        </p:tav>
                                        <p:tav tm="84710">
                                          <p:val>
                                            <p:strVal val="#ppt_w*0.99632"/>
                                          </p:val>
                                        </p:tav>
                                        <p:tav tm="87165">
                                          <p:val>
                                            <p:strVal val="#ppt_w*1.01501"/>
                                          </p:val>
                                        </p:tav>
                                        <p:tav tm="92076">
                                          <p:val>
                                            <p:strVal val="#ppt_w*1.02164"/>
                                          </p:val>
                                        </p:tav>
                                        <p:tav tm="9944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2715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433">
                                          <p:val>
                                            <p:strVal val="#ppt_h*0.25"/>
                                          </p:val>
                                        </p:tav>
                                        <p:tav tm="73661">
                                          <p:val>
                                            <p:strVal val="#ppt_h*0.33741"/>
                                          </p:val>
                                        </p:tav>
                                        <p:tav tm="74888">
                                          <p:val>
                                            <p:strVal val="#ppt_h*0.49209"/>
                                          </p:val>
                                        </p:tav>
                                        <p:tav tm="76116">
                                          <p:val>
                                            <p:strVal val="#ppt_h*0.62927"/>
                                          </p:val>
                                        </p:tav>
                                        <p:tav tm="77344">
                                          <p:val>
                                            <p:strVal val="#ppt_h*0.73984"/>
                                          </p:val>
                                        </p:tav>
                                        <p:tav tm="78571">
                                          <p:val>
                                            <p:strVal val="#ppt_h*0.82287"/>
                                          </p:val>
                                        </p:tav>
                                        <p:tav tm="79799">
                                          <p:val>
                                            <p:strVal val="#ppt_h*0.88317"/>
                                          </p:val>
                                        </p:tav>
                                        <p:tav tm="81027">
                                          <p:val>
                                            <p:strVal val="#ppt_h*0.92658"/>
                                          </p:val>
                                        </p:tav>
                                        <p:tav tm="82254">
                                          <p:val>
                                            <p:strVal val="#ppt_h*0.95783"/>
                                          </p:val>
                                        </p:tav>
                                        <p:tav tm="83482">
                                          <p:val>
                                            <p:strVal val="#ppt_h*0.9803"/>
                                          </p:val>
                                        </p:tav>
                                        <p:tav tm="84710">
                                          <p:val>
                                            <p:strVal val="#ppt_h*0.99632"/>
                                          </p:val>
                                        </p:tav>
                                        <p:tav tm="87165">
                                          <p:val>
                                            <p:strVal val="#ppt_h*1.01501"/>
                                          </p:val>
                                        </p:tav>
                                        <p:tav tm="92076">
                                          <p:val>
                                            <p:strVal val="#ppt_h*1.02164"/>
                                          </p:val>
                                        </p:tav>
                                        <p:tav tm="9944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715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2"/>
                                          </p:val>
                                        </p:tav>
                                        <p:tav tm="72433">
                                          <p:val>
                                            <p:fltVal val="-172"/>
                                          </p:val>
                                        </p:tav>
                                        <p:tav tm="73661">
                                          <p:val>
                                            <p:fltVal val="-151.95"/>
                                          </p:val>
                                        </p:tav>
                                        <p:tav tm="74888">
                                          <p:val>
                                            <p:fltVal val="-116.48"/>
                                          </p:val>
                                        </p:tav>
                                        <p:tav tm="76116">
                                          <p:val>
                                            <p:fltVal val="-85.02"/>
                                          </p:val>
                                        </p:tav>
                                        <p:tav tm="77344">
                                          <p:val>
                                            <p:fltVal val="-59.66"/>
                                          </p:val>
                                        </p:tav>
                                        <p:tav tm="78571">
                                          <p:val>
                                            <p:fltVal val="-40.62"/>
                                          </p:val>
                                        </p:tav>
                                        <p:tav tm="79799">
                                          <p:val>
                                            <p:fltVal val="-26.79"/>
                                          </p:val>
                                        </p:tav>
                                        <p:tav tm="81027">
                                          <p:val>
                                            <p:fltVal val="-16.84"/>
                                          </p:val>
                                        </p:tav>
                                        <p:tav tm="82254">
                                          <p:val>
                                            <p:fltVal val="-9.67"/>
                                          </p:val>
                                        </p:tav>
                                        <p:tav tm="83482">
                                          <p:val>
                                            <p:fltVal val="-4.52"/>
                                          </p:val>
                                        </p:tav>
                                        <p:tav tm="84710">
                                          <p:val>
                                            <p:fltVal val="-0.84"/>
                                          </p:val>
                                        </p:tav>
                                        <p:tav tm="85937">
                                          <p:val>
                                            <p:fltVal val="1.72"/>
                                          </p:val>
                                        </p:tav>
                                        <p:tav tm="87165">
                                          <p:val>
                                            <p:fltVal val="3.44"/>
                                          </p:val>
                                        </p:tav>
                                        <p:tav tm="89621">
                                          <p:val>
                                            <p:fltVal val="5.05"/>
                                          </p:val>
                                        </p:tav>
                                        <p:tav tm="92076">
                                          <p:val>
                                            <p:fltVal val="4.96"/>
                                          </p:val>
                                        </p:tav>
                                        <p:tav tm="94531">
                                          <p:val>
                                            <p:fltVal val="3.76"/>
                                          </p:val>
                                        </p:tav>
                                        <p:tav tm="98214">
                                          <p:val>
                                            <p:fltVal val="0.58"/>
                                          </p:val>
                                        </p:tav>
                                        <p:tav tm="9944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" dur="2632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05"/>
                                          </p:val>
                                        </p:tav>
                                        <p:tav tm="72177">
                                          <p:val>
                                            <p:strVal val="#ppt_x+0.03882"/>
                                          </p:val>
                                        </p:tav>
                                        <p:tav tm="74709">
                                          <p:val>
                                            <p:strVal val="#ppt_x+0.02285"/>
                                          </p:val>
                                        </p:tav>
                                        <p:tav tm="75976">
                                          <p:val>
                                            <p:strVal val="#ppt_x+0.01634"/>
                                          </p:val>
                                        </p:tav>
                                        <p:tav tm="77242">
                                          <p:val>
                                            <p:strVal val="#ppt_x+0.01129"/>
                                          </p:val>
                                        </p:tav>
                                        <p:tav tm="78508">
                                          <p:val>
                                            <p:strVal val="#ppt_x+0.00758"/>
                                          </p:val>
                                        </p:tav>
                                        <p:tav tm="79774">
                                          <p:val>
                                            <p:strVal val="#ppt_x+0.0049"/>
                                          </p:val>
                                        </p:tav>
                                        <p:tav tm="81041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83573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87372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92437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9876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632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118"/>
                                          </p:val>
                                        </p:tav>
                                        <p:tav tm="70911">
                                          <p:val>
                                            <p:strVal val="#ppt_y+0.15118"/>
                                          </p:val>
                                        </p:tav>
                                        <p:tav tm="72177">
                                          <p:val>
                                            <p:strVal val="#ppt_y+0.1503"/>
                                          </p:val>
                                        </p:tav>
                                        <p:tav tm="73443">
                                          <p:val>
                                            <p:strVal val="#ppt_y+0.11826"/>
                                          </p:val>
                                        </p:tav>
                                        <p:tav tm="74709">
                                          <p:val>
                                            <p:strVal val="#ppt_y+0.08847"/>
                                          </p:val>
                                        </p:tav>
                                        <p:tav tm="75976">
                                          <p:val>
                                            <p:strVal val="#ppt_y+0.06327"/>
                                          </p:val>
                                        </p:tav>
                                        <p:tav tm="77242">
                                          <p:val>
                                            <p:strVal val="#ppt_y+0.04373"/>
                                          </p:val>
                                        </p:tav>
                                        <p:tav tm="78508">
                                          <p:val>
                                            <p:strVal val="#ppt_y+0.02935"/>
                                          </p:val>
                                        </p:tav>
                                        <p:tav tm="79774">
                                          <p:val>
                                            <p:strVal val="#ppt_y+0.01898"/>
                                          </p:val>
                                        </p:tav>
                                        <p:tav tm="81041">
                                          <p:val>
                                            <p:strVal val="#ppt_y+0.01151"/>
                                          </p:val>
                                        </p:tav>
                                        <p:tav tm="82307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83573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4839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87372">
                                          <p:val>
                                            <p:strVal val="#ppt_y-0.00354"/>
                                          </p:val>
                                        </p:tav>
                                        <p:tav tm="89904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92437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9876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632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911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177">
                                          <p:val>
                                            <p:strVal val="#ppt_w*0.25438"/>
                                          </p:val>
                                        </p:tav>
                                        <p:tav tm="73443">
                                          <p:val>
                                            <p:strVal val="#ppt_w*0.41334"/>
                                          </p:val>
                                        </p:tav>
                                        <p:tav tm="74709">
                                          <p:val>
                                            <p:strVal val="#ppt_w*0.5611"/>
                                          </p:val>
                                        </p:tav>
                                        <p:tav tm="75976">
                                          <p:val>
                                            <p:strVal val="#ppt_w*0.68612"/>
                                          </p:val>
                                        </p:tav>
                                        <p:tav tm="77242">
                                          <p:val>
                                            <p:strVal val="#ppt_w*0.78306"/>
                                          </p:val>
                                        </p:tav>
                                        <p:tav tm="78508">
                                          <p:val>
                                            <p:strVal val="#ppt_w*0.85438"/>
                                          </p:val>
                                        </p:tav>
                                        <p:tav tm="79774">
                                          <p:val>
                                            <p:strVal val="#ppt_w*0.90587"/>
                                          </p:val>
                                        </p:tav>
                                        <p:tav tm="81041">
                                          <p:val>
                                            <p:strVal val="#ppt_w*0.94292"/>
                                          </p:val>
                                        </p:tav>
                                        <p:tav tm="83573">
                                          <p:val>
                                            <p:strVal val="#ppt_w*0.98871"/>
                                          </p:val>
                                        </p:tav>
                                        <p:tav tm="87372">
                                          <p:val>
                                            <p:strVal val="#ppt_w*1.01756"/>
                                          </p:val>
                                        </p:tav>
                                        <p:tav tm="92437">
                                          <p:val>
                                            <p:strVal val="#ppt_w*1.02075"/>
                                          </p:val>
                                        </p:tav>
                                        <p:tav tm="9876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2632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911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177">
                                          <p:val>
                                            <p:strVal val="#ppt_h*0.25438"/>
                                          </p:val>
                                        </p:tav>
                                        <p:tav tm="73443">
                                          <p:val>
                                            <p:strVal val="#ppt_h*0.41334"/>
                                          </p:val>
                                        </p:tav>
                                        <p:tav tm="74709">
                                          <p:val>
                                            <p:strVal val="#ppt_h*0.5611"/>
                                          </p:val>
                                        </p:tav>
                                        <p:tav tm="75976">
                                          <p:val>
                                            <p:strVal val="#ppt_h*0.68612"/>
                                          </p:val>
                                        </p:tav>
                                        <p:tav tm="77242">
                                          <p:val>
                                            <p:strVal val="#ppt_h*0.78306"/>
                                          </p:val>
                                        </p:tav>
                                        <p:tav tm="78508">
                                          <p:val>
                                            <p:strVal val="#ppt_h*0.85438"/>
                                          </p:val>
                                        </p:tav>
                                        <p:tav tm="79774">
                                          <p:val>
                                            <p:strVal val="#ppt_h*0.90587"/>
                                          </p:val>
                                        </p:tav>
                                        <p:tav tm="81041">
                                          <p:val>
                                            <p:strVal val="#ppt_h*0.94292"/>
                                          </p:val>
                                        </p:tav>
                                        <p:tav tm="83573">
                                          <p:val>
                                            <p:strVal val="#ppt_h*0.98871"/>
                                          </p:val>
                                        </p:tav>
                                        <p:tav tm="87372">
                                          <p:val>
                                            <p:strVal val="#ppt_h*1.01756"/>
                                          </p:val>
                                        </p:tav>
                                        <p:tav tm="92437">
                                          <p:val>
                                            <p:strVal val="#ppt_h*1.02075"/>
                                          </p:val>
                                        </p:tav>
                                        <p:tav tm="9876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2632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1"/>
                                          </p:val>
                                        </p:tav>
                                        <p:tav tm="70911">
                                          <p:val>
                                            <p:fltVal val="-151"/>
                                          </p:val>
                                        </p:tav>
                                        <p:tav tm="72177">
                                          <p:val>
                                            <p:fltVal val="-152.22"/>
                                          </p:val>
                                        </p:tav>
                                        <p:tav tm="73443">
                                          <p:val>
                                            <p:fltVal val="-196.52"/>
                                          </p:val>
                                        </p:tav>
                                        <p:tav tm="74709">
                                          <p:val>
                                            <p:fltVal val="-237.69"/>
                                          </p:val>
                                        </p:tav>
                                        <p:tav tm="75976">
                                          <p:val>
                                            <p:fltVal val="-272.53"/>
                                          </p:val>
                                        </p:tav>
                                        <p:tav tm="77242">
                                          <p:val>
                                            <p:fltVal val="-299.55"/>
                                          </p:val>
                                        </p:tav>
                                        <p:tav tm="78508">
                                          <p:val>
                                            <p:fltVal val="-319.42"/>
                                          </p:val>
                                        </p:tav>
                                        <p:tav tm="79774">
                                          <p:val>
                                            <p:fltVal val="-333.77"/>
                                          </p:val>
                                        </p:tav>
                                        <p:tav tm="81041">
                                          <p:val>
                                            <p:fltVal val="-344.09"/>
                                          </p:val>
                                        </p:tav>
                                        <p:tav tm="82307">
                                          <p:val>
                                            <p:fltVal val="-351.53"/>
                                          </p:val>
                                        </p:tav>
                                        <p:tav tm="83573">
                                          <p:val>
                                            <p:fltVal val="-356.85"/>
                                          </p:val>
                                        </p:tav>
                                        <p:tav tm="84839">
                                          <p:val>
                                            <p:fltVal val="-360.62"/>
                                          </p:val>
                                        </p:tav>
                                        <p:tav tm="86106">
                                          <p:val>
                                            <p:fltVal val="-363.21"/>
                                          </p:val>
                                        </p:tav>
                                        <p:tav tm="87372">
                                          <p:val>
                                            <p:fltVal val="-364.89"/>
                                          </p:val>
                                        </p:tav>
                                        <p:tav tm="89904">
                                          <p:val>
                                            <p:fltVal val="-366.26"/>
                                          </p:val>
                                        </p:tav>
                                        <p:tav tm="92437">
                                          <p:val>
                                            <p:fltVal val="-365.78"/>
                                          </p:val>
                                        </p:tav>
                                        <p:tav tm="94969">
                                          <p:val>
                                            <p:fltVal val="-364.06"/>
                                          </p:val>
                                        </p:tav>
                                        <p:tav tm="98768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0" dur="25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364"/>
                                          </p:val>
                                        </p:tav>
                                        <p:tav tm="70597">
                                          <p:val>
                                            <p:strVal val="#ppt_x+0.11364"/>
                                          </p:val>
                                        </p:tav>
                                        <p:tav tm="71904">
                                          <p:val>
                                            <p:strVal val="#ppt_x+0.10127"/>
                                          </p:val>
                                        </p:tav>
                                        <p:tav tm="73211">
                                          <p:val>
                                            <p:strVal val="#ppt_x+0.07778"/>
                                          </p:val>
                                        </p:tav>
                                        <p:tav tm="74519">
                                          <p:val>
                                            <p:strVal val="#ppt_x+0.05686"/>
                                          </p:val>
                                        </p:tav>
                                        <p:tav tm="75826">
                                          <p:val>
                                            <p:strVal val="#ppt_x+0.03995"/>
                                          </p:val>
                                        </p:tav>
                                        <p:tav tm="77133">
                                          <p:val>
                                            <p:strVal val="#ppt_x+0.02723"/>
                                          </p:val>
                                        </p:tav>
                                        <p:tav tm="78441">
                                          <p:val>
                                            <p:strVal val="#ppt_x+0.01799"/>
                                          </p:val>
                                        </p:tav>
                                        <p:tav tm="79748">
                                          <p:val>
                                            <p:strVal val="#ppt_x+0.01133"/>
                                          </p:val>
                                        </p:tav>
                                        <p:tav tm="81055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82363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83670">
                                          <p:val>
                                            <p:strVal val="#ppt_x+0.00063"/>
                                          </p:val>
                                        </p:tav>
                                        <p:tav tm="86285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88899">
                                          <p:val>
                                            <p:strVal val="#ppt_x-0.00333"/>
                                          </p:val>
                                        </p:tav>
                                        <p:tav tm="91514">
                                          <p:val>
                                            <p:strVal val="#ppt_x-0.00329"/>
                                          </p:val>
                                        </p:tav>
                                        <p:tav tm="9935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5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874"/>
                                          </p:val>
                                        </p:tav>
                                        <p:tav tm="70597">
                                          <p:val>
                                            <p:strVal val="#ppt_y+0.06874"/>
                                          </p:val>
                                        </p:tav>
                                        <p:tav tm="71904">
                                          <p:val>
                                            <p:strVal val="#ppt_y+0.06126"/>
                                          </p:val>
                                        </p:tav>
                                        <p:tav tm="73211">
                                          <p:val>
                                            <p:strVal val="#ppt_y+0.04704"/>
                                          </p:val>
                                        </p:tav>
                                        <p:tav tm="74519">
                                          <p:val>
                                            <p:strVal val="#ppt_y+0.03439"/>
                                          </p:val>
                                        </p:tav>
                                        <p:tav tm="75826">
                                          <p:val>
                                            <p:strVal val="#ppt_y+0.02417"/>
                                          </p:val>
                                        </p:tav>
                                        <p:tav tm="77133">
                                          <p:val>
                                            <p:strVal val="#ppt_y+0.01647"/>
                                          </p:val>
                                        </p:tav>
                                        <p:tav tm="78441">
                                          <p:val>
                                            <p:strVal val="#ppt_y+0.01088"/>
                                          </p:val>
                                        </p:tav>
                                        <p:tav tm="79748">
                                          <p:val>
                                            <p:strVal val="#ppt_y+0.00685"/>
                                          </p:val>
                                        </p:tav>
                                        <p:tav tm="82363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86285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91514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9935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5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597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904">
                                          <p:val>
                                            <p:strVal val="#ppt_w*0.33161"/>
                                          </p:val>
                                        </p:tav>
                                        <p:tav tm="73211">
                                          <p:val>
                                            <p:strVal val="#ppt_w*0.4867"/>
                                          </p:val>
                                        </p:tav>
                                        <p:tav tm="74519">
                                          <p:val>
                                            <p:strVal val="#ppt_w*0.62472"/>
                                          </p:val>
                                        </p:tav>
                                        <p:tav tm="75826">
                                          <p:val>
                                            <p:strVal val="#ppt_w*0.73632"/>
                                          </p:val>
                                        </p:tav>
                                        <p:tav tm="77133">
                                          <p:val>
                                            <p:strVal val="#ppt_w*0.82028"/>
                                          </p:val>
                                        </p:tav>
                                        <p:tav tm="78441">
                                          <p:val>
                                            <p:strVal val="#ppt_w*0.8813"/>
                                          </p:val>
                                        </p:tav>
                                        <p:tav tm="79748">
                                          <p:val>
                                            <p:strVal val="#ppt_w*0.92524"/>
                                          </p:val>
                                        </p:tav>
                                        <p:tav tm="81055">
                                          <p:val>
                                            <p:strVal val="#ppt_w*0.95686"/>
                                          </p:val>
                                        </p:tav>
                                        <p:tav tm="82363">
                                          <p:val>
                                            <p:strVal val="#ppt_w*0.97961"/>
                                          </p:val>
                                        </p:tav>
                                        <p:tav tm="83670">
                                          <p:val>
                                            <p:strVal val="#ppt_w*0.99583"/>
                                          </p:val>
                                        </p:tav>
                                        <p:tav tm="86285">
                                          <p:val>
                                            <p:strVal val="#ppt_w*1.01479"/>
                                          </p:val>
                                        </p:tav>
                                        <p:tav tm="91514">
                                          <p:val>
                                            <p:strVal val="#ppt_w*1.0217"/>
                                          </p:val>
                                        </p:tav>
                                        <p:tav tm="9935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25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597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904">
                                          <p:val>
                                            <p:strVal val="#ppt_h*0.33161"/>
                                          </p:val>
                                        </p:tav>
                                        <p:tav tm="73211">
                                          <p:val>
                                            <p:strVal val="#ppt_h*0.4867"/>
                                          </p:val>
                                        </p:tav>
                                        <p:tav tm="74519">
                                          <p:val>
                                            <p:strVal val="#ppt_h*0.62472"/>
                                          </p:val>
                                        </p:tav>
                                        <p:tav tm="75826">
                                          <p:val>
                                            <p:strVal val="#ppt_h*0.73632"/>
                                          </p:val>
                                        </p:tav>
                                        <p:tav tm="77133">
                                          <p:val>
                                            <p:strVal val="#ppt_h*0.82028"/>
                                          </p:val>
                                        </p:tav>
                                        <p:tav tm="78441">
                                          <p:val>
                                            <p:strVal val="#ppt_h*0.8813"/>
                                          </p:val>
                                        </p:tav>
                                        <p:tav tm="79748">
                                          <p:val>
                                            <p:strVal val="#ppt_h*0.92524"/>
                                          </p:val>
                                        </p:tav>
                                        <p:tav tm="81055">
                                          <p:val>
                                            <p:strVal val="#ppt_h*0.95686"/>
                                          </p:val>
                                        </p:tav>
                                        <p:tav tm="82363">
                                          <p:val>
                                            <p:strVal val="#ppt_h*0.97961"/>
                                          </p:val>
                                        </p:tav>
                                        <p:tav tm="83670">
                                          <p:val>
                                            <p:strVal val="#ppt_h*0.99583"/>
                                          </p:val>
                                        </p:tav>
                                        <p:tav tm="86285">
                                          <p:val>
                                            <p:strVal val="#ppt_h*1.01479"/>
                                          </p:val>
                                        </p:tav>
                                        <p:tav tm="91514">
                                          <p:val>
                                            <p:strVal val="#ppt_h*1.0217"/>
                                          </p:val>
                                        </p:tav>
                                        <p:tav tm="9935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" dur="25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"/>
                                          </p:val>
                                        </p:tav>
                                        <p:tav tm="70597">
                                          <p:val>
                                            <p:fltVal val="114"/>
                                          </p:val>
                                        </p:tav>
                                        <p:tav tm="71904">
                                          <p:val>
                                            <p:fltVal val="140.77"/>
                                          </p:val>
                                        </p:tav>
                                        <p:tav tm="73211">
                                          <p:val>
                                            <p:fltVal val="191.64"/>
                                          </p:val>
                                        </p:tav>
                                        <p:tav tm="74519">
                                          <p:val>
                                            <p:fltVal val="236.91"/>
                                          </p:val>
                                        </p:tav>
                                        <p:tav tm="75826">
                                          <p:val>
                                            <p:fltVal val="273.51"/>
                                          </p:val>
                                        </p:tav>
                                        <p:tav tm="77133">
                                          <p:val>
                                            <p:fltVal val="301.05"/>
                                          </p:val>
                                        </p:tav>
                                        <p:tav tm="78441">
                                          <p:val>
                                            <p:fltVal val="321.07"/>
                                          </p:val>
                                        </p:tav>
                                        <p:tav tm="79748">
                                          <p:val>
                                            <p:fltVal val="335.48"/>
                                          </p:val>
                                        </p:tav>
                                        <p:tav tm="81055">
                                          <p:val>
                                            <p:fltVal val="345.85"/>
                                          </p:val>
                                        </p:tav>
                                        <p:tav tm="82363">
                                          <p:val>
                                            <p:fltVal val="353.31"/>
                                          </p:val>
                                        </p:tav>
                                        <p:tav tm="83670">
                                          <p:val>
                                            <p:fltVal val="358.63"/>
                                          </p:val>
                                        </p:tav>
                                        <p:tav tm="84977">
                                          <p:val>
                                            <p:fltVal val="362.35"/>
                                          </p:val>
                                        </p:tav>
                                        <p:tav tm="86285">
                                          <p:val>
                                            <p:fltVal val="364.85"/>
                                          </p:val>
                                        </p:tav>
                                        <p:tav tm="87592">
                                          <p:val>
                                            <p:fltVal val="366.4"/>
                                          </p:val>
                                        </p:tav>
                                        <p:tav tm="88899">
                                          <p:val>
                                            <p:fltVal val="367.2"/>
                                          </p:val>
                                        </p:tav>
                                        <p:tav tm="91514">
                                          <p:val>
                                            <p:fltVal val="367.12"/>
                                          </p:val>
                                        </p:tav>
                                        <p:tav tm="94129">
                                          <p:val>
                                            <p:fltVal val="365.42"/>
                                          </p:val>
                                        </p:tav>
                                        <p:tav tm="98051">
                                          <p:val>
                                            <p:fltVal val="360.9"/>
                                          </p:val>
                                        </p:tav>
                                        <p:tav tm="99358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335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697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1697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0847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047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467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635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647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575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75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335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405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19405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5311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1421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810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5526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3634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2274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1299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599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787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72565">
                                          <p:val>
                                            <p:strVal val="#ppt_y+0.0021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35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40768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55606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68206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78001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85217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0428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4177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8812"/>
                                          </p:val>
                                        </p:tav>
                                        <p:tav tm="62624">
                                          <p:val>
                                            <p:strVal val="#ppt_w*1.01125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2246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1823"/>
                                          </p:val>
                                        </p:tav>
                                        <p:tav tm="72565">
                                          <p:val>
                                            <p:strVal val="#ppt_w*1.00005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335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40768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55606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68206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78001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85217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0428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4177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8812"/>
                                          </p:val>
                                        </p:tav>
                                        <p:tav tm="62624">
                                          <p:val>
                                            <p:strVal val="#ppt_h*1.01125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2246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1823"/>
                                          </p:val>
                                        </p:tav>
                                        <p:tav tm="72565">
                                          <p:val>
                                            <p:strVal val="#ppt_h*1.00005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335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0"/>
                                          </p:val>
                                        </p:tav>
                                        <p:tav tm="51690">
                                          <p:val>
                                            <p:fltVal val="130"/>
                                          </p:val>
                                        </p:tav>
                                        <p:tav tm="52684">
                                          <p:val>
                                            <p:fltVal val="104.14"/>
                                          </p:val>
                                        </p:tav>
                                        <p:tav tm="53678">
                                          <p:val>
                                            <p:fltVal val="79.81"/>
                                          </p:val>
                                        </p:tav>
                                        <p:tav tm="54672">
                                          <p:val>
                                            <p:fltVal val="59.14"/>
                                          </p:val>
                                        </p:tav>
                                        <p:tav tm="55666">
                                          <p:val>
                                            <p:fltVal val="43.08"/>
                                          </p:val>
                                        </p:tav>
                                        <p:tav tm="56660">
                                          <p:val>
                                            <p:fltVal val="31.24"/>
                                          </p:val>
                                        </p:tav>
                                        <p:tav tm="57654">
                                          <p:val>
                                            <p:fltVal val="22.7"/>
                                          </p:val>
                                        </p:tav>
                                        <p:tav tm="58648">
                                          <p:val>
                                            <p:fltVal val="16.55"/>
                                          </p:val>
                                        </p:tav>
                                        <p:tav tm="59642">
                                          <p:val>
                                            <p:fltVal val="12.12"/>
                                          </p:val>
                                        </p:tav>
                                        <p:tav tm="60636">
                                          <p:val>
                                            <p:fltVal val="8.95"/>
                                          </p:val>
                                        </p:tav>
                                        <p:tav tm="61630">
                                          <p:val>
                                            <p:fltVal val="6.7"/>
                                          </p:val>
                                        </p:tav>
                                        <p:tav tm="62624">
                                          <p:val>
                                            <p:fltVal val="5.15"/>
                                          </p:val>
                                        </p:tav>
                                        <p:tav tm="63618">
                                          <p:val>
                                            <p:fltVal val="4.15"/>
                                          </p:val>
                                        </p:tav>
                                        <p:tav tm="65606">
                                          <p:val>
                                            <p:fltVal val="3.32"/>
                                          </p:val>
                                        </p:tav>
                                        <p:tav tm="68588">
                                          <p:val>
                                            <p:fltVal val="4.01"/>
                                          </p:val>
                                        </p:tav>
                                        <p:tav tm="72565">
                                          <p:val>
                                            <p:fltVal val="6.99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67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5" dur="335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944"/>
                                          </p:val>
                                        </p:tav>
                                        <p:tav tm="48708">
                                          <p:val>
                                            <p:strVal val="#ppt_x-0.02944"/>
                                          </p:val>
                                        </p:tav>
                                        <p:tav tm="49702">
                                          <p:val>
                                            <p:strVal val="#ppt_x-0.02642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1411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0892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0482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0047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0505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545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46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335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948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19948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17884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13706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10017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7022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4745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3072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1855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0973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0334"/>
                                          </p:val>
                                        </p:tav>
                                        <p:tav tm="58648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661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796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885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719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253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253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35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32581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48129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62013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73276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81767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7942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2388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558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9533"/>
                                          </p:val>
                                        </p:tav>
                                        <p:tav tm="60636">
                                          <p:val>
                                            <p:strVal val="#ppt_w*1.01457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335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32581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48129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62013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73276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81767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7942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2388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558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9533"/>
                                          </p:val>
                                        </p:tav>
                                        <p:tav tm="60636">
                                          <p:val>
                                            <p:strVal val="#ppt_h*1.01457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" dur="335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3"/>
                                          </p:val>
                                        </p:tav>
                                        <p:tav tm="48708">
                                          <p:val>
                                            <p:fltVal val="-153"/>
                                          </p:val>
                                        </p:tav>
                                        <p:tav tm="49702">
                                          <p:val>
                                            <p:fltVal val="-136.83"/>
                                          </p:val>
                                        </p:tav>
                                        <p:tav tm="50696">
                                          <p:val>
                                            <p:fltVal val="-103.66"/>
                                          </p:val>
                                        </p:tav>
                                        <p:tav tm="51690">
                                          <p:val>
                                            <p:fltVal val="-74.04"/>
                                          </p:val>
                                        </p:tav>
                                        <p:tav tm="52684">
                                          <p:val>
                                            <p:fltVal val="-50.01"/>
                                          </p:val>
                                        </p:tav>
                                        <p:tav tm="53678">
                                          <p:val>
                                            <p:fltVal val="-31.9"/>
                                          </p:val>
                                        </p:tav>
                                        <p:tav tm="54672">
                                          <p:val>
                                            <p:fltVal val="-18.72"/>
                                          </p:val>
                                        </p:tav>
                                        <p:tav tm="55666">
                                          <p:val>
                                            <p:fltVal val="-9.24"/>
                                          </p:val>
                                        </p:tav>
                                        <p:tav tm="56660">
                                          <p:val>
                                            <p:fltVal val="-2.41"/>
                                          </p:val>
                                        </p:tav>
                                        <p:tav tm="57654">
                                          <p:val>
                                            <p:fltVal val="2.5"/>
                                          </p:val>
                                        </p:tav>
                                        <p:tav tm="58648">
                                          <p:val>
                                            <p:fltVal val="6"/>
                                          </p:val>
                                        </p:tav>
                                        <p:tav tm="59642">
                                          <p:val>
                                            <p:fltVal val="8.46"/>
                                          </p:val>
                                        </p:tav>
                                        <p:tav tm="60636">
                                          <p:val>
                                            <p:fltVal val="10.11"/>
                                          </p:val>
                                        </p:tav>
                                        <p:tav tm="61630">
                                          <p:val>
                                            <p:fltVal val="11.14"/>
                                          </p:val>
                                        </p:tav>
                                        <p:tav tm="63618">
                                          <p:val>
                                            <p:fltVal val="11.82"/>
                                          </p:val>
                                        </p:tav>
                                        <p:tav tm="66600">
                                          <p:val>
                                            <p:fltVal val="10.55"/>
                                          </p:val>
                                        </p:tav>
                                        <p:tav tm="70577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9463">
                                          <p:val>
                                            <p:fltVal val="0.74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67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3" dur="335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949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2949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2701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2055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1506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1052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689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196"/>
                                          </p:val>
                                        </p:tav>
                                        <p:tav tm="6660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68588">
                                          <p:val>
                                            <p:strVal val="#ppt_x+0.00164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74553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80517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335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531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22531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20862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16256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12027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848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5746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3739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2291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125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502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404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816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929"/>
                                          </p:val>
                                        </p:tav>
                                        <p:tav tm="76541">
                                          <p:val>
                                            <p:strVal val="#ppt_y+0.00757"/>
                                          </p:val>
                                        </p:tav>
                                        <p:tav tm="80517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35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30691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46354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60496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72094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80896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87313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1935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5263"/>
                                          </p:val>
                                        </p:tav>
                                        <p:tav tm="67594">
                                          <p:val>
                                            <p:strVal val="#ppt_w*0.97657"/>
                                          </p:val>
                                        </p:tav>
                                        <p:tav tm="68588">
                                          <p:val>
                                            <p:strVal val="#ppt_w*0.99368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1382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1705"/>
                                          </p:val>
                                        </p:tav>
                                        <p:tav tm="8051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335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30691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46354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60496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72094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80896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87313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1935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5263"/>
                                          </p:val>
                                        </p:tav>
                                        <p:tav tm="67594">
                                          <p:val>
                                            <p:strVal val="#ppt_h*0.97657"/>
                                          </p:val>
                                        </p:tav>
                                        <p:tav tm="68588">
                                          <p:val>
                                            <p:strVal val="#ppt_h*0.99368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1382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1705"/>
                                          </p:val>
                                        </p:tav>
                                        <p:tav tm="8051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335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6"/>
                                          </p:val>
                                        </p:tav>
                                        <p:tav tm="58648">
                                          <p:val>
                                            <p:fltVal val="-156"/>
                                          </p:val>
                                        </p:tav>
                                        <p:tav tm="59642">
                                          <p:val>
                                            <p:fltVal val="-170.95"/>
                                          </p:val>
                                        </p:tav>
                                        <p:tav tm="60636">
                                          <p:val>
                                            <p:fltVal val="-212.09"/>
                                          </p:val>
                                        </p:tav>
                                        <p:tav tm="61630">
                                          <p:val>
                                            <p:fltVal val="-249.24"/>
                                          </p:val>
                                        </p:tav>
                                        <p:tav tm="62624">
                                          <p:val>
                                            <p:fltVal val="-279.7"/>
                                          </p:val>
                                        </p:tav>
                                        <p:tav tm="63618">
                                          <p:val>
                                            <p:fltVal val="-302.82"/>
                                          </p:val>
                                        </p:tav>
                                        <p:tav tm="64612">
                                          <p:val>
                                            <p:fltVal val="-319.67"/>
                                          </p:val>
                                        </p:tav>
                                        <p:tav tm="65606">
                                          <p:val>
                                            <p:fltVal val="-331.82"/>
                                          </p:val>
                                        </p:tav>
                                        <p:tav tm="66600">
                                          <p:val>
                                            <p:fltVal val="-340.56"/>
                                          </p:val>
                                        </p:tav>
                                        <p:tav tm="67594">
                                          <p:val>
                                            <p:fltVal val="-346.85"/>
                                          </p:val>
                                        </p:tav>
                                        <p:tav tm="68588">
                                          <p:val>
                                            <p:fltVal val="-351.34"/>
                                          </p:val>
                                        </p:tav>
                                        <p:tav tm="69583">
                                          <p:val>
                                            <p:fltVal val="-354.49"/>
                                          </p:val>
                                        </p:tav>
                                        <p:tav tm="70577">
                                          <p:val>
                                            <p:fltVal val="-356.63"/>
                                          </p:val>
                                        </p:tav>
                                        <p:tav tm="71571">
                                          <p:val>
                                            <p:fltVal val="-357.98"/>
                                          </p:val>
                                        </p:tav>
                                        <p:tav tm="72565">
                                          <p:val>
                                            <p:fltVal val="-358.7"/>
                                          </p:val>
                                        </p:tav>
                                        <p:tav tm="73559">
                                          <p:val>
                                            <p:fltVal val="-358.93"/>
                                          </p:val>
                                        </p:tav>
                                        <p:tav tm="75547">
                                          <p:val>
                                            <p:fltVal val="-358.25"/>
                                          </p:val>
                                        </p:tav>
                                        <p:tav tm="77535">
                                          <p:val>
                                            <p:fltVal val="-356.48"/>
                                          </p:val>
                                        </p:tav>
                                        <p:tav tm="80517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0" dur="335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849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7849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6482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4947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3582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2459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1601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971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515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187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68588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471"/>
                                          </p:val>
                                        </p:tav>
                                        <p:tav tm="74553">
                                          <p:val>
                                            <p:strVal val="#ppt_x+0.00389"/>
                                          </p:val>
                                        </p:tav>
                                        <p:tav tm="77535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87475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335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098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9098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5667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1894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8724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6234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4358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2975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1961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1222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0686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304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037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291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77535">
                                          <p:val>
                                            <p:strVal val="#ppt_y-0.00279"/>
                                          </p:val>
                                        </p:tav>
                                        <p:tav tm="78529">
                                          <p:val>
                                            <p:strVal val="#ppt_y-0.00304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304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89463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335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38348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53434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66439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76668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84248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973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3675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6515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8554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1003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2234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187"/>
                                          </p:val>
                                        </p:tav>
                                        <p:tav tm="7852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35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38348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53434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66439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76668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84248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973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3675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6515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8554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1003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2234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187"/>
                                          </p:val>
                                        </p:tav>
                                        <p:tav tm="7852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335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3"/>
                                          </p:val>
                                        </p:tav>
                                        <p:tav tm="56660">
                                          <p:val>
                                            <p:fltVal val="133"/>
                                          </p:val>
                                        </p:tav>
                                        <p:tav tm="57654">
                                          <p:val>
                                            <p:fltVal val="174.65"/>
                                          </p:val>
                                        </p:tav>
                                        <p:tav tm="58648">
                                          <p:val>
                                            <p:fltVal val="221.71"/>
                                          </p:val>
                                        </p:tav>
                                        <p:tav tm="59642">
                                          <p:val>
                                            <p:fltVal val="262.29"/>
                                          </p:val>
                                        </p:tav>
                                        <p:tav tm="60636">
                                          <p:val>
                                            <p:fltVal val="294.21"/>
                                          </p:val>
                                        </p:tav>
                                        <p:tav tm="61630">
                                          <p:val>
                                            <p:fltVal val="317.85"/>
                                          </p:val>
                                        </p:tav>
                                        <p:tav tm="62624">
                                          <p:val>
                                            <p:fltVal val="334.96"/>
                                          </p:val>
                                        </p:tav>
                                        <p:tav tm="63618">
                                          <p:val>
                                            <p:fltVal val="347.27"/>
                                          </p:val>
                                        </p:tav>
                                        <p:tav tm="64612">
                                          <p:val>
                                            <p:fltVal val="356.13"/>
                                          </p:val>
                                        </p:tav>
                                        <p:tav tm="65606">
                                          <p:val>
                                            <p:fltVal val="362.49"/>
                                          </p:val>
                                        </p:tav>
                                        <p:tav tm="66600">
                                          <p:val>
                                            <p:fltVal val="367"/>
                                          </p:val>
                                        </p:tav>
                                        <p:tav tm="67594">
                                          <p:val>
                                            <p:fltVal val="370.13"/>
                                          </p:val>
                                        </p:tav>
                                        <p:tav tm="68588">
                                          <p:val>
                                            <p:fltVal val="372.19"/>
                                          </p:val>
                                        </p:tav>
                                        <p:tav tm="69583">
                                          <p:val>
                                            <p:fltVal val="373.41"/>
                                          </p:val>
                                        </p:tav>
                                        <p:tav tm="71571">
                                          <p:val>
                                            <p:fltVal val="374"/>
                                          </p:val>
                                        </p:tav>
                                        <p:tav tm="72565">
                                          <p:val>
                                            <p:fltVal val="373.59"/>
                                          </p:val>
                                        </p:tav>
                                        <p:tav tm="74553">
                                          <p:val>
                                            <p:fltVal val="371.78"/>
                                          </p:val>
                                        </p:tav>
                                        <p:tav tm="77535">
                                          <p:val>
                                            <p:fltVal val="367.29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7475">
                                          <p:val>
                                            <p:fltVal val="361.57"/>
                                          </p:val>
                                        </p:tav>
                                        <p:tav tm="91451">
                                          <p:val>
                                            <p:fltVal val="360.35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7" dur="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8" dur="335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289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6289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5815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4394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3173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2191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1428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0849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0418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423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556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587"/>
                                          </p:val>
                                        </p:tav>
                                        <p:tav tm="75547">
                                          <p:val>
                                            <p:strVal val="#ppt_x+0.00371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371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335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878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23878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22312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17551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3217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9552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6694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4584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3059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1965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118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622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321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5547">
                                          <p:val>
                                            <p:strVal val="#ppt_y-0.00402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402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35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30108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45803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6002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71723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80621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87114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179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516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9315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1359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1718"/>
                                          </p:val>
                                        </p:tav>
                                        <p:tav tm="7554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35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30108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45803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6002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71723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80621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87114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179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516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9315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1359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1718"/>
                                          </p:val>
                                        </p:tav>
                                        <p:tav tm="7554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335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2"/>
                                          </p:val>
                                        </p:tav>
                                        <p:tav tm="53678">
                                          <p:val>
                                            <p:fltVal val="-82"/>
                                          </p:val>
                                        </p:tav>
                                        <p:tav tm="54672">
                                          <p:val>
                                            <p:fltVal val="-100.46"/>
                                          </p:val>
                                        </p:tav>
                                        <p:tav tm="55666">
                                          <p:val>
                                            <p:fltVal val="-157.17"/>
                                          </p:val>
                                        </p:tav>
                                        <p:tav tm="56660">
                                          <p:val>
                                            <p:fltVal val="-208.55"/>
                                          </p:val>
                                        </p:tav>
                                        <p:tav tm="57654">
                                          <p:val>
                                            <p:fltVal val="-250.82"/>
                                          </p:val>
                                        </p:tav>
                                        <p:tav tm="58648">
                                          <p:val>
                                            <p:fltVal val="-282.98"/>
                                          </p:val>
                                        </p:tav>
                                        <p:tav tm="59642">
                                          <p:val>
                                            <p:fltVal val="-306.44"/>
                                          </p:val>
                                        </p:tav>
                                        <p:tav tm="60636">
                                          <p:val>
                                            <p:fltVal val="-323.34"/>
                                          </p:val>
                                        </p:tav>
                                        <p:tav tm="61630">
                                          <p:val>
                                            <p:fltVal val="-335.51"/>
                                          </p:val>
                                        </p:tav>
                                        <p:tav tm="62624">
                                          <p:val>
                                            <p:fltVal val="-344.27"/>
                                          </p:val>
                                        </p:tav>
                                        <p:tav tm="63618">
                                          <p:val>
                                            <p:fltVal val="-350.53"/>
                                          </p:val>
                                        </p:tav>
                                        <p:tav tm="64612">
                                          <p:val>
                                            <p:fltVal val="-354.92"/>
                                          </p:val>
                                        </p:tav>
                                        <p:tav tm="65606">
                                          <p:val>
                                            <p:fltVal val="-357.91"/>
                                          </p:val>
                                        </p:tav>
                                        <p:tav tm="66600">
                                          <p:val>
                                            <p:fltVal val="-359.8"/>
                                          </p:val>
                                        </p:tav>
                                        <p:tav tm="67594">
                                          <p:val>
                                            <p:fltVal val="-360.82"/>
                                          </p:val>
                                        </p:tav>
                                        <p:tav tm="68588">
                                          <p:val>
                                            <p:fltVal val="-361.16"/>
                                          </p:val>
                                        </p:tav>
                                        <p:tav tm="69583">
                                          <p:val>
                                            <p:fltVal val="-360.94"/>
                                          </p:val>
                                        </p:tav>
                                        <p:tav tm="71571">
                                          <p:val>
                                            <p:fltVal val="-359.21"/>
                                          </p:val>
                                        </p:tav>
                                        <p:tav tm="75547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5" dur="335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184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3184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2559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1829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119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0671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396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687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721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601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95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335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779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2779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23039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7457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2677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8932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6162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4158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2714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1673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925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0393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433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72565">
                                          <p:val>
                                            <p:strVal val="#ppt_y-0.00336"/>
                                          </p:val>
                                        </p:tav>
                                        <p:tav tm="73559">
                                          <p:val>
                                            <p:strVal val="#ppt_y-0.00377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377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335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37776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5291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6601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7634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84013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9561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3553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6427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8491"/>
                                          </p:val>
                                        </p:tav>
                                        <p:tav tm="62624">
                                          <p:val>
                                            <p:strVal val="#ppt_w*1.00973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2231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188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335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37776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5291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6601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7634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84013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9561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3553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6427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8491"/>
                                          </p:val>
                                        </p:tav>
                                        <p:tav tm="62624">
                                          <p:val>
                                            <p:strVal val="#ppt_h*1.00973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2231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188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35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1"/>
                                          </p:val>
                                        </p:tav>
                                        <p:tav tm="51690">
                                          <p:val>
                                            <p:fltVal val="-141"/>
                                          </p:val>
                                        </p:tav>
                                        <p:tav tm="52684">
                                          <p:val>
                                            <p:fltVal val="-115.79"/>
                                          </p:val>
                                        </p:tav>
                                        <p:tav tm="53678">
                                          <p:val>
                                            <p:fltVal val="-85.91"/>
                                          </p:val>
                                        </p:tav>
                                        <p:tav tm="54672">
                                          <p:val>
                                            <p:fltVal val="-60.07"/>
                                          </p:val>
                                        </p:tav>
                                        <p:tav tm="55666">
                                          <p:val>
                                            <p:fltVal val="-39.68"/>
                                          </p:val>
                                        </p:tav>
                                        <p:tav tm="56660">
                                          <p:val>
                                            <p:fltVal val="-24.55"/>
                                          </p:val>
                                        </p:tav>
                                        <p:tav tm="57654">
                                          <p:val>
                                            <p:fltVal val="-13.6"/>
                                          </p:val>
                                        </p:tav>
                                        <p:tav tm="58648">
                                          <p:val>
                                            <p:fltVal val="-5.72"/>
                                          </p:val>
                                        </p:tav>
                                        <p:tav tm="59642">
                                          <p:val>
                                            <p:fltVal val="-0.05"/>
                                          </p:val>
                                        </p:tav>
                                        <p:tav tm="60636">
                                          <p:val>
                                            <p:fltVal val="4.02"/>
                                          </p:val>
                                        </p:tav>
                                        <p:tav tm="61630">
                                          <p:val>
                                            <p:fltVal val="6.92"/>
                                          </p:val>
                                        </p:tav>
                                        <p:tav tm="62624">
                                          <p:val>
                                            <p:fltVal val="8.92"/>
                                          </p:val>
                                        </p:tav>
                                        <p:tav tm="63618">
                                          <p:val>
                                            <p:fltVal val="10.24"/>
                                          </p:val>
                                        </p:tav>
                                        <p:tav tm="64612">
                                          <p:val>
                                            <p:fltVal val="11.03"/>
                                          </p:val>
                                        </p:tav>
                                        <p:tav tm="66600">
                                          <p:val>
                                            <p:fltVal val="11.43"/>
                                          </p:val>
                                        </p:tav>
                                        <p:tav tm="69583">
                                          <p:val>
                                            <p:fltVal val="10.05"/>
                                          </p:val>
                                        </p:tav>
                                        <p:tav tm="72565">
                                          <p:val>
                                            <p:fltVal val="7.22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67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3" dur="335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48708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49702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657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68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671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335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0805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30805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28956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22547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16754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11989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8359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5705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3789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240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141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364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308"/>
                                          </p:val>
                                        </p:tav>
                                        <p:tav tm="70577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" dur="335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9526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45251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5954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71347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80343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691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1648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5056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926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1.01334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73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335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9526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45251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5954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71347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80343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691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1648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5056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926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1.01334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73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35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8"/>
                                          </p:val>
                                        </p:tav>
                                        <p:tav tm="48708">
                                          <p:val>
                                            <p:fltVal val="-168"/>
                                          </p:val>
                                        </p:tav>
                                        <p:tav tm="49702">
                                          <p:val>
                                            <p:fltVal val="-179.16"/>
                                          </p:val>
                                        </p:tav>
                                        <p:tav tm="50696">
                                          <p:val>
                                            <p:fltVal val="-217.95"/>
                                          </p:val>
                                        </p:tav>
                                        <p:tav tm="51690">
                                          <p:val>
                                            <p:fltVal val="-253.21"/>
                                          </p:val>
                                        </p:tav>
                                        <p:tav tm="52684">
                                          <p:val>
                                            <p:fltVal val="-282.32"/>
                                          </p:val>
                                        </p:tav>
                                        <p:tav tm="53678">
                                          <p:val>
                                            <p:fltVal val="-304.51"/>
                                          </p:val>
                                        </p:tav>
                                        <p:tav tm="54672">
                                          <p:val>
                                            <p:fltVal val="-320.72"/>
                                          </p:val>
                                        </p:tav>
                                        <p:tav tm="55666">
                                          <p:val>
                                            <p:fltVal val="-332.4"/>
                                          </p:val>
                                        </p:tav>
                                        <p:tav tm="56660">
                                          <p:val>
                                            <p:fltVal val="-340.8"/>
                                          </p:val>
                                        </p:tav>
                                        <p:tav tm="57654">
                                          <p:val>
                                            <p:fltVal val="-346.85"/>
                                          </p:val>
                                        </p:tav>
                                        <p:tav tm="58648">
                                          <p:val>
                                            <p:fltVal val="-351.18"/>
                                          </p:val>
                                        </p:tav>
                                        <p:tav tm="59642">
                                          <p:val>
                                            <p:fltVal val="-354.22"/>
                                          </p:val>
                                        </p:tav>
                                        <p:tav tm="60636">
                                          <p:val>
                                            <p:fltVal val="-356.29"/>
                                          </p:val>
                                        </p:tav>
                                        <p:tav tm="61630">
                                          <p:val>
                                            <p:fltVal val="-357.6"/>
                                          </p:val>
                                        </p:tav>
                                        <p:tav tm="63618">
                                          <p:val>
                                            <p:fltVal val="-358.57"/>
                                          </p:val>
                                        </p:tav>
                                        <p:tav tm="66600">
                                          <p:val>
                                            <p:fltVal val="-357.27"/>
                                          </p:val>
                                        </p:tav>
                                        <p:tav tm="70577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0" dur="67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1" dur="335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662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2662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2583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2117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1722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142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1196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905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742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72565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665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35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335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478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20478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19772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15561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11713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8471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5942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4063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2697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1708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995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406"/>
                                          </p:val>
                                        </p:tav>
                                        <p:tav tm="76541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80517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89463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335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27629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4344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5797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70101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79417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86244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1166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4709"/>
                                          </p:val>
                                        </p:tav>
                                        <p:tav tm="67594">
                                          <p:val>
                                            <p:strVal val="#ppt_w*0.97259"/>
                                          </p:val>
                                        </p:tav>
                                        <p:tav tm="68588">
                                          <p:val>
                                            <p:strVal val="#ppt_w*0.99085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1253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1769"/>
                                          </p:val>
                                        </p:tav>
                                        <p:tav tm="8051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" dur="335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27629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4344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5797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70101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79417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86244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1166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4709"/>
                                          </p:val>
                                        </p:tav>
                                        <p:tav tm="67594">
                                          <p:val>
                                            <p:strVal val="#ppt_h*0.97259"/>
                                          </p:val>
                                        </p:tav>
                                        <p:tav tm="68588">
                                          <p:val>
                                            <p:strVal val="#ppt_h*0.99085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1253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1769"/>
                                          </p:val>
                                        </p:tav>
                                        <p:tav tm="8051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35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5"/>
                                          </p:val>
                                        </p:tav>
                                        <p:tav tm="58648">
                                          <p:val>
                                            <p:fltVal val="145"/>
                                          </p:val>
                                        </p:tav>
                                        <p:tav tm="59642">
                                          <p:val>
                                            <p:fltVal val="152.78"/>
                                          </p:val>
                                        </p:tav>
                                        <p:tav tm="60636">
                                          <p:val>
                                            <p:fltVal val="199.59"/>
                                          </p:val>
                                        </p:tav>
                                        <p:tav tm="61630">
                                          <p:val>
                                            <p:fltVal val="242.59"/>
                                          </p:val>
                                        </p:tav>
                                        <p:tav tm="62624">
                                          <p:val>
                                            <p:fltVal val="278.5"/>
                                          </p:val>
                                        </p:tav>
                                        <p:tav tm="63618">
                                          <p:val>
                                            <p:fltVal val="306.08"/>
                                          </p:val>
                                        </p:tav>
                                        <p:tav tm="64612">
                                          <p:val>
                                            <p:fltVal val="326.28"/>
                                          </p:val>
                                        </p:tav>
                                        <p:tav tm="65606">
                                          <p:val>
                                            <p:fltVal val="340.85"/>
                                          </p:val>
                                        </p:tav>
                                        <p:tav tm="66600">
                                          <p:val>
                                            <p:fltVal val="351.34"/>
                                          </p:val>
                                        </p:tav>
                                        <p:tav tm="67594">
                                          <p:val>
                                            <p:fltVal val="358.89"/>
                                          </p:val>
                                        </p:tav>
                                        <p:tav tm="68588">
                                          <p:val>
                                            <p:fltVal val="364.29"/>
                                          </p:val>
                                        </p:tav>
                                        <p:tav tm="69583">
                                          <p:val>
                                            <p:fltVal val="368.1"/>
                                          </p:val>
                                        </p:tav>
                                        <p:tav tm="70577">
                                          <p:val>
                                            <p:fltVal val="370.71"/>
                                          </p:val>
                                        </p:tav>
                                        <p:tav tm="71571">
                                          <p:val>
                                            <p:fltVal val="372.38"/>
                                          </p:val>
                                        </p:tav>
                                        <p:tav tm="72565">
                                          <p:val>
                                            <p:fltVal val="373.32"/>
                                          </p:val>
                                        </p:tav>
                                        <p:tav tm="74553">
                                          <p:val>
                                            <p:fltVal val="373.56"/>
                                          </p:val>
                                        </p:tav>
                                        <p:tav tm="77535">
                                          <p:val>
                                            <p:fltVal val="371.15"/>
                                          </p:val>
                                        </p:tav>
                                        <p:tav tm="80517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7475">
                                          <p:val>
                                            <p:fltVal val="361.57"/>
                                          </p:val>
                                        </p:tav>
                                        <p:tav tm="91451">
                                          <p:val>
                                            <p:fltVal val="360.35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8" dur="335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204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6204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5443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4312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3319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2526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1933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1504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1194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972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618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517"/>
                                          </p:val>
                                        </p:tav>
                                        <p:tav tm="73559">
                                          <p:val>
                                            <p:strVal val="#ppt_x+0.00538"/>
                                          </p:val>
                                        </p:tav>
                                        <p:tav tm="78529">
                                          <p:val>
                                            <p:strVal val="#ppt_x+0.0068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68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45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35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209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9209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6546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2588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9112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6335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426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2755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1672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892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53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74553">
                                          <p:val>
                                            <p:strVal val="#ppt_y+0.00541"/>
                                          </p:val>
                                        </p:tav>
                                        <p:tav tm="78529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335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35331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5068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64161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7493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82982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8818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3018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6043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8216"/>
                                          </p:val>
                                        </p:tav>
                                        <p:tav tm="67594">
                                          <p:val>
                                            <p:strVal val="#ppt_w*1.00841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2214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1924"/>
                                          </p:val>
                                        </p:tav>
                                        <p:tav tm="7852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335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35331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5068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64161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7493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82982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8818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3018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6043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8216"/>
                                          </p:val>
                                        </p:tav>
                                        <p:tav tm="67594">
                                          <p:val>
                                            <p:strVal val="#ppt_h*1.00841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2214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1924"/>
                                          </p:val>
                                        </p:tav>
                                        <p:tav tm="7852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335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4"/>
                                          </p:val>
                                        </p:tav>
                                        <p:tav tm="56660">
                                          <p:val>
                                            <p:fltVal val="-94"/>
                                          </p:val>
                                        </p:tav>
                                        <p:tav tm="57654">
                                          <p:val>
                                            <p:fltVal val="-129.68"/>
                                          </p:val>
                                        </p:tav>
                                        <p:tav tm="58648">
                                          <p:val>
                                            <p:fltVal val="-182.68"/>
                                          </p:val>
                                        </p:tav>
                                        <p:tav tm="59642">
                                          <p:val>
                                            <p:fltVal val="-229.24"/>
                                          </p:val>
                                        </p:tav>
                                        <p:tav tm="60636">
                                          <p:val>
                                            <p:fltVal val="-266.44"/>
                                          </p:val>
                                        </p:tav>
                                        <p:tav tm="61630">
                                          <p:val>
                                            <p:fltVal val="-294.23"/>
                                          </p:val>
                                        </p:tav>
                                        <p:tav tm="62624">
                                          <p:val>
                                            <p:fltVal val="-314.38"/>
                                          </p:val>
                                        </p:tav>
                                        <p:tav tm="63618">
                                          <p:val>
                                            <p:fltVal val="-328.89"/>
                                          </p:val>
                                        </p:tav>
                                        <p:tav tm="64612">
                                          <p:val>
                                            <p:fltVal val="-339.33"/>
                                          </p:val>
                                        </p:tav>
                                        <p:tav tm="65606">
                                          <p:val>
                                            <p:fltVal val="-346.84"/>
                                          </p:val>
                                        </p:tav>
                                        <p:tav tm="66600">
                                          <p:val>
                                            <p:fltVal val="-352.18"/>
                                          </p:val>
                                        </p:tav>
                                        <p:tav tm="67594">
                                          <p:val>
                                            <p:fltVal val="-355.9"/>
                                          </p:val>
                                        </p:tav>
                                        <p:tav tm="68588">
                                          <p:val>
                                            <p:fltVal val="-358.39"/>
                                          </p:val>
                                        </p:tav>
                                        <p:tav tm="69583">
                                          <p:val>
                                            <p:fltVal val="-359.9"/>
                                          </p:val>
                                        </p:tav>
                                        <p:tav tm="70577">
                                          <p:val>
                                            <p:fltVal val="-360.65"/>
                                          </p:val>
                                        </p:tav>
                                        <p:tav tm="71571">
                                          <p:val>
                                            <p:fltVal val="-360.78"/>
                                          </p:val>
                                        </p:tav>
                                        <p:tav tm="73559">
                                          <p:val>
                                            <p:fltVal val="-359.64"/>
                                          </p:val>
                                        </p:tav>
                                        <p:tav tm="75547">
                                          <p:val>
                                            <p:fltVal val="-357.14"/>
                                          </p:val>
                                        </p:tav>
                                        <p:tav tm="77535">
                                          <p:val>
                                            <p:fltVal val="-353.69"/>
                                          </p:val>
                                        </p:tav>
                                        <p:tav tm="78529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5" dur="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6" dur="335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998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7998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7801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6279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4866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3672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2746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2063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1569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1213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956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772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68588">
                                          <p:val>
                                            <p:strVal val="#ppt_x+0.00452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499"/>
                                          </p:val>
                                        </p:tav>
                                        <p:tav tm="75547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44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35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939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8939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8418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1437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0624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7483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5068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3301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2031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1119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562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703"/>
                                          </p:val>
                                        </p:tav>
                                        <p:tav tm="75547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335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27045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42882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57478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6970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79126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86033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1014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46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9029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1227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2253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178"/>
                                          </p:val>
                                        </p:tav>
                                        <p:tav tm="7554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335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27045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42882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57478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6970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79126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86033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1014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46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9029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1227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2253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178"/>
                                          </p:val>
                                        </p:tav>
                                        <p:tav tm="7554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335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9"/>
                                          </p:val>
                                        </p:tav>
                                        <p:tav tm="53678">
                                          <p:val>
                                            <p:fltVal val="-129"/>
                                          </p:val>
                                        </p:tav>
                                        <p:tav tm="54672">
                                          <p:val>
                                            <p:fltVal val="-125.29"/>
                                          </p:val>
                                        </p:tav>
                                        <p:tav tm="55666">
                                          <p:val>
                                            <p:fltVal val="-96.57"/>
                                          </p:val>
                                        </p:tav>
                                        <p:tav tm="56660">
                                          <p:val>
                                            <p:fltVal val="-70.11"/>
                                          </p:val>
                                        </p:tav>
                                        <p:tav tm="57654">
                                          <p:val>
                                            <p:fltVal val="-47.93"/>
                                          </p:val>
                                        </p:tav>
                                        <p:tav tm="58648">
                                          <p:val>
                                            <p:fltVal val="-30.85"/>
                                          </p:val>
                                        </p:tav>
                                        <p:tav tm="59642">
                                          <p:val>
                                            <p:fltVal val="-18.33"/>
                                          </p:val>
                                        </p:tav>
                                        <p:tav tm="60636">
                                          <p:val>
                                            <p:fltVal val="-9.29"/>
                                          </p:val>
                                        </p:tav>
                                        <p:tav tm="61630">
                                          <p:val>
                                            <p:fltVal val="-2.79"/>
                                          </p:val>
                                        </p:tav>
                                        <p:tav tm="62624">
                                          <p:val>
                                            <p:fltVal val="1.89"/>
                                          </p:val>
                                        </p:tav>
                                        <p:tav tm="63618">
                                          <p:val>
                                            <p:fltVal val="5.24"/>
                                          </p:val>
                                        </p:tav>
                                        <p:tav tm="64612">
                                          <p:val>
                                            <p:fltVal val="7.61"/>
                                          </p:val>
                                        </p:tav>
                                        <p:tav tm="66600">
                                          <p:val>
                                            <p:fltVal val="10.27"/>
                                          </p:val>
                                        </p:tav>
                                        <p:tav tm="67594">
                                          <p:val>
                                            <p:fltVal val="10.86"/>
                                          </p:val>
                                        </p:tav>
                                        <p:tav tm="69583">
                                          <p:val>
                                            <p:fltVal val="11.02"/>
                                          </p:val>
                                        </p:tav>
                                        <p:tav tm="72565">
                                          <p:val>
                                            <p:fltVal val="9.57"/>
                                          </p:val>
                                        </p:tav>
                                        <p:tav tm="75547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3" dur="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4" dur="335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27"/>
                                          </p:val>
                                        </p:tav>
                                        <p:tav tm="51690">
                                          <p:val>
                                            <p:strVal val="#ppt_x+0.01827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1651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0813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0636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0427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294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35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721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26721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23382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8113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3437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9649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6787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4698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3188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2099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1316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0757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0367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72565">
                                          <p:val>
                                            <p:strVal val="#ppt_y-0.00577"/>
                                          </p:val>
                                        </p:tav>
                                        <p:tav tm="73559">
                                          <p:val>
                                            <p:strVal val="#ppt_y-0.00656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656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335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34753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50147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63716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74591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8273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8637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2889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5949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9716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1539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2254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35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34753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50147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63716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74591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8273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8637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2889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5949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9716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1539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2254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335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0"/>
                                          </p:val>
                                        </p:tav>
                                        <p:tav tm="51690">
                                          <p:val>
                                            <p:fltVal val="180"/>
                                          </p:val>
                                        </p:tav>
                                        <p:tav tm="52684">
                                          <p:val>
                                            <p:fltVal val="157.5"/>
                                          </p:val>
                                        </p:tav>
                                        <p:tav tm="53678">
                                          <p:val>
                                            <p:fltVal val="121.99"/>
                                          </p:val>
                                        </p:tav>
                                        <p:tav tm="54672">
                                          <p:val>
                                            <p:fltVal val="90.7"/>
                                          </p:val>
                                        </p:tav>
                                        <p:tav tm="55666">
                                          <p:val>
                                            <p:fltVal val="65.61"/>
                                          </p:val>
                                        </p:tav>
                                        <p:tav tm="56660">
                                          <p:val>
                                            <p:fltVal val="46.83"/>
                                          </p:val>
                                        </p:tav>
                                        <p:tav tm="57654">
                                          <p:val>
                                            <p:fltVal val="33.21"/>
                                          </p:val>
                                        </p:tav>
                                        <p:tav tm="58648">
                                          <p:val>
                                            <p:fltVal val="23.4"/>
                                          </p:val>
                                        </p:tav>
                                        <p:tav tm="59642">
                                          <p:val>
                                            <p:fltVal val="16.34"/>
                                          </p:val>
                                        </p:tav>
                                        <p:tav tm="60636">
                                          <p:val>
                                            <p:fltVal val="11.27"/>
                                          </p:val>
                                        </p:tav>
                                        <p:tav tm="61630">
                                          <p:val>
                                            <p:fltVal val="7.65"/>
                                          </p:val>
                                        </p:tav>
                                        <p:tav tm="62624">
                                          <p:val>
                                            <p:fltVal val="5.13"/>
                                          </p:val>
                                        </p:tav>
                                        <p:tav tm="63618">
                                          <p:val>
                                            <p:fltVal val="3.45"/>
                                          </p:val>
                                        </p:tav>
                                        <p:tav tm="65606">
                                          <p:val>
                                            <p:fltVal val="1.9"/>
                                          </p:val>
                                        </p:tav>
                                        <p:tav tm="66600">
                                          <p:val>
                                            <p:fltVal val="1.8"/>
                                          </p:val>
                                        </p:tav>
                                        <p:tav tm="68588">
                                          <p:val>
                                            <p:fltVal val="2.54"/>
                                          </p:val>
                                        </p:tav>
                                        <p:tav tm="70577">
                                          <p:val>
                                            <p:fltVal val="4.2"/>
                                          </p:val>
                                        </p:tav>
                                        <p:tav tm="72565">
                                          <p:val>
                                            <p:fltVal val="6.49"/>
                                          </p:val>
                                        </p:tav>
                                        <p:tav tm="73559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1" dur="67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2" dur="335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93"/>
                                          </p:val>
                                        </p:tav>
                                        <p:tav tm="48708">
                                          <p:val>
                                            <p:strVal val="#ppt_x+0.0993"/>
                                          </p:val>
                                        </p:tav>
                                        <p:tav tm="49702">
                                          <p:val>
                                            <p:strVal val="#ppt_x+0.09741"/>
                                          </p:val>
                                        </p:tav>
                                        <p:tav tm="50696">
                                          <p:val>
                                            <p:strVal val="#ppt_x+0.07686"/>
                                          </p:val>
                                        </p:tav>
                                        <p:tav tm="51690">
                                          <p:val>
                                            <p:strVal val="#ppt_x+0.0579"/>
                                          </p:val>
                                        </p:tav>
                                        <p:tav tm="52684">
                                          <p:val>
                                            <p:strVal val="#ppt_x+0.04211"/>
                                          </p:val>
                                        </p:tav>
                                        <p:tav tm="53678">
                                          <p:val>
                                            <p:strVal val="#ppt_x+0.03004"/>
                                          </p:val>
                                        </p:tav>
                                        <p:tav tm="54672">
                                          <p:val>
                                            <p:strVal val="#ppt_x+0.02125"/>
                                          </p:val>
                                        </p:tav>
                                        <p:tav tm="55666">
                                          <p:val>
                                            <p:strVal val="#ppt_x+0.01492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1038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71"/>
                                          </p:val>
                                        </p:tav>
                                        <p:tav tm="58648">
                                          <p:val>
                                            <p:strVal val="#ppt_x+0.00476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347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347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35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097"/>
                                          </p:val>
                                        </p:tav>
                                        <p:tav tm="48708">
                                          <p:val>
                                            <p:strVal val="#ppt_y-0.19097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18711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1453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10697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749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5012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3183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1857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0898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58648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885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1042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85487">
                                          <p:val>
                                            <p:strVal val="#ppt_y+0.00277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335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6461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42321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56983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69314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7883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5819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086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448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897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1.012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2251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792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335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8708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6461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42321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56983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69314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7883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5819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086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448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897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1.012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2251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792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335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7"/>
                                          </p:val>
                                        </p:tav>
                                        <p:tav tm="48708">
                                          <p:val>
                                            <p:fltVal val="157"/>
                                          </p:val>
                                        </p:tav>
                                        <p:tav tm="49702">
                                          <p:val>
                                            <p:fltVal val="161.09"/>
                                          </p:val>
                                        </p:tav>
                                        <p:tav tm="50696">
                                          <p:val>
                                            <p:fltVal val="205.5"/>
                                          </p:val>
                                        </p:tav>
                                        <p:tav tm="51690">
                                          <p:val>
                                            <p:fltVal val="246.55"/>
                                          </p:val>
                                        </p:tav>
                                        <p:tav tm="52684">
                                          <p:val>
                                            <p:fltVal val="281.08"/>
                                          </p:val>
                                        </p:tav>
                                        <p:tav tm="53678">
                                          <p:val>
                                            <p:fltVal val="307.73"/>
                                          </p:val>
                                        </p:tav>
                                        <p:tav tm="54672">
                                          <p:val>
                                            <p:fltVal val="327.29"/>
                                          </p:val>
                                        </p:tav>
                                        <p:tav tm="55666">
                                          <p:val>
                                            <p:fltVal val="341.41"/>
                                          </p:val>
                                        </p:tav>
                                        <p:tav tm="56660">
                                          <p:val>
                                            <p:fltVal val="351.57"/>
                                          </p:val>
                                        </p:tav>
                                        <p:tav tm="57654">
                                          <p:val>
                                            <p:fltVal val="358.88"/>
                                          </p:val>
                                        </p:tav>
                                        <p:tav tm="58648">
                                          <p:val>
                                            <p:fltVal val="364.12"/>
                                          </p:val>
                                        </p:tav>
                                        <p:tav tm="59642">
                                          <p:val>
                                            <p:fltVal val="367.82"/>
                                          </p:val>
                                        </p:tav>
                                        <p:tav tm="60636">
                                          <p:val>
                                            <p:fltVal val="370.36"/>
                                          </p:val>
                                        </p:tav>
                                        <p:tav tm="61630">
                                          <p:val>
                                            <p:fltVal val="372"/>
                                          </p:val>
                                        </p:tav>
                                        <p:tav tm="62624">
                                          <p:val>
                                            <p:fltVal val="372.93"/>
                                          </p:val>
                                        </p:tav>
                                        <p:tav tm="64612">
                                          <p:val>
                                            <p:fltVal val="373.22"/>
                                          </p:val>
                                        </p:tav>
                                        <p:tav tm="67594">
                                          <p:val>
                                            <p:fltVal val="371.01"/>
                                          </p:val>
                                        </p:tav>
                                        <p:tav tm="70577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0" dur="335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097"/>
                                          </p:val>
                                        </p:tav>
                                        <p:tav tm="59642">
                                          <p:val>
                                            <p:strVal val="#ppt_x-1.24097"/>
                                          </p:val>
                                        </p:tav>
                                        <p:tav tm="62624">
                                          <p:val>
                                            <p:strVal val="#ppt_x-1.24395"/>
                                          </p:val>
                                        </p:tav>
                                        <p:tav tm="65606">
                                          <p:val>
                                            <p:strVal val="#ppt_x-1.24536"/>
                                          </p:val>
                                        </p:tav>
                                        <p:tav tm="71571">
                                          <p:val>
                                            <p:strVal val="#ppt_x-1.24595"/>
                                          </p:val>
                                        </p:tav>
                                        <p:tav tm="83499">
                                          <p:val>
                                            <p:strVal val="#ppt_x-1.24587"/>
                                          </p:val>
                                        </p:tav>
                                        <p:tav tm="85487">
                                          <p:val>
                                            <p:strVal val="#ppt_x-1.24855"/>
                                          </p:val>
                                        </p:tav>
                                        <p:tav tm="88469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2445">
                                          <p:val>
                                            <p:strVal val="#ppt_x-1.25094"/>
                                          </p:val>
                                        </p:tav>
                                        <p:tav tm="99404">
                                          <p:val>
                                            <p:strVal val="#ppt_x-1.2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35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0301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30301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24185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18304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13285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9369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648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4394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2895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1816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1043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496"/>
                                          </p:val>
                                        </p:tav>
                                        <p:tav tm="70577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76541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80517">
                                          <p:val>
                                            <p:strVal val="#ppt_y-0.00554"/>
                                          </p:val>
                                        </p:tav>
                                        <p:tav tm="81511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.00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35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25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5535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68002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77848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85106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0347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4119"/>
                                          </p:val>
                                        </p:tav>
                                        <p:tav tm="68588">
                                          <p:val>
                                            <p:strVal val="#ppt_w*0.98783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1111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2245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1829"/>
                                          </p:val>
                                        </p:tav>
                                        <p:tav tm="80517">
                                          <p:val>
                                            <p:strVal val="#ppt_w*1.00016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335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25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5535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68002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77848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85106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0347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4119"/>
                                          </p:val>
                                        </p:tav>
                                        <p:tav tm="68588">
                                          <p:val>
                                            <p:strVal val="#ppt_h*0.98783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1111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2245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1829"/>
                                          </p:val>
                                        </p:tav>
                                        <p:tav tm="80517">
                                          <p:val>
                                            <p:strVal val="#ppt_h*1.00016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335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7.57"/>
                                          </p:val>
                                        </p:tav>
                                        <p:tav tm="59642">
                                          <p:val>
                                            <p:fltVal val="-107.57"/>
                                          </p:val>
                                        </p:tav>
                                        <p:tav tm="60636">
                                          <p:val>
                                            <p:fltVal val="-158.56"/>
                                          </p:val>
                                        </p:tav>
                                        <p:tav tm="61630">
                                          <p:val>
                                            <p:fltVal val="-207.53"/>
                                          </p:val>
                                        </p:tav>
                                        <p:tav tm="62624">
                                          <p:val>
                                            <p:fltVal val="-249.19"/>
                                          </p:val>
                                        </p:tav>
                                        <p:tav tm="63618">
                                          <p:val>
                                            <p:fltVal val="-281.61"/>
                                          </p:val>
                                        </p:tav>
                                        <p:tav tm="64612">
                                          <p:val>
                                            <p:fltVal val="-305.52"/>
                                          </p:val>
                                        </p:tav>
                                        <p:tav tm="65606">
                                          <p:val>
                                            <p:fltVal val="-322.78"/>
                                          </p:val>
                                        </p:tav>
                                        <p:tav tm="66600">
                                          <p:val>
                                            <p:fltVal val="-335.2"/>
                                          </p:val>
                                        </p:tav>
                                        <p:tav tm="67594">
                                          <p:val>
                                            <p:fltVal val="-344.14"/>
                                          </p:val>
                                        </p:tav>
                                        <p:tav tm="68588">
                                          <p:val>
                                            <p:fltVal val="-350.56"/>
                                          </p:val>
                                        </p:tav>
                                        <p:tav tm="69583">
                                          <p:val>
                                            <p:fltVal val="-355.1"/>
                                          </p:val>
                                        </p:tav>
                                        <p:tav tm="70577">
                                          <p:val>
                                            <p:fltVal val="-358.23"/>
                                          </p:val>
                                        </p:tav>
                                        <p:tav tm="71571">
                                          <p:val>
                                            <p:fltVal val="-360.27"/>
                                          </p:val>
                                        </p:tav>
                                        <p:tav tm="72565">
                                          <p:val>
                                            <p:fltVal val="-361.45"/>
                                          </p:val>
                                        </p:tav>
                                        <p:tav tm="73559">
                                          <p:val>
                                            <p:fltVal val="-361.96"/>
                                          </p:val>
                                        </p:tav>
                                        <p:tav tm="74553">
                                          <p:val>
                                            <p:fltVal val="-361.92"/>
                                          </p:val>
                                        </p:tav>
                                        <p:tav tm="76541">
                                          <p:val>
                                            <p:fltVal val="-360.59"/>
                                          </p:val>
                                        </p:tav>
                                        <p:tav tm="78529">
                                          <p:val>
                                            <p:fltVal val="-358.03"/>
                                          </p:val>
                                        </p:tav>
                                        <p:tav tm="80517">
                                          <p:val>
                                            <p:fltVal val="-354.62"/>
                                          </p:val>
                                        </p:tav>
                                        <p:tav tm="81511">
                                          <p:val>
                                            <p:fltVal val="-354.57"/>
                                          </p:val>
                                        </p:tav>
                                        <p:tav tm="83499">
                                          <p:val>
                                            <p:fltVal val="-354.57"/>
                                          </p:val>
                                        </p:tav>
                                        <p:tav tm="85487">
                                          <p:val>
                                            <p:fltVal val="-358.02"/>
                                          </p:val>
                                        </p:tav>
                                        <p:tav tm="86481">
                                          <p:val>
                                            <p:fltVal val="-359.23"/>
                                          </p:val>
                                        </p:tav>
                                        <p:tav tm="88469">
                                          <p:val>
                                            <p:fltVal val="-360.5"/>
                                          </p:val>
                                        </p:tav>
                                        <p:tav tm="92445">
                                          <p:val>
                                            <p:fltVal val="-361.33"/>
                                          </p:val>
                                        </p:tav>
                                        <p:tav tm="99404">
                                          <p:val>
                                            <p:fltVal val="-36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7" dur="33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031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1031"/>
                                          </p:val>
                                        </p:tav>
                                        <p:tav tm="62624">
                                          <p:val>
                                            <p:strVal val="#ppt_x+0.00605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49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246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33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0758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30758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24716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18855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13765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9744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6771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4631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31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2005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1223"/>
                                          </p:val>
                                        </p:tav>
                                        <p:tav tm="69583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70577">
                                          <p:val>
                                            <p:strVal val="#ppt_y-0.00293"/>
                                          </p:val>
                                        </p:tav>
                                        <p:tav tm="71571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76541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80517">
                                          <p:val>
                                            <p:strVal val="#ppt_y-0.0073"/>
                                          </p:val>
                                        </p:tav>
                                        <p:tav tm="81511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736"/>
                                          </p:val>
                                        </p:tav>
                                        <p:tav tm="86481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3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25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5535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68002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77848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85106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0347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4119"/>
                                          </p:val>
                                        </p:tav>
                                        <p:tav tm="68588">
                                          <p:val>
                                            <p:strVal val="#ppt_w*0.98783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1111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2245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1829"/>
                                          </p:val>
                                        </p:tav>
                                        <p:tav tm="80517">
                                          <p:val>
                                            <p:strVal val="#ppt_w*1.00016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33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25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5535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68002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77848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85106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0347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4119"/>
                                          </p:val>
                                        </p:tav>
                                        <p:tav tm="68588">
                                          <p:val>
                                            <p:strVal val="#ppt_h*0.98783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1111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2245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1829"/>
                                          </p:val>
                                        </p:tav>
                                        <p:tav tm="80517">
                                          <p:val>
                                            <p:strVal val="#ppt_h*1.00016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33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6"/>
                                          </p:val>
                                        </p:tav>
                                        <p:tav tm="59642">
                                          <p:val>
                                            <p:fltVal val="-106"/>
                                          </p:val>
                                        </p:tav>
                                        <p:tav tm="60636">
                                          <p:val>
                                            <p:fltVal val="-157"/>
                                          </p:val>
                                        </p:tav>
                                        <p:tav tm="61630">
                                          <p:val>
                                            <p:fltVal val="-205.96"/>
                                          </p:val>
                                        </p:tav>
                                        <p:tav tm="62624">
                                          <p:val>
                                            <p:fltVal val="-247.62"/>
                                          </p:val>
                                        </p:tav>
                                        <p:tav tm="63618">
                                          <p:val>
                                            <p:fltVal val="-280.04"/>
                                          </p:val>
                                        </p:tav>
                                        <p:tav tm="64612">
                                          <p:val>
                                            <p:fltVal val="-303.95"/>
                                          </p:val>
                                        </p:tav>
                                        <p:tav tm="65606">
                                          <p:val>
                                            <p:fltVal val="-321.21"/>
                                          </p:val>
                                        </p:tav>
                                        <p:tav tm="66600">
                                          <p:val>
                                            <p:fltVal val="-333.63"/>
                                          </p:val>
                                        </p:tav>
                                        <p:tav tm="67594">
                                          <p:val>
                                            <p:fltVal val="-342.58"/>
                                          </p:val>
                                        </p:tav>
                                        <p:tav tm="68588">
                                          <p:val>
                                            <p:fltVal val="-348.99"/>
                                          </p:val>
                                        </p:tav>
                                        <p:tav tm="69583">
                                          <p:val>
                                            <p:fltVal val="-353.53"/>
                                          </p:val>
                                        </p:tav>
                                        <p:tav tm="70577">
                                          <p:val>
                                            <p:fltVal val="-356.66"/>
                                          </p:val>
                                        </p:tav>
                                        <p:tav tm="71571">
                                          <p:val>
                                            <p:fltVal val="-358.7"/>
                                          </p:val>
                                        </p:tav>
                                        <p:tav tm="72565">
                                          <p:val>
                                            <p:fltVal val="-359.88"/>
                                          </p:val>
                                        </p:tav>
                                        <p:tav tm="73559">
                                          <p:val>
                                            <p:fltVal val="-360.39"/>
                                          </p:val>
                                        </p:tav>
                                        <p:tav tm="74553">
                                          <p:val>
                                            <p:fltVal val="-360.35"/>
                                          </p:val>
                                        </p:tav>
                                        <p:tav tm="76541">
                                          <p:val>
                                            <p:fltVal val="-359.02"/>
                                          </p:val>
                                        </p:tav>
                                        <p:tav tm="78529">
                                          <p:val>
                                            <p:fltVal val="-356.47"/>
                                          </p:val>
                                        </p:tav>
                                        <p:tav tm="80517">
                                          <p:val>
                                            <p:fltVal val="-353.05"/>
                                          </p:val>
                                        </p:tav>
                                        <p:tav tm="81511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4" dur="67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6" dur="33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115"/>
                                          </p:val>
                                        </p:tav>
                                        <p:tav tm="56660">
                                          <p:val>
                                            <p:strVal val="#ppt_x-1.23115"/>
                                          </p:val>
                                        </p:tav>
                                        <p:tav tm="57654">
                                          <p:val>
                                            <p:strVal val="#ppt_x-1.23253"/>
                                          </p:val>
                                        </p:tav>
                                        <p:tav tm="59642">
                                          <p:val>
                                            <p:strVal val="#ppt_x-1.23826"/>
                                          </p:val>
                                        </p:tav>
                                        <p:tav tm="60636">
                                          <p:val>
                                            <p:strVal val="#ppt_x-1.24049"/>
                                          </p:val>
                                        </p:tav>
                                        <p:tav tm="62624">
                                          <p:val>
                                            <p:strVal val="#ppt_x-1.24338"/>
                                          </p:val>
                                        </p:tav>
                                        <p:tav tm="64612">
                                          <p:val>
                                            <p:strVal val="#ppt_x-1.24487"/>
                                          </p:val>
                                        </p:tav>
                                        <p:tav tm="67594">
                                          <p:val>
                                            <p:strVal val="#ppt_x-1.24585"/>
                                          </p:val>
                                        </p:tav>
                                        <p:tav tm="70577">
                                          <p:val>
                                            <p:strVal val="#ppt_x-1.24614"/>
                                          </p:val>
                                        </p:tav>
                                        <p:tav tm="83499">
                                          <p:val>
                                            <p:strVal val="#ppt_x-1.24573"/>
                                          </p:val>
                                        </p:tav>
                                        <p:tav tm="86481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88469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92445">
                                          <p:val>
                                            <p:strVal val="#ppt_x-1.25101"/>
                                          </p:val>
                                        </p:tav>
                                        <p:tav tm="99404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3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728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9728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7814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3731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10086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7132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491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3296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2135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13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07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67594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422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78529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89463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33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322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47857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6178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73097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81635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7846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2319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5539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7855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9508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1446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852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" dur="33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322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47857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6178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73097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81635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7846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2319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5539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7855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9508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1446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852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33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8.57"/>
                                          </p:val>
                                        </p:tav>
                                        <p:tav tm="56660">
                                          <p:val>
                                            <p:fltVal val="-118.57"/>
                                          </p:val>
                                        </p:tav>
                                        <p:tav tm="57654">
                                          <p:val>
                                            <p:fltVal val="-106.51"/>
                                          </p:val>
                                        </p:tav>
                                        <p:tav tm="58648">
                                          <p:val>
                                            <p:fltVal val="-80.78"/>
                                          </p:val>
                                        </p:tav>
                                        <p:tav tm="59642">
                                          <p:val>
                                            <p:fltVal val="-57.75"/>
                                          </p:val>
                                        </p:tav>
                                        <p:tav tm="60636">
                                          <p:val>
                                            <p:fltVal val="-39.05"/>
                                          </p:val>
                                        </p:tav>
                                        <p:tav tm="61630">
                                          <p:val>
                                            <p:fltVal val="-24.93"/>
                                          </p:val>
                                        </p:tav>
                                        <p:tav tm="62624">
                                          <p:val>
                                            <p:fltVal val="-14.66"/>
                                          </p:val>
                                        </p:tav>
                                        <p:tav tm="63618">
                                          <p:val>
                                            <p:fltVal val="-7.27"/>
                                          </p:val>
                                        </p:tav>
                                        <p:tav tm="64612">
                                          <p:val>
                                            <p:fltVal val="-1.94"/>
                                          </p:val>
                                        </p:tav>
                                        <p:tav tm="65606">
                                          <p:val>
                                            <p:fltVal val="1.89"/>
                                          </p:val>
                                        </p:tav>
                                        <p:tav tm="66600">
                                          <p:val>
                                            <p:fltVal val="4.62"/>
                                          </p:val>
                                        </p:tav>
                                        <p:tav tm="67594">
                                          <p:val>
                                            <p:fltVal val="6.53"/>
                                          </p:val>
                                        </p:tav>
                                        <p:tav tm="69583">
                                          <p:val>
                                            <p:fltVal val="8.63"/>
                                          </p:val>
                                        </p:tav>
                                        <p:tav tm="72565">
                                          <p:val>
                                            <p:fltVal val="9.03"/>
                                          </p:val>
                                        </p:tav>
                                        <p:tav tm="74553">
                                          <p:val>
                                            <p:fltVal val="8.2"/>
                                          </p:val>
                                        </p:tav>
                                        <p:tav tm="78529">
                                          <p:val>
                                            <p:fltVal val="5.43"/>
                                          </p:val>
                                        </p:tav>
                                        <p:tav tm="83499">
                                          <p:val>
                                            <p:fltVal val="5.43"/>
                                          </p:val>
                                        </p:tav>
                                        <p:tav tm="85487">
                                          <p:val>
                                            <p:fltVal val="1.98"/>
                                          </p:val>
                                        </p:tav>
                                        <p:tav tm="86481">
                                          <p:val>
                                            <p:fltVal val="0.77"/>
                                          </p:val>
                                        </p:tav>
                                        <p:tav tm="88469">
                                          <p:val>
                                            <p:fltVal val="-0.5"/>
                                          </p:val>
                                        </p:tav>
                                        <p:tav tm="92445">
                                          <p:val>
                                            <p:fltVal val="-1.33"/>
                                          </p:val>
                                        </p:tav>
                                        <p:tav tm="99404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3" dur="33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"/>
                                          </p:val>
                                        </p:tav>
                                        <p:tav tm="56660">
                                          <p:val>
                                            <p:strVal val="#ppt_x+0.02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1875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1342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938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703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29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33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064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20064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18148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14032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10328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7315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5045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3399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2218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1369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327"/>
                                          </p:val>
                                        </p:tav>
                                        <p:tav tm="67594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375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319"/>
                                          </p:val>
                                        </p:tav>
                                        <p:tav tm="78529">
                                          <p:val>
                                            <p:strVal val="#ppt_y-0.00198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198"/>
                                          </p:val>
                                        </p:tav>
                                        <p:tav tm="89463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3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322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47857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6178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73097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81635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7846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2319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5539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97855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9508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1446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852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33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322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47857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6178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73097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81635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7846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2319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5539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97855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9508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1446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852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335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7"/>
                                          </p:val>
                                        </p:tav>
                                        <p:tav tm="56660">
                                          <p:val>
                                            <p:fltVal val="-117"/>
                                          </p:val>
                                        </p:tav>
                                        <p:tav tm="57654">
                                          <p:val>
                                            <p:fltVal val="-104.95"/>
                                          </p:val>
                                        </p:tav>
                                        <p:tav tm="58648">
                                          <p:val>
                                            <p:fltVal val="-79.21"/>
                                          </p:val>
                                        </p:tav>
                                        <p:tav tm="59642">
                                          <p:val>
                                            <p:fltVal val="-56.19"/>
                                          </p:val>
                                        </p:tav>
                                        <p:tav tm="60636">
                                          <p:val>
                                            <p:fltVal val="-37.48"/>
                                          </p:val>
                                        </p:tav>
                                        <p:tav tm="61630">
                                          <p:val>
                                            <p:fltVal val="-23.36"/>
                                          </p:val>
                                        </p:tav>
                                        <p:tav tm="62624">
                                          <p:val>
                                            <p:fltVal val="-13.09"/>
                                          </p:val>
                                        </p:tav>
                                        <p:tav tm="63618">
                                          <p:val>
                                            <p:fltVal val="-5.7"/>
                                          </p:val>
                                        </p:tav>
                                        <p:tav tm="64612">
                                          <p:val>
                                            <p:fltVal val="-0.37"/>
                                          </p:val>
                                        </p:tav>
                                        <p:tav tm="65606">
                                          <p:val>
                                            <p:fltVal val="3.45"/>
                                          </p:val>
                                        </p:tav>
                                        <p:tav tm="66600">
                                          <p:val>
                                            <p:fltVal val="6.19"/>
                                          </p:val>
                                        </p:tav>
                                        <p:tav tm="67594">
                                          <p:val>
                                            <p:fltVal val="8.1"/>
                                          </p:val>
                                        </p:tav>
                                        <p:tav tm="69583">
                                          <p:val>
                                            <p:fltVal val="10.2"/>
                                          </p:val>
                                        </p:tav>
                                        <p:tav tm="72565">
                                          <p:val>
                                            <p:fltVal val="10.6"/>
                                          </p:val>
                                        </p:tav>
                                        <p:tav tm="74553">
                                          <p:val>
                                            <p:fltVal val="9.76"/>
                                          </p:val>
                                        </p:tav>
                                        <p:tav tm="78529">
                                          <p:val>
                                            <p:fltVal val="7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1" dur="33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122"/>
                                          </p:val>
                                        </p:tav>
                                        <p:tav tm="54672">
                                          <p:val>
                                            <p:strVal val="#ppt_x-1.28122"/>
                                          </p:val>
                                        </p:tav>
                                        <p:tav tm="56660">
                                          <p:val>
                                            <p:strVal val="#ppt_x-1.26723"/>
                                          </p:val>
                                        </p:tav>
                                        <p:tav tm="57654">
                                          <p:val>
                                            <p:strVal val="#ppt_x-1.26126"/>
                                          </p:val>
                                        </p:tav>
                                        <p:tav tm="58648">
                                          <p:val>
                                            <p:strVal val="#ppt_x-1.25659"/>
                                          </p:val>
                                        </p:tav>
                                        <p:tav tm="59642">
                                          <p:val>
                                            <p:strVal val="#ppt_x-1.25315"/>
                                          </p:val>
                                        </p:tav>
                                        <p:tav tm="60636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61630">
                                          <p:val>
                                            <p:strVal val="#ppt_x-1.24887"/>
                                          </p:val>
                                        </p:tav>
                                        <p:tav tm="63618">
                                          <p:val>
                                            <p:strVal val="#ppt_x-1.24666"/>
                                          </p:val>
                                        </p:tav>
                                        <p:tav tm="65606">
                                          <p:val>
                                            <p:strVal val="#ppt_x-1.24555"/>
                                          </p:val>
                                        </p:tav>
                                        <p:tav tm="68588">
                                          <p:val>
                                            <p:strVal val="#ppt_x-1.24501"/>
                                          </p:val>
                                        </p:tav>
                                        <p:tav tm="75547">
                                          <p:val>
                                            <p:strVal val="#ppt_x-1.24604"/>
                                          </p:val>
                                        </p:tav>
                                        <p:tav tm="83499">
                                          <p:val>
                                            <p:strVal val="#ppt_x-1.24606"/>
                                          </p:val>
                                        </p:tav>
                                        <p:tav tm="86481">
                                          <p:val>
                                            <p:strVal val="#ppt_x-1.24945"/>
                                          </p:val>
                                        </p:tav>
                                        <p:tav tm="88469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2445">
                                          <p:val>
                                            <p:strVal val="#ppt_x-1.25095"/>
                                          </p:val>
                                        </p:tav>
                                        <p:tav tm="99404">
                                          <p:val>
                                            <p:strVal val="#ppt_x-1.25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33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552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20552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2458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9002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6305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4313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2875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1839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1094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395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286"/>
                                          </p:val>
                                        </p:tav>
                                        <p:tav tm="75547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3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54846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675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77538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84881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0185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4003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8723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1083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2242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184"/>
                                          </p:val>
                                        </p:tav>
                                        <p:tav tm="75547">
                                          <p:val>
                                            <p:strVal val="#ppt_w*1.00036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33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54846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675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77538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84881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0185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4003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8723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1083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2242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184"/>
                                          </p:val>
                                        </p:tav>
                                        <p:tav tm="75547">
                                          <p:val>
                                            <p:strVal val="#ppt_h*1.00036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335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.43"/>
                                          </p:val>
                                        </p:tav>
                                        <p:tav tm="54672">
                                          <p:val>
                                            <p:fltVal val="166.43"/>
                                          </p:val>
                                        </p:tav>
                                        <p:tav tm="56660">
                                          <p:val>
                                            <p:fltVal val="102.36"/>
                                          </p:val>
                                        </p:tav>
                                        <p:tav tm="57654">
                                          <p:val>
                                            <p:fltVal val="75.01"/>
                                          </p:val>
                                        </p:tav>
                                        <p:tav tm="58648">
                                          <p:val>
                                            <p:fltVal val="53.65"/>
                                          </p:val>
                                        </p:tav>
                                        <p:tav tm="59642">
                                          <p:val>
                                            <p:fltVal val="37.89"/>
                                          </p:val>
                                        </p:tav>
                                        <p:tav tm="60636">
                                          <p:val>
                                            <p:fltVal val="26.5"/>
                                          </p:val>
                                        </p:tav>
                                        <p:tav tm="61630">
                                          <p:val>
                                            <p:fltVal val="18.31"/>
                                          </p:val>
                                        </p:tav>
                                        <p:tav tm="62624">
                                          <p:val>
                                            <p:fltVal val="12.41"/>
                                          </p:val>
                                        </p:tav>
                                        <p:tav tm="63618">
                                          <p:val>
                                            <p:fltVal val="8.18"/>
                                          </p:val>
                                        </p:tav>
                                        <p:tav tm="64612">
                                          <p:val>
                                            <p:fltVal val="5.18"/>
                                          </p:val>
                                        </p:tav>
                                        <p:tav tm="65606">
                                          <p:val>
                                            <p:fltVal val="3.11"/>
                                          </p:val>
                                        </p:tav>
                                        <p:tav tm="66600">
                                          <p:val>
                                            <p:fltVal val="1.76"/>
                                          </p:val>
                                        </p:tav>
                                        <p:tav tm="68588">
                                          <p:val>
                                            <p:fltVal val="0.62"/>
                                          </p:val>
                                        </p:tav>
                                        <p:tav tm="71571">
                                          <p:val>
                                            <p:fltVal val="1.48"/>
                                          </p:val>
                                        </p:tav>
                                        <p:tav tm="75547">
                                          <p:val>
                                            <p:fltVal val="5.36"/>
                                          </p:val>
                                        </p:tav>
                                        <p:tav tm="83499">
                                          <p:val>
                                            <p:fltVal val="5.43"/>
                                          </p:val>
                                        </p:tav>
                                        <p:tav tm="85487">
                                          <p:val>
                                            <p:fltVal val="1.98"/>
                                          </p:val>
                                        </p:tav>
                                        <p:tav tm="86481">
                                          <p:val>
                                            <p:fltVal val="0.77"/>
                                          </p:val>
                                        </p:tav>
                                        <p:tav tm="88469">
                                          <p:val>
                                            <p:fltVal val="-0.5"/>
                                          </p:val>
                                        </p:tav>
                                        <p:tav tm="92445">
                                          <p:val>
                                            <p:fltVal val="-1.33"/>
                                          </p:val>
                                        </p:tav>
                                        <p:tav tm="99404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8" dur="33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05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305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1659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1056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60636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441"/>
                                          </p:val>
                                        </p:tav>
                                        <p:tav tm="65606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68588">
                                          <p:val>
                                            <p:strVal val="#ppt_x+0.0061"/>
                                          </p:val>
                                        </p:tav>
                                        <p:tav tm="75547">
                                          <p:val>
                                            <p:strVal val="#ppt_x+0.00504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02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" dur="33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676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20676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12551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9076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6367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4372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2934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1158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0625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75547">
                                          <p:val>
                                            <p:strVal val="#ppt_y-0.00271"/>
                                          </p:val>
                                        </p:tav>
                                        <p:tav tm="83499">
                                          <p:val>
                                            <p:strVal val="#ppt_y-0.00281"/>
                                          </p:val>
                                        </p:tav>
                                        <p:tav tm="88469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33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54846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6759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77538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84881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90185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4003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8723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1083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2242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184"/>
                                          </p:val>
                                        </p:tav>
                                        <p:tav tm="75547">
                                          <p:val>
                                            <p:strVal val="#ppt_w*1.00036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3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54846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6759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77538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84881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90185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4003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8723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1083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2242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184"/>
                                          </p:val>
                                        </p:tav>
                                        <p:tav tm="75547">
                                          <p:val>
                                            <p:strVal val="#ppt_h*1.00036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335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8"/>
                                          </p:val>
                                        </p:tav>
                                        <p:tav tm="54672">
                                          <p:val>
                                            <p:fltVal val="168"/>
                                          </p:val>
                                        </p:tav>
                                        <p:tav tm="56660">
                                          <p:val>
                                            <p:fltVal val="103.93"/>
                                          </p:val>
                                        </p:tav>
                                        <p:tav tm="57654">
                                          <p:val>
                                            <p:fltVal val="76.57"/>
                                          </p:val>
                                        </p:tav>
                                        <p:tav tm="58648">
                                          <p:val>
                                            <p:fltVal val="55.22"/>
                                          </p:val>
                                        </p:tav>
                                        <p:tav tm="59642">
                                          <p:val>
                                            <p:fltVal val="39.46"/>
                                          </p:val>
                                        </p:tav>
                                        <p:tav tm="60636">
                                          <p:val>
                                            <p:fltVal val="28.07"/>
                                          </p:val>
                                        </p:tav>
                                        <p:tav tm="61630">
                                          <p:val>
                                            <p:fltVal val="19.87"/>
                                          </p:val>
                                        </p:tav>
                                        <p:tav tm="62624">
                                          <p:val>
                                            <p:fltVal val="13.97"/>
                                          </p:val>
                                        </p:tav>
                                        <p:tav tm="63618">
                                          <p:val>
                                            <p:fltVal val="9.74"/>
                                          </p:val>
                                        </p:tav>
                                        <p:tav tm="64612">
                                          <p:val>
                                            <p:fltVal val="6.74"/>
                                          </p:val>
                                        </p:tav>
                                        <p:tav tm="65606">
                                          <p:val>
                                            <p:fltVal val="4.67"/>
                                          </p:val>
                                        </p:tav>
                                        <p:tav tm="66600">
                                          <p:val>
                                            <p:fltVal val="3.32"/>
                                          </p:val>
                                        </p:tav>
                                        <p:tav tm="68588">
                                          <p:val>
                                            <p:fltVal val="2.19"/>
                                          </p:val>
                                        </p:tav>
                                        <p:tav tm="71571">
                                          <p:val>
                                            <p:fltVal val="3.05"/>
                                          </p:val>
                                        </p:tav>
                                        <p:tav tm="75547">
                                          <p:val>
                                            <p:fltVal val="6.92"/>
                                          </p:val>
                                        </p:tav>
                                        <p:tav tm="83499">
                                          <p:val>
                                            <p:fltVal val="7"/>
                                          </p:val>
                                        </p:tav>
                                        <p:tav tm="85487">
                                          <p:val>
                                            <p:fltVal val="3.54"/>
                                          </p:val>
                                        </p:tav>
                                        <p:tav tm="86481">
                                          <p:val>
                                            <p:fltVal val="2.34"/>
                                          </p:val>
                                        </p:tav>
                                        <p:tav tm="88469">
                                          <p:val>
                                            <p:fltVal val="1.07"/>
                                          </p:val>
                                        </p:tav>
                                        <p:tav tm="92445">
                                          <p:val>
                                            <p:fltVal val="0.23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5" dur="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7" dur="33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7659"/>
                                          </p:val>
                                        </p:tav>
                                        <p:tav tm="51690">
                                          <p:val>
                                            <p:strVal val="#ppt_x-1.27659"/>
                                          </p:val>
                                        </p:tav>
                                        <p:tav tm="52684">
                                          <p:val>
                                            <p:strVal val="#ppt_x-1.27385"/>
                                          </p:val>
                                        </p:tav>
                                        <p:tav tm="53678">
                                          <p:val>
                                            <p:strVal val="#ppt_x-1.26748"/>
                                          </p:val>
                                        </p:tav>
                                        <p:tav tm="54672">
                                          <p:val>
                                            <p:strVal val="#ppt_x-1.26176"/>
                                          </p:val>
                                        </p:tav>
                                        <p:tav tm="55666">
                                          <p:val>
                                            <p:strVal val="#ppt_x-1.2571"/>
                                          </p:val>
                                        </p:tav>
                                        <p:tav tm="56660">
                                          <p:val>
                                            <p:strVal val="#ppt_x-1.25357"/>
                                          </p:val>
                                        </p:tav>
                                        <p:tav tm="57654">
                                          <p:val>
                                            <p:strVal val="#ppt_x-1.25101"/>
                                          </p:val>
                                        </p:tav>
                                        <p:tav tm="59642">
                                          <p:val>
                                            <p:strVal val="#ppt_x-1.24783"/>
                                          </p:val>
                                        </p:tav>
                                        <p:tav tm="61630">
                                          <p:val>
                                            <p:strVal val="#ppt_x-1.24619"/>
                                          </p:val>
                                        </p:tav>
                                        <p:tav tm="63618">
                                          <p:val>
                                            <p:strVal val="#ppt_x-1.24538"/>
                                          </p:val>
                                        </p:tav>
                                        <p:tav tm="66600">
                                          <p:val>
                                            <p:strVal val="#ppt_x-1.24504"/>
                                          </p:val>
                                        </p:tav>
                                        <p:tav tm="73559">
                                          <p:val>
                                            <p:strVal val="#ppt_x-1.24596"/>
                                          </p:val>
                                        </p:tav>
                                        <p:tav tm="83499">
                                          <p:val>
                                            <p:strVal val="#ppt_x-1.24596"/>
                                          </p:val>
                                        </p:tav>
                                        <p:tav tm="86481">
                                          <p:val>
                                            <p:strVal val="#ppt_x-1.24942"/>
                                          </p:val>
                                        </p:tav>
                                        <p:tav tm="88469">
                                          <p:val>
                                            <p:strVal val="#ppt_x-1.25037"/>
                                          </p:val>
                                        </p:tav>
                                        <p:tav tm="92445">
                                          <p:val>
                                            <p:strVal val="#ppt_x-1.251"/>
                                          </p:val>
                                        </p:tav>
                                        <p:tav tm="99404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33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41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2241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20392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5699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1488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8054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5457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3567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2206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521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336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574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723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825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652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"/>
                                          </p:val>
                                        </p:tav>
                                        <p:tav tm="99404">
                                          <p:val>
                                            <p:strVal val="#ppt_y-0.000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3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31709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47312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61317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72736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81369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7654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2181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544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9458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1423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3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31709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47312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61317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72736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81369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7654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2181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544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9458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1423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335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7.43"/>
                                          </p:val>
                                        </p:tav>
                                        <p:tav tm="51690">
                                          <p:val>
                                            <p:fltVal val="167.43"/>
                                          </p:val>
                                        </p:tav>
                                        <p:tav tm="52684">
                                          <p:val>
                                            <p:fltVal val="185.15"/>
                                          </p:val>
                                        </p:tav>
                                        <p:tav tm="53678">
                                          <p:val>
                                            <p:fltVal val="226.34"/>
                                          </p:val>
                                        </p:tav>
                                        <p:tav tm="54672">
                                          <p:val>
                                            <p:fltVal val="263.31"/>
                                          </p:val>
                                        </p:tav>
                                        <p:tav tm="55666">
                                          <p:val>
                                            <p:fltVal val="293.46"/>
                                          </p:val>
                                        </p:tav>
                                        <p:tav tm="56660">
                                          <p:val>
                                            <p:fltVal val="316.25"/>
                                          </p:val>
                                        </p:tav>
                                        <p:tav tm="57654">
                                          <p:val>
                                            <p:fltVal val="332.84"/>
                                          </p:val>
                                        </p:tav>
                                        <p:tav tm="58648">
                                          <p:val>
                                            <p:fltVal val="344.79"/>
                                          </p:val>
                                        </p:tav>
                                        <p:tav tm="59642">
                                          <p:val>
                                            <p:fltVal val="353.39"/>
                                          </p:val>
                                        </p:tav>
                                        <p:tav tm="60636">
                                          <p:val>
                                            <p:fltVal val="359.58"/>
                                          </p:val>
                                        </p:tav>
                                        <p:tav tm="61630">
                                          <p:val>
                                            <p:fltVal val="364"/>
                                          </p:val>
                                        </p:tav>
                                        <p:tav tm="62624">
                                          <p:val>
                                            <p:fltVal val="367.1"/>
                                          </p:val>
                                        </p:tav>
                                        <p:tav tm="63618">
                                          <p:val>
                                            <p:fltVal val="369.19"/>
                                          </p:val>
                                        </p:tav>
                                        <p:tav tm="64612">
                                          <p:val>
                                            <p:fltVal val="370.5"/>
                                          </p:val>
                                        </p:tav>
                                        <p:tav tm="66600">
                                          <p:val>
                                            <p:fltVal val="371.39"/>
                                          </p:val>
                                        </p:tav>
                                        <p:tav tm="67594">
                                          <p:val>
                                            <p:fltVal val="371.2"/>
                                          </p:val>
                                        </p:tav>
                                        <p:tav tm="69583">
                                          <p:val>
                                            <p:fltVal val="369.88"/>
                                          </p:val>
                                        </p:tav>
                                        <p:tav tm="73559">
                                          <p:val>
                                            <p:fltVal val="365.43"/>
                                          </p:val>
                                        </p:tav>
                                        <p:tav tm="83499">
                                          <p:val>
                                            <p:fltVal val="365.43"/>
                                          </p:val>
                                        </p:tav>
                                        <p:tav tm="85487">
                                          <p:val>
                                            <p:fltVal val="361.98"/>
                                          </p:val>
                                        </p:tav>
                                        <p:tav tm="86481">
                                          <p:val>
                                            <p:fltVal val="360.77"/>
                                          </p:val>
                                        </p:tav>
                                        <p:tav tm="88469">
                                          <p:val>
                                            <p:fltVal val="359.5"/>
                                          </p:val>
                                        </p:tav>
                                        <p:tav tm="92445">
                                          <p:val>
                                            <p:fltVal val="358.67"/>
                                          </p:val>
                                        </p:tav>
                                        <p:tav tm="99404">
                                          <p:val>
                                            <p:fltVal val="358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4" dur="33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513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2513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2235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1588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1015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0556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57654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339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496"/>
                                          </p:val>
                                        </p:tav>
                                        <p:tav tm="63618">
                                          <p:val>
                                            <p:strVal val="#ppt_x+0.00574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606"/>
                                          </p:val>
                                        </p:tav>
                                        <p:tav tm="73559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" dur="33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45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2245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20432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15727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11489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8034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542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3533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2173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1195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0358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595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0743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844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0673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33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31709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47312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61317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72736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81369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7654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2181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544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9458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1423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3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31709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47312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61317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72736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81369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7654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2181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544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9458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1423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2258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35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9"/>
                                          </p:val>
                                        </p:tav>
                                        <p:tav tm="51690">
                                          <p:val>
                                            <p:fltVal val="169"/>
                                          </p:val>
                                        </p:tav>
                                        <p:tav tm="52684">
                                          <p:val>
                                            <p:fltVal val="186.71"/>
                                          </p:val>
                                        </p:tav>
                                        <p:tav tm="53678">
                                          <p:val>
                                            <p:fltVal val="227.9"/>
                                          </p:val>
                                        </p:tav>
                                        <p:tav tm="54672">
                                          <p:val>
                                            <p:fltVal val="264.88"/>
                                          </p:val>
                                        </p:tav>
                                        <p:tav tm="55666">
                                          <p:val>
                                            <p:fltVal val="295.02"/>
                                          </p:val>
                                        </p:tav>
                                        <p:tav tm="56660">
                                          <p:val>
                                            <p:fltVal val="317.81"/>
                                          </p:val>
                                        </p:tav>
                                        <p:tav tm="57654">
                                          <p:val>
                                            <p:fltVal val="334.41"/>
                                          </p:val>
                                        </p:tav>
                                        <p:tav tm="58648">
                                          <p:val>
                                            <p:fltVal val="346.36"/>
                                          </p:val>
                                        </p:tav>
                                        <p:tav tm="59642">
                                          <p:val>
                                            <p:fltVal val="354.96"/>
                                          </p:val>
                                        </p:tav>
                                        <p:tav tm="60636">
                                          <p:val>
                                            <p:fltVal val="361.15"/>
                                          </p:val>
                                        </p:tav>
                                        <p:tav tm="61630">
                                          <p:val>
                                            <p:fltVal val="365.57"/>
                                          </p:val>
                                        </p:tav>
                                        <p:tav tm="62624">
                                          <p:val>
                                            <p:fltVal val="368.67"/>
                                          </p:val>
                                        </p:tav>
                                        <p:tav tm="63618">
                                          <p:val>
                                            <p:fltVal val="370.76"/>
                                          </p:val>
                                        </p:tav>
                                        <p:tav tm="64612">
                                          <p:val>
                                            <p:fltVal val="372.07"/>
                                          </p:val>
                                        </p:tav>
                                        <p:tav tm="66600">
                                          <p:val>
                                            <p:fltVal val="372.96"/>
                                          </p:val>
                                        </p:tav>
                                        <p:tav tm="67594">
                                          <p:val>
                                            <p:fltVal val="372.76"/>
                                          </p:val>
                                        </p:tav>
                                        <p:tav tm="69583">
                                          <p:val>
                                            <p:fltVal val="371.44"/>
                                          </p:val>
                                        </p:tav>
                                        <p:tav tm="73559">
                                          <p:val>
                                            <p:fltVal val="367"/>
                                          </p:val>
                                        </p:tav>
                                        <p:tav tm="83499">
                                          <p:val>
                                            <p:fltVal val="367"/>
                                          </p:val>
                                        </p:tav>
                                        <p:tav tm="85487">
                                          <p:val>
                                            <p:fltVal val="363.54"/>
                                          </p:val>
                                        </p:tav>
                                        <p:tav tm="86481">
                                          <p:val>
                                            <p:fltVal val="362.34"/>
                                          </p:val>
                                        </p:tav>
                                        <p:tav tm="88469">
                                          <p:val>
                                            <p:fltVal val="361.07"/>
                                          </p:val>
                                        </p:tav>
                                        <p:tav tm="92445">
                                          <p:val>
                                            <p:fltVal val="360.23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2" dur="33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826"/>
                                          </p:val>
                                        </p:tav>
                                        <p:tav tm="49702">
                                          <p:val>
                                            <p:strVal val="#ppt_x-1.30826"/>
                                          </p:val>
                                        </p:tav>
                                        <p:tav tm="51690">
                                          <p:val>
                                            <p:strVal val="#ppt_x-1.28484"/>
                                          </p:val>
                                        </p:tav>
                                        <p:tav tm="52684">
                                          <p:val>
                                            <p:strVal val="#ppt_x-1.27456"/>
                                          </p:val>
                                        </p:tav>
                                        <p:tav tm="53678">
                                          <p:val>
                                            <p:strVal val="#ppt_x-1.26657"/>
                                          </p:val>
                                        </p:tav>
                                        <p:tav tm="54672">
                                          <p:val>
                                            <p:strVal val="#ppt_x-1.26069"/>
                                          </p:val>
                                        </p:tav>
                                        <p:tav tm="55666">
                                          <p:val>
                                            <p:strVal val="#ppt_x-1.25647"/>
                                          </p:val>
                                        </p:tav>
                                        <p:tav tm="56660">
                                          <p:val>
                                            <p:strVal val="#ppt_x-1.25344"/>
                                          </p:val>
                                        </p:tav>
                                        <p:tav tm="58648">
                                          <p:val>
                                            <p:strVal val="#ppt_x-1.2497"/>
                                          </p:val>
                                        </p:tav>
                                        <p:tav tm="59642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61630">
                                          <p:val>
                                            <p:strVal val="#ppt_x-1.24733"/>
                                          </p:val>
                                        </p:tav>
                                        <p:tav tm="64612">
                                          <p:val>
                                            <p:strVal val="#ppt_x-1.24691"/>
                                          </p:val>
                                        </p:tav>
                                        <p:tav tm="70577">
                                          <p:val>
                                            <p:strVal val="#ppt_x-1.24861"/>
                                          </p:val>
                                        </p:tav>
                                        <p:tav tm="83499">
                                          <p:val>
                                            <p:strVal val="#ppt_x-1.24866"/>
                                          </p:val>
                                        </p:tav>
                                        <p:tav tm="88469">
                                          <p:val>
                                            <p:strVal val="#ppt_x-1.25012"/>
                                          </p:val>
                                        </p:tav>
                                        <p:tav tm="99404">
                                          <p:val>
                                            <p:strVal val="#ppt_x-1.25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33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033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22033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17801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13389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9623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6682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451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2938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1806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099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487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647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.0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" dur="33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5433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6717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772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465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0021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388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866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1.01054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2239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851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0057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3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5433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6717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772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465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0021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388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866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1.01054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2239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851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0057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35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57"/>
                                          </p:val>
                                        </p:tav>
                                        <p:tav tm="49702">
                                          <p:val>
                                            <p:fltVal val="-119.57"/>
                                          </p:val>
                                        </p:tav>
                                        <p:tav tm="50696">
                                          <p:val>
                                            <p:fltVal val="-164.52"/>
                                          </p:val>
                                        </p:tav>
                                        <p:tav tm="51690">
                                          <p:val>
                                            <p:fltVal val="-211.48"/>
                                          </p:val>
                                        </p:tav>
                                        <p:tav tm="52684">
                                          <p:val>
                                            <p:fltVal val="-251.71"/>
                                          </p:val>
                                        </p:tav>
                                        <p:tav tm="53678">
                                          <p:val>
                                            <p:fltVal val="-283.2"/>
                                          </p:val>
                                        </p:tav>
                                        <p:tav tm="54672">
                                          <p:val>
                                            <p:fltVal val="-306.48"/>
                                          </p:val>
                                        </p:tav>
                                        <p:tav tm="55666">
                                          <p:val>
                                            <p:fltVal val="-323.3"/>
                                          </p:val>
                                        </p:tav>
                                        <p:tav tm="56660">
                                          <p:val>
                                            <p:fltVal val="-335.41"/>
                                          </p:val>
                                        </p:tav>
                                        <p:tav tm="57654">
                                          <p:val>
                                            <p:fltVal val="-344.12"/>
                                          </p:val>
                                        </p:tav>
                                        <p:tav tm="58648">
                                          <p:val>
                                            <p:fltVal val="-350.37"/>
                                          </p:val>
                                        </p:tav>
                                        <p:tav tm="59642">
                                          <p:val>
                                            <p:fltVal val="-354.81"/>
                                          </p:val>
                                        </p:tav>
                                        <p:tav tm="60636">
                                          <p:val>
                                            <p:fltVal val="-357.87"/>
                                          </p:val>
                                        </p:tav>
                                        <p:tav tm="61630">
                                          <p:val>
                                            <p:fltVal val="-359.88"/>
                                          </p:val>
                                        </p:tav>
                                        <p:tav tm="62624">
                                          <p:val>
                                            <p:fltVal val="-361.06"/>
                                          </p:val>
                                        </p:tav>
                                        <p:tav tm="63618">
                                          <p:val>
                                            <p:fltVal val="-361.58"/>
                                          </p:val>
                                        </p:tav>
                                        <p:tav tm="64612">
                                          <p:val>
                                            <p:fltVal val="-361.58"/>
                                          </p:val>
                                        </p:tav>
                                        <p:tav tm="66600">
                                          <p:val>
                                            <p:fltVal val="-360.37"/>
                                          </p:val>
                                        </p:tav>
                                        <p:tav tm="68588">
                                          <p:val>
                                            <p:fltVal val="-357.97"/>
                                          </p:val>
                                        </p:tav>
                                        <p:tav tm="70577">
                                          <p:val>
                                            <p:fltVal val="-354.74"/>
                                          </p:val>
                                        </p:tav>
                                        <p:tav tm="71571">
                                          <p:val>
                                            <p:fltVal val="-354.57"/>
                                          </p:val>
                                        </p:tav>
                                        <p:tav tm="83499">
                                          <p:val>
                                            <p:fltVal val="-354.57"/>
                                          </p:val>
                                        </p:tav>
                                        <p:tav tm="85487">
                                          <p:val>
                                            <p:fltVal val="-358.02"/>
                                          </p:val>
                                        </p:tav>
                                        <p:tav tm="86481">
                                          <p:val>
                                            <p:fltVal val="-359.23"/>
                                          </p:val>
                                        </p:tav>
                                        <p:tav tm="88469">
                                          <p:val>
                                            <p:fltVal val="-360.5"/>
                                          </p:val>
                                        </p:tav>
                                        <p:tav tm="92445">
                                          <p:val>
                                            <p:fltVal val="-361.33"/>
                                          </p:val>
                                        </p:tav>
                                        <p:tav tm="99404">
                                          <p:val>
                                            <p:fltVal val="-36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9" dur="33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791"/>
                                          </p:val>
                                        </p:tav>
                                        <p:tav tm="49702">
                                          <p:val>
                                            <p:strVal val="#ppt_x-0.05791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3545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2569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1777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1167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0713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0381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59642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61630">
                                          <p:val>
                                            <p:strVal val="#ppt_x+0.00301"/>
                                          </p:val>
                                        </p:tav>
                                        <p:tav tm="64612">
                                          <p:val>
                                            <p:strVal val="#ppt_x+0.00349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3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389"/>
                                          </p:val>
                                        </p:tav>
                                        <p:tav tm="49702">
                                          <p:val>
                                            <p:strVal val="#ppt_y-0.22389"/>
                                          </p:val>
                                        </p:tav>
                                        <p:tav tm="50696">
                                          <p:val>
                                            <p:strVal val="#ppt_y-0.18228"/>
                                          </p:val>
                                        </p:tav>
                                        <p:tav tm="51690">
                                          <p:val>
                                            <p:strVal val="#ppt_y-0.1382"/>
                                          </p:val>
                                        </p:tav>
                                        <p:tav tm="52684">
                                          <p:val>
                                            <p:strVal val="#ppt_y-0.09957"/>
                                          </p:val>
                                        </p:tav>
                                        <p:tav tm="53678">
                                          <p:val>
                                            <p:strVal val="#ppt_y-0.06893"/>
                                          </p:val>
                                        </p:tav>
                                        <p:tav tm="54672">
                                          <p:val>
                                            <p:strVal val="#ppt_y-0.04626"/>
                                          </p:val>
                                        </p:tav>
                                        <p:tav tm="55666">
                                          <p:val>
                                            <p:strVal val="#ppt_y-0.02997"/>
                                          </p:val>
                                        </p:tav>
                                        <p:tav tm="56660">
                                          <p:val>
                                            <p:strVal val="#ppt_y-0.01834"/>
                                          </p:val>
                                        </p:tav>
                                        <p:tav tm="57654">
                                          <p:val>
                                            <p:strVal val="#ppt_y-0.01002"/>
                                          </p:val>
                                        </p:tav>
                                        <p:tav tm="58648">
                                          <p:val>
                                            <p:strVal val="#ppt_y-0.00409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486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0646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33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5433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67175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772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465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90021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3885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8662"/>
                                          </p:val>
                                        </p:tav>
                                        <p:tav tm="60636">
                                          <p:val>
                                            <p:strVal val="#ppt_w*1.01054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2239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851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0057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33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5433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67175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772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465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90021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3885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8662"/>
                                          </p:val>
                                        </p:tav>
                                        <p:tav tm="60636">
                                          <p:val>
                                            <p:strVal val="#ppt_h*1.01054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2239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851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0057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35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8"/>
                                          </p:val>
                                        </p:tav>
                                        <p:tav tm="49702">
                                          <p:val>
                                            <p:fltVal val="-118"/>
                                          </p:val>
                                        </p:tav>
                                        <p:tav tm="50696">
                                          <p:val>
                                            <p:fltVal val="-162.96"/>
                                          </p:val>
                                        </p:tav>
                                        <p:tav tm="51690">
                                          <p:val>
                                            <p:fltVal val="-209.92"/>
                                          </p:val>
                                        </p:tav>
                                        <p:tav tm="52684">
                                          <p:val>
                                            <p:fltVal val="-250.15"/>
                                          </p:val>
                                        </p:tav>
                                        <p:tav tm="53678">
                                          <p:val>
                                            <p:fltVal val="-281.64"/>
                                          </p:val>
                                        </p:tav>
                                        <p:tav tm="54672">
                                          <p:val>
                                            <p:fltVal val="-304.91"/>
                                          </p:val>
                                        </p:tav>
                                        <p:tav tm="55666">
                                          <p:val>
                                            <p:fltVal val="-321.73"/>
                                          </p:val>
                                        </p:tav>
                                        <p:tav tm="56660">
                                          <p:val>
                                            <p:fltVal val="-333.84"/>
                                          </p:val>
                                        </p:tav>
                                        <p:tav tm="57654">
                                          <p:val>
                                            <p:fltVal val="-342.55"/>
                                          </p:val>
                                        </p:tav>
                                        <p:tav tm="58648">
                                          <p:val>
                                            <p:fltVal val="-348.81"/>
                                          </p:val>
                                        </p:tav>
                                        <p:tav tm="59642">
                                          <p:val>
                                            <p:fltVal val="-353.24"/>
                                          </p:val>
                                        </p:tav>
                                        <p:tav tm="60636">
                                          <p:val>
                                            <p:fltVal val="-356.3"/>
                                          </p:val>
                                        </p:tav>
                                        <p:tav tm="61630">
                                          <p:val>
                                            <p:fltVal val="-358.31"/>
                                          </p:val>
                                        </p:tav>
                                        <p:tav tm="62624">
                                          <p:val>
                                            <p:fltVal val="-359.49"/>
                                          </p:val>
                                        </p:tav>
                                        <p:tav tm="63618">
                                          <p:val>
                                            <p:fltVal val="-360.02"/>
                                          </p:val>
                                        </p:tav>
                                        <p:tav tm="64612">
                                          <p:val>
                                            <p:fltVal val="-360.01"/>
                                          </p:val>
                                        </p:tav>
                                        <p:tav tm="66600">
                                          <p:val>
                                            <p:fltVal val="-358.8"/>
                                          </p:val>
                                        </p:tav>
                                        <p:tav tm="68588">
                                          <p:val>
                                            <p:fltVal val="-356.4"/>
                                          </p:val>
                                        </p:tav>
                                        <p:tav tm="70577">
                                          <p:val>
                                            <p:fltVal val="-353.18"/>
                                          </p:val>
                                        </p:tav>
                                        <p:tav tm="71571">
                                          <p:val>
                                            <p:fltVal val="-353"/>
                                          </p:val>
                                        </p:tav>
                                        <p:tav tm="83499">
                                          <p:val>
                                            <p:fltVal val="-353"/>
                                          </p:val>
                                        </p:tav>
                                        <p:tav tm="85487">
                                          <p:val>
                                            <p:fltVal val="-356.46"/>
                                          </p:val>
                                        </p:tav>
                                        <p:tav tm="86481">
                                          <p:val>
                                            <p:fltVal val="-357.66"/>
                                          </p:val>
                                        </p:tav>
                                        <p:tav tm="88469">
                                          <p:val>
                                            <p:fltVal val="-358.93"/>
                                          </p:val>
                                        </p:tav>
                                        <p:tav tm="92445">
                                          <p:val>
                                            <p:fltVal val="-359.77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6" dur="33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153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11153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9297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7047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5082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3512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2338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1487"/>
                                          </p:val>
                                        </p:tav>
                                        <p:tav tm="66600">
                                          <p:val>
                                            <p:strVal val="#ppt_x-0.00875"/>
                                          </p:val>
                                        </p:tav>
                                        <p:tav tm="67594">
                                          <p:val>
                                            <p:strVal val="#ppt_x-0.00435"/>
                                          </p:val>
                                        </p:tav>
                                        <p:tav tm="68588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70577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73559">
                                          <p:val>
                                            <p:strVal val="#ppt_x+0.0045"/>
                                          </p:val>
                                        </p:tav>
                                        <p:tav tm="76541">
                                          <p:val>
                                            <p:strVal val="#ppt_x+0.00399"/>
                                          </p:val>
                                        </p:tav>
                                        <p:tav tm="80517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81511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3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872"/>
                                          </p:val>
                                        </p:tav>
                                        <p:tav tm="59642">
                                          <p:val>
                                            <p:strVal val="#ppt_y-0.09872"/>
                                          </p:val>
                                        </p:tav>
                                        <p:tav tm="60636">
                                          <p:val>
                                            <p:strVal val="#ppt_y-0.08202"/>
                                          </p:val>
                                        </p:tav>
                                        <p:tav tm="61630">
                                          <p:val>
                                            <p:strVal val="#ppt_y-0.06208"/>
                                          </p:val>
                                        </p:tav>
                                        <p:tav tm="62624">
                                          <p:val>
                                            <p:strVal val="#ppt_y-0.04508"/>
                                          </p:val>
                                        </p:tav>
                                        <p:tav tm="63618">
                                          <p:val>
                                            <p:strVal val="#ppt_y-0.03162"/>
                                          </p:val>
                                        </p:tav>
                                        <p:tav tm="64612">
                                          <p:val>
                                            <p:strVal val="#ppt_y-0.02148"/>
                                          </p:val>
                                        </p:tav>
                                        <p:tav tm="65606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66600">
                                          <p:val>
                                            <p:strVal val="#ppt_y-0.00859"/>
                                          </p:val>
                                        </p:tav>
                                        <p:tav tm="68588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0341"/>
                                          </p:val>
                                        </p:tav>
                                        <p:tav tm="76541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1511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3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2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37489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52654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65798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76183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83895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89475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3492"/>
                                          </p:val>
                                        </p:tav>
                                        <p:tav tm="67594">
                                          <p:val>
                                            <p:strVal val="#ppt_w*0.96383"/>
                                          </p:val>
                                        </p:tav>
                                        <p:tav tm="68588">
                                          <p:val>
                                            <p:strVal val="#ppt_w*0.9846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0958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2229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1886"/>
                                          </p:val>
                                        </p:tav>
                                        <p:tav tm="8151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33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2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37489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52654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65798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76183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83895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89475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3492"/>
                                          </p:val>
                                        </p:tav>
                                        <p:tav tm="67594">
                                          <p:val>
                                            <p:strVal val="#ppt_h*0.96383"/>
                                          </p:val>
                                        </p:tav>
                                        <p:tav tm="68588">
                                          <p:val>
                                            <p:strVal val="#ppt_h*0.9846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0958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2229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1886"/>
                                          </p:val>
                                        </p:tav>
                                        <p:tav tm="8151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335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6"/>
                                          </p:val>
                                        </p:tav>
                                        <p:tav tm="59642">
                                          <p:val>
                                            <p:fltVal val="76"/>
                                          </p:val>
                                        </p:tav>
                                        <p:tav tm="60636">
                                          <p:val>
                                            <p:fltVal val="121.29"/>
                                          </p:val>
                                        </p:tav>
                                        <p:tav tm="61630">
                                          <p:val>
                                            <p:fltVal val="176.29"/>
                                          </p:val>
                                        </p:tav>
                                        <p:tav tm="62624">
                                          <p:val>
                                            <p:fltVal val="223.96"/>
                                          </p:val>
                                        </p:tav>
                                        <p:tav tm="63618">
                                          <p:val>
                                            <p:fltVal val="261.62"/>
                                          </p:val>
                                        </p:tav>
                                        <p:tav tm="64612">
                                          <p:val>
                                            <p:fltVal val="289.59"/>
                                          </p:val>
                                        </p:tav>
                                        <p:tav tm="65606">
                                          <p:val>
                                            <p:fltVal val="309.83"/>
                                          </p:val>
                                        </p:tav>
                                        <p:tav tm="66600">
                                          <p:val>
                                            <p:fltVal val="324.4"/>
                                          </p:val>
                                        </p:tav>
                                        <p:tav tm="67594">
                                          <p:val>
                                            <p:fltVal val="334.88"/>
                                          </p:val>
                                        </p:tav>
                                        <p:tav tm="68588">
                                          <p:val>
                                            <p:fltVal val="342.41"/>
                                          </p:val>
                                        </p:tav>
                                        <p:tav tm="69583">
                                          <p:val>
                                            <p:fltVal val="347.77"/>
                                          </p:val>
                                        </p:tav>
                                        <p:tav tm="70577">
                                          <p:val>
                                            <p:fltVal val="351.48"/>
                                          </p:val>
                                        </p:tav>
                                        <p:tav tm="71571">
                                          <p:val>
                                            <p:fltVal val="353.93"/>
                                          </p:val>
                                        </p:tav>
                                        <p:tav tm="72565">
                                          <p:val>
                                            <p:fltVal val="355.39"/>
                                          </p:val>
                                        </p:tav>
                                        <p:tav tm="73559">
                                          <p:val>
                                            <p:fltVal val="356.08"/>
                                          </p:val>
                                        </p:tav>
                                        <p:tav tm="74553">
                                          <p:val>
                                            <p:fltVal val="356.15"/>
                                          </p:val>
                                        </p:tav>
                                        <p:tav tm="76541">
                                          <p:val>
                                            <p:fltVal val="354.84"/>
                                          </p:val>
                                        </p:tav>
                                        <p:tav tm="78529">
                                          <p:val>
                                            <p:fltVal val="352.13"/>
                                          </p:val>
                                        </p:tav>
                                        <p:tav tm="80517">
                                          <p:val>
                                            <p:fltVal val="348.45"/>
                                          </p:val>
                                        </p:tav>
                                        <p:tav tm="83499">
                                          <p:val>
                                            <p:fltVal val="348"/>
                                          </p:val>
                                        </p:tav>
                                        <p:tav tm="85487">
                                          <p:val>
                                            <p:fltVal val="353.93"/>
                                          </p:val>
                                        </p:tav>
                                        <p:tav tm="86481">
                                          <p:val>
                                            <p:fltVal val="355.99"/>
                                          </p:val>
                                        </p:tav>
                                        <p:tav tm="88469">
                                          <p:val>
                                            <p:fltVal val="358.17"/>
                                          </p:val>
                                        </p:tav>
                                        <p:tav tm="92445">
                                          <p:val>
                                            <p:fltVal val="359.6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67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4" dur="33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485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11485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10815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8322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6048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2733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1686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0391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66600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67594">
                                          <p:val>
                                            <p:strVal val="#ppt_x+0.00474"/>
                                          </p:val>
                                        </p:tav>
                                        <p:tav tm="68588">
                                          <p:val>
                                            <p:strVal val="#ppt_x+0.00607"/>
                                          </p:val>
                                        </p:tav>
                                        <p:tav tm="69583">
                                          <p:val>
                                            <p:strVal val="#ppt_x+0.00692"/>
                                          </p:val>
                                        </p:tav>
                                        <p:tav tm="71571">
                                          <p:val>
                                            <p:strVal val="#ppt_x+0.00754"/>
                                          </p:val>
                                        </p:tav>
                                        <p:tav tm="74553">
                                          <p:val>
                                            <p:strVal val="#ppt_x+0.00672"/>
                                          </p:val>
                                        </p:tav>
                                        <p:tav tm="78529">
                                          <p:val>
                                            <p:strVal val="#ppt_x+0.00398"/>
                                          </p:val>
                                        </p:tav>
                                        <p:tav tm="83499">
                                          <p:val>
                                            <p:strVal val="#ppt_x+0.00398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88469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3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85"/>
                                          </p:val>
                                        </p:tav>
                                        <p:tav tm="56660">
                                          <p:val>
                                            <p:strVal val="#ppt_y+0.01385"/>
                                          </p:val>
                                        </p:tav>
                                        <p:tav tm="57654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0503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70577">
                                          <p:val>
                                            <p:strVal val="#ppt_y+0.0012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89463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3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29234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44974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5930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71158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80203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86812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1575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95003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9235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1322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74553">
                                          <p:val>
                                            <p:strVal val="#ppt_w*1.01736"/>
                                          </p:val>
                                        </p:tav>
                                        <p:tav tm="7852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33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29234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44974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5930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71158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80203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86812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1575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95003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9235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1322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2257"/>
                                          </p:val>
                                        </p:tav>
                                        <p:tav tm="74553">
                                          <p:val>
                                            <p:strVal val="#ppt_h*1.01736"/>
                                          </p:val>
                                        </p:tav>
                                        <p:tav tm="7852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335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7"/>
                                          </p:val>
                                        </p:tav>
                                        <p:tav tm="56660">
                                          <p:val>
                                            <p:fltVal val="137"/>
                                          </p:val>
                                        </p:tav>
                                        <p:tav tm="57654">
                                          <p:val>
                                            <p:fltVal val="128.59"/>
                                          </p:val>
                                        </p:tav>
                                        <p:tav tm="58648">
                                          <p:val>
                                            <p:fltVal val="97.32"/>
                                          </p:val>
                                        </p:tav>
                                        <p:tav tm="59642">
                                          <p:val>
                                            <p:fltVal val="68.85"/>
                                          </p:val>
                                        </p:tav>
                                        <p:tav tm="60636">
                                          <p:val>
                                            <p:fltVal val="45.3"/>
                                          </p:val>
                                        </p:tav>
                                        <p:tav tm="61630">
                                          <p:val>
                                            <p:fltVal val="27.33"/>
                                          </p:val>
                                        </p:tav>
                                        <p:tav tm="62624">
                                          <p:val>
                                            <p:fltVal val="14.2"/>
                                          </p:val>
                                        </p:tav>
                                        <p:tav tm="63618">
                                          <p:val>
                                            <p:fltVal val="4.74"/>
                                          </p:val>
                                        </p:tav>
                                        <p:tav tm="64612">
                                          <p:val>
                                            <p:fltVal val="-2.07"/>
                                          </p:val>
                                        </p:tav>
                                        <p:tav tm="65606">
                                          <p:val>
                                            <p:fltVal val="-6.97"/>
                                          </p:val>
                                        </p:tav>
                                        <p:tav tm="66600">
                                          <p:val>
                                            <p:fltVal val="-10.48"/>
                                          </p:val>
                                        </p:tav>
                                        <p:tav tm="67594">
                                          <p:val>
                                            <p:fltVal val="-12.95"/>
                                          </p:val>
                                        </p:tav>
                                        <p:tav tm="68588">
                                          <p:val>
                                            <p:fltVal val="-14.63"/>
                                          </p:val>
                                        </p:tav>
                                        <p:tav tm="69583">
                                          <p:val>
                                            <p:fltVal val="-15.69"/>
                                          </p:val>
                                        </p:tav>
                                        <p:tav tm="70577">
                                          <p:val>
                                            <p:fltVal val="-16.28"/>
                                          </p:val>
                                        </p:tav>
                                        <p:tav tm="72565">
                                          <p:val>
                                            <p:fltVal val="-16.38"/>
                                          </p:val>
                                        </p:tav>
                                        <p:tav tm="74553">
                                          <p:val>
                                            <p:fltVal val="-15.45"/>
                                          </p:val>
                                        </p:tav>
                                        <p:tav tm="78529">
                                          <p:val>
                                            <p:fltVal val="-12"/>
                                          </p:val>
                                        </p:tav>
                                        <p:tav tm="83499">
                                          <p:val>
                                            <p:fltVal val="-12"/>
                                          </p:val>
                                        </p:tav>
                                        <p:tav tm="85487">
                                          <p:val>
                                            <p:fltVal val="-6.07"/>
                                          </p:val>
                                        </p:tav>
                                        <p:tav tm="86481">
                                          <p:val>
                                            <p:fltVal val="-4.01"/>
                                          </p:val>
                                        </p:tav>
                                        <p:tav tm="88469">
                                          <p:val>
                                            <p:fltVal val="-1.83"/>
                                          </p:val>
                                        </p:tav>
                                        <p:tav tm="92445">
                                          <p:val>
                                            <p:fltVal val="-0.4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1" dur="33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251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8251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6985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5373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397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2854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2022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1417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0981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667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441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68588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71571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75547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84493">
                                          <p:val>
                                            <p:strVal val="#ppt_x+0.00139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363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378"/>
                                          </p:val>
                                        </p:tav>
                                        <p:tav tm="91451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33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444"/>
                                          </p:val>
                                        </p:tav>
                                        <p:tav tm="54672">
                                          <p:val>
                                            <p:strVal val="#ppt_y+0.17444"/>
                                          </p:val>
                                        </p:tav>
                                        <p:tav tm="55666">
                                          <p:val>
                                            <p:strVal val="#ppt_y+0.15175"/>
                                          </p:val>
                                        </p:tav>
                                        <p:tav tm="56660">
                                          <p:val>
                                            <p:strVal val="#ppt_y+0.1227"/>
                                          </p:val>
                                        </p:tav>
                                        <p:tav tm="57654">
                                          <p:val>
                                            <p:strVal val="#ppt_y+0.09731"/>
                                          </p:val>
                                        </p:tav>
                                        <p:tav tm="58648">
                                          <p:val>
                                            <p:strVal val="#ppt_y+0.07713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621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05122"/>
                                          </p:val>
                                        </p:tav>
                                        <p:tav tm="61630">
                                          <p:val>
                                            <p:strVal val="#ppt_y+0.0434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3777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3374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2888"/>
                                          </p:val>
                                        </p:tav>
                                        <p:tav tm="68588">
                                          <p:val>
                                            <p:strVal val="#ppt_y+0.02639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2702"/>
                                          </p:val>
                                        </p:tav>
                                        <p:tav tm="75547">
                                          <p:val>
                                            <p:strVal val="#ppt_y+0.03038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3066"/>
                                          </p:val>
                                        </p:tav>
                                        <p:tav tm="84493">
                                          <p:val>
                                            <p:strVal val="#ppt_y+0.0275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1333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0868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576"/>
                                          </p:val>
                                        </p:tav>
                                        <p:tav tm="90457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92445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3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36915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5213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65367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75854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8365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89303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3367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96294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98396"/>
                                          </p:val>
                                        </p:tav>
                                        <p:tav tm="65606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588">
                                          <p:val>
                                            <p:strVal val="#ppt_w*1.02225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.01896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3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36915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5213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65367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75854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8365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89303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3367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96294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98396"/>
                                          </p:val>
                                        </p:tav>
                                        <p:tav tm="65606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588">
                                          <p:val>
                                            <p:strVal val="#ppt_h*1.02225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.01896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335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03"/>
                                          </p:val>
                                        </p:tav>
                                        <p:tav tm="54672">
                                          <p:val>
                                            <p:fltVal val="303"/>
                                          </p:val>
                                        </p:tav>
                                        <p:tav tm="55666">
                                          <p:val>
                                            <p:fltVal val="332.55"/>
                                          </p:val>
                                        </p:tav>
                                        <p:tav tm="56660">
                                          <p:val>
                                            <p:fltVal val="370.29"/>
                                          </p:val>
                                        </p:tav>
                                        <p:tav tm="57654">
                                          <p:val>
                                            <p:fltVal val="403.11"/>
                                          </p:val>
                                        </p:tav>
                                        <p:tav tm="58648">
                                          <p:val>
                                            <p:fltVal val="429.12"/>
                                          </p:val>
                                        </p:tav>
                                        <p:tav tm="59642">
                                          <p:val>
                                            <p:fltVal val="448.46"/>
                                          </p:val>
                                        </p:tav>
                                        <p:tav tm="60636">
                                          <p:val>
                                            <p:fltVal val="462.47"/>
                                          </p:val>
                                        </p:tav>
                                        <p:tav tm="61630">
                                          <p:val>
                                            <p:fltVal val="472.55"/>
                                          </p:val>
                                        </p:tav>
                                        <p:tav tm="62624">
                                          <p:val>
                                            <p:fltVal val="479.81"/>
                                          </p:val>
                                        </p:tav>
                                        <p:tav tm="63618">
                                          <p:val>
                                            <p:fltVal val="485.02"/>
                                          </p:val>
                                        </p:tav>
                                        <p:tav tm="64612">
                                          <p:val>
                                            <p:fltVal val="488.73"/>
                                          </p:val>
                                        </p:tav>
                                        <p:tav tm="65606">
                                          <p:val>
                                            <p:fltVal val="491.3"/>
                                          </p:val>
                                        </p:tav>
                                        <p:tav tm="66600">
                                          <p:val>
                                            <p:fltVal val="493"/>
                                          </p:val>
                                        </p:tav>
                                        <p:tav tm="67594">
                                          <p:val>
                                            <p:fltVal val="494.03"/>
                                          </p:val>
                                        </p:tav>
                                        <p:tav tm="68588">
                                          <p:val>
                                            <p:fltVal val="494.52"/>
                                          </p:val>
                                        </p:tav>
                                        <p:tav tm="70577">
                                          <p:val>
                                            <p:fltVal val="494.28"/>
                                          </p:val>
                                        </p:tav>
                                        <p:tav tm="72565">
                                          <p:val>
                                            <p:fltVal val="492.88"/>
                                          </p:val>
                                        </p:tav>
                                        <p:tav tm="75547">
                                          <p:val>
                                            <p:fltVal val="489.36"/>
                                          </p:val>
                                        </p:tav>
                                        <p:tav tm="76541">
                                          <p:val>
                                            <p:fltVal val="489"/>
                                          </p:val>
                                        </p:tav>
                                        <p:tav tm="83499">
                                          <p:val>
                                            <p:fltVal val="489"/>
                                          </p:val>
                                        </p:tav>
                                        <p:tav tm="84493">
                                          <p:val>
                                            <p:fltVal val="455.61"/>
                                          </p:val>
                                        </p:tav>
                                        <p:tav tm="85487">
                                          <p:val>
                                            <p:fltVal val="425.27"/>
                                          </p:val>
                                        </p:tav>
                                        <p:tav tm="86481">
                                          <p:val>
                                            <p:fltVal val="403.12"/>
                                          </p:val>
                                        </p:tav>
                                        <p:tav tm="87475">
                                          <p:val>
                                            <p:fltVal val="388.87"/>
                                          </p:val>
                                        </p:tav>
                                        <p:tav tm="88469">
                                          <p:val>
                                            <p:fltVal val="379.72"/>
                                          </p:val>
                                        </p:tav>
                                        <p:tav tm="89463">
                                          <p:val>
                                            <p:fltVal val="373.62"/>
                                          </p:val>
                                        </p:tav>
                                        <p:tav tm="90457">
                                          <p:val>
                                            <p:fltVal val="369.41"/>
                                          </p:val>
                                        </p:tav>
                                        <p:tav tm="91451">
                                          <p:val>
                                            <p:fltVal val="366.44"/>
                                          </p:val>
                                        </p:tav>
                                        <p:tav tm="92445">
                                          <p:val>
                                            <p:fltVal val="364.31"/>
                                          </p:val>
                                        </p:tav>
                                        <p:tav tm="93439">
                                          <p:val>
                                            <p:fltVal val="362.79"/>
                                          </p:val>
                                        </p:tav>
                                        <p:tav tm="95427">
                                          <p:val>
                                            <p:fltVal val="360.95"/>
                                          </p:val>
                                        </p:tav>
                                        <p:tav tm="97416">
                                          <p:val>
                                            <p:fltVal val="360.16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8" dur="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9" dur="33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016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6016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576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4654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3644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2806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2165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1696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1358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01115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0939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0726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0606"/>
                                          </p:val>
                                        </p:tav>
                                        <p:tav tm="68588">
                                          <p:val>
                                            <p:strVal val="#ppt_x-0.00614"/>
                                          </p:val>
                                        </p:tav>
                                        <p:tav tm="73559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84493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42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501"/>
                                          </p:val>
                                        </p:tav>
                                        <p:tav tm="89463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" dur="33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384"/>
                                          </p:val>
                                        </p:tav>
                                        <p:tav tm="51690">
                                          <p:val>
                                            <p:strVal val="#ppt_y+0.10384"/>
                                          </p:val>
                                        </p:tav>
                                        <p:tav tm="52684">
                                          <p:val>
                                            <p:strVal val="#ppt_y+0.10112"/>
                                          </p:val>
                                        </p:tav>
                                        <p:tav tm="54672">
                                          <p:val>
                                            <p:strVal val="#ppt_y+0.0786"/>
                                          </p:val>
                                        </p:tav>
                                        <p:tav tm="55666">
                                          <p:val>
                                            <p:strVal val="#ppt_y+0.06967"/>
                                          </p:val>
                                        </p:tav>
                                        <p:tav tm="56660">
                                          <p:val>
                                            <p:strVal val="#ppt_y+0.06285"/>
                                          </p:val>
                                        </p:tav>
                                        <p:tav tm="57654">
                                          <p:val>
                                            <p:strVal val="#ppt_y+0.05786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5167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4753"/>
                                          </p:val>
                                        </p:tav>
                                        <p:tav tm="65606">
                                          <p:val>
                                            <p:strVal val="#ppt_y+0.04626"/>
                                          </p:val>
                                        </p:tav>
                                        <p:tav tm="73559">
                                          <p:val>
                                            <p:strVal val="#ppt_y+0.04786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4786"/>
                                          </p:val>
                                        </p:tav>
                                        <p:tav tm="84493">
                                          <p:val>
                                            <p:strVal val="#ppt_y+0.04307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2087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1357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899"/>
                                          </p:val>
                                        </p:tav>
                                        <p:tav tm="90457">
                                          <p:val>
                                            <p:strVal val="#ppt_y+0.0041"/>
                                          </p:val>
                                        </p:tav>
                                        <p:tav tm="92445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95427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3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28651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44419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58822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70777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799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86608"/>
                                          </p:val>
                                        </p:tav>
                                        <p:tav tm="58648">
                                          <p:val>
                                            <p:strVal val="#ppt_w*0.91428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4898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99181"/>
                                          </p:val>
                                        </p:tav>
                                        <p:tav tm="63618">
                                          <p:val>
                                            <p:strVal val="#ppt_w*1.01297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69583">
                                          <p:val>
                                            <p:strVal val="#ppt_w*1.01748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3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28651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44419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58822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70777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799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86608"/>
                                          </p:val>
                                        </p:tav>
                                        <p:tav tm="58648">
                                          <p:val>
                                            <p:strVal val="#ppt_h*0.91428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4898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99181"/>
                                          </p:val>
                                        </p:tav>
                                        <p:tav tm="63618">
                                          <p:val>
                                            <p:strVal val="#ppt_h*1.01297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2256"/>
                                          </p:val>
                                        </p:tav>
                                        <p:tav tm="69583">
                                          <p:val>
                                            <p:strVal val="#ppt_h*1.01748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335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"/>
                                          </p:val>
                                        </p:tav>
                                        <p:tav tm="51690">
                                          <p:val>
                                            <p:fltVal val="-8"/>
                                          </p:val>
                                        </p:tav>
                                        <p:tav tm="52684">
                                          <p:val>
                                            <p:fltVal val="-18.85"/>
                                          </p:val>
                                        </p:tav>
                                        <p:tav tm="53678">
                                          <p:val>
                                            <p:fltVal val="-65.74"/>
                                          </p:val>
                                        </p:tav>
                                        <p:tav tm="54672">
                                          <p:val>
                                            <p:fltVal val="-108.56"/>
                                          </p:val>
                                        </p:tav>
                                        <p:tav tm="55666">
                                          <p:val>
                                            <p:fltVal val="-144.11"/>
                                          </p:val>
                                        </p:tav>
                                        <p:tav tm="56660">
                                          <p:val>
                                            <p:fltVal val="-171.3"/>
                                          </p:val>
                                        </p:tav>
                                        <p:tav tm="57654">
                                          <p:val>
                                            <p:fltVal val="-191.18"/>
                                          </p:val>
                                        </p:tav>
                                        <p:tav tm="58648">
                                          <p:val>
                                            <p:fltVal val="-205.51"/>
                                          </p:val>
                                        </p:tav>
                                        <p:tav tm="59642">
                                          <p:val>
                                            <p:fltVal val="-215.83"/>
                                          </p:val>
                                        </p:tav>
                                        <p:tav tm="60636">
                                          <p:val>
                                            <p:fltVal val="-223.25"/>
                                          </p:val>
                                        </p:tav>
                                        <p:tav tm="61630">
                                          <p:val>
                                            <p:fltVal val="-228.57"/>
                                          </p:val>
                                        </p:tav>
                                        <p:tav tm="62624">
                                          <p:val>
                                            <p:fltVal val="-232.31"/>
                                          </p:val>
                                        </p:tav>
                                        <p:tav tm="63618">
                                          <p:val>
                                            <p:fltVal val="-234.86"/>
                                          </p:val>
                                        </p:tav>
                                        <p:tav tm="64612">
                                          <p:val>
                                            <p:fltVal val="-236.48"/>
                                          </p:val>
                                        </p:tav>
                                        <p:tav tm="65606">
                                          <p:val>
                                            <p:fltVal val="-237.39"/>
                                          </p:val>
                                        </p:tav>
                                        <p:tav tm="66600">
                                          <p:val>
                                            <p:fltVal val="-237.71"/>
                                          </p:val>
                                        </p:tav>
                                        <p:tav tm="68588">
                                          <p:val>
                                            <p:fltVal val="-237.04"/>
                                          </p:val>
                                        </p:tav>
                                        <p:tav tm="70577">
                                          <p:val>
                                            <p:fltVal val="-235.1"/>
                                          </p:val>
                                        </p:tav>
                                        <p:tav tm="73559">
                                          <p:val>
                                            <p:fltVal val="-231"/>
                                          </p:val>
                                        </p:tav>
                                        <p:tav tm="83499">
                                          <p:val>
                                            <p:fltVal val="-231"/>
                                          </p:val>
                                        </p:tav>
                                        <p:tav tm="84493">
                                          <p:val>
                                            <p:fltVal val="-264.39"/>
                                          </p:val>
                                        </p:tav>
                                        <p:tav tm="85487">
                                          <p:val>
                                            <p:fltVal val="-294.73"/>
                                          </p:val>
                                        </p:tav>
                                        <p:tav tm="86481">
                                          <p:val>
                                            <p:fltVal val="-316.88"/>
                                          </p:val>
                                        </p:tav>
                                        <p:tav tm="87475">
                                          <p:val>
                                            <p:fltVal val="-331.13"/>
                                          </p:val>
                                        </p:tav>
                                        <p:tav tm="88469">
                                          <p:val>
                                            <p:fltVal val="-340.28"/>
                                          </p:val>
                                        </p:tav>
                                        <p:tav tm="89463">
                                          <p:val>
                                            <p:fltVal val="-346.38"/>
                                          </p:val>
                                        </p:tav>
                                        <p:tav tm="90457">
                                          <p:val>
                                            <p:fltVal val="-350.59"/>
                                          </p:val>
                                        </p:tav>
                                        <p:tav tm="91451">
                                          <p:val>
                                            <p:fltVal val="-353.56"/>
                                          </p:val>
                                        </p:tav>
                                        <p:tav tm="92445">
                                          <p:val>
                                            <p:fltVal val="-355.69"/>
                                          </p:val>
                                        </p:tav>
                                        <p:tav tm="93439">
                                          <p:val>
                                            <p:fltVal val="-357.21"/>
                                          </p:val>
                                        </p:tav>
                                        <p:tav tm="95427">
                                          <p:val>
                                            <p:fltVal val="-359.05"/>
                                          </p:val>
                                        </p:tav>
                                        <p:tav tm="97416">
                                          <p:val>
                                            <p:fltVal val="-359.84"/>
                                          </p:val>
                                        </p:tav>
                                        <p:tav tm="99404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6" dur="33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27"/>
                                          </p:val>
                                        </p:tav>
                                        <p:tav tm="49702">
                                          <p:val>
                                            <p:strVal val="#ppt_x-0.0827"/>
                                          </p:val>
                                        </p:tav>
                                        <p:tav tm="50696">
                                          <p:val>
                                            <p:strVal val="#ppt_x-0.07134"/>
                                          </p:val>
                                        </p:tav>
                                        <p:tav tm="51690">
                                          <p:val>
                                            <p:strVal val="#ppt_x-0.05605"/>
                                          </p:val>
                                        </p:tav>
                                        <p:tav tm="52684">
                                          <p:val>
                                            <p:strVal val="#ppt_x-0.0427"/>
                                          </p:val>
                                        </p:tav>
                                        <p:tav tm="53678">
                                          <p:val>
                                            <p:strVal val="#ppt_x-0.03209"/>
                                          </p:val>
                                        </p:tav>
                                        <p:tav tm="54672">
                                          <p:val>
                                            <p:strVal val="#ppt_x-0.02418"/>
                                          </p:val>
                                        </p:tav>
                                        <p:tav tm="55666">
                                          <p:val>
                                            <p:strVal val="#ppt_x-0.01846"/>
                                          </p:val>
                                        </p:tav>
                                        <p:tav tm="56660">
                                          <p:val>
                                            <p:strVal val="#ppt_x-0.01434"/>
                                          </p:val>
                                        </p:tav>
                                        <p:tav tm="57654">
                                          <p:val>
                                            <p:strVal val="#ppt_x-0.01137"/>
                                          </p:val>
                                        </p:tav>
                                        <p:tav tm="58648">
                                          <p:val>
                                            <p:strVal val="#ppt_x-0.00924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0667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66600">
                                          <p:val>
                                            <p:strVal val="#ppt_x-0.00566"/>
                                          </p:val>
                                        </p:tav>
                                        <p:tav tm="71571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84493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42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501"/>
                                          </p:val>
                                        </p:tav>
                                        <p:tav tm="89463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33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688"/>
                                          </p:val>
                                        </p:tav>
                                        <p:tav tm="49702">
                                          <p:val>
                                            <p:strVal val="#ppt_y+0.08688"/>
                                          </p:val>
                                        </p:tav>
                                        <p:tav tm="50696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52684">
                                          <p:val>
                                            <p:strVal val="#ppt_y+0.0661"/>
                                          </p:val>
                                        </p:tav>
                                        <p:tav tm="53678">
                                          <p:val>
                                            <p:strVal val="#ppt_y+0.06059"/>
                                          </p:val>
                                        </p:tav>
                                        <p:tav tm="54672">
                                          <p:val>
                                            <p:strVal val="#ppt_y+0.05649"/>
                                          </p:val>
                                        </p:tav>
                                        <p:tav tm="56660">
                                          <p:val>
                                            <p:strVal val="#ppt_y+0.05138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04794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4681"/>
                                          </p:val>
                                        </p:tav>
                                        <p:tav tm="71571">
                                          <p:val>
                                            <p:strVal val="#ppt_y+0.04786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4786"/>
                                          </p:val>
                                        </p:tav>
                                        <p:tav tm="84493">
                                          <p:val>
                                            <p:strVal val="#ppt_y+0.04307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2087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1357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0899"/>
                                          </p:val>
                                        </p:tav>
                                        <p:tav tm="90457">
                                          <p:val>
                                            <p:strVal val="#ppt_y+0.0041"/>
                                          </p:val>
                                        </p:tav>
                                        <p:tav tm="92445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95427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33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w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w*0.3634"/>
                                          </p:val>
                                        </p:tav>
                                        <p:tav tm="51690">
                                          <p:val>
                                            <p:strVal val="#ppt_w*0.51606"/>
                                          </p:val>
                                        </p:tav>
                                        <p:tav tm="52684">
                                          <p:val>
                                            <p:strVal val="#ppt_w*0.64932"/>
                                          </p:val>
                                        </p:tav>
                                        <p:tav tm="53678">
                                          <p:val>
                                            <p:strVal val="#ppt_w*0.75523"/>
                                          </p:val>
                                        </p:tav>
                                        <p:tav tm="54672">
                                          <p:val>
                                            <p:strVal val="#ppt_w*0.83413"/>
                                          </p:val>
                                        </p:tav>
                                        <p:tav tm="55666">
                                          <p:val>
                                            <p:strVal val="#ppt_w*0.89128"/>
                                          </p:val>
                                        </p:tav>
                                        <p:tav tm="56660">
                                          <p:val>
                                            <p:strVal val="#ppt_w*0.93242"/>
                                          </p:val>
                                        </p:tav>
                                        <p:tav tm="57654">
                                          <p:val>
                                            <p:strVal val="#ppt_w*0.96204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99845"/>
                                          </p:val>
                                        </p:tav>
                                        <p:tav tm="61630">
                                          <p:val>
                                            <p:strVal val="#ppt_w*1.01595"/>
                                          </p:val>
                                        </p:tav>
                                        <p:tav tm="64612">
                                          <p:val>
                                            <p:strVal val="#ppt_w*1.0225"/>
                                          </p:val>
                                        </p:tav>
                                        <p:tav tm="7157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3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49702">
                                          <p:val>
                                            <p:strVal val="#ppt_h*0.25"/>
                                          </p:val>
                                        </p:tav>
                                        <p:tav tm="50696">
                                          <p:val>
                                            <p:strVal val="#ppt_h*0.3634"/>
                                          </p:val>
                                        </p:tav>
                                        <p:tav tm="51690">
                                          <p:val>
                                            <p:strVal val="#ppt_h*0.51606"/>
                                          </p:val>
                                        </p:tav>
                                        <p:tav tm="52684">
                                          <p:val>
                                            <p:strVal val="#ppt_h*0.64932"/>
                                          </p:val>
                                        </p:tav>
                                        <p:tav tm="53678">
                                          <p:val>
                                            <p:strVal val="#ppt_h*0.75523"/>
                                          </p:val>
                                        </p:tav>
                                        <p:tav tm="54672">
                                          <p:val>
                                            <p:strVal val="#ppt_h*0.83413"/>
                                          </p:val>
                                        </p:tav>
                                        <p:tav tm="55666">
                                          <p:val>
                                            <p:strVal val="#ppt_h*0.89128"/>
                                          </p:val>
                                        </p:tav>
                                        <p:tav tm="56660">
                                          <p:val>
                                            <p:strVal val="#ppt_h*0.93242"/>
                                          </p:val>
                                        </p:tav>
                                        <p:tav tm="57654">
                                          <p:val>
                                            <p:strVal val="#ppt_h*0.96204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99845"/>
                                          </p:val>
                                        </p:tav>
                                        <p:tav tm="61630">
                                          <p:val>
                                            <p:strVal val="#ppt_h*1.01595"/>
                                          </p:val>
                                        </p:tav>
                                        <p:tav tm="64612">
                                          <p:val>
                                            <p:strVal val="#ppt_h*1.0225"/>
                                          </p:val>
                                        </p:tav>
                                        <p:tav tm="7157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35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9"/>
                                          </p:val>
                                        </p:tav>
                                        <p:tav tm="49702">
                                          <p:val>
                                            <p:fltVal val="229"/>
                                          </p:val>
                                        </p:tav>
                                        <p:tav tm="50696">
                                          <p:val>
                                            <p:fltVal val="268.31"/>
                                          </p:val>
                                        </p:tav>
                                        <p:tav tm="51690">
                                          <p:val>
                                            <p:fltVal val="321.23"/>
                                          </p:val>
                                        </p:tav>
                                        <p:tav tm="52684">
                                          <p:val>
                                            <p:fltVal val="367.43"/>
                                          </p:val>
                                        </p:tav>
                                        <p:tav tm="53678">
                                          <p:val>
                                            <p:fltVal val="404.14"/>
                                          </p:val>
                                        </p:tav>
                                        <p:tav tm="54672">
                                          <p:val>
                                            <p:fltVal val="431.5"/>
                                          </p:val>
                                        </p:tav>
                                        <p:tav tm="55666">
                                          <p:val>
                                            <p:fltVal val="451.31"/>
                                          </p:val>
                                        </p:tav>
                                        <p:tav tm="56660">
                                          <p:val>
                                            <p:fltVal val="465.57"/>
                                          </p:val>
                                        </p:tav>
                                        <p:tav tm="57654">
                                          <p:val>
                                            <p:fltVal val="475.84"/>
                                          </p:val>
                                        </p:tav>
                                        <p:tav tm="58648">
                                          <p:val>
                                            <p:fltVal val="483.21"/>
                                          </p:val>
                                        </p:tav>
                                        <p:tav tm="59642">
                                          <p:val>
                                            <p:fltVal val="488.46"/>
                                          </p:val>
                                        </p:tav>
                                        <p:tav tm="60636">
                                          <p:val>
                                            <p:fltVal val="492.11"/>
                                          </p:val>
                                        </p:tav>
                                        <p:tav tm="61630">
                                          <p:val>
                                            <p:fltVal val="494.53"/>
                                          </p:val>
                                        </p:tav>
                                        <p:tav tm="62624">
                                          <p:val>
                                            <p:fltVal val="495.99"/>
                                          </p:val>
                                        </p:tav>
                                        <p:tav tm="63618">
                                          <p:val>
                                            <p:fltVal val="496.7"/>
                                          </p:val>
                                        </p:tav>
                                        <p:tav tm="65606">
                                          <p:val>
                                            <p:fltVal val="496.41"/>
                                          </p:val>
                                        </p:tav>
                                        <p:tav tm="67594">
                                          <p:val>
                                            <p:fltVal val="494.48"/>
                                          </p:val>
                                        </p:tav>
                                        <p:tav tm="70577">
                                          <p:val>
                                            <p:fltVal val="489.57"/>
                                          </p:val>
                                        </p:tav>
                                        <p:tav tm="71571">
                                          <p:val>
                                            <p:fltVal val="489"/>
                                          </p:val>
                                        </p:tav>
                                        <p:tav tm="83499">
                                          <p:val>
                                            <p:fltVal val="489"/>
                                          </p:val>
                                        </p:tav>
                                        <p:tav tm="84493">
                                          <p:val>
                                            <p:fltVal val="455.61"/>
                                          </p:val>
                                        </p:tav>
                                        <p:tav tm="85487">
                                          <p:val>
                                            <p:fltVal val="425.27"/>
                                          </p:val>
                                        </p:tav>
                                        <p:tav tm="86481">
                                          <p:val>
                                            <p:fltVal val="403.12"/>
                                          </p:val>
                                        </p:tav>
                                        <p:tav tm="87475">
                                          <p:val>
                                            <p:fltVal val="388.87"/>
                                          </p:val>
                                        </p:tav>
                                        <p:tav tm="88469">
                                          <p:val>
                                            <p:fltVal val="379.72"/>
                                          </p:val>
                                        </p:tav>
                                        <p:tav tm="89463">
                                          <p:val>
                                            <p:fltVal val="373.62"/>
                                          </p:val>
                                        </p:tav>
                                        <p:tav tm="90457">
                                          <p:val>
                                            <p:fltVal val="369.41"/>
                                          </p:val>
                                        </p:tav>
                                        <p:tav tm="91451">
                                          <p:val>
                                            <p:fltVal val="366.44"/>
                                          </p:val>
                                        </p:tav>
                                        <p:tav tm="92445">
                                          <p:val>
                                            <p:fltVal val="364.31"/>
                                          </p:val>
                                        </p:tav>
                                        <p:tav tm="93439">
                                          <p:val>
                                            <p:fltVal val="362.79"/>
                                          </p:val>
                                        </p:tav>
                                        <p:tav tm="95427">
                                          <p:val>
                                            <p:fltVal val="360.95"/>
                                          </p:val>
                                        </p:tav>
                                        <p:tav tm="97416">
                                          <p:val>
                                            <p:fltVal val="360.16"/>
                                          </p:val>
                                        </p:tav>
                                        <p:tav tm="99404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67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4" dur="33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0038"/>
                                          </p:val>
                                        </p:tav>
                                        <p:tav tm="59642">
                                          <p:val>
                                            <p:strVal val="#ppt_x-0.10038"/>
                                          </p:val>
                                        </p:tav>
                                        <p:tav tm="60636">
                                          <p:val>
                                            <p:strVal val="#ppt_x-0.08943"/>
                                          </p:val>
                                        </p:tav>
                                        <p:tav tm="61630">
                                          <p:val>
                                            <p:strVal val="#ppt_x-0.07164"/>
                                          </p:val>
                                        </p:tav>
                                        <p:tav tm="62624">
                                          <p:val>
                                            <p:strVal val="#ppt_x-0.05606"/>
                                          </p:val>
                                        </p:tav>
                                        <p:tav tm="63618">
                                          <p:val>
                                            <p:strVal val="#ppt_x-0.04369"/>
                                          </p:val>
                                        </p:tav>
                                        <p:tav tm="64612">
                                          <p:val>
                                            <p:strVal val="#ppt_x-0.03449"/>
                                          </p:val>
                                        </p:tav>
                                        <p:tav tm="65606">
                                          <p:val>
                                            <p:strVal val="#ppt_x-0.02786"/>
                                          </p:val>
                                        </p:tav>
                                        <p:tav tm="66600">
                                          <p:val>
                                            <p:strVal val="#ppt_x-0.02311"/>
                                          </p:val>
                                        </p:tav>
                                        <p:tav tm="67594">
                                          <p:val>
                                            <p:strVal val="#ppt_x-0.01969"/>
                                          </p:val>
                                        </p:tav>
                                        <p:tav tm="68588">
                                          <p:val>
                                            <p:strVal val="#ppt_x-0.01724"/>
                                          </p:val>
                                        </p:tav>
                                        <p:tav tm="69583">
                                          <p:val>
                                            <p:strVal val="#ppt_x-0.01549"/>
                                          </p:val>
                                        </p:tav>
                                        <p:tav tm="70577">
                                          <p:val>
                                            <p:strVal val="#ppt_x-0.01427"/>
                                          </p:val>
                                        </p:tav>
                                        <p:tav tm="72565">
                                          <p:val>
                                            <p:strVal val="#ppt_x-0.01296"/>
                                          </p:val>
                                        </p:tav>
                                        <p:tav tm="75547">
                                          <p:val>
                                            <p:strVal val="#ppt_x-0.01277"/>
                                          </p:val>
                                        </p:tav>
                                        <p:tav tm="80517">
                                          <p:val>
                                            <p:strVal val="#ppt_x-0.0149"/>
                                          </p:val>
                                        </p:tav>
                                        <p:tav tm="83499">
                                          <p:val>
                                            <p:strVal val="#ppt_x-0.01515"/>
                                          </p:val>
                                        </p:tav>
                                        <p:tav tm="84493">
                                          <p:val>
                                            <p:strVal val="#ppt_x-0.00297"/>
                                          </p:val>
                                        </p:tav>
                                        <p:tav tm="85487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86481">
                                          <p:val>
                                            <p:strVal val="#ppt_x+0.00646"/>
                                          </p:val>
                                        </p:tav>
                                        <p:tav tm="87475">
                                          <p:val>
                                            <p:strVal val="#ppt_x+0.00579"/>
                                          </p:val>
                                        </p:tav>
                                        <p:tav tm="90457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92445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95427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94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" dur="33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713"/>
                                          </p:val>
                                        </p:tav>
                                        <p:tav tm="59642">
                                          <p:val>
                                            <p:strVal val="#ppt_y+0.11713"/>
                                          </p:val>
                                        </p:tav>
                                        <p:tav tm="60636">
                                          <p:val>
                                            <p:strVal val="#ppt_y+0.11159"/>
                                          </p:val>
                                        </p:tav>
                                        <p:tav tm="62624">
                                          <p:val>
                                            <p:strVal val="#ppt_y+0.09389"/>
                                          </p:val>
                                        </p:tav>
                                        <p:tav tm="63618">
                                          <p:val>
                                            <p:strVal val="#ppt_y+0.08711"/>
                                          </p:val>
                                        </p:tav>
                                        <p:tav tm="64612">
                                          <p:val>
                                            <p:strVal val="#ppt_y+0.08207"/>
                                          </p:val>
                                        </p:tav>
                                        <p:tav tm="66600">
                                          <p:val>
                                            <p:strVal val="#ppt_y+0.07589"/>
                                          </p:val>
                                        </p:tav>
                                        <p:tav tm="69583">
                                          <p:val>
                                            <p:strVal val="#ppt_y+0.07184"/>
                                          </p:val>
                                        </p:tav>
                                        <p:tav tm="72565">
                                          <p:val>
                                            <p:strVal val="#ppt_y+0.07052"/>
                                          </p:val>
                                        </p:tav>
                                        <p:tav tm="83499">
                                          <p:val>
                                            <p:strVal val="#ppt_y+0.07166"/>
                                          </p:val>
                                        </p:tav>
                                        <p:tav tm="84493">
                                          <p:val>
                                            <p:strVal val="#ppt_y+0.06496"/>
                                          </p:val>
                                        </p:tav>
                                        <p:tav tm="86481">
                                          <p:val>
                                            <p:strVal val="#ppt_y+0.0317"/>
                                          </p:val>
                                        </p:tav>
                                        <p:tav tm="87475">
                                          <p:val>
                                            <p:strVal val="#ppt_y+0.02065"/>
                                          </p:val>
                                        </p:tav>
                                        <p:tav tm="88469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89463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90457">
                                          <p:val>
                                            <p:strVal val="#ppt_y+0.00625"/>
                                          </p:val>
                                        </p:tav>
                                        <p:tav tm="92445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95427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994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33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w*0.25"/>
                                          </p:val>
                                        </p:tav>
                                        <p:tav tm="60636">
                                          <p:val>
                                            <p:strVal val="#ppt_w*0.34464"/>
                                          </p:val>
                                        </p:tav>
                                        <p:tav tm="61630">
                                          <p:val>
                                            <p:strVal val="#ppt_w*0.4988"/>
                                          </p:val>
                                        </p:tav>
                                        <p:tav tm="62624">
                                          <p:val>
                                            <p:strVal val="#ppt_w*0.63491"/>
                                          </p:val>
                                        </p:tav>
                                        <p:tav tm="63618">
                                          <p:val>
                                            <p:strVal val="#ppt_w*0.74419"/>
                                          </p:val>
                                        </p:tav>
                                        <p:tav tm="64612">
                                          <p:val>
                                            <p:strVal val="#ppt_w*0.82606"/>
                                          </p:val>
                                        </p:tav>
                                        <p:tav tm="65606">
                                          <p:val>
                                            <p:strVal val="#ppt_w*0.88546"/>
                                          </p:val>
                                        </p:tav>
                                        <p:tav tm="66600">
                                          <p:val>
                                            <p:strVal val="#ppt_w*0.92823"/>
                                          </p:val>
                                        </p:tav>
                                        <p:tav tm="67594">
                                          <p:val>
                                            <p:strVal val="#ppt_w*0.95902"/>
                                          </p:val>
                                        </p:tav>
                                        <p:tav tm="68588">
                                          <p:val>
                                            <p:strVal val="#ppt_w*0.98115"/>
                                          </p:val>
                                        </p:tav>
                                        <p:tav tm="70577">
                                          <p:val>
                                            <p:strVal val="#ppt_w*1.00792"/>
                                          </p:val>
                                        </p:tav>
                                        <p:tav tm="73559">
                                          <p:val>
                                            <p:strVal val="#ppt_w*1.02207"/>
                                          </p:val>
                                        </p:tav>
                                        <p:tav tm="76541">
                                          <p:val>
                                            <p:strVal val="#ppt_w*1.01939"/>
                                          </p:val>
                                        </p:tav>
                                        <p:tav tm="81511">
                                          <p:val>
                                            <p:strVal val="#ppt_w*1"/>
                                          </p:val>
                                        </p:tav>
                                        <p:tav tm="994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3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59642">
                                          <p:val>
                                            <p:strVal val="#ppt_h*0.25"/>
                                          </p:val>
                                        </p:tav>
                                        <p:tav tm="60636">
                                          <p:val>
                                            <p:strVal val="#ppt_h*0.34464"/>
                                          </p:val>
                                        </p:tav>
                                        <p:tav tm="61630">
                                          <p:val>
                                            <p:strVal val="#ppt_h*0.4988"/>
                                          </p:val>
                                        </p:tav>
                                        <p:tav tm="62624">
                                          <p:val>
                                            <p:strVal val="#ppt_h*0.63491"/>
                                          </p:val>
                                        </p:tav>
                                        <p:tav tm="63618">
                                          <p:val>
                                            <p:strVal val="#ppt_h*0.74419"/>
                                          </p:val>
                                        </p:tav>
                                        <p:tav tm="64612">
                                          <p:val>
                                            <p:strVal val="#ppt_h*0.82606"/>
                                          </p:val>
                                        </p:tav>
                                        <p:tav tm="65606">
                                          <p:val>
                                            <p:strVal val="#ppt_h*0.88546"/>
                                          </p:val>
                                        </p:tav>
                                        <p:tav tm="66600">
                                          <p:val>
                                            <p:strVal val="#ppt_h*0.92823"/>
                                          </p:val>
                                        </p:tav>
                                        <p:tav tm="67594">
                                          <p:val>
                                            <p:strVal val="#ppt_h*0.95902"/>
                                          </p:val>
                                        </p:tav>
                                        <p:tav tm="68588">
                                          <p:val>
                                            <p:strVal val="#ppt_h*0.98115"/>
                                          </p:val>
                                        </p:tav>
                                        <p:tav tm="70577">
                                          <p:val>
                                            <p:strVal val="#ppt_h*1.00792"/>
                                          </p:val>
                                        </p:tav>
                                        <p:tav tm="73559">
                                          <p:val>
                                            <p:strVal val="#ppt_h*1.02207"/>
                                          </p:val>
                                        </p:tav>
                                        <p:tav tm="76541">
                                          <p:val>
                                            <p:strVal val="#ppt_h*1.01939"/>
                                          </p:val>
                                        </p:tav>
                                        <p:tav tm="81511">
                                          <p:val>
                                            <p:strVal val="#ppt_h*1"/>
                                          </p:val>
                                        </p:tav>
                                        <p:tav tm="994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35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66"/>
                                          </p:val>
                                        </p:tav>
                                        <p:tav tm="59642">
                                          <p:val>
                                            <p:fltVal val="266"/>
                                          </p:val>
                                        </p:tav>
                                        <p:tav tm="60636">
                                          <p:val>
                                            <p:fltVal val="248.71"/>
                                          </p:val>
                                        </p:tav>
                                        <p:tav tm="61630">
                                          <p:val>
                                            <p:fltVal val="220.55"/>
                                          </p:val>
                                        </p:tav>
                                        <p:tav tm="62624">
                                          <p:val>
                                            <p:fltVal val="195.69"/>
                                          </p:val>
                                        </p:tav>
                                        <p:tav tm="63618">
                                          <p:val>
                                            <p:fltVal val="175.73"/>
                                          </p:val>
                                        </p:tav>
                                        <p:tav tm="64612">
                                          <p:val>
                                            <p:fltVal val="160.77"/>
                                          </p:val>
                                        </p:tav>
                                        <p:tav tm="65606">
                                          <p:val>
                                            <p:fltVal val="149.92"/>
                                          </p:val>
                                        </p:tav>
                                        <p:tav tm="66600">
                                          <p:val>
                                            <p:fltVal val="142.11"/>
                                          </p:val>
                                        </p:tav>
                                        <p:tav tm="67594">
                                          <p:val>
                                            <p:fltVal val="136.49"/>
                                          </p:val>
                                        </p:tav>
                                        <p:tav tm="68588">
                                          <p:val>
                                            <p:fltVal val="132.44"/>
                                          </p:val>
                                        </p:tav>
                                        <p:tav tm="69583">
                                          <p:val>
                                            <p:fltVal val="129.56"/>
                                          </p:val>
                                        </p:tav>
                                        <p:tav tm="70577">
                                          <p:val>
                                            <p:fltVal val="127.55"/>
                                          </p:val>
                                        </p:tav>
                                        <p:tav tm="72565">
                                          <p:val>
                                            <p:fltVal val="125.38"/>
                                          </p:val>
                                        </p:tav>
                                        <p:tav tm="73559">
                                          <p:val>
                                            <p:fltVal val="124.97"/>
                                          </p:val>
                                        </p:tav>
                                        <p:tav tm="75547">
                                          <p:val>
                                            <p:fltVal val="125.06"/>
                                          </p:val>
                                        </p:tav>
                                        <p:tav tm="77535">
                                          <p:val>
                                            <p:fltVal val="126.04"/>
                                          </p:val>
                                        </p:tav>
                                        <p:tav tm="80517">
                                          <p:val>
                                            <p:fltVal val="128.58"/>
                                          </p:val>
                                        </p:tav>
                                        <p:tav tm="83499">
                                          <p:val>
                                            <p:fltVal val="129"/>
                                          </p:val>
                                        </p:tav>
                                        <p:tav tm="84493">
                                          <p:val>
                                            <p:fltVal val="95.61"/>
                                          </p:val>
                                        </p:tav>
                                        <p:tav tm="85487">
                                          <p:val>
                                            <p:fltVal val="65.27"/>
                                          </p:val>
                                        </p:tav>
                                        <p:tav tm="86481">
                                          <p:val>
                                            <p:fltVal val="43.12"/>
                                          </p:val>
                                        </p:tav>
                                        <p:tav tm="87475">
                                          <p:val>
                                            <p:fltVal val="28.87"/>
                                          </p:val>
                                        </p:tav>
                                        <p:tav tm="88469">
                                          <p:val>
                                            <p:fltVal val="19.72"/>
                                          </p:val>
                                        </p:tav>
                                        <p:tav tm="89463">
                                          <p:val>
                                            <p:fltVal val="13.62"/>
                                          </p:val>
                                        </p:tav>
                                        <p:tav tm="90457">
                                          <p:val>
                                            <p:fltVal val="9.41"/>
                                          </p:val>
                                        </p:tav>
                                        <p:tav tm="91451">
                                          <p:val>
                                            <p:fltVal val="6.44"/>
                                          </p:val>
                                        </p:tav>
                                        <p:tav tm="92445">
                                          <p:val>
                                            <p:fltVal val="4.31"/>
                                          </p:val>
                                        </p:tav>
                                        <p:tav tm="93439">
                                          <p:val>
                                            <p:fltVal val="2.79"/>
                                          </p:val>
                                        </p:tav>
                                        <p:tav tm="95427">
                                          <p:val>
                                            <p:fltVal val="0.95"/>
                                          </p:val>
                                        </p:tav>
                                        <p:tav tm="97416">
                                          <p:val>
                                            <p:fltVal val="0.16"/>
                                          </p:val>
                                        </p:tav>
                                        <p:tav tm="994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1" dur="67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2" dur="2664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659"/>
                                          </p:val>
                                        </p:tav>
                                        <p:tav tm="71315">
                                          <p:val>
                                            <p:strVal val="#ppt_x+0.10659"/>
                                          </p:val>
                                        </p:tav>
                                        <p:tav tm="72566">
                                          <p:val>
                                            <p:strVal val="#ppt_x+0.10495"/>
                                          </p:val>
                                        </p:tav>
                                        <p:tav tm="73817">
                                          <p:val>
                                            <p:strVal val="#ppt_x+0.08254"/>
                                          </p:val>
                                        </p:tav>
                                        <p:tav tm="75068">
                                          <p:val>
                                            <p:strVal val="#ppt_x+0.06168"/>
                                          </p:val>
                                        </p:tav>
                                        <p:tav tm="76319">
                                          <p:val>
                                            <p:strVal val="#ppt_x+0.04402"/>
                                          </p:val>
                                        </p:tav>
                                        <p:tav tm="77571">
                                          <p:val>
                                            <p:strVal val="#ppt_x+0.03035"/>
                                          </p:val>
                                        </p:tav>
                                        <p:tav tm="78822">
                                          <p:val>
                                            <p:strVal val="#ppt_x+0.02031"/>
                                          </p:val>
                                        </p:tav>
                                        <p:tav tm="80073">
                                          <p:val>
                                            <p:strVal val="#ppt_x+0.01309"/>
                                          </p:val>
                                        </p:tav>
                                        <p:tav tm="81324">
                                          <p:val>
                                            <p:strVal val="#ppt_x+0.0079"/>
                                          </p:val>
                                        </p:tav>
                                        <p:tav tm="82575">
                                          <p:val>
                                            <p:strVal val="#ppt_x+0.00417"/>
                                          </p:val>
                                        </p:tav>
                                        <p:tav tm="83826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85077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87580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90082">
                                          <p:val>
                                            <p:strVal val="#ppt_x-0.00318"/>
                                          </p:val>
                                        </p:tav>
                                        <p:tav tm="92584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9884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2664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823"/>
                                          </p:val>
                                        </p:tav>
                                        <p:tav tm="71315">
                                          <p:val>
                                            <p:strVal val="#ppt_y-0.10823"/>
                                          </p:val>
                                        </p:tav>
                                        <p:tav tm="72566">
                                          <p:val>
                                            <p:strVal val="#ppt_y-0.10653"/>
                                          </p:val>
                                        </p:tav>
                                        <p:tav tm="73817">
                                          <p:val>
                                            <p:strVal val="#ppt_y-0.08335"/>
                                          </p:val>
                                        </p:tav>
                                        <p:tav tm="75068">
                                          <p:val>
                                            <p:strVal val="#ppt_y-0.06189"/>
                                          </p:val>
                                        </p:tav>
                                        <p:tav tm="76319">
                                          <p:val>
                                            <p:strVal val="#ppt_y-0.04393"/>
                                          </p:val>
                                        </p:tav>
                                        <p:tav tm="77571">
                                          <p:val>
                                            <p:strVal val="#ppt_y-0.03019"/>
                                          </p:val>
                                        </p:tav>
                                        <p:tav tm="78822">
                                          <p:val>
                                            <p:strVal val="#ppt_y-0.02017"/>
                                          </p:val>
                                        </p:tav>
                                        <p:tav tm="80073">
                                          <p:val>
                                            <p:strVal val="#ppt_y-0.01299"/>
                                          </p:val>
                                        </p:tav>
                                        <p:tav tm="81324">
                                          <p:val>
                                            <p:strVal val="#ppt_y-0.00783"/>
                                          </p:val>
                                        </p:tav>
                                        <p:tav tm="83826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87580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92584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9884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" dur="2664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315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566">
                                          <p:val>
                                            <p:strVal val="#ppt_w*0.26169"/>
                                          </p:val>
                                        </p:tav>
                                        <p:tav tm="73817">
                                          <p:val>
                                            <p:strVal val="#ppt_w*0.42039"/>
                                          </p:val>
                                        </p:tav>
                                        <p:tav tm="75068">
                                          <p:val>
                                            <p:strVal val="#ppt_w*0.56735"/>
                                          </p:val>
                                        </p:tav>
                                        <p:tav tm="76319">
                                          <p:val>
                                            <p:strVal val="#ppt_w*0.69114"/>
                                          </p:val>
                                        </p:tav>
                                        <p:tav tm="77571">
                                          <p:val>
                                            <p:strVal val="#ppt_w*0.78682"/>
                                          </p:val>
                                        </p:tav>
                                        <p:tav tm="78822">
                                          <p:val>
                                            <p:strVal val="#ppt_w*0.85711"/>
                                          </p:val>
                                        </p:tav>
                                        <p:tav tm="80073">
                                          <p:val>
                                            <p:strVal val="#ppt_w*0.90783"/>
                                          </p:val>
                                        </p:tav>
                                        <p:tav tm="81324">
                                          <p:val>
                                            <p:strVal val="#ppt_w*0.94433"/>
                                          </p:val>
                                        </p:tav>
                                        <p:tav tm="83826">
                                          <p:val>
                                            <p:strVal val="#ppt_w*0.98943"/>
                                          </p:val>
                                        </p:tav>
                                        <p:tav tm="87580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92584">
                                          <p:val>
                                            <p:strVal val="#ppt_w*1.02065"/>
                                          </p:val>
                                        </p:tav>
                                        <p:tav tm="9884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664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315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566">
                                          <p:val>
                                            <p:strVal val="#ppt_h*0.26169"/>
                                          </p:val>
                                        </p:tav>
                                        <p:tav tm="73817">
                                          <p:val>
                                            <p:strVal val="#ppt_h*0.42039"/>
                                          </p:val>
                                        </p:tav>
                                        <p:tav tm="75068">
                                          <p:val>
                                            <p:strVal val="#ppt_h*0.56735"/>
                                          </p:val>
                                        </p:tav>
                                        <p:tav tm="76319">
                                          <p:val>
                                            <p:strVal val="#ppt_h*0.69114"/>
                                          </p:val>
                                        </p:tav>
                                        <p:tav tm="77571">
                                          <p:val>
                                            <p:strVal val="#ppt_h*0.78682"/>
                                          </p:val>
                                        </p:tav>
                                        <p:tav tm="78822">
                                          <p:val>
                                            <p:strVal val="#ppt_h*0.85711"/>
                                          </p:val>
                                        </p:tav>
                                        <p:tav tm="80073">
                                          <p:val>
                                            <p:strVal val="#ppt_h*0.90783"/>
                                          </p:val>
                                        </p:tav>
                                        <p:tav tm="81324">
                                          <p:val>
                                            <p:strVal val="#ppt_h*0.94433"/>
                                          </p:val>
                                        </p:tav>
                                        <p:tav tm="83826">
                                          <p:val>
                                            <p:strVal val="#ppt_h*0.98943"/>
                                          </p:val>
                                        </p:tav>
                                        <p:tav tm="87580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92584">
                                          <p:val>
                                            <p:strVal val="#ppt_h*1.02065"/>
                                          </p:val>
                                        </p:tav>
                                        <p:tav tm="9884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2664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6"/>
                                          </p:val>
                                        </p:tav>
                                        <p:tav tm="71315">
                                          <p:val>
                                            <p:fltVal val="186"/>
                                          </p:val>
                                        </p:tav>
                                        <p:tav tm="72566">
                                          <p:val>
                                            <p:fltVal val="188.71"/>
                                          </p:val>
                                        </p:tav>
                                        <p:tav tm="73817">
                                          <p:val>
                                            <p:fltVal val="225.53"/>
                                          </p:val>
                                        </p:tav>
                                        <p:tav tm="75068">
                                          <p:val>
                                            <p:fltVal val="259.62"/>
                                          </p:val>
                                        </p:tav>
                                        <p:tav tm="76319">
                                          <p:val>
                                            <p:fltVal val="288.35"/>
                                          </p:val>
                                        </p:tav>
                                        <p:tav tm="77571">
                                          <p:val>
                                            <p:fltVal val="310.54"/>
                                          </p:val>
                                        </p:tav>
                                        <p:tav tm="78822">
                                          <p:val>
                                            <p:fltVal val="326.85"/>
                                          </p:val>
                                        </p:tav>
                                        <p:tav tm="80073">
                                          <p:val>
                                            <p:fltVal val="338.62"/>
                                          </p:val>
                                        </p:tav>
                                        <p:tav tm="81324">
                                          <p:val>
                                            <p:fltVal val="347.08"/>
                                          </p:val>
                                        </p:tav>
                                        <p:tav tm="82575">
                                          <p:val>
                                            <p:fltVal val="353.18"/>
                                          </p:val>
                                        </p:tav>
                                        <p:tav tm="83826">
                                          <p:val>
                                            <p:fltVal val="357.55"/>
                                          </p:val>
                                        </p:tav>
                                        <p:tav tm="85077">
                                          <p:val>
                                            <p:fltVal val="360.64"/>
                                          </p:val>
                                        </p:tav>
                                        <p:tav tm="86328">
                                          <p:val>
                                            <p:fltVal val="362.75"/>
                                          </p:val>
                                        </p:tav>
                                        <p:tav tm="87580">
                                          <p:val>
                                            <p:fltVal val="364.12"/>
                                          </p:val>
                                        </p:tav>
                                        <p:tav tm="90082">
                                          <p:val>
                                            <p:fltVal val="365.22"/>
                                          </p:val>
                                        </p:tav>
                                        <p:tav tm="92584">
                                          <p:val>
                                            <p:fltVal val="364.79"/>
                                          </p:val>
                                        </p:tav>
                                        <p:tav tm="95086">
                                          <p:val>
                                            <p:fltVal val="363.34"/>
                                          </p:val>
                                        </p:tav>
                                        <p:tav tm="98840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9" dur="67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0" dur="2582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997"/>
                                          </p:val>
                                        </p:tav>
                                        <p:tav tm="71018">
                                          <p:val>
                                            <p:strVal val="#ppt_x+0.10997"/>
                                          </p:val>
                                        </p:tav>
                                        <p:tav tm="72309">
                                          <p:val>
                                            <p:strVal val="#ppt_x+0.09702"/>
                                          </p:val>
                                        </p:tav>
                                        <p:tav tm="73600">
                                          <p:val>
                                            <p:strVal val="#ppt_x+0.07445"/>
                                          </p:val>
                                        </p:tav>
                                        <p:tav tm="74891">
                                          <p:val>
                                            <p:strVal val="#ppt_x+0.05437"/>
                                          </p:val>
                                        </p:tav>
                                        <p:tav tm="76183">
                                          <p:val>
                                            <p:strVal val="#ppt_x+0.03815"/>
                                          </p:val>
                                        </p:tav>
                                        <p:tav tm="77474">
                                          <p:val>
                                            <p:strVal val="#ppt_x+0.02595"/>
                                          </p:val>
                                        </p:tav>
                                        <p:tav tm="78765">
                                          <p:val>
                                            <p:strVal val="#ppt_x+0.0171"/>
                                          </p:val>
                                        </p:tav>
                                        <p:tav tm="80056">
                                          <p:val>
                                            <p:strVal val="#ppt_x+0.01073"/>
                                          </p:val>
                                        </p:tav>
                                        <p:tav tm="81348">
                                          <p:val>
                                            <p:strVal val="#ppt_x+0.00615"/>
                                          </p:val>
                                        </p:tav>
                                        <p:tav tm="82639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83930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86513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89095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91677">
                                          <p:val>
                                            <p:strVal val="#ppt_x-0.00317"/>
                                          </p:val>
                                        </p:tav>
                                        <p:tav tm="9942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2582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1"/>
                                          </p:val>
                                        </p:tav>
                                        <p:tav tm="71018">
                                          <p:val>
                                            <p:strVal val="#ppt_y+0.0291"/>
                                          </p:val>
                                        </p:tav>
                                        <p:tav tm="72309">
                                          <p:val>
                                            <p:strVal val="#ppt_y+0.02564"/>
                                          </p:val>
                                        </p:tav>
                                        <p:tav tm="74891">
                                          <p:val>
                                            <p:strVal val="#ppt_y+0.01405"/>
                                          </p:val>
                                        </p:tav>
                                        <p:tav tm="76183">
                                          <p:val>
                                            <p:strVal val="#ppt_y+0.00972"/>
                                          </p:val>
                                        </p:tav>
                                        <p:tav tm="77474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80056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82639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86513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994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" dur="2582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71018">
                                          <p:val>
                                            <p:strVal val="#ppt_w*0.25"/>
                                          </p:val>
                                        </p:tav>
                                        <p:tav tm="72309">
                                          <p:val>
                                            <p:strVal val="#ppt_w*0.33886"/>
                                          </p:val>
                                        </p:tav>
                                        <p:tav tm="73600">
                                          <p:val>
                                            <p:strVal val="#ppt_w*0.49344"/>
                                          </p:val>
                                        </p:tav>
                                        <p:tav tm="74891">
                                          <p:val>
                                            <p:strVal val="#ppt_w*0.63041"/>
                                          </p:val>
                                        </p:tav>
                                        <p:tav tm="76183">
                                          <p:val>
                                            <p:strVal val="#ppt_w*0.74072"/>
                                          </p:val>
                                        </p:tav>
                                        <p:tav tm="77474">
                                          <p:val>
                                            <p:strVal val="#ppt_w*0.82351"/>
                                          </p:val>
                                        </p:tav>
                                        <p:tav tm="78765">
                                          <p:val>
                                            <p:strVal val="#ppt_w*0.88363"/>
                                          </p:val>
                                        </p:tav>
                                        <p:tav tm="80056">
                                          <p:val>
                                            <p:strVal val="#ppt_w*0.92691"/>
                                          </p:val>
                                        </p:tav>
                                        <p:tav tm="81348">
                                          <p:val>
                                            <p:strVal val="#ppt_w*0.95807"/>
                                          </p:val>
                                        </p:tav>
                                        <p:tav tm="82639">
                                          <p:val>
                                            <p:strVal val="#ppt_w*0.98047"/>
                                          </p:val>
                                        </p:tav>
                                        <p:tav tm="83930">
                                          <p:val>
                                            <p:strVal val="#ppt_w*0.99644"/>
                                          </p:val>
                                        </p:tav>
                                        <p:tav tm="86513">
                                          <p:val>
                                            <p:strVal val="#ppt_w*1.01507"/>
                                          </p:val>
                                        </p:tav>
                                        <p:tav tm="91677">
                                          <p:val>
                                            <p:strVal val="#ppt_w*1.02163"/>
                                          </p:val>
                                        </p:tav>
                                        <p:tav tm="9942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582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71018">
                                          <p:val>
                                            <p:strVal val="#ppt_h*0.25"/>
                                          </p:val>
                                        </p:tav>
                                        <p:tav tm="72309">
                                          <p:val>
                                            <p:strVal val="#ppt_h*0.33886"/>
                                          </p:val>
                                        </p:tav>
                                        <p:tav tm="73600">
                                          <p:val>
                                            <p:strVal val="#ppt_h*0.49344"/>
                                          </p:val>
                                        </p:tav>
                                        <p:tav tm="74891">
                                          <p:val>
                                            <p:strVal val="#ppt_h*0.63041"/>
                                          </p:val>
                                        </p:tav>
                                        <p:tav tm="76183">
                                          <p:val>
                                            <p:strVal val="#ppt_h*0.74072"/>
                                          </p:val>
                                        </p:tav>
                                        <p:tav tm="77474">
                                          <p:val>
                                            <p:strVal val="#ppt_h*0.82351"/>
                                          </p:val>
                                        </p:tav>
                                        <p:tav tm="78765">
                                          <p:val>
                                            <p:strVal val="#ppt_h*0.88363"/>
                                          </p:val>
                                        </p:tav>
                                        <p:tav tm="80056">
                                          <p:val>
                                            <p:strVal val="#ppt_h*0.92691"/>
                                          </p:val>
                                        </p:tav>
                                        <p:tav tm="81348">
                                          <p:val>
                                            <p:strVal val="#ppt_h*0.95807"/>
                                          </p:val>
                                        </p:tav>
                                        <p:tav tm="82639">
                                          <p:val>
                                            <p:strVal val="#ppt_h*0.98047"/>
                                          </p:val>
                                        </p:tav>
                                        <p:tav tm="83930">
                                          <p:val>
                                            <p:strVal val="#ppt_h*0.99644"/>
                                          </p:val>
                                        </p:tav>
                                        <p:tav tm="86513">
                                          <p:val>
                                            <p:strVal val="#ppt_h*1.01507"/>
                                          </p:val>
                                        </p:tav>
                                        <p:tav tm="91677">
                                          <p:val>
                                            <p:strVal val="#ppt_h*1.02163"/>
                                          </p:val>
                                        </p:tav>
                                        <p:tav tm="9942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2582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9"/>
                                          </p:val>
                                        </p:tav>
                                        <p:tav tm="71018">
                                          <p:val>
                                            <p:fltVal val="-149"/>
                                          </p:val>
                                        </p:tav>
                                        <p:tav tm="72309">
                                          <p:val>
                                            <p:fltVal val="-174"/>
                                          </p:val>
                                        </p:tav>
                                        <p:tav tm="73600">
                                          <p:val>
                                            <p:fltVal val="-217.49"/>
                                          </p:val>
                                        </p:tav>
                                        <p:tav tm="74891">
                                          <p:val>
                                            <p:fltVal val="-256.02"/>
                                          </p:val>
                                        </p:tav>
                                        <p:tav tm="76183">
                                          <p:val>
                                            <p:fltVal val="-287.05"/>
                                          </p:val>
                                        </p:tav>
                                        <p:tav tm="77474">
                                          <p:val>
                                            <p:fltVal val="-310.35"/>
                                          </p:val>
                                        </p:tav>
                                        <p:tav tm="78765">
                                          <p:val>
                                            <p:fltVal val="-327.26"/>
                                          </p:val>
                                        </p:tav>
                                        <p:tav tm="80056">
                                          <p:val>
                                            <p:fltVal val="-339.44"/>
                                          </p:val>
                                        </p:tav>
                                        <p:tav tm="81348">
                                          <p:val>
                                            <p:fltVal val="-348.2"/>
                                          </p:val>
                                        </p:tav>
                                        <p:tav tm="82639">
                                          <p:val>
                                            <p:fltVal val="-354.51"/>
                                          </p:val>
                                        </p:tav>
                                        <p:tav tm="83930">
                                          <p:val>
                                            <p:fltVal val="-359"/>
                                          </p:val>
                                        </p:tav>
                                        <p:tav tm="85221">
                                          <p:val>
                                            <p:fltVal val="-362.14"/>
                                          </p:val>
                                        </p:tav>
                                        <p:tav tm="86513">
                                          <p:val>
                                            <p:fltVal val="-364.24"/>
                                          </p:val>
                                        </p:tav>
                                        <p:tav tm="87804">
                                          <p:val>
                                            <p:fltVal val="-365.54"/>
                                          </p:val>
                                        </p:tav>
                                        <p:tav tm="89095">
                                          <p:val>
                                            <p:fltVal val="-366.2"/>
                                          </p:val>
                                        </p:tav>
                                        <p:tav tm="91677">
                                          <p:val>
                                            <p:fltVal val="-366.08"/>
                                          </p:val>
                                        </p:tav>
                                        <p:tav tm="94260">
                                          <p:val>
                                            <p:fltVal val="-364.6"/>
                                          </p:val>
                                        </p:tav>
                                        <p:tav tm="98134">
                                          <p:val>
                                            <p:fltVal val="-360.7"/>
                                          </p:val>
                                        </p:tav>
                                        <p:tav tm="9942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8" dur="2499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06"/>
                                          </p:val>
                                        </p:tav>
                                        <p:tav tm="69367">
                                          <p:val>
                                            <p:strVal val="#ppt_x+0.0506"/>
                                          </p:val>
                                        </p:tav>
                                        <p:tav tm="70701">
                                          <p:val>
                                            <p:strVal val="#ppt_x+0.05021"/>
                                          </p:val>
                                        </p:tav>
                                        <p:tav tm="72035">
                                          <p:val>
                                            <p:strVal val="#ppt_x+0.03964"/>
                                          </p:val>
                                        </p:tav>
                                        <p:tav tm="73369">
                                          <p:val>
                                            <p:strVal val="#ppt_x+0.02975"/>
                                          </p:val>
                                        </p:tav>
                                        <p:tav tm="74703">
                                          <p:val>
                                            <p:strVal val="#ppt_x+0.02129"/>
                                          </p:val>
                                        </p:tav>
                                        <p:tav tm="76037">
                                          <p:val>
                                            <p:strVal val="#ppt_x+0.0147"/>
                                          </p:val>
                                        </p:tav>
                                        <p:tav tm="77371">
                                          <p:val>
                                            <p:strVal val="#ppt_x+0.00984"/>
                                          </p:val>
                                        </p:tav>
                                        <p:tav tm="78705">
                                          <p:val>
                                            <p:strVal val="#ppt_x+0.00634"/>
                                          </p:val>
                                        </p:tav>
                                        <p:tav tm="80039">
                                          <p:val>
                                            <p:strVal val="#ppt_x+0.00384"/>
                                          </p:val>
                                        </p:tav>
                                        <p:tav tm="82707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86709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92045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987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" dur="2499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216"/>
                                          </p:val>
                                        </p:tav>
                                        <p:tav tm="69367">
                                          <p:val>
                                            <p:strVal val="#ppt_y+0.16216"/>
                                          </p:val>
                                        </p:tav>
                                        <p:tav tm="70701">
                                          <p:val>
                                            <p:strVal val="#ppt_y+0.1609"/>
                                          </p:val>
                                        </p:tav>
                                        <p:tav tm="72035">
                                          <p:val>
                                            <p:strVal val="#ppt_y+0.12659"/>
                                          </p:val>
                                        </p:tav>
                                        <p:tav tm="73369">
                                          <p:val>
                                            <p:strVal val="#ppt_y+0.09486"/>
                                          </p:val>
                                        </p:tav>
                                        <p:tav tm="74703">
                                          <p:val>
                                            <p:strVal val="#ppt_y+0.06803"/>
                                          </p:val>
                                        </p:tav>
                                        <p:tav tm="76037">
                                          <p:val>
                                            <p:strVal val="#ppt_y+0.04714"/>
                                          </p:val>
                                        </p:tav>
                                        <p:tav tm="77371">
                                          <p:val>
                                            <p:strVal val="#ppt_y+0.0317"/>
                                          </p:val>
                                        </p:tav>
                                        <p:tav tm="78705">
                                          <p:val>
                                            <p:strVal val="#ppt_y+0.02051"/>
                                          </p:val>
                                        </p:tav>
                                        <p:tav tm="80039">
                                          <p:val>
                                            <p:strVal val="#ppt_y+0.01244"/>
                                          </p:val>
                                        </p:tav>
                                        <p:tav tm="81373">
                                          <p:val>
                                            <p:strVal val="#ppt_y+0.00662"/>
                                          </p:val>
                                        </p:tav>
                                        <p:tav tm="82707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84041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6709">
                                          <p:val>
                                            <p:strVal val="#ppt_y-0.00386"/>
                                          </p:val>
                                        </p:tav>
                                        <p:tav tm="89377">
                                          <p:val>
                                            <p:strVal val="#ppt_y-0.00493"/>
                                          </p:val>
                                        </p:tav>
                                        <p:tav tm="92045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987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2499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9367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701">
                                          <p:val>
                                            <p:strVal val="#ppt_w*0.25584"/>
                                          </p:val>
                                        </p:tav>
                                        <p:tav tm="72035">
                                          <p:val>
                                            <p:strVal val="#ppt_w*0.41475"/>
                                          </p:val>
                                        </p:tav>
                                        <p:tav tm="73369">
                                          <p:val>
                                            <p:strVal val="#ppt_w*0.56235"/>
                                          </p:val>
                                        </p:tav>
                                        <p:tav tm="74703">
                                          <p:val>
                                            <p:strVal val="#ppt_w*0.68713"/>
                                          </p:val>
                                        </p:tav>
                                        <p:tav tm="76037">
                                          <p:val>
                                            <p:strVal val="#ppt_w*0.78381"/>
                                          </p:val>
                                        </p:tav>
                                        <p:tav tm="77371">
                                          <p:val>
                                            <p:strVal val="#ppt_w*0.85493"/>
                                          </p:val>
                                        </p:tav>
                                        <p:tav tm="78705">
                                          <p:val>
                                            <p:strVal val="#ppt_w*0.90626"/>
                                          </p:val>
                                        </p:tav>
                                        <p:tav tm="80039">
                                          <p:val>
                                            <p:strVal val="#ppt_w*0.9432"/>
                                          </p:val>
                                        </p:tav>
                                        <p:tav tm="82707">
                                          <p:val>
                                            <p:strVal val="#ppt_w*0.98886"/>
                                          </p:val>
                                        </p:tav>
                                        <p:tav tm="86709">
                                          <p:val>
                                            <p:strVal val="#ppt_w*1.0176"/>
                                          </p:val>
                                        </p:tav>
                                        <p:tav tm="92045">
                                          <p:val>
                                            <p:strVal val="#ppt_w*1.02073"/>
                                          </p:val>
                                        </p:tav>
                                        <p:tav tm="987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499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9367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701">
                                          <p:val>
                                            <p:strVal val="#ppt_h*0.25584"/>
                                          </p:val>
                                        </p:tav>
                                        <p:tav tm="72035">
                                          <p:val>
                                            <p:strVal val="#ppt_h*0.41475"/>
                                          </p:val>
                                        </p:tav>
                                        <p:tav tm="73369">
                                          <p:val>
                                            <p:strVal val="#ppt_h*0.56235"/>
                                          </p:val>
                                        </p:tav>
                                        <p:tav tm="74703">
                                          <p:val>
                                            <p:strVal val="#ppt_h*0.68713"/>
                                          </p:val>
                                        </p:tav>
                                        <p:tav tm="76037">
                                          <p:val>
                                            <p:strVal val="#ppt_h*0.78381"/>
                                          </p:val>
                                        </p:tav>
                                        <p:tav tm="77371">
                                          <p:val>
                                            <p:strVal val="#ppt_h*0.85493"/>
                                          </p:val>
                                        </p:tav>
                                        <p:tav tm="78705">
                                          <p:val>
                                            <p:strVal val="#ppt_h*0.90626"/>
                                          </p:val>
                                        </p:tav>
                                        <p:tav tm="80039">
                                          <p:val>
                                            <p:strVal val="#ppt_h*0.9432"/>
                                          </p:val>
                                        </p:tav>
                                        <p:tav tm="82707">
                                          <p:val>
                                            <p:strVal val="#ppt_h*0.98886"/>
                                          </p:val>
                                        </p:tav>
                                        <p:tav tm="86709">
                                          <p:val>
                                            <p:strVal val="#ppt_h*1.0176"/>
                                          </p:val>
                                        </p:tav>
                                        <p:tav tm="92045">
                                          <p:val>
                                            <p:strVal val="#ppt_h*1.02073"/>
                                          </p:val>
                                        </p:tav>
                                        <p:tav tm="987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2499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2"/>
                                          </p:val>
                                        </p:tav>
                                        <p:tav tm="69367">
                                          <p:val>
                                            <p:fltVal val="112"/>
                                          </p:val>
                                        </p:tav>
                                        <p:tav tm="70701">
                                          <p:val>
                                            <p:fltVal val="113.93"/>
                                          </p:val>
                                        </p:tav>
                                        <p:tav tm="72035">
                                          <p:val>
                                            <p:fltVal val="166.48"/>
                                          </p:val>
                                        </p:tav>
                                        <p:tav tm="73369">
                                          <p:val>
                                            <p:fltVal val="215.28"/>
                                          </p:val>
                                        </p:tav>
                                        <p:tav tm="74703">
                                          <p:val>
                                            <p:fltVal val="256.54"/>
                                          </p:val>
                                        </p:tav>
                                        <p:tav tm="76037">
                                          <p:val>
                                            <p:fltVal val="288.51"/>
                                          </p:val>
                                        </p:tav>
                                        <p:tav tm="77371">
                                          <p:val>
                                            <p:fltVal val="312.03"/>
                                          </p:val>
                                        </p:tav>
                                        <p:tav tm="78705">
                                          <p:val>
                                            <p:fltVal val="329"/>
                                          </p:val>
                                        </p:tav>
                                        <p:tav tm="80039">
                                          <p:val>
                                            <p:fltVal val="341.22"/>
                                          </p:val>
                                        </p:tav>
                                        <p:tav tm="81373">
                                          <p:val>
                                            <p:fltVal val="350.01"/>
                                          </p:val>
                                        </p:tav>
                                        <p:tav tm="82707">
                                          <p:val>
                                            <p:fltVal val="356.32"/>
                                          </p:val>
                                        </p:tav>
                                        <p:tav tm="84041">
                                          <p:val>
                                            <p:fltVal val="360.77"/>
                                          </p:val>
                                        </p:tav>
                                        <p:tav tm="85375">
                                          <p:val>
                                            <p:fltVal val="363.83"/>
                                          </p:val>
                                        </p:tav>
                                        <p:tav tm="86709">
                                          <p:val>
                                            <p:fltVal val="365.82"/>
                                          </p:val>
                                        </p:tav>
                                        <p:tav tm="88043">
                                          <p:val>
                                            <p:fltVal val="366.96"/>
                                          </p:val>
                                        </p:tav>
                                        <p:tav tm="89377">
                                          <p:val>
                                            <p:fltVal val="367.44"/>
                                          </p:val>
                                        </p:tav>
                                        <p:tav tm="92045">
                                          <p:val>
                                            <p:fltVal val="366.86"/>
                                          </p:val>
                                        </p:tav>
                                        <p:tav tm="94713">
                                          <p:val>
                                            <p:fltVal val="364.81"/>
                                          </p:val>
                                        </p:tav>
                                        <p:tav tm="9871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5" dur="67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6" dur="2416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406"/>
                                          </p:val>
                                        </p:tav>
                                        <p:tav tm="68983">
                                          <p:val>
                                            <p:strVal val="#ppt_x+0.01406"/>
                                          </p:val>
                                        </p:tav>
                                        <p:tav tm="70362">
                                          <p:val>
                                            <p:strVal val="#ppt_x+0.0125"/>
                                          </p:val>
                                        </p:tav>
                                        <p:tav tm="73122">
                                          <p:val>
                                            <p:strVal val="#ppt_x+0.00703"/>
                                          </p:val>
                                        </p:tav>
                                        <p:tav tm="74501">
                                          <p:val>
                                            <p:strVal val="#ppt_x+0.00494"/>
                                          </p:val>
                                        </p:tav>
                                        <p:tav tm="75881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78640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81400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85539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9933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" dur="2416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918"/>
                                          </p:val>
                                        </p:tav>
                                        <p:tav tm="68983">
                                          <p:val>
                                            <p:strVal val="#ppt_y+0.07918"/>
                                          </p:val>
                                        </p:tav>
                                        <p:tav tm="70362">
                                          <p:val>
                                            <p:strVal val="#ppt_y+0.07042"/>
                                          </p:val>
                                        </p:tav>
                                        <p:tav tm="71742">
                                          <p:val>
                                            <p:strVal val="#ppt_y+0.05408"/>
                                          </p:val>
                                        </p:tav>
                                        <p:tav tm="73122">
                                          <p:val>
                                            <p:strVal val="#ppt_y+0.03953"/>
                                          </p:val>
                                        </p:tav>
                                        <p:tav tm="74501">
                                          <p:val>
                                            <p:strVal val="#ppt_y+0.02777"/>
                                          </p:val>
                                        </p:tav>
                                        <p:tav tm="75881">
                                          <p:val>
                                            <p:strVal val="#ppt_y+0.01892"/>
                                          </p:val>
                                        </p:tav>
                                        <p:tav tm="77261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78640">
                                          <p:val>
                                            <p:strVal val="#ppt_y+0.00787"/>
                                          </p:val>
                                        </p:tav>
                                        <p:tav tm="81400">
                                          <p:val>
                                            <p:strVal val="#ppt_y+0.00214"/>
                                          </p:val>
                                        </p:tav>
                                        <p:tav tm="85539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91057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9933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2416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68983">
                                          <p:val>
                                            <p:strVal val="#ppt_w*0.25"/>
                                          </p:val>
                                        </p:tav>
                                        <p:tav tm="70362">
                                          <p:val>
                                            <p:strVal val="#ppt_w*0.33306"/>
                                          </p:val>
                                        </p:tav>
                                        <p:tav tm="71742">
                                          <p:val>
                                            <p:strVal val="#ppt_w*0.48805"/>
                                          </p:val>
                                        </p:tav>
                                        <p:tav tm="73122">
                                          <p:val>
                                            <p:strVal val="#ppt_w*0.62586"/>
                                          </p:val>
                                        </p:tav>
                                        <p:tav tm="74501">
                                          <p:val>
                                            <p:strVal val="#ppt_w*0.7372"/>
                                          </p:val>
                                        </p:tav>
                                        <p:tav tm="75881">
                                          <p:val>
                                            <p:strVal val="#ppt_w*0.82093"/>
                                          </p:val>
                                        </p:tav>
                                        <p:tav tm="77261">
                                          <p:val>
                                            <p:strVal val="#ppt_w*0.88177"/>
                                          </p:val>
                                        </p:tav>
                                        <p:tav tm="78640">
                                          <p:val>
                                            <p:strVal val="#ppt_w*0.92557"/>
                                          </p:val>
                                        </p:tav>
                                        <p:tav tm="80020">
                                          <p:val>
                                            <p:strVal val="#ppt_w*0.95711"/>
                                          </p:val>
                                        </p:tav>
                                        <p:tav tm="81400">
                                          <p:val>
                                            <p:strVal val="#ppt_w*0.97978"/>
                                          </p:val>
                                        </p:tav>
                                        <p:tav tm="82779">
                                          <p:val>
                                            <p:strVal val="#ppt_w*0.99595"/>
                                          </p:val>
                                        </p:tav>
                                        <p:tav tm="85539">
                                          <p:val>
                                            <p:strVal val="#ppt_w*1.01485"/>
                                          </p:val>
                                        </p:tav>
                                        <p:tav tm="91057">
                                          <p:val>
                                            <p:strVal val="#ppt_w*1.02168"/>
                                          </p:val>
                                        </p:tav>
                                        <p:tav tm="9933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416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68983">
                                          <p:val>
                                            <p:strVal val="#ppt_h*0.25"/>
                                          </p:val>
                                        </p:tav>
                                        <p:tav tm="70362">
                                          <p:val>
                                            <p:strVal val="#ppt_h*0.33306"/>
                                          </p:val>
                                        </p:tav>
                                        <p:tav tm="71742">
                                          <p:val>
                                            <p:strVal val="#ppt_h*0.48805"/>
                                          </p:val>
                                        </p:tav>
                                        <p:tav tm="73122">
                                          <p:val>
                                            <p:strVal val="#ppt_h*0.62586"/>
                                          </p:val>
                                        </p:tav>
                                        <p:tav tm="74501">
                                          <p:val>
                                            <p:strVal val="#ppt_h*0.7372"/>
                                          </p:val>
                                        </p:tav>
                                        <p:tav tm="75881">
                                          <p:val>
                                            <p:strVal val="#ppt_h*0.82093"/>
                                          </p:val>
                                        </p:tav>
                                        <p:tav tm="77261">
                                          <p:val>
                                            <p:strVal val="#ppt_h*0.88177"/>
                                          </p:val>
                                        </p:tav>
                                        <p:tav tm="78640">
                                          <p:val>
                                            <p:strVal val="#ppt_h*0.92557"/>
                                          </p:val>
                                        </p:tav>
                                        <p:tav tm="80020">
                                          <p:val>
                                            <p:strVal val="#ppt_h*0.95711"/>
                                          </p:val>
                                        </p:tav>
                                        <p:tav tm="81400">
                                          <p:val>
                                            <p:strVal val="#ppt_h*0.97978"/>
                                          </p:val>
                                        </p:tav>
                                        <p:tav tm="82779">
                                          <p:val>
                                            <p:strVal val="#ppt_h*0.99595"/>
                                          </p:val>
                                        </p:tav>
                                        <p:tav tm="85539">
                                          <p:val>
                                            <p:strVal val="#ppt_h*1.01485"/>
                                          </p:val>
                                        </p:tav>
                                        <p:tav tm="91057">
                                          <p:val>
                                            <p:strVal val="#ppt_h*1.02168"/>
                                          </p:val>
                                        </p:tav>
                                        <p:tav tm="9933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2416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5"/>
                                          </p:val>
                                        </p:tav>
                                        <p:tav tm="68983">
                                          <p:val>
                                            <p:fltVal val="125"/>
                                          </p:val>
                                        </p:tav>
                                        <p:tav tm="70362">
                                          <p:val>
                                            <p:fltVal val="111.16"/>
                                          </p:val>
                                        </p:tav>
                                        <p:tav tm="71742">
                                          <p:val>
                                            <p:fltVal val="85.32"/>
                                          </p:val>
                                        </p:tav>
                                        <p:tav tm="73122">
                                          <p:val>
                                            <p:fltVal val="62.36"/>
                                          </p:val>
                                        </p:tav>
                                        <p:tav tm="74501">
                                          <p:val>
                                            <p:fltVal val="43.8"/>
                                          </p:val>
                                        </p:tav>
                                        <p:tav tm="75881">
                                          <p:val>
                                            <p:fltVal val="29.84"/>
                                          </p:val>
                                        </p:tav>
                                        <p:tav tm="77261">
                                          <p:val>
                                            <p:fltVal val="19.7"/>
                                          </p:val>
                                        </p:tav>
                                        <p:tav tm="78640">
                                          <p:val>
                                            <p:fltVal val="12.4"/>
                                          </p:val>
                                        </p:tav>
                                        <p:tav tm="80020">
                                          <p:val>
                                            <p:fltVal val="7.15"/>
                                          </p:val>
                                        </p:tav>
                                        <p:tav tm="81400">
                                          <p:val>
                                            <p:fltVal val="3.37"/>
                                          </p:val>
                                        </p:tav>
                                        <p:tav tm="82779">
                                          <p:val>
                                            <p:fltVal val="0.67"/>
                                          </p:val>
                                        </p:tav>
                                        <p:tav tm="84159">
                                          <p:val>
                                            <p:fltVal val="-1.21"/>
                                          </p:val>
                                        </p:tav>
                                        <p:tav tm="85539">
                                          <p:val>
                                            <p:fltVal val="-2.47"/>
                                          </p:val>
                                        </p:tav>
                                        <p:tav tm="88298">
                                          <p:val>
                                            <p:fltVal val="-3.66"/>
                                          </p:val>
                                        </p:tav>
                                        <p:tav tm="91057">
                                          <p:val>
                                            <p:fltVal val="-3.61"/>
                                          </p:val>
                                        </p:tav>
                                        <p:tav tm="93817">
                                          <p:val>
                                            <p:fltVal val="-2.75"/>
                                          </p:val>
                                        </p:tav>
                                        <p:tav tm="9933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0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5" dur="15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15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881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24806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24557"/>
                                          </p:val>
                                        </p:tav>
                                        <p:tav tm="13043">
                                          <p:val>
                                            <p:strVal val="#ppt_y-0.2408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23742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22784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22133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21337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20364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9178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774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602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4023"/>
                                          </p:val>
                                        </p:tav>
                                        <p:tav tm="39130">
                                          <p:val>
                                            <p:strVal val="#ppt_y-0.09578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7441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5514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3824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2361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953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514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3154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4213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5033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5664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6141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6624"/>
                                          </p:val>
                                        </p:tav>
                                        <p:tav tm="89130">
                                          <p:val>
                                            <p:strVal val="#ppt_y+0.06818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6952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248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15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15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1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3" dur="15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" dur="15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791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8735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8547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7932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7208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6716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6115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538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4485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339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2099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059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62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164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2888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78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2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2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899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2382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182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3801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277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638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5002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251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87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15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15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1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1" dur="15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" dur="15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369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8314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8131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7529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6821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6341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5753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5035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4159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3098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1827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0353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494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07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2824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74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0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04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85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11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3716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181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534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489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133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83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15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15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2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9" dur="15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0" dur="15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144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04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17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15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15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h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h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3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7" dur="15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15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22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2061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1661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119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087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0001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09419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08713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7868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06887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365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2708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1878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235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2069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2782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3253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3415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15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15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4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5" dur="15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6" dur="15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144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04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17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15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15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h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h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h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h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h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h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h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h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h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h*0.5251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h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5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3" dur="15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4" dur="15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144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04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17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15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15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h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h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h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h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h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h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h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h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h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h*0.5251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h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5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1" dur="15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15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358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93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9106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8472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772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722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6601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5844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4921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3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2464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789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29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2976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83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5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42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956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2454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278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3916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406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778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5153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409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93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15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15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6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9" dur="15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0" dur="15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039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9979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9779"/>
                                          </p:val>
                                        </p:tav>
                                        <p:tav tm="13043">
                                          <p:val>
                                            <p:strVal val="#ppt_y-0.19398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9122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8351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7826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7185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6401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5447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4288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2903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1294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993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44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308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90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8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68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025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254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393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4054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562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946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5335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6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20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15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15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7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7" dur="15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15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358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93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9106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8472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772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722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6601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5844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4921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3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2464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09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789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29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2976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83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5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42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956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2454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278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3916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406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778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5153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409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93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15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15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8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5" dur="15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6" dur="15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039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9979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9779"/>
                                          </p:val>
                                        </p:tav>
                                        <p:tav tm="13043">
                                          <p:val>
                                            <p:strVal val="#ppt_y-0.19398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9122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8351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7826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7185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6401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5447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4288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2903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1294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993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44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308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90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8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68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025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254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393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4054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562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946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5335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6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20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15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15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9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3" dur="15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4" dur="15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653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1502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11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0366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9538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08982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0830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7503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06568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348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2582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1791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106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17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2653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3102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3256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16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15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15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9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1" dur="15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2" dur="15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334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217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177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1295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0972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0095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09507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08795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7942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0695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3689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273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1896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17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473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2089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2808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3284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3447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23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15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15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0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9" dur="15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15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653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1502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11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0366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9538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08982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0830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7503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06568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348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2582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1791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106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17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2653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3102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3256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16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15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15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1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15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15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334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2174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177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1295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0972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0095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09507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08795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7942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0695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3689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2733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1896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17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473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2089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2808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3284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3447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23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15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15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2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5" dur="15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15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948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376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3512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3231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118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60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0899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11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3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15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15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3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3" dur="15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9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6468"/>
                                          </p:val>
                                        </p:tav>
                                        <p:tav tm="6522">
                                          <p:val>
                                            <p:strVal val="#ppt_x-1.64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64282"/>
                                          </p:val>
                                        </p:tav>
                                        <p:tav tm="10870">
                                          <p:val>
                                            <p:strVal val="#ppt_x-1.6395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6352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629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622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6144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6040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591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575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5567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533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5062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4743"/>
                                          </p:val>
                                        </p:tav>
                                        <p:tav tm="36957">
                                          <p:val>
                                            <p:strVal val="#ppt_x-1.4391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4032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69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3381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3111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877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6753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21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097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63043">
                                          <p:val>
                                            <p:strVal val="#ppt_x-1.1905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18261"/>
                                          </p:val>
                                        </p:tav>
                                        <p:tav tm="67391">
                                          <p:val>
                                            <p:strVal val="#ppt_x-1.1756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16949"/>
                                          </p:val>
                                        </p:tav>
                                        <p:tav tm="71739">
                                          <p:val>
                                            <p:strVal val="#ppt_x-1.1641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1594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15178"/>
                                          </p:val>
                                        </p:tav>
                                        <p:tav tm="80435">
                                          <p:val>
                                            <p:strVal val="#ppt_x-1.1487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44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4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387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647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4" dur="15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629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04569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441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4118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37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298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1384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71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784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1054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1294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46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15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15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3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1" dur="15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15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948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376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3512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3231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1181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60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0899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11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3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15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15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4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9" dur="15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7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188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928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200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2041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208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30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40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564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608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646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67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679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18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0" dur="15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629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04569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0441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4118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037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2981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1384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071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784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1054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1294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046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15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15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5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7" dur="15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8" dur="15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26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11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748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01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219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8682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031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252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34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368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731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06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90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564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998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147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15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0" dur="15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6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5" dur="15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6" dur="15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837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576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5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5193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77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416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75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74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89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98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329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55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631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58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15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8" dur="15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7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3" dur="15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4" dur="15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513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2505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24803"/>
                                          </p:val>
                                        </p:tav>
                                        <p:tav tm="13043">
                                          <p:val>
                                            <p:strVal val="#ppt_y+0.2432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2398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2301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22355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2155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20568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93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791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618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14163"/>
                                          </p:val>
                                        </p:tav>
                                        <p:tav tm="39130">
                                          <p:val>
                                            <p:strVal val="#ppt_y+0.09674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7516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556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863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238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10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963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2539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0318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4255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508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572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6202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669"/>
                                          </p:val>
                                        </p:tav>
                                        <p:tav tm="89130">
                                          <p:val>
                                            <p:strVal val="#ppt_y-0.0688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702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25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15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6" dur="15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7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1" dur="15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2" dur="15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9825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1976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9567"/>
                                          </p:val>
                                        </p:tav>
                                        <p:tav tm="13043">
                                          <p:val>
                                            <p:strVal val="#ppt_y+0.191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8917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815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7635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1700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6225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5281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413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2764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1117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5929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4393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047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88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87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76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2003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0251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3357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401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4513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4893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5277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55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98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15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4" dur="15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8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9" dur="15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0" dur="15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3924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2385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23613"/>
                                          </p:val>
                                        </p:tav>
                                        <p:tav tm="13043">
                                          <p:val>
                                            <p:strVal val="#ppt_y+0.23158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22829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21908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21282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2051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9581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8441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705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5404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1348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7155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530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3677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22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05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917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2418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0303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4051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483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5446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5905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6369"/>
                                          </p:val>
                                        </p:tav>
                                        <p:tav tm="89130">
                                          <p:val>
                                            <p:strVal val="#ppt_y-0.0655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6685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239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15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2" dur="15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9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7" dur="15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8" dur="15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8016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17962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778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7191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6498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6026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1544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4745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388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284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16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1015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5388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399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276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7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821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3051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3644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4101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444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479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503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8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15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15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0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5" dur="15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6" dur="15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81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167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659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6041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5393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4954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14415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3758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295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198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0823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9474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5027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372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2584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59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74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699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846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34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3826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4149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44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4697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6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15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15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1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3" dur="15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484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434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2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956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73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44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09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66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136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491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706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753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61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2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346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53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34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6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26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1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3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9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20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66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48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93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612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83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94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4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4" dur="15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6448"/>
                                          </p:val>
                                        </p:tav>
                                        <p:tav tm="4348">
                                          <p:val>
                                            <p:strVal val="#ppt_y+0.1639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623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5696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506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4632"/>
                                          </p:val>
                                        </p:tav>
                                        <p:tav tm="23913">
                                          <p:val>
                                            <p:strVal val="#ppt_y+0.14105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3462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12678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1172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1059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927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4919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364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2528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56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72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66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785"/>
                                          </p:val>
                                        </p:tav>
                                        <p:tav tm="69565">
                                          <p:val>
                                            <p:strVal val="#ppt_y-0.0332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3744"/>
                                          </p:val>
                                        </p:tav>
                                        <p:tav tm="78261">
                                          <p:val>
                                            <p:strVal val="#ppt_y-0.04059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4379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4596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64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15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6" dur="15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1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1" dur="15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63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8594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845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819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8011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748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712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669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61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55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472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3779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268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07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022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09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29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0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78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622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27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691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224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89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63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3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126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11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86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2" dur="15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672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954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922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860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791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689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227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5451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89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91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97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63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202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7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9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15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4" dur="15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2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9" dur="15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79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875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861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83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816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763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727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68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62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563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483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388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277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3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12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05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30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0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60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25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66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22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8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596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32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122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114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87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15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92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078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423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71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89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78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033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156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267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03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04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85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48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908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05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09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15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2" dur="15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3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7" dur="15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2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9211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906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8798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8602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8053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768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7224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666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598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163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178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03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48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26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15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191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35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2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5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5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19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58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211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755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4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2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1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101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92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15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851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69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30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54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7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135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4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631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67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544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62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2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2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9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0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698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15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31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8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15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0" dur="15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4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5" dur="15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958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991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9763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947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27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869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30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782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2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6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66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631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4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758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47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31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29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1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5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2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8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10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46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97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308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01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90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8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99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6" dur="15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34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218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781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130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98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010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51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949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95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692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73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98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7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81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28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45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23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15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8" dur="15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5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3" dur="15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28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23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06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7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53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25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90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482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96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54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60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48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17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26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86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0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0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4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1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7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3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55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93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24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70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94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9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666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539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45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4" dur="15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34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218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781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130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98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010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51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949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95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692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73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98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7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81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28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45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23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15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6" dur="15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5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1" dur="15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2603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25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2374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04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179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149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1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065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09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40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856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755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33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921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776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26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901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70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67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76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2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3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221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76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0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439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993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656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314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176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08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26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2" dur="15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34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218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781"/>
                                          </p:val>
                                        </p:tav>
                                        <p:tav tm="19565">
                                          <p:val>
                                            <p:strVal val="#ppt_y+0.1130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98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1010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51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949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95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692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73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98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7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81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28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45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23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15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4" dur="15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6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9" dur="15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30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2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06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72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2469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15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76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285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699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983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11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053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78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317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04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47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05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814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3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0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9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8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15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7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29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833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4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12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98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88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3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0" dur="15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851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69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30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54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7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135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4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631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67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544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62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2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2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9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0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698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15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31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8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15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2" dur="15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7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7" dur="15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766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71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522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16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290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58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18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69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09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35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465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38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08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57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2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612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15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88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8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2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8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5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10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2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822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20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728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368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004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858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756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8" dur="15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92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078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423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71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89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78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033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156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267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03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04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85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48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908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05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09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15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0" dur="15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5" dur="15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926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869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6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3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06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73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33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83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2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4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58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494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186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66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28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66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194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90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9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34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4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8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0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795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17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69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329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962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81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71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9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15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672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954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922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860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791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689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227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5451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89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91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97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63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202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7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9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15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8" dur="15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9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3" dur="15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926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869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6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3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06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73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33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83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2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4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58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494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186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66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28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66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194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90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9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34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4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8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0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795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17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69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329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962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81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71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9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4" dur="15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82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673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651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607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558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486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439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041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04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554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817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907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6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15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15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9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1" dur="15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766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71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522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16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290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58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18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69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09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35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465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38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08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57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2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612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15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88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8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2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8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5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10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2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822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20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728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368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004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858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756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2" dur="15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57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550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95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563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397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58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944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48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558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5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15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4" dur="15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0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15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30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25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06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72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2469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15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76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285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699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983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11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053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78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317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04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47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05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814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3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0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9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8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15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7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29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833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4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12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98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88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3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0" dur="15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64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458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443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133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992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3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71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058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6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15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2" dur="15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1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7" dur="15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2603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25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2374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04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179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1494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1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065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09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40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856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755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33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921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776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26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901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70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67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76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2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3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221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76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0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439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993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656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314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176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08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26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8" dur="15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15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396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69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39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67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0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94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15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15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2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5" dur="15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28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23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06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75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535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25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90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482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96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325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54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60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48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17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26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86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0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0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4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1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7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3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55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93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24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70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94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9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666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539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45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6" dur="15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15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396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69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39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67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0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94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15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15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3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3" dur="15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958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991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9763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947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27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869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30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782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24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6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66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631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4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758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47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31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29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1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5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2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8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10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46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97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308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01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90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8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99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4" dur="15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15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396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69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39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67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0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94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15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6" dur="15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3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1" dur="15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254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9211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906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8798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8602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8053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768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7224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666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598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163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178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03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48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26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15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191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35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2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5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5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19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58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211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755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4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20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10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101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92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2" dur="15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64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458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443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133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8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992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3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71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058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6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15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4" dur="15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4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9" dur="15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79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875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861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83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816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763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727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68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62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563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483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388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277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3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12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05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1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30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0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7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60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25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66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22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8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596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32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122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114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87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0" dur="15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57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550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95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563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397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58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944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48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558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5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15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2" dur="15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5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7" dur="15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863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38594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3845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819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8011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748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712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669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61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55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472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3779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268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07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022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09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29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0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78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622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27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691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224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89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63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13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126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11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386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15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82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673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651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607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5587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486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439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041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04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156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554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817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907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6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15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0" dur="15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6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5" dur="15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2501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2449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2274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94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1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1399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02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056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008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32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84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747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268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86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73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23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87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6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66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78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03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46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01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681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341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20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1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2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6" dur="15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887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778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752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701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6455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5624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507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35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21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79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335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795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1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20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78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7" dur="15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8" dur="15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7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3" dur="15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2501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2449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2274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941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1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1399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02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056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008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32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84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747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268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86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73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23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87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6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66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2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44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231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78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03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46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01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681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341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20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1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2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4" dur="15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887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778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752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701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6455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5624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507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35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21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79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335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795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1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20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78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15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6" dur="15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7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1" dur="15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371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032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172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987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66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3940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07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67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182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581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68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9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897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66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91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597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40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36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5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7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1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9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47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05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39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891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5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206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90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788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70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03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2" dur="15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67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954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92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860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7918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229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545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893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91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97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63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202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7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96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15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4" dur="15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8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9" dur="15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43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039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23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994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733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39467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13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73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24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63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690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00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941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701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943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617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421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37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6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0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9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04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38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87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48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19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89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769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686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04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0" dur="15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308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017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983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169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843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3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637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580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083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584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97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04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745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34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74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88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03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1" dur="15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2" dur="15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9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7" dur="15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079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0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8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564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343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06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72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30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788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16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39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464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35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06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19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80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563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471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2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08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84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4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75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96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27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74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34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03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72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5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50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8" dur="15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48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3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96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22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40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885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19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398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47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43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766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0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61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945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615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059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21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4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9" dur="15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0" dur="15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0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5" dur="15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423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374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20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897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67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389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03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60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08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441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65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7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57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25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322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1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3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24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5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24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7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2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91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2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78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6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947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62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5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41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6" dur="15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64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48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10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355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527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8972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495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56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481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579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789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0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7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971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65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099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25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15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8" dur="15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1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3" dur="15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2583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25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2354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0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177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147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10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064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078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391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855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753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321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90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768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2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89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70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66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7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2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38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223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77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023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443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998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661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319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182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08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25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4" dur="15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92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77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38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61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76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195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50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681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72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568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644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34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3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2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71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17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33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9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15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6" dur="15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1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1" dur="15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268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213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03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68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2432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117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172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25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66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951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08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02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76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29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032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46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04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80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3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0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89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15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90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305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84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49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13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99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896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2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2" dur="15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92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77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138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061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76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9195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850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681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723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568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2644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834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13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202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71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317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33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9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15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15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2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9" dur="15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409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4038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8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484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221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89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48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98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37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62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71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61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29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76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35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71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231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93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81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4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6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7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57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76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13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653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287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91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768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664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40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0" dur="15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20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1063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69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97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9174"/>
                                          </p:val>
                                        </p:tav>
                                        <p:tav tm="28261">
                                          <p:val>
                                            <p:strVal val="#ppt_y+0.086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99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7217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317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35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723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06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89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552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98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13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12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15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2" dur="15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3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7" dur="15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432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42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4076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70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443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311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69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219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574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81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89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78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4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893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4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7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283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971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83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5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1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47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5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72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09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6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23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85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70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599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43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8" dur="15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823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1068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10328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628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8858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771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969"/>
                                          </p:val>
                                        </p:tav>
                                        <p:tav tm="34783">
                                          <p:val>
                                            <p:strVal val="#ppt_y+0.061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3237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664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1094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83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464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881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302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108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9" dur="15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0" dur="15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4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5" dur="15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4762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470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450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412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85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3517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309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257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94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11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40232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90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72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6137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60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3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803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87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4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58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03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49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65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003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50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123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739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585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478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47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6" dur="15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37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925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894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834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767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6685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6037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804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441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8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94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58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2134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496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62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93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15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15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5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3" dur="15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4762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470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4505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412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857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3517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309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2579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94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11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40232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90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72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6137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60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379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803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87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4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58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03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49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65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003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50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123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739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585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478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47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4" dur="15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27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8171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7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7365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677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590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5331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47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273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786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83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885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220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31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82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5" dur="15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6" dur="15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5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1" dur="15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4631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4572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4376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400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733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3395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97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246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835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106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40132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99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6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606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55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87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3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8017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86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6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4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591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1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51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67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029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53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15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774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62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51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46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2" dur="15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099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602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8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5426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992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434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927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824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938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61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03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388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624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6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15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4" dur="15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6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9" dur="15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4563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450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4309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937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66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3331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91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2403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776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1012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4007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949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596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6026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531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85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33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8007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85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62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59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23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5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687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043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547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17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792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639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534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45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0" dur="15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466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539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521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863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47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3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52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63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8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55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926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45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527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54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1" dur="15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2" dur="15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7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7" dur="15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924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86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67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3318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305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732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329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83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1228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48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58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493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718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66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285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65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193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90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9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34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75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42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088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0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79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17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69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33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19962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81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71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9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8" dur="15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28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4229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408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81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50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75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659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9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197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2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15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0" dur="15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8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5" dur="15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358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3524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3338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2985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2729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241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201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1528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40933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4020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932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824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96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5471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2152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557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911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856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76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819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288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667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122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64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185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24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077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415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054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19909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19808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3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6" dur="15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134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394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677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38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662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236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635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941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155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1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15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8" dur="15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9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3" dur="15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242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2368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2193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862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1623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132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95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40496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938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925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8427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7421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6216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818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706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2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86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678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65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6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33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2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79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05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476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035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701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363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2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13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2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4" dur="15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84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366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4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14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47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1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38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8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07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38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5" dur="15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6" dur="15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9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1" dur="15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73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8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51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99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69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81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32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87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5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97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99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93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75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32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42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3000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70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72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7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5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799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09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7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6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15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19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7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4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1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24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7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2" dur="15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84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366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342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14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475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1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38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087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07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38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15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4" dur="15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07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9" dur="15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90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086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398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179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3990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56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151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64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01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261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34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242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96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1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757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525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44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0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9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59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93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98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30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782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379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074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765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641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555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09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0" dur="15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6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4506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435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06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373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293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365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702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276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5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15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2" dur="15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15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7" dur="15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675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0628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471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017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958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39688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935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9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442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829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082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17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09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834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03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68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474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409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8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9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99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75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1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01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346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829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432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131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827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705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62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06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8" dur="15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951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4887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472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4404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405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3188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76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5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127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318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38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49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9" dur="15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0" dur="15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23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5" dur="15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241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019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043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97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54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895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558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0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4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67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86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81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5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86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5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37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34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4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1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90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06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4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91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53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239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943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82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74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0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6" dur="15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98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6315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610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5691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5236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4562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4119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1913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0983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64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083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45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703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1788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63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15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8" dur="15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31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3" dur="15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0241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0195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0043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397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39543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3895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8558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807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7474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6748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5867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4813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359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0867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55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377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343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44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671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416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906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46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306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419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917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53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1239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943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824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741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0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4" dur="15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495"/>
                                          </p:val>
                                        </p:tav>
                                        <p:tav tm="8696">
                                          <p:val>
                                            <p:strVal val="#ppt_y+0.07398"/>
                                          </p:val>
                                        </p:tav>
                                        <p:tav tm="15217">
                                          <p:val>
                                            <p:strVal val="#ppt_y+0.0715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6667"/>
                                          </p:val>
                                        </p:tav>
                                        <p:tav tm="26087">
                                          <p:val>
                                            <p:strVal val="#ppt_y+0.06134"/>
                                          </p:val>
                                        </p:tav>
                                        <p:tav tm="30435">
                                          <p:val>
                                            <p:strVal val="#ppt_y+0.05344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4826"/>
                                          </p:val>
                                        </p:tav>
                                        <p:tav tm="41304">
                                          <p:val>
                                            <p:strVal val="#ppt_y+0.02242"/>
                                          </p:val>
                                        </p:tav>
                                        <p:tav tm="45652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47826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8696">
                                          <p:val>
                                            <p:strVal val="#ppt_y-0.0075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73913">
                                          <p:val>
                                            <p:strVal val="#ppt_y-0.01706"/>
                                          </p:val>
                                        </p:tav>
                                        <p:tav tm="84783">
                                          <p:val>
                                            <p:strVal val="#ppt_y-0.01995"/>
                                          </p:val>
                                        </p:tav>
                                        <p:tav tm="95652">
                                          <p:val>
                                            <p:strVal val="#ppt_y-0.02094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.074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15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6" dur="15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3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7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39" dur="633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1" dur="15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4348">
                                          <p:val>
                                            <p:strVal val="#ppt_x-1.41637"/>
                                          </p:val>
                                        </p:tav>
                                        <p:tav tm="8696">
                                          <p:val>
                                            <p:strVal val="#ppt_x-1.4147"/>
                                          </p:val>
                                        </p:tav>
                                        <p:tav tm="13043">
                                          <p:val>
                                            <p:strVal val="#ppt_x-1.41153"/>
                                          </p:val>
                                        </p:tav>
                                        <p:tav tm="15217">
                                          <p:val>
                                            <p:strVal val="#ppt_x-1.40924"/>
                                          </p:val>
                                        </p:tav>
                                        <p:tav tm="17391">
                                          <p:val>
                                            <p:strVal val="#ppt_x-1.40636"/>
                                          </p:val>
                                        </p:tav>
                                        <p:tav tm="19565">
                                          <p:val>
                                            <p:strVal val="#ppt_x-1.40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39844"/>
                                          </p:val>
                                        </p:tav>
                                        <p:tav tm="23913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26087">
                                          <p:val>
                                            <p:strVal val="#ppt_x-1.38658"/>
                                          </p:val>
                                        </p:tav>
                                        <p:tav tm="28261">
                                          <p:val>
                                            <p:strVal val="#ppt_x-1.37863"/>
                                          </p:val>
                                        </p:tav>
                                        <p:tav tm="30435">
                                          <p:val>
                                            <p:strVal val="#ppt_x-1.36898"/>
                                          </p:val>
                                        </p:tav>
                                        <p:tav tm="32609">
                                          <p:val>
                                            <p:strVal val="#ppt_x-1.35744"/>
                                          </p:val>
                                        </p:tav>
                                        <p:tav tm="34783">
                                          <p:val>
                                            <p:strVal val="#ppt_x-1.34405"/>
                                          </p:val>
                                        </p:tav>
                                        <p:tav tm="39130">
                                          <p:val>
                                            <p:strVal val="#ppt_x-1.31424"/>
                                          </p:val>
                                        </p:tav>
                                        <p:tav tm="41304">
                                          <p:val>
                                            <p:strVal val="#ppt_x-1.2999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8698"/>
                                          </p:val>
                                        </p:tav>
                                        <p:tav tm="45652">
                                          <p:val>
                                            <p:strVal val="#ppt_x-1.27565"/>
                                          </p:val>
                                        </p:tav>
                                        <p:tav tm="47826">
                                          <p:val>
                                            <p:strVal val="#ppt_x-1.265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735"/>
                                          </p:val>
                                        </p:tav>
                                        <p:tav tm="52174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348">
                                          <p:val>
                                            <p:strVal val="#ppt_x-1.24361"/>
                                          </p:val>
                                        </p:tav>
                                        <p:tav tm="56522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8696">
                                          <p:val>
                                            <p:strVal val="#ppt_x-1.23314"/>
                                          </p:val>
                                        </p:tav>
                                        <p:tav tm="60870">
                                          <p:val>
                                            <p:strVal val="#ppt_x-1.2288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2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73913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78261">
                                          <p:val>
                                            <p:strVal val="#ppt_x-1.20882"/>
                                          </p:val>
                                        </p:tav>
                                        <p:tav tm="84783">
                                          <p:val>
                                            <p:strVal val="#ppt_x-1.20558"/>
                                          </p:val>
                                        </p:tav>
                                        <p:tav tm="89130">
                                          <p:val>
                                            <p:strVal val="#ppt_x-1.20427"/>
                                          </p:val>
                                        </p:tav>
                                        <p:tav tm="95652">
                                          <p:val>
                                            <p:strVal val="#ppt_x-1.20337"/>
                                          </p:val>
                                        </p:tav>
                                        <p:tav tm="97826">
                                          <p:val>
                                            <p:strVal val="#ppt_x-1.416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2" dur="15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847"/>
                                          </p:val>
                                        </p:tav>
                                        <p:tav tm="4348">
                                          <p:val>
                                            <p:strVal val="#ppt_y-0.19787"/>
                                          </p:val>
                                        </p:tav>
                                        <p:tav tm="8696">
                                          <p:val>
                                            <p:strVal val="#ppt_y-0.19588"/>
                                          </p:val>
                                        </p:tav>
                                        <p:tav tm="13043">
                                          <p:val>
                                            <p:strVal val="#ppt_y-0.19211"/>
                                          </p:val>
                                        </p:tav>
                                        <p:tav tm="15217">
                                          <p:val>
                                            <p:strVal val="#ppt_y-0.18938"/>
                                          </p:val>
                                        </p:tav>
                                        <p:tav tm="19565">
                                          <p:val>
                                            <p:strVal val="#ppt_y-0.18174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7655"/>
                                          </p:val>
                                        </p:tav>
                                        <p:tav tm="23913">
                                          <p:val>
                                            <p:strVal val="#ppt_y-0.17019"/>
                                          </p:val>
                                        </p:tav>
                                        <p:tav tm="26087">
                                          <p:val>
                                            <p:strVal val="#ppt_y-0.16244"/>
                                          </p:val>
                                        </p:tav>
                                        <p:tav tm="28261">
                                          <p:val>
                                            <p:strVal val="#ppt_y-0.15298"/>
                                          </p:val>
                                        </p:tav>
                                        <p:tav tm="30435">
                                          <p:val>
                                            <p:strVal val="#ppt_y-0.14151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12779"/>
                                          </p:val>
                                        </p:tav>
                                        <p:tav tm="34783">
                                          <p:val>
                                            <p:strVal val="#ppt_y-0.11185"/>
                                          </p:val>
                                        </p:tav>
                                        <p:tav tm="41304">
                                          <p:val>
                                            <p:strVal val="#ppt_y-0.0593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398"/>
                                          </p:val>
                                        </p:tav>
                                        <p:tav tm="45652">
                                          <p:val>
                                            <p:strVal val="#ppt_y-0.03051"/>
                                          </p:val>
                                        </p:tav>
                                        <p:tav tm="47826">
                                          <p:val>
                                            <p:strVal val="#ppt_y-0.0188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874"/>
                                          </p:val>
                                        </p:tav>
                                        <p:tav tm="52174">
                                          <p:val>
                                            <p:strVal val="#ppt_y+0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76"/>
                                          </p:val>
                                        </p:tav>
                                        <p:tav tm="58696">
                                          <p:val>
                                            <p:strVal val="#ppt_y+0.02006"/>
                                          </p:val>
                                        </p:tav>
                                        <p:tav tm="60870">
                                          <p:val>
                                            <p:strVal val="#ppt_y+0.0251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3361"/>
                                          </p:val>
                                        </p:tav>
                                        <p:tav tm="69565">
                                          <p:val>
                                            <p:strVal val="#ppt_y+0.04015"/>
                                          </p:val>
                                        </p:tav>
                                        <p:tav tm="73913">
                                          <p:val>
                                            <p:strVal val="#ppt_y+0.04518"/>
                                          </p:val>
                                        </p:tav>
                                        <p:tav tm="78261">
                                          <p:val>
                                            <p:strVal val="#ppt_y+0.04898"/>
                                          </p:val>
                                        </p:tav>
                                        <p:tav tm="84783">
                                          <p:val>
                                            <p:strVal val="#ppt_y+0.05283"/>
                                          </p:val>
                                        </p:tav>
                                        <p:tav tm="95652">
                                          <p:val>
                                            <p:strVal val="#ppt_y+0.05546"/>
                                          </p:val>
                                        </p:tav>
                                        <p:tav tm="97826">
                                          <p:val>
                                            <p:strVal val="#ppt_y-0.198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3" dur="15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2.86645"/>
                                          </p:val>
                                        </p:tav>
                                        <p:tav tm="2174">
                                          <p:val>
                                            <p:strVal val="#ppt_w*2.8651"/>
                                          </p:val>
                                        </p:tav>
                                        <p:tav tm="4348">
                                          <p:val>
                                            <p:strVal val="#ppt_w*2.86085"/>
                                          </p:val>
                                        </p:tav>
                                        <p:tav tm="6522">
                                          <p:val>
                                            <p:strVal val="#ppt_w*2.85335"/>
                                          </p:val>
                                        </p:tav>
                                        <p:tav tm="8696">
                                          <p:val>
                                            <p:strVal val="#ppt_w*2.84218"/>
                                          </p:val>
                                        </p:tav>
                                        <p:tav tm="10870">
                                          <p:val>
                                            <p:strVal val="#ppt_w*2.82683"/>
                                          </p:val>
                                        </p:tav>
                                        <p:tav tm="13043">
                                          <p:val>
                                            <p:strVal val="#ppt_w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w*2.78104"/>
                                          </p:val>
                                        </p:tav>
                                        <p:tav tm="17391">
                                          <p:val>
                                            <p:strVal val="#ppt_w*2.74891"/>
                                          </p:val>
                                        </p:tav>
                                        <p:tav tm="19565">
                                          <p:val>
                                            <p:strVal val="#ppt_w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w*2.60058"/>
                                          </p:val>
                                        </p:tav>
                                        <p:tav tm="26087">
                                          <p:val>
                                            <p:strVal val="#ppt_w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w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w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w*2.05191"/>
                                          </p:val>
                                        </p:tav>
                                        <p:tav tm="36957">
                                          <p:val>
                                            <p:strVal val="#ppt_w*1.88707"/>
                                          </p:val>
                                        </p:tav>
                                        <p:tav tm="39130">
                                          <p:val>
                                            <p:strVal val="#ppt_w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w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w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w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w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w*1"/>
                                          </p:val>
                                        </p:tav>
                                        <p:tav tm="54348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56522">
                                          <p:val>
                                            <p:strVal val="#ppt_w*0.86607"/>
                                          </p:val>
                                        </p:tav>
                                        <p:tav tm="58696">
                                          <p:val>
                                            <p:strVal val="#ppt_w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76338"/>
                                          </p:val>
                                        </p:tav>
                                        <p:tav tm="63043">
                                          <p:val>
                                            <p:strVal val="#ppt_w*0.72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68396"/>
                                          </p:val>
                                        </p:tav>
                                        <p:tav tm="67391">
                                          <p:val>
                                            <p:strVal val="#ppt_w*0.65123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62245"/>
                                          </p:val>
                                        </p:tav>
                                        <p:tav tm="71739">
                                          <p:val>
                                            <p:strVal val="#ppt_w*0.59721"/>
                                          </p:val>
                                        </p:tav>
                                        <p:tav tm="73913">
                                          <p:val>
                                            <p:strVal val="#ppt_w*0.57514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55595"/>
                                          </p:val>
                                        </p:tav>
                                        <p:tav tm="78261">
                                          <p:val>
                                            <p:strVal val="#ppt_w*0.53936"/>
                                          </p:val>
                                        </p:tav>
                                        <p:tav tm="80435">
                                          <p:val>
                                            <p:strVal val="#ppt_w*0.52516"/>
                                          </p:val>
                                        </p:tav>
                                        <p:tav tm="82609">
                                          <p:val>
                                            <p:strVal val="#ppt_w*0.51314"/>
                                          </p:val>
                                        </p:tav>
                                        <p:tav tm="84783">
                                          <p:val>
                                            <p:strVal val="#ppt_w*0.50313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49498"/>
                                          </p:val>
                                        </p:tav>
                                        <p:tav tm="89130">
                                          <p:val>
                                            <p:strVal val="#ppt_w*0.48856"/>
                                          </p:val>
                                        </p:tav>
                                        <p:tav tm="91304">
                                          <p:val>
                                            <p:strVal val="#ppt_w*0.48373"/>
                                          </p:val>
                                        </p:tav>
                                        <p:tav tm="95652">
                                          <p:val>
                                            <p:strVal val="#ppt_w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w*2.866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4" dur="15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86645"/>
                                          </p:val>
                                        </p:tav>
                                        <p:tav tm="4348">
                                          <p:val>
                                            <p:strVal val="#ppt_h*2.86085"/>
                                          </p:val>
                                        </p:tav>
                                        <p:tav tm="8696">
                                          <p:val>
                                            <p:strVal val="#ppt_h*2.84218"/>
                                          </p:val>
                                        </p:tav>
                                        <p:tav tm="13043">
                                          <p:val>
                                            <p:strVal val="#ppt_h*2.8067"/>
                                          </p:val>
                                        </p:tav>
                                        <p:tav tm="15217">
                                          <p:val>
                                            <p:strVal val="#ppt_h*2.78104"/>
                                          </p:val>
                                        </p:tav>
                                        <p:tav tm="19565">
                                          <p:val>
                                            <p:strVal val="#ppt_h*2.709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2.66033"/>
                                          </p:val>
                                        </p:tav>
                                        <p:tav tm="23913">
                                          <p:val>
                                            <p:strVal val="#ppt_h*2.60058"/>
                                          </p:val>
                                        </p:tav>
                                        <p:tav tm="26087">
                                          <p:val>
                                            <p:strVal val="#ppt_h*2.5276"/>
                                          </p:val>
                                        </p:tav>
                                        <p:tav tm="28261">
                                          <p:val>
                                            <p:strVal val="#ppt_h*2.43867"/>
                                          </p:val>
                                        </p:tav>
                                        <p:tav tm="30435">
                                          <p:val>
                                            <p:strVal val="#ppt_h*2.3308"/>
                                          </p:val>
                                        </p:tav>
                                        <p:tav tm="32609">
                                          <p:val>
                                            <p:strVal val="#ppt_h*2.20174"/>
                                          </p:val>
                                        </p:tav>
                                        <p:tav tm="34783">
                                          <p:val>
                                            <p:strVal val="#ppt_h*2.05191"/>
                                          </p:val>
                                        </p:tav>
                                        <p:tav tm="39130">
                                          <p:val>
                                            <p:strVal val="#ppt_h*1.71849"/>
                                          </p:val>
                                        </p:tav>
                                        <p:tav tm="41304">
                                          <p:val>
                                            <p:strVal val="#ppt_h*1.55819"/>
                                          </p:val>
                                        </p:tav>
                                        <p:tav tm="43478">
                                          <p:val>
                                            <p:strVal val="#ppt_h*1.4136"/>
                                          </p:val>
                                        </p:tav>
                                        <p:tav tm="45652">
                                          <p:val>
                                            <p:strVal val="#ppt_h*1.28689"/>
                                          </p:val>
                                        </p:tav>
                                        <p:tav tm="47826">
                                          <p:val>
                                            <p:strVal val="#ppt_h*1.17713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8223"/>
                                          </p:val>
                                        </p:tav>
                                        <p:tav tm="52174">
                                          <p:val>
                                            <p:strVal val="#ppt_h*1"/>
                                          </p:val>
                                        </p:tav>
                                        <p:tav tm="54348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58696">
                                          <p:val>
                                            <p:strVal val="#ppt_h*0.81139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763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6839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62245"/>
                                          </p:val>
                                        </p:tav>
                                        <p:tav tm="73913">
                                          <p:val>
                                            <p:strVal val="#ppt_h*0.57514"/>
                                          </p:val>
                                        </p:tav>
                                        <p:tav tm="78261">
                                          <p:val>
                                            <p:strVal val="#ppt_h*0.53936"/>
                                          </p:val>
                                        </p:tav>
                                        <p:tav tm="84783">
                                          <p:val>
                                            <p:strVal val="#ppt_h*0.50313"/>
                                          </p:val>
                                        </p:tav>
                                        <p:tav tm="89130">
                                          <p:val>
                                            <p:strVal val="#ppt_h*0.48856"/>
                                          </p:val>
                                        </p:tav>
                                        <p:tav tm="95652">
                                          <p:val>
                                            <p:strVal val="#ppt_h*0.47846"/>
                                          </p:val>
                                        </p:tav>
                                        <p:tav tm="97826">
                                          <p:val>
                                            <p:strVal val="#ppt_h*2.866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5" presetID="12" presetClass="entr" presetSubtype="4" fill="hold" grpId="0" nodeType="withEffect">
                                  <p:stCondLst>
                                    <p:cond delay="1340"/>
                                  </p:stCondLst>
                                  <p:childTnLs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7" dur="820" fill="hold" decel="1000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48" dur="820" decel="1000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9" presetID="12" presetClass="entr" presetSubtype="4" fill="hold" grpId="0" nodeType="withEffect">
                                  <p:stCondLst>
                                    <p:cond delay="1425"/>
                                  </p:stCondLst>
                                  <p:childTnLst>
                                    <p:set>
                                      <p:cBhvr>
                                        <p:cTn id="1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1" dur="820" fill="hold" decel="100000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52" dur="820" decel="100000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3" presetID="12" presetClass="entr" presetSubtype="4" fill="hold" grpId="0" nodeType="withEffect">
                                  <p:stCondLst>
                                    <p:cond delay="1510"/>
                                  </p:stCondLst>
                                  <p:childTnLst>
                                    <p:set>
                                      <p:cBhvr>
                                        <p:cTn id="1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5" dur="820" fill="hold" decel="100000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56" dur="820" decel="100000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7" presetID="6" presetClass="emp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37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37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0" presetID="0" presetClass="pat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1" dur="37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2" dur="37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37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4" presetID="0" presetClass="pat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5" dur="37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6" dur="37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37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8" presetID="0" presetClass="pat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9" dur="37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0" dur="37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37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2" presetID="0" presetClass="pat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3" dur="37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4" dur="37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37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6" presetID="0" presetClass="pat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7" dur="37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8" dur="37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37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0" presetID="6" presetClass="emph" presetSubtype="0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1" dur="3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2" dur="3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5" dur="4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86" dur="55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18072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30120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963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55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"/>
                                          </p:val>
                                        </p:tav>
                                        <p:tav tm="12048">
                                          <p:val>
                                            <p:fltVal val="3.54"/>
                                          </p:val>
                                        </p:tav>
                                        <p:tav tm="18072">
                                          <p:val>
                                            <p:fltVal val="2.34"/>
                                          </p:val>
                                        </p:tav>
                                        <p:tav tm="30120">
                                          <p:val>
                                            <p:fltVal val="1.07"/>
                                          </p:val>
                                        </p:tav>
                                        <p:tav tm="54217">
                                          <p:val>
                                            <p:fltVal val="0.23"/>
                                          </p:val>
                                        </p:tav>
                                        <p:tav tm="963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8" presetID="0" presetClass="path" presetSubtype="0" repeatCount="161" fill="hold" grpId="0" nodeType="withEffect">
                                  <p:stCondLst>
                                    <p:cond delay="33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9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0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15686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58824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65686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81373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89216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92157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9216">
                                          <p:val>
                                            <p:strVal val="#ppt_h*1"/>
                                          </p:val>
                                        </p:tav>
                                        <p:tav tm="90196">
                                          <p:val>
                                            <p:strVal val="#ppt_h*0.78353"/>
                                          </p:val>
                                        </p:tav>
                                        <p:tav tm="92157">
                                          <p:val>
                                            <p:strVal val="#ppt_h*0.18222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27843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87974"/>
                                          </p:val>
                                        </p:tav>
                                        <p:tav tm="9607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2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100000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3" presetID="0" presetClass="path" presetSubtype="0" repeatCount="161" fill="hold" grpId="0" nodeType="withEffect">
                                  <p:stCondLst>
                                    <p:cond delay="33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34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5686">
                                          <p:val>
                                            <p:strVal val="#ppt_y+0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"/>
                                          </p:val>
                                        </p:tav>
                                        <p:tav tm="65686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"/>
                                          </p:val>
                                        </p:tav>
                                        <p:tav tm="82353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96078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34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9216">
                                          <p:val>
                                            <p:strVal val="#ppt_h*1"/>
                                          </p:val>
                                        </p:tav>
                                        <p:tav tm="90196">
                                          <p:val>
                                            <p:strVal val="#ppt_h*0.78353"/>
                                          </p:val>
                                        </p:tav>
                                        <p:tav tm="92157">
                                          <p:val>
                                            <p:strVal val="#ppt_h*0.18222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27843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87974"/>
                                          </p:val>
                                        </p:tav>
                                        <p:tav tm="9607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6" presetID="0" presetClass="path" presetSubtype="0" repeatCount="161" fill="hold" grpId="0" nodeType="withEffect">
                                  <p:stCondLst>
                                    <p:cond delay="33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7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8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15686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58824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65686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81373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89216">
                                          <p:val>
                                            <p:strVal val="#ppt_y-0.00066"/>
                                          </p:val>
                                        </p:tav>
                                        <p:tav tm="92157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95098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9216">
                                          <p:val>
                                            <p:strVal val="#ppt_h*1"/>
                                          </p:val>
                                        </p:tav>
                                        <p:tav tm="90196">
                                          <p:val>
                                            <p:strVal val="#ppt_h*0.78353"/>
                                          </p:val>
                                        </p:tav>
                                        <p:tav tm="92157">
                                          <p:val>
                                            <p:strVal val="#ppt_h*0.18222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27843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87974"/>
                                          </p:val>
                                        </p:tav>
                                        <p:tav tm="9607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0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100000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1" presetID="0" presetClass="path" presetSubtype="0" repeatCount="161" fill="hold" grpId="0" nodeType="withEffect">
                                  <p:stCondLst>
                                    <p:cond delay="335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34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5686">
                                          <p:val>
                                            <p:strVal val="#ppt_y+0"/>
                                          </p:val>
                                        </p:tav>
                                        <p:tav tm="21569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"/>
                                          </p:val>
                                        </p:tav>
                                        <p:tav tm="65686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75490">
                                          <p:val>
                                            <p:strVal val="#ppt_y+0"/>
                                          </p:val>
                                        </p:tav>
                                        <p:tav tm="82353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87255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92157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34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9216">
                                          <p:val>
                                            <p:strVal val="#ppt_h*1"/>
                                          </p:val>
                                        </p:tav>
                                        <p:tav tm="90196">
                                          <p:val>
                                            <p:strVal val="#ppt_h*0.78353"/>
                                          </p:val>
                                        </p:tav>
                                        <p:tav tm="92157">
                                          <p:val>
                                            <p:strVal val="#ppt_h*0.18222"/>
                                          </p:val>
                                        </p:tav>
                                        <p:tav tm="93137">
                                          <p:val>
                                            <p:strVal val="#ppt_h*0.27843"/>
                                          </p:val>
                                        </p:tav>
                                        <p:tav tm="95098">
                                          <p:val>
                                            <p:strVal val="#ppt_h*0.87974"/>
                                          </p:val>
                                        </p:tav>
                                        <p:tav tm="96078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5" dur="56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7" dur="56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9" dur="56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1" dur="56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3" dur="56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5" dur="56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7" dur="56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9" dur="56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1" dur="56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3" dur="56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5" dur="56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7" dur="56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9" dur="56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1" dur="56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3" dur="56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5" dur="56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7" dur="56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9" dur="56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1" dur="56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3" dur="56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5" dur="56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7" dur="56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9" dur="56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1" dur="56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3" dur="56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5" dur="56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7" dur="56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905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23810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29762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35714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"/>
                                          </p:val>
                                        </p:tav>
                                        <p:tav tm="9523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8" dur="56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1905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23810">
                                          <p:val>
                                            <p:strVal val="#ppt_y-0.00489"/>
                                          </p:val>
                                        </p:tav>
                                        <p:tav tm="29762">
                                          <p:val>
                                            <p:strVal val="#ppt_y-0.00557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56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5952">
                                          <p:val>
                                            <p:fltVal val="-0.9"/>
                                          </p:val>
                                        </p:tav>
                                        <p:tav tm="11905">
                                          <p:val>
                                            <p:fltVal val="-3.88"/>
                                          </p:val>
                                        </p:tav>
                                        <p:tav tm="17857">
                                          <p:val>
                                            <p:fltVal val="-9.19"/>
                                          </p:val>
                                        </p:tav>
                                        <p:tav tm="23810">
                                          <p:val>
                                            <p:fltVal val="-16.44"/>
                                          </p:val>
                                        </p:tav>
                                        <p:tav tm="29762">
                                          <p:val>
                                            <p:fltVal val="-18.45"/>
                                          </p:val>
                                        </p:tav>
                                        <p:tav tm="35714">
                                          <p:val>
                                            <p:fltVal val="-7.55"/>
                                          </p:val>
                                        </p:tav>
                                        <p:tav tm="41667">
                                          <p:val>
                                            <p:fltVal val="0"/>
                                          </p:val>
                                        </p:tav>
                                        <p:tav tm="9523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1" dur="56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1905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29762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41667">
                                          <p:val>
                                            <p:strVal val="#ppt_x+0"/>
                                          </p:val>
                                        </p:tav>
                                        <p:tav tm="9523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2" dur="56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1905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23810">
                                          <p:val>
                                            <p:strVal val="#ppt_y-0.00553"/>
                                          </p:val>
                                        </p:tav>
                                        <p:tav tm="29762">
                                          <p:val>
                                            <p:strVal val="#ppt_y-0.00633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56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5952">
                                          <p:val>
                                            <p:fltVal val="-0.9"/>
                                          </p:val>
                                        </p:tav>
                                        <p:tav tm="11905">
                                          <p:val>
                                            <p:fltVal val="-3.88"/>
                                          </p:val>
                                        </p:tav>
                                        <p:tav tm="17857">
                                          <p:val>
                                            <p:fltVal val="-9.19"/>
                                          </p:val>
                                        </p:tav>
                                        <p:tav tm="23810">
                                          <p:val>
                                            <p:fltVal val="-16.44"/>
                                          </p:val>
                                        </p:tav>
                                        <p:tav tm="29762">
                                          <p:val>
                                            <p:fltVal val="-18.45"/>
                                          </p:val>
                                        </p:tav>
                                        <p:tav tm="35714">
                                          <p:val>
                                            <p:fltVal val="-7.55"/>
                                          </p:val>
                                        </p:tav>
                                        <p:tav tm="41667">
                                          <p:val>
                                            <p:fltVal val="0"/>
                                          </p:val>
                                        </p:tav>
                                        <p:tav tm="95238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5" dur="56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7" dur="56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9" dur="56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1" dur="56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3" dur="56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5" dur="56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7" dur="56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9" dur="56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1" dur="56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3" dur="56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5" dur="56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7" dur="56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9" dur="56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1" dur="56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3" dur="56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5" dur="56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7" dur="56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9" dur="56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1" dur="56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3" dur="56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5" dur="56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7" dur="56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9" dur="56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1" dur="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3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4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10784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65686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76471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92157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5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549">
                                          <p:val>
                                            <p:strVal val="#ppt_h*1"/>
                                          </p:val>
                                        </p:tav>
                                        <p:tav tm="73529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75490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76471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6" dur="34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100000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7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8" dur="34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10784">
                                          <p:val>
                                            <p:strVal val="#ppt_y+0"/>
                                          </p:val>
                                        </p:tav>
                                        <p:tav tm="16667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"/>
                                          </p:val>
                                        </p:tav>
                                        <p:tav tm="65686">
                                          <p:val>
                                            <p:strVal val="#ppt_y+0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"/>
                                          </p:val>
                                        </p:tav>
                                        <p:tav tm="82353">
                                          <p:val>
                                            <p:strVal val="#ppt_y+0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92157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9" dur="34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549">
                                          <p:val>
                                            <p:strVal val="#ppt_h*1"/>
                                          </p:val>
                                        </p:tav>
                                        <p:tav tm="73529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75490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76471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1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2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10784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65686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73529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76471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82353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92157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549">
                                          <p:val>
                                            <p:strVal val="#ppt_h*1"/>
                                          </p:val>
                                        </p:tav>
                                        <p:tav tm="73529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75490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76471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4" dur="34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100000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5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6" dur="34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882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10784">
                                          <p:val>
                                            <p:strVal val="#ppt_y+0"/>
                                          </p:val>
                                        </p:tav>
                                        <p:tav tm="16667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22549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26471">
                                          <p:val>
                                            <p:strVal val="#ppt_y+0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43137">
                                          <p:val>
                                            <p:strVal val="#ppt_y+0"/>
                                          </p:val>
                                        </p:tav>
                                        <p:tav tm="49020">
                                          <p:val>
                                            <p:strVal val="#ppt_y+0"/>
                                          </p:val>
                                        </p:tav>
                                        <p:tav tm="54902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59804">
                                          <p:val>
                                            <p:strVal val="#ppt_y+0"/>
                                          </p:val>
                                        </p:tav>
                                        <p:tav tm="65686">
                                          <p:val>
                                            <p:strVal val="#ppt_y+0"/>
                                          </p:val>
                                        </p:tav>
                                        <p:tav tm="71569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75490">
                                          <p:val>
                                            <p:strVal val="#ppt_y-0.00039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"/>
                                          </p:val>
                                        </p:tav>
                                        <p:tav tm="82353">
                                          <p:val>
                                            <p:strVal val="#ppt_y+0"/>
                                          </p:val>
                                        </p:tav>
                                        <p:tav tm="88235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92157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7" dur="34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2549">
                                          <p:val>
                                            <p:strVal val="#ppt_h*1"/>
                                          </p:val>
                                        </p:tav>
                                        <p:tav tm="73529">
                                          <p:val>
                                            <p:strVal val="#ppt_h*0.96392"/>
                                          </p:val>
                                        </p:tav>
                                        <p:tav tm="75490">
                                          <p:val>
                                            <p:strVal val="#ppt_h*0.36261"/>
                                          </p:val>
                                        </p:tav>
                                        <p:tav tm="76471">
                                          <p:val>
                                            <p:strVal val="#ppt_h*0.09804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9" dur="5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1"/>
                                          </p:val>
                                        </p:tav>
                                        <p:tav tm="95238">
                                          <p:val>
                                            <p:strVal val="#ppt_x-1.25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0" dur="5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59524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1" dur="5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95238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3" dur="56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5" dur="56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8"/>
                                          </p:val>
                                        </p:tav>
                                        <p:tav tm="95238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6" dur="56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95238">
                                          <p:val>
                                            <p:strVal val="#ppt_y-0.000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7" dur="56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95238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9" dur="56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1" dur="56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95238">
                                          <p:val>
                                            <p:strVal val="#ppt_x-1.25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2" dur="56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59524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.0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56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.57"/>
                                          </p:val>
                                        </p:tav>
                                        <p:tav tm="95238">
                                          <p:val>
                                            <p:fltVal val="-1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5" dur="56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7" dur="56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9" dur="56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1" dur="56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3" dur="56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5" dur="56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6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7" dur="56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8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9" dur="56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0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1" dur="56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2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3" dur="56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4" presetID="0" presetClass="path" presetSubtype="0" repeatCount="indefinite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5" dur="56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59524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52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6" fill="hold">
                      <p:stCondLst>
                        <p:cond delay="indefinite"/>
                      </p:stCondLst>
                      <p:childTnLst>
                        <p:par>
                          <p:cTn id="1467" fill="hold">
                            <p:stCondLst>
                              <p:cond delay="0"/>
                            </p:stCondLst>
                            <p:childTnLst>
                              <p:par>
                                <p:cTn id="14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0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71" dur="65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6" grpId="0" animBg="1"/>
      <p:bldP spid="41" grpId="0" animBg="1"/>
      <p:bldP spid="43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31" grpId="0" build="p"/>
      <p:bldP spid="34" grpId="0" animBg="1"/>
      <p:bldP spid="35" grpId="0" animBg="1"/>
      <p:bldP spid="37" grpId="0" animBg="1"/>
      <p:bldP spid="38" grpId="0" animBg="1"/>
      <p:bldP spid="39" grpId="0" animBg="1"/>
      <p:bldP spid="40" grpId="0" animBg="1"/>
      <p:bldP spid="42" grpId="0" animBg="1"/>
      <p:bldP spid="90" grpId="0" animBg="1"/>
      <p:bldP spid="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Dwa plany. Jeden moment.">
    <p:bg>
      <p:bgPr>
        <a:solidFill>
          <a:srgbClr val="11111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fasetka 1"/>
          <p:cNvSpPr/>
          <p:nvPr/>
        </p:nvSpPr>
        <p:spPr>
          <a:xfrm>
            <a:off x="0" y="0"/>
            <a:ext cx="1077144" cy="1027309"/>
          </a:xfrm>
          <a:custGeom>
            <a:avLst/>
            <a:gdLst/>
            <a:ahLst/>
            <a:cxnLst/>
            <a:rect l="0" t="0" r="r" b="b"/>
            <a:pathLst>
              <a:path w="1077144" h="1027309">
                <a:moveTo>
                  <a:pt x="0" y="0"/>
                </a:moveTo>
                <a:lnTo>
                  <a:pt x="1077144" y="0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2"/>
          <p:cNvSpPr/>
          <p:nvPr/>
        </p:nvSpPr>
        <p:spPr>
          <a:xfrm>
            <a:off x="0" y="0"/>
            <a:ext cx="1476529" cy="1556287"/>
          </a:xfrm>
          <a:custGeom>
            <a:avLst/>
            <a:gdLst/>
            <a:ahLst/>
            <a:cxnLst/>
            <a:rect l="0" t="0" r="r" b="b"/>
            <a:pathLst>
              <a:path w="1476529" h="1556287">
                <a:moveTo>
                  <a:pt x="1077144" y="0"/>
                </a:moveTo>
                <a:lnTo>
                  <a:pt x="1476529" y="1556287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3"/>
          <p:cNvSpPr/>
          <p:nvPr/>
        </p:nvSpPr>
        <p:spPr>
          <a:xfrm>
            <a:off x="1077144" y="0"/>
            <a:ext cx="1955716" cy="1169608"/>
          </a:xfrm>
          <a:custGeom>
            <a:avLst/>
            <a:gdLst/>
            <a:ahLst/>
            <a:cxnLst/>
            <a:rect l="0" t="0" r="r" b="b"/>
            <a:pathLst>
              <a:path w="1955716" h="1169608">
                <a:moveTo>
                  <a:pt x="0" y="0"/>
                </a:moveTo>
                <a:lnTo>
                  <a:pt x="1955716" y="0"/>
                </a:lnTo>
                <a:lnTo>
                  <a:pt x="1712595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4"/>
          <p:cNvSpPr/>
          <p:nvPr/>
        </p:nvSpPr>
        <p:spPr>
          <a:xfrm>
            <a:off x="1077144" y="0"/>
            <a:ext cx="1712595" cy="1556287"/>
          </a:xfrm>
          <a:custGeom>
            <a:avLst/>
            <a:gdLst/>
            <a:ahLst/>
            <a:cxnLst/>
            <a:rect l="0" t="0" r="r" b="b"/>
            <a:pathLst>
              <a:path w="1712595" h="1556287">
                <a:moveTo>
                  <a:pt x="0" y="0"/>
                </a:moveTo>
                <a:lnTo>
                  <a:pt x="1712595" y="1169608"/>
                </a:lnTo>
                <a:lnTo>
                  <a:pt x="399385" y="155628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5"/>
          <p:cNvSpPr/>
          <p:nvPr/>
        </p:nvSpPr>
        <p:spPr>
          <a:xfrm>
            <a:off x="2789738" y="0"/>
            <a:ext cx="944266" cy="1169608"/>
          </a:xfrm>
          <a:custGeom>
            <a:avLst/>
            <a:gdLst/>
            <a:ahLst/>
            <a:cxnLst/>
            <a:rect l="0" t="0" r="r" b="b"/>
            <a:pathLst>
              <a:path w="944266" h="1169608">
                <a:moveTo>
                  <a:pt x="243121" y="0"/>
                </a:moveTo>
                <a:lnTo>
                  <a:pt x="944266" y="0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6"/>
          <p:cNvSpPr/>
          <p:nvPr/>
        </p:nvSpPr>
        <p:spPr>
          <a:xfrm>
            <a:off x="2789738" y="0"/>
            <a:ext cx="1677567" cy="1172958"/>
          </a:xfrm>
          <a:custGeom>
            <a:avLst/>
            <a:gdLst/>
            <a:ahLst/>
            <a:cxnLst/>
            <a:rect l="0" t="0" r="r" b="b"/>
            <a:pathLst>
              <a:path w="1677567" h="1172958">
                <a:moveTo>
                  <a:pt x="944266" y="0"/>
                </a:moveTo>
                <a:lnTo>
                  <a:pt x="1677567" y="1172958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7"/>
          <p:cNvSpPr/>
          <p:nvPr/>
        </p:nvSpPr>
        <p:spPr>
          <a:xfrm>
            <a:off x="3734004" y="0"/>
            <a:ext cx="1980978" cy="1504018"/>
          </a:xfrm>
          <a:custGeom>
            <a:avLst/>
            <a:gdLst/>
            <a:ahLst/>
            <a:cxnLst/>
            <a:rect l="0" t="0" r="r" b="b"/>
            <a:pathLst>
              <a:path w="1980978" h="1504018">
                <a:moveTo>
                  <a:pt x="0" y="0"/>
                </a:moveTo>
                <a:lnTo>
                  <a:pt x="1980978" y="0"/>
                </a:lnTo>
                <a:lnTo>
                  <a:pt x="1896782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8"/>
          <p:cNvSpPr/>
          <p:nvPr/>
        </p:nvSpPr>
        <p:spPr>
          <a:xfrm>
            <a:off x="3734004" y="0"/>
            <a:ext cx="1896782" cy="1504018"/>
          </a:xfrm>
          <a:custGeom>
            <a:avLst/>
            <a:gdLst/>
            <a:ahLst/>
            <a:cxnLst/>
            <a:rect l="0" t="0" r="r" b="b"/>
            <a:pathLst>
              <a:path w="1896782" h="1504018">
                <a:moveTo>
                  <a:pt x="0" y="0"/>
                </a:moveTo>
                <a:lnTo>
                  <a:pt x="1896782" y="1504018"/>
                </a:lnTo>
                <a:lnTo>
                  <a:pt x="733301" y="117295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9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84196" y="0"/>
                </a:moveTo>
                <a:lnTo>
                  <a:pt x="1348710" y="0"/>
                </a:lnTo>
                <a:lnTo>
                  <a:pt x="0" y="1504018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10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1348710" y="0"/>
                </a:moveTo>
                <a:lnTo>
                  <a:pt x="1019973" y="1404754"/>
                </a:lnTo>
                <a:lnTo>
                  <a:pt x="0" y="1504018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1"/>
          <p:cNvSpPr/>
          <p:nvPr/>
        </p:nvSpPr>
        <p:spPr>
          <a:xfrm>
            <a:off x="6979496" y="0"/>
            <a:ext cx="1514614" cy="1712552"/>
          </a:xfrm>
          <a:custGeom>
            <a:avLst/>
            <a:gdLst/>
            <a:ahLst/>
            <a:cxnLst/>
            <a:rect l="0" t="0" r="r" b="b"/>
            <a:pathLst>
              <a:path w="1514614" h="1712552">
                <a:moveTo>
                  <a:pt x="0" y="0"/>
                </a:moveTo>
                <a:lnTo>
                  <a:pt x="1322478" y="0"/>
                </a:lnTo>
                <a:lnTo>
                  <a:pt x="1514614" y="1712552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2"/>
          <p:cNvSpPr/>
          <p:nvPr/>
        </p:nvSpPr>
        <p:spPr>
          <a:xfrm>
            <a:off x="6650759" y="0"/>
            <a:ext cx="1843351" cy="1712552"/>
          </a:xfrm>
          <a:custGeom>
            <a:avLst/>
            <a:gdLst/>
            <a:ahLst/>
            <a:cxnLst/>
            <a:rect l="0" t="0" r="r" b="b"/>
            <a:pathLst>
              <a:path w="1843351" h="1712552">
                <a:moveTo>
                  <a:pt x="328737" y="0"/>
                </a:moveTo>
                <a:lnTo>
                  <a:pt x="1843351" y="1712552"/>
                </a:lnTo>
                <a:lnTo>
                  <a:pt x="0" y="1404754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3"/>
          <p:cNvSpPr/>
          <p:nvPr/>
        </p:nvSpPr>
        <p:spPr>
          <a:xfrm>
            <a:off x="8301974" y="0"/>
            <a:ext cx="962115" cy="1712552"/>
          </a:xfrm>
          <a:custGeom>
            <a:avLst/>
            <a:gdLst/>
            <a:ahLst/>
            <a:cxnLst/>
            <a:rect l="0" t="0" r="r" b="b"/>
            <a:pathLst>
              <a:path w="962115" h="1712552">
                <a:moveTo>
                  <a:pt x="0" y="0"/>
                </a:moveTo>
                <a:lnTo>
                  <a:pt x="962115" y="0"/>
                </a:lnTo>
                <a:lnTo>
                  <a:pt x="192135" y="1712552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4"/>
          <p:cNvSpPr/>
          <p:nvPr/>
        </p:nvSpPr>
        <p:spPr>
          <a:xfrm>
            <a:off x="8494110" y="0"/>
            <a:ext cx="947406" cy="1720134"/>
          </a:xfrm>
          <a:custGeom>
            <a:avLst/>
            <a:gdLst/>
            <a:ahLst/>
            <a:cxnLst/>
            <a:rect l="0" t="0" r="r" b="b"/>
            <a:pathLst>
              <a:path w="947406" h="1720134">
                <a:moveTo>
                  <a:pt x="769980" y="0"/>
                </a:moveTo>
                <a:lnTo>
                  <a:pt x="947406" y="1720134"/>
                </a:lnTo>
                <a:lnTo>
                  <a:pt x="0" y="1712552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5"/>
          <p:cNvSpPr/>
          <p:nvPr/>
        </p:nvSpPr>
        <p:spPr>
          <a:xfrm>
            <a:off x="9264089" y="0"/>
            <a:ext cx="1959634" cy="1536949"/>
          </a:xfrm>
          <a:custGeom>
            <a:avLst/>
            <a:gdLst/>
            <a:ahLst/>
            <a:cxnLst/>
            <a:rect l="0" t="0" r="r" b="b"/>
            <a:pathLst>
              <a:path w="1959634" h="1536949">
                <a:moveTo>
                  <a:pt x="0" y="0"/>
                </a:moveTo>
                <a:lnTo>
                  <a:pt x="1959634" y="0"/>
                </a:lnTo>
                <a:lnTo>
                  <a:pt x="1287511" y="153694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6"/>
          <p:cNvSpPr/>
          <p:nvPr/>
        </p:nvSpPr>
        <p:spPr>
          <a:xfrm>
            <a:off x="9264089" y="0"/>
            <a:ext cx="1287511" cy="1720134"/>
          </a:xfrm>
          <a:custGeom>
            <a:avLst/>
            <a:gdLst/>
            <a:ahLst/>
            <a:cxnLst/>
            <a:rect l="0" t="0" r="r" b="b"/>
            <a:pathLst>
              <a:path w="1287511" h="1720134">
                <a:moveTo>
                  <a:pt x="0" y="0"/>
                </a:moveTo>
                <a:lnTo>
                  <a:pt x="1287511" y="1536949"/>
                </a:lnTo>
                <a:lnTo>
                  <a:pt x="177427" y="1720134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7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672123" y="0"/>
                </a:moveTo>
                <a:lnTo>
                  <a:pt x="1640400" y="0"/>
                </a:lnTo>
                <a:lnTo>
                  <a:pt x="0" y="153694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8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1640400" y="0"/>
                </a:moveTo>
                <a:lnTo>
                  <a:pt x="1640400" y="1216364"/>
                </a:lnTo>
                <a:lnTo>
                  <a:pt x="0" y="153694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9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476529" y="528978"/>
                </a:lnTo>
                <a:lnTo>
                  <a:pt x="1701315" y="144031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20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701315" y="1440316"/>
                </a:lnTo>
                <a:lnTo>
                  <a:pt x="0" y="129440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1"/>
          <p:cNvSpPr/>
          <p:nvPr/>
        </p:nvSpPr>
        <p:spPr>
          <a:xfrm>
            <a:off x="1476529" y="1169608"/>
            <a:ext cx="1313209" cy="1298017"/>
          </a:xfrm>
          <a:custGeom>
            <a:avLst/>
            <a:gdLst/>
            <a:ahLst/>
            <a:cxnLst/>
            <a:rect l="0" t="0" r="r" b="b"/>
            <a:pathLst>
              <a:path w="1313209" h="1298017">
                <a:moveTo>
                  <a:pt x="0" y="386679"/>
                </a:moveTo>
                <a:lnTo>
                  <a:pt x="1313209" y="0"/>
                </a:lnTo>
                <a:lnTo>
                  <a:pt x="224786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2"/>
          <p:cNvSpPr/>
          <p:nvPr/>
        </p:nvSpPr>
        <p:spPr>
          <a:xfrm>
            <a:off x="1701315" y="1169608"/>
            <a:ext cx="1088423" cy="1568081"/>
          </a:xfrm>
          <a:custGeom>
            <a:avLst/>
            <a:gdLst/>
            <a:ahLst/>
            <a:cxnLst/>
            <a:rect l="0" t="0" r="r" b="b"/>
            <a:pathLst>
              <a:path w="1088423" h="1568081">
                <a:moveTo>
                  <a:pt x="1088423" y="0"/>
                </a:moveTo>
                <a:lnTo>
                  <a:pt x="1032297" y="1568081"/>
                </a:lnTo>
                <a:lnTo>
                  <a:pt x="0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3"/>
          <p:cNvSpPr/>
          <p:nvPr/>
        </p:nvSpPr>
        <p:spPr>
          <a:xfrm>
            <a:off x="2789738" y="1169608"/>
            <a:ext cx="1677567" cy="1885321"/>
          </a:xfrm>
          <a:custGeom>
            <a:avLst/>
            <a:gdLst/>
            <a:ahLst/>
            <a:cxnLst/>
            <a:rect l="0" t="0" r="r" b="b"/>
            <a:pathLst>
              <a:path w="1677567" h="1885321">
                <a:moveTo>
                  <a:pt x="0" y="0"/>
                </a:moveTo>
                <a:lnTo>
                  <a:pt x="1677567" y="3351"/>
                </a:lnTo>
                <a:lnTo>
                  <a:pt x="882520" y="188532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4"/>
          <p:cNvSpPr/>
          <p:nvPr/>
        </p:nvSpPr>
        <p:spPr>
          <a:xfrm>
            <a:off x="2733612" y="1169608"/>
            <a:ext cx="938646" cy="1885321"/>
          </a:xfrm>
          <a:custGeom>
            <a:avLst/>
            <a:gdLst/>
            <a:ahLst/>
            <a:cxnLst/>
            <a:rect l="0" t="0" r="r" b="b"/>
            <a:pathLst>
              <a:path w="938646" h="1885321">
                <a:moveTo>
                  <a:pt x="56126" y="0"/>
                </a:moveTo>
                <a:lnTo>
                  <a:pt x="938646" y="1885321"/>
                </a:lnTo>
                <a:lnTo>
                  <a:pt x="0" y="156808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5"/>
          <p:cNvSpPr/>
          <p:nvPr/>
        </p:nvSpPr>
        <p:spPr>
          <a:xfrm>
            <a:off x="3672258" y="1172958"/>
            <a:ext cx="1958528" cy="1881970"/>
          </a:xfrm>
          <a:custGeom>
            <a:avLst/>
            <a:gdLst/>
            <a:ahLst/>
            <a:cxnLst/>
            <a:rect l="0" t="0" r="r" b="b"/>
            <a:pathLst>
              <a:path w="1958528" h="1881970">
                <a:moveTo>
                  <a:pt x="795047" y="0"/>
                </a:moveTo>
                <a:lnTo>
                  <a:pt x="1958528" y="331059"/>
                </a:lnTo>
                <a:lnTo>
                  <a:pt x="0" y="188197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6"/>
          <p:cNvSpPr/>
          <p:nvPr/>
        </p:nvSpPr>
        <p:spPr>
          <a:xfrm>
            <a:off x="3672258" y="1504018"/>
            <a:ext cx="1958528" cy="1550911"/>
          </a:xfrm>
          <a:custGeom>
            <a:avLst/>
            <a:gdLst/>
            <a:ahLst/>
            <a:cxnLst/>
            <a:rect l="0" t="0" r="r" b="b"/>
            <a:pathLst>
              <a:path w="1958528" h="1550911">
                <a:moveTo>
                  <a:pt x="1958528" y="0"/>
                </a:moveTo>
                <a:lnTo>
                  <a:pt x="1934074" y="956390"/>
                </a:lnTo>
                <a:lnTo>
                  <a:pt x="0" y="1550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7"/>
          <p:cNvSpPr/>
          <p:nvPr/>
        </p:nvSpPr>
        <p:spPr>
          <a:xfrm>
            <a:off x="5630786" y="1404754"/>
            <a:ext cx="1019973" cy="1328000"/>
          </a:xfrm>
          <a:custGeom>
            <a:avLst/>
            <a:gdLst/>
            <a:ahLst/>
            <a:cxnLst/>
            <a:rect l="0" t="0" r="r" b="b"/>
            <a:pathLst>
              <a:path w="1019973" h="1328000">
                <a:moveTo>
                  <a:pt x="0" y="99264"/>
                </a:moveTo>
                <a:lnTo>
                  <a:pt x="1019973" y="0"/>
                </a:lnTo>
                <a:lnTo>
                  <a:pt x="744905" y="1328000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8"/>
          <p:cNvSpPr/>
          <p:nvPr/>
        </p:nvSpPr>
        <p:spPr>
          <a:xfrm>
            <a:off x="5606333" y="1504018"/>
            <a:ext cx="769359" cy="1228736"/>
          </a:xfrm>
          <a:custGeom>
            <a:avLst/>
            <a:gdLst/>
            <a:ahLst/>
            <a:cxnLst/>
            <a:rect l="0" t="0" r="r" b="b"/>
            <a:pathLst>
              <a:path w="769359" h="1228736">
                <a:moveTo>
                  <a:pt x="24454" y="0"/>
                </a:moveTo>
                <a:lnTo>
                  <a:pt x="769359" y="1228736"/>
                </a:lnTo>
                <a:lnTo>
                  <a:pt x="0" y="9563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9"/>
          <p:cNvSpPr/>
          <p:nvPr/>
        </p:nvSpPr>
        <p:spPr>
          <a:xfrm>
            <a:off x="6375692" y="1404754"/>
            <a:ext cx="2118418" cy="1328000"/>
          </a:xfrm>
          <a:custGeom>
            <a:avLst/>
            <a:gdLst/>
            <a:ahLst/>
            <a:cxnLst/>
            <a:rect l="0" t="0" r="r" b="b"/>
            <a:pathLst>
              <a:path w="2118418" h="1328000">
                <a:moveTo>
                  <a:pt x="275067" y="0"/>
                </a:moveTo>
                <a:lnTo>
                  <a:pt x="2118418" y="307799"/>
                </a:lnTo>
                <a:lnTo>
                  <a:pt x="0" y="1328000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30"/>
          <p:cNvSpPr/>
          <p:nvPr/>
        </p:nvSpPr>
        <p:spPr>
          <a:xfrm>
            <a:off x="6375692" y="1712552"/>
            <a:ext cx="2118418" cy="1178693"/>
          </a:xfrm>
          <a:custGeom>
            <a:avLst/>
            <a:gdLst/>
            <a:ahLst/>
            <a:cxnLst/>
            <a:rect l="0" t="0" r="r" b="b"/>
            <a:pathLst>
              <a:path w="2118418" h="1178693">
                <a:moveTo>
                  <a:pt x="2118418" y="0"/>
                </a:moveTo>
                <a:lnTo>
                  <a:pt x="1577009" y="1178693"/>
                </a:lnTo>
                <a:lnTo>
                  <a:pt x="0" y="102020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1"/>
          <p:cNvSpPr/>
          <p:nvPr/>
        </p:nvSpPr>
        <p:spPr>
          <a:xfrm>
            <a:off x="8494110" y="1712552"/>
            <a:ext cx="947406" cy="1080407"/>
          </a:xfrm>
          <a:custGeom>
            <a:avLst/>
            <a:gdLst/>
            <a:ahLst/>
            <a:cxnLst/>
            <a:rect l="0" t="0" r="r" b="b"/>
            <a:pathLst>
              <a:path w="947406" h="1080407">
                <a:moveTo>
                  <a:pt x="0" y="0"/>
                </a:moveTo>
                <a:lnTo>
                  <a:pt x="947406" y="7582"/>
                </a:lnTo>
                <a:lnTo>
                  <a:pt x="797093" y="1080407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2"/>
          <p:cNvSpPr/>
          <p:nvPr/>
        </p:nvSpPr>
        <p:spPr>
          <a:xfrm>
            <a:off x="7952701" y="1712552"/>
            <a:ext cx="1338501" cy="1178693"/>
          </a:xfrm>
          <a:custGeom>
            <a:avLst/>
            <a:gdLst/>
            <a:ahLst/>
            <a:cxnLst/>
            <a:rect l="0" t="0" r="r" b="b"/>
            <a:pathLst>
              <a:path w="1338501" h="1178693">
                <a:moveTo>
                  <a:pt x="541409" y="0"/>
                </a:moveTo>
                <a:lnTo>
                  <a:pt x="1338501" y="1080407"/>
                </a:lnTo>
                <a:lnTo>
                  <a:pt x="0" y="1178693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3"/>
          <p:cNvSpPr/>
          <p:nvPr/>
        </p:nvSpPr>
        <p:spPr>
          <a:xfrm>
            <a:off x="9291202" y="1536949"/>
            <a:ext cx="1260398" cy="1256010"/>
          </a:xfrm>
          <a:custGeom>
            <a:avLst/>
            <a:gdLst/>
            <a:ahLst/>
            <a:cxnLst/>
            <a:rect l="0" t="0" r="r" b="b"/>
            <a:pathLst>
              <a:path w="1260398" h="1256010">
                <a:moveTo>
                  <a:pt x="150314" y="183185"/>
                </a:moveTo>
                <a:lnTo>
                  <a:pt x="1260398" y="0"/>
                </a:lnTo>
                <a:lnTo>
                  <a:pt x="0" y="1256010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4"/>
          <p:cNvSpPr/>
          <p:nvPr/>
        </p:nvSpPr>
        <p:spPr>
          <a:xfrm>
            <a:off x="9291202" y="1536949"/>
            <a:ext cx="1967171" cy="1269568"/>
          </a:xfrm>
          <a:custGeom>
            <a:avLst/>
            <a:gdLst/>
            <a:ahLst/>
            <a:cxnLst/>
            <a:rect l="0" t="0" r="r" b="b"/>
            <a:pathLst>
              <a:path w="1967171" h="1269568">
                <a:moveTo>
                  <a:pt x="1260398" y="0"/>
                </a:moveTo>
                <a:lnTo>
                  <a:pt x="1967171" y="1269568"/>
                </a:lnTo>
                <a:lnTo>
                  <a:pt x="0" y="1256010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5"/>
          <p:cNvSpPr/>
          <p:nvPr/>
        </p:nvSpPr>
        <p:spPr>
          <a:xfrm>
            <a:off x="10551600" y="1216364"/>
            <a:ext cx="1640400" cy="1209839"/>
          </a:xfrm>
          <a:custGeom>
            <a:avLst/>
            <a:gdLst/>
            <a:ahLst/>
            <a:cxnLst/>
            <a:rect l="0" t="0" r="r" b="b"/>
            <a:pathLst>
              <a:path w="1640400" h="1209839">
                <a:moveTo>
                  <a:pt x="0" y="320585"/>
                </a:moveTo>
                <a:lnTo>
                  <a:pt x="1640400" y="0"/>
                </a:lnTo>
                <a:lnTo>
                  <a:pt x="1640400" y="120983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6"/>
          <p:cNvSpPr/>
          <p:nvPr/>
        </p:nvSpPr>
        <p:spPr>
          <a:xfrm>
            <a:off x="10551600" y="1536949"/>
            <a:ext cx="1640400" cy="1269568"/>
          </a:xfrm>
          <a:custGeom>
            <a:avLst/>
            <a:gdLst/>
            <a:ahLst/>
            <a:cxnLst/>
            <a:rect l="0" t="0" r="r" b="b"/>
            <a:pathLst>
              <a:path w="1640400" h="1269568">
                <a:moveTo>
                  <a:pt x="0" y="0"/>
                </a:moveTo>
                <a:lnTo>
                  <a:pt x="1640400" y="889254"/>
                </a:lnTo>
                <a:lnTo>
                  <a:pt x="706773" y="1269568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7"/>
          <p:cNvSpPr/>
          <p:nvPr/>
        </p:nvSpPr>
        <p:spPr>
          <a:xfrm>
            <a:off x="0" y="2321714"/>
            <a:ext cx="1701315" cy="1809445"/>
          </a:xfrm>
          <a:custGeom>
            <a:avLst/>
            <a:gdLst/>
            <a:ahLst/>
            <a:cxnLst/>
            <a:rect l="0" t="0" r="r" b="b"/>
            <a:pathLst>
              <a:path w="1701315" h="1809445">
                <a:moveTo>
                  <a:pt x="0" y="0"/>
                </a:moveTo>
                <a:lnTo>
                  <a:pt x="1701315" y="145911"/>
                </a:lnTo>
                <a:lnTo>
                  <a:pt x="0" y="18094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8"/>
          <p:cNvSpPr/>
          <p:nvPr/>
        </p:nvSpPr>
        <p:spPr>
          <a:xfrm>
            <a:off x="0" y="2467625"/>
            <a:ext cx="1701315" cy="1681462"/>
          </a:xfrm>
          <a:custGeom>
            <a:avLst/>
            <a:gdLst/>
            <a:ahLst/>
            <a:cxnLst/>
            <a:rect l="0" t="0" r="r" b="b"/>
            <a:pathLst>
              <a:path w="1701315" h="1681462">
                <a:moveTo>
                  <a:pt x="1701315" y="0"/>
                </a:moveTo>
                <a:lnTo>
                  <a:pt x="1193767" y="1681462"/>
                </a:lnTo>
                <a:lnTo>
                  <a:pt x="0" y="16635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9"/>
          <p:cNvSpPr/>
          <p:nvPr/>
        </p:nvSpPr>
        <p:spPr>
          <a:xfrm>
            <a:off x="1701315" y="2467625"/>
            <a:ext cx="1284137" cy="1719054"/>
          </a:xfrm>
          <a:custGeom>
            <a:avLst/>
            <a:gdLst/>
            <a:ahLst/>
            <a:cxnLst/>
            <a:rect l="0" t="0" r="r" b="b"/>
            <a:pathLst>
              <a:path w="1284137" h="1719054">
                <a:moveTo>
                  <a:pt x="0" y="0"/>
                </a:moveTo>
                <a:lnTo>
                  <a:pt x="1032297" y="270064"/>
                </a:lnTo>
                <a:lnTo>
                  <a:pt x="1284137" y="17190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40"/>
          <p:cNvSpPr/>
          <p:nvPr/>
        </p:nvSpPr>
        <p:spPr>
          <a:xfrm>
            <a:off x="1193767" y="2467625"/>
            <a:ext cx="1791686" cy="1719054"/>
          </a:xfrm>
          <a:custGeom>
            <a:avLst/>
            <a:gdLst/>
            <a:ahLst/>
            <a:cxnLst/>
            <a:rect l="0" t="0" r="r" b="b"/>
            <a:pathLst>
              <a:path w="1791686" h="1719054">
                <a:moveTo>
                  <a:pt x="507548" y="0"/>
                </a:moveTo>
                <a:lnTo>
                  <a:pt x="1791686" y="1719054"/>
                </a:lnTo>
                <a:lnTo>
                  <a:pt x="0" y="168146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1"/>
          <p:cNvSpPr/>
          <p:nvPr/>
        </p:nvSpPr>
        <p:spPr>
          <a:xfrm>
            <a:off x="2733612" y="2737689"/>
            <a:ext cx="938646" cy="1448990"/>
          </a:xfrm>
          <a:custGeom>
            <a:avLst/>
            <a:gdLst/>
            <a:ahLst/>
            <a:cxnLst/>
            <a:rect l="0" t="0" r="r" b="b"/>
            <a:pathLst>
              <a:path w="938646" h="1448990">
                <a:moveTo>
                  <a:pt x="0" y="0"/>
                </a:moveTo>
                <a:lnTo>
                  <a:pt x="938646" y="317240"/>
                </a:lnTo>
                <a:lnTo>
                  <a:pt x="251840" y="14489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2"/>
          <p:cNvSpPr/>
          <p:nvPr/>
        </p:nvSpPr>
        <p:spPr>
          <a:xfrm>
            <a:off x="2985452" y="3054929"/>
            <a:ext cx="1183279" cy="1131750"/>
          </a:xfrm>
          <a:custGeom>
            <a:avLst/>
            <a:gdLst/>
            <a:ahLst/>
            <a:cxnLst/>
            <a:rect l="0" t="0" r="r" b="b"/>
            <a:pathLst>
              <a:path w="1183279" h="1131750">
                <a:moveTo>
                  <a:pt x="686806" y="0"/>
                </a:moveTo>
                <a:lnTo>
                  <a:pt x="1183279" y="1091145"/>
                </a:lnTo>
                <a:lnTo>
                  <a:pt x="0" y="113175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3"/>
          <p:cNvSpPr/>
          <p:nvPr/>
        </p:nvSpPr>
        <p:spPr>
          <a:xfrm>
            <a:off x="3672258" y="2460407"/>
            <a:ext cx="1934074" cy="1651441"/>
          </a:xfrm>
          <a:custGeom>
            <a:avLst/>
            <a:gdLst/>
            <a:ahLst/>
            <a:cxnLst/>
            <a:rect l="0" t="0" r="r" b="b"/>
            <a:pathLst>
              <a:path w="1934074" h="1651441">
                <a:moveTo>
                  <a:pt x="0" y="594522"/>
                </a:moveTo>
                <a:lnTo>
                  <a:pt x="1934074" y="0"/>
                </a:lnTo>
                <a:lnTo>
                  <a:pt x="1890662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4"/>
          <p:cNvSpPr/>
          <p:nvPr/>
        </p:nvSpPr>
        <p:spPr>
          <a:xfrm>
            <a:off x="3672258" y="3054929"/>
            <a:ext cx="1890662" cy="1091145"/>
          </a:xfrm>
          <a:custGeom>
            <a:avLst/>
            <a:gdLst/>
            <a:ahLst/>
            <a:cxnLst/>
            <a:rect l="0" t="0" r="r" b="b"/>
            <a:pathLst>
              <a:path w="1890662" h="1091145">
                <a:moveTo>
                  <a:pt x="0" y="0"/>
                </a:moveTo>
                <a:lnTo>
                  <a:pt x="1890662" y="1056919"/>
                </a:lnTo>
                <a:lnTo>
                  <a:pt x="496473" y="10911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5"/>
          <p:cNvSpPr/>
          <p:nvPr/>
        </p:nvSpPr>
        <p:spPr>
          <a:xfrm>
            <a:off x="5562921" y="2460407"/>
            <a:ext cx="812771" cy="1651441"/>
          </a:xfrm>
          <a:custGeom>
            <a:avLst/>
            <a:gdLst/>
            <a:ahLst/>
            <a:cxnLst/>
            <a:rect l="0" t="0" r="r" b="b"/>
            <a:pathLst>
              <a:path w="812771" h="1651441">
                <a:moveTo>
                  <a:pt x="43412" y="0"/>
                </a:moveTo>
                <a:lnTo>
                  <a:pt x="812771" y="272346"/>
                </a:lnTo>
                <a:lnTo>
                  <a:pt x="0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6"/>
          <p:cNvSpPr/>
          <p:nvPr/>
        </p:nvSpPr>
        <p:spPr>
          <a:xfrm>
            <a:off x="5562921" y="2732754"/>
            <a:ext cx="915408" cy="1782810"/>
          </a:xfrm>
          <a:custGeom>
            <a:avLst/>
            <a:gdLst/>
            <a:ahLst/>
            <a:cxnLst/>
            <a:rect l="0" t="0" r="r" b="b"/>
            <a:pathLst>
              <a:path w="915408" h="1782810">
                <a:moveTo>
                  <a:pt x="812771" y="0"/>
                </a:moveTo>
                <a:lnTo>
                  <a:pt x="915408" y="1782810"/>
                </a:lnTo>
                <a:lnTo>
                  <a:pt x="0" y="1379095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7"/>
          <p:cNvSpPr/>
          <p:nvPr/>
        </p:nvSpPr>
        <p:spPr>
          <a:xfrm>
            <a:off x="6375692" y="2732754"/>
            <a:ext cx="1841582" cy="1513703"/>
          </a:xfrm>
          <a:custGeom>
            <a:avLst/>
            <a:gdLst/>
            <a:ahLst/>
            <a:cxnLst/>
            <a:rect l="0" t="0" r="r" b="b"/>
            <a:pathLst>
              <a:path w="1841582" h="1513703">
                <a:moveTo>
                  <a:pt x="0" y="0"/>
                </a:moveTo>
                <a:lnTo>
                  <a:pt x="1577009" y="158492"/>
                </a:lnTo>
                <a:lnTo>
                  <a:pt x="1841582" y="1513703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8"/>
          <p:cNvSpPr/>
          <p:nvPr/>
        </p:nvSpPr>
        <p:spPr>
          <a:xfrm>
            <a:off x="6375692" y="2732754"/>
            <a:ext cx="1841582" cy="1782810"/>
          </a:xfrm>
          <a:custGeom>
            <a:avLst/>
            <a:gdLst/>
            <a:ahLst/>
            <a:cxnLst/>
            <a:rect l="0" t="0" r="r" b="b"/>
            <a:pathLst>
              <a:path w="1841582" h="1782810">
                <a:moveTo>
                  <a:pt x="0" y="0"/>
                </a:moveTo>
                <a:lnTo>
                  <a:pt x="1841582" y="1513703"/>
                </a:lnTo>
                <a:lnTo>
                  <a:pt x="102637" y="1782810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9"/>
          <p:cNvSpPr/>
          <p:nvPr/>
        </p:nvSpPr>
        <p:spPr>
          <a:xfrm>
            <a:off x="7952701" y="2792959"/>
            <a:ext cx="1338501" cy="1453497"/>
          </a:xfrm>
          <a:custGeom>
            <a:avLst/>
            <a:gdLst/>
            <a:ahLst/>
            <a:cxnLst/>
            <a:rect l="0" t="0" r="r" b="b"/>
            <a:pathLst>
              <a:path w="1338501" h="1453497">
                <a:moveTo>
                  <a:pt x="0" y="98286"/>
                </a:moveTo>
                <a:lnTo>
                  <a:pt x="1338501" y="0"/>
                </a:lnTo>
                <a:lnTo>
                  <a:pt x="264573" y="1453497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50"/>
          <p:cNvSpPr/>
          <p:nvPr/>
        </p:nvSpPr>
        <p:spPr>
          <a:xfrm>
            <a:off x="8217274" y="2792959"/>
            <a:ext cx="1314219" cy="1468071"/>
          </a:xfrm>
          <a:custGeom>
            <a:avLst/>
            <a:gdLst/>
            <a:ahLst/>
            <a:cxnLst/>
            <a:rect l="0" t="0" r="r" b="b"/>
            <a:pathLst>
              <a:path w="1314219" h="1468071">
                <a:moveTo>
                  <a:pt x="1073929" y="0"/>
                </a:moveTo>
                <a:lnTo>
                  <a:pt x="1314219" y="1468071"/>
                </a:lnTo>
                <a:lnTo>
                  <a:pt x="0" y="1453497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1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67171" y="13557"/>
                </a:lnTo>
                <a:lnTo>
                  <a:pt x="1990624" y="1711215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2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90624" y="1711215"/>
                </a:lnTo>
                <a:lnTo>
                  <a:pt x="240291" y="146807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3"/>
          <p:cNvSpPr/>
          <p:nvPr/>
        </p:nvSpPr>
        <p:spPr>
          <a:xfrm>
            <a:off x="11258373" y="2426203"/>
            <a:ext cx="933627" cy="2077971"/>
          </a:xfrm>
          <a:custGeom>
            <a:avLst/>
            <a:gdLst/>
            <a:ahLst/>
            <a:cxnLst/>
            <a:rect l="0" t="0" r="r" b="b"/>
            <a:pathLst>
              <a:path w="933627" h="2077971">
                <a:moveTo>
                  <a:pt x="0" y="380313"/>
                </a:moveTo>
                <a:lnTo>
                  <a:pt x="933627" y="0"/>
                </a:lnTo>
                <a:lnTo>
                  <a:pt x="23453" y="207797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4"/>
          <p:cNvSpPr/>
          <p:nvPr/>
        </p:nvSpPr>
        <p:spPr>
          <a:xfrm>
            <a:off x="11281826" y="2426203"/>
            <a:ext cx="910174" cy="2077971"/>
          </a:xfrm>
          <a:custGeom>
            <a:avLst/>
            <a:gdLst/>
            <a:ahLst/>
            <a:cxnLst/>
            <a:rect l="0" t="0" r="r" b="b"/>
            <a:pathLst>
              <a:path w="910174" h="2077971">
                <a:moveTo>
                  <a:pt x="910174" y="0"/>
                </a:moveTo>
                <a:lnTo>
                  <a:pt x="910174" y="1242244"/>
                </a:lnTo>
                <a:lnTo>
                  <a:pt x="0" y="207797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5"/>
          <p:cNvSpPr/>
          <p:nvPr/>
        </p:nvSpPr>
        <p:spPr>
          <a:xfrm>
            <a:off x="0" y="4131159"/>
            <a:ext cx="1193767" cy="1509930"/>
          </a:xfrm>
          <a:custGeom>
            <a:avLst/>
            <a:gdLst/>
            <a:ahLst/>
            <a:cxnLst/>
            <a:rect l="0" t="0" r="r" b="b"/>
            <a:pathLst>
              <a:path w="1193767" h="1509930">
                <a:moveTo>
                  <a:pt x="0" y="0"/>
                </a:moveTo>
                <a:lnTo>
                  <a:pt x="1193767" y="17928"/>
                </a:lnTo>
                <a:lnTo>
                  <a:pt x="981630" y="150993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6"/>
          <p:cNvSpPr/>
          <p:nvPr/>
        </p:nvSpPr>
        <p:spPr>
          <a:xfrm>
            <a:off x="0" y="4131159"/>
            <a:ext cx="981630" cy="1571393"/>
          </a:xfrm>
          <a:custGeom>
            <a:avLst/>
            <a:gdLst/>
            <a:ahLst/>
            <a:cxnLst/>
            <a:rect l="0" t="0" r="r" b="b"/>
            <a:pathLst>
              <a:path w="981630" h="1571393">
                <a:moveTo>
                  <a:pt x="0" y="0"/>
                </a:moveTo>
                <a:lnTo>
                  <a:pt x="981630" y="1509930"/>
                </a:lnTo>
                <a:lnTo>
                  <a:pt x="0" y="15713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7"/>
          <p:cNvSpPr/>
          <p:nvPr/>
        </p:nvSpPr>
        <p:spPr>
          <a:xfrm>
            <a:off x="981630" y="4149086"/>
            <a:ext cx="2003822" cy="1492002"/>
          </a:xfrm>
          <a:custGeom>
            <a:avLst/>
            <a:gdLst/>
            <a:ahLst/>
            <a:cxnLst/>
            <a:rect l="0" t="0" r="r" b="b"/>
            <a:pathLst>
              <a:path w="2003822" h="1492002">
                <a:moveTo>
                  <a:pt x="212137" y="0"/>
                </a:moveTo>
                <a:lnTo>
                  <a:pt x="2003822" y="37593"/>
                </a:lnTo>
                <a:lnTo>
                  <a:pt x="0" y="149200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8"/>
          <p:cNvSpPr/>
          <p:nvPr/>
        </p:nvSpPr>
        <p:spPr>
          <a:xfrm>
            <a:off x="981630" y="4186679"/>
            <a:ext cx="2003822" cy="1742597"/>
          </a:xfrm>
          <a:custGeom>
            <a:avLst/>
            <a:gdLst/>
            <a:ahLst/>
            <a:cxnLst/>
            <a:rect l="0" t="0" r="r" b="b"/>
            <a:pathLst>
              <a:path w="2003822" h="1742597">
                <a:moveTo>
                  <a:pt x="2003822" y="0"/>
                </a:moveTo>
                <a:lnTo>
                  <a:pt x="1856759" y="1742597"/>
                </a:lnTo>
                <a:lnTo>
                  <a:pt x="0" y="14544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9"/>
          <p:cNvSpPr/>
          <p:nvPr/>
        </p:nvSpPr>
        <p:spPr>
          <a:xfrm>
            <a:off x="2985452" y="4146074"/>
            <a:ext cx="1294578" cy="1717926"/>
          </a:xfrm>
          <a:custGeom>
            <a:avLst/>
            <a:gdLst/>
            <a:ahLst/>
            <a:cxnLst/>
            <a:rect l="0" t="0" r="r" b="b"/>
            <a:pathLst>
              <a:path w="1294578" h="1717926">
                <a:moveTo>
                  <a:pt x="0" y="40605"/>
                </a:moveTo>
                <a:lnTo>
                  <a:pt x="1183279" y="0"/>
                </a:lnTo>
                <a:lnTo>
                  <a:pt x="1294578" y="171792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60"/>
          <p:cNvSpPr/>
          <p:nvPr/>
        </p:nvSpPr>
        <p:spPr>
          <a:xfrm>
            <a:off x="2838389" y="4186679"/>
            <a:ext cx="1441641" cy="1742597"/>
          </a:xfrm>
          <a:custGeom>
            <a:avLst/>
            <a:gdLst/>
            <a:ahLst/>
            <a:cxnLst/>
            <a:rect l="0" t="0" r="r" b="b"/>
            <a:pathLst>
              <a:path w="1441641" h="1742597">
                <a:moveTo>
                  <a:pt x="147063" y="0"/>
                </a:moveTo>
                <a:lnTo>
                  <a:pt x="1441641" y="1677321"/>
                </a:lnTo>
                <a:lnTo>
                  <a:pt x="0" y="1742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1"/>
          <p:cNvSpPr/>
          <p:nvPr/>
        </p:nvSpPr>
        <p:spPr>
          <a:xfrm>
            <a:off x="4168731" y="4111848"/>
            <a:ext cx="1394189" cy="1752152"/>
          </a:xfrm>
          <a:custGeom>
            <a:avLst/>
            <a:gdLst/>
            <a:ahLst/>
            <a:cxnLst/>
            <a:rect l="0" t="0" r="r" b="b"/>
            <a:pathLst>
              <a:path w="1394189" h="1752152">
                <a:moveTo>
                  <a:pt x="0" y="34226"/>
                </a:moveTo>
                <a:lnTo>
                  <a:pt x="1394189" y="0"/>
                </a:lnTo>
                <a:lnTo>
                  <a:pt x="111299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2"/>
          <p:cNvSpPr/>
          <p:nvPr/>
        </p:nvSpPr>
        <p:spPr>
          <a:xfrm>
            <a:off x="4280030" y="4111848"/>
            <a:ext cx="1409943" cy="1752152"/>
          </a:xfrm>
          <a:custGeom>
            <a:avLst/>
            <a:gdLst/>
            <a:ahLst/>
            <a:cxnLst/>
            <a:rect l="0" t="0" r="r" b="b"/>
            <a:pathLst>
              <a:path w="1409943" h="1752152">
                <a:moveTo>
                  <a:pt x="1282891" y="0"/>
                </a:moveTo>
                <a:lnTo>
                  <a:pt x="1409943" y="1124840"/>
                </a:lnTo>
                <a:lnTo>
                  <a:pt x="0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3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915408" y="403715"/>
                </a:lnTo>
                <a:lnTo>
                  <a:pt x="1381862" y="1800947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4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1381862" y="1800947"/>
                </a:lnTo>
                <a:lnTo>
                  <a:pt x="127052" y="112484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5"/>
          <p:cNvSpPr/>
          <p:nvPr/>
        </p:nvSpPr>
        <p:spPr>
          <a:xfrm>
            <a:off x="6478329" y="4246457"/>
            <a:ext cx="1738945" cy="1666339"/>
          </a:xfrm>
          <a:custGeom>
            <a:avLst/>
            <a:gdLst/>
            <a:ahLst/>
            <a:cxnLst/>
            <a:rect l="0" t="0" r="r" b="b"/>
            <a:pathLst>
              <a:path w="1738945" h="1666339">
                <a:moveTo>
                  <a:pt x="0" y="269107"/>
                </a:moveTo>
                <a:lnTo>
                  <a:pt x="1738945" y="0"/>
                </a:lnTo>
                <a:lnTo>
                  <a:pt x="466454" y="166633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6"/>
          <p:cNvSpPr/>
          <p:nvPr/>
        </p:nvSpPr>
        <p:spPr>
          <a:xfrm>
            <a:off x="6944783" y="4246457"/>
            <a:ext cx="1272491" cy="1666339"/>
          </a:xfrm>
          <a:custGeom>
            <a:avLst/>
            <a:gdLst/>
            <a:ahLst/>
            <a:cxnLst/>
            <a:rect l="0" t="0" r="r" b="b"/>
            <a:pathLst>
              <a:path w="1272491" h="1666339">
                <a:moveTo>
                  <a:pt x="1272491" y="0"/>
                </a:moveTo>
                <a:lnTo>
                  <a:pt x="835669" y="1651809"/>
                </a:lnTo>
                <a:lnTo>
                  <a:pt x="0" y="166633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7"/>
          <p:cNvSpPr/>
          <p:nvPr/>
        </p:nvSpPr>
        <p:spPr>
          <a:xfrm>
            <a:off x="8217274" y="4246457"/>
            <a:ext cx="1436179" cy="1513384"/>
          </a:xfrm>
          <a:custGeom>
            <a:avLst/>
            <a:gdLst/>
            <a:ahLst/>
            <a:cxnLst/>
            <a:rect l="0" t="0" r="r" b="b"/>
            <a:pathLst>
              <a:path w="1436179" h="1513384">
                <a:moveTo>
                  <a:pt x="0" y="0"/>
                </a:moveTo>
                <a:lnTo>
                  <a:pt x="1314219" y="14573"/>
                </a:lnTo>
                <a:lnTo>
                  <a:pt x="1436179" y="1513384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8"/>
          <p:cNvSpPr/>
          <p:nvPr/>
        </p:nvSpPr>
        <p:spPr>
          <a:xfrm>
            <a:off x="7780452" y="4246457"/>
            <a:ext cx="1873000" cy="1651809"/>
          </a:xfrm>
          <a:custGeom>
            <a:avLst/>
            <a:gdLst/>
            <a:ahLst/>
            <a:cxnLst/>
            <a:rect l="0" t="0" r="r" b="b"/>
            <a:pathLst>
              <a:path w="1873000" h="1651809">
                <a:moveTo>
                  <a:pt x="436821" y="0"/>
                </a:moveTo>
                <a:lnTo>
                  <a:pt x="1873000" y="1513384"/>
                </a:lnTo>
                <a:lnTo>
                  <a:pt x="0" y="165180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9"/>
          <p:cNvSpPr/>
          <p:nvPr/>
        </p:nvSpPr>
        <p:spPr>
          <a:xfrm>
            <a:off x="9531493" y="4261030"/>
            <a:ext cx="1750333" cy="1498811"/>
          </a:xfrm>
          <a:custGeom>
            <a:avLst/>
            <a:gdLst/>
            <a:ahLst/>
            <a:cxnLst/>
            <a:rect l="0" t="0" r="r" b="b"/>
            <a:pathLst>
              <a:path w="1750333" h="1498811">
                <a:moveTo>
                  <a:pt x="0" y="0"/>
                </a:moveTo>
                <a:lnTo>
                  <a:pt x="1750333" y="243144"/>
                </a:lnTo>
                <a:lnTo>
                  <a:pt x="121960" y="149881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70"/>
          <p:cNvSpPr/>
          <p:nvPr/>
        </p:nvSpPr>
        <p:spPr>
          <a:xfrm>
            <a:off x="9653453" y="4504174"/>
            <a:ext cx="1628373" cy="1255666"/>
          </a:xfrm>
          <a:custGeom>
            <a:avLst/>
            <a:gdLst/>
            <a:ahLst/>
            <a:cxnLst/>
            <a:rect l="0" t="0" r="r" b="b"/>
            <a:pathLst>
              <a:path w="1628373" h="1255666">
                <a:moveTo>
                  <a:pt x="1628373" y="0"/>
                </a:moveTo>
                <a:lnTo>
                  <a:pt x="1041963" y="1233229"/>
                </a:lnTo>
                <a:lnTo>
                  <a:pt x="0" y="1255666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1"/>
          <p:cNvSpPr/>
          <p:nvPr/>
        </p:nvSpPr>
        <p:spPr>
          <a:xfrm>
            <a:off x="11281826" y="3668447"/>
            <a:ext cx="910174" cy="1652653"/>
          </a:xfrm>
          <a:custGeom>
            <a:avLst/>
            <a:gdLst/>
            <a:ahLst/>
            <a:cxnLst/>
            <a:rect l="0" t="0" r="r" b="b"/>
            <a:pathLst>
              <a:path w="910174" h="1652653">
                <a:moveTo>
                  <a:pt x="0" y="835728"/>
                </a:moveTo>
                <a:lnTo>
                  <a:pt x="910174" y="0"/>
                </a:lnTo>
                <a:lnTo>
                  <a:pt x="910174" y="1652653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2"/>
          <p:cNvSpPr/>
          <p:nvPr/>
        </p:nvSpPr>
        <p:spPr>
          <a:xfrm>
            <a:off x="10695416" y="4504174"/>
            <a:ext cx="1496584" cy="1233229"/>
          </a:xfrm>
          <a:custGeom>
            <a:avLst/>
            <a:gdLst/>
            <a:ahLst/>
            <a:cxnLst/>
            <a:rect l="0" t="0" r="r" b="b"/>
            <a:pathLst>
              <a:path w="1496584" h="1233229">
                <a:moveTo>
                  <a:pt x="586411" y="0"/>
                </a:moveTo>
                <a:lnTo>
                  <a:pt x="1496584" y="816925"/>
                </a:lnTo>
                <a:lnTo>
                  <a:pt x="0" y="123322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3"/>
          <p:cNvSpPr/>
          <p:nvPr/>
        </p:nvSpPr>
        <p:spPr>
          <a:xfrm>
            <a:off x="0" y="5641089"/>
            <a:ext cx="981630" cy="1216911"/>
          </a:xfrm>
          <a:custGeom>
            <a:avLst/>
            <a:gdLst/>
            <a:ahLst/>
            <a:cxnLst/>
            <a:rect l="0" t="0" r="r" b="b"/>
            <a:pathLst>
              <a:path w="981630" h="1216911">
                <a:moveTo>
                  <a:pt x="0" y="61463"/>
                </a:moveTo>
                <a:lnTo>
                  <a:pt x="981630" y="0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4"/>
          <p:cNvSpPr/>
          <p:nvPr/>
        </p:nvSpPr>
        <p:spPr>
          <a:xfrm>
            <a:off x="0" y="5641089"/>
            <a:ext cx="1552749" cy="1216911"/>
          </a:xfrm>
          <a:custGeom>
            <a:avLst/>
            <a:gdLst/>
            <a:ahLst/>
            <a:cxnLst/>
            <a:rect l="0" t="0" r="r" b="b"/>
            <a:pathLst>
              <a:path w="1552749" h="1216911">
                <a:moveTo>
                  <a:pt x="981630" y="0"/>
                </a:moveTo>
                <a:lnTo>
                  <a:pt x="1552749" y="1216911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5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1856759" y="288187"/>
                </a:lnTo>
                <a:lnTo>
                  <a:pt x="2056914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6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2056914" y="1216911"/>
                </a:lnTo>
                <a:lnTo>
                  <a:pt x="571119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7"/>
          <p:cNvSpPr/>
          <p:nvPr/>
        </p:nvSpPr>
        <p:spPr>
          <a:xfrm>
            <a:off x="2838389" y="5864000"/>
            <a:ext cx="1441641" cy="994000"/>
          </a:xfrm>
          <a:custGeom>
            <a:avLst/>
            <a:gdLst/>
            <a:ahLst/>
            <a:cxnLst/>
            <a:rect l="0" t="0" r="r" b="b"/>
            <a:pathLst>
              <a:path w="1441641" h="994000">
                <a:moveTo>
                  <a:pt x="0" y="65276"/>
                </a:moveTo>
                <a:lnTo>
                  <a:pt x="1441641" y="0"/>
                </a:lnTo>
                <a:lnTo>
                  <a:pt x="200155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8"/>
          <p:cNvSpPr/>
          <p:nvPr/>
        </p:nvSpPr>
        <p:spPr>
          <a:xfrm>
            <a:off x="3038544" y="5864000"/>
            <a:ext cx="1241486" cy="994000"/>
          </a:xfrm>
          <a:custGeom>
            <a:avLst/>
            <a:gdLst/>
            <a:ahLst/>
            <a:cxnLst/>
            <a:rect l="0" t="0" r="r" b="b"/>
            <a:pathLst>
              <a:path w="1241486" h="994000">
                <a:moveTo>
                  <a:pt x="1241486" y="0"/>
                </a:moveTo>
                <a:lnTo>
                  <a:pt x="628813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9"/>
          <p:cNvSpPr/>
          <p:nvPr/>
        </p:nvSpPr>
        <p:spPr>
          <a:xfrm>
            <a:off x="4280030" y="5236688"/>
            <a:ext cx="1409943" cy="1621312"/>
          </a:xfrm>
          <a:custGeom>
            <a:avLst/>
            <a:gdLst/>
            <a:ahLst/>
            <a:cxnLst/>
            <a:rect l="0" t="0" r="r" b="b"/>
            <a:pathLst>
              <a:path w="1409943" h="1621312">
                <a:moveTo>
                  <a:pt x="0" y="627311"/>
                </a:moveTo>
                <a:lnTo>
                  <a:pt x="1409943" y="0"/>
                </a:lnTo>
                <a:lnTo>
                  <a:pt x="1215603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80"/>
          <p:cNvSpPr/>
          <p:nvPr/>
        </p:nvSpPr>
        <p:spPr>
          <a:xfrm>
            <a:off x="3667357" y="5864000"/>
            <a:ext cx="1828276" cy="994000"/>
          </a:xfrm>
          <a:custGeom>
            <a:avLst/>
            <a:gdLst/>
            <a:ahLst/>
            <a:cxnLst/>
            <a:rect l="0" t="0" r="r" b="b"/>
            <a:pathLst>
              <a:path w="1828276" h="994000">
                <a:moveTo>
                  <a:pt x="612673" y="0"/>
                </a:moveTo>
                <a:lnTo>
                  <a:pt x="1828276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1"/>
          <p:cNvSpPr/>
          <p:nvPr/>
        </p:nvSpPr>
        <p:spPr>
          <a:xfrm>
            <a:off x="5495633" y="5236688"/>
            <a:ext cx="1449150" cy="1621312"/>
          </a:xfrm>
          <a:custGeom>
            <a:avLst/>
            <a:gdLst/>
            <a:ahLst/>
            <a:cxnLst/>
            <a:rect l="0" t="0" r="r" b="b"/>
            <a:pathLst>
              <a:path w="1449150" h="1621312">
                <a:moveTo>
                  <a:pt x="194340" y="0"/>
                </a:moveTo>
                <a:lnTo>
                  <a:pt x="1449150" y="676107"/>
                </a:lnTo>
                <a:lnTo>
                  <a:pt x="0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2"/>
          <p:cNvSpPr/>
          <p:nvPr/>
        </p:nvSpPr>
        <p:spPr>
          <a:xfrm>
            <a:off x="5495633" y="5912795"/>
            <a:ext cx="1449150" cy="945205"/>
          </a:xfrm>
          <a:custGeom>
            <a:avLst/>
            <a:gdLst/>
            <a:ahLst/>
            <a:cxnLst/>
            <a:rect l="0" t="0" r="r" b="b"/>
            <a:pathLst>
              <a:path w="1449150" h="945205">
                <a:moveTo>
                  <a:pt x="1449150" y="0"/>
                </a:moveTo>
                <a:lnTo>
                  <a:pt x="1330082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3"/>
          <p:cNvSpPr/>
          <p:nvPr/>
        </p:nvSpPr>
        <p:spPr>
          <a:xfrm>
            <a:off x="6944783" y="5898266"/>
            <a:ext cx="1017569" cy="959734"/>
          </a:xfrm>
          <a:custGeom>
            <a:avLst/>
            <a:gdLst/>
            <a:ahLst/>
            <a:cxnLst/>
            <a:rect l="0" t="0" r="r" b="b"/>
            <a:pathLst>
              <a:path w="1017569" h="959734">
                <a:moveTo>
                  <a:pt x="0" y="14529"/>
                </a:moveTo>
                <a:lnTo>
                  <a:pt x="835669" y="0"/>
                </a:lnTo>
                <a:lnTo>
                  <a:pt x="1017569" y="959734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4"/>
          <p:cNvSpPr/>
          <p:nvPr/>
        </p:nvSpPr>
        <p:spPr>
          <a:xfrm>
            <a:off x="6825715" y="5912795"/>
            <a:ext cx="1136637" cy="945205"/>
          </a:xfrm>
          <a:custGeom>
            <a:avLst/>
            <a:gdLst/>
            <a:ahLst/>
            <a:cxnLst/>
            <a:rect l="0" t="0" r="r" b="b"/>
            <a:pathLst>
              <a:path w="1136637" h="945205">
                <a:moveTo>
                  <a:pt x="119068" y="0"/>
                </a:moveTo>
                <a:lnTo>
                  <a:pt x="1136637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5"/>
          <p:cNvSpPr/>
          <p:nvPr/>
        </p:nvSpPr>
        <p:spPr>
          <a:xfrm>
            <a:off x="7780452" y="5759841"/>
            <a:ext cx="1873000" cy="1098159"/>
          </a:xfrm>
          <a:custGeom>
            <a:avLst/>
            <a:gdLst/>
            <a:ahLst/>
            <a:cxnLst/>
            <a:rect l="0" t="0" r="r" b="b"/>
            <a:pathLst>
              <a:path w="1873000" h="1098159">
                <a:moveTo>
                  <a:pt x="0" y="138425"/>
                </a:moveTo>
                <a:lnTo>
                  <a:pt x="1873000" y="0"/>
                </a:lnTo>
                <a:lnTo>
                  <a:pt x="181899" y="109815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6"/>
          <p:cNvSpPr/>
          <p:nvPr/>
        </p:nvSpPr>
        <p:spPr>
          <a:xfrm>
            <a:off x="7962352" y="5759841"/>
            <a:ext cx="1691101" cy="1098159"/>
          </a:xfrm>
          <a:custGeom>
            <a:avLst/>
            <a:gdLst/>
            <a:ahLst/>
            <a:cxnLst/>
            <a:rect l="0" t="0" r="r" b="b"/>
            <a:pathLst>
              <a:path w="1691101" h="1098159">
                <a:moveTo>
                  <a:pt x="1691101" y="0"/>
                </a:moveTo>
                <a:lnTo>
                  <a:pt x="1552046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7"/>
          <p:cNvSpPr/>
          <p:nvPr/>
        </p:nvSpPr>
        <p:spPr>
          <a:xfrm>
            <a:off x="9653453" y="5737403"/>
            <a:ext cx="1041963" cy="1120597"/>
          </a:xfrm>
          <a:custGeom>
            <a:avLst/>
            <a:gdLst/>
            <a:ahLst/>
            <a:cxnLst/>
            <a:rect l="0" t="0" r="r" b="b"/>
            <a:pathLst>
              <a:path w="1041963" h="1120597">
                <a:moveTo>
                  <a:pt x="0" y="22437"/>
                </a:moveTo>
                <a:lnTo>
                  <a:pt x="1041963" y="0"/>
                </a:lnTo>
                <a:lnTo>
                  <a:pt x="984644" y="1120597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8"/>
          <p:cNvSpPr/>
          <p:nvPr/>
        </p:nvSpPr>
        <p:spPr>
          <a:xfrm>
            <a:off x="9514398" y="5759841"/>
            <a:ext cx="1123699" cy="1098159"/>
          </a:xfrm>
          <a:custGeom>
            <a:avLst/>
            <a:gdLst/>
            <a:ahLst/>
            <a:cxnLst/>
            <a:rect l="0" t="0" r="r" b="b"/>
            <a:pathLst>
              <a:path w="1123699" h="1098159">
                <a:moveTo>
                  <a:pt x="139055" y="0"/>
                </a:moveTo>
                <a:lnTo>
                  <a:pt x="1123699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9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57318" y="416304"/>
                </a:moveTo>
                <a:lnTo>
                  <a:pt x="1553903" y="0"/>
                </a:lnTo>
                <a:lnTo>
                  <a:pt x="0" y="153690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90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1553903" y="0"/>
                </a:moveTo>
                <a:lnTo>
                  <a:pt x="1553903" y="1536901"/>
                </a:lnTo>
                <a:lnTo>
                  <a:pt x="0" y="1536901"/>
                </a:lnTo>
                <a:close/>
              </a:path>
            </a:pathLst>
          </a:custGeom>
          <a:solidFill>
            <a:srgbClr val="FAF8F5"/>
          </a:solidFill>
          <a:ln w="10160">
            <a:solidFill>
              <a:srgbClr val="FAF8F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Tło – połowa"/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1111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Tło – połowa"/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AF8F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Tekst: Marka"/>
          <p:cNvSpPr txBox="1"/>
          <p:nvPr/>
        </p:nvSpPr>
        <p:spPr>
          <a:xfrm>
            <a:off x="825500" y="1236662"/>
            <a:ext cx="463550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Marka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95" name="Tekst: Ma swój plan."/>
          <p:cNvSpPr txBox="1"/>
          <p:nvPr/>
        </p:nvSpPr>
        <p:spPr>
          <a:xfrm>
            <a:off x="825500" y="1648132"/>
            <a:ext cx="4635500" cy="57340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51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300" kern="100" spc="-150" dirty="0">
                <a:solidFill>
                  <a:srgbClr val="FFFFFF"/>
                </a:solidFill>
                <a:latin typeface="Lato Black"/>
                <a:cs typeface="Lato Black"/>
              </a:rPr>
              <a:t>Ma swój plan.</a:t>
            </a:r>
            <a:endParaRPr lang="pl-PL" sz="4300" kern="100" spc="-15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96" name="Linia"/>
          <p:cNvSpPr/>
          <p:nvPr/>
        </p:nvSpPr>
        <p:spPr>
          <a:xfrm>
            <a:off x="823912" y="2702223"/>
            <a:ext cx="2241550" cy="12700"/>
          </a:xfrm>
          <a:prstGeom prst="rect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Tekst: Launch"/>
          <p:cNvSpPr txBox="1"/>
          <p:nvPr/>
        </p:nvSpPr>
        <p:spPr>
          <a:xfrm>
            <a:off x="823912" y="2854623"/>
            <a:ext cx="2241550" cy="3200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100" b="1" kern="100" dirty="0">
                <a:solidFill>
                  <a:srgbClr val="FFFFFF"/>
                </a:solidFill>
                <a:latin typeface="Lato"/>
                <a:cs typeface="Lato"/>
              </a:rPr>
              <a:t>Launch</a:t>
            </a:r>
            <a:endParaRPr lang="pl-PL" sz="21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98" name="Linia 2"/>
          <p:cNvSpPr/>
          <p:nvPr/>
        </p:nvSpPr>
        <p:spPr>
          <a:xfrm>
            <a:off x="3221037" y="2702223"/>
            <a:ext cx="2241550" cy="12700"/>
          </a:xfrm>
          <a:prstGeom prst="rect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Tekst: Awareness"/>
          <p:cNvSpPr txBox="1"/>
          <p:nvPr/>
        </p:nvSpPr>
        <p:spPr>
          <a:xfrm>
            <a:off x="3221037" y="2854623"/>
            <a:ext cx="2241550" cy="3200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100" b="1" kern="100" dirty="0">
                <a:solidFill>
                  <a:srgbClr val="FFFFFF"/>
                </a:solidFill>
                <a:latin typeface="Lato"/>
                <a:cs typeface="Lato"/>
              </a:rPr>
              <a:t>Awareness</a:t>
            </a:r>
            <a:endParaRPr lang="pl-PL" sz="21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100" name="Linia 3"/>
          <p:cNvSpPr/>
          <p:nvPr/>
        </p:nvSpPr>
        <p:spPr>
          <a:xfrm>
            <a:off x="823912" y="3397548"/>
            <a:ext cx="2241550" cy="12700"/>
          </a:xfrm>
          <a:prstGeom prst="rect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Tekst: Zaangażowanie"/>
          <p:cNvSpPr txBox="1"/>
          <p:nvPr/>
        </p:nvSpPr>
        <p:spPr>
          <a:xfrm>
            <a:off x="823912" y="3549948"/>
            <a:ext cx="2357497" cy="3200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100" b="1" kern="100" dirty="0">
                <a:solidFill>
                  <a:srgbClr val="FFFFFF"/>
                </a:solidFill>
                <a:latin typeface="Lato"/>
                <a:cs typeface="Lato"/>
              </a:rPr>
              <a:t>Zaangażowanie</a:t>
            </a:r>
            <a:endParaRPr lang="pl-PL" sz="21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102" name="Linia 4"/>
          <p:cNvSpPr/>
          <p:nvPr/>
        </p:nvSpPr>
        <p:spPr>
          <a:xfrm>
            <a:off x="3221037" y="3397548"/>
            <a:ext cx="2241550" cy="12700"/>
          </a:xfrm>
          <a:prstGeom prst="rect">
            <a:avLst/>
          </a:prstGeom>
          <a:solidFill>
            <a:srgbClr val="55555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Tekst: Główny produkt"/>
          <p:cNvSpPr txBox="1"/>
          <p:nvPr/>
        </p:nvSpPr>
        <p:spPr>
          <a:xfrm>
            <a:off x="3221037" y="3549948"/>
            <a:ext cx="2474774" cy="3200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5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100" b="1" kern="100" dirty="0">
                <a:solidFill>
                  <a:srgbClr val="FFFFFF"/>
                </a:solidFill>
                <a:latin typeface="Lato"/>
                <a:cs typeface="Lato"/>
              </a:rPr>
              <a:t>Główny produkt</a:t>
            </a:r>
            <a:endParaRPr lang="pl-PL" sz="21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104" name="Tekst: Chce, żebyś wybrała jej produkt."/>
          <p:cNvSpPr txBox="1"/>
          <p:nvPr/>
        </p:nvSpPr>
        <p:spPr>
          <a:xfrm>
            <a:off x="825500" y="4304625"/>
            <a:ext cx="4635500" cy="264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600" kern="100" dirty="0">
                <a:solidFill>
                  <a:srgbClr val="AAAAAA"/>
                </a:solidFill>
                <a:latin typeface="Lato"/>
                <a:cs typeface="Lato"/>
              </a:rPr>
              <a:t>Chce, żebyś wybrała jej produkt.</a:t>
            </a:r>
            <a:endParaRPr lang="pl-PL" sz="1600" kern="100" dirty="0">
              <a:solidFill>
                <a:srgbClr val="AAAAAA"/>
              </a:solidFill>
              <a:latin typeface="Lato"/>
              <a:cs typeface="Lato"/>
            </a:endParaRPr>
          </a:p>
        </p:txBody>
      </p:sp>
      <p:sp>
        <p:nvSpPr>
          <p:cNvPr id="105" name="Tekst: Konsumentka"/>
          <p:cNvSpPr txBox="1"/>
          <p:nvPr/>
        </p:nvSpPr>
        <p:spPr>
          <a:xfrm>
            <a:off x="6731000" y="1236662"/>
            <a:ext cx="463550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Konsumentka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106" name="Tekst: Też ma plan."/>
          <p:cNvSpPr txBox="1"/>
          <p:nvPr/>
        </p:nvSpPr>
        <p:spPr>
          <a:xfrm>
            <a:off x="6731000" y="1648132"/>
            <a:ext cx="4635500" cy="57340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51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300" kern="100" spc="-150" dirty="0">
                <a:solidFill>
                  <a:srgbClr val="151515"/>
                </a:solidFill>
                <a:latin typeface="Lato Black"/>
                <a:cs typeface="Lato Black"/>
              </a:rPr>
              <a:t>Też ma plan.</a:t>
            </a:r>
            <a:endParaRPr lang="pl-PL" sz="4300" kern="100" spc="-150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07" name="Tekst: Goście za 20 minut."/>
          <p:cNvSpPr txBox="1"/>
          <p:nvPr/>
        </p:nvSpPr>
        <p:spPr>
          <a:xfrm>
            <a:off x="6731000" y="2658679"/>
            <a:ext cx="4635500" cy="102412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03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08" dirty="0">
                <a:solidFill>
                  <a:srgbClr val="151515"/>
                </a:solidFill>
                <a:latin typeface="Lato Black"/>
                <a:cs typeface="Lato Black"/>
              </a:rPr>
              <a:t>Goście</a:t>
            </a:r>
            <a:endParaRPr lang="pl-PL" sz="3600" kern="100" spc="-10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03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08" dirty="0">
                <a:solidFill>
                  <a:srgbClr val="151515"/>
                </a:solidFill>
                <a:latin typeface="Lato Black"/>
                <a:cs typeface="Lato Black"/>
              </a:rPr>
              <a:t>za 20 minut.</a:t>
            </a:r>
            <a:endParaRPr lang="pl-PL" sz="3600" kern="100" spc="-10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08" name="Tekst: Potrzebuje czegoś słodkiego. TERAZ."/>
          <p:cNvSpPr txBox="1"/>
          <p:nvPr/>
        </p:nvSpPr>
        <p:spPr>
          <a:xfrm>
            <a:off x="6731000" y="3854847"/>
            <a:ext cx="5083373" cy="3302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444444"/>
                </a:solidFill>
                <a:latin typeface="Lato"/>
                <a:cs typeface="Lato"/>
              </a:rPr>
              <a:t>Potrzebuje czegoś słodkiego. </a:t>
            </a:r>
            <a:r>
              <a:rPr lang="pl-PL" sz="2000" kern="100" dirty="0">
                <a:solidFill>
                  <a:srgbClr val="EE312F"/>
                </a:solidFill>
                <a:latin typeface="Lato"/>
                <a:cs typeface="Lato"/>
              </a:rPr>
              <a:t>TERAZ.</a:t>
            </a:r>
            <a:endParaRPr lang="pl-PL" sz="2000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109" name="Kształt"/>
          <p:cNvSpPr/>
          <p:nvPr/>
        </p:nvSpPr>
        <p:spPr>
          <a:xfrm>
            <a:off x="825500" y="5365750"/>
            <a:ext cx="10541000" cy="71120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Tekst: ↔"/>
          <p:cNvSpPr txBox="1"/>
          <p:nvPr/>
        </p:nvSpPr>
        <p:spPr>
          <a:xfrm>
            <a:off x="1079500" y="5565140"/>
            <a:ext cx="624840" cy="3937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100" kern="100" dirty="0">
                <a:solidFill>
                  <a:srgbClr val="FFFFFF"/>
                </a:solidFill>
                <a:latin typeface="Lato"/>
                <a:cs typeface="Lato"/>
              </a:rPr>
              <a:t>↔</a:t>
            </a:r>
            <a:endParaRPr lang="pl-PL" sz="3100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sp>
        <p:nvSpPr>
          <p:cNvPr id="111" name="Tekst: Retail Media łączy te dwa plany."/>
          <p:cNvSpPr txBox="1"/>
          <p:nvPr/>
        </p:nvSpPr>
        <p:spPr>
          <a:xfrm>
            <a:off x="1676995" y="5543525"/>
            <a:ext cx="4916329" cy="3505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spc="-46" dirty="0">
                <a:solidFill>
                  <a:srgbClr val="FFFFFF"/>
                </a:solidFill>
                <a:latin typeface="Lato Black"/>
                <a:cs typeface="Lato Black"/>
              </a:rPr>
              <a:t>Retail Media łączy te dwa plany.</a:t>
            </a:r>
            <a:endParaRPr lang="pl-PL" sz="2300" kern="100" spc="-46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2" name="Kształt 2"/>
          <p:cNvSpPr/>
          <p:nvPr/>
        </p:nvSpPr>
        <p:spPr>
          <a:xfrm>
            <a:off x="8788400" y="5327650"/>
            <a:ext cx="2349500" cy="76200"/>
          </a:xfrm>
          <a:custGeom>
            <a:avLst/>
            <a:gdLst/>
            <a:ahLst/>
            <a:cxnLst/>
            <a:rect l="0" t="0" r="r" b="b"/>
            <a:pathLst>
              <a:path w="2349500" h="76200">
                <a:moveTo>
                  <a:pt x="2349500" y="38100"/>
                </a:moveTo>
                <a:lnTo>
                  <a:pt x="2331720" y="44450"/>
                </a:lnTo>
                <a:lnTo>
                  <a:pt x="2278380" y="51435"/>
                </a:lnTo>
                <a:lnTo>
                  <a:pt x="2192020" y="57150"/>
                </a:lnTo>
                <a:lnTo>
                  <a:pt x="2074545" y="62865"/>
                </a:lnTo>
                <a:lnTo>
                  <a:pt x="1929765" y="67310"/>
                </a:lnTo>
                <a:lnTo>
                  <a:pt x="1762125" y="71120"/>
                </a:lnTo>
                <a:lnTo>
                  <a:pt x="1576705" y="73660"/>
                </a:lnTo>
                <a:lnTo>
                  <a:pt x="1378585" y="75565"/>
                </a:lnTo>
                <a:lnTo>
                  <a:pt x="1174750" y="76200"/>
                </a:lnTo>
                <a:lnTo>
                  <a:pt x="970915" y="75565"/>
                </a:lnTo>
                <a:lnTo>
                  <a:pt x="772795" y="73660"/>
                </a:lnTo>
                <a:lnTo>
                  <a:pt x="587375" y="71120"/>
                </a:lnTo>
                <a:lnTo>
                  <a:pt x="419735" y="67310"/>
                </a:lnTo>
                <a:lnTo>
                  <a:pt x="274955" y="62865"/>
                </a:lnTo>
                <a:lnTo>
                  <a:pt x="157480" y="57150"/>
                </a:lnTo>
                <a:lnTo>
                  <a:pt x="71120" y="51435"/>
                </a:lnTo>
                <a:lnTo>
                  <a:pt x="17780" y="44450"/>
                </a:lnTo>
                <a:lnTo>
                  <a:pt x="0" y="38100"/>
                </a:lnTo>
                <a:lnTo>
                  <a:pt x="17780" y="31750"/>
                </a:lnTo>
                <a:lnTo>
                  <a:pt x="71120" y="24765"/>
                </a:lnTo>
                <a:lnTo>
                  <a:pt x="157480" y="19050"/>
                </a:lnTo>
                <a:lnTo>
                  <a:pt x="274955" y="13335"/>
                </a:lnTo>
                <a:lnTo>
                  <a:pt x="419735" y="8890"/>
                </a:lnTo>
                <a:lnTo>
                  <a:pt x="587375" y="5080"/>
                </a:lnTo>
                <a:lnTo>
                  <a:pt x="772795" y="2540"/>
                </a:lnTo>
                <a:lnTo>
                  <a:pt x="970915" y="635"/>
                </a:lnTo>
                <a:lnTo>
                  <a:pt x="1174750" y="0"/>
                </a:lnTo>
                <a:lnTo>
                  <a:pt x="1378585" y="635"/>
                </a:lnTo>
                <a:lnTo>
                  <a:pt x="1576705" y="2540"/>
                </a:lnTo>
                <a:lnTo>
                  <a:pt x="1762125" y="5080"/>
                </a:lnTo>
                <a:lnTo>
                  <a:pt x="1929765" y="8890"/>
                </a:lnTo>
                <a:lnTo>
                  <a:pt x="2074545" y="13335"/>
                </a:lnTo>
                <a:lnTo>
                  <a:pt x="2192020" y="19050"/>
                </a:lnTo>
                <a:lnTo>
                  <a:pt x="2278380" y="24765"/>
                </a:lnTo>
                <a:lnTo>
                  <a:pt x="2331720" y="31750"/>
                </a:lnTo>
                <a:close/>
              </a:path>
            </a:pathLst>
          </a:custGeom>
          <a:solidFill>
            <a:srgbClr val="151515">
              <a:alpha val="14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3"/>
          <p:cNvSpPr/>
          <p:nvPr/>
        </p:nvSpPr>
        <p:spPr>
          <a:xfrm>
            <a:off x="7518204" y="4842499"/>
            <a:ext cx="74876" cy="58027"/>
          </a:xfrm>
          <a:custGeom>
            <a:avLst/>
            <a:gdLst/>
            <a:ahLst/>
            <a:cxnLst/>
            <a:rect l="0" t="0" r="r" b="b"/>
            <a:pathLst>
              <a:path w="74876" h="58027">
                <a:moveTo>
                  <a:pt x="0" y="0"/>
                </a:moveTo>
                <a:lnTo>
                  <a:pt x="74876" y="12866"/>
                </a:lnTo>
                <a:lnTo>
                  <a:pt x="53213" y="58027"/>
                </a:lnTo>
                <a:close/>
              </a:path>
            </a:pathLst>
          </a:custGeom>
          <a:solidFill>
            <a:srgbClr val="C5C5C5">
              <a:alpha val="89831"/>
            </a:srgbClr>
          </a:solidFill>
          <a:ln w="5985">
            <a:solidFill>
              <a:srgbClr val="C5C5C5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4"/>
          <p:cNvSpPr/>
          <p:nvPr/>
        </p:nvSpPr>
        <p:spPr>
          <a:xfrm>
            <a:off x="7518204" y="4842499"/>
            <a:ext cx="53213" cy="58027"/>
          </a:xfrm>
          <a:custGeom>
            <a:avLst/>
            <a:gdLst/>
            <a:ahLst/>
            <a:cxnLst/>
            <a:rect l="0" t="0" r="r" b="b"/>
            <a:pathLst>
              <a:path w="53213" h="58027">
                <a:moveTo>
                  <a:pt x="0" y="0"/>
                </a:moveTo>
                <a:lnTo>
                  <a:pt x="53213" y="58027"/>
                </a:lnTo>
                <a:lnTo>
                  <a:pt x="11342" y="51098"/>
                </a:lnTo>
                <a:close/>
              </a:path>
            </a:pathLst>
          </a:custGeom>
          <a:solidFill>
            <a:srgbClr val="D7D7D7">
              <a:alpha val="89831"/>
            </a:srgbClr>
          </a:solidFill>
          <a:ln w="5985">
            <a:solidFill>
              <a:srgbClr val="D7D7D7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5"/>
          <p:cNvSpPr/>
          <p:nvPr/>
        </p:nvSpPr>
        <p:spPr>
          <a:xfrm>
            <a:off x="7529546" y="4893597"/>
            <a:ext cx="41871" cy="65239"/>
          </a:xfrm>
          <a:custGeom>
            <a:avLst/>
            <a:gdLst/>
            <a:ahLst/>
            <a:cxnLst/>
            <a:rect l="0" t="0" r="r" b="b"/>
            <a:pathLst>
              <a:path w="41871" h="65239">
                <a:moveTo>
                  <a:pt x="13351" y="65239"/>
                </a:moveTo>
                <a:lnTo>
                  <a:pt x="0" y="0"/>
                </a:lnTo>
                <a:lnTo>
                  <a:pt x="41871" y="6929"/>
                </a:lnTo>
                <a:close/>
              </a:path>
            </a:pathLst>
          </a:custGeom>
          <a:solidFill>
            <a:srgbClr val="DBDBDB">
              <a:alpha val="89831"/>
            </a:srgbClr>
          </a:solidFill>
          <a:ln w="5985">
            <a:solidFill>
              <a:srgbClr val="DBDBDB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Kształt 6"/>
          <p:cNvSpPr/>
          <p:nvPr/>
        </p:nvSpPr>
        <p:spPr>
          <a:xfrm>
            <a:off x="7593080" y="4855365"/>
            <a:ext cx="44826" cy="86071"/>
          </a:xfrm>
          <a:custGeom>
            <a:avLst/>
            <a:gdLst/>
            <a:ahLst/>
            <a:cxnLst/>
            <a:rect l="0" t="0" r="r" b="b"/>
            <a:pathLst>
              <a:path w="44826" h="86071">
                <a:moveTo>
                  <a:pt x="0" y="0"/>
                </a:moveTo>
                <a:lnTo>
                  <a:pt x="44826" y="72801"/>
                </a:lnTo>
                <a:lnTo>
                  <a:pt x="2940" y="86071"/>
                </a:lnTo>
                <a:close/>
              </a:path>
            </a:pathLst>
          </a:custGeom>
          <a:solidFill>
            <a:srgbClr val="CCCCCC">
              <a:alpha val="89831"/>
            </a:srgbClr>
          </a:solidFill>
          <a:ln w="5985">
            <a:solidFill>
              <a:srgbClr val="CCCCCC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7"/>
          <p:cNvSpPr/>
          <p:nvPr/>
        </p:nvSpPr>
        <p:spPr>
          <a:xfrm>
            <a:off x="7571417" y="4855365"/>
            <a:ext cx="24602" cy="86071"/>
          </a:xfrm>
          <a:custGeom>
            <a:avLst/>
            <a:gdLst/>
            <a:ahLst/>
            <a:cxnLst/>
            <a:rect l="0" t="0" r="r" b="b"/>
            <a:pathLst>
              <a:path w="24602" h="86071">
                <a:moveTo>
                  <a:pt x="21663" y="0"/>
                </a:moveTo>
                <a:lnTo>
                  <a:pt x="24602" y="86071"/>
                </a:lnTo>
                <a:lnTo>
                  <a:pt x="0" y="45161"/>
                </a:lnTo>
                <a:close/>
              </a:path>
            </a:pathLst>
          </a:custGeom>
          <a:solidFill>
            <a:srgbClr val="C9C9C9">
              <a:alpha val="89831"/>
            </a:srgbClr>
          </a:solidFill>
          <a:ln w="5985">
            <a:solidFill>
              <a:srgbClr val="C9C9C9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8"/>
          <p:cNvSpPr/>
          <p:nvPr/>
        </p:nvSpPr>
        <p:spPr>
          <a:xfrm>
            <a:off x="7542897" y="4900526"/>
            <a:ext cx="53123" cy="58310"/>
          </a:xfrm>
          <a:custGeom>
            <a:avLst/>
            <a:gdLst/>
            <a:ahLst/>
            <a:cxnLst/>
            <a:rect l="0" t="0" r="r" b="b"/>
            <a:pathLst>
              <a:path w="53123" h="58310">
                <a:moveTo>
                  <a:pt x="0" y="58310"/>
                </a:moveTo>
                <a:lnTo>
                  <a:pt x="28521" y="0"/>
                </a:lnTo>
                <a:lnTo>
                  <a:pt x="53123" y="40910"/>
                </a:lnTo>
                <a:close/>
              </a:path>
            </a:pathLst>
          </a:custGeom>
          <a:solidFill>
            <a:srgbClr val="E1E1E1">
              <a:alpha val="89831"/>
            </a:srgbClr>
          </a:solidFill>
          <a:ln w="5985">
            <a:solidFill>
              <a:srgbClr val="E1E1E1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9"/>
          <p:cNvSpPr/>
          <p:nvPr/>
        </p:nvSpPr>
        <p:spPr>
          <a:xfrm>
            <a:off x="7584753" y="4928166"/>
            <a:ext cx="53154" cy="79501"/>
          </a:xfrm>
          <a:custGeom>
            <a:avLst/>
            <a:gdLst/>
            <a:ahLst/>
            <a:cxnLst/>
            <a:rect l="0" t="0" r="r" b="b"/>
            <a:pathLst>
              <a:path w="53154" h="79501">
                <a:moveTo>
                  <a:pt x="53154" y="0"/>
                </a:moveTo>
                <a:lnTo>
                  <a:pt x="33485" y="79501"/>
                </a:lnTo>
                <a:lnTo>
                  <a:pt x="0" y="57799"/>
                </a:lnTo>
                <a:close/>
              </a:path>
            </a:pathLst>
          </a:custGeom>
          <a:solidFill>
            <a:srgbClr val="DCDCDC">
              <a:alpha val="89831"/>
            </a:srgbClr>
          </a:solidFill>
          <a:ln w="5985">
            <a:solidFill>
              <a:srgbClr val="DCDCDC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10"/>
          <p:cNvSpPr/>
          <p:nvPr/>
        </p:nvSpPr>
        <p:spPr>
          <a:xfrm>
            <a:off x="7584753" y="4928166"/>
            <a:ext cx="53154" cy="57799"/>
          </a:xfrm>
          <a:custGeom>
            <a:avLst/>
            <a:gdLst/>
            <a:ahLst/>
            <a:cxnLst/>
            <a:rect l="0" t="0" r="r" b="b"/>
            <a:pathLst>
              <a:path w="53154" h="57799">
                <a:moveTo>
                  <a:pt x="53154" y="0"/>
                </a:moveTo>
                <a:lnTo>
                  <a:pt x="0" y="57799"/>
                </a:lnTo>
                <a:lnTo>
                  <a:pt x="11267" y="13270"/>
                </a:lnTo>
                <a:close/>
              </a:path>
            </a:pathLst>
          </a:custGeom>
          <a:solidFill>
            <a:srgbClr val="DDDDDD">
              <a:alpha val="89831"/>
            </a:srgbClr>
          </a:solidFill>
          <a:ln w="5985">
            <a:solidFill>
              <a:srgbClr val="DDDDDD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11"/>
          <p:cNvSpPr/>
          <p:nvPr/>
        </p:nvSpPr>
        <p:spPr>
          <a:xfrm>
            <a:off x="7542897" y="4941436"/>
            <a:ext cx="53123" cy="44528"/>
          </a:xfrm>
          <a:custGeom>
            <a:avLst/>
            <a:gdLst/>
            <a:ahLst/>
            <a:cxnLst/>
            <a:rect l="0" t="0" r="r" b="b"/>
            <a:pathLst>
              <a:path w="53123" h="44528">
                <a:moveTo>
                  <a:pt x="0" y="17400"/>
                </a:moveTo>
                <a:lnTo>
                  <a:pt x="53123" y="0"/>
                </a:lnTo>
                <a:lnTo>
                  <a:pt x="41856" y="44528"/>
                </a:lnTo>
                <a:close/>
              </a:path>
            </a:pathLst>
          </a:custGeom>
          <a:solidFill>
            <a:srgbClr val="E3E3E3">
              <a:alpha val="89831"/>
            </a:srgbClr>
          </a:solidFill>
          <a:ln w="5985">
            <a:solidFill>
              <a:srgbClr val="E3E3E3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12"/>
          <p:cNvSpPr/>
          <p:nvPr/>
        </p:nvSpPr>
        <p:spPr>
          <a:xfrm>
            <a:off x="7546363" y="5000075"/>
            <a:ext cx="71874" cy="33060"/>
          </a:xfrm>
          <a:custGeom>
            <a:avLst/>
            <a:gdLst/>
            <a:ahLst/>
            <a:cxnLst/>
            <a:rect l="0" t="0" r="r" b="b"/>
            <a:pathLst>
              <a:path w="71874" h="33060">
                <a:moveTo>
                  <a:pt x="71874" y="7593"/>
                </a:moveTo>
                <a:lnTo>
                  <a:pt x="2586" y="33060"/>
                </a:lnTo>
                <a:lnTo>
                  <a:pt x="0" y="0"/>
                </a:lnTo>
                <a:close/>
              </a:path>
            </a:pathLst>
          </a:custGeom>
          <a:solidFill>
            <a:srgbClr val="F6F6F6">
              <a:alpha val="89831"/>
            </a:srgbClr>
          </a:solidFill>
          <a:ln w="5985">
            <a:solidFill>
              <a:srgbClr val="F6F6F6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13"/>
          <p:cNvSpPr/>
          <p:nvPr/>
        </p:nvSpPr>
        <p:spPr>
          <a:xfrm>
            <a:off x="7546363" y="4985965"/>
            <a:ext cx="71874" cy="21703"/>
          </a:xfrm>
          <a:custGeom>
            <a:avLst/>
            <a:gdLst/>
            <a:ahLst/>
            <a:cxnLst/>
            <a:rect l="0" t="0" r="r" b="b"/>
            <a:pathLst>
              <a:path w="71874" h="21703">
                <a:moveTo>
                  <a:pt x="71874" y="21703"/>
                </a:moveTo>
                <a:lnTo>
                  <a:pt x="0" y="14110"/>
                </a:lnTo>
                <a:lnTo>
                  <a:pt x="38390" y="0"/>
                </a:lnTo>
                <a:close/>
              </a:path>
            </a:pathLst>
          </a:custGeom>
          <a:solidFill>
            <a:srgbClr val="EBEBEB">
              <a:alpha val="89831"/>
            </a:srgbClr>
          </a:solidFill>
          <a:ln w="5985">
            <a:solidFill>
              <a:srgbClr val="EBEBEB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14"/>
          <p:cNvSpPr/>
          <p:nvPr/>
        </p:nvSpPr>
        <p:spPr>
          <a:xfrm>
            <a:off x="7542897" y="4958836"/>
            <a:ext cx="41856" cy="41239"/>
          </a:xfrm>
          <a:custGeom>
            <a:avLst/>
            <a:gdLst/>
            <a:ahLst/>
            <a:cxnLst/>
            <a:rect l="0" t="0" r="r" b="b"/>
            <a:pathLst>
              <a:path w="41856" h="41239">
                <a:moveTo>
                  <a:pt x="0" y="0"/>
                </a:moveTo>
                <a:lnTo>
                  <a:pt x="41856" y="27129"/>
                </a:lnTo>
                <a:lnTo>
                  <a:pt x="3466" y="41239"/>
                </a:lnTo>
                <a:close/>
              </a:path>
            </a:pathLst>
          </a:custGeom>
          <a:solidFill>
            <a:srgbClr val="F0F0F0">
              <a:alpha val="89831"/>
            </a:srgbClr>
          </a:solidFill>
          <a:ln w="5985">
            <a:solidFill>
              <a:srgbClr val="F0F0F0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15"/>
          <p:cNvSpPr/>
          <p:nvPr/>
        </p:nvSpPr>
        <p:spPr>
          <a:xfrm>
            <a:off x="7482475" y="4973443"/>
            <a:ext cx="66474" cy="59692"/>
          </a:xfrm>
          <a:custGeom>
            <a:avLst/>
            <a:gdLst/>
            <a:ahLst/>
            <a:cxnLst/>
            <a:rect l="0" t="0" r="r" b="b"/>
            <a:pathLst>
              <a:path w="66474" h="59692">
                <a:moveTo>
                  <a:pt x="66474" y="59692"/>
                </a:moveTo>
                <a:lnTo>
                  <a:pt x="0" y="11853"/>
                </a:lnTo>
                <a:lnTo>
                  <a:pt x="26465" y="0"/>
                </a:lnTo>
                <a:close/>
              </a:path>
            </a:pathLst>
          </a:custGeom>
          <a:solidFill>
            <a:srgbClr val="F9F9F9">
              <a:alpha val="89831"/>
            </a:srgbClr>
          </a:solidFill>
          <a:ln w="5985">
            <a:solidFill>
              <a:srgbClr val="F9F9F9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16"/>
          <p:cNvSpPr/>
          <p:nvPr/>
        </p:nvSpPr>
        <p:spPr>
          <a:xfrm>
            <a:off x="7508941" y="4973443"/>
            <a:ext cx="40008" cy="59692"/>
          </a:xfrm>
          <a:custGeom>
            <a:avLst/>
            <a:gdLst/>
            <a:ahLst/>
            <a:cxnLst/>
            <a:rect l="0" t="0" r="r" b="b"/>
            <a:pathLst>
              <a:path w="40008" h="59692">
                <a:moveTo>
                  <a:pt x="40008" y="59692"/>
                </a:moveTo>
                <a:lnTo>
                  <a:pt x="0" y="0"/>
                </a:lnTo>
                <a:lnTo>
                  <a:pt x="37422" y="26633"/>
                </a:lnTo>
                <a:close/>
              </a:path>
            </a:pathLst>
          </a:custGeom>
          <a:solidFill>
            <a:srgbClr val="FAFAFA">
              <a:alpha val="89831"/>
            </a:srgbClr>
          </a:solidFill>
          <a:ln w="5985">
            <a:solidFill>
              <a:srgbClr val="FAFAFA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17"/>
          <p:cNvSpPr/>
          <p:nvPr/>
        </p:nvSpPr>
        <p:spPr>
          <a:xfrm>
            <a:off x="7508941" y="4958836"/>
            <a:ext cx="37422" cy="41239"/>
          </a:xfrm>
          <a:custGeom>
            <a:avLst/>
            <a:gdLst/>
            <a:ahLst/>
            <a:cxnLst/>
            <a:rect l="0" t="0" r="r" b="b"/>
            <a:pathLst>
              <a:path w="37422" h="41239">
                <a:moveTo>
                  <a:pt x="33956" y="0"/>
                </a:moveTo>
                <a:lnTo>
                  <a:pt x="37422" y="41239"/>
                </a:lnTo>
                <a:lnTo>
                  <a:pt x="0" y="14606"/>
                </a:lnTo>
                <a:close/>
              </a:path>
            </a:pathLst>
          </a:custGeom>
          <a:solidFill>
            <a:srgbClr val="F0F0F0">
              <a:alpha val="89831"/>
            </a:srgbClr>
          </a:solidFill>
          <a:ln w="5985">
            <a:solidFill>
              <a:srgbClr val="F0F0F0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18"/>
          <p:cNvSpPr/>
          <p:nvPr/>
        </p:nvSpPr>
        <p:spPr>
          <a:xfrm>
            <a:off x="7469484" y="4900793"/>
            <a:ext cx="31708" cy="84502"/>
          </a:xfrm>
          <a:custGeom>
            <a:avLst/>
            <a:gdLst/>
            <a:ahLst/>
            <a:cxnLst/>
            <a:rect l="0" t="0" r="r" b="b"/>
            <a:pathLst>
              <a:path w="31708" h="84502">
                <a:moveTo>
                  <a:pt x="12991" y="84502"/>
                </a:moveTo>
                <a:lnTo>
                  <a:pt x="0" y="0"/>
                </a:lnTo>
                <a:lnTo>
                  <a:pt x="31708" y="25544"/>
                </a:lnTo>
                <a:close/>
              </a:path>
            </a:pathLst>
          </a:custGeom>
          <a:solidFill>
            <a:srgbClr val="F5F5F5">
              <a:alpha val="89831"/>
            </a:srgbClr>
          </a:solidFill>
          <a:ln w="5985">
            <a:solidFill>
              <a:srgbClr val="F5F5F5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19"/>
          <p:cNvSpPr/>
          <p:nvPr/>
        </p:nvSpPr>
        <p:spPr>
          <a:xfrm>
            <a:off x="7482475" y="4926338"/>
            <a:ext cx="26465" cy="58958"/>
          </a:xfrm>
          <a:custGeom>
            <a:avLst/>
            <a:gdLst/>
            <a:ahLst/>
            <a:cxnLst/>
            <a:rect l="0" t="0" r="r" b="b"/>
            <a:pathLst>
              <a:path w="26465" h="58958">
                <a:moveTo>
                  <a:pt x="0" y="58958"/>
                </a:moveTo>
                <a:lnTo>
                  <a:pt x="18717" y="0"/>
                </a:lnTo>
                <a:lnTo>
                  <a:pt x="26465" y="47105"/>
                </a:lnTo>
                <a:close/>
              </a:path>
            </a:pathLst>
          </a:custGeom>
          <a:solidFill>
            <a:srgbClr val="F4F4F4">
              <a:alpha val="89831"/>
            </a:srgbClr>
          </a:solidFill>
          <a:ln w="5985">
            <a:solidFill>
              <a:srgbClr val="F4F4F4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20"/>
          <p:cNvSpPr/>
          <p:nvPr/>
        </p:nvSpPr>
        <p:spPr>
          <a:xfrm>
            <a:off x="7501193" y="4926338"/>
            <a:ext cx="41704" cy="47105"/>
          </a:xfrm>
          <a:custGeom>
            <a:avLst/>
            <a:gdLst/>
            <a:ahLst/>
            <a:cxnLst/>
            <a:rect l="0" t="0" r="r" b="b"/>
            <a:pathLst>
              <a:path w="41704" h="47105">
                <a:moveTo>
                  <a:pt x="41704" y="32499"/>
                </a:moveTo>
                <a:lnTo>
                  <a:pt x="7748" y="47105"/>
                </a:lnTo>
                <a:lnTo>
                  <a:pt x="0" y="0"/>
                </a:lnTo>
                <a:close/>
              </a:path>
            </a:pathLst>
          </a:custGeom>
          <a:solidFill>
            <a:srgbClr val="F2F2F2">
              <a:alpha val="89831"/>
            </a:srgbClr>
          </a:solidFill>
          <a:ln w="5985">
            <a:solidFill>
              <a:srgbClr val="F2F2F2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21"/>
          <p:cNvSpPr/>
          <p:nvPr/>
        </p:nvSpPr>
        <p:spPr>
          <a:xfrm>
            <a:off x="7469484" y="4842499"/>
            <a:ext cx="60062" cy="58295"/>
          </a:xfrm>
          <a:custGeom>
            <a:avLst/>
            <a:gdLst/>
            <a:ahLst/>
            <a:cxnLst/>
            <a:rect l="0" t="0" r="r" b="b"/>
            <a:pathLst>
              <a:path w="60062" h="58295">
                <a:moveTo>
                  <a:pt x="0" y="58295"/>
                </a:moveTo>
                <a:lnTo>
                  <a:pt x="48720" y="0"/>
                </a:lnTo>
                <a:lnTo>
                  <a:pt x="60062" y="51098"/>
                </a:lnTo>
                <a:close/>
              </a:path>
            </a:pathLst>
          </a:custGeom>
          <a:solidFill>
            <a:srgbClr val="DADADA">
              <a:alpha val="89831"/>
            </a:srgbClr>
          </a:solidFill>
          <a:ln w="5985">
            <a:solidFill>
              <a:srgbClr val="DADADA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22"/>
          <p:cNvSpPr/>
          <p:nvPr/>
        </p:nvSpPr>
        <p:spPr>
          <a:xfrm>
            <a:off x="7469484" y="4893597"/>
            <a:ext cx="60062" cy="32741"/>
          </a:xfrm>
          <a:custGeom>
            <a:avLst/>
            <a:gdLst/>
            <a:ahLst/>
            <a:cxnLst/>
            <a:rect l="0" t="0" r="r" b="b"/>
            <a:pathLst>
              <a:path w="60062" h="32741">
                <a:moveTo>
                  <a:pt x="0" y="7196"/>
                </a:moveTo>
                <a:lnTo>
                  <a:pt x="60062" y="0"/>
                </a:lnTo>
                <a:lnTo>
                  <a:pt x="31708" y="32741"/>
                </a:lnTo>
                <a:close/>
              </a:path>
            </a:pathLst>
          </a:custGeom>
          <a:solidFill>
            <a:srgbClr val="EAEAEA">
              <a:alpha val="89831"/>
            </a:srgbClr>
          </a:solidFill>
          <a:ln w="5985">
            <a:solidFill>
              <a:srgbClr val="EAEAEA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23"/>
          <p:cNvSpPr/>
          <p:nvPr/>
        </p:nvSpPr>
        <p:spPr>
          <a:xfrm>
            <a:off x="7501193" y="4893597"/>
            <a:ext cx="41704" cy="65239"/>
          </a:xfrm>
          <a:custGeom>
            <a:avLst/>
            <a:gdLst/>
            <a:ahLst/>
            <a:cxnLst/>
            <a:rect l="0" t="0" r="r" b="b"/>
            <a:pathLst>
              <a:path w="41704" h="65239">
                <a:moveTo>
                  <a:pt x="41704" y="65239"/>
                </a:moveTo>
                <a:lnTo>
                  <a:pt x="0" y="32741"/>
                </a:lnTo>
                <a:lnTo>
                  <a:pt x="28353" y="0"/>
                </a:lnTo>
                <a:close/>
              </a:path>
            </a:pathLst>
          </a:custGeom>
          <a:solidFill>
            <a:srgbClr val="E5E5E5">
              <a:alpha val="89831"/>
            </a:srgbClr>
          </a:solidFill>
          <a:ln w="5985">
            <a:solidFill>
              <a:srgbClr val="E5E5E5">
                <a:alpha val="8983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24"/>
          <p:cNvSpPr/>
          <p:nvPr/>
        </p:nvSpPr>
        <p:spPr>
          <a:xfrm>
            <a:off x="7631289" y="4942516"/>
            <a:ext cx="70908" cy="48707"/>
          </a:xfrm>
          <a:custGeom>
            <a:avLst/>
            <a:gdLst/>
            <a:ahLst/>
            <a:cxnLst/>
            <a:rect l="0" t="0" r="r" b="b"/>
            <a:pathLst>
              <a:path w="70908" h="48707">
                <a:moveTo>
                  <a:pt x="0" y="0"/>
                </a:moveTo>
                <a:lnTo>
                  <a:pt x="70908" y="4565"/>
                </a:lnTo>
                <a:lnTo>
                  <a:pt x="55225" y="48707"/>
                </a:lnTo>
                <a:close/>
              </a:path>
            </a:pathLst>
          </a:custGeom>
          <a:solidFill>
            <a:srgbClr val="C5C5C5">
              <a:alpha val="88684"/>
            </a:srgbClr>
          </a:solidFill>
          <a:ln w="5598">
            <a:solidFill>
              <a:srgbClr val="C5C5C5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25"/>
          <p:cNvSpPr/>
          <p:nvPr/>
        </p:nvSpPr>
        <p:spPr>
          <a:xfrm>
            <a:off x="7631289" y="4942516"/>
            <a:ext cx="55225" cy="48707"/>
          </a:xfrm>
          <a:custGeom>
            <a:avLst/>
            <a:gdLst/>
            <a:ahLst/>
            <a:cxnLst/>
            <a:rect l="0" t="0" r="r" b="b"/>
            <a:pathLst>
              <a:path w="55225" h="48707">
                <a:moveTo>
                  <a:pt x="0" y="0"/>
                </a:moveTo>
                <a:lnTo>
                  <a:pt x="55225" y="48707"/>
                </a:lnTo>
                <a:lnTo>
                  <a:pt x="15599" y="46402"/>
                </a:lnTo>
                <a:close/>
              </a:path>
            </a:pathLst>
          </a:custGeom>
          <a:solidFill>
            <a:srgbClr val="D7D7D7">
              <a:alpha val="88684"/>
            </a:srgbClr>
          </a:solidFill>
          <a:ln w="5598">
            <a:solidFill>
              <a:srgbClr val="D7D7D7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26"/>
          <p:cNvSpPr/>
          <p:nvPr/>
        </p:nvSpPr>
        <p:spPr>
          <a:xfrm>
            <a:off x="7646888" y="4988918"/>
            <a:ext cx="39626" cy="59355"/>
          </a:xfrm>
          <a:custGeom>
            <a:avLst/>
            <a:gdLst/>
            <a:ahLst/>
            <a:cxnLst/>
            <a:rect l="0" t="0" r="r" b="b"/>
            <a:pathLst>
              <a:path w="39626" h="59355">
                <a:moveTo>
                  <a:pt x="18865" y="59355"/>
                </a:moveTo>
                <a:lnTo>
                  <a:pt x="0" y="0"/>
                </a:lnTo>
                <a:lnTo>
                  <a:pt x="39626" y="2306"/>
                </a:lnTo>
                <a:close/>
              </a:path>
            </a:pathLst>
          </a:custGeom>
          <a:solidFill>
            <a:srgbClr val="DBDBDB">
              <a:alpha val="88684"/>
            </a:srgbClr>
          </a:solidFill>
          <a:ln w="5598">
            <a:solidFill>
              <a:srgbClr val="DBDBDB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27"/>
          <p:cNvSpPr/>
          <p:nvPr/>
        </p:nvSpPr>
        <p:spPr>
          <a:xfrm>
            <a:off x="7702197" y="4947082"/>
            <a:ext cx="48886" cy="79758"/>
          </a:xfrm>
          <a:custGeom>
            <a:avLst/>
            <a:gdLst/>
            <a:ahLst/>
            <a:cxnLst/>
            <a:rect l="0" t="0" r="r" b="b"/>
            <a:pathLst>
              <a:path w="48886" h="79758">
                <a:moveTo>
                  <a:pt x="0" y="0"/>
                </a:moveTo>
                <a:lnTo>
                  <a:pt x="48886" y="63276"/>
                </a:lnTo>
                <a:lnTo>
                  <a:pt x="11241" y="79758"/>
                </a:lnTo>
                <a:close/>
              </a:path>
            </a:pathLst>
          </a:custGeom>
          <a:solidFill>
            <a:srgbClr val="CCCCCC">
              <a:alpha val="88684"/>
            </a:srgbClr>
          </a:solidFill>
          <a:ln w="5598">
            <a:solidFill>
              <a:srgbClr val="CCCCCC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28"/>
          <p:cNvSpPr/>
          <p:nvPr/>
        </p:nvSpPr>
        <p:spPr>
          <a:xfrm>
            <a:off x="7686514" y="4947082"/>
            <a:ext cx="26924" cy="79758"/>
          </a:xfrm>
          <a:custGeom>
            <a:avLst/>
            <a:gdLst/>
            <a:ahLst/>
            <a:cxnLst/>
            <a:rect l="0" t="0" r="r" b="b"/>
            <a:pathLst>
              <a:path w="26924" h="79758">
                <a:moveTo>
                  <a:pt x="15683" y="0"/>
                </a:moveTo>
                <a:lnTo>
                  <a:pt x="26924" y="79758"/>
                </a:lnTo>
                <a:lnTo>
                  <a:pt x="0" y="44142"/>
                </a:lnTo>
                <a:close/>
              </a:path>
            </a:pathLst>
          </a:custGeom>
          <a:solidFill>
            <a:srgbClr val="C9C9C9">
              <a:alpha val="88684"/>
            </a:srgbClr>
          </a:solidFill>
          <a:ln w="5598">
            <a:solidFill>
              <a:srgbClr val="C9C9C9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Kształt 29"/>
          <p:cNvSpPr/>
          <p:nvPr/>
        </p:nvSpPr>
        <p:spPr>
          <a:xfrm>
            <a:off x="7665753" y="4991224"/>
            <a:ext cx="47686" cy="57049"/>
          </a:xfrm>
          <a:custGeom>
            <a:avLst/>
            <a:gdLst/>
            <a:ahLst/>
            <a:cxnLst/>
            <a:rect l="0" t="0" r="r" b="b"/>
            <a:pathLst>
              <a:path w="47686" h="57049">
                <a:moveTo>
                  <a:pt x="0" y="57049"/>
                </a:moveTo>
                <a:lnTo>
                  <a:pt x="20761" y="0"/>
                </a:lnTo>
                <a:lnTo>
                  <a:pt x="47686" y="35616"/>
                </a:lnTo>
                <a:close/>
              </a:path>
            </a:pathLst>
          </a:custGeom>
          <a:solidFill>
            <a:srgbClr val="E1E1E1">
              <a:alpha val="88684"/>
            </a:srgbClr>
          </a:solidFill>
          <a:ln w="5598">
            <a:solidFill>
              <a:srgbClr val="E1E1E1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Kształt 30"/>
          <p:cNvSpPr/>
          <p:nvPr/>
        </p:nvSpPr>
        <p:spPr>
          <a:xfrm>
            <a:off x="7707362" y="5010358"/>
            <a:ext cx="43721" cy="75883"/>
          </a:xfrm>
          <a:custGeom>
            <a:avLst/>
            <a:gdLst/>
            <a:ahLst/>
            <a:cxnLst/>
            <a:rect l="0" t="0" r="r" b="b"/>
            <a:pathLst>
              <a:path w="43721" h="75883">
                <a:moveTo>
                  <a:pt x="43721" y="0"/>
                </a:moveTo>
                <a:lnTo>
                  <a:pt x="33287" y="75883"/>
                </a:lnTo>
                <a:lnTo>
                  <a:pt x="0" y="59008"/>
                </a:lnTo>
                <a:close/>
              </a:path>
            </a:pathLst>
          </a:custGeom>
          <a:solidFill>
            <a:srgbClr val="DCDCDC">
              <a:alpha val="88684"/>
            </a:srgbClr>
          </a:solidFill>
          <a:ln w="5598">
            <a:solidFill>
              <a:srgbClr val="DCDCDC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Kształt 31"/>
          <p:cNvSpPr/>
          <p:nvPr/>
        </p:nvSpPr>
        <p:spPr>
          <a:xfrm>
            <a:off x="7707362" y="5010358"/>
            <a:ext cx="43721" cy="59008"/>
          </a:xfrm>
          <a:custGeom>
            <a:avLst/>
            <a:gdLst/>
            <a:ahLst/>
            <a:cxnLst/>
            <a:rect l="0" t="0" r="r" b="b"/>
            <a:pathLst>
              <a:path w="43721" h="59008">
                <a:moveTo>
                  <a:pt x="43721" y="0"/>
                </a:moveTo>
                <a:lnTo>
                  <a:pt x="0" y="59008"/>
                </a:lnTo>
                <a:lnTo>
                  <a:pt x="6077" y="16482"/>
                </a:lnTo>
                <a:close/>
              </a:path>
            </a:pathLst>
          </a:custGeom>
          <a:solidFill>
            <a:srgbClr val="DDDDDD">
              <a:alpha val="88684"/>
            </a:srgbClr>
          </a:solidFill>
          <a:ln w="5598">
            <a:solidFill>
              <a:srgbClr val="DDDDDD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Kształt 32"/>
          <p:cNvSpPr/>
          <p:nvPr/>
        </p:nvSpPr>
        <p:spPr>
          <a:xfrm>
            <a:off x="7665753" y="5026839"/>
            <a:ext cx="47686" cy="42526"/>
          </a:xfrm>
          <a:custGeom>
            <a:avLst/>
            <a:gdLst/>
            <a:ahLst/>
            <a:cxnLst/>
            <a:rect l="0" t="0" r="r" b="b"/>
            <a:pathLst>
              <a:path w="47686" h="42526">
                <a:moveTo>
                  <a:pt x="0" y="21433"/>
                </a:moveTo>
                <a:lnTo>
                  <a:pt x="47686" y="0"/>
                </a:lnTo>
                <a:lnTo>
                  <a:pt x="41609" y="42526"/>
                </a:lnTo>
                <a:close/>
              </a:path>
            </a:pathLst>
          </a:custGeom>
          <a:solidFill>
            <a:srgbClr val="E3E3E3">
              <a:alpha val="88684"/>
            </a:srgbClr>
          </a:solidFill>
          <a:ln w="5598">
            <a:solidFill>
              <a:srgbClr val="E3E3E3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ształt 33"/>
          <p:cNvSpPr/>
          <p:nvPr/>
        </p:nvSpPr>
        <p:spPr>
          <a:xfrm>
            <a:off x="7673053" y="5086240"/>
            <a:ext cx="67595" cy="30534"/>
          </a:xfrm>
          <a:custGeom>
            <a:avLst/>
            <a:gdLst/>
            <a:ahLst/>
            <a:cxnLst/>
            <a:rect l="0" t="0" r="r" b="b"/>
            <a:pathLst>
              <a:path w="67595" h="30534">
                <a:moveTo>
                  <a:pt x="67595" y="0"/>
                </a:moveTo>
                <a:lnTo>
                  <a:pt x="5673" y="30534"/>
                </a:lnTo>
                <a:lnTo>
                  <a:pt x="0" y="43"/>
                </a:lnTo>
                <a:close/>
              </a:path>
            </a:pathLst>
          </a:custGeom>
          <a:solidFill>
            <a:srgbClr val="F6F6F6">
              <a:alpha val="88684"/>
            </a:srgbClr>
          </a:solidFill>
          <a:ln w="5598">
            <a:solidFill>
              <a:srgbClr val="F6F6F6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Kształt 34"/>
          <p:cNvSpPr/>
          <p:nvPr/>
        </p:nvSpPr>
        <p:spPr>
          <a:xfrm>
            <a:off x="7673053" y="5069366"/>
            <a:ext cx="67595" cy="16917"/>
          </a:xfrm>
          <a:custGeom>
            <a:avLst/>
            <a:gdLst/>
            <a:ahLst/>
            <a:cxnLst/>
            <a:rect l="0" t="0" r="r" b="b"/>
            <a:pathLst>
              <a:path w="67595" h="16917">
                <a:moveTo>
                  <a:pt x="67595" y="16875"/>
                </a:moveTo>
                <a:lnTo>
                  <a:pt x="0" y="16917"/>
                </a:lnTo>
                <a:lnTo>
                  <a:pt x="34309" y="0"/>
                </a:lnTo>
                <a:close/>
              </a:path>
            </a:pathLst>
          </a:custGeom>
          <a:solidFill>
            <a:srgbClr val="EBEBEB">
              <a:alpha val="88684"/>
            </a:srgbClr>
          </a:solidFill>
          <a:ln w="5598">
            <a:solidFill>
              <a:srgbClr val="EBEBEB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Kształt 35"/>
          <p:cNvSpPr/>
          <p:nvPr/>
        </p:nvSpPr>
        <p:spPr>
          <a:xfrm>
            <a:off x="7665753" y="5048273"/>
            <a:ext cx="41609" cy="38011"/>
          </a:xfrm>
          <a:custGeom>
            <a:avLst/>
            <a:gdLst/>
            <a:ahLst/>
            <a:cxnLst/>
            <a:rect l="0" t="0" r="r" b="b"/>
            <a:pathLst>
              <a:path w="41609" h="38011">
                <a:moveTo>
                  <a:pt x="0" y="0"/>
                </a:moveTo>
                <a:lnTo>
                  <a:pt x="41609" y="21093"/>
                </a:lnTo>
                <a:lnTo>
                  <a:pt x="7300" y="38011"/>
                </a:lnTo>
                <a:close/>
              </a:path>
            </a:pathLst>
          </a:custGeom>
          <a:solidFill>
            <a:srgbClr val="F0F0F0">
              <a:alpha val="88684"/>
            </a:srgbClr>
          </a:solidFill>
          <a:ln w="5598">
            <a:solidFill>
              <a:srgbClr val="F0F0F0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Kształt 36"/>
          <p:cNvSpPr/>
          <p:nvPr/>
        </p:nvSpPr>
        <p:spPr>
          <a:xfrm>
            <a:off x="7612175" y="5065213"/>
            <a:ext cx="66551" cy="51561"/>
          </a:xfrm>
          <a:custGeom>
            <a:avLst/>
            <a:gdLst/>
            <a:ahLst/>
            <a:cxnLst/>
            <a:rect l="0" t="0" r="r" b="b"/>
            <a:pathLst>
              <a:path w="66551" h="51561">
                <a:moveTo>
                  <a:pt x="66551" y="51561"/>
                </a:moveTo>
                <a:lnTo>
                  <a:pt x="0" y="13640"/>
                </a:lnTo>
                <a:lnTo>
                  <a:pt x="23442" y="0"/>
                </a:lnTo>
                <a:close/>
              </a:path>
            </a:pathLst>
          </a:custGeom>
          <a:solidFill>
            <a:srgbClr val="F9F9F9">
              <a:alpha val="88684"/>
            </a:srgbClr>
          </a:solidFill>
          <a:ln w="5598">
            <a:solidFill>
              <a:srgbClr val="F9F9F9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Kształt 37"/>
          <p:cNvSpPr/>
          <p:nvPr/>
        </p:nvSpPr>
        <p:spPr>
          <a:xfrm>
            <a:off x="7635617" y="5065213"/>
            <a:ext cx="43109" cy="51561"/>
          </a:xfrm>
          <a:custGeom>
            <a:avLst/>
            <a:gdLst/>
            <a:ahLst/>
            <a:cxnLst/>
            <a:rect l="0" t="0" r="r" b="b"/>
            <a:pathLst>
              <a:path w="43109" h="51561">
                <a:moveTo>
                  <a:pt x="43109" y="51561"/>
                </a:moveTo>
                <a:lnTo>
                  <a:pt x="0" y="0"/>
                </a:lnTo>
                <a:lnTo>
                  <a:pt x="37436" y="21070"/>
                </a:lnTo>
                <a:close/>
              </a:path>
            </a:pathLst>
          </a:custGeom>
          <a:solidFill>
            <a:srgbClr val="FAFAFA">
              <a:alpha val="88684"/>
            </a:srgbClr>
          </a:solidFill>
          <a:ln w="5598">
            <a:solidFill>
              <a:srgbClr val="FAFAFA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Kształt 38"/>
          <p:cNvSpPr/>
          <p:nvPr/>
        </p:nvSpPr>
        <p:spPr>
          <a:xfrm>
            <a:off x="7635617" y="5048273"/>
            <a:ext cx="37436" cy="38011"/>
          </a:xfrm>
          <a:custGeom>
            <a:avLst/>
            <a:gdLst/>
            <a:ahLst/>
            <a:cxnLst/>
            <a:rect l="0" t="0" r="r" b="b"/>
            <a:pathLst>
              <a:path w="37436" h="38011">
                <a:moveTo>
                  <a:pt x="30136" y="0"/>
                </a:moveTo>
                <a:lnTo>
                  <a:pt x="37436" y="38011"/>
                </a:lnTo>
                <a:lnTo>
                  <a:pt x="0" y="16941"/>
                </a:lnTo>
                <a:close/>
              </a:path>
            </a:pathLst>
          </a:custGeom>
          <a:solidFill>
            <a:srgbClr val="F0F0F0">
              <a:alpha val="88684"/>
            </a:srgbClr>
          </a:solidFill>
          <a:ln w="5598">
            <a:solidFill>
              <a:srgbClr val="F0F0F0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Kształt 39"/>
          <p:cNvSpPr/>
          <p:nvPr/>
        </p:nvSpPr>
        <p:spPr>
          <a:xfrm>
            <a:off x="7591740" y="5001547"/>
            <a:ext cx="32014" cy="77305"/>
          </a:xfrm>
          <a:custGeom>
            <a:avLst/>
            <a:gdLst/>
            <a:ahLst/>
            <a:cxnLst/>
            <a:rect l="0" t="0" r="r" b="b"/>
            <a:pathLst>
              <a:path w="32014" h="77305">
                <a:moveTo>
                  <a:pt x="20435" y="77305"/>
                </a:moveTo>
                <a:lnTo>
                  <a:pt x="0" y="0"/>
                </a:lnTo>
                <a:lnTo>
                  <a:pt x="32014" y="20623"/>
                </a:lnTo>
                <a:close/>
              </a:path>
            </a:pathLst>
          </a:custGeom>
          <a:solidFill>
            <a:srgbClr val="F5F5F5">
              <a:alpha val="88684"/>
            </a:srgbClr>
          </a:solidFill>
          <a:ln w="5598">
            <a:solidFill>
              <a:srgbClr val="F5F5F5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Kształt 40"/>
          <p:cNvSpPr/>
          <p:nvPr/>
        </p:nvSpPr>
        <p:spPr>
          <a:xfrm>
            <a:off x="7612175" y="5022170"/>
            <a:ext cx="23442" cy="56682"/>
          </a:xfrm>
          <a:custGeom>
            <a:avLst/>
            <a:gdLst/>
            <a:ahLst/>
            <a:cxnLst/>
            <a:rect l="0" t="0" r="r" b="b"/>
            <a:pathLst>
              <a:path w="23442" h="56682">
                <a:moveTo>
                  <a:pt x="0" y="56682"/>
                </a:moveTo>
                <a:lnTo>
                  <a:pt x="11580" y="0"/>
                </a:lnTo>
                <a:lnTo>
                  <a:pt x="23442" y="43043"/>
                </a:lnTo>
                <a:close/>
              </a:path>
            </a:pathLst>
          </a:custGeom>
          <a:solidFill>
            <a:srgbClr val="F4F4F4">
              <a:alpha val="88684"/>
            </a:srgbClr>
          </a:solidFill>
          <a:ln w="5598">
            <a:solidFill>
              <a:srgbClr val="F4F4F4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41"/>
          <p:cNvSpPr/>
          <p:nvPr/>
        </p:nvSpPr>
        <p:spPr>
          <a:xfrm>
            <a:off x="7623755" y="5022170"/>
            <a:ext cx="41998" cy="43043"/>
          </a:xfrm>
          <a:custGeom>
            <a:avLst/>
            <a:gdLst/>
            <a:ahLst/>
            <a:cxnLst/>
            <a:rect l="0" t="0" r="r" b="b"/>
            <a:pathLst>
              <a:path w="41998" h="43043">
                <a:moveTo>
                  <a:pt x="41998" y="26102"/>
                </a:moveTo>
                <a:lnTo>
                  <a:pt x="11862" y="43043"/>
                </a:lnTo>
                <a:lnTo>
                  <a:pt x="0" y="0"/>
                </a:lnTo>
                <a:close/>
              </a:path>
            </a:pathLst>
          </a:custGeom>
          <a:solidFill>
            <a:srgbClr val="F2F2F2">
              <a:alpha val="88684"/>
            </a:srgbClr>
          </a:solidFill>
          <a:ln w="5598">
            <a:solidFill>
              <a:srgbClr val="F2F2F2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42"/>
          <p:cNvSpPr/>
          <p:nvPr/>
        </p:nvSpPr>
        <p:spPr>
          <a:xfrm>
            <a:off x="7591740" y="4942516"/>
            <a:ext cx="55148" cy="59031"/>
          </a:xfrm>
          <a:custGeom>
            <a:avLst/>
            <a:gdLst/>
            <a:ahLst/>
            <a:cxnLst/>
            <a:rect l="0" t="0" r="r" b="b"/>
            <a:pathLst>
              <a:path w="55148" h="59031">
                <a:moveTo>
                  <a:pt x="0" y="59031"/>
                </a:moveTo>
                <a:lnTo>
                  <a:pt x="39549" y="0"/>
                </a:lnTo>
                <a:lnTo>
                  <a:pt x="55148" y="46402"/>
                </a:lnTo>
                <a:close/>
              </a:path>
            </a:pathLst>
          </a:custGeom>
          <a:solidFill>
            <a:srgbClr val="DADADA">
              <a:alpha val="88684"/>
            </a:srgbClr>
          </a:solidFill>
          <a:ln w="5598">
            <a:solidFill>
              <a:srgbClr val="DADADA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43"/>
          <p:cNvSpPr/>
          <p:nvPr/>
        </p:nvSpPr>
        <p:spPr>
          <a:xfrm>
            <a:off x="7591740" y="4988918"/>
            <a:ext cx="55148" cy="33252"/>
          </a:xfrm>
          <a:custGeom>
            <a:avLst/>
            <a:gdLst/>
            <a:ahLst/>
            <a:cxnLst/>
            <a:rect l="0" t="0" r="r" b="b"/>
            <a:pathLst>
              <a:path w="55148" h="33252">
                <a:moveTo>
                  <a:pt x="0" y="12629"/>
                </a:moveTo>
                <a:lnTo>
                  <a:pt x="55148" y="0"/>
                </a:lnTo>
                <a:lnTo>
                  <a:pt x="32014" y="33252"/>
                </a:lnTo>
                <a:close/>
              </a:path>
            </a:pathLst>
          </a:custGeom>
          <a:solidFill>
            <a:srgbClr val="EAEAEA">
              <a:alpha val="88684"/>
            </a:srgbClr>
          </a:solidFill>
          <a:ln w="5598">
            <a:solidFill>
              <a:srgbClr val="EAEAEA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44"/>
          <p:cNvSpPr/>
          <p:nvPr/>
        </p:nvSpPr>
        <p:spPr>
          <a:xfrm>
            <a:off x="7623755" y="4988918"/>
            <a:ext cx="41998" cy="59355"/>
          </a:xfrm>
          <a:custGeom>
            <a:avLst/>
            <a:gdLst/>
            <a:ahLst/>
            <a:cxnLst/>
            <a:rect l="0" t="0" r="r" b="b"/>
            <a:pathLst>
              <a:path w="41998" h="59355">
                <a:moveTo>
                  <a:pt x="41998" y="59355"/>
                </a:moveTo>
                <a:lnTo>
                  <a:pt x="0" y="33252"/>
                </a:lnTo>
                <a:lnTo>
                  <a:pt x="23133" y="0"/>
                </a:lnTo>
                <a:close/>
              </a:path>
            </a:pathLst>
          </a:custGeom>
          <a:solidFill>
            <a:srgbClr val="E5E5E5">
              <a:alpha val="88684"/>
            </a:srgbClr>
          </a:solidFill>
          <a:ln w="5598">
            <a:solidFill>
              <a:srgbClr val="E5E5E5">
                <a:alpha val="8868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Kształt 45"/>
          <p:cNvSpPr/>
          <p:nvPr/>
        </p:nvSpPr>
        <p:spPr>
          <a:xfrm>
            <a:off x="7893158" y="5087049"/>
            <a:ext cx="60774" cy="42220"/>
          </a:xfrm>
          <a:custGeom>
            <a:avLst/>
            <a:gdLst/>
            <a:ahLst/>
            <a:cxnLst/>
            <a:rect l="0" t="0" r="r" b="b"/>
            <a:pathLst>
              <a:path w="60774" h="42220">
                <a:moveTo>
                  <a:pt x="60774" y="42220"/>
                </a:moveTo>
                <a:lnTo>
                  <a:pt x="0" y="37729"/>
                </a:lnTo>
                <a:lnTo>
                  <a:pt x="13808" y="0"/>
                </a:lnTo>
                <a:close/>
              </a:path>
            </a:pathLst>
          </a:custGeom>
          <a:solidFill>
            <a:srgbClr val="C5C5C5">
              <a:alpha val="88971"/>
            </a:srgbClr>
          </a:solidFill>
          <a:ln w="4801">
            <a:solidFill>
              <a:srgbClr val="C5C5C5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Kształt 46"/>
          <p:cNvSpPr/>
          <p:nvPr/>
        </p:nvSpPr>
        <p:spPr>
          <a:xfrm>
            <a:off x="7906966" y="5087049"/>
            <a:ext cx="46966" cy="42220"/>
          </a:xfrm>
          <a:custGeom>
            <a:avLst/>
            <a:gdLst/>
            <a:ahLst/>
            <a:cxnLst/>
            <a:rect l="0" t="0" r="r" b="b"/>
            <a:pathLst>
              <a:path w="46966" h="42220">
                <a:moveTo>
                  <a:pt x="46966" y="42220"/>
                </a:moveTo>
                <a:lnTo>
                  <a:pt x="0" y="0"/>
                </a:lnTo>
                <a:lnTo>
                  <a:pt x="33965" y="2299"/>
                </a:lnTo>
                <a:close/>
              </a:path>
            </a:pathLst>
          </a:custGeom>
          <a:solidFill>
            <a:srgbClr val="D7D7D7">
              <a:alpha val="88971"/>
            </a:srgbClr>
          </a:solidFill>
          <a:ln w="4801">
            <a:solidFill>
              <a:srgbClr val="D7D7D7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Kształt 47"/>
          <p:cNvSpPr/>
          <p:nvPr/>
        </p:nvSpPr>
        <p:spPr>
          <a:xfrm>
            <a:off x="7906966" y="5038292"/>
            <a:ext cx="33965" cy="51056"/>
          </a:xfrm>
          <a:custGeom>
            <a:avLst/>
            <a:gdLst/>
            <a:ahLst/>
            <a:cxnLst/>
            <a:rect l="0" t="0" r="r" b="b"/>
            <a:pathLst>
              <a:path w="33965" h="51056">
                <a:moveTo>
                  <a:pt x="18268" y="0"/>
                </a:moveTo>
                <a:lnTo>
                  <a:pt x="33965" y="51056"/>
                </a:lnTo>
                <a:lnTo>
                  <a:pt x="0" y="48757"/>
                </a:lnTo>
                <a:close/>
              </a:path>
            </a:pathLst>
          </a:custGeom>
          <a:solidFill>
            <a:srgbClr val="DBDBDB">
              <a:alpha val="88971"/>
            </a:srgbClr>
          </a:solidFill>
          <a:ln w="4801">
            <a:solidFill>
              <a:srgbClr val="DBDBDB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48"/>
          <p:cNvSpPr/>
          <p:nvPr/>
        </p:nvSpPr>
        <p:spPr>
          <a:xfrm>
            <a:off x="7851747" y="5056286"/>
            <a:ext cx="41411" cy="68492"/>
          </a:xfrm>
          <a:custGeom>
            <a:avLst/>
            <a:gdLst/>
            <a:ahLst/>
            <a:cxnLst/>
            <a:rect l="0" t="0" r="r" b="b"/>
            <a:pathLst>
              <a:path w="41411" h="68492">
                <a:moveTo>
                  <a:pt x="41411" y="68492"/>
                </a:moveTo>
                <a:lnTo>
                  <a:pt x="0" y="13829"/>
                </a:lnTo>
                <a:lnTo>
                  <a:pt x="32417" y="0"/>
                </a:lnTo>
                <a:close/>
              </a:path>
            </a:pathLst>
          </a:custGeom>
          <a:solidFill>
            <a:srgbClr val="CCCCCC">
              <a:alpha val="88971"/>
            </a:srgbClr>
          </a:solidFill>
          <a:ln w="4801">
            <a:solidFill>
              <a:srgbClr val="CCCCCC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49"/>
          <p:cNvSpPr/>
          <p:nvPr/>
        </p:nvSpPr>
        <p:spPr>
          <a:xfrm>
            <a:off x="7884164" y="5056286"/>
            <a:ext cx="22801" cy="68492"/>
          </a:xfrm>
          <a:custGeom>
            <a:avLst/>
            <a:gdLst/>
            <a:ahLst/>
            <a:cxnLst/>
            <a:rect l="0" t="0" r="r" b="b"/>
            <a:pathLst>
              <a:path w="22801" h="68492">
                <a:moveTo>
                  <a:pt x="8993" y="68492"/>
                </a:moveTo>
                <a:lnTo>
                  <a:pt x="0" y="0"/>
                </a:lnTo>
                <a:lnTo>
                  <a:pt x="22801" y="30763"/>
                </a:lnTo>
                <a:close/>
              </a:path>
            </a:pathLst>
          </a:custGeom>
          <a:solidFill>
            <a:srgbClr val="C9C9C9">
              <a:alpha val="88971"/>
            </a:srgbClr>
          </a:solidFill>
          <a:ln w="4801">
            <a:solidFill>
              <a:srgbClr val="C9C9C9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50"/>
          <p:cNvSpPr/>
          <p:nvPr/>
        </p:nvSpPr>
        <p:spPr>
          <a:xfrm>
            <a:off x="7884164" y="5038292"/>
            <a:ext cx="41069" cy="48757"/>
          </a:xfrm>
          <a:custGeom>
            <a:avLst/>
            <a:gdLst/>
            <a:ahLst/>
            <a:cxnLst/>
            <a:rect l="0" t="0" r="r" b="b"/>
            <a:pathLst>
              <a:path w="41069" h="48757">
                <a:moveTo>
                  <a:pt x="41069" y="0"/>
                </a:moveTo>
                <a:lnTo>
                  <a:pt x="22801" y="48757"/>
                </a:lnTo>
                <a:lnTo>
                  <a:pt x="0" y="17994"/>
                </a:lnTo>
                <a:close/>
              </a:path>
            </a:pathLst>
          </a:custGeom>
          <a:solidFill>
            <a:srgbClr val="E1E1E1">
              <a:alpha val="88971"/>
            </a:srgbClr>
          </a:solidFill>
          <a:ln w="4801">
            <a:solidFill>
              <a:srgbClr val="E1E1E1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51"/>
          <p:cNvSpPr/>
          <p:nvPr/>
        </p:nvSpPr>
        <p:spPr>
          <a:xfrm>
            <a:off x="7851747" y="5005123"/>
            <a:ext cx="37974" cy="64992"/>
          </a:xfrm>
          <a:custGeom>
            <a:avLst/>
            <a:gdLst/>
            <a:ahLst/>
            <a:cxnLst/>
            <a:rect l="0" t="0" r="r" b="b"/>
            <a:pathLst>
              <a:path w="37974" h="64992">
                <a:moveTo>
                  <a:pt x="0" y="64992"/>
                </a:moveTo>
                <a:lnTo>
                  <a:pt x="9564" y="0"/>
                </a:lnTo>
                <a:lnTo>
                  <a:pt x="37974" y="14742"/>
                </a:lnTo>
                <a:close/>
              </a:path>
            </a:pathLst>
          </a:custGeom>
          <a:solidFill>
            <a:srgbClr val="DCDCDC">
              <a:alpha val="88971"/>
            </a:srgbClr>
          </a:solidFill>
          <a:ln w="4801">
            <a:solidFill>
              <a:srgbClr val="DCDCDC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52"/>
          <p:cNvSpPr/>
          <p:nvPr/>
        </p:nvSpPr>
        <p:spPr>
          <a:xfrm>
            <a:off x="7851747" y="5019865"/>
            <a:ext cx="37974" cy="50250"/>
          </a:xfrm>
          <a:custGeom>
            <a:avLst/>
            <a:gdLst/>
            <a:ahLst/>
            <a:cxnLst/>
            <a:rect l="0" t="0" r="r" b="b"/>
            <a:pathLst>
              <a:path w="37974" h="50250">
                <a:moveTo>
                  <a:pt x="0" y="50250"/>
                </a:moveTo>
                <a:lnTo>
                  <a:pt x="37974" y="0"/>
                </a:lnTo>
                <a:lnTo>
                  <a:pt x="32417" y="36421"/>
                </a:lnTo>
                <a:close/>
              </a:path>
            </a:pathLst>
          </a:custGeom>
          <a:solidFill>
            <a:srgbClr val="DDDDDD">
              <a:alpha val="88971"/>
            </a:srgbClr>
          </a:solidFill>
          <a:ln w="4801">
            <a:solidFill>
              <a:srgbClr val="DDDDDD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53"/>
          <p:cNvSpPr/>
          <p:nvPr/>
        </p:nvSpPr>
        <p:spPr>
          <a:xfrm>
            <a:off x="7884164" y="5019865"/>
            <a:ext cx="41069" cy="36421"/>
          </a:xfrm>
          <a:custGeom>
            <a:avLst/>
            <a:gdLst/>
            <a:ahLst/>
            <a:cxnLst/>
            <a:rect l="0" t="0" r="r" b="b"/>
            <a:pathLst>
              <a:path w="41069" h="36421">
                <a:moveTo>
                  <a:pt x="41069" y="18427"/>
                </a:moveTo>
                <a:lnTo>
                  <a:pt x="0" y="36421"/>
                </a:lnTo>
                <a:lnTo>
                  <a:pt x="5557" y="0"/>
                </a:lnTo>
                <a:close/>
              </a:path>
            </a:pathLst>
          </a:custGeom>
          <a:solidFill>
            <a:srgbClr val="E3E3E3">
              <a:alpha val="88971"/>
            </a:srgbClr>
          </a:solidFill>
          <a:ln w="4801">
            <a:solidFill>
              <a:srgbClr val="E3E3E3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Kształt 54"/>
          <p:cNvSpPr/>
          <p:nvPr/>
        </p:nvSpPr>
        <p:spPr>
          <a:xfrm>
            <a:off x="7861312" y="4979440"/>
            <a:ext cx="57970" cy="26195"/>
          </a:xfrm>
          <a:custGeom>
            <a:avLst/>
            <a:gdLst/>
            <a:ahLst/>
            <a:cxnLst/>
            <a:rect l="0" t="0" r="r" b="b"/>
            <a:pathLst>
              <a:path w="57970" h="26195">
                <a:moveTo>
                  <a:pt x="0" y="25683"/>
                </a:moveTo>
                <a:lnTo>
                  <a:pt x="53353" y="0"/>
                </a:lnTo>
                <a:lnTo>
                  <a:pt x="57970" y="26195"/>
                </a:lnTo>
                <a:close/>
              </a:path>
            </a:pathLst>
          </a:custGeom>
          <a:solidFill>
            <a:srgbClr val="F6F6F6">
              <a:alpha val="88971"/>
            </a:srgbClr>
          </a:solidFill>
          <a:ln w="4801">
            <a:solidFill>
              <a:srgbClr val="F6F6F6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Kształt 55"/>
          <p:cNvSpPr/>
          <p:nvPr/>
        </p:nvSpPr>
        <p:spPr>
          <a:xfrm>
            <a:off x="7861312" y="5005123"/>
            <a:ext cx="57970" cy="14742"/>
          </a:xfrm>
          <a:custGeom>
            <a:avLst/>
            <a:gdLst/>
            <a:ahLst/>
            <a:cxnLst/>
            <a:rect l="0" t="0" r="r" b="b"/>
            <a:pathLst>
              <a:path w="57970" h="14742">
                <a:moveTo>
                  <a:pt x="0" y="0"/>
                </a:moveTo>
                <a:lnTo>
                  <a:pt x="57970" y="512"/>
                </a:lnTo>
                <a:lnTo>
                  <a:pt x="28410" y="14742"/>
                </a:lnTo>
                <a:close/>
              </a:path>
            </a:pathLst>
          </a:custGeom>
          <a:solidFill>
            <a:srgbClr val="EBEBEB">
              <a:alpha val="88971"/>
            </a:srgbClr>
          </a:solidFill>
          <a:ln w="4801">
            <a:solidFill>
              <a:srgbClr val="EBEBEB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56"/>
          <p:cNvSpPr/>
          <p:nvPr/>
        </p:nvSpPr>
        <p:spPr>
          <a:xfrm>
            <a:off x="7889721" y="5005635"/>
            <a:ext cx="35512" cy="32657"/>
          </a:xfrm>
          <a:custGeom>
            <a:avLst/>
            <a:gdLst/>
            <a:ahLst/>
            <a:cxnLst/>
            <a:rect l="0" t="0" r="r" b="b"/>
            <a:pathLst>
              <a:path w="35512" h="32657">
                <a:moveTo>
                  <a:pt x="35512" y="32657"/>
                </a:moveTo>
                <a:lnTo>
                  <a:pt x="0" y="14230"/>
                </a:lnTo>
                <a:lnTo>
                  <a:pt x="29560" y="0"/>
                </a:lnTo>
                <a:close/>
              </a:path>
            </a:pathLst>
          </a:custGeom>
          <a:solidFill>
            <a:srgbClr val="F0F0F0">
              <a:alpha val="88971"/>
            </a:srgbClr>
          </a:solidFill>
          <a:ln w="4801">
            <a:solidFill>
              <a:srgbClr val="F0F0F0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57"/>
          <p:cNvSpPr/>
          <p:nvPr/>
        </p:nvSpPr>
        <p:spPr>
          <a:xfrm>
            <a:off x="7914664" y="4979440"/>
            <a:ext cx="56766" cy="44569"/>
          </a:xfrm>
          <a:custGeom>
            <a:avLst/>
            <a:gdLst/>
            <a:ahLst/>
            <a:cxnLst/>
            <a:rect l="0" t="0" r="r" b="b"/>
            <a:pathLst>
              <a:path w="56766" h="44569">
                <a:moveTo>
                  <a:pt x="0" y="0"/>
                </a:moveTo>
                <a:lnTo>
                  <a:pt x="56766" y="33062"/>
                </a:lnTo>
                <a:lnTo>
                  <a:pt x="36552" y="44569"/>
                </a:lnTo>
                <a:close/>
              </a:path>
            </a:pathLst>
          </a:custGeom>
          <a:solidFill>
            <a:srgbClr val="F9F9F9">
              <a:alpha val="88971"/>
            </a:srgbClr>
          </a:solidFill>
          <a:ln w="4801">
            <a:solidFill>
              <a:srgbClr val="F9F9F9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58"/>
          <p:cNvSpPr/>
          <p:nvPr/>
        </p:nvSpPr>
        <p:spPr>
          <a:xfrm>
            <a:off x="7914664" y="4979440"/>
            <a:ext cx="36552" cy="44569"/>
          </a:xfrm>
          <a:custGeom>
            <a:avLst/>
            <a:gdLst/>
            <a:ahLst/>
            <a:cxnLst/>
            <a:rect l="0" t="0" r="r" b="b"/>
            <a:pathLst>
              <a:path w="36552" h="44569">
                <a:moveTo>
                  <a:pt x="0" y="0"/>
                </a:moveTo>
                <a:lnTo>
                  <a:pt x="36552" y="44569"/>
                </a:lnTo>
                <a:lnTo>
                  <a:pt x="4617" y="26195"/>
                </a:lnTo>
                <a:close/>
              </a:path>
            </a:pathLst>
          </a:custGeom>
          <a:solidFill>
            <a:srgbClr val="FAFAFA">
              <a:alpha val="88971"/>
            </a:srgbClr>
          </a:solidFill>
          <a:ln w="4801">
            <a:solidFill>
              <a:srgbClr val="FAFAFA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59"/>
          <p:cNvSpPr/>
          <p:nvPr/>
        </p:nvSpPr>
        <p:spPr>
          <a:xfrm>
            <a:off x="7919282" y="5005635"/>
            <a:ext cx="31934" cy="32657"/>
          </a:xfrm>
          <a:custGeom>
            <a:avLst/>
            <a:gdLst/>
            <a:ahLst/>
            <a:cxnLst/>
            <a:rect l="0" t="0" r="r" b="b"/>
            <a:pathLst>
              <a:path w="31934" h="32657">
                <a:moveTo>
                  <a:pt x="5952" y="32657"/>
                </a:moveTo>
                <a:lnTo>
                  <a:pt x="0" y="0"/>
                </a:lnTo>
                <a:lnTo>
                  <a:pt x="31934" y="18374"/>
                </a:lnTo>
                <a:close/>
              </a:path>
            </a:pathLst>
          </a:custGeom>
          <a:solidFill>
            <a:srgbClr val="F0F0F0">
              <a:alpha val="88971"/>
            </a:srgbClr>
          </a:solidFill>
          <a:ln w="4801">
            <a:solidFill>
              <a:srgbClr val="F0F0F0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60"/>
          <p:cNvSpPr/>
          <p:nvPr/>
        </p:nvSpPr>
        <p:spPr>
          <a:xfrm>
            <a:off x="7961039" y="5012502"/>
            <a:ext cx="27288" cy="66463"/>
          </a:xfrm>
          <a:custGeom>
            <a:avLst/>
            <a:gdLst/>
            <a:ahLst/>
            <a:cxnLst/>
            <a:rect l="0" t="0" r="r" b="b"/>
            <a:pathLst>
              <a:path w="27288" h="66463">
                <a:moveTo>
                  <a:pt x="10391" y="0"/>
                </a:moveTo>
                <a:lnTo>
                  <a:pt x="27288" y="66463"/>
                </a:lnTo>
                <a:lnTo>
                  <a:pt x="0" y="48517"/>
                </a:lnTo>
                <a:close/>
              </a:path>
            </a:pathLst>
          </a:custGeom>
          <a:solidFill>
            <a:srgbClr val="F5F5F5">
              <a:alpha val="88971"/>
            </a:srgbClr>
          </a:solidFill>
          <a:ln w="4801">
            <a:solidFill>
              <a:srgbClr val="F5F5F5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61"/>
          <p:cNvSpPr/>
          <p:nvPr/>
        </p:nvSpPr>
        <p:spPr>
          <a:xfrm>
            <a:off x="7951216" y="5012502"/>
            <a:ext cx="20214" cy="48517"/>
          </a:xfrm>
          <a:custGeom>
            <a:avLst/>
            <a:gdLst/>
            <a:ahLst/>
            <a:cxnLst/>
            <a:rect l="0" t="0" r="r" b="b"/>
            <a:pathLst>
              <a:path w="20214" h="48517">
                <a:moveTo>
                  <a:pt x="20214" y="0"/>
                </a:moveTo>
                <a:lnTo>
                  <a:pt x="9823" y="48517"/>
                </a:lnTo>
                <a:lnTo>
                  <a:pt x="0" y="11507"/>
                </a:lnTo>
                <a:close/>
              </a:path>
            </a:pathLst>
          </a:custGeom>
          <a:solidFill>
            <a:srgbClr val="F4F4F4">
              <a:alpha val="88971"/>
            </a:srgbClr>
          </a:solidFill>
          <a:ln w="4801">
            <a:solidFill>
              <a:srgbClr val="F4F4F4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Kształt 62"/>
          <p:cNvSpPr/>
          <p:nvPr/>
        </p:nvSpPr>
        <p:spPr>
          <a:xfrm>
            <a:off x="7925234" y="5024009"/>
            <a:ext cx="35806" cy="37010"/>
          </a:xfrm>
          <a:custGeom>
            <a:avLst/>
            <a:gdLst/>
            <a:ahLst/>
            <a:cxnLst/>
            <a:rect l="0" t="0" r="r" b="b"/>
            <a:pathLst>
              <a:path w="35806" h="37010">
                <a:moveTo>
                  <a:pt x="0" y="14284"/>
                </a:moveTo>
                <a:lnTo>
                  <a:pt x="25982" y="0"/>
                </a:lnTo>
                <a:lnTo>
                  <a:pt x="35806" y="37010"/>
                </a:lnTo>
                <a:close/>
              </a:path>
            </a:pathLst>
          </a:custGeom>
          <a:solidFill>
            <a:srgbClr val="F2F2F2">
              <a:alpha val="88971"/>
            </a:srgbClr>
          </a:solidFill>
          <a:ln w="4801">
            <a:solidFill>
              <a:srgbClr val="F2F2F2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Kształt 63"/>
          <p:cNvSpPr/>
          <p:nvPr/>
        </p:nvSpPr>
        <p:spPr>
          <a:xfrm>
            <a:off x="7940930" y="5078964"/>
            <a:ext cx="47397" cy="50304"/>
          </a:xfrm>
          <a:custGeom>
            <a:avLst/>
            <a:gdLst/>
            <a:ahLst/>
            <a:cxnLst/>
            <a:rect l="0" t="0" r="r" b="b"/>
            <a:pathLst>
              <a:path w="47397" h="50304">
                <a:moveTo>
                  <a:pt x="47397" y="0"/>
                </a:moveTo>
                <a:lnTo>
                  <a:pt x="13001" y="50304"/>
                </a:lnTo>
                <a:lnTo>
                  <a:pt x="0" y="10383"/>
                </a:lnTo>
                <a:close/>
              </a:path>
            </a:pathLst>
          </a:custGeom>
          <a:solidFill>
            <a:srgbClr val="DADADA">
              <a:alpha val="88971"/>
            </a:srgbClr>
          </a:solidFill>
          <a:ln w="4801">
            <a:solidFill>
              <a:srgbClr val="DADADA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Kształt 64"/>
          <p:cNvSpPr/>
          <p:nvPr/>
        </p:nvSpPr>
        <p:spPr>
          <a:xfrm>
            <a:off x="7940930" y="5061018"/>
            <a:ext cx="47397" cy="28329"/>
          </a:xfrm>
          <a:custGeom>
            <a:avLst/>
            <a:gdLst/>
            <a:ahLst/>
            <a:cxnLst/>
            <a:rect l="0" t="0" r="r" b="b"/>
            <a:pathLst>
              <a:path w="47397" h="28329">
                <a:moveTo>
                  <a:pt x="47397" y="17946"/>
                </a:moveTo>
                <a:lnTo>
                  <a:pt x="0" y="28329"/>
                </a:lnTo>
                <a:lnTo>
                  <a:pt x="20109" y="0"/>
                </a:lnTo>
                <a:close/>
              </a:path>
            </a:pathLst>
          </a:custGeom>
          <a:solidFill>
            <a:srgbClr val="EAEAEA">
              <a:alpha val="88971"/>
            </a:srgbClr>
          </a:solidFill>
          <a:ln w="4801">
            <a:solidFill>
              <a:srgbClr val="EAEAEA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Kształt 65"/>
          <p:cNvSpPr/>
          <p:nvPr/>
        </p:nvSpPr>
        <p:spPr>
          <a:xfrm>
            <a:off x="7925234" y="5038292"/>
            <a:ext cx="35806" cy="51056"/>
          </a:xfrm>
          <a:custGeom>
            <a:avLst/>
            <a:gdLst/>
            <a:ahLst/>
            <a:cxnLst/>
            <a:rect l="0" t="0" r="r" b="b"/>
            <a:pathLst>
              <a:path w="35806" h="51056">
                <a:moveTo>
                  <a:pt x="0" y="0"/>
                </a:moveTo>
                <a:lnTo>
                  <a:pt x="35806" y="22726"/>
                </a:lnTo>
                <a:lnTo>
                  <a:pt x="15697" y="51056"/>
                </a:lnTo>
                <a:close/>
              </a:path>
            </a:pathLst>
          </a:custGeom>
          <a:solidFill>
            <a:srgbClr val="E5E5E5">
              <a:alpha val="88971"/>
            </a:srgbClr>
          </a:solidFill>
          <a:ln w="4801">
            <a:solidFill>
              <a:srgbClr val="E5E5E5">
                <a:alpha val="889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Kształt 66"/>
          <p:cNvSpPr/>
          <p:nvPr/>
        </p:nvSpPr>
        <p:spPr>
          <a:xfrm>
            <a:off x="8316850" y="5135929"/>
            <a:ext cx="44136" cy="29367"/>
          </a:xfrm>
          <a:custGeom>
            <a:avLst/>
            <a:gdLst/>
            <a:ahLst/>
            <a:cxnLst/>
            <a:rect l="0" t="0" r="r" b="b"/>
            <a:pathLst>
              <a:path w="44136" h="29367">
                <a:moveTo>
                  <a:pt x="44136" y="13961"/>
                </a:moveTo>
                <a:lnTo>
                  <a:pt x="2208" y="29367"/>
                </a:lnTo>
                <a:lnTo>
                  <a:pt x="0" y="0"/>
                </a:lnTo>
                <a:close/>
              </a:path>
            </a:pathLst>
          </a:custGeom>
          <a:solidFill>
            <a:srgbClr val="C5C5C5">
              <a:alpha val="89257"/>
            </a:srgbClr>
          </a:solidFill>
          <a:ln w="3519">
            <a:solidFill>
              <a:srgbClr val="C5C5C5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Kształt 67"/>
          <p:cNvSpPr/>
          <p:nvPr/>
        </p:nvSpPr>
        <p:spPr>
          <a:xfrm>
            <a:off x="8316850" y="5127178"/>
            <a:ext cx="44136" cy="22711"/>
          </a:xfrm>
          <a:custGeom>
            <a:avLst/>
            <a:gdLst/>
            <a:ahLst/>
            <a:cxnLst/>
            <a:rect l="0" t="0" r="r" b="b"/>
            <a:pathLst>
              <a:path w="44136" h="22711">
                <a:moveTo>
                  <a:pt x="44136" y="22711"/>
                </a:moveTo>
                <a:lnTo>
                  <a:pt x="0" y="8751"/>
                </a:lnTo>
                <a:lnTo>
                  <a:pt x="23369" y="0"/>
                </a:lnTo>
                <a:close/>
              </a:path>
            </a:pathLst>
          </a:custGeom>
          <a:solidFill>
            <a:srgbClr val="D7D7D7">
              <a:alpha val="89257"/>
            </a:srgbClr>
          </a:solidFill>
          <a:ln w="3519">
            <a:solidFill>
              <a:srgbClr val="D7D7D7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Kształt 68"/>
          <p:cNvSpPr/>
          <p:nvPr/>
        </p:nvSpPr>
        <p:spPr>
          <a:xfrm>
            <a:off x="8314280" y="5097850"/>
            <a:ext cx="25939" cy="38078"/>
          </a:xfrm>
          <a:custGeom>
            <a:avLst/>
            <a:gdLst/>
            <a:ahLst/>
            <a:cxnLst/>
            <a:rect l="0" t="0" r="r" b="b"/>
            <a:pathLst>
              <a:path w="25939" h="38078">
                <a:moveTo>
                  <a:pt x="0" y="0"/>
                </a:moveTo>
                <a:lnTo>
                  <a:pt x="25939" y="29328"/>
                </a:lnTo>
                <a:lnTo>
                  <a:pt x="2570" y="38078"/>
                </a:lnTo>
                <a:close/>
              </a:path>
            </a:pathLst>
          </a:custGeom>
          <a:solidFill>
            <a:srgbClr val="DBDBDB">
              <a:alpha val="89257"/>
            </a:srgbClr>
          </a:solidFill>
          <a:ln w="3519">
            <a:solidFill>
              <a:srgbClr val="DBDBDB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Kształt 69"/>
          <p:cNvSpPr/>
          <p:nvPr/>
        </p:nvSpPr>
        <p:spPr>
          <a:xfrm>
            <a:off x="8274862" y="5122298"/>
            <a:ext cx="44196" cy="42997"/>
          </a:xfrm>
          <a:custGeom>
            <a:avLst/>
            <a:gdLst/>
            <a:ahLst/>
            <a:cxnLst/>
            <a:rect l="0" t="0" r="r" b="b"/>
            <a:pathLst>
              <a:path w="44196" h="42997">
                <a:moveTo>
                  <a:pt x="44196" y="42997"/>
                </a:moveTo>
                <a:lnTo>
                  <a:pt x="0" y="19048"/>
                </a:lnTo>
                <a:lnTo>
                  <a:pt x="17452" y="0"/>
                </a:lnTo>
                <a:close/>
              </a:path>
            </a:pathLst>
          </a:custGeom>
          <a:solidFill>
            <a:srgbClr val="CCCCCC">
              <a:alpha val="89257"/>
            </a:srgbClr>
          </a:solidFill>
          <a:ln w="3519">
            <a:solidFill>
              <a:srgbClr val="CCCCCC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Kształt 70"/>
          <p:cNvSpPr/>
          <p:nvPr/>
        </p:nvSpPr>
        <p:spPr>
          <a:xfrm>
            <a:off x="8292314" y="5122298"/>
            <a:ext cx="26744" cy="42997"/>
          </a:xfrm>
          <a:custGeom>
            <a:avLst/>
            <a:gdLst/>
            <a:ahLst/>
            <a:cxnLst/>
            <a:rect l="0" t="0" r="r" b="b"/>
            <a:pathLst>
              <a:path w="26744" h="42997">
                <a:moveTo>
                  <a:pt x="26744" y="42997"/>
                </a:moveTo>
                <a:lnTo>
                  <a:pt x="0" y="0"/>
                </a:lnTo>
                <a:lnTo>
                  <a:pt x="24536" y="13630"/>
                </a:lnTo>
                <a:close/>
              </a:path>
            </a:pathLst>
          </a:custGeom>
          <a:solidFill>
            <a:srgbClr val="C9C9C9">
              <a:alpha val="89257"/>
            </a:srgbClr>
          </a:solidFill>
          <a:ln w="3519">
            <a:solidFill>
              <a:srgbClr val="C9C9C9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Kształt 71"/>
          <p:cNvSpPr/>
          <p:nvPr/>
        </p:nvSpPr>
        <p:spPr>
          <a:xfrm>
            <a:off x="8292314" y="5097850"/>
            <a:ext cx="24536" cy="38078"/>
          </a:xfrm>
          <a:custGeom>
            <a:avLst/>
            <a:gdLst/>
            <a:ahLst/>
            <a:cxnLst/>
            <a:rect l="0" t="0" r="r" b="b"/>
            <a:pathLst>
              <a:path w="24536" h="38078">
                <a:moveTo>
                  <a:pt x="21966" y="0"/>
                </a:moveTo>
                <a:lnTo>
                  <a:pt x="24536" y="38078"/>
                </a:lnTo>
                <a:lnTo>
                  <a:pt x="0" y="24448"/>
                </a:lnTo>
                <a:close/>
              </a:path>
            </a:pathLst>
          </a:custGeom>
          <a:solidFill>
            <a:srgbClr val="E1E1E1">
              <a:alpha val="89257"/>
            </a:srgbClr>
          </a:solidFill>
          <a:ln w="3519">
            <a:solidFill>
              <a:srgbClr val="E1E1E1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Kształt 72"/>
          <p:cNvSpPr/>
          <p:nvPr/>
        </p:nvSpPr>
        <p:spPr>
          <a:xfrm>
            <a:off x="8261566" y="5095066"/>
            <a:ext cx="23429" cy="46281"/>
          </a:xfrm>
          <a:custGeom>
            <a:avLst/>
            <a:gdLst/>
            <a:ahLst/>
            <a:cxnLst/>
            <a:rect l="0" t="0" r="r" b="b"/>
            <a:pathLst>
              <a:path w="23429" h="46281">
                <a:moveTo>
                  <a:pt x="13296" y="46281"/>
                </a:moveTo>
                <a:lnTo>
                  <a:pt x="0" y="0"/>
                </a:lnTo>
                <a:lnTo>
                  <a:pt x="23429" y="1238"/>
                </a:lnTo>
                <a:close/>
              </a:path>
            </a:pathLst>
          </a:custGeom>
          <a:solidFill>
            <a:srgbClr val="DCDCDC">
              <a:alpha val="89257"/>
            </a:srgbClr>
          </a:solidFill>
          <a:ln w="3519">
            <a:solidFill>
              <a:srgbClr val="DCDCDC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Kształt 73"/>
          <p:cNvSpPr/>
          <p:nvPr/>
        </p:nvSpPr>
        <p:spPr>
          <a:xfrm>
            <a:off x="8274862" y="5096303"/>
            <a:ext cx="17452" cy="45043"/>
          </a:xfrm>
          <a:custGeom>
            <a:avLst/>
            <a:gdLst/>
            <a:ahLst/>
            <a:cxnLst/>
            <a:rect l="0" t="0" r="r" b="b"/>
            <a:pathLst>
              <a:path w="17452" h="45043">
                <a:moveTo>
                  <a:pt x="0" y="45043"/>
                </a:moveTo>
                <a:lnTo>
                  <a:pt x="10132" y="0"/>
                </a:lnTo>
                <a:lnTo>
                  <a:pt x="17452" y="25995"/>
                </a:lnTo>
                <a:close/>
              </a:path>
            </a:pathLst>
          </a:custGeom>
          <a:solidFill>
            <a:srgbClr val="DDDDDD">
              <a:alpha val="89257"/>
            </a:srgbClr>
          </a:solidFill>
          <a:ln w="3519">
            <a:solidFill>
              <a:srgbClr val="DDDDDD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Kształt 74"/>
          <p:cNvSpPr/>
          <p:nvPr/>
        </p:nvSpPr>
        <p:spPr>
          <a:xfrm>
            <a:off x="8284994" y="5096303"/>
            <a:ext cx="29286" cy="25995"/>
          </a:xfrm>
          <a:custGeom>
            <a:avLst/>
            <a:gdLst/>
            <a:ahLst/>
            <a:cxnLst/>
            <a:rect l="0" t="0" r="r" b="b"/>
            <a:pathLst>
              <a:path w="29286" h="25995">
                <a:moveTo>
                  <a:pt x="29286" y="1547"/>
                </a:moveTo>
                <a:lnTo>
                  <a:pt x="7320" y="25995"/>
                </a:lnTo>
                <a:lnTo>
                  <a:pt x="0" y="0"/>
                </a:lnTo>
                <a:close/>
              </a:path>
            </a:pathLst>
          </a:custGeom>
          <a:solidFill>
            <a:srgbClr val="E3E3E3">
              <a:alpha val="89257"/>
            </a:srgbClr>
          </a:solidFill>
          <a:ln w="3519">
            <a:solidFill>
              <a:srgbClr val="E3E3E3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Kształt 75"/>
          <p:cNvSpPr/>
          <p:nvPr/>
        </p:nvSpPr>
        <p:spPr>
          <a:xfrm>
            <a:off x="8261566" y="5061765"/>
            <a:ext cx="38852" cy="33301"/>
          </a:xfrm>
          <a:custGeom>
            <a:avLst/>
            <a:gdLst/>
            <a:ahLst/>
            <a:cxnLst/>
            <a:rect l="0" t="0" r="r" b="b"/>
            <a:pathLst>
              <a:path w="38852" h="33301">
                <a:moveTo>
                  <a:pt x="0" y="33301"/>
                </a:moveTo>
                <a:lnTo>
                  <a:pt x="27837" y="0"/>
                </a:lnTo>
                <a:lnTo>
                  <a:pt x="38852" y="16088"/>
                </a:lnTo>
                <a:close/>
              </a:path>
            </a:pathLst>
          </a:custGeom>
          <a:solidFill>
            <a:srgbClr val="F6F6F6">
              <a:alpha val="89257"/>
            </a:srgbClr>
          </a:solidFill>
          <a:ln w="3519">
            <a:solidFill>
              <a:srgbClr val="F6F6F6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Kształt 76"/>
          <p:cNvSpPr/>
          <p:nvPr/>
        </p:nvSpPr>
        <p:spPr>
          <a:xfrm>
            <a:off x="8261566" y="5077853"/>
            <a:ext cx="38852" cy="18450"/>
          </a:xfrm>
          <a:custGeom>
            <a:avLst/>
            <a:gdLst/>
            <a:ahLst/>
            <a:cxnLst/>
            <a:rect l="0" t="0" r="r" b="b"/>
            <a:pathLst>
              <a:path w="38852" h="18450">
                <a:moveTo>
                  <a:pt x="0" y="17213"/>
                </a:moveTo>
                <a:lnTo>
                  <a:pt x="38852" y="0"/>
                </a:lnTo>
                <a:lnTo>
                  <a:pt x="23429" y="18450"/>
                </a:lnTo>
                <a:close/>
              </a:path>
            </a:pathLst>
          </a:custGeom>
          <a:solidFill>
            <a:srgbClr val="EBEBEB">
              <a:alpha val="89257"/>
            </a:srgbClr>
          </a:solidFill>
          <a:ln w="3519">
            <a:solidFill>
              <a:srgbClr val="EBEBEB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Kształt 77"/>
          <p:cNvSpPr/>
          <p:nvPr/>
        </p:nvSpPr>
        <p:spPr>
          <a:xfrm>
            <a:off x="8284994" y="5077853"/>
            <a:ext cx="29286" cy="19997"/>
          </a:xfrm>
          <a:custGeom>
            <a:avLst/>
            <a:gdLst/>
            <a:ahLst/>
            <a:cxnLst/>
            <a:rect l="0" t="0" r="r" b="b"/>
            <a:pathLst>
              <a:path w="29286" h="19997">
                <a:moveTo>
                  <a:pt x="29286" y="19997"/>
                </a:moveTo>
                <a:lnTo>
                  <a:pt x="0" y="18450"/>
                </a:lnTo>
                <a:lnTo>
                  <a:pt x="15423" y="0"/>
                </a:lnTo>
                <a:close/>
              </a:path>
            </a:pathLst>
          </a:custGeom>
          <a:solidFill>
            <a:srgbClr val="F0F0F0">
              <a:alpha val="89257"/>
            </a:srgbClr>
          </a:solidFill>
          <a:ln w="3519">
            <a:solidFill>
              <a:srgbClr val="F0F0F0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Kształt 78"/>
          <p:cNvSpPr/>
          <p:nvPr/>
        </p:nvSpPr>
        <p:spPr>
          <a:xfrm>
            <a:off x="8289403" y="5061765"/>
            <a:ext cx="47905" cy="18682"/>
          </a:xfrm>
          <a:custGeom>
            <a:avLst/>
            <a:gdLst/>
            <a:ahLst/>
            <a:cxnLst/>
            <a:rect l="0" t="0" r="r" b="b"/>
            <a:pathLst>
              <a:path w="47905" h="18682">
                <a:moveTo>
                  <a:pt x="0" y="0"/>
                </a:moveTo>
                <a:lnTo>
                  <a:pt x="47905" y="4880"/>
                </a:lnTo>
                <a:lnTo>
                  <a:pt x="37896" y="18682"/>
                </a:lnTo>
                <a:close/>
              </a:path>
            </a:pathLst>
          </a:custGeom>
          <a:solidFill>
            <a:srgbClr val="F9F9F9">
              <a:alpha val="89257"/>
            </a:srgbClr>
          </a:solidFill>
          <a:ln w="3519">
            <a:solidFill>
              <a:srgbClr val="F9F9F9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Kształt 79"/>
          <p:cNvSpPr/>
          <p:nvPr/>
        </p:nvSpPr>
        <p:spPr>
          <a:xfrm>
            <a:off x="8289403" y="5061765"/>
            <a:ext cx="37896" cy="18682"/>
          </a:xfrm>
          <a:custGeom>
            <a:avLst/>
            <a:gdLst/>
            <a:ahLst/>
            <a:cxnLst/>
            <a:rect l="0" t="0" r="r" b="b"/>
            <a:pathLst>
              <a:path w="37896" h="18682">
                <a:moveTo>
                  <a:pt x="0" y="0"/>
                </a:moveTo>
                <a:lnTo>
                  <a:pt x="37896" y="18682"/>
                </a:lnTo>
                <a:lnTo>
                  <a:pt x="11015" y="16088"/>
                </a:lnTo>
                <a:close/>
              </a:path>
            </a:pathLst>
          </a:custGeom>
          <a:solidFill>
            <a:srgbClr val="FAFAFA">
              <a:alpha val="89257"/>
            </a:srgbClr>
          </a:solidFill>
          <a:ln w="3519">
            <a:solidFill>
              <a:srgbClr val="FAFAFA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Kształt 80"/>
          <p:cNvSpPr/>
          <p:nvPr/>
        </p:nvSpPr>
        <p:spPr>
          <a:xfrm>
            <a:off x="8300418" y="5077853"/>
            <a:ext cx="26881" cy="19997"/>
          </a:xfrm>
          <a:custGeom>
            <a:avLst/>
            <a:gdLst/>
            <a:ahLst/>
            <a:cxnLst/>
            <a:rect l="0" t="0" r="r" b="b"/>
            <a:pathLst>
              <a:path w="26881" h="19997">
                <a:moveTo>
                  <a:pt x="13862" y="19997"/>
                </a:moveTo>
                <a:lnTo>
                  <a:pt x="0" y="0"/>
                </a:lnTo>
                <a:lnTo>
                  <a:pt x="26881" y="2595"/>
                </a:lnTo>
                <a:close/>
              </a:path>
            </a:pathLst>
          </a:custGeom>
          <a:solidFill>
            <a:srgbClr val="F0F0F0">
              <a:alpha val="89257"/>
            </a:srgbClr>
          </a:solidFill>
          <a:ln w="3519">
            <a:solidFill>
              <a:srgbClr val="F0F0F0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Kształt 81"/>
          <p:cNvSpPr/>
          <p:nvPr/>
        </p:nvSpPr>
        <p:spPr>
          <a:xfrm>
            <a:off x="8337308" y="5066645"/>
            <a:ext cx="31406" cy="39249"/>
          </a:xfrm>
          <a:custGeom>
            <a:avLst/>
            <a:gdLst/>
            <a:ahLst/>
            <a:cxnLst/>
            <a:rect l="0" t="0" r="r" b="b"/>
            <a:pathLst>
              <a:path w="31406" h="39249">
                <a:moveTo>
                  <a:pt x="0" y="0"/>
                </a:moveTo>
                <a:lnTo>
                  <a:pt x="31406" y="39249"/>
                </a:lnTo>
                <a:lnTo>
                  <a:pt x="7756" y="35533"/>
                </a:lnTo>
                <a:close/>
              </a:path>
            </a:pathLst>
          </a:custGeom>
          <a:solidFill>
            <a:srgbClr val="F5F5F5">
              <a:alpha val="89257"/>
            </a:srgbClr>
          </a:solidFill>
          <a:ln w="3519">
            <a:solidFill>
              <a:srgbClr val="F5F5F5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Kształt 82"/>
          <p:cNvSpPr/>
          <p:nvPr/>
        </p:nvSpPr>
        <p:spPr>
          <a:xfrm>
            <a:off x="8327299" y="5066645"/>
            <a:ext cx="17765" cy="35533"/>
          </a:xfrm>
          <a:custGeom>
            <a:avLst/>
            <a:gdLst/>
            <a:ahLst/>
            <a:cxnLst/>
            <a:rect l="0" t="0" r="r" b="b"/>
            <a:pathLst>
              <a:path w="17765" h="35533">
                <a:moveTo>
                  <a:pt x="10009" y="0"/>
                </a:moveTo>
                <a:lnTo>
                  <a:pt x="17765" y="35533"/>
                </a:lnTo>
                <a:lnTo>
                  <a:pt x="0" y="13803"/>
                </a:lnTo>
                <a:close/>
              </a:path>
            </a:pathLst>
          </a:custGeom>
          <a:solidFill>
            <a:srgbClr val="F4F4F4">
              <a:alpha val="89257"/>
            </a:srgbClr>
          </a:solidFill>
          <a:ln w="3519">
            <a:solidFill>
              <a:srgbClr val="F4F4F4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Kształt 83"/>
          <p:cNvSpPr/>
          <p:nvPr/>
        </p:nvSpPr>
        <p:spPr>
          <a:xfrm>
            <a:off x="8314280" y="5080448"/>
            <a:ext cx="30783" cy="21731"/>
          </a:xfrm>
          <a:custGeom>
            <a:avLst/>
            <a:gdLst/>
            <a:ahLst/>
            <a:cxnLst/>
            <a:rect l="0" t="0" r="r" b="b"/>
            <a:pathLst>
              <a:path w="30783" h="21731">
                <a:moveTo>
                  <a:pt x="0" y="17403"/>
                </a:moveTo>
                <a:lnTo>
                  <a:pt x="13019" y="0"/>
                </a:lnTo>
                <a:lnTo>
                  <a:pt x="30783" y="21731"/>
                </a:lnTo>
                <a:close/>
              </a:path>
            </a:pathLst>
          </a:custGeom>
          <a:solidFill>
            <a:srgbClr val="F2F2F2">
              <a:alpha val="89257"/>
            </a:srgbClr>
          </a:solidFill>
          <a:ln w="3519">
            <a:solidFill>
              <a:srgbClr val="F2F2F2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Kształt 84"/>
          <p:cNvSpPr/>
          <p:nvPr/>
        </p:nvSpPr>
        <p:spPr>
          <a:xfrm>
            <a:off x="8340219" y="5105894"/>
            <a:ext cx="28495" cy="43995"/>
          </a:xfrm>
          <a:custGeom>
            <a:avLst/>
            <a:gdLst/>
            <a:ahLst/>
            <a:cxnLst/>
            <a:rect l="0" t="0" r="r" b="b"/>
            <a:pathLst>
              <a:path w="28495" h="43995">
                <a:moveTo>
                  <a:pt x="28495" y="0"/>
                </a:moveTo>
                <a:lnTo>
                  <a:pt x="20767" y="43995"/>
                </a:lnTo>
                <a:lnTo>
                  <a:pt x="0" y="21284"/>
                </a:lnTo>
                <a:close/>
              </a:path>
            </a:pathLst>
          </a:custGeom>
          <a:solidFill>
            <a:srgbClr val="DADADA">
              <a:alpha val="89257"/>
            </a:srgbClr>
          </a:solidFill>
          <a:ln w="3519">
            <a:solidFill>
              <a:srgbClr val="DADADA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Kształt 85"/>
          <p:cNvSpPr/>
          <p:nvPr/>
        </p:nvSpPr>
        <p:spPr>
          <a:xfrm>
            <a:off x="8340219" y="5102178"/>
            <a:ext cx="28495" cy="25000"/>
          </a:xfrm>
          <a:custGeom>
            <a:avLst/>
            <a:gdLst/>
            <a:ahLst/>
            <a:cxnLst/>
            <a:rect l="0" t="0" r="r" b="b"/>
            <a:pathLst>
              <a:path w="28495" h="25000">
                <a:moveTo>
                  <a:pt x="28495" y="3716"/>
                </a:moveTo>
                <a:lnTo>
                  <a:pt x="0" y="25000"/>
                </a:lnTo>
                <a:lnTo>
                  <a:pt x="4845" y="0"/>
                </a:lnTo>
                <a:close/>
              </a:path>
            </a:pathLst>
          </a:custGeom>
          <a:solidFill>
            <a:srgbClr val="EAEAEA">
              <a:alpha val="89257"/>
            </a:srgbClr>
          </a:solidFill>
          <a:ln w="3519">
            <a:solidFill>
              <a:srgbClr val="EAEAEA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Kształt 86"/>
          <p:cNvSpPr/>
          <p:nvPr/>
        </p:nvSpPr>
        <p:spPr>
          <a:xfrm>
            <a:off x="8314280" y="5097850"/>
            <a:ext cx="30783" cy="29328"/>
          </a:xfrm>
          <a:custGeom>
            <a:avLst/>
            <a:gdLst/>
            <a:ahLst/>
            <a:cxnLst/>
            <a:rect l="0" t="0" r="r" b="b"/>
            <a:pathLst>
              <a:path w="30783" h="29328">
                <a:moveTo>
                  <a:pt x="0" y="0"/>
                </a:moveTo>
                <a:lnTo>
                  <a:pt x="30783" y="4328"/>
                </a:lnTo>
                <a:lnTo>
                  <a:pt x="25939" y="29328"/>
                </a:lnTo>
                <a:close/>
              </a:path>
            </a:pathLst>
          </a:custGeom>
          <a:solidFill>
            <a:srgbClr val="E5E5E5">
              <a:alpha val="89257"/>
            </a:srgbClr>
          </a:solidFill>
          <a:ln w="3519">
            <a:solidFill>
              <a:srgbClr val="E5E5E5">
                <a:alpha val="8925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7" name="Kształt 87"/>
          <p:cNvSpPr/>
          <p:nvPr/>
        </p:nvSpPr>
        <p:spPr>
          <a:xfrm>
            <a:off x="22722973" y="4903824"/>
            <a:ext cx="76819" cy="49908"/>
          </a:xfrm>
          <a:custGeom>
            <a:avLst/>
            <a:gdLst/>
            <a:ahLst/>
            <a:cxnLst/>
            <a:rect l="0" t="0" r="r" b="b"/>
            <a:pathLst>
              <a:path w="76819" h="49908">
                <a:moveTo>
                  <a:pt x="0" y="0"/>
                </a:moveTo>
                <a:lnTo>
                  <a:pt x="76819" y="1457"/>
                </a:lnTo>
                <a:lnTo>
                  <a:pt x="62041" y="49908"/>
                </a:lnTo>
                <a:close/>
              </a:path>
            </a:pathLst>
          </a:custGeom>
          <a:solidFill>
            <a:srgbClr val="C5C5C5">
              <a:alpha val="89544"/>
            </a:srgbClr>
          </a:solidFill>
          <a:ln w="6053">
            <a:solidFill>
              <a:srgbClr val="C5C5C5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8" name="Kształt 88"/>
          <p:cNvSpPr/>
          <p:nvPr/>
        </p:nvSpPr>
        <p:spPr>
          <a:xfrm>
            <a:off x="22722973" y="4903824"/>
            <a:ext cx="62041" cy="49908"/>
          </a:xfrm>
          <a:custGeom>
            <a:avLst/>
            <a:gdLst/>
            <a:ahLst/>
            <a:cxnLst/>
            <a:rect l="0" t="0" r="r" b="b"/>
            <a:pathLst>
              <a:path w="62041" h="49908">
                <a:moveTo>
                  <a:pt x="0" y="0"/>
                </a:moveTo>
                <a:lnTo>
                  <a:pt x="62041" y="49908"/>
                </a:lnTo>
                <a:lnTo>
                  <a:pt x="19123" y="49359"/>
                </a:lnTo>
                <a:close/>
              </a:path>
            </a:pathLst>
          </a:custGeom>
          <a:solidFill>
            <a:srgbClr val="D7D7D7">
              <a:alpha val="89544"/>
            </a:srgbClr>
          </a:solidFill>
          <a:ln w="6053">
            <a:solidFill>
              <a:srgbClr val="D7D7D7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9" name="Kształt 89"/>
          <p:cNvSpPr/>
          <p:nvPr/>
        </p:nvSpPr>
        <p:spPr>
          <a:xfrm>
            <a:off x="22742097" y="4953183"/>
            <a:ext cx="42918" cy="63191"/>
          </a:xfrm>
          <a:custGeom>
            <a:avLst/>
            <a:gdLst/>
            <a:ahLst/>
            <a:cxnLst/>
            <a:rect l="0" t="0" r="r" b="b"/>
            <a:pathLst>
              <a:path w="42918" h="63191">
                <a:moveTo>
                  <a:pt x="23286" y="63191"/>
                </a:moveTo>
                <a:lnTo>
                  <a:pt x="0" y="0"/>
                </a:lnTo>
                <a:lnTo>
                  <a:pt x="42918" y="549"/>
                </a:lnTo>
                <a:close/>
              </a:path>
            </a:pathLst>
          </a:custGeom>
          <a:solidFill>
            <a:srgbClr val="DBDBDB">
              <a:alpha val="89544"/>
            </a:srgbClr>
          </a:solidFill>
          <a:ln w="6053">
            <a:solidFill>
              <a:srgbClr val="DBDBDB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0" name="Kształt 90"/>
          <p:cNvSpPr/>
          <p:nvPr/>
        </p:nvSpPr>
        <p:spPr>
          <a:xfrm>
            <a:off x="22799793" y="4905281"/>
            <a:ext cx="55907" cy="85605"/>
          </a:xfrm>
          <a:custGeom>
            <a:avLst/>
            <a:gdLst/>
            <a:ahLst/>
            <a:cxnLst/>
            <a:rect l="0" t="0" r="r" b="b"/>
            <a:pathLst>
              <a:path w="55907" h="85605">
                <a:moveTo>
                  <a:pt x="0" y="0"/>
                </a:moveTo>
                <a:lnTo>
                  <a:pt x="55907" y="65956"/>
                </a:lnTo>
                <a:lnTo>
                  <a:pt x="16051" y="85605"/>
                </a:lnTo>
                <a:close/>
              </a:path>
            </a:pathLst>
          </a:custGeom>
          <a:solidFill>
            <a:srgbClr val="CCCCCC">
              <a:alpha val="89544"/>
            </a:srgbClr>
          </a:solidFill>
          <a:ln w="6053">
            <a:solidFill>
              <a:srgbClr val="CCCCCC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1" name="Kształt 91"/>
          <p:cNvSpPr/>
          <p:nvPr/>
        </p:nvSpPr>
        <p:spPr>
          <a:xfrm>
            <a:off x="22785015" y="4905281"/>
            <a:ext cx="30829" cy="85605"/>
          </a:xfrm>
          <a:custGeom>
            <a:avLst/>
            <a:gdLst/>
            <a:ahLst/>
            <a:cxnLst/>
            <a:rect l="0" t="0" r="r" b="b"/>
            <a:pathLst>
              <a:path w="30829" h="85605">
                <a:moveTo>
                  <a:pt x="14778" y="0"/>
                </a:moveTo>
                <a:lnTo>
                  <a:pt x="30829" y="85605"/>
                </a:lnTo>
                <a:lnTo>
                  <a:pt x="0" y="48451"/>
                </a:lnTo>
                <a:close/>
              </a:path>
            </a:pathLst>
          </a:custGeom>
          <a:solidFill>
            <a:srgbClr val="C9C9C9">
              <a:alpha val="89544"/>
            </a:srgbClr>
          </a:solidFill>
          <a:ln w="6053">
            <a:solidFill>
              <a:srgbClr val="C9C9C9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2" name="Kształt 92"/>
          <p:cNvSpPr/>
          <p:nvPr/>
        </p:nvSpPr>
        <p:spPr>
          <a:xfrm>
            <a:off x="22765383" y="4953732"/>
            <a:ext cx="50461" cy="62642"/>
          </a:xfrm>
          <a:custGeom>
            <a:avLst/>
            <a:gdLst/>
            <a:ahLst/>
            <a:cxnLst/>
            <a:rect l="0" t="0" r="r" b="b"/>
            <a:pathLst>
              <a:path w="50461" h="62642">
                <a:moveTo>
                  <a:pt x="0" y="62642"/>
                </a:moveTo>
                <a:lnTo>
                  <a:pt x="19632" y="0"/>
                </a:lnTo>
                <a:lnTo>
                  <a:pt x="50461" y="37153"/>
                </a:lnTo>
                <a:close/>
              </a:path>
            </a:pathLst>
          </a:custGeom>
          <a:solidFill>
            <a:srgbClr val="E1E1E1">
              <a:alpha val="89544"/>
            </a:srgbClr>
          </a:solidFill>
          <a:ln w="6053">
            <a:solidFill>
              <a:srgbClr val="E1E1E1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Kształt 93"/>
          <p:cNvSpPr/>
          <p:nvPr/>
        </p:nvSpPr>
        <p:spPr>
          <a:xfrm>
            <a:off x="22811363" y="4971238"/>
            <a:ext cx="44337" cy="82480"/>
          </a:xfrm>
          <a:custGeom>
            <a:avLst/>
            <a:gdLst/>
            <a:ahLst/>
            <a:cxnLst/>
            <a:rect l="0" t="0" r="r" b="b"/>
            <a:pathLst>
              <a:path w="44337" h="82480">
                <a:moveTo>
                  <a:pt x="44337" y="0"/>
                </a:moveTo>
                <a:lnTo>
                  <a:pt x="36784" y="82480"/>
                </a:lnTo>
                <a:lnTo>
                  <a:pt x="0" y="65883"/>
                </a:lnTo>
                <a:close/>
              </a:path>
            </a:pathLst>
          </a:custGeom>
          <a:solidFill>
            <a:srgbClr val="DCDCDC">
              <a:alpha val="89544"/>
            </a:srgbClr>
          </a:solidFill>
          <a:ln w="6053">
            <a:solidFill>
              <a:srgbClr val="DCDCDC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4" name="Kształt 94"/>
          <p:cNvSpPr/>
          <p:nvPr/>
        </p:nvSpPr>
        <p:spPr>
          <a:xfrm>
            <a:off x="22811363" y="4971238"/>
            <a:ext cx="44337" cy="65883"/>
          </a:xfrm>
          <a:custGeom>
            <a:avLst/>
            <a:gdLst/>
            <a:ahLst/>
            <a:cxnLst/>
            <a:rect l="0" t="0" r="r" b="b"/>
            <a:pathLst>
              <a:path w="44337" h="65883">
                <a:moveTo>
                  <a:pt x="44337" y="0"/>
                </a:moveTo>
                <a:lnTo>
                  <a:pt x="0" y="65883"/>
                </a:lnTo>
                <a:lnTo>
                  <a:pt x="4481" y="19648"/>
                </a:lnTo>
                <a:close/>
              </a:path>
            </a:pathLst>
          </a:custGeom>
          <a:solidFill>
            <a:srgbClr val="DDDDDD">
              <a:alpha val="89544"/>
            </a:srgbClr>
          </a:solidFill>
          <a:ln w="6053">
            <a:solidFill>
              <a:srgbClr val="DDDDDD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5" name="Kształt 95"/>
          <p:cNvSpPr/>
          <p:nvPr/>
        </p:nvSpPr>
        <p:spPr>
          <a:xfrm>
            <a:off x="22765383" y="4990886"/>
            <a:ext cx="50461" cy="46235"/>
          </a:xfrm>
          <a:custGeom>
            <a:avLst/>
            <a:gdLst/>
            <a:ahLst/>
            <a:cxnLst/>
            <a:rect l="0" t="0" r="r" b="b"/>
            <a:pathLst>
              <a:path w="50461" h="46235">
                <a:moveTo>
                  <a:pt x="0" y="25489"/>
                </a:moveTo>
                <a:lnTo>
                  <a:pt x="50461" y="0"/>
                </a:lnTo>
                <a:lnTo>
                  <a:pt x="45980" y="46235"/>
                </a:lnTo>
                <a:close/>
              </a:path>
            </a:pathLst>
          </a:custGeom>
          <a:solidFill>
            <a:srgbClr val="E3E3E3">
              <a:alpha val="89544"/>
            </a:srgbClr>
          </a:solidFill>
          <a:ln w="6053">
            <a:solidFill>
              <a:srgbClr val="E3E3E3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6" name="Kształt 96"/>
          <p:cNvSpPr/>
          <p:nvPr/>
        </p:nvSpPr>
        <p:spPr>
          <a:xfrm>
            <a:off x="22775131" y="5053718"/>
            <a:ext cx="73015" cy="36017"/>
          </a:xfrm>
          <a:custGeom>
            <a:avLst/>
            <a:gdLst/>
            <a:ahLst/>
            <a:cxnLst/>
            <a:rect l="0" t="0" r="r" b="b"/>
            <a:pathLst>
              <a:path w="73015" h="36017">
                <a:moveTo>
                  <a:pt x="73015" y="0"/>
                </a:moveTo>
                <a:lnTo>
                  <a:pt x="7622" y="36017"/>
                </a:lnTo>
                <a:lnTo>
                  <a:pt x="0" y="3358"/>
                </a:lnTo>
                <a:close/>
              </a:path>
            </a:pathLst>
          </a:custGeom>
          <a:solidFill>
            <a:srgbClr val="F6F6F6">
              <a:alpha val="89544"/>
            </a:srgbClr>
          </a:solidFill>
          <a:ln w="6053">
            <a:solidFill>
              <a:srgbClr val="F6F6F6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7" name="Kształt 97"/>
          <p:cNvSpPr/>
          <p:nvPr/>
        </p:nvSpPr>
        <p:spPr>
          <a:xfrm>
            <a:off x="22775131" y="5037121"/>
            <a:ext cx="73015" cy="19955"/>
          </a:xfrm>
          <a:custGeom>
            <a:avLst/>
            <a:gdLst/>
            <a:ahLst/>
            <a:cxnLst/>
            <a:rect l="0" t="0" r="r" b="b"/>
            <a:pathLst>
              <a:path w="73015" h="19955">
                <a:moveTo>
                  <a:pt x="73015" y="16597"/>
                </a:moveTo>
                <a:lnTo>
                  <a:pt x="0" y="19955"/>
                </a:lnTo>
                <a:lnTo>
                  <a:pt x="36232" y="0"/>
                </a:lnTo>
                <a:close/>
              </a:path>
            </a:pathLst>
          </a:custGeom>
          <a:solidFill>
            <a:srgbClr val="EBEBEB">
              <a:alpha val="89544"/>
            </a:srgbClr>
          </a:solidFill>
          <a:ln w="6053">
            <a:solidFill>
              <a:srgbClr val="EBEBEB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8" name="Kształt 98"/>
          <p:cNvSpPr/>
          <p:nvPr/>
        </p:nvSpPr>
        <p:spPr>
          <a:xfrm>
            <a:off x="22765383" y="5016374"/>
            <a:ext cx="45980" cy="40702"/>
          </a:xfrm>
          <a:custGeom>
            <a:avLst/>
            <a:gdLst/>
            <a:ahLst/>
            <a:cxnLst/>
            <a:rect l="0" t="0" r="r" b="b"/>
            <a:pathLst>
              <a:path w="45980" h="40702">
                <a:moveTo>
                  <a:pt x="0" y="0"/>
                </a:moveTo>
                <a:lnTo>
                  <a:pt x="45980" y="20746"/>
                </a:lnTo>
                <a:lnTo>
                  <a:pt x="9748" y="40702"/>
                </a:lnTo>
                <a:close/>
              </a:path>
            </a:pathLst>
          </a:custGeom>
          <a:solidFill>
            <a:srgbClr val="F0F0F0">
              <a:alpha val="89544"/>
            </a:srgbClr>
          </a:solidFill>
          <a:ln w="6053">
            <a:solidFill>
              <a:srgbClr val="F0F0F0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9" name="Kształt 99"/>
          <p:cNvSpPr/>
          <p:nvPr/>
        </p:nvSpPr>
        <p:spPr>
          <a:xfrm>
            <a:off x="22709006" y="5036150"/>
            <a:ext cx="73747" cy="53585"/>
          </a:xfrm>
          <a:custGeom>
            <a:avLst/>
            <a:gdLst/>
            <a:ahLst/>
            <a:cxnLst/>
            <a:rect l="0" t="0" r="r" b="b"/>
            <a:pathLst>
              <a:path w="73747" h="53585">
                <a:moveTo>
                  <a:pt x="73747" y="53585"/>
                </a:moveTo>
                <a:lnTo>
                  <a:pt x="0" y="15882"/>
                </a:lnTo>
                <a:lnTo>
                  <a:pt x="24654" y="0"/>
                </a:lnTo>
                <a:close/>
              </a:path>
            </a:pathLst>
          </a:custGeom>
          <a:solidFill>
            <a:srgbClr val="F9F9F9">
              <a:alpha val="89544"/>
            </a:srgbClr>
          </a:solidFill>
          <a:ln w="6053">
            <a:solidFill>
              <a:srgbClr val="F9F9F9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0" name="Kształt 100"/>
          <p:cNvSpPr/>
          <p:nvPr/>
        </p:nvSpPr>
        <p:spPr>
          <a:xfrm>
            <a:off x="22733660" y="5036150"/>
            <a:ext cx="49093" cy="53585"/>
          </a:xfrm>
          <a:custGeom>
            <a:avLst/>
            <a:gdLst/>
            <a:ahLst/>
            <a:cxnLst/>
            <a:rect l="0" t="0" r="r" b="b"/>
            <a:pathLst>
              <a:path w="49093" h="53585">
                <a:moveTo>
                  <a:pt x="49093" y="53585"/>
                </a:moveTo>
                <a:lnTo>
                  <a:pt x="0" y="0"/>
                </a:lnTo>
                <a:lnTo>
                  <a:pt x="41471" y="20926"/>
                </a:lnTo>
                <a:close/>
              </a:path>
            </a:pathLst>
          </a:custGeom>
          <a:solidFill>
            <a:srgbClr val="FAFAFA">
              <a:alpha val="89544"/>
            </a:srgbClr>
          </a:solidFill>
          <a:ln w="6053">
            <a:solidFill>
              <a:srgbClr val="FAFAFA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1" name="Kształt 101"/>
          <p:cNvSpPr/>
          <p:nvPr/>
        </p:nvSpPr>
        <p:spPr>
          <a:xfrm>
            <a:off x="22733660" y="5016374"/>
            <a:ext cx="41471" cy="40702"/>
          </a:xfrm>
          <a:custGeom>
            <a:avLst/>
            <a:gdLst/>
            <a:ahLst/>
            <a:cxnLst/>
            <a:rect l="0" t="0" r="r" b="b"/>
            <a:pathLst>
              <a:path w="41471" h="40702">
                <a:moveTo>
                  <a:pt x="31723" y="0"/>
                </a:moveTo>
                <a:lnTo>
                  <a:pt x="41471" y="40702"/>
                </a:lnTo>
                <a:lnTo>
                  <a:pt x="0" y="19776"/>
                </a:lnTo>
                <a:close/>
              </a:path>
            </a:pathLst>
          </a:custGeom>
          <a:solidFill>
            <a:srgbClr val="F0F0F0">
              <a:alpha val="89544"/>
            </a:srgbClr>
          </a:solidFill>
          <a:ln w="6053">
            <a:solidFill>
              <a:srgbClr val="F0F0F0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2" name="Kształt 102"/>
          <p:cNvSpPr/>
          <p:nvPr/>
        </p:nvSpPr>
        <p:spPr>
          <a:xfrm>
            <a:off x="22683145" y="4969528"/>
            <a:ext cx="35593" cy="82505"/>
          </a:xfrm>
          <a:custGeom>
            <a:avLst/>
            <a:gdLst/>
            <a:ahLst/>
            <a:cxnLst/>
            <a:rect l="0" t="0" r="r" b="b"/>
            <a:pathLst>
              <a:path w="35593" h="82505">
                <a:moveTo>
                  <a:pt x="25861" y="82505"/>
                </a:moveTo>
                <a:lnTo>
                  <a:pt x="0" y="0"/>
                </a:lnTo>
                <a:lnTo>
                  <a:pt x="35593" y="20708"/>
                </a:lnTo>
                <a:close/>
              </a:path>
            </a:pathLst>
          </a:custGeom>
          <a:solidFill>
            <a:srgbClr val="F5F5F5">
              <a:alpha val="89544"/>
            </a:srgbClr>
          </a:solidFill>
          <a:ln w="6053">
            <a:solidFill>
              <a:srgbClr val="F5F5F5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3" name="Kształt 103"/>
          <p:cNvSpPr/>
          <p:nvPr/>
        </p:nvSpPr>
        <p:spPr>
          <a:xfrm>
            <a:off x="22709006" y="4990236"/>
            <a:ext cx="24654" cy="61796"/>
          </a:xfrm>
          <a:custGeom>
            <a:avLst/>
            <a:gdLst/>
            <a:ahLst/>
            <a:cxnLst/>
            <a:rect l="0" t="0" r="r" b="b"/>
            <a:pathLst>
              <a:path w="24654" h="61796">
                <a:moveTo>
                  <a:pt x="0" y="61796"/>
                </a:moveTo>
                <a:lnTo>
                  <a:pt x="9731" y="0"/>
                </a:lnTo>
                <a:lnTo>
                  <a:pt x="24654" y="45914"/>
                </a:lnTo>
                <a:close/>
              </a:path>
            </a:pathLst>
          </a:custGeom>
          <a:solidFill>
            <a:srgbClr val="F4F4F4">
              <a:alpha val="89544"/>
            </a:srgbClr>
          </a:solidFill>
          <a:ln w="6053">
            <a:solidFill>
              <a:srgbClr val="F4F4F4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4" name="Kształt 104"/>
          <p:cNvSpPr/>
          <p:nvPr/>
        </p:nvSpPr>
        <p:spPr>
          <a:xfrm>
            <a:off x="22718737" y="4990236"/>
            <a:ext cx="46646" cy="45914"/>
          </a:xfrm>
          <a:custGeom>
            <a:avLst/>
            <a:gdLst/>
            <a:ahLst/>
            <a:cxnLst/>
            <a:rect l="0" t="0" r="r" b="b"/>
            <a:pathLst>
              <a:path w="46646" h="45914">
                <a:moveTo>
                  <a:pt x="46646" y="26138"/>
                </a:moveTo>
                <a:lnTo>
                  <a:pt x="14922" y="45914"/>
                </a:lnTo>
                <a:lnTo>
                  <a:pt x="0" y="0"/>
                </a:lnTo>
                <a:close/>
              </a:path>
            </a:pathLst>
          </a:custGeom>
          <a:solidFill>
            <a:srgbClr val="F2F2F2">
              <a:alpha val="89544"/>
            </a:srgbClr>
          </a:solidFill>
          <a:ln w="6053">
            <a:solidFill>
              <a:srgbClr val="F2F2F2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5" name="Kształt 105"/>
          <p:cNvSpPr/>
          <p:nvPr/>
        </p:nvSpPr>
        <p:spPr>
          <a:xfrm>
            <a:off x="22683145" y="4903824"/>
            <a:ext cx="58952" cy="65704"/>
          </a:xfrm>
          <a:custGeom>
            <a:avLst/>
            <a:gdLst/>
            <a:ahLst/>
            <a:cxnLst/>
            <a:rect l="0" t="0" r="r" b="b"/>
            <a:pathLst>
              <a:path w="58952" h="65704">
                <a:moveTo>
                  <a:pt x="0" y="65704"/>
                </a:moveTo>
                <a:lnTo>
                  <a:pt x="39829" y="0"/>
                </a:lnTo>
                <a:lnTo>
                  <a:pt x="58952" y="49359"/>
                </a:lnTo>
                <a:close/>
              </a:path>
            </a:pathLst>
          </a:custGeom>
          <a:solidFill>
            <a:srgbClr val="DADADA">
              <a:alpha val="89544"/>
            </a:srgbClr>
          </a:solidFill>
          <a:ln w="6053">
            <a:solidFill>
              <a:srgbClr val="DADADA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6" name="Kształt 106"/>
          <p:cNvSpPr/>
          <p:nvPr/>
        </p:nvSpPr>
        <p:spPr>
          <a:xfrm>
            <a:off x="22683145" y="4953183"/>
            <a:ext cx="58952" cy="37053"/>
          </a:xfrm>
          <a:custGeom>
            <a:avLst/>
            <a:gdLst/>
            <a:ahLst/>
            <a:cxnLst/>
            <a:rect l="0" t="0" r="r" b="b"/>
            <a:pathLst>
              <a:path w="58952" h="37053">
                <a:moveTo>
                  <a:pt x="0" y="16344"/>
                </a:moveTo>
                <a:lnTo>
                  <a:pt x="58952" y="0"/>
                </a:lnTo>
                <a:lnTo>
                  <a:pt x="35593" y="37053"/>
                </a:lnTo>
                <a:close/>
              </a:path>
            </a:pathLst>
          </a:custGeom>
          <a:solidFill>
            <a:srgbClr val="EAEAEA">
              <a:alpha val="89544"/>
            </a:srgbClr>
          </a:solidFill>
          <a:ln w="6053">
            <a:solidFill>
              <a:srgbClr val="EAEAEA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7" name="Kształt 107"/>
          <p:cNvSpPr/>
          <p:nvPr/>
        </p:nvSpPr>
        <p:spPr>
          <a:xfrm>
            <a:off x="22718737" y="4953183"/>
            <a:ext cx="46646" cy="63191"/>
          </a:xfrm>
          <a:custGeom>
            <a:avLst/>
            <a:gdLst/>
            <a:ahLst/>
            <a:cxnLst/>
            <a:rect l="0" t="0" r="r" b="b"/>
            <a:pathLst>
              <a:path w="46646" h="63191">
                <a:moveTo>
                  <a:pt x="46646" y="63191"/>
                </a:moveTo>
                <a:lnTo>
                  <a:pt x="0" y="37053"/>
                </a:lnTo>
                <a:lnTo>
                  <a:pt x="23359" y="0"/>
                </a:lnTo>
                <a:close/>
              </a:path>
            </a:pathLst>
          </a:custGeom>
          <a:solidFill>
            <a:srgbClr val="E5E5E5">
              <a:alpha val="89544"/>
            </a:srgbClr>
          </a:solidFill>
          <a:ln w="6053">
            <a:solidFill>
              <a:srgbClr val="E5E5E5">
                <a:alpha val="89544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8" name="Kształt 108"/>
          <p:cNvSpPr/>
          <p:nvPr/>
        </p:nvSpPr>
        <p:spPr>
          <a:xfrm>
            <a:off x="23128116" y="5255847"/>
            <a:ext cx="47229" cy="70297"/>
          </a:xfrm>
          <a:custGeom>
            <a:avLst/>
            <a:gdLst/>
            <a:ahLst/>
            <a:cxnLst/>
            <a:rect l="0" t="0" r="r" b="b"/>
            <a:pathLst>
              <a:path w="47229" h="70297">
                <a:moveTo>
                  <a:pt x="14701" y="70297"/>
                </a:moveTo>
                <a:lnTo>
                  <a:pt x="0" y="0"/>
                </a:lnTo>
                <a:lnTo>
                  <a:pt x="47229" y="3355"/>
                </a:lnTo>
                <a:close/>
              </a:path>
            </a:pathLst>
          </a:custGeom>
          <a:solidFill>
            <a:srgbClr val="C5C5C5">
              <a:alpha val="85107"/>
            </a:srgbClr>
          </a:solidFill>
          <a:ln w="5658">
            <a:solidFill>
              <a:srgbClr val="C5C5C5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9" name="Kształt 109"/>
          <p:cNvSpPr/>
          <p:nvPr/>
        </p:nvSpPr>
        <p:spPr>
          <a:xfrm>
            <a:off x="23142817" y="5259203"/>
            <a:ext cx="40983" cy="66942"/>
          </a:xfrm>
          <a:custGeom>
            <a:avLst/>
            <a:gdLst/>
            <a:ahLst/>
            <a:cxnLst/>
            <a:rect l="0" t="0" r="r" b="b"/>
            <a:pathLst>
              <a:path w="40983" h="66942">
                <a:moveTo>
                  <a:pt x="0" y="66942"/>
                </a:moveTo>
                <a:lnTo>
                  <a:pt x="32528" y="0"/>
                </a:lnTo>
                <a:lnTo>
                  <a:pt x="40983" y="39219"/>
                </a:lnTo>
                <a:close/>
              </a:path>
            </a:pathLst>
          </a:custGeom>
          <a:solidFill>
            <a:srgbClr val="D7D7D7">
              <a:alpha val="85107"/>
            </a:srgbClr>
          </a:solidFill>
          <a:ln w="5658">
            <a:solidFill>
              <a:srgbClr val="D7D7D7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0" name="Kształt 110"/>
          <p:cNvSpPr/>
          <p:nvPr/>
        </p:nvSpPr>
        <p:spPr>
          <a:xfrm>
            <a:off x="23175345" y="5259203"/>
            <a:ext cx="61172" cy="39219"/>
          </a:xfrm>
          <a:custGeom>
            <a:avLst/>
            <a:gdLst/>
            <a:ahLst/>
            <a:cxnLst/>
            <a:rect l="0" t="0" r="r" b="b"/>
            <a:pathLst>
              <a:path w="61172" h="39219">
                <a:moveTo>
                  <a:pt x="61172" y="4817"/>
                </a:moveTo>
                <a:lnTo>
                  <a:pt x="8455" y="39219"/>
                </a:lnTo>
                <a:lnTo>
                  <a:pt x="0" y="0"/>
                </a:lnTo>
                <a:close/>
              </a:path>
            </a:pathLst>
          </a:custGeom>
          <a:solidFill>
            <a:srgbClr val="DBDBDB">
              <a:alpha val="85107"/>
            </a:srgbClr>
          </a:solidFill>
          <a:ln w="5658">
            <a:solidFill>
              <a:srgbClr val="DBDBDB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1" name="Kształt 111"/>
          <p:cNvSpPr/>
          <p:nvPr/>
        </p:nvSpPr>
        <p:spPr>
          <a:xfrm>
            <a:off x="23128116" y="5191146"/>
            <a:ext cx="74648" cy="64701"/>
          </a:xfrm>
          <a:custGeom>
            <a:avLst/>
            <a:gdLst/>
            <a:ahLst/>
            <a:cxnLst/>
            <a:rect l="0" t="0" r="r" b="b"/>
            <a:pathLst>
              <a:path w="74648" h="64701">
                <a:moveTo>
                  <a:pt x="0" y="64701"/>
                </a:moveTo>
                <a:lnTo>
                  <a:pt x="48430" y="0"/>
                </a:lnTo>
                <a:lnTo>
                  <a:pt x="74648" y="32215"/>
                </a:lnTo>
                <a:close/>
              </a:path>
            </a:pathLst>
          </a:custGeom>
          <a:solidFill>
            <a:srgbClr val="CCCCCC">
              <a:alpha val="85107"/>
            </a:srgbClr>
          </a:solidFill>
          <a:ln w="5658">
            <a:solidFill>
              <a:srgbClr val="CCCCCC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2" name="Kształt 112"/>
          <p:cNvSpPr/>
          <p:nvPr/>
        </p:nvSpPr>
        <p:spPr>
          <a:xfrm>
            <a:off x="23128116" y="5223361"/>
            <a:ext cx="74648" cy="35842"/>
          </a:xfrm>
          <a:custGeom>
            <a:avLst/>
            <a:gdLst/>
            <a:ahLst/>
            <a:cxnLst/>
            <a:rect l="0" t="0" r="r" b="b"/>
            <a:pathLst>
              <a:path w="74648" h="35842">
                <a:moveTo>
                  <a:pt x="0" y="32486"/>
                </a:moveTo>
                <a:lnTo>
                  <a:pt x="74648" y="0"/>
                </a:lnTo>
                <a:lnTo>
                  <a:pt x="47229" y="35842"/>
                </a:lnTo>
                <a:close/>
              </a:path>
            </a:pathLst>
          </a:custGeom>
          <a:solidFill>
            <a:srgbClr val="C9C9C9">
              <a:alpha val="85107"/>
            </a:srgbClr>
          </a:solidFill>
          <a:ln w="5658">
            <a:solidFill>
              <a:srgbClr val="C9C9C9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3" name="Kształt 113"/>
          <p:cNvSpPr/>
          <p:nvPr/>
        </p:nvSpPr>
        <p:spPr>
          <a:xfrm>
            <a:off x="23175345" y="5223361"/>
            <a:ext cx="61172" cy="40658"/>
          </a:xfrm>
          <a:custGeom>
            <a:avLst/>
            <a:gdLst/>
            <a:ahLst/>
            <a:cxnLst/>
            <a:rect l="0" t="0" r="r" b="b"/>
            <a:pathLst>
              <a:path w="61172" h="40658">
                <a:moveTo>
                  <a:pt x="61172" y="40658"/>
                </a:moveTo>
                <a:lnTo>
                  <a:pt x="0" y="35842"/>
                </a:lnTo>
                <a:lnTo>
                  <a:pt x="27419" y="0"/>
                </a:lnTo>
                <a:close/>
              </a:path>
            </a:pathLst>
          </a:custGeom>
          <a:solidFill>
            <a:srgbClr val="E1E1E1">
              <a:alpha val="85107"/>
            </a:srgbClr>
          </a:solidFill>
          <a:ln w="5658">
            <a:solidFill>
              <a:srgbClr val="E1E1E1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4" name="Kształt 114"/>
          <p:cNvSpPr/>
          <p:nvPr/>
        </p:nvSpPr>
        <p:spPr>
          <a:xfrm>
            <a:off x="23176546" y="5180819"/>
            <a:ext cx="76727" cy="36978"/>
          </a:xfrm>
          <a:custGeom>
            <a:avLst/>
            <a:gdLst/>
            <a:ahLst/>
            <a:cxnLst/>
            <a:rect l="0" t="0" r="r" b="b"/>
            <a:pathLst>
              <a:path w="76727" h="36978">
                <a:moveTo>
                  <a:pt x="0" y="10328"/>
                </a:moveTo>
                <a:lnTo>
                  <a:pt x="76727" y="0"/>
                </a:lnTo>
                <a:lnTo>
                  <a:pt x="69280" y="36978"/>
                </a:lnTo>
                <a:close/>
              </a:path>
            </a:pathLst>
          </a:custGeom>
          <a:solidFill>
            <a:srgbClr val="DCDCDC">
              <a:alpha val="85107"/>
            </a:srgbClr>
          </a:solidFill>
          <a:ln w="5658">
            <a:solidFill>
              <a:srgbClr val="DCDCDC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5" name="Kształt 115"/>
          <p:cNvSpPr/>
          <p:nvPr/>
        </p:nvSpPr>
        <p:spPr>
          <a:xfrm>
            <a:off x="23176546" y="5191146"/>
            <a:ext cx="69280" cy="32215"/>
          </a:xfrm>
          <a:custGeom>
            <a:avLst/>
            <a:gdLst/>
            <a:ahLst/>
            <a:cxnLst/>
            <a:rect l="0" t="0" r="r" b="b"/>
            <a:pathLst>
              <a:path w="69280" h="32215">
                <a:moveTo>
                  <a:pt x="0" y="0"/>
                </a:moveTo>
                <a:lnTo>
                  <a:pt x="69280" y="26650"/>
                </a:lnTo>
                <a:lnTo>
                  <a:pt x="26218" y="32215"/>
                </a:lnTo>
                <a:close/>
              </a:path>
            </a:pathLst>
          </a:custGeom>
          <a:solidFill>
            <a:srgbClr val="DDDDDD">
              <a:alpha val="85107"/>
            </a:srgbClr>
          </a:solidFill>
          <a:ln w="5658">
            <a:solidFill>
              <a:srgbClr val="DDDDDD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6" name="Kształt 116"/>
          <p:cNvSpPr/>
          <p:nvPr/>
        </p:nvSpPr>
        <p:spPr>
          <a:xfrm>
            <a:off x="23202764" y="5217797"/>
            <a:ext cx="43062" cy="46223"/>
          </a:xfrm>
          <a:custGeom>
            <a:avLst/>
            <a:gdLst/>
            <a:ahLst/>
            <a:cxnLst/>
            <a:rect l="0" t="0" r="r" b="b"/>
            <a:pathLst>
              <a:path w="43062" h="46223">
                <a:moveTo>
                  <a:pt x="33752" y="46223"/>
                </a:moveTo>
                <a:lnTo>
                  <a:pt x="0" y="5564"/>
                </a:lnTo>
                <a:lnTo>
                  <a:pt x="43062" y="0"/>
                </a:lnTo>
                <a:close/>
              </a:path>
            </a:pathLst>
          </a:custGeom>
          <a:solidFill>
            <a:srgbClr val="E3E3E3">
              <a:alpha val="85107"/>
            </a:srgbClr>
          </a:solidFill>
          <a:ln w="5658">
            <a:solidFill>
              <a:srgbClr val="E3E3E3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7" name="Kształt 117"/>
          <p:cNvSpPr/>
          <p:nvPr/>
        </p:nvSpPr>
        <p:spPr>
          <a:xfrm>
            <a:off x="23253273" y="5180819"/>
            <a:ext cx="46461" cy="65826"/>
          </a:xfrm>
          <a:custGeom>
            <a:avLst/>
            <a:gdLst/>
            <a:ahLst/>
            <a:cxnLst/>
            <a:rect l="0" t="0" r="r" b="b"/>
            <a:pathLst>
              <a:path w="46461" h="65826">
                <a:moveTo>
                  <a:pt x="0" y="0"/>
                </a:moveTo>
                <a:lnTo>
                  <a:pt x="46461" y="52068"/>
                </a:lnTo>
                <a:lnTo>
                  <a:pt x="18295" y="65826"/>
                </a:lnTo>
                <a:close/>
              </a:path>
            </a:pathLst>
          </a:custGeom>
          <a:solidFill>
            <a:srgbClr val="F6F6F6">
              <a:alpha val="85107"/>
            </a:srgbClr>
          </a:solidFill>
          <a:ln w="5658">
            <a:solidFill>
              <a:srgbClr val="F6F6F6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8" name="Kształt 118"/>
          <p:cNvSpPr/>
          <p:nvPr/>
        </p:nvSpPr>
        <p:spPr>
          <a:xfrm>
            <a:off x="23245826" y="5180819"/>
            <a:ext cx="25742" cy="65826"/>
          </a:xfrm>
          <a:custGeom>
            <a:avLst/>
            <a:gdLst/>
            <a:ahLst/>
            <a:cxnLst/>
            <a:rect l="0" t="0" r="r" b="b"/>
            <a:pathLst>
              <a:path w="25742" h="65826">
                <a:moveTo>
                  <a:pt x="7447" y="0"/>
                </a:moveTo>
                <a:lnTo>
                  <a:pt x="25742" y="65826"/>
                </a:lnTo>
                <a:lnTo>
                  <a:pt x="0" y="36978"/>
                </a:lnTo>
                <a:close/>
              </a:path>
            </a:pathLst>
          </a:custGeom>
          <a:solidFill>
            <a:srgbClr val="EBEBEB">
              <a:alpha val="85107"/>
            </a:srgbClr>
          </a:solidFill>
          <a:ln w="5658">
            <a:solidFill>
              <a:srgbClr val="EBEBEB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9" name="Kształt 119"/>
          <p:cNvSpPr/>
          <p:nvPr/>
        </p:nvSpPr>
        <p:spPr>
          <a:xfrm>
            <a:off x="23236517" y="5217797"/>
            <a:ext cx="35051" cy="46223"/>
          </a:xfrm>
          <a:custGeom>
            <a:avLst/>
            <a:gdLst/>
            <a:ahLst/>
            <a:cxnLst/>
            <a:rect l="0" t="0" r="r" b="b"/>
            <a:pathLst>
              <a:path w="35051" h="46223">
                <a:moveTo>
                  <a:pt x="0" y="46223"/>
                </a:moveTo>
                <a:lnTo>
                  <a:pt x="9309" y="0"/>
                </a:lnTo>
                <a:lnTo>
                  <a:pt x="35051" y="28848"/>
                </a:lnTo>
                <a:close/>
              </a:path>
            </a:pathLst>
          </a:custGeom>
          <a:solidFill>
            <a:srgbClr val="F0F0F0">
              <a:alpha val="85107"/>
            </a:srgbClr>
          </a:solidFill>
          <a:ln w="5658">
            <a:solidFill>
              <a:srgbClr val="F0F0F0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0" name="Kształt 120"/>
          <p:cNvSpPr/>
          <p:nvPr/>
        </p:nvSpPr>
        <p:spPr>
          <a:xfrm>
            <a:off x="23261154" y="5232886"/>
            <a:ext cx="38580" cy="75060"/>
          </a:xfrm>
          <a:custGeom>
            <a:avLst/>
            <a:gdLst/>
            <a:ahLst/>
            <a:cxnLst/>
            <a:rect l="0" t="0" r="r" b="b"/>
            <a:pathLst>
              <a:path w="38580" h="75060">
                <a:moveTo>
                  <a:pt x="38580" y="0"/>
                </a:moveTo>
                <a:lnTo>
                  <a:pt x="19615" y="75060"/>
                </a:lnTo>
                <a:lnTo>
                  <a:pt x="0" y="55911"/>
                </a:lnTo>
                <a:close/>
              </a:path>
            </a:pathLst>
          </a:custGeom>
          <a:solidFill>
            <a:srgbClr val="F9F9F9">
              <a:alpha val="85107"/>
            </a:srgbClr>
          </a:solidFill>
          <a:ln w="5658">
            <a:solidFill>
              <a:srgbClr val="F9F9F9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1" name="Kształt 121"/>
          <p:cNvSpPr/>
          <p:nvPr/>
        </p:nvSpPr>
        <p:spPr>
          <a:xfrm>
            <a:off x="23261154" y="5232886"/>
            <a:ext cx="38580" cy="55911"/>
          </a:xfrm>
          <a:custGeom>
            <a:avLst/>
            <a:gdLst/>
            <a:ahLst/>
            <a:cxnLst/>
            <a:rect l="0" t="0" r="r" b="b"/>
            <a:pathLst>
              <a:path w="38580" h="55911">
                <a:moveTo>
                  <a:pt x="38580" y="0"/>
                </a:moveTo>
                <a:lnTo>
                  <a:pt x="0" y="55911"/>
                </a:lnTo>
                <a:lnTo>
                  <a:pt x="10413" y="13759"/>
                </a:lnTo>
                <a:close/>
              </a:path>
            </a:pathLst>
          </a:custGeom>
          <a:solidFill>
            <a:srgbClr val="FAFAFA">
              <a:alpha val="85107"/>
            </a:srgbClr>
          </a:solidFill>
          <a:ln w="5658">
            <a:solidFill>
              <a:srgbClr val="FAFAFA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2" name="Kształt 122"/>
          <p:cNvSpPr/>
          <p:nvPr/>
        </p:nvSpPr>
        <p:spPr>
          <a:xfrm>
            <a:off x="23236517" y="5246645"/>
            <a:ext cx="35051" cy="42152"/>
          </a:xfrm>
          <a:custGeom>
            <a:avLst/>
            <a:gdLst/>
            <a:ahLst/>
            <a:cxnLst/>
            <a:rect l="0" t="0" r="r" b="b"/>
            <a:pathLst>
              <a:path w="35051" h="42152">
                <a:moveTo>
                  <a:pt x="0" y="17374"/>
                </a:moveTo>
                <a:lnTo>
                  <a:pt x="35051" y="0"/>
                </a:lnTo>
                <a:lnTo>
                  <a:pt x="24638" y="42152"/>
                </a:lnTo>
                <a:close/>
              </a:path>
            </a:pathLst>
          </a:custGeom>
          <a:solidFill>
            <a:srgbClr val="F0F0F0">
              <a:alpha val="85107"/>
            </a:srgbClr>
          </a:solidFill>
          <a:ln w="5658">
            <a:solidFill>
              <a:srgbClr val="F0F0F0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3" name="Kształt 123"/>
          <p:cNvSpPr/>
          <p:nvPr/>
        </p:nvSpPr>
        <p:spPr>
          <a:xfrm>
            <a:off x="23210992" y="5307947"/>
            <a:ext cx="69777" cy="40778"/>
          </a:xfrm>
          <a:custGeom>
            <a:avLst/>
            <a:gdLst/>
            <a:ahLst/>
            <a:cxnLst/>
            <a:rect l="0" t="0" r="r" b="b"/>
            <a:pathLst>
              <a:path w="69777" h="40778">
                <a:moveTo>
                  <a:pt x="69777" y="0"/>
                </a:moveTo>
                <a:lnTo>
                  <a:pt x="0" y="40778"/>
                </a:lnTo>
                <a:lnTo>
                  <a:pt x="11442" y="4027"/>
                </a:lnTo>
                <a:close/>
              </a:path>
            </a:pathLst>
          </a:custGeom>
          <a:solidFill>
            <a:srgbClr val="F5F5F5">
              <a:alpha val="85107"/>
            </a:srgbClr>
          </a:solidFill>
          <a:ln w="5658">
            <a:solidFill>
              <a:srgbClr val="F5F5F5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4" name="Kształt 124"/>
          <p:cNvSpPr/>
          <p:nvPr/>
        </p:nvSpPr>
        <p:spPr>
          <a:xfrm>
            <a:off x="23222434" y="5288797"/>
            <a:ext cx="58336" cy="23176"/>
          </a:xfrm>
          <a:custGeom>
            <a:avLst/>
            <a:gdLst/>
            <a:ahLst/>
            <a:cxnLst/>
            <a:rect l="0" t="0" r="r" b="b"/>
            <a:pathLst>
              <a:path w="58336" h="23176">
                <a:moveTo>
                  <a:pt x="58336" y="19149"/>
                </a:moveTo>
                <a:lnTo>
                  <a:pt x="0" y="23176"/>
                </a:lnTo>
                <a:lnTo>
                  <a:pt x="38721" y="0"/>
                </a:lnTo>
                <a:close/>
              </a:path>
            </a:pathLst>
          </a:custGeom>
          <a:solidFill>
            <a:srgbClr val="F4F4F4">
              <a:alpha val="85107"/>
            </a:srgbClr>
          </a:solidFill>
          <a:ln w="5658">
            <a:solidFill>
              <a:srgbClr val="F4F4F4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5" name="Kształt 125"/>
          <p:cNvSpPr/>
          <p:nvPr/>
        </p:nvSpPr>
        <p:spPr>
          <a:xfrm>
            <a:off x="23222434" y="5264019"/>
            <a:ext cx="38721" cy="47955"/>
          </a:xfrm>
          <a:custGeom>
            <a:avLst/>
            <a:gdLst/>
            <a:ahLst/>
            <a:cxnLst/>
            <a:rect l="0" t="0" r="r" b="b"/>
            <a:pathLst>
              <a:path w="38721" h="47955">
                <a:moveTo>
                  <a:pt x="14083" y="0"/>
                </a:moveTo>
                <a:lnTo>
                  <a:pt x="38721" y="24778"/>
                </a:lnTo>
                <a:lnTo>
                  <a:pt x="0" y="47955"/>
                </a:lnTo>
                <a:close/>
              </a:path>
            </a:pathLst>
          </a:custGeom>
          <a:solidFill>
            <a:srgbClr val="F2F2F2">
              <a:alpha val="85107"/>
            </a:srgbClr>
          </a:solidFill>
          <a:ln w="5658">
            <a:solidFill>
              <a:srgbClr val="F2F2F2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6" name="Kształt 126"/>
          <p:cNvSpPr/>
          <p:nvPr/>
        </p:nvSpPr>
        <p:spPr>
          <a:xfrm>
            <a:off x="23142817" y="5298421"/>
            <a:ext cx="68176" cy="50303"/>
          </a:xfrm>
          <a:custGeom>
            <a:avLst/>
            <a:gdLst/>
            <a:ahLst/>
            <a:cxnLst/>
            <a:rect l="0" t="0" r="r" b="b"/>
            <a:pathLst>
              <a:path w="68176" h="50303">
                <a:moveTo>
                  <a:pt x="68176" y="50303"/>
                </a:moveTo>
                <a:lnTo>
                  <a:pt x="0" y="27723"/>
                </a:lnTo>
                <a:lnTo>
                  <a:pt x="40983" y="0"/>
                </a:lnTo>
                <a:close/>
              </a:path>
            </a:pathLst>
          </a:custGeom>
          <a:solidFill>
            <a:srgbClr val="DADADA">
              <a:alpha val="85107"/>
            </a:srgbClr>
          </a:solidFill>
          <a:ln w="5658">
            <a:solidFill>
              <a:srgbClr val="DADADA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7" name="Kształt 127"/>
          <p:cNvSpPr/>
          <p:nvPr/>
        </p:nvSpPr>
        <p:spPr>
          <a:xfrm>
            <a:off x="23183800" y="5298421"/>
            <a:ext cx="38634" cy="50303"/>
          </a:xfrm>
          <a:custGeom>
            <a:avLst/>
            <a:gdLst/>
            <a:ahLst/>
            <a:cxnLst/>
            <a:rect l="0" t="0" r="r" b="b"/>
            <a:pathLst>
              <a:path w="38634" h="50303">
                <a:moveTo>
                  <a:pt x="27193" y="50303"/>
                </a:moveTo>
                <a:lnTo>
                  <a:pt x="0" y="0"/>
                </a:lnTo>
                <a:lnTo>
                  <a:pt x="38634" y="13553"/>
                </a:lnTo>
                <a:close/>
              </a:path>
            </a:pathLst>
          </a:custGeom>
          <a:solidFill>
            <a:srgbClr val="EAEAEA">
              <a:alpha val="85107"/>
            </a:srgbClr>
          </a:solidFill>
          <a:ln w="5658">
            <a:solidFill>
              <a:srgbClr val="EAEAEA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8" name="Kształt 128"/>
          <p:cNvSpPr/>
          <p:nvPr/>
        </p:nvSpPr>
        <p:spPr>
          <a:xfrm>
            <a:off x="23183800" y="5264019"/>
            <a:ext cx="52717" cy="47955"/>
          </a:xfrm>
          <a:custGeom>
            <a:avLst/>
            <a:gdLst/>
            <a:ahLst/>
            <a:cxnLst/>
            <a:rect l="0" t="0" r="r" b="b"/>
            <a:pathLst>
              <a:path w="52717" h="47955">
                <a:moveTo>
                  <a:pt x="52717" y="0"/>
                </a:moveTo>
                <a:lnTo>
                  <a:pt x="38634" y="47955"/>
                </a:lnTo>
                <a:lnTo>
                  <a:pt x="0" y="34402"/>
                </a:lnTo>
                <a:close/>
              </a:path>
            </a:pathLst>
          </a:custGeom>
          <a:solidFill>
            <a:srgbClr val="E5E5E5">
              <a:alpha val="85107"/>
            </a:srgbClr>
          </a:solidFill>
          <a:ln w="5658">
            <a:solidFill>
              <a:srgbClr val="E5E5E5">
                <a:alpha val="851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9" name="Kształt 129"/>
          <p:cNvSpPr/>
          <p:nvPr/>
        </p:nvSpPr>
        <p:spPr>
          <a:xfrm>
            <a:off x="22904258" y="4907479"/>
            <a:ext cx="90960" cy="59408"/>
          </a:xfrm>
          <a:custGeom>
            <a:avLst/>
            <a:gdLst/>
            <a:ahLst/>
            <a:cxnLst/>
            <a:rect l="0" t="0" r="r" b="b"/>
            <a:pathLst>
              <a:path w="90960" h="59408">
                <a:moveTo>
                  <a:pt x="0" y="0"/>
                </a:moveTo>
                <a:lnTo>
                  <a:pt x="90960" y="2107"/>
                </a:lnTo>
                <a:lnTo>
                  <a:pt x="73220" y="59408"/>
                </a:lnTo>
                <a:close/>
              </a:path>
            </a:pathLst>
          </a:custGeom>
          <a:solidFill>
            <a:srgbClr val="C5C5C5">
              <a:alpha val="80907"/>
            </a:srgbClr>
          </a:solidFill>
          <a:ln w="7168">
            <a:solidFill>
              <a:srgbClr val="C5C5C5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0" name="Kształt 130"/>
          <p:cNvSpPr/>
          <p:nvPr/>
        </p:nvSpPr>
        <p:spPr>
          <a:xfrm>
            <a:off x="22904258" y="4907479"/>
            <a:ext cx="73220" cy="59408"/>
          </a:xfrm>
          <a:custGeom>
            <a:avLst/>
            <a:gdLst/>
            <a:ahLst/>
            <a:cxnLst/>
            <a:rect l="0" t="0" r="r" b="b"/>
            <a:pathLst>
              <a:path w="73220" h="59408">
                <a:moveTo>
                  <a:pt x="0" y="0"/>
                </a:moveTo>
                <a:lnTo>
                  <a:pt x="73220" y="59408"/>
                </a:lnTo>
                <a:lnTo>
                  <a:pt x="22400" y="58545"/>
                </a:lnTo>
                <a:close/>
              </a:path>
            </a:pathLst>
          </a:custGeom>
          <a:solidFill>
            <a:srgbClr val="D7D7D7">
              <a:alpha val="80907"/>
            </a:srgbClr>
          </a:solidFill>
          <a:ln w="7168">
            <a:solidFill>
              <a:srgbClr val="D7D7D7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1" name="Kształt 131"/>
          <p:cNvSpPr/>
          <p:nvPr/>
        </p:nvSpPr>
        <p:spPr>
          <a:xfrm>
            <a:off x="22926658" y="4966024"/>
            <a:ext cx="50819" cy="74945"/>
          </a:xfrm>
          <a:custGeom>
            <a:avLst/>
            <a:gdLst/>
            <a:ahLst/>
            <a:cxnLst/>
            <a:rect l="0" t="0" r="r" b="b"/>
            <a:pathLst>
              <a:path w="50819" h="74945">
                <a:moveTo>
                  <a:pt x="27261" y="74945"/>
                </a:moveTo>
                <a:lnTo>
                  <a:pt x="0" y="0"/>
                </a:lnTo>
                <a:lnTo>
                  <a:pt x="50819" y="864"/>
                </a:lnTo>
                <a:close/>
              </a:path>
            </a:pathLst>
          </a:custGeom>
          <a:solidFill>
            <a:srgbClr val="DBDBDB">
              <a:alpha val="80907"/>
            </a:srgbClr>
          </a:solidFill>
          <a:ln w="7168">
            <a:solidFill>
              <a:srgbClr val="DBDBDB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2" name="Kształt 132"/>
          <p:cNvSpPr/>
          <p:nvPr/>
        </p:nvSpPr>
        <p:spPr>
          <a:xfrm>
            <a:off x="22995218" y="4909586"/>
            <a:ext cx="65876" cy="101450"/>
          </a:xfrm>
          <a:custGeom>
            <a:avLst/>
            <a:gdLst/>
            <a:ahLst/>
            <a:cxnLst/>
            <a:rect l="0" t="0" r="r" b="b"/>
            <a:pathLst>
              <a:path w="65876" h="101450">
                <a:moveTo>
                  <a:pt x="0" y="0"/>
                </a:moveTo>
                <a:lnTo>
                  <a:pt x="65876" y="78382"/>
                </a:lnTo>
                <a:lnTo>
                  <a:pt x="18582" y="101450"/>
                </a:lnTo>
                <a:close/>
              </a:path>
            </a:pathLst>
          </a:custGeom>
          <a:solidFill>
            <a:srgbClr val="CCCCCC">
              <a:alpha val="80907"/>
            </a:srgbClr>
          </a:solidFill>
          <a:ln w="7168">
            <a:solidFill>
              <a:srgbClr val="CCCCCC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3" name="Kształt 133"/>
          <p:cNvSpPr/>
          <p:nvPr/>
        </p:nvSpPr>
        <p:spPr>
          <a:xfrm>
            <a:off x="22977477" y="4909586"/>
            <a:ext cx="36322" cy="101450"/>
          </a:xfrm>
          <a:custGeom>
            <a:avLst/>
            <a:gdLst/>
            <a:ahLst/>
            <a:cxnLst/>
            <a:rect l="0" t="0" r="r" b="b"/>
            <a:pathLst>
              <a:path w="36322" h="101450">
                <a:moveTo>
                  <a:pt x="17740" y="0"/>
                </a:moveTo>
                <a:lnTo>
                  <a:pt x="36322" y="101450"/>
                </a:lnTo>
                <a:lnTo>
                  <a:pt x="0" y="57301"/>
                </a:lnTo>
                <a:close/>
              </a:path>
            </a:pathLst>
          </a:custGeom>
          <a:solidFill>
            <a:srgbClr val="C9C9C9">
              <a:alpha val="80907"/>
            </a:srgbClr>
          </a:solidFill>
          <a:ln w="7168">
            <a:solidFill>
              <a:srgbClr val="C9C9C9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4" name="Kształt 134"/>
          <p:cNvSpPr/>
          <p:nvPr/>
        </p:nvSpPr>
        <p:spPr>
          <a:xfrm>
            <a:off x="22953919" y="4966887"/>
            <a:ext cx="59881" cy="74081"/>
          </a:xfrm>
          <a:custGeom>
            <a:avLst/>
            <a:gdLst/>
            <a:ahLst/>
            <a:cxnLst/>
            <a:rect l="0" t="0" r="r" b="b"/>
            <a:pathLst>
              <a:path w="59881" h="74081">
                <a:moveTo>
                  <a:pt x="0" y="74081"/>
                </a:moveTo>
                <a:lnTo>
                  <a:pt x="23558" y="0"/>
                </a:lnTo>
                <a:lnTo>
                  <a:pt x="59881" y="44149"/>
                </a:lnTo>
                <a:close/>
              </a:path>
            </a:pathLst>
          </a:custGeom>
          <a:solidFill>
            <a:srgbClr val="E1E1E1">
              <a:alpha val="80907"/>
            </a:srgbClr>
          </a:solidFill>
          <a:ln w="7168">
            <a:solidFill>
              <a:srgbClr val="E1E1E1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5" name="Kształt 135"/>
          <p:cNvSpPr/>
          <p:nvPr/>
        </p:nvSpPr>
        <p:spPr>
          <a:xfrm>
            <a:off x="23008264" y="4987967"/>
            <a:ext cx="52830" cy="97633"/>
          </a:xfrm>
          <a:custGeom>
            <a:avLst/>
            <a:gdLst/>
            <a:ahLst/>
            <a:cxnLst/>
            <a:rect l="0" t="0" r="r" b="b"/>
            <a:pathLst>
              <a:path w="52830" h="97633">
                <a:moveTo>
                  <a:pt x="52830" y="0"/>
                </a:moveTo>
                <a:lnTo>
                  <a:pt x="43476" y="97633"/>
                </a:lnTo>
                <a:lnTo>
                  <a:pt x="0" y="77797"/>
                </a:lnTo>
                <a:close/>
              </a:path>
            </a:pathLst>
          </a:custGeom>
          <a:solidFill>
            <a:srgbClr val="DCDCDC">
              <a:alpha val="80907"/>
            </a:srgbClr>
          </a:solidFill>
          <a:ln w="7168">
            <a:solidFill>
              <a:srgbClr val="DCDCDC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6" name="Kształt 136"/>
          <p:cNvSpPr/>
          <p:nvPr/>
        </p:nvSpPr>
        <p:spPr>
          <a:xfrm>
            <a:off x="23008264" y="4987967"/>
            <a:ext cx="52830" cy="77797"/>
          </a:xfrm>
          <a:custGeom>
            <a:avLst/>
            <a:gdLst/>
            <a:ahLst/>
            <a:cxnLst/>
            <a:rect l="0" t="0" r="r" b="b"/>
            <a:pathLst>
              <a:path w="52830" h="77797">
                <a:moveTo>
                  <a:pt x="52830" y="0"/>
                </a:moveTo>
                <a:lnTo>
                  <a:pt x="0" y="77797"/>
                </a:lnTo>
                <a:lnTo>
                  <a:pt x="5536" y="23069"/>
                </a:lnTo>
                <a:close/>
              </a:path>
            </a:pathLst>
          </a:custGeom>
          <a:solidFill>
            <a:srgbClr val="DDDDDD">
              <a:alpha val="80907"/>
            </a:srgbClr>
          </a:solidFill>
          <a:ln w="7168">
            <a:solidFill>
              <a:srgbClr val="DDDDDD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7" name="Kształt 137"/>
          <p:cNvSpPr/>
          <p:nvPr/>
        </p:nvSpPr>
        <p:spPr>
          <a:xfrm>
            <a:off x="22953919" y="5011036"/>
            <a:ext cx="59881" cy="54728"/>
          </a:xfrm>
          <a:custGeom>
            <a:avLst/>
            <a:gdLst/>
            <a:ahLst/>
            <a:cxnLst/>
            <a:rect l="0" t="0" r="r" b="b"/>
            <a:pathLst>
              <a:path w="59881" h="54728">
                <a:moveTo>
                  <a:pt x="0" y="29932"/>
                </a:moveTo>
                <a:lnTo>
                  <a:pt x="59881" y="0"/>
                </a:lnTo>
                <a:lnTo>
                  <a:pt x="54345" y="54728"/>
                </a:lnTo>
                <a:close/>
              </a:path>
            </a:pathLst>
          </a:custGeom>
          <a:solidFill>
            <a:srgbClr val="E3E3E3">
              <a:alpha val="80907"/>
            </a:srgbClr>
          </a:solidFill>
          <a:ln w="7168">
            <a:solidFill>
              <a:srgbClr val="E3E3E3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8" name="Kształt 138"/>
          <p:cNvSpPr/>
          <p:nvPr/>
        </p:nvSpPr>
        <p:spPr>
          <a:xfrm>
            <a:off x="22965260" y="5085601"/>
            <a:ext cx="86479" cy="42325"/>
          </a:xfrm>
          <a:custGeom>
            <a:avLst/>
            <a:gdLst/>
            <a:ahLst/>
            <a:cxnLst/>
            <a:rect l="0" t="0" r="r" b="b"/>
            <a:pathLst>
              <a:path w="86479" h="42325">
                <a:moveTo>
                  <a:pt x="86479" y="0"/>
                </a:moveTo>
                <a:lnTo>
                  <a:pt x="8863" y="42325"/>
                </a:lnTo>
                <a:lnTo>
                  <a:pt x="0" y="3614"/>
                </a:lnTo>
                <a:close/>
              </a:path>
            </a:pathLst>
          </a:custGeom>
          <a:solidFill>
            <a:srgbClr val="F6F6F6">
              <a:alpha val="80907"/>
            </a:srgbClr>
          </a:solidFill>
          <a:ln w="7168">
            <a:solidFill>
              <a:srgbClr val="F6F6F6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9" name="Kształt 139"/>
          <p:cNvSpPr/>
          <p:nvPr/>
        </p:nvSpPr>
        <p:spPr>
          <a:xfrm>
            <a:off x="22965260" y="5065764"/>
            <a:ext cx="86479" cy="23451"/>
          </a:xfrm>
          <a:custGeom>
            <a:avLst/>
            <a:gdLst/>
            <a:ahLst/>
            <a:cxnLst/>
            <a:rect l="0" t="0" r="r" b="b"/>
            <a:pathLst>
              <a:path w="86479" h="23451">
                <a:moveTo>
                  <a:pt x="86479" y="19837"/>
                </a:moveTo>
                <a:lnTo>
                  <a:pt x="0" y="23451"/>
                </a:lnTo>
                <a:lnTo>
                  <a:pt x="43004" y="0"/>
                </a:lnTo>
                <a:close/>
              </a:path>
            </a:pathLst>
          </a:custGeom>
          <a:solidFill>
            <a:srgbClr val="EBEBEB">
              <a:alpha val="80907"/>
            </a:srgbClr>
          </a:solidFill>
          <a:ln w="7168">
            <a:solidFill>
              <a:srgbClr val="EBEBEB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0" name="Kształt 140"/>
          <p:cNvSpPr/>
          <p:nvPr/>
        </p:nvSpPr>
        <p:spPr>
          <a:xfrm>
            <a:off x="22953919" y="5040969"/>
            <a:ext cx="54345" cy="48246"/>
          </a:xfrm>
          <a:custGeom>
            <a:avLst/>
            <a:gdLst/>
            <a:ahLst/>
            <a:cxnLst/>
            <a:rect l="0" t="0" r="r" b="b"/>
            <a:pathLst>
              <a:path w="54345" h="48246">
                <a:moveTo>
                  <a:pt x="0" y="0"/>
                </a:moveTo>
                <a:lnTo>
                  <a:pt x="54345" y="24796"/>
                </a:lnTo>
                <a:lnTo>
                  <a:pt x="11341" y="48246"/>
                </a:lnTo>
                <a:close/>
              </a:path>
            </a:pathLst>
          </a:custGeom>
          <a:solidFill>
            <a:srgbClr val="F0F0F0">
              <a:alpha val="80907"/>
            </a:srgbClr>
          </a:solidFill>
          <a:ln w="7168">
            <a:solidFill>
              <a:srgbClr val="F0F0F0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1" name="Kształt 141"/>
          <p:cNvSpPr/>
          <p:nvPr/>
        </p:nvSpPr>
        <p:spPr>
          <a:xfrm>
            <a:off x="22886982" y="5064229"/>
            <a:ext cx="87142" cy="63697"/>
          </a:xfrm>
          <a:custGeom>
            <a:avLst/>
            <a:gdLst/>
            <a:ahLst/>
            <a:cxnLst/>
            <a:rect l="0" t="0" r="r" b="b"/>
            <a:pathLst>
              <a:path w="87142" h="63697">
                <a:moveTo>
                  <a:pt x="87142" y="63697"/>
                </a:moveTo>
                <a:lnTo>
                  <a:pt x="0" y="18685"/>
                </a:lnTo>
                <a:lnTo>
                  <a:pt x="29273" y="0"/>
                </a:lnTo>
                <a:close/>
              </a:path>
            </a:pathLst>
          </a:custGeom>
          <a:solidFill>
            <a:srgbClr val="F9F9F9">
              <a:alpha val="80907"/>
            </a:srgbClr>
          </a:solidFill>
          <a:ln w="7168">
            <a:solidFill>
              <a:srgbClr val="F9F9F9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2" name="Kształt 142"/>
          <p:cNvSpPr/>
          <p:nvPr/>
        </p:nvSpPr>
        <p:spPr>
          <a:xfrm>
            <a:off x="22916255" y="5064229"/>
            <a:ext cx="57868" cy="63697"/>
          </a:xfrm>
          <a:custGeom>
            <a:avLst/>
            <a:gdLst/>
            <a:ahLst/>
            <a:cxnLst/>
            <a:rect l="0" t="0" r="r" b="b"/>
            <a:pathLst>
              <a:path w="57868" h="63697">
                <a:moveTo>
                  <a:pt x="57868" y="63697"/>
                </a:moveTo>
                <a:lnTo>
                  <a:pt x="0" y="0"/>
                </a:lnTo>
                <a:lnTo>
                  <a:pt x="49005" y="24986"/>
                </a:lnTo>
                <a:close/>
              </a:path>
            </a:pathLst>
          </a:custGeom>
          <a:solidFill>
            <a:srgbClr val="FAFAFA">
              <a:alpha val="80907"/>
            </a:srgbClr>
          </a:solidFill>
          <a:ln w="7168">
            <a:solidFill>
              <a:srgbClr val="FAFAFA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3" name="Kształt 143"/>
          <p:cNvSpPr/>
          <p:nvPr/>
        </p:nvSpPr>
        <p:spPr>
          <a:xfrm>
            <a:off x="22916255" y="5040969"/>
            <a:ext cx="49005" cy="48246"/>
          </a:xfrm>
          <a:custGeom>
            <a:avLst/>
            <a:gdLst/>
            <a:ahLst/>
            <a:cxnLst/>
            <a:rect l="0" t="0" r="r" b="b"/>
            <a:pathLst>
              <a:path w="49005" h="48246">
                <a:moveTo>
                  <a:pt x="37664" y="0"/>
                </a:moveTo>
                <a:lnTo>
                  <a:pt x="49005" y="48246"/>
                </a:lnTo>
                <a:lnTo>
                  <a:pt x="0" y="23260"/>
                </a:lnTo>
                <a:close/>
              </a:path>
            </a:pathLst>
          </a:custGeom>
          <a:solidFill>
            <a:srgbClr val="F0F0F0">
              <a:alpha val="80907"/>
            </a:srgbClr>
          </a:solidFill>
          <a:ln w="7168">
            <a:solidFill>
              <a:srgbClr val="F0F0F0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4" name="Kształt 144"/>
          <p:cNvSpPr/>
          <p:nvPr/>
        </p:nvSpPr>
        <p:spPr>
          <a:xfrm>
            <a:off x="22856767" y="4985085"/>
            <a:ext cx="42045" cy="97828"/>
          </a:xfrm>
          <a:custGeom>
            <a:avLst/>
            <a:gdLst/>
            <a:ahLst/>
            <a:cxnLst/>
            <a:rect l="0" t="0" r="r" b="b"/>
            <a:pathLst>
              <a:path w="42045" h="97828">
                <a:moveTo>
                  <a:pt x="30214" y="97828"/>
                </a:moveTo>
                <a:lnTo>
                  <a:pt x="0" y="0"/>
                </a:lnTo>
                <a:lnTo>
                  <a:pt x="42045" y="24699"/>
                </a:lnTo>
                <a:close/>
              </a:path>
            </a:pathLst>
          </a:custGeom>
          <a:solidFill>
            <a:srgbClr val="F5F5F5">
              <a:alpha val="80907"/>
            </a:srgbClr>
          </a:solidFill>
          <a:ln w="7168">
            <a:solidFill>
              <a:srgbClr val="F5F5F5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5" name="Kształt 145"/>
          <p:cNvSpPr/>
          <p:nvPr/>
        </p:nvSpPr>
        <p:spPr>
          <a:xfrm>
            <a:off x="22886982" y="5009784"/>
            <a:ext cx="29273" cy="73129"/>
          </a:xfrm>
          <a:custGeom>
            <a:avLst/>
            <a:gdLst/>
            <a:ahLst/>
            <a:cxnLst/>
            <a:rect l="0" t="0" r="r" b="b"/>
            <a:pathLst>
              <a:path w="29273" h="73129">
                <a:moveTo>
                  <a:pt x="0" y="73129"/>
                </a:moveTo>
                <a:lnTo>
                  <a:pt x="11831" y="0"/>
                </a:lnTo>
                <a:lnTo>
                  <a:pt x="29273" y="54444"/>
                </a:lnTo>
                <a:close/>
              </a:path>
            </a:pathLst>
          </a:custGeom>
          <a:solidFill>
            <a:srgbClr val="F4F4F4">
              <a:alpha val="80907"/>
            </a:srgbClr>
          </a:solidFill>
          <a:ln w="7168">
            <a:solidFill>
              <a:srgbClr val="F4F4F4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6" name="Kształt 146"/>
          <p:cNvSpPr/>
          <p:nvPr/>
        </p:nvSpPr>
        <p:spPr>
          <a:xfrm>
            <a:off x="22898812" y="5009784"/>
            <a:ext cx="55107" cy="54444"/>
          </a:xfrm>
          <a:custGeom>
            <a:avLst/>
            <a:gdLst/>
            <a:ahLst/>
            <a:cxnLst/>
            <a:rect l="0" t="0" r="r" b="b"/>
            <a:pathLst>
              <a:path w="55107" h="54444">
                <a:moveTo>
                  <a:pt x="55107" y="31184"/>
                </a:moveTo>
                <a:lnTo>
                  <a:pt x="17443" y="54444"/>
                </a:lnTo>
                <a:lnTo>
                  <a:pt x="0" y="0"/>
                </a:lnTo>
                <a:close/>
              </a:path>
            </a:pathLst>
          </a:custGeom>
          <a:solidFill>
            <a:srgbClr val="F2F2F2">
              <a:alpha val="80907"/>
            </a:srgbClr>
          </a:solidFill>
          <a:ln w="7168">
            <a:solidFill>
              <a:srgbClr val="F2F2F2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7" name="Kształt 147"/>
          <p:cNvSpPr/>
          <p:nvPr/>
        </p:nvSpPr>
        <p:spPr>
          <a:xfrm>
            <a:off x="22856767" y="4907479"/>
            <a:ext cx="69891" cy="77607"/>
          </a:xfrm>
          <a:custGeom>
            <a:avLst/>
            <a:gdLst/>
            <a:ahLst/>
            <a:cxnLst/>
            <a:rect l="0" t="0" r="r" b="b"/>
            <a:pathLst>
              <a:path w="69891" h="77607">
                <a:moveTo>
                  <a:pt x="0" y="77607"/>
                </a:moveTo>
                <a:lnTo>
                  <a:pt x="47491" y="0"/>
                </a:lnTo>
                <a:lnTo>
                  <a:pt x="69891" y="58545"/>
                </a:lnTo>
                <a:close/>
              </a:path>
            </a:pathLst>
          </a:custGeom>
          <a:solidFill>
            <a:srgbClr val="DADADA">
              <a:alpha val="80907"/>
            </a:srgbClr>
          </a:solidFill>
          <a:ln w="7168">
            <a:solidFill>
              <a:srgbClr val="DADADA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8" name="Kształt 148"/>
          <p:cNvSpPr/>
          <p:nvPr/>
        </p:nvSpPr>
        <p:spPr>
          <a:xfrm>
            <a:off x="22856767" y="4966024"/>
            <a:ext cx="69891" cy="43761"/>
          </a:xfrm>
          <a:custGeom>
            <a:avLst/>
            <a:gdLst/>
            <a:ahLst/>
            <a:cxnLst/>
            <a:rect l="0" t="0" r="r" b="b"/>
            <a:pathLst>
              <a:path w="69891" h="43761">
                <a:moveTo>
                  <a:pt x="0" y="19062"/>
                </a:moveTo>
                <a:lnTo>
                  <a:pt x="69891" y="0"/>
                </a:lnTo>
                <a:lnTo>
                  <a:pt x="42045" y="43761"/>
                </a:lnTo>
                <a:close/>
              </a:path>
            </a:pathLst>
          </a:custGeom>
          <a:solidFill>
            <a:srgbClr val="EAEAEA">
              <a:alpha val="80907"/>
            </a:srgbClr>
          </a:solidFill>
          <a:ln w="7168">
            <a:solidFill>
              <a:srgbClr val="EAEAEA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9" name="Kształt 149"/>
          <p:cNvSpPr/>
          <p:nvPr/>
        </p:nvSpPr>
        <p:spPr>
          <a:xfrm>
            <a:off x="22898812" y="4966024"/>
            <a:ext cx="55107" cy="74945"/>
          </a:xfrm>
          <a:custGeom>
            <a:avLst/>
            <a:gdLst/>
            <a:ahLst/>
            <a:cxnLst/>
            <a:rect l="0" t="0" r="r" b="b"/>
            <a:pathLst>
              <a:path w="55107" h="74945">
                <a:moveTo>
                  <a:pt x="55107" y="74945"/>
                </a:moveTo>
                <a:lnTo>
                  <a:pt x="0" y="43761"/>
                </a:lnTo>
                <a:lnTo>
                  <a:pt x="27846" y="0"/>
                </a:lnTo>
                <a:close/>
              </a:path>
            </a:pathLst>
          </a:custGeom>
          <a:solidFill>
            <a:srgbClr val="E5E5E5">
              <a:alpha val="80907"/>
            </a:srgbClr>
          </a:solidFill>
          <a:ln w="7168">
            <a:solidFill>
              <a:srgbClr val="E5E5E5">
                <a:alpha val="8090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0" name="Kształt 150"/>
          <p:cNvSpPr/>
          <p:nvPr/>
        </p:nvSpPr>
        <p:spPr>
          <a:xfrm>
            <a:off x="23261440" y="4792394"/>
            <a:ext cx="46415" cy="61707"/>
          </a:xfrm>
          <a:custGeom>
            <a:avLst/>
            <a:gdLst/>
            <a:ahLst/>
            <a:cxnLst/>
            <a:rect l="0" t="0" r="r" b="b"/>
            <a:pathLst>
              <a:path w="46415" h="61707">
                <a:moveTo>
                  <a:pt x="0" y="61707"/>
                </a:moveTo>
                <a:lnTo>
                  <a:pt x="8887" y="0"/>
                </a:lnTo>
                <a:lnTo>
                  <a:pt x="46415" y="16764"/>
                </a:lnTo>
                <a:close/>
              </a:path>
            </a:pathLst>
          </a:custGeom>
          <a:solidFill>
            <a:srgbClr val="C5C5C5">
              <a:alpha val="98705"/>
            </a:srgbClr>
          </a:solidFill>
          <a:ln w="4912">
            <a:solidFill>
              <a:srgbClr val="C5C5C5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1" name="Kształt 151"/>
          <p:cNvSpPr/>
          <p:nvPr/>
        </p:nvSpPr>
        <p:spPr>
          <a:xfrm>
            <a:off x="23261440" y="4809158"/>
            <a:ext cx="46415" cy="44943"/>
          </a:xfrm>
          <a:custGeom>
            <a:avLst/>
            <a:gdLst/>
            <a:ahLst/>
            <a:cxnLst/>
            <a:rect l="0" t="0" r="r" b="b"/>
            <a:pathLst>
              <a:path w="46415" h="44943">
                <a:moveTo>
                  <a:pt x="0" y="44943"/>
                </a:moveTo>
                <a:lnTo>
                  <a:pt x="46415" y="0"/>
                </a:lnTo>
                <a:lnTo>
                  <a:pt x="41663" y="34501"/>
                </a:lnTo>
                <a:close/>
              </a:path>
            </a:pathLst>
          </a:custGeom>
          <a:solidFill>
            <a:srgbClr val="D7D7D7">
              <a:alpha val="98705"/>
            </a:srgbClr>
          </a:solidFill>
          <a:ln w="4912">
            <a:solidFill>
              <a:srgbClr val="D7D7D7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2" name="Kształt 152"/>
          <p:cNvSpPr/>
          <p:nvPr/>
        </p:nvSpPr>
        <p:spPr>
          <a:xfrm>
            <a:off x="23303103" y="4809158"/>
            <a:ext cx="53218" cy="34501"/>
          </a:xfrm>
          <a:custGeom>
            <a:avLst/>
            <a:gdLst/>
            <a:ahLst/>
            <a:cxnLst/>
            <a:rect l="0" t="0" r="r" b="b"/>
            <a:pathLst>
              <a:path w="53218" h="34501">
                <a:moveTo>
                  <a:pt x="53218" y="22097"/>
                </a:moveTo>
                <a:lnTo>
                  <a:pt x="0" y="34501"/>
                </a:lnTo>
                <a:lnTo>
                  <a:pt x="4751" y="0"/>
                </a:lnTo>
                <a:close/>
              </a:path>
            </a:pathLst>
          </a:custGeom>
          <a:solidFill>
            <a:srgbClr val="DBDBDB">
              <a:alpha val="98705"/>
            </a:srgbClr>
          </a:solidFill>
          <a:ln w="4912">
            <a:solidFill>
              <a:srgbClr val="DBDBDB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3" name="Kształt 153"/>
          <p:cNvSpPr/>
          <p:nvPr/>
        </p:nvSpPr>
        <p:spPr>
          <a:xfrm>
            <a:off x="23270327" y="4754002"/>
            <a:ext cx="70538" cy="38392"/>
          </a:xfrm>
          <a:custGeom>
            <a:avLst/>
            <a:gdLst/>
            <a:ahLst/>
            <a:cxnLst/>
            <a:rect l="0" t="0" r="r" b="b"/>
            <a:pathLst>
              <a:path w="70538" h="38392">
                <a:moveTo>
                  <a:pt x="0" y="38392"/>
                </a:moveTo>
                <a:lnTo>
                  <a:pt x="58720" y="0"/>
                </a:lnTo>
                <a:lnTo>
                  <a:pt x="70538" y="34064"/>
                </a:lnTo>
                <a:close/>
              </a:path>
            </a:pathLst>
          </a:custGeom>
          <a:solidFill>
            <a:srgbClr val="CCCCCC">
              <a:alpha val="98705"/>
            </a:srgbClr>
          </a:solidFill>
          <a:ln w="4912">
            <a:solidFill>
              <a:srgbClr val="CCCCCC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4" name="Kształt 154"/>
          <p:cNvSpPr/>
          <p:nvPr/>
        </p:nvSpPr>
        <p:spPr>
          <a:xfrm>
            <a:off x="23270327" y="4788066"/>
            <a:ext cx="70538" cy="21092"/>
          </a:xfrm>
          <a:custGeom>
            <a:avLst/>
            <a:gdLst/>
            <a:ahLst/>
            <a:cxnLst/>
            <a:rect l="0" t="0" r="r" b="b"/>
            <a:pathLst>
              <a:path w="70538" h="21092">
                <a:moveTo>
                  <a:pt x="0" y="4328"/>
                </a:moveTo>
                <a:lnTo>
                  <a:pt x="70538" y="0"/>
                </a:lnTo>
                <a:lnTo>
                  <a:pt x="37528" y="21092"/>
                </a:lnTo>
                <a:close/>
              </a:path>
            </a:pathLst>
          </a:custGeom>
          <a:solidFill>
            <a:srgbClr val="C9C9C9">
              <a:alpha val="98705"/>
            </a:srgbClr>
          </a:solidFill>
          <a:ln w="4912">
            <a:solidFill>
              <a:srgbClr val="C9C9C9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5" name="Kształt 155"/>
          <p:cNvSpPr/>
          <p:nvPr/>
        </p:nvSpPr>
        <p:spPr>
          <a:xfrm>
            <a:off x="23307855" y="4788066"/>
            <a:ext cx="48467" cy="43189"/>
          </a:xfrm>
          <a:custGeom>
            <a:avLst/>
            <a:gdLst/>
            <a:ahLst/>
            <a:cxnLst/>
            <a:rect l="0" t="0" r="r" b="b"/>
            <a:pathLst>
              <a:path w="48467" h="43189">
                <a:moveTo>
                  <a:pt x="48467" y="43189"/>
                </a:moveTo>
                <a:lnTo>
                  <a:pt x="0" y="21092"/>
                </a:lnTo>
                <a:lnTo>
                  <a:pt x="33010" y="0"/>
                </a:lnTo>
                <a:close/>
              </a:path>
            </a:pathLst>
          </a:custGeom>
          <a:solidFill>
            <a:srgbClr val="E1E1E1">
              <a:alpha val="98705"/>
            </a:srgbClr>
          </a:solidFill>
          <a:ln w="4912">
            <a:solidFill>
              <a:srgbClr val="E1E1E1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6" name="Kształt 156"/>
          <p:cNvSpPr/>
          <p:nvPr/>
        </p:nvSpPr>
        <p:spPr>
          <a:xfrm>
            <a:off x="23329047" y="4754002"/>
            <a:ext cx="65653" cy="42314"/>
          </a:xfrm>
          <a:custGeom>
            <a:avLst/>
            <a:gdLst/>
            <a:ahLst/>
            <a:cxnLst/>
            <a:rect l="0" t="0" r="r" b="b"/>
            <a:pathLst>
              <a:path w="65653" h="42314">
                <a:moveTo>
                  <a:pt x="0" y="0"/>
                </a:moveTo>
                <a:lnTo>
                  <a:pt x="65653" y="14364"/>
                </a:lnTo>
                <a:lnTo>
                  <a:pt x="48596" y="42314"/>
                </a:lnTo>
                <a:close/>
              </a:path>
            </a:pathLst>
          </a:custGeom>
          <a:solidFill>
            <a:srgbClr val="DCDCDC">
              <a:alpha val="98705"/>
            </a:srgbClr>
          </a:solidFill>
          <a:ln w="4912">
            <a:solidFill>
              <a:srgbClr val="DCDCDC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7" name="Kształt 157"/>
          <p:cNvSpPr/>
          <p:nvPr/>
        </p:nvSpPr>
        <p:spPr>
          <a:xfrm>
            <a:off x="23329047" y="4754002"/>
            <a:ext cx="48596" cy="42314"/>
          </a:xfrm>
          <a:custGeom>
            <a:avLst/>
            <a:gdLst/>
            <a:ahLst/>
            <a:cxnLst/>
            <a:rect l="0" t="0" r="r" b="b"/>
            <a:pathLst>
              <a:path w="48596" h="42314">
                <a:moveTo>
                  <a:pt x="0" y="0"/>
                </a:moveTo>
                <a:lnTo>
                  <a:pt x="48596" y="42314"/>
                </a:lnTo>
                <a:lnTo>
                  <a:pt x="11818" y="34064"/>
                </a:lnTo>
                <a:close/>
              </a:path>
            </a:pathLst>
          </a:custGeom>
          <a:solidFill>
            <a:srgbClr val="DDDDDD">
              <a:alpha val="98705"/>
            </a:srgbClr>
          </a:solidFill>
          <a:ln w="4912">
            <a:solidFill>
              <a:srgbClr val="DDDDDD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8" name="Kształt 158"/>
          <p:cNvSpPr/>
          <p:nvPr/>
        </p:nvSpPr>
        <p:spPr>
          <a:xfrm>
            <a:off x="23340865" y="4788066"/>
            <a:ext cx="36778" cy="43189"/>
          </a:xfrm>
          <a:custGeom>
            <a:avLst/>
            <a:gdLst/>
            <a:ahLst/>
            <a:cxnLst/>
            <a:rect l="0" t="0" r="r" b="b"/>
            <a:pathLst>
              <a:path w="36778" h="43189">
                <a:moveTo>
                  <a:pt x="15456" y="43189"/>
                </a:moveTo>
                <a:lnTo>
                  <a:pt x="0" y="0"/>
                </a:lnTo>
                <a:lnTo>
                  <a:pt x="36778" y="8250"/>
                </a:lnTo>
                <a:close/>
              </a:path>
            </a:pathLst>
          </a:custGeom>
          <a:solidFill>
            <a:srgbClr val="E3E3E3">
              <a:alpha val="98705"/>
            </a:srgbClr>
          </a:solidFill>
          <a:ln w="4912">
            <a:solidFill>
              <a:srgbClr val="E3E3E3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9" name="Kształt 159"/>
          <p:cNvSpPr/>
          <p:nvPr/>
        </p:nvSpPr>
        <p:spPr>
          <a:xfrm>
            <a:off x="23390072" y="4768365"/>
            <a:ext cx="27061" cy="59127"/>
          </a:xfrm>
          <a:custGeom>
            <a:avLst/>
            <a:gdLst/>
            <a:ahLst/>
            <a:cxnLst/>
            <a:rect l="0" t="0" r="r" b="b"/>
            <a:pathLst>
              <a:path w="27061" h="59127">
                <a:moveTo>
                  <a:pt x="4627" y="0"/>
                </a:moveTo>
                <a:lnTo>
                  <a:pt x="27061" y="56270"/>
                </a:lnTo>
                <a:lnTo>
                  <a:pt x="0" y="59127"/>
                </a:lnTo>
                <a:close/>
              </a:path>
            </a:pathLst>
          </a:custGeom>
          <a:solidFill>
            <a:srgbClr val="F6F6F6">
              <a:alpha val="98705"/>
            </a:srgbClr>
          </a:solidFill>
          <a:ln w="4912">
            <a:solidFill>
              <a:srgbClr val="F6F6F6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0" name="Kształt 160"/>
          <p:cNvSpPr/>
          <p:nvPr/>
        </p:nvSpPr>
        <p:spPr>
          <a:xfrm>
            <a:off x="23377643" y="4768365"/>
            <a:ext cx="17057" cy="59127"/>
          </a:xfrm>
          <a:custGeom>
            <a:avLst/>
            <a:gdLst/>
            <a:ahLst/>
            <a:cxnLst/>
            <a:rect l="0" t="0" r="r" b="b"/>
            <a:pathLst>
              <a:path w="17057" h="59127">
                <a:moveTo>
                  <a:pt x="17057" y="0"/>
                </a:moveTo>
                <a:lnTo>
                  <a:pt x="12430" y="59127"/>
                </a:lnTo>
                <a:lnTo>
                  <a:pt x="0" y="27951"/>
                </a:lnTo>
                <a:close/>
              </a:path>
            </a:pathLst>
          </a:custGeom>
          <a:solidFill>
            <a:srgbClr val="EBEBEB">
              <a:alpha val="98705"/>
            </a:srgbClr>
          </a:solidFill>
          <a:ln w="4912">
            <a:solidFill>
              <a:srgbClr val="EBEBEB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1" name="Kształt 161"/>
          <p:cNvSpPr/>
          <p:nvPr/>
        </p:nvSpPr>
        <p:spPr>
          <a:xfrm>
            <a:off x="23356321" y="4796316"/>
            <a:ext cx="33751" cy="34939"/>
          </a:xfrm>
          <a:custGeom>
            <a:avLst/>
            <a:gdLst/>
            <a:ahLst/>
            <a:cxnLst/>
            <a:rect l="0" t="0" r="r" b="b"/>
            <a:pathLst>
              <a:path w="33751" h="34939">
                <a:moveTo>
                  <a:pt x="0" y="34939"/>
                </a:moveTo>
                <a:lnTo>
                  <a:pt x="21321" y="0"/>
                </a:lnTo>
                <a:lnTo>
                  <a:pt x="33751" y="31177"/>
                </a:lnTo>
                <a:close/>
              </a:path>
            </a:pathLst>
          </a:custGeom>
          <a:solidFill>
            <a:srgbClr val="F0F0F0">
              <a:alpha val="98705"/>
            </a:srgbClr>
          </a:solidFill>
          <a:ln w="4912">
            <a:solidFill>
              <a:srgbClr val="F0F0F0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2" name="Kształt 162"/>
          <p:cNvSpPr/>
          <p:nvPr/>
        </p:nvSpPr>
        <p:spPr>
          <a:xfrm>
            <a:off x="23369059" y="4824635"/>
            <a:ext cx="48074" cy="55594"/>
          </a:xfrm>
          <a:custGeom>
            <a:avLst/>
            <a:gdLst/>
            <a:ahLst/>
            <a:cxnLst/>
            <a:rect l="0" t="0" r="r" b="b"/>
            <a:pathLst>
              <a:path w="48074" h="55594">
                <a:moveTo>
                  <a:pt x="48074" y="0"/>
                </a:moveTo>
                <a:lnTo>
                  <a:pt x="10313" y="55594"/>
                </a:lnTo>
                <a:lnTo>
                  <a:pt x="0" y="34148"/>
                </a:lnTo>
                <a:close/>
              </a:path>
            </a:pathLst>
          </a:custGeom>
          <a:solidFill>
            <a:srgbClr val="F9F9F9">
              <a:alpha val="98705"/>
            </a:srgbClr>
          </a:solidFill>
          <a:ln w="4912">
            <a:solidFill>
              <a:srgbClr val="F9F9F9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3" name="Kształt 163"/>
          <p:cNvSpPr/>
          <p:nvPr/>
        </p:nvSpPr>
        <p:spPr>
          <a:xfrm>
            <a:off x="23369059" y="4824635"/>
            <a:ext cx="48074" cy="34148"/>
          </a:xfrm>
          <a:custGeom>
            <a:avLst/>
            <a:gdLst/>
            <a:ahLst/>
            <a:cxnLst/>
            <a:rect l="0" t="0" r="r" b="b"/>
            <a:pathLst>
              <a:path w="48074" h="34148">
                <a:moveTo>
                  <a:pt x="48074" y="0"/>
                </a:moveTo>
                <a:lnTo>
                  <a:pt x="0" y="34148"/>
                </a:lnTo>
                <a:lnTo>
                  <a:pt x="21013" y="2858"/>
                </a:lnTo>
                <a:close/>
              </a:path>
            </a:pathLst>
          </a:custGeom>
          <a:solidFill>
            <a:srgbClr val="FAFAFA">
              <a:alpha val="98705"/>
            </a:srgbClr>
          </a:solidFill>
          <a:ln w="4912">
            <a:solidFill>
              <a:srgbClr val="FAFAFA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4" name="Kształt 164"/>
          <p:cNvSpPr/>
          <p:nvPr/>
        </p:nvSpPr>
        <p:spPr>
          <a:xfrm>
            <a:off x="23356321" y="4827493"/>
            <a:ext cx="33751" cy="31291"/>
          </a:xfrm>
          <a:custGeom>
            <a:avLst/>
            <a:gdLst/>
            <a:ahLst/>
            <a:cxnLst/>
            <a:rect l="0" t="0" r="r" b="b"/>
            <a:pathLst>
              <a:path w="33751" h="31291">
                <a:moveTo>
                  <a:pt x="0" y="3762"/>
                </a:moveTo>
                <a:lnTo>
                  <a:pt x="33751" y="0"/>
                </a:lnTo>
                <a:lnTo>
                  <a:pt x="12738" y="31291"/>
                </a:lnTo>
                <a:close/>
              </a:path>
            </a:pathLst>
          </a:custGeom>
          <a:solidFill>
            <a:srgbClr val="F0F0F0">
              <a:alpha val="98705"/>
            </a:srgbClr>
          </a:solidFill>
          <a:ln w="4912">
            <a:solidFill>
              <a:srgbClr val="F0F0F0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5" name="Kształt 165"/>
          <p:cNvSpPr/>
          <p:nvPr/>
        </p:nvSpPr>
        <p:spPr>
          <a:xfrm>
            <a:off x="23310344" y="4866188"/>
            <a:ext cx="69028" cy="26579"/>
          </a:xfrm>
          <a:custGeom>
            <a:avLst/>
            <a:gdLst/>
            <a:ahLst/>
            <a:cxnLst/>
            <a:rect l="0" t="0" r="r" b="b"/>
            <a:pathLst>
              <a:path w="69028" h="26579">
                <a:moveTo>
                  <a:pt x="69028" y="14040"/>
                </a:moveTo>
                <a:lnTo>
                  <a:pt x="0" y="26579"/>
                </a:lnTo>
                <a:lnTo>
                  <a:pt x="20248" y="0"/>
                </a:lnTo>
                <a:close/>
              </a:path>
            </a:pathLst>
          </a:custGeom>
          <a:solidFill>
            <a:srgbClr val="F5F5F5">
              <a:alpha val="98705"/>
            </a:srgbClr>
          </a:solidFill>
          <a:ln w="4912">
            <a:solidFill>
              <a:srgbClr val="F5F5F5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6" name="Kształt 166"/>
          <p:cNvSpPr/>
          <p:nvPr/>
        </p:nvSpPr>
        <p:spPr>
          <a:xfrm>
            <a:off x="23330592" y="4858783"/>
            <a:ext cx="48780" cy="21445"/>
          </a:xfrm>
          <a:custGeom>
            <a:avLst/>
            <a:gdLst/>
            <a:ahLst/>
            <a:cxnLst/>
            <a:rect l="0" t="0" r="r" b="b"/>
            <a:pathLst>
              <a:path w="48780" h="21445">
                <a:moveTo>
                  <a:pt x="48780" y="21445"/>
                </a:moveTo>
                <a:lnTo>
                  <a:pt x="0" y="7405"/>
                </a:lnTo>
                <a:lnTo>
                  <a:pt x="38467" y="0"/>
                </a:lnTo>
                <a:close/>
              </a:path>
            </a:pathLst>
          </a:custGeom>
          <a:solidFill>
            <a:srgbClr val="F4F4F4">
              <a:alpha val="98705"/>
            </a:srgbClr>
          </a:solidFill>
          <a:ln w="4912">
            <a:solidFill>
              <a:srgbClr val="F4F4F4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7" name="Kształt 167"/>
          <p:cNvSpPr/>
          <p:nvPr/>
        </p:nvSpPr>
        <p:spPr>
          <a:xfrm>
            <a:off x="23330592" y="4831255"/>
            <a:ext cx="38467" cy="34934"/>
          </a:xfrm>
          <a:custGeom>
            <a:avLst/>
            <a:gdLst/>
            <a:ahLst/>
            <a:cxnLst/>
            <a:rect l="0" t="0" r="r" b="b"/>
            <a:pathLst>
              <a:path w="38467" h="34934">
                <a:moveTo>
                  <a:pt x="25730" y="0"/>
                </a:moveTo>
                <a:lnTo>
                  <a:pt x="38467" y="27529"/>
                </a:lnTo>
                <a:lnTo>
                  <a:pt x="0" y="34934"/>
                </a:lnTo>
                <a:close/>
              </a:path>
            </a:pathLst>
          </a:custGeom>
          <a:solidFill>
            <a:srgbClr val="F2F2F2">
              <a:alpha val="98705"/>
            </a:srgbClr>
          </a:solidFill>
          <a:ln w="4912">
            <a:solidFill>
              <a:srgbClr val="F2F2F2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8" name="Kształt 168"/>
          <p:cNvSpPr/>
          <p:nvPr/>
        </p:nvSpPr>
        <p:spPr>
          <a:xfrm>
            <a:off x="23261440" y="4843660"/>
            <a:ext cx="48904" cy="49108"/>
          </a:xfrm>
          <a:custGeom>
            <a:avLst/>
            <a:gdLst/>
            <a:ahLst/>
            <a:cxnLst/>
            <a:rect l="0" t="0" r="r" b="b"/>
            <a:pathLst>
              <a:path w="48904" h="49108">
                <a:moveTo>
                  <a:pt x="48904" y="49108"/>
                </a:moveTo>
                <a:lnTo>
                  <a:pt x="0" y="10442"/>
                </a:lnTo>
                <a:lnTo>
                  <a:pt x="41663" y="0"/>
                </a:lnTo>
                <a:close/>
              </a:path>
            </a:pathLst>
          </a:custGeom>
          <a:solidFill>
            <a:srgbClr val="DADADA">
              <a:alpha val="98705"/>
            </a:srgbClr>
          </a:solidFill>
          <a:ln w="4912">
            <a:solidFill>
              <a:srgbClr val="DADADA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9" name="Kształt 169"/>
          <p:cNvSpPr/>
          <p:nvPr/>
        </p:nvSpPr>
        <p:spPr>
          <a:xfrm>
            <a:off x="23303103" y="4843660"/>
            <a:ext cx="27489" cy="49108"/>
          </a:xfrm>
          <a:custGeom>
            <a:avLst/>
            <a:gdLst/>
            <a:ahLst/>
            <a:cxnLst/>
            <a:rect l="0" t="0" r="r" b="b"/>
            <a:pathLst>
              <a:path w="27489" h="49108">
                <a:moveTo>
                  <a:pt x="7241" y="49108"/>
                </a:moveTo>
                <a:lnTo>
                  <a:pt x="0" y="0"/>
                </a:lnTo>
                <a:lnTo>
                  <a:pt x="27489" y="22529"/>
                </a:lnTo>
                <a:close/>
              </a:path>
            </a:pathLst>
          </a:custGeom>
          <a:solidFill>
            <a:srgbClr val="EAEAEA">
              <a:alpha val="98705"/>
            </a:srgbClr>
          </a:solidFill>
          <a:ln w="4912">
            <a:solidFill>
              <a:srgbClr val="EAEAEA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0" name="Kształt 170"/>
          <p:cNvSpPr/>
          <p:nvPr/>
        </p:nvSpPr>
        <p:spPr>
          <a:xfrm>
            <a:off x="23303103" y="4831255"/>
            <a:ext cx="53218" cy="34934"/>
          </a:xfrm>
          <a:custGeom>
            <a:avLst/>
            <a:gdLst/>
            <a:ahLst/>
            <a:cxnLst/>
            <a:rect l="0" t="0" r="r" b="b"/>
            <a:pathLst>
              <a:path w="53218" h="34934">
                <a:moveTo>
                  <a:pt x="53218" y="0"/>
                </a:moveTo>
                <a:lnTo>
                  <a:pt x="27489" y="34934"/>
                </a:lnTo>
                <a:lnTo>
                  <a:pt x="0" y="12405"/>
                </a:lnTo>
                <a:close/>
              </a:path>
            </a:pathLst>
          </a:custGeom>
          <a:solidFill>
            <a:srgbClr val="E5E5E5">
              <a:alpha val="98705"/>
            </a:srgbClr>
          </a:solidFill>
          <a:ln w="4912">
            <a:solidFill>
              <a:srgbClr val="E5E5E5">
                <a:alpha val="98705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1" name="Kształt 171"/>
          <p:cNvSpPr/>
          <p:nvPr/>
        </p:nvSpPr>
        <p:spPr>
          <a:xfrm>
            <a:off x="23126391" y="5255550"/>
            <a:ext cx="47288" cy="70479"/>
          </a:xfrm>
          <a:custGeom>
            <a:avLst/>
            <a:gdLst/>
            <a:ahLst/>
            <a:cxnLst/>
            <a:rect l="0" t="0" r="r" b="b"/>
            <a:pathLst>
              <a:path w="47288" h="70479">
                <a:moveTo>
                  <a:pt x="14385" y="70479"/>
                </a:moveTo>
                <a:lnTo>
                  <a:pt x="0" y="0"/>
                </a:lnTo>
                <a:lnTo>
                  <a:pt x="47288" y="3589"/>
                </a:lnTo>
                <a:close/>
              </a:path>
            </a:pathLst>
          </a:custGeom>
          <a:solidFill>
            <a:srgbClr val="C5C5C5">
              <a:alpha val="96337"/>
            </a:srgbClr>
          </a:solidFill>
          <a:ln w="5667">
            <a:solidFill>
              <a:srgbClr val="C5C5C5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2" name="Kształt 172"/>
          <p:cNvSpPr/>
          <p:nvPr/>
        </p:nvSpPr>
        <p:spPr>
          <a:xfrm>
            <a:off x="23140776" y="5259139"/>
            <a:ext cx="41181" cy="66891"/>
          </a:xfrm>
          <a:custGeom>
            <a:avLst/>
            <a:gdLst/>
            <a:ahLst/>
            <a:cxnLst/>
            <a:rect l="0" t="0" r="r" b="b"/>
            <a:pathLst>
              <a:path w="41181" h="66891">
                <a:moveTo>
                  <a:pt x="0" y="66891"/>
                </a:moveTo>
                <a:lnTo>
                  <a:pt x="32903" y="0"/>
                </a:lnTo>
                <a:lnTo>
                  <a:pt x="41181" y="39321"/>
                </a:lnTo>
                <a:close/>
              </a:path>
            </a:pathLst>
          </a:custGeom>
          <a:solidFill>
            <a:srgbClr val="D7D7D7">
              <a:alpha val="96337"/>
            </a:srgbClr>
          </a:solidFill>
          <a:ln w="5667">
            <a:solidFill>
              <a:srgbClr val="D7D7D7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3" name="Kształt 173"/>
          <p:cNvSpPr/>
          <p:nvPr/>
        </p:nvSpPr>
        <p:spPr>
          <a:xfrm>
            <a:off x="23173678" y="5259139"/>
            <a:ext cx="61245" cy="39321"/>
          </a:xfrm>
          <a:custGeom>
            <a:avLst/>
            <a:gdLst/>
            <a:ahLst/>
            <a:cxnLst/>
            <a:rect l="0" t="0" r="r" b="b"/>
            <a:pathLst>
              <a:path w="61245" h="39321">
                <a:moveTo>
                  <a:pt x="61245" y="5119"/>
                </a:moveTo>
                <a:lnTo>
                  <a:pt x="8279" y="39321"/>
                </a:lnTo>
                <a:lnTo>
                  <a:pt x="0" y="0"/>
                </a:lnTo>
                <a:close/>
              </a:path>
            </a:pathLst>
          </a:custGeom>
          <a:solidFill>
            <a:srgbClr val="DBDBDB">
              <a:alpha val="96337"/>
            </a:srgbClr>
          </a:solidFill>
          <a:ln w="5667">
            <a:solidFill>
              <a:srgbClr val="DBDBDB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4" name="Kształt 174"/>
          <p:cNvSpPr/>
          <p:nvPr/>
        </p:nvSpPr>
        <p:spPr>
          <a:xfrm>
            <a:off x="23126391" y="5190981"/>
            <a:ext cx="74923" cy="64570"/>
          </a:xfrm>
          <a:custGeom>
            <a:avLst/>
            <a:gdLst/>
            <a:ahLst/>
            <a:cxnLst/>
            <a:rect l="0" t="0" r="r" b="b"/>
            <a:pathLst>
              <a:path w="74923" h="64570">
                <a:moveTo>
                  <a:pt x="0" y="64570"/>
                </a:moveTo>
                <a:lnTo>
                  <a:pt x="48819" y="0"/>
                </a:lnTo>
                <a:lnTo>
                  <a:pt x="74923" y="32392"/>
                </a:lnTo>
                <a:close/>
              </a:path>
            </a:pathLst>
          </a:custGeom>
          <a:solidFill>
            <a:srgbClr val="CCCCCC">
              <a:alpha val="96337"/>
            </a:srgbClr>
          </a:solidFill>
          <a:ln w="5667">
            <a:solidFill>
              <a:srgbClr val="CCCCCC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5" name="Kształt 175"/>
          <p:cNvSpPr/>
          <p:nvPr/>
        </p:nvSpPr>
        <p:spPr>
          <a:xfrm>
            <a:off x="23126391" y="5223373"/>
            <a:ext cx="74923" cy="35766"/>
          </a:xfrm>
          <a:custGeom>
            <a:avLst/>
            <a:gdLst/>
            <a:ahLst/>
            <a:cxnLst/>
            <a:rect l="0" t="0" r="r" b="b"/>
            <a:pathLst>
              <a:path w="74923" h="35766">
                <a:moveTo>
                  <a:pt x="0" y="32177"/>
                </a:moveTo>
                <a:lnTo>
                  <a:pt x="74923" y="0"/>
                </a:lnTo>
                <a:lnTo>
                  <a:pt x="47288" y="35766"/>
                </a:lnTo>
                <a:close/>
              </a:path>
            </a:pathLst>
          </a:custGeom>
          <a:solidFill>
            <a:srgbClr val="C9C9C9">
              <a:alpha val="96337"/>
            </a:srgbClr>
          </a:solidFill>
          <a:ln w="5667">
            <a:solidFill>
              <a:srgbClr val="C9C9C9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6" name="Kształt 176"/>
          <p:cNvSpPr/>
          <p:nvPr/>
        </p:nvSpPr>
        <p:spPr>
          <a:xfrm>
            <a:off x="23173678" y="5223373"/>
            <a:ext cx="61245" cy="40885"/>
          </a:xfrm>
          <a:custGeom>
            <a:avLst/>
            <a:gdLst/>
            <a:ahLst/>
            <a:cxnLst/>
            <a:rect l="0" t="0" r="r" b="b"/>
            <a:pathLst>
              <a:path w="61245" h="40885">
                <a:moveTo>
                  <a:pt x="61245" y="40885"/>
                </a:moveTo>
                <a:lnTo>
                  <a:pt x="0" y="35766"/>
                </a:lnTo>
                <a:lnTo>
                  <a:pt x="27636" y="0"/>
                </a:lnTo>
                <a:close/>
              </a:path>
            </a:pathLst>
          </a:custGeom>
          <a:solidFill>
            <a:srgbClr val="E1E1E1">
              <a:alpha val="96337"/>
            </a:srgbClr>
          </a:solidFill>
          <a:ln w="5667">
            <a:solidFill>
              <a:srgbClr val="E1E1E1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7" name="Kształt 177"/>
          <p:cNvSpPr/>
          <p:nvPr/>
        </p:nvSpPr>
        <p:spPr>
          <a:xfrm>
            <a:off x="23175210" y="5181007"/>
            <a:ext cx="76898" cy="37001"/>
          </a:xfrm>
          <a:custGeom>
            <a:avLst/>
            <a:gdLst/>
            <a:ahLst/>
            <a:cxnLst/>
            <a:rect l="0" t="0" r="r" b="b"/>
            <a:pathLst>
              <a:path w="76898" h="37001">
                <a:moveTo>
                  <a:pt x="0" y="9974"/>
                </a:moveTo>
                <a:lnTo>
                  <a:pt x="76898" y="0"/>
                </a:lnTo>
                <a:lnTo>
                  <a:pt x="69261" y="37001"/>
                </a:lnTo>
                <a:close/>
              </a:path>
            </a:pathLst>
          </a:custGeom>
          <a:solidFill>
            <a:srgbClr val="DCDCDC">
              <a:alpha val="96337"/>
            </a:srgbClr>
          </a:solidFill>
          <a:ln w="5667">
            <a:solidFill>
              <a:srgbClr val="DCDCDC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8" name="Kształt 178"/>
          <p:cNvSpPr/>
          <p:nvPr/>
        </p:nvSpPr>
        <p:spPr>
          <a:xfrm>
            <a:off x="23175210" y="5190981"/>
            <a:ext cx="69261" cy="32392"/>
          </a:xfrm>
          <a:custGeom>
            <a:avLst/>
            <a:gdLst/>
            <a:ahLst/>
            <a:cxnLst/>
            <a:rect l="0" t="0" r="r" b="b"/>
            <a:pathLst>
              <a:path w="69261" h="32392">
                <a:moveTo>
                  <a:pt x="0" y="0"/>
                </a:moveTo>
                <a:lnTo>
                  <a:pt x="69261" y="27027"/>
                </a:lnTo>
                <a:lnTo>
                  <a:pt x="26104" y="32392"/>
                </a:lnTo>
                <a:close/>
              </a:path>
            </a:pathLst>
          </a:custGeom>
          <a:solidFill>
            <a:srgbClr val="DDDDDD">
              <a:alpha val="96337"/>
            </a:srgbClr>
          </a:solidFill>
          <a:ln w="5667">
            <a:solidFill>
              <a:srgbClr val="DDDDDD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9" name="Kształt 179"/>
          <p:cNvSpPr/>
          <p:nvPr/>
        </p:nvSpPr>
        <p:spPr>
          <a:xfrm>
            <a:off x="23201314" y="5218008"/>
            <a:ext cx="43156" cy="46251"/>
          </a:xfrm>
          <a:custGeom>
            <a:avLst/>
            <a:gdLst/>
            <a:ahLst/>
            <a:cxnLst/>
            <a:rect l="0" t="0" r="r" b="b"/>
            <a:pathLst>
              <a:path w="43156" h="46251">
                <a:moveTo>
                  <a:pt x="33610" y="46251"/>
                </a:moveTo>
                <a:lnTo>
                  <a:pt x="0" y="5365"/>
                </a:lnTo>
                <a:lnTo>
                  <a:pt x="43156" y="0"/>
                </a:lnTo>
                <a:close/>
              </a:path>
            </a:pathLst>
          </a:custGeom>
          <a:solidFill>
            <a:srgbClr val="E3E3E3">
              <a:alpha val="96337"/>
            </a:srgbClr>
          </a:solidFill>
          <a:ln w="5667">
            <a:solidFill>
              <a:srgbClr val="E3E3E3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0" name="Kształt 180"/>
          <p:cNvSpPr/>
          <p:nvPr/>
        </p:nvSpPr>
        <p:spPr>
          <a:xfrm>
            <a:off x="23252108" y="5181007"/>
            <a:ext cx="46283" cy="66019"/>
          </a:xfrm>
          <a:custGeom>
            <a:avLst/>
            <a:gdLst/>
            <a:ahLst/>
            <a:cxnLst/>
            <a:rect l="0" t="0" r="r" b="b"/>
            <a:pathLst>
              <a:path w="46283" h="66019">
                <a:moveTo>
                  <a:pt x="0" y="0"/>
                </a:moveTo>
                <a:lnTo>
                  <a:pt x="46283" y="52374"/>
                </a:lnTo>
                <a:lnTo>
                  <a:pt x="18006" y="66019"/>
                </a:lnTo>
                <a:close/>
              </a:path>
            </a:pathLst>
          </a:custGeom>
          <a:solidFill>
            <a:srgbClr val="F6F6F6">
              <a:alpha val="96337"/>
            </a:srgbClr>
          </a:solidFill>
          <a:ln w="5667">
            <a:solidFill>
              <a:srgbClr val="F6F6F6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1" name="Kształt 181"/>
          <p:cNvSpPr/>
          <p:nvPr/>
        </p:nvSpPr>
        <p:spPr>
          <a:xfrm>
            <a:off x="23244470" y="5181007"/>
            <a:ext cx="25643" cy="66019"/>
          </a:xfrm>
          <a:custGeom>
            <a:avLst/>
            <a:gdLst/>
            <a:ahLst/>
            <a:cxnLst/>
            <a:rect l="0" t="0" r="r" b="b"/>
            <a:pathLst>
              <a:path w="25643" h="66019">
                <a:moveTo>
                  <a:pt x="7637" y="0"/>
                </a:moveTo>
                <a:lnTo>
                  <a:pt x="25643" y="66019"/>
                </a:lnTo>
                <a:lnTo>
                  <a:pt x="0" y="37001"/>
                </a:lnTo>
                <a:close/>
              </a:path>
            </a:pathLst>
          </a:custGeom>
          <a:solidFill>
            <a:srgbClr val="EBEBEB">
              <a:alpha val="96337"/>
            </a:srgbClr>
          </a:solidFill>
          <a:ln w="5667">
            <a:solidFill>
              <a:srgbClr val="EBEBEB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2" name="Kształt 182"/>
          <p:cNvSpPr/>
          <p:nvPr/>
        </p:nvSpPr>
        <p:spPr>
          <a:xfrm>
            <a:off x="23234923" y="5218008"/>
            <a:ext cx="35190" cy="46251"/>
          </a:xfrm>
          <a:custGeom>
            <a:avLst/>
            <a:gdLst/>
            <a:ahLst/>
            <a:cxnLst/>
            <a:rect l="0" t="0" r="r" b="b"/>
            <a:pathLst>
              <a:path w="35190" h="46251">
                <a:moveTo>
                  <a:pt x="0" y="46251"/>
                </a:moveTo>
                <a:lnTo>
                  <a:pt x="9547" y="0"/>
                </a:lnTo>
                <a:lnTo>
                  <a:pt x="35190" y="29018"/>
                </a:lnTo>
                <a:close/>
              </a:path>
            </a:pathLst>
          </a:custGeom>
          <a:solidFill>
            <a:srgbClr val="F0F0F0">
              <a:alpha val="96337"/>
            </a:srgbClr>
          </a:solidFill>
          <a:ln w="5667">
            <a:solidFill>
              <a:srgbClr val="F0F0F0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3" name="Kształt 183"/>
          <p:cNvSpPr/>
          <p:nvPr/>
        </p:nvSpPr>
        <p:spPr>
          <a:xfrm>
            <a:off x="23259481" y="5233381"/>
            <a:ext cx="38910" cy="75087"/>
          </a:xfrm>
          <a:custGeom>
            <a:avLst/>
            <a:gdLst/>
            <a:ahLst/>
            <a:cxnLst/>
            <a:rect l="0" t="0" r="r" b="b"/>
            <a:pathLst>
              <a:path w="38910" h="75087">
                <a:moveTo>
                  <a:pt x="38910" y="0"/>
                </a:moveTo>
                <a:lnTo>
                  <a:pt x="19554" y="75087"/>
                </a:lnTo>
                <a:lnTo>
                  <a:pt x="0" y="55813"/>
                </a:lnTo>
                <a:close/>
              </a:path>
            </a:pathLst>
          </a:custGeom>
          <a:solidFill>
            <a:srgbClr val="F9F9F9">
              <a:alpha val="96337"/>
            </a:srgbClr>
          </a:solidFill>
          <a:ln w="5667">
            <a:solidFill>
              <a:srgbClr val="F9F9F9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4" name="Kształt 184"/>
          <p:cNvSpPr/>
          <p:nvPr/>
        </p:nvSpPr>
        <p:spPr>
          <a:xfrm>
            <a:off x="23259481" y="5233381"/>
            <a:ext cx="38910" cy="55813"/>
          </a:xfrm>
          <a:custGeom>
            <a:avLst/>
            <a:gdLst/>
            <a:ahLst/>
            <a:cxnLst/>
            <a:rect l="0" t="0" r="r" b="b"/>
            <a:pathLst>
              <a:path w="38910" h="55813">
                <a:moveTo>
                  <a:pt x="38910" y="0"/>
                </a:moveTo>
                <a:lnTo>
                  <a:pt x="0" y="55813"/>
                </a:lnTo>
                <a:lnTo>
                  <a:pt x="10633" y="13645"/>
                </a:lnTo>
                <a:close/>
              </a:path>
            </a:pathLst>
          </a:custGeom>
          <a:solidFill>
            <a:srgbClr val="FAFAFA">
              <a:alpha val="96337"/>
            </a:srgbClr>
          </a:solidFill>
          <a:ln w="5667">
            <a:solidFill>
              <a:srgbClr val="FAFAFA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5" name="Kształt 185"/>
          <p:cNvSpPr/>
          <p:nvPr/>
        </p:nvSpPr>
        <p:spPr>
          <a:xfrm>
            <a:off x="23234923" y="5247026"/>
            <a:ext cx="35190" cy="42169"/>
          </a:xfrm>
          <a:custGeom>
            <a:avLst/>
            <a:gdLst/>
            <a:ahLst/>
            <a:cxnLst/>
            <a:rect l="0" t="0" r="r" b="b"/>
            <a:pathLst>
              <a:path w="35190" h="42169">
                <a:moveTo>
                  <a:pt x="0" y="17233"/>
                </a:moveTo>
                <a:lnTo>
                  <a:pt x="35190" y="0"/>
                </a:lnTo>
                <a:lnTo>
                  <a:pt x="24557" y="42169"/>
                </a:lnTo>
                <a:close/>
              </a:path>
            </a:pathLst>
          </a:custGeom>
          <a:solidFill>
            <a:srgbClr val="F0F0F0">
              <a:alpha val="96337"/>
            </a:srgbClr>
          </a:solidFill>
          <a:ln w="5667">
            <a:solidFill>
              <a:srgbClr val="F0F0F0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6" name="Kształt 186"/>
          <p:cNvSpPr/>
          <p:nvPr/>
        </p:nvSpPr>
        <p:spPr>
          <a:xfrm>
            <a:off x="23208950" y="5308468"/>
            <a:ext cx="70084" cy="40506"/>
          </a:xfrm>
          <a:custGeom>
            <a:avLst/>
            <a:gdLst/>
            <a:ahLst/>
            <a:cxnLst/>
            <a:rect l="0" t="0" r="r" b="b"/>
            <a:pathLst>
              <a:path w="70084" h="40506">
                <a:moveTo>
                  <a:pt x="70084" y="0"/>
                </a:moveTo>
                <a:lnTo>
                  <a:pt x="0" y="40506"/>
                </a:lnTo>
                <a:lnTo>
                  <a:pt x="11637" y="3752"/>
                </a:lnTo>
                <a:close/>
              </a:path>
            </a:pathLst>
          </a:custGeom>
          <a:solidFill>
            <a:srgbClr val="F5F5F5">
              <a:alpha val="96337"/>
            </a:srgbClr>
          </a:solidFill>
          <a:ln w="5667">
            <a:solidFill>
              <a:srgbClr val="F5F5F5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7" name="Kształt 187"/>
          <p:cNvSpPr/>
          <p:nvPr/>
        </p:nvSpPr>
        <p:spPr>
          <a:xfrm>
            <a:off x="23220587" y="5289194"/>
            <a:ext cx="58447" cy="23026"/>
          </a:xfrm>
          <a:custGeom>
            <a:avLst/>
            <a:gdLst/>
            <a:ahLst/>
            <a:cxnLst/>
            <a:rect l="0" t="0" r="r" b="b"/>
            <a:pathLst>
              <a:path w="58447" h="23026">
                <a:moveTo>
                  <a:pt x="58447" y="19274"/>
                </a:moveTo>
                <a:lnTo>
                  <a:pt x="0" y="23026"/>
                </a:lnTo>
                <a:lnTo>
                  <a:pt x="38894" y="0"/>
                </a:lnTo>
                <a:close/>
              </a:path>
            </a:pathLst>
          </a:custGeom>
          <a:solidFill>
            <a:srgbClr val="F4F4F4">
              <a:alpha val="96337"/>
            </a:srgbClr>
          </a:solidFill>
          <a:ln w="5667">
            <a:solidFill>
              <a:srgbClr val="F4F4F4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8" name="Kształt 188"/>
          <p:cNvSpPr/>
          <p:nvPr/>
        </p:nvSpPr>
        <p:spPr>
          <a:xfrm>
            <a:off x="23220587" y="5264258"/>
            <a:ext cx="38894" cy="47962"/>
          </a:xfrm>
          <a:custGeom>
            <a:avLst/>
            <a:gdLst/>
            <a:ahLst/>
            <a:cxnLst/>
            <a:rect l="0" t="0" r="r" b="b"/>
            <a:pathLst>
              <a:path w="38894" h="47962">
                <a:moveTo>
                  <a:pt x="14336" y="0"/>
                </a:moveTo>
                <a:lnTo>
                  <a:pt x="38894" y="24936"/>
                </a:lnTo>
                <a:lnTo>
                  <a:pt x="0" y="47962"/>
                </a:lnTo>
                <a:close/>
              </a:path>
            </a:pathLst>
          </a:custGeom>
          <a:solidFill>
            <a:srgbClr val="F2F2F2">
              <a:alpha val="96337"/>
            </a:srgbClr>
          </a:solidFill>
          <a:ln w="5667">
            <a:solidFill>
              <a:srgbClr val="F2F2F2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9" name="Kształt 189"/>
          <p:cNvSpPr/>
          <p:nvPr/>
        </p:nvSpPr>
        <p:spPr>
          <a:xfrm>
            <a:off x="23140776" y="5298460"/>
            <a:ext cx="68174" cy="50514"/>
          </a:xfrm>
          <a:custGeom>
            <a:avLst/>
            <a:gdLst/>
            <a:ahLst/>
            <a:cxnLst/>
            <a:rect l="0" t="0" r="r" b="b"/>
            <a:pathLst>
              <a:path w="68174" h="50514">
                <a:moveTo>
                  <a:pt x="68174" y="50514"/>
                </a:moveTo>
                <a:lnTo>
                  <a:pt x="0" y="27569"/>
                </a:lnTo>
                <a:lnTo>
                  <a:pt x="41181" y="0"/>
                </a:lnTo>
                <a:close/>
              </a:path>
            </a:pathLst>
          </a:custGeom>
          <a:solidFill>
            <a:srgbClr val="DADADA">
              <a:alpha val="96337"/>
            </a:srgbClr>
          </a:solidFill>
          <a:ln w="5667">
            <a:solidFill>
              <a:srgbClr val="DADADA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0" name="Kształt 190"/>
          <p:cNvSpPr/>
          <p:nvPr/>
        </p:nvSpPr>
        <p:spPr>
          <a:xfrm>
            <a:off x="23181957" y="5298460"/>
            <a:ext cx="38630" cy="50514"/>
          </a:xfrm>
          <a:custGeom>
            <a:avLst/>
            <a:gdLst/>
            <a:ahLst/>
            <a:cxnLst/>
            <a:rect l="0" t="0" r="r" b="b"/>
            <a:pathLst>
              <a:path w="38630" h="50514">
                <a:moveTo>
                  <a:pt x="26993" y="50514"/>
                </a:moveTo>
                <a:lnTo>
                  <a:pt x="0" y="0"/>
                </a:lnTo>
                <a:lnTo>
                  <a:pt x="38630" y="13760"/>
                </a:lnTo>
                <a:close/>
              </a:path>
            </a:pathLst>
          </a:custGeom>
          <a:solidFill>
            <a:srgbClr val="EAEAEA">
              <a:alpha val="96337"/>
            </a:srgbClr>
          </a:solidFill>
          <a:ln w="5667">
            <a:solidFill>
              <a:srgbClr val="EAEAEA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1" name="Kształt 191"/>
          <p:cNvSpPr/>
          <p:nvPr/>
        </p:nvSpPr>
        <p:spPr>
          <a:xfrm>
            <a:off x="23181957" y="5264258"/>
            <a:ext cx="52966" cy="47962"/>
          </a:xfrm>
          <a:custGeom>
            <a:avLst/>
            <a:gdLst/>
            <a:ahLst/>
            <a:cxnLst/>
            <a:rect l="0" t="0" r="r" b="b"/>
            <a:pathLst>
              <a:path w="52966" h="47962">
                <a:moveTo>
                  <a:pt x="52966" y="0"/>
                </a:moveTo>
                <a:lnTo>
                  <a:pt x="38630" y="47962"/>
                </a:lnTo>
                <a:lnTo>
                  <a:pt x="0" y="34202"/>
                </a:lnTo>
                <a:close/>
              </a:path>
            </a:pathLst>
          </a:custGeom>
          <a:solidFill>
            <a:srgbClr val="E5E5E5">
              <a:alpha val="96337"/>
            </a:srgbClr>
          </a:solidFill>
          <a:ln w="5667">
            <a:solidFill>
              <a:srgbClr val="E5E5E5">
                <a:alpha val="96337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2" name="Kształt 192"/>
          <p:cNvSpPr/>
          <p:nvPr/>
        </p:nvSpPr>
        <p:spPr>
          <a:xfrm>
            <a:off x="22901745" y="4907182"/>
            <a:ext cx="91112" cy="59216"/>
          </a:xfrm>
          <a:custGeom>
            <a:avLst/>
            <a:gdLst/>
            <a:ahLst/>
            <a:cxnLst/>
            <a:rect l="0" t="0" r="r" b="b"/>
            <a:pathLst>
              <a:path w="91112" h="59216">
                <a:moveTo>
                  <a:pt x="0" y="0"/>
                </a:moveTo>
                <a:lnTo>
                  <a:pt x="91112" y="1755"/>
                </a:lnTo>
                <a:lnTo>
                  <a:pt x="73567" y="59216"/>
                </a:lnTo>
                <a:close/>
              </a:path>
            </a:pathLst>
          </a:custGeom>
          <a:solidFill>
            <a:srgbClr val="C5C5C5">
              <a:alpha val="91723"/>
            </a:srgbClr>
          </a:solidFill>
          <a:ln w="7179">
            <a:solidFill>
              <a:srgbClr val="C5C5C5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3" name="Kształt 193"/>
          <p:cNvSpPr/>
          <p:nvPr/>
        </p:nvSpPr>
        <p:spPr>
          <a:xfrm>
            <a:off x="22901745" y="4907182"/>
            <a:ext cx="73567" cy="59216"/>
          </a:xfrm>
          <a:custGeom>
            <a:avLst/>
            <a:gdLst/>
            <a:ahLst/>
            <a:cxnLst/>
            <a:rect l="0" t="0" r="r" b="b"/>
            <a:pathLst>
              <a:path w="73567" h="59216">
                <a:moveTo>
                  <a:pt x="0" y="0"/>
                </a:moveTo>
                <a:lnTo>
                  <a:pt x="73567" y="59216"/>
                </a:lnTo>
                <a:lnTo>
                  <a:pt x="22664" y="58550"/>
                </a:lnTo>
                <a:close/>
              </a:path>
            </a:pathLst>
          </a:custGeom>
          <a:solidFill>
            <a:srgbClr val="D7D7D7">
              <a:alpha val="91723"/>
            </a:srgbClr>
          </a:solidFill>
          <a:ln w="7179">
            <a:solidFill>
              <a:srgbClr val="D7D7D7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4" name="Kształt 194"/>
          <p:cNvSpPr/>
          <p:nvPr/>
        </p:nvSpPr>
        <p:spPr>
          <a:xfrm>
            <a:off x="22924409" y="4965731"/>
            <a:ext cx="50903" cy="74957"/>
          </a:xfrm>
          <a:custGeom>
            <a:avLst/>
            <a:gdLst/>
            <a:ahLst/>
            <a:cxnLst/>
            <a:rect l="0" t="0" r="r" b="b"/>
            <a:pathLst>
              <a:path w="50903" h="74957">
                <a:moveTo>
                  <a:pt x="27597" y="74957"/>
                </a:moveTo>
                <a:lnTo>
                  <a:pt x="0" y="0"/>
                </a:lnTo>
                <a:lnTo>
                  <a:pt x="50903" y="666"/>
                </a:lnTo>
                <a:close/>
              </a:path>
            </a:pathLst>
          </a:custGeom>
          <a:solidFill>
            <a:srgbClr val="DBDBDB">
              <a:alpha val="91723"/>
            </a:srgbClr>
          </a:solidFill>
          <a:ln w="7179">
            <a:solidFill>
              <a:srgbClr val="DBDBDB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5" name="Kształt 195"/>
          <p:cNvSpPr/>
          <p:nvPr/>
        </p:nvSpPr>
        <p:spPr>
          <a:xfrm>
            <a:off x="22992856" y="4908936"/>
            <a:ext cx="66286" cy="101538"/>
          </a:xfrm>
          <a:custGeom>
            <a:avLst/>
            <a:gdLst/>
            <a:ahLst/>
            <a:cxnLst/>
            <a:rect l="0" t="0" r="r" b="b"/>
            <a:pathLst>
              <a:path w="66286" h="101538">
                <a:moveTo>
                  <a:pt x="0" y="0"/>
                </a:moveTo>
                <a:lnTo>
                  <a:pt x="66286" y="78248"/>
                </a:lnTo>
                <a:lnTo>
                  <a:pt x="19008" y="101538"/>
                </a:lnTo>
                <a:close/>
              </a:path>
            </a:pathLst>
          </a:custGeom>
          <a:solidFill>
            <a:srgbClr val="CCCCCC">
              <a:alpha val="91723"/>
            </a:srgbClr>
          </a:solidFill>
          <a:ln w="7179">
            <a:solidFill>
              <a:srgbClr val="CCCCCC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6" name="Kształt 196"/>
          <p:cNvSpPr/>
          <p:nvPr/>
        </p:nvSpPr>
        <p:spPr>
          <a:xfrm>
            <a:off x="22975312" y="4908936"/>
            <a:ext cx="36552" cy="101538"/>
          </a:xfrm>
          <a:custGeom>
            <a:avLst/>
            <a:gdLst/>
            <a:ahLst/>
            <a:cxnLst/>
            <a:rect l="0" t="0" r="r" b="b"/>
            <a:pathLst>
              <a:path w="36552" h="101538">
                <a:moveTo>
                  <a:pt x="17544" y="0"/>
                </a:moveTo>
                <a:lnTo>
                  <a:pt x="36552" y="101538"/>
                </a:lnTo>
                <a:lnTo>
                  <a:pt x="0" y="57461"/>
                </a:lnTo>
                <a:close/>
              </a:path>
            </a:pathLst>
          </a:custGeom>
          <a:solidFill>
            <a:srgbClr val="C9C9C9">
              <a:alpha val="91723"/>
            </a:srgbClr>
          </a:solidFill>
          <a:ln w="7179">
            <a:solidFill>
              <a:srgbClr val="C9C9C9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7" name="Kształt 197"/>
          <p:cNvSpPr/>
          <p:nvPr/>
        </p:nvSpPr>
        <p:spPr>
          <a:xfrm>
            <a:off x="22952006" y="4966397"/>
            <a:ext cx="59858" cy="74290"/>
          </a:xfrm>
          <a:custGeom>
            <a:avLst/>
            <a:gdLst/>
            <a:ahLst/>
            <a:cxnLst/>
            <a:rect l="0" t="0" r="r" b="b"/>
            <a:pathLst>
              <a:path w="59858" h="74290">
                <a:moveTo>
                  <a:pt x="0" y="74290"/>
                </a:moveTo>
                <a:lnTo>
                  <a:pt x="23306" y="0"/>
                </a:lnTo>
                <a:lnTo>
                  <a:pt x="59858" y="44077"/>
                </a:lnTo>
                <a:close/>
              </a:path>
            </a:pathLst>
          </a:custGeom>
          <a:solidFill>
            <a:srgbClr val="E1E1E1">
              <a:alpha val="91723"/>
            </a:srgbClr>
          </a:solidFill>
          <a:ln w="7179">
            <a:solidFill>
              <a:srgbClr val="E1E1E1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8" name="Kształt 198"/>
          <p:cNvSpPr/>
          <p:nvPr/>
        </p:nvSpPr>
        <p:spPr>
          <a:xfrm>
            <a:off x="23006534" y="4987184"/>
            <a:ext cx="52609" cy="97824"/>
          </a:xfrm>
          <a:custGeom>
            <a:avLst/>
            <a:gdLst/>
            <a:ahLst/>
            <a:cxnLst/>
            <a:rect l="0" t="0" r="r" b="b"/>
            <a:pathLst>
              <a:path w="52609" h="97824">
                <a:moveTo>
                  <a:pt x="52609" y="0"/>
                </a:moveTo>
                <a:lnTo>
                  <a:pt x="43622" y="97824"/>
                </a:lnTo>
                <a:lnTo>
                  <a:pt x="0" y="78126"/>
                </a:lnTo>
                <a:close/>
              </a:path>
            </a:pathLst>
          </a:custGeom>
          <a:solidFill>
            <a:srgbClr val="DCDCDC">
              <a:alpha val="91723"/>
            </a:srgbClr>
          </a:solidFill>
          <a:ln w="7179">
            <a:solidFill>
              <a:srgbClr val="DCDCDC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9" name="Kształt 199"/>
          <p:cNvSpPr/>
          <p:nvPr/>
        </p:nvSpPr>
        <p:spPr>
          <a:xfrm>
            <a:off x="23006534" y="4987184"/>
            <a:ext cx="52609" cy="78126"/>
          </a:xfrm>
          <a:custGeom>
            <a:avLst/>
            <a:gdLst/>
            <a:ahLst/>
            <a:cxnLst/>
            <a:rect l="0" t="0" r="r" b="b"/>
            <a:pathLst>
              <a:path w="52609" h="78126">
                <a:moveTo>
                  <a:pt x="52609" y="0"/>
                </a:moveTo>
                <a:lnTo>
                  <a:pt x="0" y="78126"/>
                </a:lnTo>
                <a:lnTo>
                  <a:pt x="5331" y="23290"/>
                </a:lnTo>
                <a:close/>
              </a:path>
            </a:pathLst>
          </a:custGeom>
          <a:solidFill>
            <a:srgbClr val="DDDDDD">
              <a:alpha val="91723"/>
            </a:srgbClr>
          </a:solidFill>
          <a:ln w="7179">
            <a:solidFill>
              <a:srgbClr val="DDDDDD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0" name="Kształt 200"/>
          <p:cNvSpPr/>
          <p:nvPr/>
        </p:nvSpPr>
        <p:spPr>
          <a:xfrm>
            <a:off x="22952006" y="5010474"/>
            <a:ext cx="59858" cy="54836"/>
          </a:xfrm>
          <a:custGeom>
            <a:avLst/>
            <a:gdLst/>
            <a:ahLst/>
            <a:cxnLst/>
            <a:rect l="0" t="0" r="r" b="b"/>
            <a:pathLst>
              <a:path w="59858" h="54836">
                <a:moveTo>
                  <a:pt x="0" y="30214"/>
                </a:moveTo>
                <a:lnTo>
                  <a:pt x="59858" y="0"/>
                </a:lnTo>
                <a:lnTo>
                  <a:pt x="54527" y="54836"/>
                </a:lnTo>
                <a:close/>
              </a:path>
            </a:pathLst>
          </a:custGeom>
          <a:solidFill>
            <a:srgbClr val="E3E3E3">
              <a:alpha val="91723"/>
            </a:srgbClr>
          </a:solidFill>
          <a:ln w="7179">
            <a:solidFill>
              <a:srgbClr val="E3E3E3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1" name="Kształt 201"/>
          <p:cNvSpPr/>
          <p:nvPr/>
        </p:nvSpPr>
        <p:spPr>
          <a:xfrm>
            <a:off x="22963554" y="5085008"/>
            <a:ext cx="86602" cy="42696"/>
          </a:xfrm>
          <a:custGeom>
            <a:avLst/>
            <a:gdLst/>
            <a:ahLst/>
            <a:cxnLst/>
            <a:rect l="0" t="0" r="r" b="b"/>
            <a:pathLst>
              <a:path w="86602" h="42696">
                <a:moveTo>
                  <a:pt x="86602" y="0"/>
                </a:moveTo>
                <a:lnTo>
                  <a:pt x="9028" y="42696"/>
                </a:lnTo>
                <a:lnTo>
                  <a:pt x="0" y="3958"/>
                </a:lnTo>
                <a:close/>
              </a:path>
            </a:pathLst>
          </a:custGeom>
          <a:solidFill>
            <a:srgbClr val="F6F6F6">
              <a:alpha val="91723"/>
            </a:srgbClr>
          </a:solidFill>
          <a:ln w="7179">
            <a:solidFill>
              <a:srgbClr val="F6F6F6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2" name="Kształt 202"/>
          <p:cNvSpPr/>
          <p:nvPr/>
        </p:nvSpPr>
        <p:spPr>
          <a:xfrm>
            <a:off x="22963554" y="5065310"/>
            <a:ext cx="86602" cy="23656"/>
          </a:xfrm>
          <a:custGeom>
            <a:avLst/>
            <a:gdLst/>
            <a:ahLst/>
            <a:cxnLst/>
            <a:rect l="0" t="0" r="r" b="b"/>
            <a:pathLst>
              <a:path w="86602" h="23656">
                <a:moveTo>
                  <a:pt x="86602" y="19698"/>
                </a:moveTo>
                <a:lnTo>
                  <a:pt x="0" y="23656"/>
                </a:lnTo>
                <a:lnTo>
                  <a:pt x="42980" y="0"/>
                </a:lnTo>
                <a:close/>
              </a:path>
            </a:pathLst>
          </a:custGeom>
          <a:solidFill>
            <a:srgbClr val="EBEBEB">
              <a:alpha val="91723"/>
            </a:srgbClr>
          </a:solidFill>
          <a:ln w="7179">
            <a:solidFill>
              <a:srgbClr val="EBEBEB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3" name="Kształt 203"/>
          <p:cNvSpPr/>
          <p:nvPr/>
        </p:nvSpPr>
        <p:spPr>
          <a:xfrm>
            <a:off x="22952006" y="5040688"/>
            <a:ext cx="54527" cy="48278"/>
          </a:xfrm>
          <a:custGeom>
            <a:avLst/>
            <a:gdLst/>
            <a:ahLst/>
            <a:cxnLst/>
            <a:rect l="0" t="0" r="r" b="b"/>
            <a:pathLst>
              <a:path w="54527" h="48278">
                <a:moveTo>
                  <a:pt x="0" y="0"/>
                </a:moveTo>
                <a:lnTo>
                  <a:pt x="54527" y="24622"/>
                </a:lnTo>
                <a:lnTo>
                  <a:pt x="11548" y="48278"/>
                </a:lnTo>
                <a:close/>
              </a:path>
            </a:pathLst>
          </a:custGeom>
          <a:solidFill>
            <a:srgbClr val="F0F0F0">
              <a:alpha val="91723"/>
            </a:srgbClr>
          </a:solidFill>
          <a:ln w="7179">
            <a:solidFill>
              <a:srgbClr val="F0F0F0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4" name="Kształt 204"/>
          <p:cNvSpPr/>
          <p:nvPr/>
        </p:nvSpPr>
        <p:spPr>
          <a:xfrm>
            <a:off x="22885127" y="5064132"/>
            <a:ext cx="87455" cy="63572"/>
          </a:xfrm>
          <a:custGeom>
            <a:avLst/>
            <a:gdLst/>
            <a:ahLst/>
            <a:cxnLst/>
            <a:rect l="0" t="0" r="r" b="b"/>
            <a:pathLst>
              <a:path w="87455" h="63572">
                <a:moveTo>
                  <a:pt x="87455" y="63572"/>
                </a:moveTo>
                <a:lnTo>
                  <a:pt x="0" y="18829"/>
                </a:lnTo>
                <a:lnTo>
                  <a:pt x="29246" y="0"/>
                </a:lnTo>
                <a:close/>
              </a:path>
            </a:pathLst>
          </a:custGeom>
          <a:solidFill>
            <a:srgbClr val="F9F9F9">
              <a:alpha val="91723"/>
            </a:srgbClr>
          </a:solidFill>
          <a:ln w="7179">
            <a:solidFill>
              <a:srgbClr val="F9F9F9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5" name="Kształt 205"/>
          <p:cNvSpPr/>
          <p:nvPr/>
        </p:nvSpPr>
        <p:spPr>
          <a:xfrm>
            <a:off x="22914374" y="5064132"/>
            <a:ext cx="58209" cy="63572"/>
          </a:xfrm>
          <a:custGeom>
            <a:avLst/>
            <a:gdLst/>
            <a:ahLst/>
            <a:cxnLst/>
            <a:rect l="0" t="0" r="r" b="b"/>
            <a:pathLst>
              <a:path w="58209" h="63572">
                <a:moveTo>
                  <a:pt x="58209" y="63572"/>
                </a:moveTo>
                <a:lnTo>
                  <a:pt x="0" y="0"/>
                </a:lnTo>
                <a:lnTo>
                  <a:pt x="49180" y="24834"/>
                </a:lnTo>
                <a:close/>
              </a:path>
            </a:pathLst>
          </a:custGeom>
          <a:solidFill>
            <a:srgbClr val="FAFAFA">
              <a:alpha val="91723"/>
            </a:srgbClr>
          </a:solidFill>
          <a:ln w="7179">
            <a:solidFill>
              <a:srgbClr val="FAFAFA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6" name="Kształt 206"/>
          <p:cNvSpPr/>
          <p:nvPr/>
        </p:nvSpPr>
        <p:spPr>
          <a:xfrm>
            <a:off x="22914374" y="5040688"/>
            <a:ext cx="49180" cy="48278"/>
          </a:xfrm>
          <a:custGeom>
            <a:avLst/>
            <a:gdLst/>
            <a:ahLst/>
            <a:cxnLst/>
            <a:rect l="0" t="0" r="r" b="b"/>
            <a:pathLst>
              <a:path w="49180" h="48278">
                <a:moveTo>
                  <a:pt x="37633" y="0"/>
                </a:moveTo>
                <a:lnTo>
                  <a:pt x="49180" y="48278"/>
                </a:lnTo>
                <a:lnTo>
                  <a:pt x="0" y="23444"/>
                </a:lnTo>
                <a:close/>
              </a:path>
            </a:pathLst>
          </a:custGeom>
          <a:solidFill>
            <a:srgbClr val="F0F0F0">
              <a:alpha val="91723"/>
            </a:srgbClr>
          </a:solidFill>
          <a:ln w="7179">
            <a:solidFill>
              <a:srgbClr val="F0F0F0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7" name="Kształt 207"/>
          <p:cNvSpPr/>
          <p:nvPr/>
        </p:nvSpPr>
        <p:spPr>
          <a:xfrm>
            <a:off x="22854483" y="4985097"/>
            <a:ext cx="42208" cy="97865"/>
          </a:xfrm>
          <a:custGeom>
            <a:avLst/>
            <a:gdLst/>
            <a:ahLst/>
            <a:cxnLst/>
            <a:rect l="0" t="0" r="r" b="b"/>
            <a:pathLst>
              <a:path w="42208" h="97865">
                <a:moveTo>
                  <a:pt x="30645" y="97865"/>
                </a:moveTo>
                <a:lnTo>
                  <a:pt x="0" y="0"/>
                </a:lnTo>
                <a:lnTo>
                  <a:pt x="42208" y="24574"/>
                </a:lnTo>
                <a:close/>
              </a:path>
            </a:pathLst>
          </a:custGeom>
          <a:solidFill>
            <a:srgbClr val="F5F5F5">
              <a:alpha val="91723"/>
            </a:srgbClr>
          </a:solidFill>
          <a:ln w="7179">
            <a:solidFill>
              <a:srgbClr val="F5F5F5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8" name="Kształt 208"/>
          <p:cNvSpPr/>
          <p:nvPr/>
        </p:nvSpPr>
        <p:spPr>
          <a:xfrm>
            <a:off x="22885127" y="5009670"/>
            <a:ext cx="29246" cy="73291"/>
          </a:xfrm>
          <a:custGeom>
            <a:avLst/>
            <a:gdLst/>
            <a:ahLst/>
            <a:cxnLst/>
            <a:rect l="0" t="0" r="r" b="b"/>
            <a:pathLst>
              <a:path w="29246" h="73291">
                <a:moveTo>
                  <a:pt x="0" y="73291"/>
                </a:moveTo>
                <a:lnTo>
                  <a:pt x="11563" y="0"/>
                </a:lnTo>
                <a:lnTo>
                  <a:pt x="29246" y="54462"/>
                </a:lnTo>
                <a:close/>
              </a:path>
            </a:pathLst>
          </a:custGeom>
          <a:solidFill>
            <a:srgbClr val="F4F4F4">
              <a:alpha val="91723"/>
            </a:srgbClr>
          </a:solidFill>
          <a:ln w="7179">
            <a:solidFill>
              <a:srgbClr val="F4F4F4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9" name="Kształt 209"/>
          <p:cNvSpPr/>
          <p:nvPr/>
        </p:nvSpPr>
        <p:spPr>
          <a:xfrm>
            <a:off x="22896691" y="5009670"/>
            <a:ext cx="55316" cy="54462"/>
          </a:xfrm>
          <a:custGeom>
            <a:avLst/>
            <a:gdLst/>
            <a:ahLst/>
            <a:cxnLst/>
            <a:rect l="0" t="0" r="r" b="b"/>
            <a:pathLst>
              <a:path w="55316" h="54462">
                <a:moveTo>
                  <a:pt x="55316" y="31018"/>
                </a:moveTo>
                <a:lnTo>
                  <a:pt x="17683" y="54462"/>
                </a:lnTo>
                <a:lnTo>
                  <a:pt x="0" y="0"/>
                </a:lnTo>
                <a:close/>
              </a:path>
            </a:pathLst>
          </a:custGeom>
          <a:solidFill>
            <a:srgbClr val="F2F2F2">
              <a:alpha val="91723"/>
            </a:srgbClr>
          </a:solidFill>
          <a:ln w="7179">
            <a:solidFill>
              <a:srgbClr val="F2F2F2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0" name="Kształt 210"/>
          <p:cNvSpPr/>
          <p:nvPr/>
        </p:nvSpPr>
        <p:spPr>
          <a:xfrm>
            <a:off x="22854483" y="4907182"/>
            <a:ext cx="69926" cy="77915"/>
          </a:xfrm>
          <a:custGeom>
            <a:avLst/>
            <a:gdLst/>
            <a:ahLst/>
            <a:cxnLst/>
            <a:rect l="0" t="0" r="r" b="b"/>
            <a:pathLst>
              <a:path w="69926" h="77915">
                <a:moveTo>
                  <a:pt x="0" y="77915"/>
                </a:moveTo>
                <a:lnTo>
                  <a:pt x="47262" y="0"/>
                </a:lnTo>
                <a:lnTo>
                  <a:pt x="69926" y="58550"/>
                </a:lnTo>
                <a:close/>
              </a:path>
            </a:pathLst>
          </a:custGeom>
          <a:solidFill>
            <a:srgbClr val="DADADA">
              <a:alpha val="91723"/>
            </a:srgbClr>
          </a:solidFill>
          <a:ln w="7179">
            <a:solidFill>
              <a:srgbClr val="DADADA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1" name="Kształt 211"/>
          <p:cNvSpPr/>
          <p:nvPr/>
        </p:nvSpPr>
        <p:spPr>
          <a:xfrm>
            <a:off x="22854483" y="4965731"/>
            <a:ext cx="69926" cy="43939"/>
          </a:xfrm>
          <a:custGeom>
            <a:avLst/>
            <a:gdLst/>
            <a:ahLst/>
            <a:cxnLst/>
            <a:rect l="0" t="0" r="r" b="b"/>
            <a:pathLst>
              <a:path w="69926" h="43939">
                <a:moveTo>
                  <a:pt x="0" y="19365"/>
                </a:moveTo>
                <a:lnTo>
                  <a:pt x="69926" y="0"/>
                </a:lnTo>
                <a:lnTo>
                  <a:pt x="42208" y="43939"/>
                </a:lnTo>
                <a:close/>
              </a:path>
            </a:pathLst>
          </a:custGeom>
          <a:solidFill>
            <a:srgbClr val="EAEAEA">
              <a:alpha val="91723"/>
            </a:srgbClr>
          </a:solidFill>
          <a:ln w="7179">
            <a:solidFill>
              <a:srgbClr val="EAEAEA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2" name="Kształt 212"/>
          <p:cNvSpPr/>
          <p:nvPr/>
        </p:nvSpPr>
        <p:spPr>
          <a:xfrm>
            <a:off x="22896691" y="4965731"/>
            <a:ext cx="55316" cy="74957"/>
          </a:xfrm>
          <a:custGeom>
            <a:avLst/>
            <a:gdLst/>
            <a:ahLst/>
            <a:cxnLst/>
            <a:rect l="0" t="0" r="r" b="b"/>
            <a:pathLst>
              <a:path w="55316" h="74957">
                <a:moveTo>
                  <a:pt x="55316" y="74957"/>
                </a:moveTo>
                <a:lnTo>
                  <a:pt x="0" y="43939"/>
                </a:lnTo>
                <a:lnTo>
                  <a:pt x="27718" y="0"/>
                </a:lnTo>
                <a:close/>
              </a:path>
            </a:pathLst>
          </a:custGeom>
          <a:solidFill>
            <a:srgbClr val="E5E5E5">
              <a:alpha val="91723"/>
            </a:srgbClr>
          </a:solidFill>
          <a:ln w="7179">
            <a:solidFill>
              <a:srgbClr val="E5E5E5">
                <a:alpha val="91723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3" name="Kształt 213"/>
          <p:cNvSpPr/>
          <p:nvPr/>
        </p:nvSpPr>
        <p:spPr>
          <a:xfrm>
            <a:off x="23259956" y="4791349"/>
            <a:ext cx="46699" cy="61747"/>
          </a:xfrm>
          <a:custGeom>
            <a:avLst/>
            <a:gdLst/>
            <a:ahLst/>
            <a:cxnLst/>
            <a:rect l="0" t="0" r="r" b="b"/>
            <a:pathLst>
              <a:path w="46699" h="61747">
                <a:moveTo>
                  <a:pt x="0" y="61747"/>
                </a:moveTo>
                <a:lnTo>
                  <a:pt x="9203" y="0"/>
                </a:lnTo>
                <a:lnTo>
                  <a:pt x="46699" y="16972"/>
                </a:lnTo>
                <a:close/>
              </a:path>
            </a:pathLst>
          </a:custGeom>
          <a:solidFill>
            <a:srgbClr val="C5C5C5">
              <a:alpha val="87271"/>
            </a:srgbClr>
          </a:solidFill>
          <a:ln w="4918">
            <a:solidFill>
              <a:srgbClr val="C5C5C5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4" name="Kształt 214"/>
          <p:cNvSpPr/>
          <p:nvPr/>
        </p:nvSpPr>
        <p:spPr>
          <a:xfrm>
            <a:off x="23259956" y="4808321"/>
            <a:ext cx="46699" cy="44775"/>
          </a:xfrm>
          <a:custGeom>
            <a:avLst/>
            <a:gdLst/>
            <a:ahLst/>
            <a:cxnLst/>
            <a:rect l="0" t="0" r="r" b="b"/>
            <a:pathLst>
              <a:path w="46699" h="44775">
                <a:moveTo>
                  <a:pt x="0" y="44775"/>
                </a:moveTo>
                <a:lnTo>
                  <a:pt x="46699" y="0"/>
                </a:lnTo>
                <a:lnTo>
                  <a:pt x="41771" y="34525"/>
                </a:lnTo>
                <a:close/>
              </a:path>
            </a:pathLst>
          </a:custGeom>
          <a:solidFill>
            <a:srgbClr val="D7D7D7">
              <a:alpha val="87271"/>
            </a:srgbClr>
          </a:solidFill>
          <a:ln w="4918">
            <a:solidFill>
              <a:srgbClr val="D7D7D7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5" name="Kształt 215"/>
          <p:cNvSpPr/>
          <p:nvPr/>
        </p:nvSpPr>
        <p:spPr>
          <a:xfrm>
            <a:off x="23301727" y="4808321"/>
            <a:ext cx="53351" cy="34525"/>
          </a:xfrm>
          <a:custGeom>
            <a:avLst/>
            <a:gdLst/>
            <a:ahLst/>
            <a:cxnLst/>
            <a:rect l="0" t="0" r="r" b="b"/>
            <a:pathLst>
              <a:path w="53351" h="34525">
                <a:moveTo>
                  <a:pt x="53351" y="22365"/>
                </a:moveTo>
                <a:lnTo>
                  <a:pt x="0" y="34525"/>
                </a:lnTo>
                <a:lnTo>
                  <a:pt x="4928" y="0"/>
                </a:lnTo>
                <a:close/>
              </a:path>
            </a:pathLst>
          </a:custGeom>
          <a:solidFill>
            <a:srgbClr val="DBDBDB">
              <a:alpha val="87271"/>
            </a:srgbClr>
          </a:solidFill>
          <a:ln w="4918">
            <a:solidFill>
              <a:srgbClr val="DBDBDB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6" name="Kształt 216"/>
          <p:cNvSpPr/>
          <p:nvPr/>
        </p:nvSpPr>
        <p:spPr>
          <a:xfrm>
            <a:off x="23269159" y="4753194"/>
            <a:ext cx="70655" cy="38155"/>
          </a:xfrm>
          <a:custGeom>
            <a:avLst/>
            <a:gdLst/>
            <a:ahLst/>
            <a:cxnLst/>
            <a:rect l="0" t="0" r="r" b="b"/>
            <a:pathLst>
              <a:path w="70655" h="38155">
                <a:moveTo>
                  <a:pt x="0" y="38155"/>
                </a:moveTo>
                <a:lnTo>
                  <a:pt x="58989" y="0"/>
                </a:lnTo>
                <a:lnTo>
                  <a:pt x="70655" y="34168"/>
                </a:lnTo>
                <a:close/>
              </a:path>
            </a:pathLst>
          </a:custGeom>
          <a:solidFill>
            <a:srgbClr val="CCCCCC">
              <a:alpha val="87271"/>
            </a:srgbClr>
          </a:solidFill>
          <a:ln w="4918">
            <a:solidFill>
              <a:srgbClr val="CCCCCC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7" name="Kształt 217"/>
          <p:cNvSpPr/>
          <p:nvPr/>
        </p:nvSpPr>
        <p:spPr>
          <a:xfrm>
            <a:off x="23269159" y="4787363"/>
            <a:ext cx="70655" cy="20958"/>
          </a:xfrm>
          <a:custGeom>
            <a:avLst/>
            <a:gdLst/>
            <a:ahLst/>
            <a:cxnLst/>
            <a:rect l="0" t="0" r="r" b="b"/>
            <a:pathLst>
              <a:path w="70655" h="20958">
                <a:moveTo>
                  <a:pt x="0" y="3987"/>
                </a:moveTo>
                <a:lnTo>
                  <a:pt x="70655" y="0"/>
                </a:lnTo>
                <a:lnTo>
                  <a:pt x="37496" y="20958"/>
                </a:lnTo>
                <a:close/>
              </a:path>
            </a:pathLst>
          </a:custGeom>
          <a:solidFill>
            <a:srgbClr val="C9C9C9">
              <a:alpha val="87271"/>
            </a:srgbClr>
          </a:solidFill>
          <a:ln w="4918">
            <a:solidFill>
              <a:srgbClr val="C9C9C9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8" name="Kształt 218"/>
          <p:cNvSpPr/>
          <p:nvPr/>
        </p:nvSpPr>
        <p:spPr>
          <a:xfrm>
            <a:off x="23306655" y="4787363"/>
            <a:ext cx="48424" cy="43324"/>
          </a:xfrm>
          <a:custGeom>
            <a:avLst/>
            <a:gdLst/>
            <a:ahLst/>
            <a:cxnLst/>
            <a:rect l="0" t="0" r="r" b="b"/>
            <a:pathLst>
              <a:path w="48424" h="43324">
                <a:moveTo>
                  <a:pt x="48424" y="43324"/>
                </a:moveTo>
                <a:lnTo>
                  <a:pt x="0" y="20958"/>
                </a:lnTo>
                <a:lnTo>
                  <a:pt x="33159" y="0"/>
                </a:lnTo>
                <a:close/>
              </a:path>
            </a:pathLst>
          </a:custGeom>
          <a:solidFill>
            <a:srgbClr val="E1E1E1">
              <a:alpha val="87271"/>
            </a:srgbClr>
          </a:solidFill>
          <a:ln w="4918">
            <a:solidFill>
              <a:srgbClr val="E1E1E1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9" name="Kształt 219"/>
          <p:cNvSpPr/>
          <p:nvPr/>
        </p:nvSpPr>
        <p:spPr>
          <a:xfrm>
            <a:off x="23328148" y="4753194"/>
            <a:ext cx="65671" cy="42611"/>
          </a:xfrm>
          <a:custGeom>
            <a:avLst/>
            <a:gdLst/>
            <a:ahLst/>
            <a:cxnLst/>
            <a:rect l="0" t="0" r="r" b="b"/>
            <a:pathLst>
              <a:path w="65671" h="42611">
                <a:moveTo>
                  <a:pt x="0" y="0"/>
                </a:moveTo>
                <a:lnTo>
                  <a:pt x="65671" y="14707"/>
                </a:lnTo>
                <a:lnTo>
                  <a:pt x="48453" y="42611"/>
                </a:lnTo>
                <a:close/>
              </a:path>
            </a:pathLst>
          </a:custGeom>
          <a:solidFill>
            <a:srgbClr val="DCDCDC">
              <a:alpha val="87271"/>
            </a:srgbClr>
          </a:solidFill>
          <a:ln w="4918">
            <a:solidFill>
              <a:srgbClr val="DCDCDC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0" name="Kształt 220"/>
          <p:cNvSpPr/>
          <p:nvPr/>
        </p:nvSpPr>
        <p:spPr>
          <a:xfrm>
            <a:off x="23328148" y="4753194"/>
            <a:ext cx="48453" cy="42611"/>
          </a:xfrm>
          <a:custGeom>
            <a:avLst/>
            <a:gdLst/>
            <a:ahLst/>
            <a:cxnLst/>
            <a:rect l="0" t="0" r="r" b="b"/>
            <a:pathLst>
              <a:path w="48453" h="42611">
                <a:moveTo>
                  <a:pt x="0" y="0"/>
                </a:moveTo>
                <a:lnTo>
                  <a:pt x="48453" y="42611"/>
                </a:lnTo>
                <a:lnTo>
                  <a:pt x="11666" y="34168"/>
                </a:lnTo>
                <a:close/>
              </a:path>
            </a:pathLst>
          </a:custGeom>
          <a:solidFill>
            <a:srgbClr val="DDDDDD">
              <a:alpha val="87271"/>
            </a:srgbClr>
          </a:solidFill>
          <a:ln w="4918">
            <a:solidFill>
              <a:srgbClr val="DDDDDD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1" name="Kształt 221"/>
          <p:cNvSpPr/>
          <p:nvPr/>
        </p:nvSpPr>
        <p:spPr>
          <a:xfrm>
            <a:off x="23339815" y="4787363"/>
            <a:ext cx="36787" cy="43324"/>
          </a:xfrm>
          <a:custGeom>
            <a:avLst/>
            <a:gdLst/>
            <a:ahLst/>
            <a:cxnLst/>
            <a:rect l="0" t="0" r="r" b="b"/>
            <a:pathLst>
              <a:path w="36787" h="43324">
                <a:moveTo>
                  <a:pt x="15264" y="43324"/>
                </a:moveTo>
                <a:lnTo>
                  <a:pt x="0" y="0"/>
                </a:lnTo>
                <a:lnTo>
                  <a:pt x="36787" y="8443"/>
                </a:lnTo>
                <a:close/>
              </a:path>
            </a:pathLst>
          </a:custGeom>
          <a:solidFill>
            <a:srgbClr val="E3E3E3">
              <a:alpha val="87271"/>
            </a:srgbClr>
          </a:solidFill>
          <a:ln w="4918">
            <a:solidFill>
              <a:srgbClr val="E3E3E3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2" name="Kształt 222"/>
          <p:cNvSpPr/>
          <p:nvPr/>
        </p:nvSpPr>
        <p:spPr>
          <a:xfrm>
            <a:off x="23388894" y="4767901"/>
            <a:ext cx="27112" cy="59185"/>
          </a:xfrm>
          <a:custGeom>
            <a:avLst/>
            <a:gdLst/>
            <a:ahLst/>
            <a:cxnLst/>
            <a:rect l="0" t="0" r="r" b="b"/>
            <a:pathLst>
              <a:path w="27112" h="59185">
                <a:moveTo>
                  <a:pt x="4925" y="0"/>
                </a:moveTo>
                <a:lnTo>
                  <a:pt x="27112" y="56457"/>
                </a:lnTo>
                <a:lnTo>
                  <a:pt x="0" y="59185"/>
                </a:lnTo>
                <a:close/>
              </a:path>
            </a:pathLst>
          </a:custGeom>
          <a:solidFill>
            <a:srgbClr val="F6F6F6">
              <a:alpha val="87271"/>
            </a:srgbClr>
          </a:solidFill>
          <a:ln w="4918">
            <a:solidFill>
              <a:srgbClr val="F6F6F6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3" name="Kształt 223"/>
          <p:cNvSpPr/>
          <p:nvPr/>
        </p:nvSpPr>
        <p:spPr>
          <a:xfrm>
            <a:off x="23376601" y="4767901"/>
            <a:ext cx="17218" cy="59185"/>
          </a:xfrm>
          <a:custGeom>
            <a:avLst/>
            <a:gdLst/>
            <a:ahLst/>
            <a:cxnLst/>
            <a:rect l="0" t="0" r="r" b="b"/>
            <a:pathLst>
              <a:path w="17218" h="59185">
                <a:moveTo>
                  <a:pt x="17218" y="0"/>
                </a:moveTo>
                <a:lnTo>
                  <a:pt x="12293" y="59185"/>
                </a:lnTo>
                <a:lnTo>
                  <a:pt x="0" y="27905"/>
                </a:lnTo>
                <a:close/>
              </a:path>
            </a:pathLst>
          </a:custGeom>
          <a:solidFill>
            <a:srgbClr val="EBEBEB">
              <a:alpha val="87271"/>
            </a:srgbClr>
          </a:solidFill>
          <a:ln w="4918">
            <a:solidFill>
              <a:srgbClr val="EBEBEB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4" name="Kształt 224"/>
          <p:cNvSpPr/>
          <p:nvPr/>
        </p:nvSpPr>
        <p:spPr>
          <a:xfrm>
            <a:off x="23355079" y="4795805"/>
            <a:ext cx="33815" cy="34881"/>
          </a:xfrm>
          <a:custGeom>
            <a:avLst/>
            <a:gdLst/>
            <a:ahLst/>
            <a:cxnLst/>
            <a:rect l="0" t="0" r="r" b="b"/>
            <a:pathLst>
              <a:path w="33815" h="34881">
                <a:moveTo>
                  <a:pt x="0" y="34881"/>
                </a:moveTo>
                <a:lnTo>
                  <a:pt x="21522" y="0"/>
                </a:lnTo>
                <a:lnTo>
                  <a:pt x="33815" y="31280"/>
                </a:lnTo>
                <a:close/>
              </a:path>
            </a:pathLst>
          </a:custGeom>
          <a:solidFill>
            <a:srgbClr val="F0F0F0">
              <a:alpha val="87271"/>
            </a:srgbClr>
          </a:solidFill>
          <a:ln w="4918">
            <a:solidFill>
              <a:srgbClr val="F0F0F0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5" name="Kształt 225"/>
          <p:cNvSpPr/>
          <p:nvPr/>
        </p:nvSpPr>
        <p:spPr>
          <a:xfrm>
            <a:off x="23367698" y="4824357"/>
            <a:ext cx="48308" cy="55483"/>
          </a:xfrm>
          <a:custGeom>
            <a:avLst/>
            <a:gdLst/>
            <a:ahLst/>
            <a:cxnLst/>
            <a:rect l="0" t="0" r="r" b="b"/>
            <a:pathLst>
              <a:path w="48308" h="55483">
                <a:moveTo>
                  <a:pt x="48308" y="0"/>
                </a:moveTo>
                <a:lnTo>
                  <a:pt x="10221" y="55483"/>
                </a:lnTo>
                <a:lnTo>
                  <a:pt x="0" y="33957"/>
                </a:lnTo>
                <a:close/>
              </a:path>
            </a:pathLst>
          </a:custGeom>
          <a:solidFill>
            <a:srgbClr val="F9F9F9">
              <a:alpha val="87271"/>
            </a:srgbClr>
          </a:solidFill>
          <a:ln w="4918">
            <a:solidFill>
              <a:srgbClr val="F9F9F9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6" name="Kształt 226"/>
          <p:cNvSpPr/>
          <p:nvPr/>
        </p:nvSpPr>
        <p:spPr>
          <a:xfrm>
            <a:off x="23367698" y="4824357"/>
            <a:ext cx="48308" cy="33957"/>
          </a:xfrm>
          <a:custGeom>
            <a:avLst/>
            <a:gdLst/>
            <a:ahLst/>
            <a:cxnLst/>
            <a:rect l="0" t="0" r="r" b="b"/>
            <a:pathLst>
              <a:path w="48308" h="33957">
                <a:moveTo>
                  <a:pt x="48308" y="0"/>
                </a:moveTo>
                <a:lnTo>
                  <a:pt x="0" y="33957"/>
                </a:lnTo>
                <a:lnTo>
                  <a:pt x="21196" y="2728"/>
                </a:lnTo>
                <a:close/>
              </a:path>
            </a:pathLst>
          </a:custGeom>
          <a:solidFill>
            <a:srgbClr val="FAFAFA">
              <a:alpha val="87271"/>
            </a:srgbClr>
          </a:solidFill>
          <a:ln w="4918">
            <a:solidFill>
              <a:srgbClr val="FAFAFA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7" name="Kształt 227"/>
          <p:cNvSpPr/>
          <p:nvPr/>
        </p:nvSpPr>
        <p:spPr>
          <a:xfrm>
            <a:off x="23355079" y="4827085"/>
            <a:ext cx="33815" cy="31229"/>
          </a:xfrm>
          <a:custGeom>
            <a:avLst/>
            <a:gdLst/>
            <a:ahLst/>
            <a:cxnLst/>
            <a:rect l="0" t="0" r="r" b="b"/>
            <a:pathLst>
              <a:path w="33815" h="31229">
                <a:moveTo>
                  <a:pt x="0" y="3601"/>
                </a:moveTo>
                <a:lnTo>
                  <a:pt x="33815" y="0"/>
                </a:lnTo>
                <a:lnTo>
                  <a:pt x="12619" y="31229"/>
                </a:lnTo>
                <a:close/>
              </a:path>
            </a:pathLst>
          </a:custGeom>
          <a:solidFill>
            <a:srgbClr val="F0F0F0">
              <a:alpha val="87271"/>
            </a:srgbClr>
          </a:solidFill>
          <a:ln w="4918">
            <a:solidFill>
              <a:srgbClr val="F0F0F0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8" name="Kształt 228"/>
          <p:cNvSpPr/>
          <p:nvPr/>
        </p:nvSpPr>
        <p:spPr>
          <a:xfrm>
            <a:off x="23308736" y="4865540"/>
            <a:ext cx="69183" cy="26515"/>
          </a:xfrm>
          <a:custGeom>
            <a:avLst/>
            <a:gdLst/>
            <a:ahLst/>
            <a:cxnLst/>
            <a:rect l="0" t="0" r="r" b="b"/>
            <a:pathLst>
              <a:path w="69183" h="26515">
                <a:moveTo>
                  <a:pt x="69183" y="14300"/>
                </a:moveTo>
                <a:lnTo>
                  <a:pt x="0" y="26515"/>
                </a:lnTo>
                <a:lnTo>
                  <a:pt x="20406" y="0"/>
                </a:lnTo>
                <a:close/>
              </a:path>
            </a:pathLst>
          </a:custGeom>
          <a:solidFill>
            <a:srgbClr val="F5F5F5">
              <a:alpha val="87271"/>
            </a:srgbClr>
          </a:solidFill>
          <a:ln w="4918">
            <a:solidFill>
              <a:srgbClr val="F5F5F5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9" name="Kształt 229"/>
          <p:cNvSpPr/>
          <p:nvPr/>
        </p:nvSpPr>
        <p:spPr>
          <a:xfrm>
            <a:off x="23329142" y="4858315"/>
            <a:ext cx="48777" cy="21525"/>
          </a:xfrm>
          <a:custGeom>
            <a:avLst/>
            <a:gdLst/>
            <a:ahLst/>
            <a:cxnLst/>
            <a:rect l="0" t="0" r="r" b="b"/>
            <a:pathLst>
              <a:path w="48777" h="21525">
                <a:moveTo>
                  <a:pt x="48777" y="21525"/>
                </a:moveTo>
                <a:lnTo>
                  <a:pt x="0" y="7225"/>
                </a:lnTo>
                <a:lnTo>
                  <a:pt x="38556" y="0"/>
                </a:lnTo>
                <a:close/>
              </a:path>
            </a:pathLst>
          </a:custGeom>
          <a:solidFill>
            <a:srgbClr val="F4F4F4">
              <a:alpha val="87271"/>
            </a:srgbClr>
          </a:solidFill>
          <a:ln w="4918">
            <a:solidFill>
              <a:srgbClr val="F4F4F4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0" name="Kształt 230"/>
          <p:cNvSpPr/>
          <p:nvPr/>
        </p:nvSpPr>
        <p:spPr>
          <a:xfrm>
            <a:off x="23329142" y="4830686"/>
            <a:ext cx="38556" cy="34854"/>
          </a:xfrm>
          <a:custGeom>
            <a:avLst/>
            <a:gdLst/>
            <a:ahLst/>
            <a:cxnLst/>
            <a:rect l="0" t="0" r="r" b="b"/>
            <a:pathLst>
              <a:path w="38556" h="34854">
                <a:moveTo>
                  <a:pt x="25937" y="0"/>
                </a:moveTo>
                <a:lnTo>
                  <a:pt x="38556" y="27629"/>
                </a:lnTo>
                <a:lnTo>
                  <a:pt x="0" y="34854"/>
                </a:lnTo>
                <a:close/>
              </a:path>
            </a:pathLst>
          </a:custGeom>
          <a:solidFill>
            <a:srgbClr val="F2F2F2">
              <a:alpha val="87271"/>
            </a:srgbClr>
          </a:solidFill>
          <a:ln w="4918">
            <a:solidFill>
              <a:srgbClr val="F2F2F2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1" name="Kształt 231"/>
          <p:cNvSpPr/>
          <p:nvPr/>
        </p:nvSpPr>
        <p:spPr>
          <a:xfrm>
            <a:off x="23259956" y="4842845"/>
            <a:ext cx="48780" cy="49210"/>
          </a:xfrm>
          <a:custGeom>
            <a:avLst/>
            <a:gdLst/>
            <a:ahLst/>
            <a:cxnLst/>
            <a:rect l="0" t="0" r="r" b="b"/>
            <a:pathLst>
              <a:path w="48780" h="49210">
                <a:moveTo>
                  <a:pt x="48780" y="49210"/>
                </a:moveTo>
                <a:lnTo>
                  <a:pt x="0" y="10250"/>
                </a:lnTo>
                <a:lnTo>
                  <a:pt x="41771" y="0"/>
                </a:lnTo>
                <a:close/>
              </a:path>
            </a:pathLst>
          </a:custGeom>
          <a:solidFill>
            <a:srgbClr val="DADADA">
              <a:alpha val="87271"/>
            </a:srgbClr>
          </a:solidFill>
          <a:ln w="4918">
            <a:solidFill>
              <a:srgbClr val="DADADA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2" name="Kształt 232"/>
          <p:cNvSpPr/>
          <p:nvPr/>
        </p:nvSpPr>
        <p:spPr>
          <a:xfrm>
            <a:off x="23301727" y="4842845"/>
            <a:ext cx="27415" cy="49210"/>
          </a:xfrm>
          <a:custGeom>
            <a:avLst/>
            <a:gdLst/>
            <a:ahLst/>
            <a:cxnLst/>
            <a:rect l="0" t="0" r="r" b="b"/>
            <a:pathLst>
              <a:path w="27415" h="49210">
                <a:moveTo>
                  <a:pt x="7009" y="49210"/>
                </a:moveTo>
                <a:lnTo>
                  <a:pt x="0" y="0"/>
                </a:lnTo>
                <a:lnTo>
                  <a:pt x="27415" y="22695"/>
                </a:lnTo>
                <a:close/>
              </a:path>
            </a:pathLst>
          </a:custGeom>
          <a:solidFill>
            <a:srgbClr val="EAEAEA">
              <a:alpha val="87271"/>
            </a:srgbClr>
          </a:solidFill>
          <a:ln w="4918">
            <a:solidFill>
              <a:srgbClr val="EAEAEA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3" name="Kształt 233"/>
          <p:cNvSpPr/>
          <p:nvPr/>
        </p:nvSpPr>
        <p:spPr>
          <a:xfrm>
            <a:off x="23301727" y="4830686"/>
            <a:ext cx="53351" cy="34854"/>
          </a:xfrm>
          <a:custGeom>
            <a:avLst/>
            <a:gdLst/>
            <a:ahLst/>
            <a:cxnLst/>
            <a:rect l="0" t="0" r="r" b="b"/>
            <a:pathLst>
              <a:path w="53351" h="34854">
                <a:moveTo>
                  <a:pt x="53351" y="0"/>
                </a:moveTo>
                <a:lnTo>
                  <a:pt x="27415" y="34854"/>
                </a:lnTo>
                <a:lnTo>
                  <a:pt x="0" y="12159"/>
                </a:lnTo>
                <a:close/>
              </a:path>
            </a:pathLst>
          </a:custGeom>
          <a:solidFill>
            <a:srgbClr val="E5E5E5">
              <a:alpha val="87271"/>
            </a:srgbClr>
          </a:solidFill>
          <a:ln w="4918">
            <a:solidFill>
              <a:srgbClr val="E5E5E5">
                <a:alpha val="87271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4" name="Kształt 234"/>
          <p:cNvSpPr/>
          <p:nvPr/>
        </p:nvSpPr>
        <p:spPr>
          <a:xfrm>
            <a:off x="9226550" y="4312896"/>
            <a:ext cx="1196975" cy="419100"/>
          </a:xfrm>
          <a:custGeom>
            <a:avLst/>
            <a:gdLst/>
            <a:ahLst/>
            <a:cxnLst/>
            <a:rect l="0" t="0" r="r" b="b"/>
            <a:pathLst>
              <a:path w="1196975" h="419100">
                <a:moveTo>
                  <a:pt x="0" y="419100"/>
                </a:moveTo>
                <a:lnTo>
                  <a:pt x="43180" y="221615"/>
                </a:lnTo>
                <a:lnTo>
                  <a:pt x="92710" y="91440"/>
                </a:lnTo>
                <a:lnTo>
                  <a:pt x="160020" y="28575"/>
                </a:lnTo>
                <a:lnTo>
                  <a:pt x="292100" y="5080"/>
                </a:lnTo>
                <a:lnTo>
                  <a:pt x="488950" y="0"/>
                </a:lnTo>
                <a:lnTo>
                  <a:pt x="669925" y="0"/>
                </a:lnTo>
                <a:lnTo>
                  <a:pt x="806450" y="1270"/>
                </a:lnTo>
                <a:lnTo>
                  <a:pt x="919480" y="7620"/>
                </a:lnTo>
                <a:lnTo>
                  <a:pt x="1036320" y="52070"/>
                </a:lnTo>
                <a:lnTo>
                  <a:pt x="1115060" y="142875"/>
                </a:lnTo>
                <a:lnTo>
                  <a:pt x="1168400" y="273050"/>
                </a:lnTo>
                <a:lnTo>
                  <a:pt x="1196975" y="419100"/>
                </a:lnTo>
                <a:close/>
              </a:path>
            </a:pathLst>
          </a:custGeom>
          <a:solidFill>
            <a:srgbClr val="9FC3D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5" name="Kształt 235"/>
          <p:cNvSpPr/>
          <p:nvPr/>
        </p:nvSpPr>
        <p:spPr>
          <a:xfrm>
            <a:off x="9975850" y="4634446"/>
            <a:ext cx="215900" cy="101600"/>
          </a:xfrm>
          <a:custGeom>
            <a:avLst/>
            <a:gdLst/>
            <a:ahLst/>
            <a:cxnLst/>
            <a:rect l="0" t="0" r="r" b="b"/>
            <a:pathLst>
              <a:path w="215900" h="101600">
                <a:moveTo>
                  <a:pt x="0" y="101600"/>
                </a:moveTo>
                <a:lnTo>
                  <a:pt x="19050" y="25400"/>
                </a:lnTo>
                <a:lnTo>
                  <a:pt x="76200" y="0"/>
                </a:lnTo>
                <a:lnTo>
                  <a:pt x="146050" y="0"/>
                </a:lnTo>
                <a:lnTo>
                  <a:pt x="196850" y="25400"/>
                </a:lnTo>
                <a:lnTo>
                  <a:pt x="215900" y="101600"/>
                </a:lnTo>
                <a:close/>
              </a:path>
            </a:pathLst>
          </a:custGeom>
          <a:solidFill>
            <a:srgbClr val="E9A7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6" name="Kształt 236"/>
          <p:cNvSpPr/>
          <p:nvPr/>
        </p:nvSpPr>
        <p:spPr>
          <a:xfrm>
            <a:off x="10083800" y="4456646"/>
            <a:ext cx="79375" cy="88900"/>
          </a:xfrm>
          <a:custGeom>
            <a:avLst/>
            <a:gdLst/>
            <a:ahLst/>
            <a:cxnLst/>
            <a:rect l="0" t="0" r="r" b="b"/>
            <a:pathLst>
              <a:path w="79375" h="88900">
                <a:moveTo>
                  <a:pt x="0" y="0"/>
                </a:moveTo>
                <a:lnTo>
                  <a:pt x="79375" y="31750"/>
                </a:lnTo>
                <a:lnTo>
                  <a:pt x="0" y="88900"/>
                </a:lnTo>
                <a:close/>
              </a:path>
            </a:pathLst>
          </a:custGeom>
          <a:solidFill>
            <a:srgbClr val="ECECEC"/>
          </a:solidFill>
          <a:ln w="5080">
            <a:solidFill>
              <a:srgbClr val="ECECE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7" name="Kształt 237"/>
          <p:cNvSpPr/>
          <p:nvPr/>
        </p:nvSpPr>
        <p:spPr>
          <a:xfrm>
            <a:off x="10083800" y="4488396"/>
            <a:ext cx="82550" cy="101600"/>
          </a:xfrm>
          <a:custGeom>
            <a:avLst/>
            <a:gdLst/>
            <a:ahLst/>
            <a:cxnLst/>
            <a:rect l="0" t="0" r="r" b="b"/>
            <a:pathLst>
              <a:path w="82550" h="101600">
                <a:moveTo>
                  <a:pt x="79375" y="0"/>
                </a:moveTo>
                <a:lnTo>
                  <a:pt x="82550" y="101600"/>
                </a:lnTo>
                <a:lnTo>
                  <a:pt x="0" y="57150"/>
                </a:lnTo>
                <a:close/>
              </a:path>
            </a:pathLst>
          </a:custGeom>
          <a:solidFill>
            <a:srgbClr val="DADADA"/>
          </a:solidFill>
          <a:ln w="5080">
            <a:solidFill>
              <a:srgbClr val="DADAD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8" name="Kształt 238"/>
          <p:cNvSpPr/>
          <p:nvPr/>
        </p:nvSpPr>
        <p:spPr>
          <a:xfrm>
            <a:off x="10083800" y="4545546"/>
            <a:ext cx="82550" cy="88900"/>
          </a:xfrm>
          <a:custGeom>
            <a:avLst/>
            <a:gdLst/>
            <a:ahLst/>
            <a:cxnLst/>
            <a:rect l="0" t="0" r="r" b="b"/>
            <a:pathLst>
              <a:path w="82550" h="88900">
                <a:moveTo>
                  <a:pt x="82550" y="44450"/>
                </a:moveTo>
                <a:lnTo>
                  <a:pt x="0" y="88900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5080">
            <a:solidFill>
              <a:srgbClr val="CECEC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9" name="Kształt 239"/>
          <p:cNvSpPr/>
          <p:nvPr/>
        </p:nvSpPr>
        <p:spPr>
          <a:xfrm>
            <a:off x="10001250" y="4545546"/>
            <a:ext cx="82550" cy="88900"/>
          </a:xfrm>
          <a:custGeom>
            <a:avLst/>
            <a:gdLst/>
            <a:ahLst/>
            <a:cxnLst/>
            <a:rect l="0" t="0" r="r" b="b"/>
            <a:pathLst>
              <a:path w="82550" h="88900">
                <a:moveTo>
                  <a:pt x="82550" y="88900"/>
                </a:moveTo>
                <a:lnTo>
                  <a:pt x="0" y="44450"/>
                </a:lnTo>
                <a:lnTo>
                  <a:pt x="82550" y="0"/>
                </a:lnTo>
                <a:close/>
              </a:path>
            </a:pathLst>
          </a:custGeom>
          <a:solidFill>
            <a:srgbClr val="E2E2E2"/>
          </a:solidFill>
          <a:ln w="5080">
            <a:solidFill>
              <a:srgbClr val="E2E2E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0" name="Kształt 240"/>
          <p:cNvSpPr/>
          <p:nvPr/>
        </p:nvSpPr>
        <p:spPr>
          <a:xfrm>
            <a:off x="10001250" y="4488396"/>
            <a:ext cx="82550" cy="101600"/>
          </a:xfrm>
          <a:custGeom>
            <a:avLst/>
            <a:gdLst/>
            <a:ahLst/>
            <a:cxnLst/>
            <a:rect l="0" t="0" r="r" b="b"/>
            <a:pathLst>
              <a:path w="82550" h="101600">
                <a:moveTo>
                  <a:pt x="0" y="101600"/>
                </a:moveTo>
                <a:lnTo>
                  <a:pt x="3175" y="0"/>
                </a:lnTo>
                <a:lnTo>
                  <a:pt x="82550" y="57150"/>
                </a:lnTo>
                <a:close/>
              </a:path>
            </a:pathLst>
          </a:custGeom>
          <a:solidFill>
            <a:srgbClr val="F3F3F3"/>
          </a:solidFill>
          <a:ln w="5080">
            <a:solidFill>
              <a:srgbClr val="F3F3F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1" name="Kształt 241"/>
          <p:cNvSpPr/>
          <p:nvPr/>
        </p:nvSpPr>
        <p:spPr>
          <a:xfrm>
            <a:off x="10004425" y="4456646"/>
            <a:ext cx="79375" cy="88900"/>
          </a:xfrm>
          <a:custGeom>
            <a:avLst/>
            <a:gdLst/>
            <a:ahLst/>
            <a:cxnLst/>
            <a:rect l="0" t="0" r="r" b="b"/>
            <a:pathLst>
              <a:path w="79375" h="88900">
                <a:moveTo>
                  <a:pt x="0" y="31750"/>
                </a:moveTo>
                <a:lnTo>
                  <a:pt x="79375" y="0"/>
                </a:lnTo>
                <a:lnTo>
                  <a:pt x="79375" y="88900"/>
                </a:lnTo>
                <a:close/>
              </a:path>
            </a:pathLst>
          </a:custGeom>
          <a:solidFill>
            <a:srgbClr val="FBFBFB"/>
          </a:solidFill>
          <a:ln w="5080">
            <a:solidFill>
              <a:srgbClr val="FBFBF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2" name="Kształt 242"/>
          <p:cNvSpPr/>
          <p:nvPr/>
        </p:nvSpPr>
        <p:spPr>
          <a:xfrm>
            <a:off x="10166350" y="4539196"/>
            <a:ext cx="25400" cy="44450"/>
          </a:xfrm>
          <a:custGeom>
            <a:avLst/>
            <a:gdLst/>
            <a:ahLst/>
            <a:cxnLst/>
            <a:rect l="0" t="0" r="r" b="b"/>
            <a:pathLst>
              <a:path w="25400" h="44450">
                <a:moveTo>
                  <a:pt x="0" y="0"/>
                </a:moveTo>
                <a:lnTo>
                  <a:pt x="25400" y="31750"/>
                </a:lnTo>
                <a:lnTo>
                  <a:pt x="0" y="44450"/>
                </a:lnTo>
                <a:close/>
              </a:path>
            </a:pathLst>
          </a:custGeom>
          <a:solidFill>
            <a:srgbClr val="DADADA"/>
          </a:solidFill>
          <a:ln w="5080">
            <a:solidFill>
              <a:srgbClr val="DADAD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3" name="Kształt 243"/>
          <p:cNvSpPr/>
          <p:nvPr/>
        </p:nvSpPr>
        <p:spPr>
          <a:xfrm>
            <a:off x="10115550" y="4520146"/>
            <a:ext cx="19050" cy="25400"/>
          </a:xfrm>
          <a:custGeom>
            <a:avLst/>
            <a:gdLst/>
            <a:ahLst/>
            <a:cxnLst/>
            <a:rect l="0" t="0" r="r" b="b"/>
            <a:pathLst>
              <a:path w="19050" h="25400">
                <a:moveTo>
                  <a:pt x="0" y="0"/>
                </a:moveTo>
                <a:lnTo>
                  <a:pt x="19050" y="0"/>
                </a:lnTo>
                <a:lnTo>
                  <a:pt x="19050" y="25400"/>
                </a:lnTo>
                <a:lnTo>
                  <a:pt x="0" y="2540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4" name="Kształt 244"/>
          <p:cNvSpPr/>
          <p:nvPr/>
        </p:nvSpPr>
        <p:spPr>
          <a:xfrm>
            <a:off x="10109200" y="4589996"/>
            <a:ext cx="38100" cy="19050"/>
          </a:xfrm>
          <a:custGeom>
            <a:avLst/>
            <a:gdLst/>
            <a:ahLst/>
            <a:cxnLst/>
            <a:rect l="0" t="0" r="r" b="b"/>
            <a:pathLst>
              <a:path w="38100" h="19050">
                <a:moveTo>
                  <a:pt x="0" y="6350"/>
                </a:moveTo>
                <a:lnTo>
                  <a:pt x="38100" y="0"/>
                </a:lnTo>
                <a:lnTo>
                  <a:pt x="25400" y="19050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5" name="Kształt 245"/>
          <p:cNvSpPr/>
          <p:nvPr/>
        </p:nvSpPr>
        <p:spPr>
          <a:xfrm>
            <a:off x="9991725" y="4507446"/>
            <a:ext cx="34925" cy="69850"/>
          </a:xfrm>
          <a:custGeom>
            <a:avLst/>
            <a:gdLst/>
            <a:ahLst/>
            <a:cxnLst/>
            <a:rect l="0" t="0" r="r" b="b"/>
            <a:pathLst>
              <a:path w="34925" h="69850">
                <a:moveTo>
                  <a:pt x="3175" y="0"/>
                </a:moveTo>
                <a:lnTo>
                  <a:pt x="34925" y="0"/>
                </a:lnTo>
                <a:lnTo>
                  <a:pt x="22225" y="69850"/>
                </a:lnTo>
                <a:lnTo>
                  <a:pt x="0" y="57150"/>
                </a:lnTo>
                <a:close/>
              </a:path>
            </a:pathLst>
          </a:custGeom>
          <a:solidFill>
            <a:srgbClr val="7A4627"/>
          </a:solidFill>
          <a:ln w="5080">
            <a:solidFill>
              <a:srgbClr val="7A462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6" name="Kształt 246"/>
          <p:cNvSpPr/>
          <p:nvPr/>
        </p:nvSpPr>
        <p:spPr>
          <a:xfrm>
            <a:off x="9994900" y="4424896"/>
            <a:ext cx="177800" cy="82550"/>
          </a:xfrm>
          <a:custGeom>
            <a:avLst/>
            <a:gdLst/>
            <a:ahLst/>
            <a:cxnLst/>
            <a:rect l="0" t="0" r="r" b="b"/>
            <a:pathLst>
              <a:path w="177800" h="82550">
                <a:moveTo>
                  <a:pt x="0" y="82550"/>
                </a:moveTo>
                <a:lnTo>
                  <a:pt x="19050" y="31750"/>
                </a:lnTo>
                <a:lnTo>
                  <a:pt x="88900" y="0"/>
                </a:lnTo>
                <a:lnTo>
                  <a:pt x="152400" y="25400"/>
                </a:lnTo>
                <a:lnTo>
                  <a:pt x="177800" y="76200"/>
                </a:lnTo>
                <a:close/>
              </a:path>
            </a:pathLst>
          </a:custGeom>
          <a:solidFill>
            <a:srgbClr val="2C6F98"/>
          </a:solidFill>
          <a:ln w="5080">
            <a:solidFill>
              <a:srgbClr val="2C6F98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7" name="Kształt 247"/>
          <p:cNvSpPr/>
          <p:nvPr/>
        </p:nvSpPr>
        <p:spPr>
          <a:xfrm>
            <a:off x="10013950" y="4424896"/>
            <a:ext cx="69850" cy="44450"/>
          </a:xfrm>
          <a:custGeom>
            <a:avLst/>
            <a:gdLst/>
            <a:ahLst/>
            <a:cxnLst/>
            <a:rect l="0" t="0" r="r" b="b"/>
            <a:pathLst>
              <a:path w="69850" h="44450">
                <a:moveTo>
                  <a:pt x="0" y="31750"/>
                </a:moveTo>
                <a:lnTo>
                  <a:pt x="69850" y="0"/>
                </a:lnTo>
                <a:lnTo>
                  <a:pt x="57150" y="44450"/>
                </a:lnTo>
                <a:close/>
              </a:path>
            </a:pathLst>
          </a:custGeom>
          <a:solidFill>
            <a:srgbClr val="3A8FC2"/>
          </a:solidFill>
          <a:ln w="5080">
            <a:solidFill>
              <a:srgbClr val="3A8FC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8" name="Kształt 248"/>
          <p:cNvSpPr/>
          <p:nvPr/>
        </p:nvSpPr>
        <p:spPr>
          <a:xfrm>
            <a:off x="10147300" y="4488396"/>
            <a:ext cx="95250" cy="38100"/>
          </a:xfrm>
          <a:custGeom>
            <a:avLst/>
            <a:gdLst/>
            <a:ahLst/>
            <a:cxnLst/>
            <a:rect l="0" t="0" r="r" b="b"/>
            <a:pathLst>
              <a:path w="95250" h="38100">
                <a:moveTo>
                  <a:pt x="0" y="0"/>
                </a:moveTo>
                <a:lnTo>
                  <a:pt x="95250" y="19050"/>
                </a:lnTo>
                <a:lnTo>
                  <a:pt x="88900" y="38100"/>
                </a:lnTo>
                <a:lnTo>
                  <a:pt x="12700" y="25400"/>
                </a:lnTo>
                <a:close/>
              </a:path>
            </a:pathLst>
          </a:custGeom>
          <a:solidFill>
            <a:srgbClr val="1F5577"/>
          </a:solidFill>
          <a:ln w="5080">
            <a:solidFill>
              <a:srgbClr val="1F5577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9" name="Kształt 249"/>
          <p:cNvSpPr/>
          <p:nvPr/>
        </p:nvSpPr>
        <p:spPr>
          <a:xfrm>
            <a:off x="10210800" y="4604996"/>
            <a:ext cx="82550" cy="139700"/>
          </a:xfrm>
          <a:custGeom>
            <a:avLst/>
            <a:gdLst/>
            <a:ahLst/>
            <a:cxnLst/>
            <a:rect l="0" t="0" r="r" b="b"/>
            <a:pathLst>
              <a:path w="82550" h="139700">
                <a:moveTo>
                  <a:pt x="0" y="12700"/>
                </a:moveTo>
                <a:lnTo>
                  <a:pt x="31750" y="0"/>
                </a:lnTo>
                <a:lnTo>
                  <a:pt x="82550" y="127000"/>
                </a:lnTo>
                <a:lnTo>
                  <a:pt x="50800" y="13970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0" name="Kształt 250"/>
          <p:cNvSpPr/>
          <p:nvPr/>
        </p:nvSpPr>
        <p:spPr>
          <a:xfrm>
            <a:off x="10261600" y="4592296"/>
            <a:ext cx="76200" cy="139700"/>
          </a:xfrm>
          <a:custGeom>
            <a:avLst/>
            <a:gdLst/>
            <a:ahLst/>
            <a:cxnLst/>
            <a:rect l="0" t="0" r="r" b="b"/>
            <a:pathLst>
              <a:path w="76200" h="139700">
                <a:moveTo>
                  <a:pt x="0" y="12700"/>
                </a:moveTo>
                <a:lnTo>
                  <a:pt x="38100" y="0"/>
                </a:lnTo>
                <a:lnTo>
                  <a:pt x="76200" y="127000"/>
                </a:lnTo>
                <a:lnTo>
                  <a:pt x="38100" y="139700"/>
                </a:lnTo>
                <a:close/>
              </a:path>
            </a:pathLst>
          </a:custGeom>
          <a:solidFill>
            <a:srgbClr val="FFFFFF">
              <a:alpha val="3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1" name="Kształt 251"/>
          <p:cNvSpPr/>
          <p:nvPr/>
        </p:nvSpPr>
        <p:spPr>
          <a:xfrm>
            <a:off x="9715500" y="4312896"/>
            <a:ext cx="180975" cy="63500"/>
          </a:xfrm>
          <a:custGeom>
            <a:avLst/>
            <a:gdLst/>
            <a:ahLst/>
            <a:cxnLst/>
            <a:rect l="0" t="0" r="r" b="b"/>
            <a:pathLst>
              <a:path w="180975" h="63500">
                <a:moveTo>
                  <a:pt x="180975" y="0"/>
                </a:moveTo>
                <a:lnTo>
                  <a:pt x="0" y="0"/>
                </a:lnTo>
                <a:lnTo>
                  <a:pt x="0" y="63500"/>
                </a:lnTo>
                <a:lnTo>
                  <a:pt x="152400" y="63500"/>
                </a:lnTo>
                <a:close/>
              </a:path>
            </a:pathLst>
          </a:custGeom>
          <a:solidFill>
            <a:srgbClr val="F6716D"/>
          </a:solidFill>
          <a:ln w="5080">
            <a:solidFill>
              <a:srgbClr val="F6716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2" name="Kształt 252"/>
          <p:cNvSpPr/>
          <p:nvPr/>
        </p:nvSpPr>
        <p:spPr>
          <a:xfrm>
            <a:off x="9518650" y="4312896"/>
            <a:ext cx="196850" cy="63500"/>
          </a:xfrm>
          <a:custGeom>
            <a:avLst/>
            <a:gdLst/>
            <a:ahLst/>
            <a:cxnLst/>
            <a:rect l="0" t="0" r="r" b="b"/>
            <a:pathLst>
              <a:path w="196850" h="63500">
                <a:moveTo>
                  <a:pt x="196850" y="0"/>
                </a:moveTo>
                <a:lnTo>
                  <a:pt x="0" y="5080"/>
                </a:lnTo>
                <a:lnTo>
                  <a:pt x="6350" y="63500"/>
                </a:lnTo>
                <a:lnTo>
                  <a:pt x="196850" y="63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3" name="Kształt 253"/>
          <p:cNvSpPr/>
          <p:nvPr/>
        </p:nvSpPr>
        <p:spPr>
          <a:xfrm>
            <a:off x="9386570" y="4317976"/>
            <a:ext cx="138430" cy="77470"/>
          </a:xfrm>
          <a:custGeom>
            <a:avLst/>
            <a:gdLst/>
            <a:ahLst/>
            <a:cxnLst/>
            <a:rect l="0" t="0" r="r" b="b"/>
            <a:pathLst>
              <a:path w="138430" h="77470">
                <a:moveTo>
                  <a:pt x="132080" y="0"/>
                </a:moveTo>
                <a:lnTo>
                  <a:pt x="0" y="23495"/>
                </a:lnTo>
                <a:lnTo>
                  <a:pt x="36830" y="77470"/>
                </a:lnTo>
                <a:lnTo>
                  <a:pt x="138430" y="5842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4" name="Kształt 254"/>
          <p:cNvSpPr/>
          <p:nvPr/>
        </p:nvSpPr>
        <p:spPr>
          <a:xfrm>
            <a:off x="9319260" y="4341471"/>
            <a:ext cx="104140" cy="104775"/>
          </a:xfrm>
          <a:custGeom>
            <a:avLst/>
            <a:gdLst/>
            <a:ahLst/>
            <a:cxnLst/>
            <a:rect l="0" t="0" r="r" b="b"/>
            <a:pathLst>
              <a:path w="104140" h="104775">
                <a:moveTo>
                  <a:pt x="67310" y="0"/>
                </a:moveTo>
                <a:lnTo>
                  <a:pt x="0" y="62865"/>
                </a:lnTo>
                <a:lnTo>
                  <a:pt x="40640" y="104775"/>
                </a:lnTo>
                <a:lnTo>
                  <a:pt x="104140" y="53975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5" name="Kształt 255"/>
          <p:cNvSpPr/>
          <p:nvPr/>
        </p:nvSpPr>
        <p:spPr>
          <a:xfrm>
            <a:off x="9269730" y="4404336"/>
            <a:ext cx="90170" cy="137160"/>
          </a:xfrm>
          <a:custGeom>
            <a:avLst/>
            <a:gdLst/>
            <a:ahLst/>
            <a:cxnLst/>
            <a:rect l="0" t="0" r="r" b="b"/>
            <a:pathLst>
              <a:path w="90170" h="137160">
                <a:moveTo>
                  <a:pt x="49530" y="0"/>
                </a:moveTo>
                <a:lnTo>
                  <a:pt x="0" y="130175"/>
                </a:lnTo>
                <a:lnTo>
                  <a:pt x="45720" y="137160"/>
                </a:lnTo>
                <a:lnTo>
                  <a:pt x="90170" y="4191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6" name="Kształt 256"/>
          <p:cNvSpPr/>
          <p:nvPr/>
        </p:nvSpPr>
        <p:spPr>
          <a:xfrm>
            <a:off x="9226550" y="4534511"/>
            <a:ext cx="88900" cy="197485"/>
          </a:xfrm>
          <a:custGeom>
            <a:avLst/>
            <a:gdLst/>
            <a:ahLst/>
            <a:cxnLst/>
            <a:rect l="0" t="0" r="r" b="b"/>
            <a:pathLst>
              <a:path w="88900" h="197485">
                <a:moveTo>
                  <a:pt x="43180" y="0"/>
                </a:moveTo>
                <a:lnTo>
                  <a:pt x="0" y="197485"/>
                </a:lnTo>
                <a:lnTo>
                  <a:pt x="50800" y="197485"/>
                </a:lnTo>
                <a:lnTo>
                  <a:pt x="88900" y="6985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7" name="Kształt 257"/>
          <p:cNvSpPr/>
          <p:nvPr/>
        </p:nvSpPr>
        <p:spPr>
          <a:xfrm>
            <a:off x="9896475" y="4312896"/>
            <a:ext cx="136525" cy="63500"/>
          </a:xfrm>
          <a:custGeom>
            <a:avLst/>
            <a:gdLst/>
            <a:ahLst/>
            <a:cxnLst/>
            <a:rect l="0" t="0" r="r" b="b"/>
            <a:pathLst>
              <a:path w="136525" h="63500">
                <a:moveTo>
                  <a:pt x="0" y="0"/>
                </a:moveTo>
                <a:lnTo>
                  <a:pt x="136525" y="1270"/>
                </a:lnTo>
                <a:lnTo>
                  <a:pt x="136525" y="63500"/>
                </a:lnTo>
                <a:lnTo>
                  <a:pt x="28575" y="63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8" name="Kształt 258"/>
          <p:cNvSpPr/>
          <p:nvPr/>
        </p:nvSpPr>
        <p:spPr>
          <a:xfrm>
            <a:off x="10033000" y="4314166"/>
            <a:ext cx="114300" cy="74930"/>
          </a:xfrm>
          <a:custGeom>
            <a:avLst/>
            <a:gdLst/>
            <a:ahLst/>
            <a:cxnLst/>
            <a:rect l="0" t="0" r="r" b="b"/>
            <a:pathLst>
              <a:path w="114300" h="74930">
                <a:moveTo>
                  <a:pt x="0" y="0"/>
                </a:moveTo>
                <a:lnTo>
                  <a:pt x="113030" y="6350"/>
                </a:lnTo>
                <a:lnTo>
                  <a:pt x="114300" y="74930"/>
                </a:lnTo>
                <a:lnTo>
                  <a:pt x="0" y="62230"/>
                </a:lnTo>
                <a:close/>
              </a:path>
            </a:pathLst>
          </a:custGeom>
          <a:solidFill>
            <a:srgbClr val="F6716D"/>
          </a:solidFill>
          <a:ln w="5080">
            <a:solidFill>
              <a:srgbClr val="F6716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9" name="Kształt 259"/>
          <p:cNvSpPr/>
          <p:nvPr/>
        </p:nvSpPr>
        <p:spPr>
          <a:xfrm>
            <a:off x="10146030" y="4320516"/>
            <a:ext cx="116840" cy="113030"/>
          </a:xfrm>
          <a:custGeom>
            <a:avLst/>
            <a:gdLst/>
            <a:ahLst/>
            <a:cxnLst/>
            <a:rect l="0" t="0" r="r" b="b"/>
            <a:pathLst>
              <a:path w="116840" h="113030">
                <a:moveTo>
                  <a:pt x="0" y="0"/>
                </a:moveTo>
                <a:lnTo>
                  <a:pt x="116840" y="44450"/>
                </a:lnTo>
                <a:lnTo>
                  <a:pt x="83820" y="113030"/>
                </a:lnTo>
                <a:lnTo>
                  <a:pt x="1270" y="6858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0" name="Kształt 260"/>
          <p:cNvSpPr/>
          <p:nvPr/>
        </p:nvSpPr>
        <p:spPr>
          <a:xfrm>
            <a:off x="10229850" y="4364966"/>
            <a:ext cx="111760" cy="138430"/>
          </a:xfrm>
          <a:custGeom>
            <a:avLst/>
            <a:gdLst/>
            <a:ahLst/>
            <a:cxnLst/>
            <a:rect l="0" t="0" r="r" b="b"/>
            <a:pathLst>
              <a:path w="111760" h="138430">
                <a:moveTo>
                  <a:pt x="33020" y="0"/>
                </a:moveTo>
                <a:lnTo>
                  <a:pt x="111760" y="90805"/>
                </a:lnTo>
                <a:lnTo>
                  <a:pt x="57150" y="138430"/>
                </a:lnTo>
                <a:lnTo>
                  <a:pt x="0" y="6858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1" name="Kształt 261"/>
          <p:cNvSpPr/>
          <p:nvPr/>
        </p:nvSpPr>
        <p:spPr>
          <a:xfrm>
            <a:off x="10287000" y="4455771"/>
            <a:ext cx="107950" cy="149225"/>
          </a:xfrm>
          <a:custGeom>
            <a:avLst/>
            <a:gdLst/>
            <a:ahLst/>
            <a:cxnLst/>
            <a:rect l="0" t="0" r="r" b="b"/>
            <a:pathLst>
              <a:path w="107950" h="149225">
                <a:moveTo>
                  <a:pt x="54610" y="0"/>
                </a:moveTo>
                <a:lnTo>
                  <a:pt x="107950" y="130175"/>
                </a:lnTo>
                <a:lnTo>
                  <a:pt x="38100" y="149225"/>
                </a:lnTo>
                <a:lnTo>
                  <a:pt x="0" y="47625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2" name="Kształt 262"/>
          <p:cNvSpPr/>
          <p:nvPr/>
        </p:nvSpPr>
        <p:spPr>
          <a:xfrm>
            <a:off x="10325100" y="4585946"/>
            <a:ext cx="98425" cy="146050"/>
          </a:xfrm>
          <a:custGeom>
            <a:avLst/>
            <a:gdLst/>
            <a:ahLst/>
            <a:cxnLst/>
            <a:rect l="0" t="0" r="r" b="b"/>
            <a:pathLst>
              <a:path w="98425" h="146050">
                <a:moveTo>
                  <a:pt x="69850" y="0"/>
                </a:moveTo>
                <a:lnTo>
                  <a:pt x="98425" y="146050"/>
                </a:lnTo>
                <a:lnTo>
                  <a:pt x="19050" y="146050"/>
                </a:lnTo>
                <a:lnTo>
                  <a:pt x="0" y="19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3" name="Kształt 263"/>
          <p:cNvSpPr/>
          <p:nvPr/>
        </p:nvSpPr>
        <p:spPr>
          <a:xfrm>
            <a:off x="9867900" y="4312896"/>
            <a:ext cx="57150" cy="63500"/>
          </a:xfrm>
          <a:custGeom>
            <a:avLst/>
            <a:gdLst/>
            <a:ahLst/>
            <a:cxnLst/>
            <a:rect l="0" t="0" r="r" b="b"/>
            <a:pathLst>
              <a:path w="57150" h="63500">
                <a:moveTo>
                  <a:pt x="57150" y="63500"/>
                </a:moveTo>
                <a:lnTo>
                  <a:pt x="28575" y="0"/>
                </a:lnTo>
                <a:lnTo>
                  <a:pt x="0" y="63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4" name="Kształt 264"/>
          <p:cNvSpPr/>
          <p:nvPr/>
        </p:nvSpPr>
        <p:spPr>
          <a:xfrm>
            <a:off x="9867900" y="4376396"/>
            <a:ext cx="57150" cy="355600"/>
          </a:xfrm>
          <a:custGeom>
            <a:avLst/>
            <a:gdLst/>
            <a:ahLst/>
            <a:cxnLst/>
            <a:rect l="0" t="0" r="r" b="b"/>
            <a:pathLst>
              <a:path w="57150" h="355600">
                <a:moveTo>
                  <a:pt x="0" y="0"/>
                </a:moveTo>
                <a:lnTo>
                  <a:pt x="57150" y="0"/>
                </a:lnTo>
                <a:lnTo>
                  <a:pt x="57150" y="355600"/>
                </a:lnTo>
                <a:lnTo>
                  <a:pt x="0" y="3556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5" name="Kształt 265"/>
          <p:cNvSpPr/>
          <p:nvPr/>
        </p:nvSpPr>
        <p:spPr>
          <a:xfrm>
            <a:off x="8890000" y="4833596"/>
            <a:ext cx="38100" cy="101600"/>
          </a:xfrm>
          <a:custGeom>
            <a:avLst/>
            <a:gdLst/>
            <a:ahLst/>
            <a:cxnLst/>
            <a:rect l="0" t="0" r="r" b="b"/>
            <a:pathLst>
              <a:path w="38100" h="101600">
                <a:moveTo>
                  <a:pt x="0" y="101600"/>
                </a:moveTo>
                <a:lnTo>
                  <a:pt x="38100" y="0"/>
                </a:lnTo>
                <a:lnTo>
                  <a:pt x="38100" y="1016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6" name="Kształt 266"/>
          <p:cNvSpPr/>
          <p:nvPr/>
        </p:nvSpPr>
        <p:spPr>
          <a:xfrm>
            <a:off x="8890000" y="4935196"/>
            <a:ext cx="38100" cy="38100"/>
          </a:xfrm>
          <a:custGeom>
            <a:avLst/>
            <a:gdLst/>
            <a:ahLst/>
            <a:cxnLst/>
            <a:rect l="0" t="0" r="r" b="b"/>
            <a:pathLst>
              <a:path w="38100" h="38100">
                <a:moveTo>
                  <a:pt x="0" y="0"/>
                </a:moveTo>
                <a:lnTo>
                  <a:pt x="38100" y="0"/>
                </a:lnTo>
                <a:lnTo>
                  <a:pt x="0" y="381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7" name="Kształt 267"/>
          <p:cNvSpPr/>
          <p:nvPr/>
        </p:nvSpPr>
        <p:spPr>
          <a:xfrm>
            <a:off x="8928100" y="4763746"/>
            <a:ext cx="88900" cy="171450"/>
          </a:xfrm>
          <a:custGeom>
            <a:avLst/>
            <a:gdLst/>
            <a:ahLst/>
            <a:cxnLst/>
            <a:rect l="0" t="0" r="r" b="b"/>
            <a:pathLst>
              <a:path w="88900" h="171450">
                <a:moveTo>
                  <a:pt x="0" y="69850"/>
                </a:moveTo>
                <a:lnTo>
                  <a:pt x="88900" y="0"/>
                </a:lnTo>
                <a:lnTo>
                  <a:pt x="0" y="17145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8" name="Kształt 268"/>
          <p:cNvSpPr/>
          <p:nvPr/>
        </p:nvSpPr>
        <p:spPr>
          <a:xfrm>
            <a:off x="8928100" y="4763746"/>
            <a:ext cx="88900" cy="171450"/>
          </a:xfrm>
          <a:custGeom>
            <a:avLst/>
            <a:gdLst/>
            <a:ahLst/>
            <a:cxnLst/>
            <a:rect l="0" t="0" r="r" b="b"/>
            <a:pathLst>
              <a:path w="88900" h="171450">
                <a:moveTo>
                  <a:pt x="88900" y="0"/>
                </a:moveTo>
                <a:lnTo>
                  <a:pt x="88900" y="158750"/>
                </a:lnTo>
                <a:lnTo>
                  <a:pt x="0" y="17145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9" name="Kształt 269"/>
          <p:cNvSpPr/>
          <p:nvPr/>
        </p:nvSpPr>
        <p:spPr>
          <a:xfrm>
            <a:off x="9017000" y="4738346"/>
            <a:ext cx="139700" cy="184150"/>
          </a:xfrm>
          <a:custGeom>
            <a:avLst/>
            <a:gdLst/>
            <a:ahLst/>
            <a:cxnLst/>
            <a:rect l="0" t="0" r="r" b="b"/>
            <a:pathLst>
              <a:path w="139700" h="184150">
                <a:moveTo>
                  <a:pt x="0" y="25400"/>
                </a:moveTo>
                <a:lnTo>
                  <a:pt x="139700" y="0"/>
                </a:lnTo>
                <a:lnTo>
                  <a:pt x="139700" y="18415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0" name="Kształt 270"/>
          <p:cNvSpPr/>
          <p:nvPr/>
        </p:nvSpPr>
        <p:spPr>
          <a:xfrm>
            <a:off x="9017000" y="4763746"/>
            <a:ext cx="139700" cy="158750"/>
          </a:xfrm>
          <a:custGeom>
            <a:avLst/>
            <a:gdLst/>
            <a:ahLst/>
            <a:cxnLst/>
            <a:rect l="0" t="0" r="r" b="b"/>
            <a:pathLst>
              <a:path w="139700" h="158750">
                <a:moveTo>
                  <a:pt x="0" y="0"/>
                </a:moveTo>
                <a:lnTo>
                  <a:pt x="139700" y="158750"/>
                </a:lnTo>
                <a:lnTo>
                  <a:pt x="0" y="15875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1" name="Kształt 271"/>
          <p:cNvSpPr/>
          <p:nvPr/>
        </p:nvSpPr>
        <p:spPr>
          <a:xfrm>
            <a:off x="91567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6350"/>
                </a:moveTo>
                <a:lnTo>
                  <a:pt x="152400" y="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2" name="Kształt 272"/>
          <p:cNvSpPr/>
          <p:nvPr/>
        </p:nvSpPr>
        <p:spPr>
          <a:xfrm>
            <a:off x="91567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15240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3" name="Kształt 273"/>
          <p:cNvSpPr/>
          <p:nvPr/>
        </p:nvSpPr>
        <p:spPr>
          <a:xfrm>
            <a:off x="93091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15240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4" name="Kształt 274"/>
          <p:cNvSpPr/>
          <p:nvPr/>
        </p:nvSpPr>
        <p:spPr>
          <a:xfrm>
            <a:off x="93091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5" name="Kształt 275"/>
          <p:cNvSpPr/>
          <p:nvPr/>
        </p:nvSpPr>
        <p:spPr>
          <a:xfrm>
            <a:off x="94615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6" name="Kształt 276"/>
          <p:cNvSpPr/>
          <p:nvPr/>
        </p:nvSpPr>
        <p:spPr>
          <a:xfrm>
            <a:off x="94615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15240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7" name="Kształt 277"/>
          <p:cNvSpPr/>
          <p:nvPr/>
        </p:nvSpPr>
        <p:spPr>
          <a:xfrm>
            <a:off x="96139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15240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8" name="Kształt 278"/>
          <p:cNvSpPr/>
          <p:nvPr/>
        </p:nvSpPr>
        <p:spPr>
          <a:xfrm>
            <a:off x="96139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9" name="Kształt 279"/>
          <p:cNvSpPr/>
          <p:nvPr/>
        </p:nvSpPr>
        <p:spPr>
          <a:xfrm>
            <a:off x="97663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0" name="Kształt 280"/>
          <p:cNvSpPr/>
          <p:nvPr/>
        </p:nvSpPr>
        <p:spPr>
          <a:xfrm>
            <a:off x="97663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15240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1" name="Kształt 281"/>
          <p:cNvSpPr/>
          <p:nvPr/>
        </p:nvSpPr>
        <p:spPr>
          <a:xfrm>
            <a:off x="99187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152400" y="1905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2" name="Kształt 282"/>
          <p:cNvSpPr/>
          <p:nvPr/>
        </p:nvSpPr>
        <p:spPr>
          <a:xfrm>
            <a:off x="99187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3" name="Kształt 283"/>
          <p:cNvSpPr/>
          <p:nvPr/>
        </p:nvSpPr>
        <p:spPr>
          <a:xfrm>
            <a:off x="100711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0" y="1905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4" name="Kształt 284"/>
          <p:cNvSpPr/>
          <p:nvPr/>
        </p:nvSpPr>
        <p:spPr>
          <a:xfrm>
            <a:off x="100711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15240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5" name="Kształt 285"/>
          <p:cNvSpPr/>
          <p:nvPr/>
        </p:nvSpPr>
        <p:spPr>
          <a:xfrm>
            <a:off x="102235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152400" y="1905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6" name="Kształt 286"/>
          <p:cNvSpPr/>
          <p:nvPr/>
        </p:nvSpPr>
        <p:spPr>
          <a:xfrm>
            <a:off x="102235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7" name="Kształt 287"/>
          <p:cNvSpPr/>
          <p:nvPr/>
        </p:nvSpPr>
        <p:spPr>
          <a:xfrm>
            <a:off x="103759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0" y="1905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8" name="Kształt 288"/>
          <p:cNvSpPr/>
          <p:nvPr/>
        </p:nvSpPr>
        <p:spPr>
          <a:xfrm>
            <a:off x="103759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15240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9" name="Kształt 289"/>
          <p:cNvSpPr/>
          <p:nvPr/>
        </p:nvSpPr>
        <p:spPr>
          <a:xfrm>
            <a:off x="105283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0"/>
                </a:lnTo>
                <a:lnTo>
                  <a:pt x="152400" y="1905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0" name="Kształt 290"/>
          <p:cNvSpPr/>
          <p:nvPr/>
        </p:nvSpPr>
        <p:spPr>
          <a:xfrm>
            <a:off x="105283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1" name="Kształt 291"/>
          <p:cNvSpPr/>
          <p:nvPr/>
        </p:nvSpPr>
        <p:spPr>
          <a:xfrm>
            <a:off x="10680700" y="4731996"/>
            <a:ext cx="152400" cy="190500"/>
          </a:xfrm>
          <a:custGeom>
            <a:avLst/>
            <a:gdLst/>
            <a:ahLst/>
            <a:cxnLst/>
            <a:rect l="0" t="0" r="r" b="b"/>
            <a:pathLst>
              <a:path w="152400" h="190500">
                <a:moveTo>
                  <a:pt x="0" y="0"/>
                </a:moveTo>
                <a:lnTo>
                  <a:pt x="152400" y="9525"/>
                </a:lnTo>
                <a:lnTo>
                  <a:pt x="0" y="1905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2" name="Kształt 292"/>
          <p:cNvSpPr/>
          <p:nvPr/>
        </p:nvSpPr>
        <p:spPr>
          <a:xfrm>
            <a:off x="10680700" y="4741521"/>
            <a:ext cx="152400" cy="180975"/>
          </a:xfrm>
          <a:custGeom>
            <a:avLst/>
            <a:gdLst/>
            <a:ahLst/>
            <a:cxnLst/>
            <a:rect l="0" t="0" r="r" b="b"/>
            <a:pathLst>
              <a:path w="152400" h="180975">
                <a:moveTo>
                  <a:pt x="152400" y="0"/>
                </a:moveTo>
                <a:lnTo>
                  <a:pt x="152400" y="180975"/>
                </a:lnTo>
                <a:lnTo>
                  <a:pt x="0" y="180975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3" name="Kształt 293"/>
          <p:cNvSpPr/>
          <p:nvPr/>
        </p:nvSpPr>
        <p:spPr>
          <a:xfrm>
            <a:off x="10833100" y="4741521"/>
            <a:ext cx="127000" cy="193675"/>
          </a:xfrm>
          <a:custGeom>
            <a:avLst/>
            <a:gdLst/>
            <a:ahLst/>
            <a:cxnLst/>
            <a:rect l="0" t="0" r="r" b="b"/>
            <a:pathLst>
              <a:path w="127000" h="193675">
                <a:moveTo>
                  <a:pt x="0" y="0"/>
                </a:moveTo>
                <a:lnTo>
                  <a:pt x="127000" y="28575"/>
                </a:lnTo>
                <a:lnTo>
                  <a:pt x="127000" y="193675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4" name="Kształt 294"/>
          <p:cNvSpPr/>
          <p:nvPr/>
        </p:nvSpPr>
        <p:spPr>
          <a:xfrm>
            <a:off x="10833100" y="4741521"/>
            <a:ext cx="127000" cy="193675"/>
          </a:xfrm>
          <a:custGeom>
            <a:avLst/>
            <a:gdLst/>
            <a:ahLst/>
            <a:cxnLst/>
            <a:rect l="0" t="0" r="r" b="b"/>
            <a:pathLst>
              <a:path w="127000" h="193675">
                <a:moveTo>
                  <a:pt x="0" y="0"/>
                </a:moveTo>
                <a:lnTo>
                  <a:pt x="127000" y="193675"/>
                </a:lnTo>
                <a:lnTo>
                  <a:pt x="0" y="180975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5" name="Kształt 295"/>
          <p:cNvSpPr/>
          <p:nvPr/>
        </p:nvSpPr>
        <p:spPr>
          <a:xfrm>
            <a:off x="10960100" y="4770096"/>
            <a:ext cx="76200" cy="165100"/>
          </a:xfrm>
          <a:custGeom>
            <a:avLst/>
            <a:gdLst/>
            <a:ahLst/>
            <a:cxnLst/>
            <a:rect l="0" t="0" r="r" b="b"/>
            <a:pathLst>
              <a:path w="76200" h="165100">
                <a:moveTo>
                  <a:pt x="0" y="0"/>
                </a:moveTo>
                <a:lnTo>
                  <a:pt x="76200" y="76200"/>
                </a:lnTo>
                <a:lnTo>
                  <a:pt x="0" y="1651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6" name="Kształt 296"/>
          <p:cNvSpPr/>
          <p:nvPr/>
        </p:nvSpPr>
        <p:spPr>
          <a:xfrm>
            <a:off x="10960100" y="4846296"/>
            <a:ext cx="76200" cy="139700"/>
          </a:xfrm>
          <a:custGeom>
            <a:avLst/>
            <a:gdLst/>
            <a:ahLst/>
            <a:cxnLst/>
            <a:rect l="0" t="0" r="r" b="b"/>
            <a:pathLst>
              <a:path w="76200" h="139700">
                <a:moveTo>
                  <a:pt x="76200" y="0"/>
                </a:moveTo>
                <a:lnTo>
                  <a:pt x="76200" y="139700"/>
                </a:lnTo>
                <a:lnTo>
                  <a:pt x="0" y="88900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7" name="Kształt 297"/>
          <p:cNvSpPr/>
          <p:nvPr/>
        </p:nvSpPr>
        <p:spPr>
          <a:xfrm>
            <a:off x="8890000" y="4935196"/>
            <a:ext cx="38100" cy="241300"/>
          </a:xfrm>
          <a:custGeom>
            <a:avLst/>
            <a:gdLst/>
            <a:ahLst/>
            <a:cxnLst/>
            <a:rect l="0" t="0" r="r" b="b"/>
            <a:pathLst>
              <a:path w="38100" h="241300">
                <a:moveTo>
                  <a:pt x="0" y="38100"/>
                </a:moveTo>
                <a:lnTo>
                  <a:pt x="38100" y="0"/>
                </a:lnTo>
                <a:lnTo>
                  <a:pt x="38100" y="24130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8" name="Kształt 298"/>
          <p:cNvSpPr/>
          <p:nvPr/>
        </p:nvSpPr>
        <p:spPr>
          <a:xfrm>
            <a:off x="8890000" y="4973296"/>
            <a:ext cx="38100" cy="203200"/>
          </a:xfrm>
          <a:custGeom>
            <a:avLst/>
            <a:gdLst/>
            <a:ahLst/>
            <a:cxnLst/>
            <a:rect l="0" t="0" r="r" b="b"/>
            <a:pathLst>
              <a:path w="38100" h="203200">
                <a:moveTo>
                  <a:pt x="0" y="0"/>
                </a:moveTo>
                <a:lnTo>
                  <a:pt x="38100" y="203200"/>
                </a:lnTo>
                <a:lnTo>
                  <a:pt x="0" y="1587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9" name="Kształt 299"/>
          <p:cNvSpPr/>
          <p:nvPr/>
        </p:nvSpPr>
        <p:spPr>
          <a:xfrm>
            <a:off x="8928100" y="4922496"/>
            <a:ext cx="88900" cy="254000"/>
          </a:xfrm>
          <a:custGeom>
            <a:avLst/>
            <a:gdLst/>
            <a:ahLst/>
            <a:cxnLst/>
            <a:rect l="0" t="0" r="r" b="b"/>
            <a:pathLst>
              <a:path w="88900" h="254000">
                <a:moveTo>
                  <a:pt x="0" y="12700"/>
                </a:moveTo>
                <a:lnTo>
                  <a:pt x="88900" y="0"/>
                </a:lnTo>
                <a:lnTo>
                  <a:pt x="0" y="25400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0" name="Kształt 300"/>
          <p:cNvSpPr/>
          <p:nvPr/>
        </p:nvSpPr>
        <p:spPr>
          <a:xfrm>
            <a:off x="8928100" y="4922496"/>
            <a:ext cx="88900" cy="273050"/>
          </a:xfrm>
          <a:custGeom>
            <a:avLst/>
            <a:gdLst/>
            <a:ahLst/>
            <a:cxnLst/>
            <a:rect l="0" t="0" r="r" b="b"/>
            <a:pathLst>
              <a:path w="88900" h="273050">
                <a:moveTo>
                  <a:pt x="88900" y="0"/>
                </a:moveTo>
                <a:lnTo>
                  <a:pt x="88900" y="273050"/>
                </a:lnTo>
                <a:lnTo>
                  <a:pt x="0" y="25400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1" name="Kształt 301"/>
          <p:cNvSpPr/>
          <p:nvPr/>
        </p:nvSpPr>
        <p:spPr>
          <a:xfrm>
            <a:off x="9017000" y="4922496"/>
            <a:ext cx="139700" cy="273050"/>
          </a:xfrm>
          <a:custGeom>
            <a:avLst/>
            <a:gdLst/>
            <a:ahLst/>
            <a:cxnLst/>
            <a:rect l="0" t="0" r="r" b="b"/>
            <a:pathLst>
              <a:path w="139700" h="273050">
                <a:moveTo>
                  <a:pt x="0" y="0"/>
                </a:moveTo>
                <a:lnTo>
                  <a:pt x="139700" y="0"/>
                </a:lnTo>
                <a:lnTo>
                  <a:pt x="13970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2" name="Kształt 302"/>
          <p:cNvSpPr/>
          <p:nvPr/>
        </p:nvSpPr>
        <p:spPr>
          <a:xfrm>
            <a:off x="9017000" y="4922496"/>
            <a:ext cx="139700" cy="273050"/>
          </a:xfrm>
          <a:custGeom>
            <a:avLst/>
            <a:gdLst/>
            <a:ahLst/>
            <a:cxnLst/>
            <a:rect l="0" t="0" r="r" b="b"/>
            <a:pathLst>
              <a:path w="139700" h="273050">
                <a:moveTo>
                  <a:pt x="0" y="0"/>
                </a:moveTo>
                <a:lnTo>
                  <a:pt x="1397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3" name="Kształt 303"/>
          <p:cNvSpPr/>
          <p:nvPr/>
        </p:nvSpPr>
        <p:spPr>
          <a:xfrm>
            <a:off x="91567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4" name="Kształt 304"/>
          <p:cNvSpPr/>
          <p:nvPr/>
        </p:nvSpPr>
        <p:spPr>
          <a:xfrm>
            <a:off x="91567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15240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5" name="Kształt 305"/>
          <p:cNvSpPr/>
          <p:nvPr/>
        </p:nvSpPr>
        <p:spPr>
          <a:xfrm>
            <a:off x="93091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15240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6" name="Kształt 306"/>
          <p:cNvSpPr/>
          <p:nvPr/>
        </p:nvSpPr>
        <p:spPr>
          <a:xfrm>
            <a:off x="93091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7" name="Kształt 307"/>
          <p:cNvSpPr/>
          <p:nvPr/>
        </p:nvSpPr>
        <p:spPr>
          <a:xfrm>
            <a:off x="94615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8" name="Kształt 308"/>
          <p:cNvSpPr/>
          <p:nvPr/>
        </p:nvSpPr>
        <p:spPr>
          <a:xfrm>
            <a:off x="94615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15240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9" name="Kształt 309"/>
          <p:cNvSpPr/>
          <p:nvPr/>
        </p:nvSpPr>
        <p:spPr>
          <a:xfrm>
            <a:off x="96139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15240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0" name="Kształt 310"/>
          <p:cNvSpPr/>
          <p:nvPr/>
        </p:nvSpPr>
        <p:spPr>
          <a:xfrm>
            <a:off x="96139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1" name="Kształt 311"/>
          <p:cNvSpPr/>
          <p:nvPr/>
        </p:nvSpPr>
        <p:spPr>
          <a:xfrm>
            <a:off x="97663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2" name="Kształt 312"/>
          <p:cNvSpPr/>
          <p:nvPr/>
        </p:nvSpPr>
        <p:spPr>
          <a:xfrm>
            <a:off x="97663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15240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3" name="Kształt 313"/>
          <p:cNvSpPr/>
          <p:nvPr/>
        </p:nvSpPr>
        <p:spPr>
          <a:xfrm>
            <a:off x="99187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152400" y="2730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4" name="Kształt 314"/>
          <p:cNvSpPr/>
          <p:nvPr/>
        </p:nvSpPr>
        <p:spPr>
          <a:xfrm>
            <a:off x="99187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5" name="Kształt 315"/>
          <p:cNvSpPr/>
          <p:nvPr/>
        </p:nvSpPr>
        <p:spPr>
          <a:xfrm>
            <a:off x="100711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0" y="2730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6" name="Kształt 316"/>
          <p:cNvSpPr/>
          <p:nvPr/>
        </p:nvSpPr>
        <p:spPr>
          <a:xfrm>
            <a:off x="100711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15240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7" name="Kształt 317"/>
          <p:cNvSpPr/>
          <p:nvPr/>
        </p:nvSpPr>
        <p:spPr>
          <a:xfrm>
            <a:off x="102235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152400" y="2730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8" name="Kształt 318"/>
          <p:cNvSpPr/>
          <p:nvPr/>
        </p:nvSpPr>
        <p:spPr>
          <a:xfrm>
            <a:off x="102235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9" name="Kształt 319"/>
          <p:cNvSpPr/>
          <p:nvPr/>
        </p:nvSpPr>
        <p:spPr>
          <a:xfrm>
            <a:off x="103759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0" y="2730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0" name="Kształt 320"/>
          <p:cNvSpPr/>
          <p:nvPr/>
        </p:nvSpPr>
        <p:spPr>
          <a:xfrm>
            <a:off x="103759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15240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1" name="Kształt 321"/>
          <p:cNvSpPr/>
          <p:nvPr/>
        </p:nvSpPr>
        <p:spPr>
          <a:xfrm>
            <a:off x="105283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152400" y="2730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2" name="Kształt 322"/>
          <p:cNvSpPr/>
          <p:nvPr/>
        </p:nvSpPr>
        <p:spPr>
          <a:xfrm>
            <a:off x="105283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3" name="Kształt 323"/>
          <p:cNvSpPr/>
          <p:nvPr/>
        </p:nvSpPr>
        <p:spPr>
          <a:xfrm>
            <a:off x="106807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0" y="0"/>
                </a:moveTo>
                <a:lnTo>
                  <a:pt x="152400" y="0"/>
                </a:lnTo>
                <a:lnTo>
                  <a:pt x="0" y="2730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4" name="Kształt 324"/>
          <p:cNvSpPr/>
          <p:nvPr/>
        </p:nvSpPr>
        <p:spPr>
          <a:xfrm>
            <a:off x="10680700" y="4922496"/>
            <a:ext cx="152400" cy="273050"/>
          </a:xfrm>
          <a:custGeom>
            <a:avLst/>
            <a:gdLst/>
            <a:ahLst/>
            <a:cxnLst/>
            <a:rect l="0" t="0" r="r" b="b"/>
            <a:pathLst>
              <a:path w="152400" h="273050">
                <a:moveTo>
                  <a:pt x="152400" y="0"/>
                </a:moveTo>
                <a:lnTo>
                  <a:pt x="1524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5" name="Kształt 325"/>
          <p:cNvSpPr/>
          <p:nvPr/>
        </p:nvSpPr>
        <p:spPr>
          <a:xfrm>
            <a:off x="10833100" y="4922496"/>
            <a:ext cx="127000" cy="247650"/>
          </a:xfrm>
          <a:custGeom>
            <a:avLst/>
            <a:gdLst/>
            <a:ahLst/>
            <a:cxnLst/>
            <a:rect l="0" t="0" r="r" b="b"/>
            <a:pathLst>
              <a:path w="127000" h="247650">
                <a:moveTo>
                  <a:pt x="0" y="0"/>
                </a:moveTo>
                <a:lnTo>
                  <a:pt x="127000" y="12700"/>
                </a:lnTo>
                <a:lnTo>
                  <a:pt x="127000" y="2476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6" name="Kształt 326"/>
          <p:cNvSpPr/>
          <p:nvPr/>
        </p:nvSpPr>
        <p:spPr>
          <a:xfrm>
            <a:off x="10833100" y="4922496"/>
            <a:ext cx="127000" cy="273050"/>
          </a:xfrm>
          <a:custGeom>
            <a:avLst/>
            <a:gdLst/>
            <a:ahLst/>
            <a:cxnLst/>
            <a:rect l="0" t="0" r="r" b="b"/>
            <a:pathLst>
              <a:path w="127000" h="273050">
                <a:moveTo>
                  <a:pt x="0" y="0"/>
                </a:moveTo>
                <a:lnTo>
                  <a:pt x="127000" y="247650"/>
                </a:lnTo>
                <a:lnTo>
                  <a:pt x="0" y="2730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7" name="Kształt 327"/>
          <p:cNvSpPr/>
          <p:nvPr/>
        </p:nvSpPr>
        <p:spPr>
          <a:xfrm>
            <a:off x="10960100" y="4935196"/>
            <a:ext cx="76200" cy="234950"/>
          </a:xfrm>
          <a:custGeom>
            <a:avLst/>
            <a:gdLst/>
            <a:ahLst/>
            <a:cxnLst/>
            <a:rect l="0" t="0" r="r" b="b"/>
            <a:pathLst>
              <a:path w="76200" h="234950">
                <a:moveTo>
                  <a:pt x="0" y="0"/>
                </a:moveTo>
                <a:lnTo>
                  <a:pt x="76200" y="50800"/>
                </a:lnTo>
                <a:lnTo>
                  <a:pt x="0" y="23495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8" name="Kształt 328"/>
          <p:cNvSpPr/>
          <p:nvPr/>
        </p:nvSpPr>
        <p:spPr>
          <a:xfrm>
            <a:off x="10960100" y="4985996"/>
            <a:ext cx="76200" cy="184150"/>
          </a:xfrm>
          <a:custGeom>
            <a:avLst/>
            <a:gdLst/>
            <a:ahLst/>
            <a:cxnLst/>
            <a:rect l="0" t="0" r="r" b="b"/>
            <a:pathLst>
              <a:path w="76200" h="184150">
                <a:moveTo>
                  <a:pt x="76200" y="0"/>
                </a:moveTo>
                <a:lnTo>
                  <a:pt x="76200" y="120650"/>
                </a:lnTo>
                <a:lnTo>
                  <a:pt x="0" y="18415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9" name="Kształt 329"/>
          <p:cNvSpPr/>
          <p:nvPr/>
        </p:nvSpPr>
        <p:spPr>
          <a:xfrm>
            <a:off x="8972550" y="4801846"/>
            <a:ext cx="1981200" cy="12700"/>
          </a:xfrm>
          <a:custGeom>
            <a:avLst/>
            <a:gdLst/>
            <a:ahLst/>
            <a:cxnLst/>
            <a:rect l="0" t="0" r="r" b="b"/>
            <a:pathLst>
              <a:path w="1981200" h="12700">
                <a:moveTo>
                  <a:pt x="6350" y="0"/>
                </a:moveTo>
                <a:lnTo>
                  <a:pt x="1974850" y="0"/>
                </a:lnTo>
                <a:lnTo>
                  <a:pt x="1981200" y="12700"/>
                </a:lnTo>
                <a:lnTo>
                  <a:pt x="0" y="12700"/>
                </a:lnTo>
                <a:close/>
              </a:path>
            </a:pathLst>
          </a:custGeom>
          <a:solidFill>
            <a:srgbClr val="FFC9C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0" name="Kształt 330"/>
          <p:cNvSpPr/>
          <p:nvPr/>
        </p:nvSpPr>
        <p:spPr>
          <a:xfrm>
            <a:off x="9372600" y="4738346"/>
            <a:ext cx="12700" cy="450850"/>
          </a:xfrm>
          <a:custGeom>
            <a:avLst/>
            <a:gdLst/>
            <a:ahLst/>
            <a:cxnLst/>
            <a:rect l="0" t="0" r="r" b="b"/>
            <a:pathLst>
              <a:path w="12700" h="450850">
                <a:moveTo>
                  <a:pt x="0" y="0"/>
                </a:moveTo>
                <a:lnTo>
                  <a:pt x="12700" y="0"/>
                </a:lnTo>
                <a:lnTo>
                  <a:pt x="12700" y="450850"/>
                </a:lnTo>
                <a:lnTo>
                  <a:pt x="0" y="45085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1" name="Kształt 331"/>
          <p:cNvSpPr/>
          <p:nvPr/>
        </p:nvSpPr>
        <p:spPr>
          <a:xfrm>
            <a:off x="9886950" y="4738346"/>
            <a:ext cx="12700" cy="457200"/>
          </a:xfrm>
          <a:custGeom>
            <a:avLst/>
            <a:gdLst/>
            <a:ahLst/>
            <a:cxnLst/>
            <a:rect l="0" t="0" r="r" b="b"/>
            <a:pathLst>
              <a:path w="12700" h="457200">
                <a:moveTo>
                  <a:pt x="0" y="0"/>
                </a:moveTo>
                <a:lnTo>
                  <a:pt x="12700" y="0"/>
                </a:lnTo>
                <a:lnTo>
                  <a:pt x="12700" y="457200"/>
                </a:lnTo>
                <a:lnTo>
                  <a:pt x="0" y="4572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2" name="Kształt 332"/>
          <p:cNvSpPr/>
          <p:nvPr/>
        </p:nvSpPr>
        <p:spPr>
          <a:xfrm>
            <a:off x="10375900" y="4738346"/>
            <a:ext cx="12700" cy="450850"/>
          </a:xfrm>
          <a:custGeom>
            <a:avLst/>
            <a:gdLst/>
            <a:ahLst/>
            <a:cxnLst/>
            <a:rect l="0" t="0" r="r" b="b"/>
            <a:pathLst>
              <a:path w="12700" h="450850">
                <a:moveTo>
                  <a:pt x="0" y="0"/>
                </a:moveTo>
                <a:lnTo>
                  <a:pt x="12700" y="0"/>
                </a:lnTo>
                <a:lnTo>
                  <a:pt x="12700" y="450850"/>
                </a:lnTo>
                <a:lnTo>
                  <a:pt x="0" y="45085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3" name="Kształt 333"/>
          <p:cNvSpPr/>
          <p:nvPr/>
        </p:nvSpPr>
        <p:spPr>
          <a:xfrm>
            <a:off x="9740900" y="4833596"/>
            <a:ext cx="88900" cy="19050"/>
          </a:xfrm>
          <a:custGeom>
            <a:avLst/>
            <a:gdLst/>
            <a:ahLst/>
            <a:cxnLst/>
            <a:rect l="0" t="0" r="r" b="b"/>
            <a:pathLst>
              <a:path w="88900" h="19050">
                <a:moveTo>
                  <a:pt x="0" y="0"/>
                </a:moveTo>
                <a:lnTo>
                  <a:pt x="88900" y="0"/>
                </a:lnTo>
                <a:lnTo>
                  <a:pt x="88900" y="19050"/>
                </a:lnTo>
                <a:lnTo>
                  <a:pt x="0" y="19050"/>
                </a:lnTo>
                <a:close/>
              </a:path>
            </a:pathLst>
          </a:custGeom>
          <a:solidFill>
            <a:srgbClr val="E6E9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4" name="Kształt 334"/>
          <p:cNvSpPr/>
          <p:nvPr/>
        </p:nvSpPr>
        <p:spPr>
          <a:xfrm>
            <a:off x="9969500" y="4833596"/>
            <a:ext cx="88900" cy="19050"/>
          </a:xfrm>
          <a:custGeom>
            <a:avLst/>
            <a:gdLst/>
            <a:ahLst/>
            <a:cxnLst/>
            <a:rect l="0" t="0" r="r" b="b"/>
            <a:pathLst>
              <a:path w="88900" h="19050">
                <a:moveTo>
                  <a:pt x="0" y="0"/>
                </a:moveTo>
                <a:lnTo>
                  <a:pt x="88900" y="0"/>
                </a:lnTo>
                <a:lnTo>
                  <a:pt x="88900" y="19050"/>
                </a:lnTo>
                <a:lnTo>
                  <a:pt x="0" y="19050"/>
                </a:lnTo>
                <a:close/>
              </a:path>
            </a:pathLst>
          </a:custGeom>
          <a:solidFill>
            <a:srgbClr val="E6E9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5" name="Kształt 335"/>
          <p:cNvSpPr/>
          <p:nvPr/>
        </p:nvSpPr>
        <p:spPr>
          <a:xfrm>
            <a:off x="10521950" y="4754856"/>
            <a:ext cx="38100" cy="30480"/>
          </a:xfrm>
          <a:custGeom>
            <a:avLst/>
            <a:gdLst/>
            <a:ahLst/>
            <a:cxnLst/>
            <a:rect l="0" t="0" r="r" b="b"/>
            <a:pathLst>
              <a:path w="38100" h="30480">
                <a:moveTo>
                  <a:pt x="38100" y="15240"/>
                </a:moveTo>
                <a:lnTo>
                  <a:pt x="38100" y="17780"/>
                </a:lnTo>
                <a:lnTo>
                  <a:pt x="36830" y="20320"/>
                </a:lnTo>
                <a:lnTo>
                  <a:pt x="35560" y="22860"/>
                </a:lnTo>
                <a:lnTo>
                  <a:pt x="33655" y="24765"/>
                </a:lnTo>
                <a:lnTo>
                  <a:pt x="31115" y="26670"/>
                </a:lnTo>
                <a:lnTo>
                  <a:pt x="28575" y="28575"/>
                </a:lnTo>
                <a:lnTo>
                  <a:pt x="25400" y="29845"/>
                </a:lnTo>
                <a:lnTo>
                  <a:pt x="22225" y="30480"/>
                </a:lnTo>
                <a:lnTo>
                  <a:pt x="19050" y="30480"/>
                </a:lnTo>
                <a:lnTo>
                  <a:pt x="15875" y="30480"/>
                </a:lnTo>
                <a:lnTo>
                  <a:pt x="12700" y="29845"/>
                </a:lnTo>
                <a:lnTo>
                  <a:pt x="9525" y="28575"/>
                </a:lnTo>
                <a:lnTo>
                  <a:pt x="6985" y="26670"/>
                </a:lnTo>
                <a:lnTo>
                  <a:pt x="4445" y="24765"/>
                </a:lnTo>
                <a:lnTo>
                  <a:pt x="2540" y="22860"/>
                </a:lnTo>
                <a:lnTo>
                  <a:pt x="1270" y="20320"/>
                </a:lnTo>
                <a:lnTo>
                  <a:pt x="0" y="17780"/>
                </a:lnTo>
                <a:lnTo>
                  <a:pt x="0" y="15240"/>
                </a:lnTo>
                <a:lnTo>
                  <a:pt x="0" y="12700"/>
                </a:lnTo>
                <a:lnTo>
                  <a:pt x="1270" y="10160"/>
                </a:lnTo>
                <a:lnTo>
                  <a:pt x="2540" y="7620"/>
                </a:lnTo>
                <a:lnTo>
                  <a:pt x="4445" y="5715"/>
                </a:lnTo>
                <a:lnTo>
                  <a:pt x="6985" y="3810"/>
                </a:lnTo>
                <a:lnTo>
                  <a:pt x="9525" y="1905"/>
                </a:lnTo>
                <a:lnTo>
                  <a:pt x="12700" y="635"/>
                </a:lnTo>
                <a:lnTo>
                  <a:pt x="15875" y="0"/>
                </a:lnTo>
                <a:lnTo>
                  <a:pt x="19050" y="0"/>
                </a:lnTo>
                <a:lnTo>
                  <a:pt x="22225" y="0"/>
                </a:lnTo>
                <a:lnTo>
                  <a:pt x="25400" y="635"/>
                </a:lnTo>
                <a:lnTo>
                  <a:pt x="28575" y="1905"/>
                </a:lnTo>
                <a:lnTo>
                  <a:pt x="31115" y="3810"/>
                </a:lnTo>
                <a:lnTo>
                  <a:pt x="33655" y="5715"/>
                </a:lnTo>
                <a:lnTo>
                  <a:pt x="35560" y="7620"/>
                </a:lnTo>
                <a:lnTo>
                  <a:pt x="36830" y="10160"/>
                </a:lnTo>
                <a:lnTo>
                  <a:pt x="38100" y="12700"/>
                </a:lnTo>
                <a:close/>
              </a:path>
            </a:pathLst>
          </a:custGeom>
          <a:solidFill>
            <a:srgbClr val="FF9F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6" name="Kształt 336"/>
          <p:cNvSpPr/>
          <p:nvPr/>
        </p:nvSpPr>
        <p:spPr>
          <a:xfrm>
            <a:off x="10401300" y="4655796"/>
            <a:ext cx="101600" cy="76200"/>
          </a:xfrm>
          <a:custGeom>
            <a:avLst/>
            <a:gdLst/>
            <a:ahLst/>
            <a:cxnLst/>
            <a:rect l="0" t="0" r="r" b="b"/>
            <a:pathLst>
              <a:path w="101600" h="76200">
                <a:moveTo>
                  <a:pt x="0" y="25400"/>
                </a:moveTo>
                <a:lnTo>
                  <a:pt x="76200" y="0"/>
                </a:lnTo>
                <a:lnTo>
                  <a:pt x="101600" y="50800"/>
                </a:lnTo>
                <a:lnTo>
                  <a:pt x="25400" y="76200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7" name="Kształt 337"/>
          <p:cNvSpPr/>
          <p:nvPr/>
        </p:nvSpPr>
        <p:spPr>
          <a:xfrm>
            <a:off x="8896350" y="4884396"/>
            <a:ext cx="31750" cy="101600"/>
          </a:xfrm>
          <a:custGeom>
            <a:avLst/>
            <a:gdLst/>
            <a:ahLst/>
            <a:cxnLst/>
            <a:rect l="0" t="0" r="r" b="b"/>
            <a:pathLst>
              <a:path w="31750" h="101600">
                <a:moveTo>
                  <a:pt x="31750" y="0"/>
                </a:moveTo>
                <a:lnTo>
                  <a:pt x="0" y="38100"/>
                </a:lnTo>
                <a:lnTo>
                  <a:pt x="0" y="101600"/>
                </a:lnTo>
                <a:lnTo>
                  <a:pt x="31750" y="88900"/>
                </a:lnTo>
                <a:close/>
              </a:path>
            </a:pathLst>
          </a:custGeom>
          <a:solidFill>
            <a:srgbClr val="5D0F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8" name="Kształt 338"/>
          <p:cNvSpPr/>
          <p:nvPr/>
        </p:nvSpPr>
        <p:spPr>
          <a:xfrm>
            <a:off x="8902700" y="4903446"/>
            <a:ext cx="19050" cy="63500"/>
          </a:xfrm>
          <a:custGeom>
            <a:avLst/>
            <a:gdLst/>
            <a:ahLst/>
            <a:cxnLst/>
            <a:rect l="0" t="0" r="r" b="b"/>
            <a:pathLst>
              <a:path w="19050" h="63500">
                <a:moveTo>
                  <a:pt x="19050" y="0"/>
                </a:moveTo>
                <a:lnTo>
                  <a:pt x="0" y="25400"/>
                </a:lnTo>
                <a:lnTo>
                  <a:pt x="0" y="63500"/>
                </a:lnTo>
                <a:lnTo>
                  <a:pt x="19050" y="57150"/>
                </a:lnTo>
                <a:close/>
              </a:path>
            </a:pathLst>
          </a:custGeom>
          <a:solidFill>
            <a:srgbClr val="FF6B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9" name="Kształt 339"/>
          <p:cNvSpPr/>
          <p:nvPr/>
        </p:nvSpPr>
        <p:spPr>
          <a:xfrm>
            <a:off x="11010900" y="4878046"/>
            <a:ext cx="38100" cy="82550"/>
          </a:xfrm>
          <a:custGeom>
            <a:avLst/>
            <a:gdLst/>
            <a:ahLst/>
            <a:cxnLst/>
            <a:rect l="0" t="0" r="r" b="b"/>
            <a:pathLst>
              <a:path w="38100" h="82550">
                <a:moveTo>
                  <a:pt x="0" y="0"/>
                </a:moveTo>
                <a:lnTo>
                  <a:pt x="38100" y="0"/>
                </a:lnTo>
                <a:lnTo>
                  <a:pt x="38100" y="82550"/>
                </a:lnTo>
                <a:lnTo>
                  <a:pt x="0" y="82550"/>
                </a:lnTo>
                <a:close/>
              </a:path>
            </a:pathLst>
          </a:custGeom>
          <a:solidFill>
            <a:srgbClr val="FBE7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0" name="Kształt 340"/>
          <p:cNvSpPr/>
          <p:nvPr/>
        </p:nvSpPr>
        <p:spPr>
          <a:xfrm>
            <a:off x="11017250" y="4884396"/>
            <a:ext cx="19050" cy="25400"/>
          </a:xfrm>
          <a:custGeom>
            <a:avLst/>
            <a:gdLst/>
            <a:ahLst/>
            <a:cxnLst/>
            <a:rect l="0" t="0" r="r" b="b"/>
            <a:pathLst>
              <a:path w="19050" h="25400">
                <a:moveTo>
                  <a:pt x="0" y="0"/>
                </a:moveTo>
                <a:lnTo>
                  <a:pt x="19050" y="0"/>
                </a:lnTo>
                <a:lnTo>
                  <a:pt x="19050" y="25400"/>
                </a:lnTo>
                <a:lnTo>
                  <a:pt x="0" y="25400"/>
                </a:lnTo>
                <a:close/>
              </a:path>
            </a:pathLst>
          </a:custGeom>
          <a:solidFill>
            <a:srgbClr val="FFF6D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1" name="Kształt 341"/>
          <p:cNvSpPr/>
          <p:nvPr/>
        </p:nvSpPr>
        <p:spPr>
          <a:xfrm>
            <a:off x="8991600" y="4871696"/>
            <a:ext cx="571500" cy="323850"/>
          </a:xfrm>
          <a:custGeom>
            <a:avLst/>
            <a:gdLst/>
            <a:ahLst/>
            <a:cxnLst/>
            <a:rect l="0" t="0" r="r" b="b"/>
            <a:pathLst>
              <a:path w="571500" h="323850">
                <a:moveTo>
                  <a:pt x="0" y="285750"/>
                </a:moveTo>
                <a:lnTo>
                  <a:pt x="6985" y="222250"/>
                </a:lnTo>
                <a:lnTo>
                  <a:pt x="28575" y="161925"/>
                </a:lnTo>
                <a:lnTo>
                  <a:pt x="62230" y="107315"/>
                </a:lnTo>
                <a:lnTo>
                  <a:pt x="107315" y="62230"/>
                </a:lnTo>
                <a:lnTo>
                  <a:pt x="161925" y="28575"/>
                </a:lnTo>
                <a:lnTo>
                  <a:pt x="222250" y="6985"/>
                </a:lnTo>
                <a:lnTo>
                  <a:pt x="285750" y="0"/>
                </a:lnTo>
                <a:lnTo>
                  <a:pt x="349250" y="6985"/>
                </a:lnTo>
                <a:lnTo>
                  <a:pt x="409575" y="28575"/>
                </a:lnTo>
                <a:lnTo>
                  <a:pt x="464185" y="62230"/>
                </a:lnTo>
                <a:lnTo>
                  <a:pt x="509270" y="107315"/>
                </a:lnTo>
                <a:lnTo>
                  <a:pt x="542925" y="161925"/>
                </a:lnTo>
                <a:lnTo>
                  <a:pt x="564515" y="222250"/>
                </a:lnTo>
                <a:lnTo>
                  <a:pt x="571500" y="285750"/>
                </a:lnTo>
                <a:lnTo>
                  <a:pt x="571500" y="323850"/>
                </a:lnTo>
                <a:lnTo>
                  <a:pt x="0" y="323850"/>
                </a:lnTo>
                <a:close/>
              </a:path>
            </a:pathLst>
          </a:custGeom>
          <a:solidFill>
            <a:srgbClr val="FF7B7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2" name="Kształt 342"/>
          <p:cNvSpPr/>
          <p:nvPr/>
        </p:nvSpPr>
        <p:spPr>
          <a:xfrm>
            <a:off x="9042400" y="4922496"/>
            <a:ext cx="469900" cy="273050"/>
          </a:xfrm>
          <a:custGeom>
            <a:avLst/>
            <a:gdLst/>
            <a:ahLst/>
            <a:cxnLst/>
            <a:rect l="0" t="0" r="r" b="b"/>
            <a:pathLst>
              <a:path w="469900" h="273050">
                <a:moveTo>
                  <a:pt x="0" y="234950"/>
                </a:moveTo>
                <a:lnTo>
                  <a:pt x="5715" y="182880"/>
                </a:lnTo>
                <a:lnTo>
                  <a:pt x="23495" y="132715"/>
                </a:lnTo>
                <a:lnTo>
                  <a:pt x="51435" y="88265"/>
                </a:lnTo>
                <a:lnTo>
                  <a:pt x="88265" y="51435"/>
                </a:lnTo>
                <a:lnTo>
                  <a:pt x="132715" y="23495"/>
                </a:lnTo>
                <a:lnTo>
                  <a:pt x="182880" y="5715"/>
                </a:lnTo>
                <a:lnTo>
                  <a:pt x="234950" y="0"/>
                </a:lnTo>
                <a:lnTo>
                  <a:pt x="287020" y="5715"/>
                </a:lnTo>
                <a:lnTo>
                  <a:pt x="337185" y="23495"/>
                </a:lnTo>
                <a:lnTo>
                  <a:pt x="381635" y="51435"/>
                </a:lnTo>
                <a:lnTo>
                  <a:pt x="418465" y="88265"/>
                </a:lnTo>
                <a:lnTo>
                  <a:pt x="446405" y="132715"/>
                </a:lnTo>
                <a:lnTo>
                  <a:pt x="464185" y="182880"/>
                </a:lnTo>
                <a:lnTo>
                  <a:pt x="469900" y="234950"/>
                </a:lnTo>
                <a:lnTo>
                  <a:pt x="4699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4A0C1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3" name="Kształt 343"/>
          <p:cNvSpPr/>
          <p:nvPr/>
        </p:nvSpPr>
        <p:spPr>
          <a:xfrm>
            <a:off x="10312400" y="4871696"/>
            <a:ext cx="571500" cy="323850"/>
          </a:xfrm>
          <a:custGeom>
            <a:avLst/>
            <a:gdLst/>
            <a:ahLst/>
            <a:cxnLst/>
            <a:rect l="0" t="0" r="r" b="b"/>
            <a:pathLst>
              <a:path w="571500" h="323850">
                <a:moveTo>
                  <a:pt x="0" y="285750"/>
                </a:moveTo>
                <a:lnTo>
                  <a:pt x="6985" y="222250"/>
                </a:lnTo>
                <a:lnTo>
                  <a:pt x="28575" y="161925"/>
                </a:lnTo>
                <a:lnTo>
                  <a:pt x="62230" y="107315"/>
                </a:lnTo>
                <a:lnTo>
                  <a:pt x="107315" y="62230"/>
                </a:lnTo>
                <a:lnTo>
                  <a:pt x="161925" y="28575"/>
                </a:lnTo>
                <a:lnTo>
                  <a:pt x="222250" y="6985"/>
                </a:lnTo>
                <a:lnTo>
                  <a:pt x="285750" y="0"/>
                </a:lnTo>
                <a:lnTo>
                  <a:pt x="349250" y="6985"/>
                </a:lnTo>
                <a:lnTo>
                  <a:pt x="409575" y="28575"/>
                </a:lnTo>
                <a:lnTo>
                  <a:pt x="464185" y="62230"/>
                </a:lnTo>
                <a:lnTo>
                  <a:pt x="509270" y="107315"/>
                </a:lnTo>
                <a:lnTo>
                  <a:pt x="542925" y="161925"/>
                </a:lnTo>
                <a:lnTo>
                  <a:pt x="564515" y="222250"/>
                </a:lnTo>
                <a:lnTo>
                  <a:pt x="571500" y="285750"/>
                </a:lnTo>
                <a:lnTo>
                  <a:pt x="571500" y="323850"/>
                </a:lnTo>
                <a:lnTo>
                  <a:pt x="0" y="323850"/>
                </a:lnTo>
                <a:close/>
              </a:path>
            </a:pathLst>
          </a:custGeom>
          <a:solidFill>
            <a:srgbClr val="FF7B7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4" name="Kształt 344"/>
          <p:cNvSpPr/>
          <p:nvPr/>
        </p:nvSpPr>
        <p:spPr>
          <a:xfrm>
            <a:off x="10363200" y="4922496"/>
            <a:ext cx="469900" cy="273050"/>
          </a:xfrm>
          <a:custGeom>
            <a:avLst/>
            <a:gdLst/>
            <a:ahLst/>
            <a:cxnLst/>
            <a:rect l="0" t="0" r="r" b="b"/>
            <a:pathLst>
              <a:path w="469900" h="273050">
                <a:moveTo>
                  <a:pt x="0" y="234950"/>
                </a:moveTo>
                <a:lnTo>
                  <a:pt x="5715" y="182880"/>
                </a:lnTo>
                <a:lnTo>
                  <a:pt x="23495" y="132715"/>
                </a:lnTo>
                <a:lnTo>
                  <a:pt x="51435" y="88265"/>
                </a:lnTo>
                <a:lnTo>
                  <a:pt x="88265" y="51435"/>
                </a:lnTo>
                <a:lnTo>
                  <a:pt x="132715" y="23495"/>
                </a:lnTo>
                <a:lnTo>
                  <a:pt x="182880" y="5715"/>
                </a:lnTo>
                <a:lnTo>
                  <a:pt x="234950" y="0"/>
                </a:lnTo>
                <a:lnTo>
                  <a:pt x="287020" y="5715"/>
                </a:lnTo>
                <a:lnTo>
                  <a:pt x="337185" y="23495"/>
                </a:lnTo>
                <a:lnTo>
                  <a:pt x="381635" y="51435"/>
                </a:lnTo>
                <a:lnTo>
                  <a:pt x="418465" y="88265"/>
                </a:lnTo>
                <a:lnTo>
                  <a:pt x="446405" y="132715"/>
                </a:lnTo>
                <a:lnTo>
                  <a:pt x="464185" y="182880"/>
                </a:lnTo>
                <a:lnTo>
                  <a:pt x="469900" y="234950"/>
                </a:lnTo>
                <a:lnTo>
                  <a:pt x="469900" y="273050"/>
                </a:lnTo>
                <a:lnTo>
                  <a:pt x="0" y="273050"/>
                </a:lnTo>
                <a:close/>
              </a:path>
            </a:pathLst>
          </a:custGeom>
          <a:solidFill>
            <a:srgbClr val="4A0C1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5" name="Kształt 345"/>
          <p:cNvSpPr/>
          <p:nvPr/>
        </p:nvSpPr>
        <p:spPr>
          <a:xfrm>
            <a:off x="8788400" y="5170146"/>
            <a:ext cx="101600" cy="38100"/>
          </a:xfrm>
          <a:custGeom>
            <a:avLst/>
            <a:gdLst/>
            <a:ahLst/>
            <a:cxnLst/>
            <a:rect l="0" t="0" r="r" b="b"/>
            <a:pathLst>
              <a:path w="101600" h="38100">
                <a:moveTo>
                  <a:pt x="0" y="0"/>
                </a:moveTo>
                <a:lnTo>
                  <a:pt x="101600" y="0"/>
                </a:lnTo>
                <a:lnTo>
                  <a:pt x="10160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8A8A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6" name="Kształt 346"/>
          <p:cNvSpPr/>
          <p:nvPr/>
        </p:nvSpPr>
        <p:spPr>
          <a:xfrm>
            <a:off x="8775700" y="5170146"/>
            <a:ext cx="25400" cy="38100"/>
          </a:xfrm>
          <a:custGeom>
            <a:avLst/>
            <a:gdLst/>
            <a:ahLst/>
            <a:cxnLst/>
            <a:rect l="0" t="0" r="r" b="b"/>
            <a:pathLst>
              <a:path w="25400" h="38100">
                <a:moveTo>
                  <a:pt x="25400" y="19050"/>
                </a:moveTo>
                <a:lnTo>
                  <a:pt x="25400" y="22225"/>
                </a:lnTo>
                <a:lnTo>
                  <a:pt x="24765" y="25400"/>
                </a:lnTo>
                <a:lnTo>
                  <a:pt x="23495" y="28575"/>
                </a:lnTo>
                <a:lnTo>
                  <a:pt x="22225" y="31115"/>
                </a:lnTo>
                <a:lnTo>
                  <a:pt x="20955" y="33655"/>
                </a:lnTo>
                <a:lnTo>
                  <a:pt x="19050" y="35560"/>
                </a:lnTo>
                <a:lnTo>
                  <a:pt x="17145" y="36830"/>
                </a:lnTo>
                <a:lnTo>
                  <a:pt x="14605" y="38100"/>
                </a:lnTo>
                <a:lnTo>
                  <a:pt x="12700" y="38100"/>
                </a:lnTo>
                <a:lnTo>
                  <a:pt x="10795" y="38100"/>
                </a:lnTo>
                <a:lnTo>
                  <a:pt x="8255" y="36830"/>
                </a:lnTo>
                <a:lnTo>
                  <a:pt x="6350" y="35560"/>
                </a:lnTo>
                <a:lnTo>
                  <a:pt x="4445" y="33655"/>
                </a:lnTo>
                <a:lnTo>
                  <a:pt x="3175" y="31115"/>
                </a:lnTo>
                <a:lnTo>
                  <a:pt x="1905" y="28575"/>
                </a:lnTo>
                <a:lnTo>
                  <a:pt x="635" y="25400"/>
                </a:lnTo>
                <a:lnTo>
                  <a:pt x="0" y="22225"/>
                </a:lnTo>
                <a:lnTo>
                  <a:pt x="0" y="19050"/>
                </a:lnTo>
                <a:lnTo>
                  <a:pt x="0" y="15875"/>
                </a:lnTo>
                <a:lnTo>
                  <a:pt x="635" y="12700"/>
                </a:lnTo>
                <a:lnTo>
                  <a:pt x="1905" y="9525"/>
                </a:lnTo>
                <a:lnTo>
                  <a:pt x="3175" y="6985"/>
                </a:lnTo>
                <a:lnTo>
                  <a:pt x="4445" y="4445"/>
                </a:lnTo>
                <a:lnTo>
                  <a:pt x="6350" y="2540"/>
                </a:lnTo>
                <a:lnTo>
                  <a:pt x="8255" y="1270"/>
                </a:lnTo>
                <a:lnTo>
                  <a:pt x="10795" y="0"/>
                </a:lnTo>
                <a:lnTo>
                  <a:pt x="12700" y="0"/>
                </a:lnTo>
                <a:lnTo>
                  <a:pt x="14605" y="0"/>
                </a:lnTo>
                <a:lnTo>
                  <a:pt x="17145" y="1270"/>
                </a:lnTo>
                <a:lnTo>
                  <a:pt x="19050" y="2540"/>
                </a:lnTo>
                <a:lnTo>
                  <a:pt x="20955" y="4445"/>
                </a:lnTo>
                <a:lnTo>
                  <a:pt x="22225" y="6985"/>
                </a:lnTo>
                <a:lnTo>
                  <a:pt x="23495" y="9525"/>
                </a:lnTo>
                <a:lnTo>
                  <a:pt x="24765" y="12700"/>
                </a:lnTo>
                <a:lnTo>
                  <a:pt x="25400" y="15875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7" name="Kształt 347"/>
          <p:cNvSpPr/>
          <p:nvPr/>
        </p:nvSpPr>
        <p:spPr>
          <a:xfrm>
            <a:off x="8839200" y="5119346"/>
            <a:ext cx="127000" cy="76200"/>
          </a:xfrm>
          <a:custGeom>
            <a:avLst/>
            <a:gdLst/>
            <a:ahLst/>
            <a:cxnLst/>
            <a:rect l="0" t="0" r="r" b="b"/>
            <a:pathLst>
              <a:path w="127000" h="76200">
                <a:moveTo>
                  <a:pt x="0" y="0"/>
                </a:moveTo>
                <a:lnTo>
                  <a:pt x="127000" y="0"/>
                </a:lnTo>
                <a:lnTo>
                  <a:pt x="127000" y="76200"/>
                </a:lnTo>
                <a:lnTo>
                  <a:pt x="0" y="7620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8" name="Kształt 348"/>
          <p:cNvSpPr/>
          <p:nvPr/>
        </p:nvSpPr>
        <p:spPr>
          <a:xfrm>
            <a:off x="8839200" y="5100296"/>
            <a:ext cx="127000" cy="22225"/>
          </a:xfrm>
          <a:custGeom>
            <a:avLst/>
            <a:gdLst/>
            <a:ahLst/>
            <a:cxnLst/>
            <a:rect l="0" t="0" r="r" b="b"/>
            <a:pathLst>
              <a:path w="127000" h="22225">
                <a:moveTo>
                  <a:pt x="0" y="0"/>
                </a:moveTo>
                <a:lnTo>
                  <a:pt x="127000" y="0"/>
                </a:lnTo>
                <a:lnTo>
                  <a:pt x="127000" y="22225"/>
                </a:lnTo>
                <a:lnTo>
                  <a:pt x="0" y="22225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9" name="Kształt 349"/>
          <p:cNvSpPr/>
          <p:nvPr/>
        </p:nvSpPr>
        <p:spPr>
          <a:xfrm>
            <a:off x="10972800" y="5119346"/>
            <a:ext cx="127000" cy="76200"/>
          </a:xfrm>
          <a:custGeom>
            <a:avLst/>
            <a:gdLst/>
            <a:ahLst/>
            <a:cxnLst/>
            <a:rect l="0" t="0" r="r" b="b"/>
            <a:pathLst>
              <a:path w="127000" h="76200">
                <a:moveTo>
                  <a:pt x="0" y="0"/>
                </a:moveTo>
                <a:lnTo>
                  <a:pt x="127000" y="0"/>
                </a:lnTo>
                <a:lnTo>
                  <a:pt x="127000" y="76200"/>
                </a:lnTo>
                <a:lnTo>
                  <a:pt x="0" y="7620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0" name="Kształt 350"/>
          <p:cNvSpPr/>
          <p:nvPr/>
        </p:nvSpPr>
        <p:spPr>
          <a:xfrm>
            <a:off x="10972800" y="5100296"/>
            <a:ext cx="127000" cy="22225"/>
          </a:xfrm>
          <a:custGeom>
            <a:avLst/>
            <a:gdLst/>
            <a:ahLst/>
            <a:cxnLst/>
            <a:rect l="0" t="0" r="r" b="b"/>
            <a:pathLst>
              <a:path w="127000" h="22225">
                <a:moveTo>
                  <a:pt x="0" y="0"/>
                </a:moveTo>
                <a:lnTo>
                  <a:pt x="127000" y="0"/>
                </a:lnTo>
                <a:lnTo>
                  <a:pt x="127000" y="22225"/>
                </a:lnTo>
                <a:lnTo>
                  <a:pt x="0" y="22225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1" name="Kształt 351"/>
          <p:cNvSpPr/>
          <p:nvPr/>
        </p:nvSpPr>
        <p:spPr>
          <a:xfrm>
            <a:off x="9465702" y="4508740"/>
            <a:ext cx="228730" cy="237478"/>
          </a:xfrm>
          <a:custGeom>
            <a:avLst/>
            <a:gdLst/>
            <a:ahLst/>
            <a:cxnLst/>
            <a:rect l="0" t="0" r="r" b="b"/>
            <a:pathLst>
              <a:path w="228730" h="237478">
                <a:moveTo>
                  <a:pt x="16865" y="237478"/>
                </a:moveTo>
                <a:lnTo>
                  <a:pt x="0" y="85483"/>
                </a:lnTo>
                <a:lnTo>
                  <a:pt x="44351" y="14664"/>
                </a:lnTo>
                <a:lnTo>
                  <a:pt x="119126" y="0"/>
                </a:lnTo>
                <a:lnTo>
                  <a:pt x="186939" y="48823"/>
                </a:lnTo>
                <a:lnTo>
                  <a:pt x="228730" y="195930"/>
                </a:lnTo>
                <a:close/>
              </a:path>
            </a:pathLst>
          </a:custGeom>
          <a:solidFill>
            <a:srgbClr val="2F7D5B"/>
          </a:solidFill>
          <a:ln w="5080">
            <a:solidFill>
              <a:srgbClr val="2F7D5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2" name="Kształt 352"/>
          <p:cNvSpPr/>
          <p:nvPr/>
        </p:nvSpPr>
        <p:spPr>
          <a:xfrm>
            <a:off x="9584828" y="4508740"/>
            <a:ext cx="109604" cy="211816"/>
          </a:xfrm>
          <a:custGeom>
            <a:avLst/>
            <a:gdLst/>
            <a:ahLst/>
            <a:cxnLst/>
            <a:rect l="0" t="0" r="r" b="b"/>
            <a:pathLst>
              <a:path w="109604" h="211816">
                <a:moveTo>
                  <a:pt x="0" y="0"/>
                </a:moveTo>
                <a:lnTo>
                  <a:pt x="67813" y="48823"/>
                </a:lnTo>
                <a:lnTo>
                  <a:pt x="109604" y="195930"/>
                </a:lnTo>
                <a:lnTo>
                  <a:pt x="28597" y="211816"/>
                </a:lnTo>
                <a:close/>
              </a:path>
            </a:pathLst>
          </a:custGeom>
          <a:solidFill>
            <a:srgbClr val="276B4D"/>
          </a:solidFill>
          <a:ln w="5080">
            <a:solidFill>
              <a:srgbClr val="276B4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3" name="Kształt 353"/>
          <p:cNvSpPr/>
          <p:nvPr/>
        </p:nvSpPr>
        <p:spPr>
          <a:xfrm>
            <a:off x="9241987" y="4352904"/>
            <a:ext cx="203915" cy="62313"/>
          </a:xfrm>
          <a:custGeom>
            <a:avLst/>
            <a:gdLst/>
            <a:ahLst/>
            <a:cxnLst/>
            <a:rect l="0" t="0" r="r" b="b"/>
            <a:pathLst>
              <a:path w="203915" h="62313">
                <a:moveTo>
                  <a:pt x="203915" y="8364"/>
                </a:moveTo>
                <a:lnTo>
                  <a:pt x="98132" y="0"/>
                </a:lnTo>
                <a:lnTo>
                  <a:pt x="0" y="61887"/>
                </a:lnTo>
                <a:lnTo>
                  <a:pt x="110352" y="62313"/>
                </a:lnTo>
                <a:close/>
              </a:path>
            </a:pathLst>
          </a:custGeom>
          <a:solidFill>
            <a:srgbClr val="E0B04F"/>
          </a:solidFill>
          <a:ln w="4830">
            <a:solidFill>
              <a:srgbClr val="E0B04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4" name="Kształt 354"/>
          <p:cNvSpPr/>
          <p:nvPr/>
        </p:nvSpPr>
        <p:spPr>
          <a:xfrm>
            <a:off x="9205801" y="4421016"/>
            <a:ext cx="232405" cy="87186"/>
          </a:xfrm>
          <a:custGeom>
            <a:avLst/>
            <a:gdLst/>
            <a:ahLst/>
            <a:cxnLst/>
            <a:rect l="0" t="0" r="r" b="b"/>
            <a:pathLst>
              <a:path w="232405" h="87186">
                <a:moveTo>
                  <a:pt x="232405" y="0"/>
                </a:moveTo>
                <a:lnTo>
                  <a:pt x="99450" y="21781"/>
                </a:lnTo>
                <a:lnTo>
                  <a:pt x="0" y="87186"/>
                </a:lnTo>
                <a:lnTo>
                  <a:pt x="121091" y="68518"/>
                </a:lnTo>
                <a:close/>
              </a:path>
            </a:pathLst>
          </a:custGeom>
          <a:solidFill>
            <a:srgbClr val="C9922F"/>
          </a:solidFill>
          <a:ln w="4907">
            <a:solidFill>
              <a:srgbClr val="C992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5" name="Kształt 355"/>
          <p:cNvSpPr/>
          <p:nvPr/>
        </p:nvSpPr>
        <p:spPr>
          <a:xfrm>
            <a:off x="9275926" y="4474654"/>
            <a:ext cx="185740" cy="107902"/>
          </a:xfrm>
          <a:custGeom>
            <a:avLst/>
            <a:gdLst/>
            <a:ahLst/>
            <a:cxnLst/>
            <a:rect l="0" t="0" r="r" b="b"/>
            <a:pathLst>
              <a:path w="185740" h="107902">
                <a:moveTo>
                  <a:pt x="185740" y="0"/>
                </a:moveTo>
                <a:lnTo>
                  <a:pt x="78588" y="47064"/>
                </a:lnTo>
                <a:lnTo>
                  <a:pt x="0" y="107902"/>
                </a:lnTo>
                <a:lnTo>
                  <a:pt x="95925" y="69529"/>
                </a:lnTo>
                <a:close/>
              </a:path>
            </a:pathLst>
          </a:custGeom>
          <a:solidFill>
            <a:srgbClr val="B07F26"/>
          </a:solidFill>
          <a:ln w="5076">
            <a:solidFill>
              <a:srgbClr val="B07F2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6" name="Kształt 356"/>
          <p:cNvSpPr/>
          <p:nvPr/>
        </p:nvSpPr>
        <p:spPr>
          <a:xfrm>
            <a:off x="9335738" y="4405621"/>
            <a:ext cx="140522" cy="111764"/>
          </a:xfrm>
          <a:custGeom>
            <a:avLst/>
            <a:gdLst/>
            <a:ahLst/>
            <a:cxnLst/>
            <a:rect l="0" t="0" r="r" b="b"/>
            <a:pathLst>
              <a:path w="140522" h="111764">
                <a:moveTo>
                  <a:pt x="121143" y="0"/>
                </a:moveTo>
                <a:lnTo>
                  <a:pt x="140522" y="50682"/>
                </a:lnTo>
                <a:lnTo>
                  <a:pt x="51515" y="111764"/>
                </a:lnTo>
                <a:lnTo>
                  <a:pt x="0" y="59143"/>
                </a:lnTo>
                <a:close/>
              </a:path>
            </a:pathLst>
          </a:custGeom>
          <a:solidFill>
            <a:srgbClr val="B8862A"/>
          </a:solidFill>
          <a:ln w="5275">
            <a:solidFill>
              <a:srgbClr val="B88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7" name="Kształt 357"/>
          <p:cNvSpPr/>
          <p:nvPr/>
        </p:nvSpPr>
        <p:spPr>
          <a:xfrm>
            <a:off x="9513224" y="4341595"/>
            <a:ext cx="84001" cy="87238"/>
          </a:xfrm>
          <a:custGeom>
            <a:avLst/>
            <a:gdLst/>
            <a:ahLst/>
            <a:cxnLst/>
            <a:rect l="0" t="0" r="r" b="b"/>
            <a:pathLst>
              <a:path w="84001" h="87238">
                <a:moveTo>
                  <a:pt x="0" y="0"/>
                </a:moveTo>
                <a:lnTo>
                  <a:pt x="84001" y="15882"/>
                </a:lnTo>
                <a:lnTo>
                  <a:pt x="17108" y="87238"/>
                </a:lnTo>
                <a:close/>
              </a:path>
            </a:pathLst>
          </a:custGeom>
          <a:solidFill>
            <a:srgbClr val="ECECEC"/>
          </a:solidFill>
          <a:ln w="5080">
            <a:solidFill>
              <a:srgbClr val="ECECE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8" name="Kształt 358"/>
          <p:cNvSpPr/>
          <p:nvPr/>
        </p:nvSpPr>
        <p:spPr>
          <a:xfrm>
            <a:off x="9530332" y="4357477"/>
            <a:ext cx="89561" cy="99090"/>
          </a:xfrm>
          <a:custGeom>
            <a:avLst/>
            <a:gdLst/>
            <a:ahLst/>
            <a:cxnLst/>
            <a:rect l="0" t="0" r="r" b="b"/>
            <a:pathLst>
              <a:path w="89561" h="99090">
                <a:moveTo>
                  <a:pt x="66893" y="0"/>
                </a:moveTo>
                <a:lnTo>
                  <a:pt x="89561" y="99090"/>
                </a:lnTo>
                <a:lnTo>
                  <a:pt x="0" y="71357"/>
                </a:lnTo>
                <a:close/>
              </a:path>
            </a:pathLst>
          </a:custGeom>
          <a:solidFill>
            <a:srgbClr val="DADADA"/>
          </a:solidFill>
          <a:ln w="5080">
            <a:solidFill>
              <a:srgbClr val="DADAD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9" name="Kształt 359"/>
          <p:cNvSpPr/>
          <p:nvPr/>
        </p:nvSpPr>
        <p:spPr>
          <a:xfrm>
            <a:off x="9530332" y="4428833"/>
            <a:ext cx="89561" cy="87238"/>
          </a:xfrm>
          <a:custGeom>
            <a:avLst/>
            <a:gdLst/>
            <a:ahLst/>
            <a:cxnLst/>
            <a:rect l="0" t="0" r="r" b="b"/>
            <a:pathLst>
              <a:path w="89561" h="87238">
                <a:moveTo>
                  <a:pt x="89561" y="27733"/>
                </a:moveTo>
                <a:lnTo>
                  <a:pt x="17108" y="87238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 w="5080">
            <a:solidFill>
              <a:srgbClr val="CECECE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0" name="Kształt 360"/>
          <p:cNvSpPr/>
          <p:nvPr/>
        </p:nvSpPr>
        <p:spPr>
          <a:xfrm>
            <a:off x="9457879" y="4428833"/>
            <a:ext cx="89561" cy="87238"/>
          </a:xfrm>
          <a:custGeom>
            <a:avLst/>
            <a:gdLst/>
            <a:ahLst/>
            <a:cxnLst/>
            <a:rect l="0" t="0" r="r" b="b"/>
            <a:pathLst>
              <a:path w="89561" h="87238">
                <a:moveTo>
                  <a:pt x="89561" y="87238"/>
                </a:moveTo>
                <a:lnTo>
                  <a:pt x="0" y="59505"/>
                </a:lnTo>
                <a:lnTo>
                  <a:pt x="72453" y="0"/>
                </a:lnTo>
                <a:close/>
              </a:path>
            </a:pathLst>
          </a:custGeom>
          <a:solidFill>
            <a:srgbClr val="E2E2E2"/>
          </a:solidFill>
          <a:ln w="5080">
            <a:solidFill>
              <a:srgbClr val="E2E2E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1" name="Kształt 361"/>
          <p:cNvSpPr/>
          <p:nvPr/>
        </p:nvSpPr>
        <p:spPr>
          <a:xfrm>
            <a:off x="9441443" y="4388027"/>
            <a:ext cx="88889" cy="100312"/>
          </a:xfrm>
          <a:custGeom>
            <a:avLst/>
            <a:gdLst/>
            <a:ahLst/>
            <a:cxnLst/>
            <a:rect l="0" t="0" r="r" b="b"/>
            <a:pathLst>
              <a:path w="88889" h="100312">
                <a:moveTo>
                  <a:pt x="16436" y="100312"/>
                </a:moveTo>
                <a:lnTo>
                  <a:pt x="0" y="0"/>
                </a:lnTo>
                <a:lnTo>
                  <a:pt x="88889" y="40807"/>
                </a:lnTo>
                <a:close/>
              </a:path>
            </a:pathLst>
          </a:custGeom>
          <a:solidFill>
            <a:srgbClr val="F3F3F3"/>
          </a:solidFill>
          <a:ln w="5080">
            <a:solidFill>
              <a:srgbClr val="F3F3F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2" name="Kształt 362"/>
          <p:cNvSpPr/>
          <p:nvPr/>
        </p:nvSpPr>
        <p:spPr>
          <a:xfrm>
            <a:off x="9441443" y="4341595"/>
            <a:ext cx="88889" cy="87238"/>
          </a:xfrm>
          <a:custGeom>
            <a:avLst/>
            <a:gdLst/>
            <a:ahLst/>
            <a:cxnLst/>
            <a:rect l="0" t="0" r="r" b="b"/>
            <a:pathLst>
              <a:path w="88889" h="87238">
                <a:moveTo>
                  <a:pt x="0" y="46432"/>
                </a:moveTo>
                <a:lnTo>
                  <a:pt x="71781" y="0"/>
                </a:lnTo>
                <a:lnTo>
                  <a:pt x="88889" y="87238"/>
                </a:lnTo>
                <a:close/>
              </a:path>
            </a:pathLst>
          </a:custGeom>
          <a:solidFill>
            <a:srgbClr val="FBFBFB"/>
          </a:solidFill>
          <a:ln w="5080">
            <a:solidFill>
              <a:srgbClr val="FBFBF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3" name="Kształt 363"/>
          <p:cNvSpPr/>
          <p:nvPr/>
        </p:nvSpPr>
        <p:spPr>
          <a:xfrm>
            <a:off x="9610117" y="4406716"/>
            <a:ext cx="31035" cy="43619"/>
          </a:xfrm>
          <a:custGeom>
            <a:avLst/>
            <a:gdLst/>
            <a:ahLst/>
            <a:cxnLst/>
            <a:rect l="0" t="0" r="r" b="b"/>
            <a:pathLst>
              <a:path w="31035" h="43619">
                <a:moveTo>
                  <a:pt x="0" y="0"/>
                </a:moveTo>
                <a:lnTo>
                  <a:pt x="31035" y="26269"/>
                </a:lnTo>
                <a:lnTo>
                  <a:pt x="8554" y="43619"/>
                </a:lnTo>
                <a:close/>
              </a:path>
            </a:pathLst>
          </a:custGeom>
          <a:solidFill>
            <a:srgbClr val="DADADA"/>
          </a:solidFill>
          <a:ln w="5080">
            <a:solidFill>
              <a:srgbClr val="DADAD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4" name="Kształt 364"/>
          <p:cNvSpPr/>
          <p:nvPr/>
        </p:nvSpPr>
        <p:spPr>
          <a:xfrm>
            <a:off x="9432096" y="4329011"/>
            <a:ext cx="84673" cy="153096"/>
          </a:xfrm>
          <a:custGeom>
            <a:avLst/>
            <a:gdLst/>
            <a:ahLst/>
            <a:cxnLst/>
            <a:rect l="0" t="0" r="r" b="b"/>
            <a:pathLst>
              <a:path w="84673" h="153096">
                <a:moveTo>
                  <a:pt x="0" y="60848"/>
                </a:moveTo>
                <a:lnTo>
                  <a:pt x="46306" y="0"/>
                </a:lnTo>
                <a:lnTo>
                  <a:pt x="84673" y="63656"/>
                </a:lnTo>
                <a:lnTo>
                  <a:pt x="65737" y="132079"/>
                </a:lnTo>
                <a:lnTo>
                  <a:pt x="24561" y="153096"/>
                </a:lnTo>
                <a:close/>
              </a:path>
            </a:pathLst>
          </a:custGeom>
          <a:solidFill>
            <a:srgbClr val="C9922F"/>
          </a:solidFill>
          <a:ln w="5080">
            <a:solidFill>
              <a:srgbClr val="C992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5" name="Kształt 365"/>
          <p:cNvSpPr/>
          <p:nvPr/>
        </p:nvSpPr>
        <p:spPr>
          <a:xfrm>
            <a:off x="9478402" y="4309338"/>
            <a:ext cx="126949" cy="83330"/>
          </a:xfrm>
          <a:custGeom>
            <a:avLst/>
            <a:gdLst/>
            <a:ahLst/>
            <a:cxnLst/>
            <a:rect l="0" t="0" r="r" b="b"/>
            <a:pathLst>
              <a:path w="126949" h="83330">
                <a:moveTo>
                  <a:pt x="0" y="19673"/>
                </a:moveTo>
                <a:lnTo>
                  <a:pt x="67322" y="0"/>
                </a:lnTo>
                <a:lnTo>
                  <a:pt x="126949" y="40074"/>
                </a:lnTo>
                <a:lnTo>
                  <a:pt x="67080" y="64757"/>
                </a:lnTo>
                <a:lnTo>
                  <a:pt x="38367" y="83330"/>
                </a:lnTo>
                <a:close/>
              </a:path>
            </a:pathLst>
          </a:custGeom>
          <a:solidFill>
            <a:srgbClr val="E0B04F"/>
          </a:solidFill>
          <a:ln w="5080">
            <a:solidFill>
              <a:srgbClr val="E0B04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6" name="Kształt 366"/>
          <p:cNvSpPr/>
          <p:nvPr/>
        </p:nvSpPr>
        <p:spPr>
          <a:xfrm>
            <a:off x="24792606" y="4412528"/>
            <a:ext cx="23860" cy="28771"/>
          </a:xfrm>
          <a:custGeom>
            <a:avLst/>
            <a:gdLst/>
            <a:ahLst/>
            <a:cxnLst/>
            <a:rect l="0" t="0" r="r" b="b"/>
            <a:pathLst>
              <a:path w="23860" h="28771">
                <a:moveTo>
                  <a:pt x="0" y="3912"/>
                </a:moveTo>
                <a:lnTo>
                  <a:pt x="18644" y="0"/>
                </a:lnTo>
                <a:lnTo>
                  <a:pt x="23860" y="24859"/>
                </a:lnTo>
                <a:lnTo>
                  <a:pt x="5216" y="28771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7" name="Kształt 367"/>
          <p:cNvSpPr/>
          <p:nvPr/>
        </p:nvSpPr>
        <p:spPr>
          <a:xfrm>
            <a:off x="24802039" y="4478281"/>
            <a:ext cx="35984" cy="21252"/>
          </a:xfrm>
          <a:custGeom>
            <a:avLst/>
            <a:gdLst/>
            <a:ahLst/>
            <a:cxnLst/>
            <a:rect l="0" t="0" r="r" b="b"/>
            <a:pathLst>
              <a:path w="35984" h="21252">
                <a:moveTo>
                  <a:pt x="0" y="14039"/>
                </a:moveTo>
                <a:lnTo>
                  <a:pt x="35984" y="0"/>
                </a:lnTo>
                <a:lnTo>
                  <a:pt x="27467" y="21252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8" name="Kształt 368"/>
          <p:cNvSpPr/>
          <p:nvPr/>
        </p:nvSpPr>
        <p:spPr>
          <a:xfrm>
            <a:off x="9552813" y="4383502"/>
            <a:ext cx="31157" cy="31499"/>
          </a:xfrm>
          <a:custGeom>
            <a:avLst/>
            <a:gdLst/>
            <a:ahLst/>
            <a:cxnLst/>
            <a:rect l="0" t="0" r="r" b="b"/>
            <a:pathLst>
              <a:path w="31157" h="31499">
                <a:moveTo>
                  <a:pt x="0" y="27980"/>
                </a:moveTo>
                <a:lnTo>
                  <a:pt x="10690" y="0"/>
                </a:lnTo>
                <a:lnTo>
                  <a:pt x="31157" y="21870"/>
                </a:lnTo>
                <a:lnTo>
                  <a:pt x="24657" y="28322"/>
                </a:lnTo>
                <a:lnTo>
                  <a:pt x="13623" y="14955"/>
                </a:lnTo>
                <a:lnTo>
                  <a:pt x="8455" y="31499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9" name="Kształt 369"/>
          <p:cNvSpPr/>
          <p:nvPr/>
        </p:nvSpPr>
        <p:spPr>
          <a:xfrm>
            <a:off x="9556358" y="4446548"/>
            <a:ext cx="48628" cy="47836"/>
          </a:xfrm>
          <a:custGeom>
            <a:avLst/>
            <a:gdLst/>
            <a:ahLst/>
            <a:cxnLst/>
            <a:rect l="0" t="0" r="r" b="b"/>
            <a:pathLst>
              <a:path w="48628" h="47836">
                <a:moveTo>
                  <a:pt x="0" y="16007"/>
                </a:moveTo>
                <a:lnTo>
                  <a:pt x="48628" y="0"/>
                </a:lnTo>
                <a:lnTo>
                  <a:pt x="46614" y="39221"/>
                </a:lnTo>
                <a:lnTo>
                  <a:pt x="19184" y="47836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0" name="Kształt 370"/>
          <p:cNvSpPr/>
          <p:nvPr/>
        </p:nvSpPr>
        <p:spPr>
          <a:xfrm>
            <a:off x="9573709" y="4477656"/>
            <a:ext cx="24436" cy="14870"/>
          </a:xfrm>
          <a:custGeom>
            <a:avLst/>
            <a:gdLst/>
            <a:ahLst/>
            <a:cxnLst/>
            <a:rect l="0" t="0" r="r" b="b"/>
            <a:pathLst>
              <a:path w="24436" h="14870">
                <a:moveTo>
                  <a:pt x="0" y="7381"/>
                </a:moveTo>
                <a:lnTo>
                  <a:pt x="24436" y="0"/>
                </a:lnTo>
                <a:lnTo>
                  <a:pt x="23032" y="9335"/>
                </a:lnTo>
                <a:lnTo>
                  <a:pt x="4704" y="14870"/>
                </a:lnTo>
                <a:close/>
              </a:path>
            </a:pathLst>
          </a:custGeom>
          <a:solidFill>
            <a:srgbClr val="FF8A8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1" name="Kształt 371"/>
          <p:cNvSpPr/>
          <p:nvPr/>
        </p:nvSpPr>
        <p:spPr>
          <a:xfrm>
            <a:off x="9521145" y="4439341"/>
            <a:ext cx="40614" cy="26392"/>
          </a:xfrm>
          <a:custGeom>
            <a:avLst/>
            <a:gdLst/>
            <a:ahLst/>
            <a:cxnLst/>
            <a:rect l="0" t="0" r="r" b="b"/>
            <a:pathLst>
              <a:path w="40614" h="26392">
                <a:moveTo>
                  <a:pt x="40247" y="9285"/>
                </a:moveTo>
                <a:lnTo>
                  <a:pt x="40614" y="11155"/>
                </a:lnTo>
                <a:lnTo>
                  <a:pt x="39856" y="13892"/>
                </a:lnTo>
                <a:lnTo>
                  <a:pt x="38976" y="16006"/>
                </a:lnTo>
                <a:lnTo>
                  <a:pt x="37474" y="18242"/>
                </a:lnTo>
                <a:lnTo>
                  <a:pt x="35226" y="19977"/>
                </a:lnTo>
                <a:lnTo>
                  <a:pt x="32354" y="21834"/>
                </a:lnTo>
                <a:lnTo>
                  <a:pt x="29483" y="23691"/>
                </a:lnTo>
                <a:lnTo>
                  <a:pt x="26490" y="24925"/>
                </a:lnTo>
                <a:lnTo>
                  <a:pt x="22751" y="25658"/>
                </a:lnTo>
                <a:lnTo>
                  <a:pt x="19012" y="26392"/>
                </a:lnTo>
                <a:lnTo>
                  <a:pt x="15774" y="26380"/>
                </a:lnTo>
                <a:lnTo>
                  <a:pt x="12414" y="25744"/>
                </a:lnTo>
                <a:lnTo>
                  <a:pt x="9054" y="25109"/>
                </a:lnTo>
                <a:lnTo>
                  <a:pt x="6317" y="24352"/>
                </a:lnTo>
                <a:lnTo>
                  <a:pt x="4081" y="22849"/>
                </a:lnTo>
                <a:lnTo>
                  <a:pt x="2468" y="21224"/>
                </a:lnTo>
                <a:lnTo>
                  <a:pt x="733" y="18976"/>
                </a:lnTo>
                <a:lnTo>
                  <a:pt x="367" y="17106"/>
                </a:lnTo>
                <a:lnTo>
                  <a:pt x="0" y="15237"/>
                </a:lnTo>
                <a:lnTo>
                  <a:pt x="757" y="12500"/>
                </a:lnTo>
                <a:lnTo>
                  <a:pt x="1637" y="10386"/>
                </a:lnTo>
                <a:lnTo>
                  <a:pt x="3140" y="8150"/>
                </a:lnTo>
                <a:lnTo>
                  <a:pt x="5388" y="6415"/>
                </a:lnTo>
                <a:lnTo>
                  <a:pt x="8259" y="4558"/>
                </a:lnTo>
                <a:lnTo>
                  <a:pt x="11131" y="2701"/>
                </a:lnTo>
                <a:lnTo>
                  <a:pt x="14124" y="1466"/>
                </a:lnTo>
                <a:lnTo>
                  <a:pt x="17863" y="733"/>
                </a:lnTo>
                <a:lnTo>
                  <a:pt x="21602" y="0"/>
                </a:lnTo>
                <a:lnTo>
                  <a:pt x="24839" y="12"/>
                </a:lnTo>
                <a:lnTo>
                  <a:pt x="28199" y="647"/>
                </a:lnTo>
                <a:lnTo>
                  <a:pt x="31560" y="1283"/>
                </a:lnTo>
                <a:lnTo>
                  <a:pt x="34296" y="2040"/>
                </a:lnTo>
                <a:lnTo>
                  <a:pt x="36532" y="3543"/>
                </a:lnTo>
                <a:lnTo>
                  <a:pt x="38145" y="5168"/>
                </a:lnTo>
                <a:lnTo>
                  <a:pt x="39880" y="7416"/>
                </a:lnTo>
                <a:close/>
              </a:path>
            </a:pathLst>
          </a:custGeom>
          <a:solidFill>
            <a:srgbClr val="FF9A9A">
              <a:alpha val="7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2" name="Kształt 372"/>
          <p:cNvSpPr/>
          <p:nvPr/>
        </p:nvSpPr>
        <p:spPr>
          <a:xfrm>
            <a:off x="24517350" y="4743343"/>
            <a:ext cx="590550" cy="3175"/>
          </a:xfrm>
          <a:custGeom>
            <a:avLst/>
            <a:gdLst/>
            <a:ahLst/>
            <a:cxnLst/>
            <a:rect l="0" t="0" r="r" b="b"/>
            <a:pathLst>
              <a:path w="590550" h="3175">
                <a:moveTo>
                  <a:pt x="590550" y="0"/>
                </a:moveTo>
                <a:lnTo>
                  <a:pt x="438150" y="0"/>
                </a:lnTo>
                <a:lnTo>
                  <a:pt x="247650" y="0"/>
                </a:lnTo>
                <a:lnTo>
                  <a:pt x="146050" y="6"/>
                </a:lnTo>
                <a:lnTo>
                  <a:pt x="82550" y="21"/>
                </a:lnTo>
                <a:lnTo>
                  <a:pt x="38100" y="50"/>
                </a:lnTo>
                <a:lnTo>
                  <a:pt x="0" y="107"/>
                </a:lnTo>
                <a:lnTo>
                  <a:pt x="590550" y="107"/>
                </a:lnTo>
                <a:close/>
              </a:path>
            </a:pathLst>
          </a:custGeom>
          <a:solidFill>
            <a:srgbClr val="E8F4FB">
              <a:alpha val="2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3" name="Kształt 373"/>
          <p:cNvSpPr/>
          <p:nvPr/>
        </p:nvSpPr>
        <p:spPr>
          <a:xfrm>
            <a:off x="24955500" y="4743350"/>
            <a:ext cx="114300" cy="3175"/>
          </a:xfrm>
          <a:custGeom>
            <a:avLst/>
            <a:gdLst/>
            <a:ahLst/>
            <a:cxnLst/>
            <a:rect l="0" t="0" r="r" b="b"/>
            <a:pathLst>
              <a:path w="114300" h="3175">
                <a:moveTo>
                  <a:pt x="63500" y="8"/>
                </a:moveTo>
                <a:lnTo>
                  <a:pt x="114300" y="0"/>
                </a:lnTo>
                <a:lnTo>
                  <a:pt x="38100" y="84"/>
                </a:lnTo>
                <a:lnTo>
                  <a:pt x="0" y="88"/>
                </a:lnTo>
                <a:close/>
              </a:path>
            </a:pathLst>
          </a:custGeom>
          <a:solidFill>
            <a:srgbClr val="FFFFFF">
              <a:alpha val="4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4" name="Kształt 374"/>
          <p:cNvSpPr/>
          <p:nvPr/>
        </p:nvSpPr>
        <p:spPr>
          <a:xfrm>
            <a:off x="9081157" y="4972707"/>
            <a:ext cx="392385" cy="392385"/>
          </a:xfrm>
          <a:custGeom>
            <a:avLst/>
            <a:gdLst/>
            <a:ahLst/>
            <a:cxnLst/>
            <a:rect l="0" t="0" r="r" b="b"/>
            <a:pathLst>
              <a:path w="392385" h="392385">
                <a:moveTo>
                  <a:pt x="382912" y="258529"/>
                </a:moveTo>
                <a:lnTo>
                  <a:pt x="344527" y="325379"/>
                </a:lnTo>
                <a:lnTo>
                  <a:pt x="284063" y="372138"/>
                </a:lnTo>
                <a:lnTo>
                  <a:pt x="210359" y="392385"/>
                </a:lnTo>
                <a:lnTo>
                  <a:pt x="133857" y="382912"/>
                </a:lnTo>
                <a:lnTo>
                  <a:pt x="67006" y="344527"/>
                </a:lnTo>
                <a:lnTo>
                  <a:pt x="20247" y="284063"/>
                </a:lnTo>
                <a:lnTo>
                  <a:pt x="0" y="210359"/>
                </a:lnTo>
                <a:lnTo>
                  <a:pt x="9473" y="133857"/>
                </a:lnTo>
                <a:lnTo>
                  <a:pt x="47858" y="67006"/>
                </a:lnTo>
                <a:lnTo>
                  <a:pt x="108322" y="20247"/>
                </a:lnTo>
                <a:lnTo>
                  <a:pt x="182027" y="0"/>
                </a:lnTo>
                <a:lnTo>
                  <a:pt x="258529" y="9473"/>
                </a:lnTo>
                <a:lnTo>
                  <a:pt x="325379" y="47858"/>
                </a:lnTo>
                <a:lnTo>
                  <a:pt x="372138" y="108322"/>
                </a:lnTo>
                <a:lnTo>
                  <a:pt x="392385" y="182027"/>
                </a:lnTo>
                <a:close/>
              </a:path>
            </a:pathLst>
          </a:custGeom>
          <a:solidFill>
            <a:srgbClr val="1F1F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5" name="Kształt 375"/>
          <p:cNvSpPr/>
          <p:nvPr/>
        </p:nvSpPr>
        <p:spPr>
          <a:xfrm>
            <a:off x="9134363" y="5025913"/>
            <a:ext cx="285973" cy="285973"/>
          </a:xfrm>
          <a:custGeom>
            <a:avLst/>
            <a:gdLst/>
            <a:ahLst/>
            <a:cxnLst/>
            <a:rect l="0" t="0" r="r" b="b"/>
            <a:pathLst>
              <a:path w="285973" h="285973">
                <a:moveTo>
                  <a:pt x="281520" y="189236"/>
                </a:moveTo>
                <a:lnTo>
                  <a:pt x="239724" y="252269"/>
                </a:lnTo>
                <a:lnTo>
                  <a:pt x="172238" y="285973"/>
                </a:lnTo>
                <a:lnTo>
                  <a:pt x="96737" y="281520"/>
                </a:lnTo>
                <a:lnTo>
                  <a:pt x="33704" y="239724"/>
                </a:lnTo>
                <a:lnTo>
                  <a:pt x="0" y="172238"/>
                </a:lnTo>
                <a:lnTo>
                  <a:pt x="4453" y="96737"/>
                </a:lnTo>
                <a:lnTo>
                  <a:pt x="46249" y="33704"/>
                </a:lnTo>
                <a:lnTo>
                  <a:pt x="113735" y="0"/>
                </a:lnTo>
                <a:lnTo>
                  <a:pt x="189236" y="4453"/>
                </a:lnTo>
                <a:lnTo>
                  <a:pt x="252269" y="46249"/>
                </a:lnTo>
                <a:lnTo>
                  <a:pt x="285973" y="113735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6" name="Kształt 376"/>
          <p:cNvSpPr/>
          <p:nvPr/>
        </p:nvSpPr>
        <p:spPr>
          <a:xfrm>
            <a:off x="9277350" y="5168900"/>
            <a:ext cx="114441" cy="98427"/>
          </a:xfrm>
          <a:custGeom>
            <a:avLst/>
            <a:gdLst/>
            <a:ahLst/>
            <a:cxnLst/>
            <a:rect l="0" t="0" r="r" b="b"/>
            <a:pathLst>
              <a:path w="114441" h="98427">
                <a:moveTo>
                  <a:pt x="0" y="0"/>
                </a:moveTo>
                <a:lnTo>
                  <a:pt x="114441" y="38206"/>
                </a:lnTo>
                <a:lnTo>
                  <a:pt x="70236" y="98427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7" name="Kształt 377"/>
          <p:cNvSpPr/>
          <p:nvPr/>
        </p:nvSpPr>
        <p:spPr>
          <a:xfrm>
            <a:off x="9276490" y="5168900"/>
            <a:ext cx="71095" cy="120884"/>
          </a:xfrm>
          <a:custGeom>
            <a:avLst/>
            <a:gdLst/>
            <a:ahLst/>
            <a:cxnLst/>
            <a:rect l="0" t="0" r="r" b="b"/>
            <a:pathLst>
              <a:path w="71095" h="120884">
                <a:moveTo>
                  <a:pt x="859" y="0"/>
                </a:moveTo>
                <a:lnTo>
                  <a:pt x="71095" y="98427"/>
                </a:lnTo>
                <a:lnTo>
                  <a:pt x="0" y="120884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8" name="Kształt 378"/>
          <p:cNvSpPr/>
          <p:nvPr/>
        </p:nvSpPr>
        <p:spPr>
          <a:xfrm>
            <a:off x="9205416" y="5168900"/>
            <a:ext cx="71933" cy="120884"/>
          </a:xfrm>
          <a:custGeom>
            <a:avLst/>
            <a:gdLst/>
            <a:ahLst/>
            <a:cxnLst/>
            <a:rect l="0" t="0" r="r" b="b"/>
            <a:pathLst>
              <a:path w="71933" h="120884">
                <a:moveTo>
                  <a:pt x="71933" y="0"/>
                </a:moveTo>
                <a:lnTo>
                  <a:pt x="71074" y="120884"/>
                </a:lnTo>
                <a:lnTo>
                  <a:pt x="0" y="97156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9" name="Kształt 379"/>
          <p:cNvSpPr/>
          <p:nvPr/>
        </p:nvSpPr>
        <p:spPr>
          <a:xfrm>
            <a:off x="9162071" y="5168900"/>
            <a:ext cx="115279" cy="97156"/>
          </a:xfrm>
          <a:custGeom>
            <a:avLst/>
            <a:gdLst/>
            <a:ahLst/>
            <a:cxnLst/>
            <a:rect l="0" t="0" r="r" b="b"/>
            <a:pathLst>
              <a:path w="115279" h="97156">
                <a:moveTo>
                  <a:pt x="115279" y="0"/>
                </a:moveTo>
                <a:lnTo>
                  <a:pt x="43346" y="97156"/>
                </a:lnTo>
                <a:lnTo>
                  <a:pt x="0" y="36493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0" name="Kształt 380"/>
          <p:cNvSpPr/>
          <p:nvPr/>
        </p:nvSpPr>
        <p:spPr>
          <a:xfrm>
            <a:off x="9162071" y="5130694"/>
            <a:ext cx="115279" cy="74699"/>
          </a:xfrm>
          <a:custGeom>
            <a:avLst/>
            <a:gdLst/>
            <a:ahLst/>
            <a:cxnLst/>
            <a:rect l="0" t="0" r="r" b="b"/>
            <a:pathLst>
              <a:path w="115279" h="74699">
                <a:moveTo>
                  <a:pt x="115279" y="38206"/>
                </a:moveTo>
                <a:lnTo>
                  <a:pt x="0" y="74699"/>
                </a:lnTo>
                <a:lnTo>
                  <a:pt x="838" y="0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1" name="Kształt 381"/>
          <p:cNvSpPr/>
          <p:nvPr/>
        </p:nvSpPr>
        <p:spPr>
          <a:xfrm>
            <a:off x="9162909" y="5070473"/>
            <a:ext cx="114441" cy="98427"/>
          </a:xfrm>
          <a:custGeom>
            <a:avLst/>
            <a:gdLst/>
            <a:ahLst/>
            <a:cxnLst/>
            <a:rect l="0" t="0" r="r" b="b"/>
            <a:pathLst>
              <a:path w="114441" h="98427">
                <a:moveTo>
                  <a:pt x="114441" y="98427"/>
                </a:moveTo>
                <a:lnTo>
                  <a:pt x="0" y="60221"/>
                </a:lnTo>
                <a:lnTo>
                  <a:pt x="44205" y="0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2" name="Kształt 382"/>
          <p:cNvSpPr/>
          <p:nvPr/>
        </p:nvSpPr>
        <p:spPr>
          <a:xfrm>
            <a:off x="9207114" y="5048016"/>
            <a:ext cx="71095" cy="120884"/>
          </a:xfrm>
          <a:custGeom>
            <a:avLst/>
            <a:gdLst/>
            <a:ahLst/>
            <a:cxnLst/>
            <a:rect l="0" t="0" r="r" b="b"/>
            <a:pathLst>
              <a:path w="71095" h="120884">
                <a:moveTo>
                  <a:pt x="70236" y="120884"/>
                </a:moveTo>
                <a:lnTo>
                  <a:pt x="0" y="22457"/>
                </a:lnTo>
                <a:lnTo>
                  <a:pt x="71095" y="0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3" name="Kształt 383"/>
          <p:cNvSpPr/>
          <p:nvPr/>
        </p:nvSpPr>
        <p:spPr>
          <a:xfrm>
            <a:off x="9277350" y="5048016"/>
            <a:ext cx="71933" cy="120884"/>
          </a:xfrm>
          <a:custGeom>
            <a:avLst/>
            <a:gdLst/>
            <a:ahLst/>
            <a:cxnLst/>
            <a:rect l="0" t="0" r="r" b="b"/>
            <a:pathLst>
              <a:path w="71933" h="120884">
                <a:moveTo>
                  <a:pt x="0" y="120884"/>
                </a:moveTo>
                <a:lnTo>
                  <a:pt x="859" y="0"/>
                </a:lnTo>
                <a:lnTo>
                  <a:pt x="71933" y="23728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4" name="Kształt 384"/>
          <p:cNvSpPr/>
          <p:nvPr/>
        </p:nvSpPr>
        <p:spPr>
          <a:xfrm>
            <a:off x="9277350" y="5071744"/>
            <a:ext cx="115279" cy="97156"/>
          </a:xfrm>
          <a:custGeom>
            <a:avLst/>
            <a:gdLst/>
            <a:ahLst/>
            <a:cxnLst/>
            <a:rect l="0" t="0" r="r" b="b"/>
            <a:pathLst>
              <a:path w="115279" h="97156">
                <a:moveTo>
                  <a:pt x="0" y="97156"/>
                </a:moveTo>
                <a:lnTo>
                  <a:pt x="71933" y="0"/>
                </a:lnTo>
                <a:lnTo>
                  <a:pt x="115279" y="60663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5" name="Kształt 385"/>
          <p:cNvSpPr/>
          <p:nvPr/>
        </p:nvSpPr>
        <p:spPr>
          <a:xfrm>
            <a:off x="9277350" y="5132407"/>
            <a:ext cx="115279" cy="74699"/>
          </a:xfrm>
          <a:custGeom>
            <a:avLst/>
            <a:gdLst/>
            <a:ahLst/>
            <a:cxnLst/>
            <a:rect l="0" t="0" r="r" b="b"/>
            <a:pathLst>
              <a:path w="115279" h="74699">
                <a:moveTo>
                  <a:pt x="0" y="36493"/>
                </a:moveTo>
                <a:lnTo>
                  <a:pt x="115279" y="0"/>
                </a:lnTo>
                <a:lnTo>
                  <a:pt x="114441" y="74699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6" name="Kształt 386"/>
          <p:cNvSpPr/>
          <p:nvPr/>
        </p:nvSpPr>
        <p:spPr>
          <a:xfrm>
            <a:off x="9241210" y="5132761"/>
            <a:ext cx="72278" cy="72278"/>
          </a:xfrm>
          <a:custGeom>
            <a:avLst/>
            <a:gdLst/>
            <a:ahLst/>
            <a:cxnLst/>
            <a:rect l="0" t="0" r="r" b="b"/>
            <a:pathLst>
              <a:path w="72278" h="72278">
                <a:moveTo>
                  <a:pt x="72278" y="48204"/>
                </a:moveTo>
                <a:lnTo>
                  <a:pt x="52991" y="69882"/>
                </a:lnTo>
                <a:lnTo>
                  <a:pt x="24074" y="72278"/>
                </a:lnTo>
                <a:lnTo>
                  <a:pt x="2396" y="52991"/>
                </a:lnTo>
                <a:lnTo>
                  <a:pt x="0" y="24074"/>
                </a:lnTo>
                <a:lnTo>
                  <a:pt x="19287" y="2396"/>
                </a:lnTo>
                <a:lnTo>
                  <a:pt x="48204" y="0"/>
                </a:lnTo>
                <a:lnTo>
                  <a:pt x="69882" y="19287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7" name="Kształt 387"/>
          <p:cNvSpPr/>
          <p:nvPr/>
        </p:nvSpPr>
        <p:spPr>
          <a:xfrm>
            <a:off x="9261484" y="5153038"/>
            <a:ext cx="31727" cy="31727"/>
          </a:xfrm>
          <a:custGeom>
            <a:avLst/>
            <a:gdLst/>
            <a:ahLst/>
            <a:cxnLst/>
            <a:rect l="0" t="0" r="r" b="b"/>
            <a:pathLst>
              <a:path w="31727" h="31727">
                <a:moveTo>
                  <a:pt x="30923" y="20889"/>
                </a:moveTo>
                <a:lnTo>
                  <a:pt x="30119" y="23299"/>
                </a:lnTo>
                <a:lnTo>
                  <a:pt x="27909" y="25908"/>
                </a:lnTo>
                <a:lnTo>
                  <a:pt x="26502" y="28116"/>
                </a:lnTo>
                <a:lnTo>
                  <a:pt x="24092" y="29320"/>
                </a:lnTo>
                <a:lnTo>
                  <a:pt x="21682" y="30524"/>
                </a:lnTo>
                <a:lnTo>
                  <a:pt x="19271" y="31727"/>
                </a:lnTo>
                <a:lnTo>
                  <a:pt x="16661" y="31525"/>
                </a:lnTo>
                <a:lnTo>
                  <a:pt x="13247" y="31725"/>
                </a:lnTo>
                <a:lnTo>
                  <a:pt x="10838" y="30920"/>
                </a:lnTo>
                <a:lnTo>
                  <a:pt x="8429" y="30116"/>
                </a:lnTo>
                <a:lnTo>
                  <a:pt x="5819" y="27906"/>
                </a:lnTo>
                <a:lnTo>
                  <a:pt x="4213" y="26700"/>
                </a:lnTo>
                <a:lnTo>
                  <a:pt x="2407" y="24089"/>
                </a:lnTo>
                <a:lnTo>
                  <a:pt x="1204" y="21679"/>
                </a:lnTo>
                <a:lnTo>
                  <a:pt x="0" y="19269"/>
                </a:lnTo>
                <a:lnTo>
                  <a:pt x="202" y="16658"/>
                </a:lnTo>
                <a:lnTo>
                  <a:pt x="3" y="13245"/>
                </a:lnTo>
                <a:lnTo>
                  <a:pt x="807" y="10835"/>
                </a:lnTo>
                <a:lnTo>
                  <a:pt x="1611" y="8426"/>
                </a:lnTo>
                <a:lnTo>
                  <a:pt x="3822" y="5817"/>
                </a:lnTo>
                <a:lnTo>
                  <a:pt x="5027" y="4211"/>
                </a:lnTo>
                <a:lnTo>
                  <a:pt x="7638" y="2405"/>
                </a:lnTo>
                <a:lnTo>
                  <a:pt x="10049" y="1201"/>
                </a:lnTo>
                <a:lnTo>
                  <a:pt x="13061" y="198"/>
                </a:lnTo>
                <a:lnTo>
                  <a:pt x="15069" y="199"/>
                </a:lnTo>
                <a:lnTo>
                  <a:pt x="18483" y="0"/>
                </a:lnTo>
                <a:lnTo>
                  <a:pt x="20892" y="804"/>
                </a:lnTo>
                <a:lnTo>
                  <a:pt x="23302" y="1609"/>
                </a:lnTo>
                <a:lnTo>
                  <a:pt x="25911" y="3819"/>
                </a:lnTo>
                <a:lnTo>
                  <a:pt x="28119" y="5225"/>
                </a:lnTo>
                <a:lnTo>
                  <a:pt x="29323" y="7636"/>
                </a:lnTo>
                <a:lnTo>
                  <a:pt x="30527" y="10046"/>
                </a:lnTo>
                <a:lnTo>
                  <a:pt x="31529" y="13058"/>
                </a:lnTo>
                <a:lnTo>
                  <a:pt x="31528" y="15066"/>
                </a:lnTo>
                <a:lnTo>
                  <a:pt x="31727" y="18480"/>
                </a:lnTo>
                <a:close/>
              </a:path>
            </a:pathLst>
          </a:custGeom>
          <a:solidFill>
            <a:srgbClr val="7A7A7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8" name="Kształt 388"/>
          <p:cNvSpPr/>
          <p:nvPr/>
        </p:nvSpPr>
        <p:spPr>
          <a:xfrm>
            <a:off x="10401957" y="4972707"/>
            <a:ext cx="392385" cy="392385"/>
          </a:xfrm>
          <a:custGeom>
            <a:avLst/>
            <a:gdLst/>
            <a:ahLst/>
            <a:cxnLst/>
            <a:rect l="0" t="0" r="r" b="b"/>
            <a:pathLst>
              <a:path w="392385" h="392385">
                <a:moveTo>
                  <a:pt x="382912" y="258529"/>
                </a:moveTo>
                <a:lnTo>
                  <a:pt x="344527" y="325379"/>
                </a:lnTo>
                <a:lnTo>
                  <a:pt x="284063" y="372138"/>
                </a:lnTo>
                <a:lnTo>
                  <a:pt x="210359" y="392385"/>
                </a:lnTo>
                <a:lnTo>
                  <a:pt x="133857" y="382912"/>
                </a:lnTo>
                <a:lnTo>
                  <a:pt x="67006" y="344527"/>
                </a:lnTo>
                <a:lnTo>
                  <a:pt x="20247" y="284063"/>
                </a:lnTo>
                <a:lnTo>
                  <a:pt x="0" y="210359"/>
                </a:lnTo>
                <a:lnTo>
                  <a:pt x="9473" y="133857"/>
                </a:lnTo>
                <a:lnTo>
                  <a:pt x="47858" y="67006"/>
                </a:lnTo>
                <a:lnTo>
                  <a:pt x="108322" y="20247"/>
                </a:lnTo>
                <a:lnTo>
                  <a:pt x="182027" y="0"/>
                </a:lnTo>
                <a:lnTo>
                  <a:pt x="258529" y="9473"/>
                </a:lnTo>
                <a:lnTo>
                  <a:pt x="325379" y="47858"/>
                </a:lnTo>
                <a:lnTo>
                  <a:pt x="372138" y="108322"/>
                </a:lnTo>
                <a:lnTo>
                  <a:pt x="392385" y="182027"/>
                </a:lnTo>
                <a:close/>
              </a:path>
            </a:pathLst>
          </a:custGeom>
          <a:solidFill>
            <a:srgbClr val="1F1F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9" name="Kształt 389"/>
          <p:cNvSpPr/>
          <p:nvPr/>
        </p:nvSpPr>
        <p:spPr>
          <a:xfrm>
            <a:off x="10455163" y="5025913"/>
            <a:ext cx="285973" cy="285973"/>
          </a:xfrm>
          <a:custGeom>
            <a:avLst/>
            <a:gdLst/>
            <a:ahLst/>
            <a:cxnLst/>
            <a:rect l="0" t="0" r="r" b="b"/>
            <a:pathLst>
              <a:path w="285973" h="285973">
                <a:moveTo>
                  <a:pt x="281520" y="189236"/>
                </a:moveTo>
                <a:lnTo>
                  <a:pt x="239724" y="252269"/>
                </a:lnTo>
                <a:lnTo>
                  <a:pt x="172238" y="285973"/>
                </a:lnTo>
                <a:lnTo>
                  <a:pt x="96737" y="281520"/>
                </a:lnTo>
                <a:lnTo>
                  <a:pt x="33704" y="239724"/>
                </a:lnTo>
                <a:lnTo>
                  <a:pt x="0" y="172238"/>
                </a:lnTo>
                <a:lnTo>
                  <a:pt x="4453" y="96737"/>
                </a:lnTo>
                <a:lnTo>
                  <a:pt x="46249" y="33704"/>
                </a:lnTo>
                <a:lnTo>
                  <a:pt x="113735" y="0"/>
                </a:lnTo>
                <a:lnTo>
                  <a:pt x="189236" y="4453"/>
                </a:lnTo>
                <a:lnTo>
                  <a:pt x="252269" y="46249"/>
                </a:lnTo>
                <a:lnTo>
                  <a:pt x="285973" y="113735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0" name="Kształt 390"/>
          <p:cNvSpPr/>
          <p:nvPr/>
        </p:nvSpPr>
        <p:spPr>
          <a:xfrm>
            <a:off x="10598150" y="5168900"/>
            <a:ext cx="114441" cy="98427"/>
          </a:xfrm>
          <a:custGeom>
            <a:avLst/>
            <a:gdLst/>
            <a:ahLst/>
            <a:cxnLst/>
            <a:rect l="0" t="0" r="r" b="b"/>
            <a:pathLst>
              <a:path w="114441" h="98427">
                <a:moveTo>
                  <a:pt x="0" y="0"/>
                </a:moveTo>
                <a:lnTo>
                  <a:pt x="114441" y="38206"/>
                </a:lnTo>
                <a:lnTo>
                  <a:pt x="70236" y="98427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1" name="Kształt 391"/>
          <p:cNvSpPr/>
          <p:nvPr/>
        </p:nvSpPr>
        <p:spPr>
          <a:xfrm>
            <a:off x="10597290" y="5168900"/>
            <a:ext cx="71095" cy="120884"/>
          </a:xfrm>
          <a:custGeom>
            <a:avLst/>
            <a:gdLst/>
            <a:ahLst/>
            <a:cxnLst/>
            <a:rect l="0" t="0" r="r" b="b"/>
            <a:pathLst>
              <a:path w="71095" h="120884">
                <a:moveTo>
                  <a:pt x="859" y="0"/>
                </a:moveTo>
                <a:lnTo>
                  <a:pt x="71095" y="98427"/>
                </a:lnTo>
                <a:lnTo>
                  <a:pt x="0" y="120884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2" name="Kształt 392"/>
          <p:cNvSpPr/>
          <p:nvPr/>
        </p:nvSpPr>
        <p:spPr>
          <a:xfrm>
            <a:off x="10526216" y="5168900"/>
            <a:ext cx="71933" cy="120884"/>
          </a:xfrm>
          <a:custGeom>
            <a:avLst/>
            <a:gdLst/>
            <a:ahLst/>
            <a:cxnLst/>
            <a:rect l="0" t="0" r="r" b="b"/>
            <a:pathLst>
              <a:path w="71933" h="120884">
                <a:moveTo>
                  <a:pt x="71933" y="0"/>
                </a:moveTo>
                <a:lnTo>
                  <a:pt x="71074" y="120884"/>
                </a:lnTo>
                <a:lnTo>
                  <a:pt x="0" y="97156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3" name="Kształt 393"/>
          <p:cNvSpPr/>
          <p:nvPr/>
        </p:nvSpPr>
        <p:spPr>
          <a:xfrm>
            <a:off x="10482871" y="5168900"/>
            <a:ext cx="115279" cy="97156"/>
          </a:xfrm>
          <a:custGeom>
            <a:avLst/>
            <a:gdLst/>
            <a:ahLst/>
            <a:cxnLst/>
            <a:rect l="0" t="0" r="r" b="b"/>
            <a:pathLst>
              <a:path w="115279" h="97156">
                <a:moveTo>
                  <a:pt x="115279" y="0"/>
                </a:moveTo>
                <a:lnTo>
                  <a:pt x="43346" y="97156"/>
                </a:lnTo>
                <a:lnTo>
                  <a:pt x="0" y="36493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4" name="Kształt 394"/>
          <p:cNvSpPr/>
          <p:nvPr/>
        </p:nvSpPr>
        <p:spPr>
          <a:xfrm>
            <a:off x="10482871" y="5130694"/>
            <a:ext cx="115279" cy="74699"/>
          </a:xfrm>
          <a:custGeom>
            <a:avLst/>
            <a:gdLst/>
            <a:ahLst/>
            <a:cxnLst/>
            <a:rect l="0" t="0" r="r" b="b"/>
            <a:pathLst>
              <a:path w="115279" h="74699">
                <a:moveTo>
                  <a:pt x="115279" y="38206"/>
                </a:moveTo>
                <a:lnTo>
                  <a:pt x="0" y="74699"/>
                </a:lnTo>
                <a:lnTo>
                  <a:pt x="838" y="0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5" name="Kształt 395"/>
          <p:cNvSpPr/>
          <p:nvPr/>
        </p:nvSpPr>
        <p:spPr>
          <a:xfrm>
            <a:off x="10483709" y="5070473"/>
            <a:ext cx="114441" cy="98427"/>
          </a:xfrm>
          <a:custGeom>
            <a:avLst/>
            <a:gdLst/>
            <a:ahLst/>
            <a:cxnLst/>
            <a:rect l="0" t="0" r="r" b="b"/>
            <a:pathLst>
              <a:path w="114441" h="98427">
                <a:moveTo>
                  <a:pt x="114441" y="98427"/>
                </a:moveTo>
                <a:lnTo>
                  <a:pt x="0" y="60221"/>
                </a:lnTo>
                <a:lnTo>
                  <a:pt x="44205" y="0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6" name="Kształt 396"/>
          <p:cNvSpPr/>
          <p:nvPr/>
        </p:nvSpPr>
        <p:spPr>
          <a:xfrm>
            <a:off x="10527914" y="5048016"/>
            <a:ext cx="71095" cy="120884"/>
          </a:xfrm>
          <a:custGeom>
            <a:avLst/>
            <a:gdLst/>
            <a:ahLst/>
            <a:cxnLst/>
            <a:rect l="0" t="0" r="r" b="b"/>
            <a:pathLst>
              <a:path w="71095" h="120884">
                <a:moveTo>
                  <a:pt x="70236" y="120884"/>
                </a:moveTo>
                <a:lnTo>
                  <a:pt x="0" y="22457"/>
                </a:lnTo>
                <a:lnTo>
                  <a:pt x="71095" y="0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7" name="Kształt 397"/>
          <p:cNvSpPr/>
          <p:nvPr/>
        </p:nvSpPr>
        <p:spPr>
          <a:xfrm>
            <a:off x="10598150" y="5048016"/>
            <a:ext cx="71933" cy="120884"/>
          </a:xfrm>
          <a:custGeom>
            <a:avLst/>
            <a:gdLst/>
            <a:ahLst/>
            <a:cxnLst/>
            <a:rect l="0" t="0" r="r" b="b"/>
            <a:pathLst>
              <a:path w="71933" h="120884">
                <a:moveTo>
                  <a:pt x="0" y="120884"/>
                </a:moveTo>
                <a:lnTo>
                  <a:pt x="859" y="0"/>
                </a:lnTo>
                <a:lnTo>
                  <a:pt x="71933" y="23728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8" name="Kształt 398"/>
          <p:cNvSpPr/>
          <p:nvPr/>
        </p:nvSpPr>
        <p:spPr>
          <a:xfrm>
            <a:off x="10598150" y="5071744"/>
            <a:ext cx="115279" cy="97156"/>
          </a:xfrm>
          <a:custGeom>
            <a:avLst/>
            <a:gdLst/>
            <a:ahLst/>
            <a:cxnLst/>
            <a:rect l="0" t="0" r="r" b="b"/>
            <a:pathLst>
              <a:path w="115279" h="97156">
                <a:moveTo>
                  <a:pt x="0" y="97156"/>
                </a:moveTo>
                <a:lnTo>
                  <a:pt x="71933" y="0"/>
                </a:lnTo>
                <a:lnTo>
                  <a:pt x="115279" y="60663"/>
                </a:lnTo>
                <a:close/>
              </a:path>
            </a:pathLst>
          </a:custGeom>
          <a:solidFill>
            <a:srgbClr val="E6E9ED"/>
          </a:solidFill>
          <a:ln w="5080">
            <a:solidFill>
              <a:srgbClr val="E6E9E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9" name="Kształt 399"/>
          <p:cNvSpPr/>
          <p:nvPr/>
        </p:nvSpPr>
        <p:spPr>
          <a:xfrm>
            <a:off x="10598150" y="5132407"/>
            <a:ext cx="115279" cy="74699"/>
          </a:xfrm>
          <a:custGeom>
            <a:avLst/>
            <a:gdLst/>
            <a:ahLst/>
            <a:cxnLst/>
            <a:rect l="0" t="0" r="r" b="b"/>
            <a:pathLst>
              <a:path w="115279" h="74699">
                <a:moveTo>
                  <a:pt x="0" y="36493"/>
                </a:moveTo>
                <a:lnTo>
                  <a:pt x="115279" y="0"/>
                </a:lnTo>
                <a:lnTo>
                  <a:pt x="114441" y="74699"/>
                </a:lnTo>
                <a:close/>
              </a:path>
            </a:pathLst>
          </a:custGeom>
          <a:solidFill>
            <a:srgbClr val="9AA1AB"/>
          </a:solidFill>
          <a:ln w="5080">
            <a:solidFill>
              <a:srgbClr val="9AA1A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0" name="Kształt 400"/>
          <p:cNvSpPr/>
          <p:nvPr/>
        </p:nvSpPr>
        <p:spPr>
          <a:xfrm>
            <a:off x="10562010" y="5132761"/>
            <a:ext cx="72278" cy="72278"/>
          </a:xfrm>
          <a:custGeom>
            <a:avLst/>
            <a:gdLst/>
            <a:ahLst/>
            <a:cxnLst/>
            <a:rect l="0" t="0" r="r" b="b"/>
            <a:pathLst>
              <a:path w="72278" h="72278">
                <a:moveTo>
                  <a:pt x="72278" y="48204"/>
                </a:moveTo>
                <a:lnTo>
                  <a:pt x="52991" y="69882"/>
                </a:lnTo>
                <a:lnTo>
                  <a:pt x="24074" y="72278"/>
                </a:lnTo>
                <a:lnTo>
                  <a:pt x="2396" y="52991"/>
                </a:lnTo>
                <a:lnTo>
                  <a:pt x="0" y="24074"/>
                </a:lnTo>
                <a:lnTo>
                  <a:pt x="19287" y="2396"/>
                </a:lnTo>
                <a:lnTo>
                  <a:pt x="48204" y="0"/>
                </a:lnTo>
                <a:lnTo>
                  <a:pt x="69882" y="19287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1" name="Kształt 401"/>
          <p:cNvSpPr/>
          <p:nvPr/>
        </p:nvSpPr>
        <p:spPr>
          <a:xfrm>
            <a:off x="10582284" y="5153038"/>
            <a:ext cx="31727" cy="31727"/>
          </a:xfrm>
          <a:custGeom>
            <a:avLst/>
            <a:gdLst/>
            <a:ahLst/>
            <a:cxnLst/>
            <a:rect l="0" t="0" r="r" b="b"/>
            <a:pathLst>
              <a:path w="31727" h="31727">
                <a:moveTo>
                  <a:pt x="30923" y="20889"/>
                </a:moveTo>
                <a:lnTo>
                  <a:pt x="30119" y="23299"/>
                </a:lnTo>
                <a:lnTo>
                  <a:pt x="27909" y="25908"/>
                </a:lnTo>
                <a:lnTo>
                  <a:pt x="26502" y="28116"/>
                </a:lnTo>
                <a:lnTo>
                  <a:pt x="24092" y="29320"/>
                </a:lnTo>
                <a:lnTo>
                  <a:pt x="21682" y="30524"/>
                </a:lnTo>
                <a:lnTo>
                  <a:pt x="19271" y="31727"/>
                </a:lnTo>
                <a:lnTo>
                  <a:pt x="16661" y="31525"/>
                </a:lnTo>
                <a:lnTo>
                  <a:pt x="13247" y="31725"/>
                </a:lnTo>
                <a:lnTo>
                  <a:pt x="10838" y="30920"/>
                </a:lnTo>
                <a:lnTo>
                  <a:pt x="8429" y="30116"/>
                </a:lnTo>
                <a:lnTo>
                  <a:pt x="5819" y="27906"/>
                </a:lnTo>
                <a:lnTo>
                  <a:pt x="4213" y="26700"/>
                </a:lnTo>
                <a:lnTo>
                  <a:pt x="2407" y="24089"/>
                </a:lnTo>
                <a:lnTo>
                  <a:pt x="1204" y="21679"/>
                </a:lnTo>
                <a:lnTo>
                  <a:pt x="0" y="19269"/>
                </a:lnTo>
                <a:lnTo>
                  <a:pt x="202" y="16658"/>
                </a:lnTo>
                <a:lnTo>
                  <a:pt x="3" y="13245"/>
                </a:lnTo>
                <a:lnTo>
                  <a:pt x="807" y="10835"/>
                </a:lnTo>
                <a:lnTo>
                  <a:pt x="1611" y="8426"/>
                </a:lnTo>
                <a:lnTo>
                  <a:pt x="3822" y="5817"/>
                </a:lnTo>
                <a:lnTo>
                  <a:pt x="5027" y="4211"/>
                </a:lnTo>
                <a:lnTo>
                  <a:pt x="7638" y="2405"/>
                </a:lnTo>
                <a:lnTo>
                  <a:pt x="10049" y="1201"/>
                </a:lnTo>
                <a:lnTo>
                  <a:pt x="13061" y="198"/>
                </a:lnTo>
                <a:lnTo>
                  <a:pt x="15069" y="199"/>
                </a:lnTo>
                <a:lnTo>
                  <a:pt x="18483" y="0"/>
                </a:lnTo>
                <a:lnTo>
                  <a:pt x="20892" y="804"/>
                </a:lnTo>
                <a:lnTo>
                  <a:pt x="23302" y="1609"/>
                </a:lnTo>
                <a:lnTo>
                  <a:pt x="25911" y="3819"/>
                </a:lnTo>
                <a:lnTo>
                  <a:pt x="28119" y="5225"/>
                </a:lnTo>
                <a:lnTo>
                  <a:pt x="29323" y="7636"/>
                </a:lnTo>
                <a:lnTo>
                  <a:pt x="30527" y="10046"/>
                </a:lnTo>
                <a:lnTo>
                  <a:pt x="31529" y="13058"/>
                </a:lnTo>
                <a:lnTo>
                  <a:pt x="31528" y="15066"/>
                </a:lnTo>
                <a:lnTo>
                  <a:pt x="31727" y="18480"/>
                </a:lnTo>
                <a:close/>
              </a:path>
            </a:pathLst>
          </a:custGeom>
          <a:solidFill>
            <a:srgbClr val="7A7A7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pic>
        <p:nvPicPr>
          <p:cNvPr id="512" name="!!Serce w rogu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513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514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5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6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7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8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9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0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1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2" name="!!Zegar – wskazówka"/>
          <p:cNvSpPr/>
          <p:nvPr/>
        </p:nvSpPr>
        <p:spPr>
          <a:xfrm>
            <a:off x="10472084" y="418264"/>
            <a:ext cx="185614" cy="142860"/>
          </a:xfrm>
          <a:custGeom>
            <a:avLst/>
            <a:gdLst/>
            <a:ahLst/>
            <a:cxnLst/>
            <a:rect l="0" t="0" r="r" b="b"/>
            <a:pathLst>
              <a:path w="185614" h="142860">
                <a:moveTo>
                  <a:pt x="0" y="120257"/>
                </a:moveTo>
                <a:lnTo>
                  <a:pt x="16423" y="142860"/>
                </a:lnTo>
                <a:lnTo>
                  <a:pt x="185614" y="11302"/>
                </a:lnTo>
                <a:lnTo>
                  <a:pt x="177403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3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4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777777"/>
                </a:solidFill>
                <a:latin typeface="Lato"/>
                <a:cs typeface="Lato"/>
              </a:rPr>
              <a:t>12 / 24</a:t>
            </a:r>
            <a:endParaRPr lang="pl-PL" sz="1100" kern="100" spc="66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525" name="!!Postęp"/>
          <p:cNvSpPr/>
          <p:nvPr/>
        </p:nvSpPr>
        <p:spPr>
          <a:xfrm>
            <a:off x="0" y="6826250"/>
            <a:ext cx="6096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102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3029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9544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22801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6059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9316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32573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39088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8860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58632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1661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9772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10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2422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31056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37267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55901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0373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6584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49689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55901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" dur="10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2422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31056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37267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55901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0373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6584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49689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55901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" dur="11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1561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7341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20231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3121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6012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8902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34682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3353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54913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69364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9826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15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3353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6243">
                                          <p:val>
                                            <p:strVal val="#ppt_y+0.01445"/>
                                          </p:val>
                                        </p:tav>
                                        <p:tav tm="49133">
                                          <p:val>
                                            <p:strVal val="#ppt_y+0.00987"/>
                                          </p:val>
                                        </p:tav>
                                        <p:tav tm="52023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54913">
                                          <p:val>
                                            <p:strVal val="#ppt_y+0.00447"/>
                                          </p:val>
                                        </p:tav>
                                        <p:tav tm="60694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2254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982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" dur="11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1561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7341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20231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3121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6012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8902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34682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3353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54913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69364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9826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15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3353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6243">
                                          <p:val>
                                            <p:strVal val="#ppt_y+0.01445"/>
                                          </p:val>
                                        </p:tav>
                                        <p:tav tm="49133">
                                          <p:val>
                                            <p:strVal val="#ppt_y+0.00987"/>
                                          </p:val>
                                        </p:tav>
                                        <p:tav tm="52023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54913">
                                          <p:val>
                                            <p:strVal val="#ppt_y+0.00447"/>
                                          </p:val>
                                        </p:tav>
                                        <p:tav tm="60694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2254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982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" dur="12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0811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6216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18919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1622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4324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7027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29730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35135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43243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3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8649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1351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778"/>
                                          </p:val>
                                        </p:tav>
                                        <p:tav tm="56757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62162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75676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" dur="12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0811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6216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18919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1622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4324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7027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29730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35135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43243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54054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2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8649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1351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778"/>
                                          </p:val>
                                        </p:tav>
                                        <p:tav tm="56757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62162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75676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" dur="131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0152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5228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17766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0305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2843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5381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27919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32995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40609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50761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31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413"/>
                                          </p:val>
                                        </p:tav>
                                        <p:tav tm="65990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" dur="131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0152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5228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17766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20305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2843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5381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27919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32995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40609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50761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31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413"/>
                                          </p:val>
                                        </p:tav>
                                        <p:tav tm="65990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" dur="141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9434">
                                          <p:val>
                                            <p:strVal val="#ppt_x-0.04167"/>
                                          </p:val>
                                        </p:tav>
                                        <p:tav tm="14151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16509">
                                          <p:val>
                                            <p:strVal val="#ppt_x-0.01964"/>
                                          </p:val>
                                        </p:tav>
                                        <p:tav tm="18868">
                                          <p:val>
                                            <p:strVal val="#ppt_x-0.01484"/>
                                          </p:val>
                                        </p:tav>
                                        <p:tav tm="21226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23585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25943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30660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37736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49528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9905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41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54245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61321">
                                          <p:val>
                                            <p:strVal val="#ppt_y+0.00409"/>
                                          </p:val>
                                        </p:tav>
                                        <p:tav tm="68396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7830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05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67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" dur="1923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923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88388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1923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923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1923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36"/>
                                          </p:val>
                                        </p:tav>
                                        <p:tav tm="38128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57192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1923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36395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62392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923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1923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1923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31196">
                                          <p:val>
                                            <p:fltVal val="-18"/>
                                          </p:val>
                                        </p:tav>
                                        <p:tav tm="36395">
                                          <p:val>
                                            <p:fltVal val="-17.59"/>
                                          </p:val>
                                        </p:tav>
                                        <p:tav tm="39861">
                                          <p:val>
                                            <p:fltVal val="-16.65"/>
                                          </p:val>
                                        </p:tav>
                                        <p:tav tm="43328">
                                          <p:val>
                                            <p:fltVal val="-14.78"/>
                                          </p:val>
                                        </p:tav>
                                        <p:tav tm="50260">
                                          <p:val>
                                            <p:fltVal val="-8.2"/>
                                          </p:val>
                                        </p:tav>
                                        <p:tav tm="53726">
                                          <p:val>
                                            <p:fltVal val="-5.52"/>
                                          </p:val>
                                        </p:tav>
                                        <p:tav tm="57192">
                                          <p:val>
                                            <p:fltVal val="-3.66"/>
                                          </p:val>
                                        </p:tav>
                                        <p:tav tm="62392">
                                          <p:val>
                                            <p:fltVal val="-1.88"/>
                                          </p:val>
                                        </p:tav>
                                        <p:tav tm="67591">
                                          <p:val>
                                            <p:fltVal val="-0.84"/>
                                          </p:val>
                                        </p:tav>
                                        <p:tav tm="74523">
                                          <p:val>
                                            <p:fltVal val="-0.1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" dur="1113" fill="hold"/>
                                        <p:tgtEl>
                                          <p:spTgt spid="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075"/>
                                          </p:val>
                                        </p:tav>
                                        <p:tav tm="14970">
                                          <p:val>
                                            <p:strVal val="#ppt_x-0.02075"/>
                                          </p:val>
                                        </p:tav>
                                        <p:tav tm="17964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20958">
                                          <p:val>
                                            <p:strVal val="#ppt_x-0.01399"/>
                                          </p:val>
                                        </p:tav>
                                        <p:tav tm="23952">
                                          <p:val>
                                            <p:strVal val="#ppt_x-0.01077"/>
                                          </p:val>
                                        </p:tav>
                                        <p:tav tm="26946">
                                          <p:val>
                                            <p:strVal val="#ppt_x-0.00827"/>
                                          </p:val>
                                        </p:tav>
                                        <p:tav tm="32934">
                                          <p:val>
                                            <p:strVal val="#ppt_x-0.00488"/>
                                          </p:val>
                                        </p:tav>
                                        <p:tav tm="41916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50898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5988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80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113" fill="hold"/>
                                        <p:tgtEl>
                                          <p:spTgt spid="5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17"/>
                                          </p:val>
                                        </p:tav>
                                        <p:tav tm="14970">
                                          <p:val>
                                            <p:strVal val="#ppt_w*0.917"/>
                                          </p:val>
                                        </p:tav>
                                        <p:tav tm="17964">
                                          <p:val>
                                            <p:strVal val="#ppt_w*0.92804"/>
                                          </p:val>
                                        </p:tav>
                                        <p:tav tm="20958">
                                          <p:val>
                                            <p:strVal val="#ppt_w*0.94403"/>
                                          </p:val>
                                        </p:tav>
                                        <p:tav tm="23952">
                                          <p:val>
                                            <p:strVal val="#ppt_w*0.95691"/>
                                          </p:val>
                                        </p:tav>
                                        <p:tav tm="26946">
                                          <p:val>
                                            <p:strVal val="#ppt_w*0.96694"/>
                                          </p:val>
                                        </p:tav>
                                        <p:tav tm="29940">
                                          <p:val>
                                            <p:strVal val="#ppt_w*0.97462"/>
                                          </p:val>
                                        </p:tav>
                                        <p:tav tm="32934">
                                          <p:val>
                                            <p:strVal val="#ppt_w*0.98048"/>
                                          </p:val>
                                        </p:tav>
                                        <p:tav tm="35928">
                                          <p:val>
                                            <p:strVal val="#ppt_w*0.98495"/>
                                          </p:val>
                                        </p:tav>
                                        <p:tav tm="41916">
                                          <p:val>
                                            <p:strVal val="#ppt_w*0.99105"/>
                                          </p:val>
                                        </p:tav>
                                        <p:tav tm="50898">
                                          <p:val>
                                            <p:strVal val="#ppt_w*0.99598"/>
                                          </p:val>
                                        </p:tav>
                                        <p:tav tm="59880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74850">
                                          <p:val>
                                            <p:strVal val="#ppt_w*0.99974"/>
                                          </p:val>
                                        </p:tav>
                                        <p:tav tm="988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grpId="0" nodeType="withEffect">
                                  <p:stCondLst>
                                    <p:cond delay="98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3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grpId="0" nodeType="withEffect">
                                  <p:stCondLst>
                                    <p:cond delay="121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125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31" presetClass="entr" presetSubtype="0" fill="hold" grpId="0" nodeType="withEffect">
                                  <p:stCondLst>
                                    <p:cond delay="137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31" presetClass="entr" presetSubtype="0" fill="hold" grpId="0" nodeType="withEffect">
                                  <p:stCondLst>
                                    <p:cond delay="138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31" presetClass="entr" presetSubtype="0" fill="hold" grpId="0" nodeType="withEffect">
                                  <p:stCondLst>
                                    <p:cond delay="148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31" presetClass="entr" presetSubtype="0" fill="hold" grpId="0" nodeType="withEffect">
                                  <p:stCondLst>
                                    <p:cond delay="149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grpId="0" nodeType="withEffect">
                                  <p:stCondLst>
                                    <p:cond delay="16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166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31" presetClass="entr" presetSubtype="0" fill="hold" grpId="0" nodeType="withEffect">
                                  <p:stCondLst>
                                    <p:cond delay="175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31" presetClass="entr" presetSubtype="0" fill="hold" grpId="0" nodeType="withEffect">
                                  <p:stCondLst>
                                    <p:cond delay="178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192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31" presetClass="entr" presetSubtype="0" fill="hold" grpId="0" nodeType="withEffect">
                                  <p:stCondLst>
                                    <p:cond delay="205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212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12" presetClass="entr" presetSubtype="4" fill="hold" grpId="0" nodeType="withEffect">
                                  <p:stCondLst>
                                    <p:cond delay="22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820" fill="hold" decel="1000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16" dur="820" decel="1000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31" presetClass="entr" presetSubtype="0" fill="hold" grpId="0" nodeType="withEffect">
                                  <p:stCondLst>
                                    <p:cond delay="234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" presetID="31" presetClass="entr" presetSubtype="0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31" presetClass="entr" presetSubtype="0" fill="hold" grpId="0" nodeType="withEffect">
                                  <p:stCondLst>
                                    <p:cond delay="236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31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4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251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4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31" presetClass="entr" presetSubtype="0" fill="hold" grpId="0" nodeType="withEffect">
                                  <p:stCondLst>
                                    <p:cond delay="252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4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264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31" presetClass="entr" presetSubtype="0" fill="hold" grpId="0" nodeType="withEffect">
                                  <p:stCondLst>
                                    <p:cond delay="265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31" presetClass="entr" presetSubtype="0" fill="hold" grpId="0" nodeType="withEffect">
                                  <p:stCondLst>
                                    <p:cond delay="272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31" presetClass="entr" presetSubtype="0" fill="hold" grpId="0" nodeType="withEffect">
                                  <p:stCondLst>
                                    <p:cond delay="273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275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4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31" presetClass="entr" presetSubtype="0" fill="hold" grpId="0" nodeType="withEffect">
                                  <p:stCondLst>
                                    <p:cond delay="279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4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31" presetClass="entr" presetSubtype="0" fill="hold" grpId="0" nodeType="withEffect">
                                  <p:stCondLst>
                                    <p:cond delay="292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4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31" presetClass="entr" presetSubtype="0" fill="hold" grpId="0" nodeType="withEffect">
                                  <p:stCondLst>
                                    <p:cond delay="297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4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4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4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31" presetClass="entr" presetSubtype="0" fill="hold" grpId="0" nodeType="withEffect">
                                  <p:stCondLst>
                                    <p:cond delay="311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4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9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4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31" presetClass="entr" presetSubtype="0" fill="hold" grpId="0" nodeType="withEffect">
                                  <p:stCondLst>
                                    <p:cond delay="324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2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4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9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4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31" presetClass="entr" presetSubtype="0" fill="hold" grpId="0" nodeType="withEffect">
                                  <p:stCondLst>
                                    <p:cond delay="343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4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9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4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31" presetClass="entr" presetSubtype="0" fill="hold" grpId="0" nodeType="withEffect">
                                  <p:stCondLst>
                                    <p:cond delay="353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4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9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4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3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3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3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3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3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3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3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3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3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3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3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3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5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8" presetID="31" presetClass="entr" presetSubtype="0" fill="hold" grpId="0" nodeType="withEffect">
                                  <p:stCondLst>
                                    <p:cond delay="368"/>
                                  </p:stCondLst>
                                  <p:childTnLs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0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31" presetClass="entr" presetSubtype="0" fill="hold" grpId="0" nodeType="withEffect">
                                  <p:stCondLst>
                                    <p:cond delay="37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5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371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0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31" presetClass="entr" presetSubtype="0" fill="hold" grpId="0" nodeType="withEffect">
                                  <p:stCondLst>
                                    <p:cond delay="375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5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8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0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5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0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31" presetClass="entr" presetSubtype="0" fill="hold" grpId="0" nodeType="withEffect">
                                  <p:stCondLst>
                                    <p:cond delay="392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5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394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0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3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5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31" presetClass="entr" presetSubtype="0" fill="hold" grpId="0" nodeType="withEffect">
                                  <p:stCondLst>
                                    <p:cond delay="407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0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31" presetClass="entr" presetSubtype="0" fill="hold" grpId="0" nodeType="withEffect">
                                  <p:stCondLst>
                                    <p:cond delay="414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5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8" presetID="31" presetClass="entr" presetSubtype="0" fill="hold" grpId="0" nodeType="withEffect">
                                  <p:stCondLst>
                                    <p:cond delay="416"/>
                                  </p:stCondLst>
                                  <p:childTnLs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0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10" presetClass="entr" presetSubtype="0" fill="hold" grpId="0" nodeType="withEffect">
                                  <p:stCondLst>
                                    <p:cond delay="72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5" dur="2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6" presetID="10" presetClass="entr" presetSubtype="0" fill="hold" grpId="0" nodeType="withEffect">
                                  <p:stCondLst>
                                    <p:cond delay="72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2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9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73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73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3" dur="373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373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73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7" dur="373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373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73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" dur="373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73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73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373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73" fill="hold"/>
                                        <p:tgtEl>
                                          <p:spTgt spid="5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73" fill="hold"/>
                                        <p:tgtEl>
                                          <p:spTgt spid="5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373" fill="hold"/>
                                        <p:tgtEl>
                                          <p:spTgt spid="5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73" fill="hold"/>
                                        <p:tgtEl>
                                          <p:spTgt spid="5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73" fill="hold"/>
                                        <p:tgtEl>
                                          <p:spTgt spid="5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373" fill="hold"/>
                                        <p:tgtEl>
                                          <p:spTgt spid="5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73" fill="hold"/>
                                        <p:tgtEl>
                                          <p:spTgt spid="5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73" fill="hold"/>
                                        <p:tgtEl>
                                          <p:spTgt spid="5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73" fill="hold"/>
                                        <p:tgtEl>
                                          <p:spTgt spid="5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73" fill="hold"/>
                                        <p:tgtEl>
                                          <p:spTgt spid="5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73" fill="hold"/>
                                        <p:tgtEl>
                                          <p:spTgt spid="5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0" fill="hold">
                      <p:stCondLst>
                        <p:cond delay="indefinite"/>
                      </p:stCondLst>
                      <p:childTnLst>
                        <p:par>
                          <p:cTn id="601" fill="hold">
                            <p:stCondLst>
                              <p:cond delay="0"/>
                            </p:stCondLst>
                            <p:childTnLst>
                              <p:par>
                                <p:cTn id="6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4" dur="4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5" dur="88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7"/>
                                          </p:val>
                                        </p:tav>
                                        <p:tav tm="3774">
                                          <p:val>
                                            <p:strVal val="#ppt_x+0.03225"/>
                                          </p:val>
                                        </p:tav>
                                        <p:tav tm="7547">
                                          <p:val>
                                            <p:strVal val="#ppt_x+0.02456"/>
                                          </p:val>
                                        </p:tav>
                                        <p:tav tm="11321">
                                          <p:val>
                                            <p:strVal val="#ppt_x+0.01857"/>
                                          </p:val>
                                        </p:tav>
                                        <p:tav tm="15094">
                                          <p:val>
                                            <p:strVal val="#ppt_x+0.01403"/>
                                          </p:val>
                                        </p:tav>
                                        <p:tav tm="18868">
                                          <p:val>
                                            <p:strVal val="#ppt_x+0.01062"/>
                                          </p:val>
                                        </p:tav>
                                        <p:tav tm="22642">
                                          <p:val>
                                            <p:strVal val="#ppt_x+0.00806"/>
                                          </p:val>
                                        </p:tav>
                                        <p:tav tm="26415">
                                          <p:val>
                                            <p:strVal val="#ppt_x+0.00612"/>
                                          </p:val>
                                        </p:tav>
                                        <p:tav tm="30189">
                                          <p:val>
                                            <p:strVal val="#ppt_x+0.00465"/>
                                          </p:val>
                                        </p:tav>
                                        <p:tav tm="37736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4905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7925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811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8" dur="3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9" dur="101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7"/>
                                          </p:val>
                                        </p:tav>
                                        <p:tav tm="3289">
                                          <p:val>
                                            <p:strVal val="#ppt_x+0.03225"/>
                                          </p:val>
                                        </p:tav>
                                        <p:tav tm="6579">
                                          <p:val>
                                            <p:strVal val="#ppt_x+0.02456"/>
                                          </p:val>
                                        </p:tav>
                                        <p:tav tm="9868">
                                          <p:val>
                                            <p:strVal val="#ppt_x+0.01857"/>
                                          </p:val>
                                        </p:tav>
                                        <p:tav tm="13158">
                                          <p:val>
                                            <p:strVal val="#ppt_x+0.01403"/>
                                          </p:val>
                                        </p:tav>
                                        <p:tav tm="16447">
                                          <p:val>
                                            <p:strVal val="#ppt_x+0.01062"/>
                                          </p:val>
                                        </p:tav>
                                        <p:tav tm="19737">
                                          <p:val>
                                            <p:strVal val="#ppt_x+0.00806"/>
                                          </p:val>
                                        </p:tav>
                                        <p:tav tm="26316">
                                          <p:val>
                                            <p:strVal val="#ppt_x+0.00465"/>
                                          </p:val>
                                        </p:tav>
                                        <p:tav tm="36184">
                                          <p:val>
                                            <p:strVal val="#ppt_x+0.00199"/>
                                          </p:val>
                                        </p:tav>
                                        <p:tav tm="49342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65789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868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101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36184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46053">
                                          <p:val>
                                            <p:strVal val="#ppt_y+0.00613"/>
                                          </p:val>
                                        </p:tav>
                                        <p:tav tm="49342">
                                          <p:val>
                                            <p:strVal val="#ppt_y+0.00413"/>
                                          </p:val>
                                        </p:tav>
                                        <p:tav tm="55921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69079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68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4" dur="119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7"/>
                                          </p:val>
                                        </p:tav>
                                        <p:tav tm="2793">
                                          <p:val>
                                            <p:strVal val="#ppt_x+0.03225"/>
                                          </p:val>
                                        </p:tav>
                                        <p:tav tm="5587">
                                          <p:val>
                                            <p:strVal val="#ppt_x+0.02456"/>
                                          </p:val>
                                        </p:tav>
                                        <p:tav tm="8380">
                                          <p:val>
                                            <p:strVal val="#ppt_x+0.01857"/>
                                          </p:val>
                                        </p:tav>
                                        <p:tav tm="11173">
                                          <p:val>
                                            <p:strVal val="#ppt_x+0.01403"/>
                                          </p:val>
                                        </p:tav>
                                        <p:tav tm="13966">
                                          <p:val>
                                            <p:strVal val="#ppt_x+0.01062"/>
                                          </p:val>
                                        </p:tav>
                                        <p:tav tm="16760">
                                          <p:val>
                                            <p:strVal val="#ppt_x+0.00806"/>
                                          </p:val>
                                        </p:tav>
                                        <p:tav tm="22346">
                                          <p:val>
                                            <p:strVal val="#ppt_x+0.00465"/>
                                          </p:val>
                                        </p:tav>
                                        <p:tav tm="30726">
                                          <p:val>
                                            <p:strVal val="#ppt_x+0.00199"/>
                                          </p:val>
                                        </p:tav>
                                        <p:tav tm="41899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58659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9776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119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44693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47486">
                                          <p:val>
                                            <p:strVal val="#ppt_y+0.01036"/>
                                          </p:val>
                                        </p:tav>
                                        <p:tav tm="53073">
                                          <p:val>
                                            <p:strVal val="#ppt_y+0.00479"/>
                                          </p:val>
                                        </p:tav>
                                        <p:tav tm="61453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72626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9776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8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9" dur="138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45783">
                                          <p:val>
                                            <p:strVal val="#ppt_w*0.3"/>
                                          </p:val>
                                        </p:tav>
                                        <p:tav tm="48193">
                                          <p:val>
                                            <p:strVal val="#ppt_w*0.39939"/>
                                          </p:val>
                                        </p:tav>
                                        <p:tav tm="50602">
                                          <p:val>
                                            <p:strVal val="#ppt_w*0.56653"/>
                                          </p:val>
                                        </p:tav>
                                        <p:tav tm="53012">
                                          <p:val>
                                            <p:strVal val="#ppt_w*0.69114"/>
                                          </p:val>
                                        </p:tav>
                                        <p:tav tm="55422">
                                          <p:val>
                                            <p:strVal val="#ppt_w*0.78022"/>
                                          </p:val>
                                        </p:tav>
                                        <p:tav tm="57831">
                                          <p:val>
                                            <p:strVal val="#ppt_w*0.84312"/>
                                          </p:val>
                                        </p:tav>
                                        <p:tav tm="60241">
                                          <p:val>
                                            <p:strVal val="#ppt_w*0.88771"/>
                                          </p:val>
                                        </p:tav>
                                        <p:tav tm="62651">
                                          <p:val>
                                            <p:strVal val="#ppt_w*0.91959"/>
                                          </p:val>
                                        </p:tav>
                                        <p:tav tm="65060">
                                          <p:val>
                                            <p:strVal val="#ppt_w*0.94258"/>
                                          </p:val>
                                        </p:tav>
                                        <p:tav tm="67470">
                                          <p:val>
                                            <p:strVal val="#ppt_w*0.95927"/>
                                          </p:val>
                                        </p:tav>
                                        <p:tav tm="69880">
                                          <p:val>
                                            <p:strVal val="#ppt_w*0.97142"/>
                                          </p:val>
                                        </p:tav>
                                        <p:tav tm="74699">
                                          <p:val>
                                            <p:strVal val="#ppt_w*0.98663"/>
                                          </p:val>
                                        </p:tav>
                                        <p:tav tm="79518">
                                          <p:val>
                                            <p:strVal val="#ppt_w*0.99442"/>
                                          </p:val>
                                        </p:tav>
                                        <p:tav tm="84337">
                                          <p:val>
                                            <p:strVal val="#ppt_w*0.9981"/>
                                          </p:val>
                                        </p:tav>
                                        <p:tav tm="9879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22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23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4" dur="468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189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189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986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6404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569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598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3015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201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588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051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619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986"/>
                                          </p:val>
                                        </p:tav>
                                        <p:tav tm="91103">
                                          <p:val>
                                            <p:strVal val="#ppt_x+0.06404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4916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598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30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3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" dur="468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85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858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4788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4157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739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0405"/>
                                          </p:val>
                                        </p:tav>
                                        <p:tav tm="74733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33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4788"/>
                                          </p:val>
                                        </p:tav>
                                        <p:tav tm="88256">
                                          <p:val>
                                            <p:strVal val="#ppt_y+0.03981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2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" dur="468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68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468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31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32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3" dur="46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283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283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079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6467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612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63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304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2025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599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058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623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079"/>
                                          </p:val>
                                        </p:tav>
                                        <p:tav tm="91103">
                                          <p:val>
                                            <p:strVal val="#ppt_x+0.06467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4963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6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3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" dur="46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83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834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476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4274"/>
                                          </p:val>
                                        </p:tav>
                                        <p:tav tm="61922">
                                          <p:val>
                                            <p:strVal val="#ppt_y+0.01828"/>
                                          </p:val>
                                        </p:tav>
                                        <p:tav tm="66904">
                                          <p:val>
                                            <p:strVal val="#ppt_y+0.00893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452"/>
                                          </p:val>
                                        </p:tav>
                                        <p:tav tm="74733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476"/>
                                          </p:val>
                                        </p:tav>
                                        <p:tav tm="88256">
                                          <p:val>
                                            <p:strVal val="#ppt_y+0.03914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19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46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46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46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40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41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2" dur="468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167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167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952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595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5434"/>
                                          </p:val>
                                        </p:tav>
                                        <p:tav tm="59786">
                                          <p:val>
                                            <p:strVal val="#ppt_x+0.04712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3722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3129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2592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891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49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0983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952"/>
                                          </p:val>
                                        </p:tav>
                                        <p:tav tm="89680">
                                          <p:val>
                                            <p:strVal val="#ppt_x+0.06998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5067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4039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419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8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468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005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005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933"/>
                                          </p:val>
                                        </p:tav>
                                        <p:tav tm="61922">
                                          <p:val>
                                            <p:strVal val="#ppt_y+0.01552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0695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74733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933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9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468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468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468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49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50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1" dur="46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638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638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429"/>
                                          </p:val>
                                        </p:tav>
                                        <p:tav tm="54804">
                                          <p:val>
                                            <p:strVal val="#ppt_x+0.07042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5574"/>
                                          </p:val>
                                        </p:tav>
                                        <p:tav tm="59786">
                                          <p:val>
                                            <p:strVal val="#ppt_x+0.04547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3616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3054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2541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865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475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0978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65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429"/>
                                          </p:val>
                                        </p:tav>
                                        <p:tav tm="88968">
                                          <p:val>
                                            <p:strVal val="#ppt_x+0.07042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879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915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3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46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7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574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4328"/>
                                          </p:val>
                                        </p:tav>
                                        <p:tav tm="55516">
                                          <p:val>
                                            <p:strVal val="#ppt_y+0.03718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665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76157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79715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4527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3575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21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46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" dur="46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46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58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59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0" dur="468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913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913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704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885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5384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35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42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865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909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508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0998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589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91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704"/>
                                          </p:val>
                                        </p:tav>
                                        <p:tav tm="88968">
                                          <p:val>
                                            <p:strVal val="#ppt_x+0.07272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5029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4028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42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8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68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05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505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4198"/>
                                          </p:val>
                                        </p:tav>
                                        <p:tav tm="55516">
                                          <p:val>
                                            <p:strVal val="#ppt_y+0.0349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629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0777"/>
                                          </p:val>
                                        </p:tav>
                                        <p:tav tm="71886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79715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4446"/>
                                          </p:val>
                                        </p:tav>
                                        <p:tav tm="89680">
                                          <p:val>
                                            <p:strVal val="#ppt_y+0.0349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" dur="468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68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468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67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68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9" dur="468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998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998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783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855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5692"/>
                                          </p:val>
                                        </p:tav>
                                        <p:tav tm="59786">
                                          <p:val>
                                            <p:strVal val="#ppt_x+0.04616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3648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3068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2543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857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464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0966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569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783"/>
                                          </p:val>
                                        </p:tav>
                                        <p:tav tm="89680">
                                          <p:val>
                                            <p:strVal val="#ppt_x+0.06855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963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957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35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7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" dur="468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9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993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928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878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525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0671"/>
                                          </p:val>
                                        </p:tav>
                                        <p:tav tm="71886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928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2878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16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468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468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468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76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77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8" dur="468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589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589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365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8051"/>
                                          </p:val>
                                        </p:tav>
                                        <p:tav tm="54804">
                                          <p:val>
                                            <p:strVal val="#ppt_x+0.06809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5661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605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659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093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581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909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524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3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37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365"/>
                                          </p:val>
                                        </p:tav>
                                        <p:tav tm="86833">
                                          <p:val>
                                            <p:strVal val="#ppt_x+0.08051"/>
                                          </p:val>
                                        </p:tav>
                                        <p:tav tm="88968">
                                          <p:val>
                                            <p:strVal val="#ppt_x+0.06809"/>
                                          </p:val>
                                        </p:tav>
                                        <p:tav tm="92527">
                                          <p:val>
                                            <p:strVal val="#ppt_x+0.04945"/>
                                          </p:val>
                                        </p:tav>
                                        <p:tav tm="94662">
                                          <p:val>
                                            <p:strVal val="#ppt_x+0.03961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3369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5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468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96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496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766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355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447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27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468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468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" dur="468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85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86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7" dur="468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602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602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381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808"/>
                                          </p:val>
                                        </p:tav>
                                        <p:tav tm="54804">
                                          <p:val>
                                            <p:strVal val="#ppt_x+0.0685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5708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651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701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132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615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936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546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48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47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381"/>
                                          </p:val>
                                        </p:tav>
                                        <p:tav tm="86833">
                                          <p:val>
                                            <p:strVal val="#ppt_x+0.0808"/>
                                          </p:val>
                                        </p:tav>
                                        <p:tav tm="88968">
                                          <p:val>
                                            <p:strVal val="#ppt_x+0.0685"/>
                                          </p:val>
                                        </p:tav>
                                        <p:tav tm="92527">
                                          <p:val>
                                            <p:strVal val="#ppt_x+0.04992"/>
                                          </p:val>
                                        </p:tav>
                                        <p:tav tm="94662">
                                          <p:val>
                                            <p:strVal val="#ppt_x+0.04005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34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6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468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6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663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887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4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588"/>
                                          </p:val>
                                        </p:tav>
                                        <p:tav tm="76157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614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2887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17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" dur="468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468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468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94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695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6" dur="46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957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957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734"/>
                                          </p:val>
                                        </p:tav>
                                        <p:tav tm="53381">
                                          <p:val>
                                            <p:strVal val="#ppt_x+0.07976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718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5545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819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825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23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691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986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7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59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734"/>
                                          </p:val>
                                        </p:tav>
                                        <p:tav tm="87544">
                                          <p:val>
                                            <p:strVal val="#ppt_x+0.07976"/>
                                          </p:val>
                                        </p:tav>
                                        <p:tav tm="89680">
                                          <p:val>
                                            <p:strVal val="#ppt_x+0.06718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5545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819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825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2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6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" dur="46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7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47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497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0608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405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2497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14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6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46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46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03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04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5" dur="468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781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781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546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8159"/>
                                          </p:val>
                                        </p:tav>
                                        <p:tav tm="54804">
                                          <p:val>
                                            <p:strVal val="#ppt_x+0.06836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011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4884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3879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3281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2742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2039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098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03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546"/>
                                          </p:val>
                                        </p:tav>
                                        <p:tav tm="86833">
                                          <p:val>
                                            <p:strVal val="#ppt_x+0.08159"/>
                                          </p:val>
                                        </p:tav>
                                        <p:tav tm="88968">
                                          <p:val>
                                            <p:strVal val="#ppt_x+0.06836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011"/>
                                          </p:val>
                                        </p:tav>
                                        <p:tav tm="92527">
                                          <p:val>
                                            <p:strVal val="#ppt_x+0.04884"/>
                                          </p:val>
                                        </p:tav>
                                        <p:tav tm="94662">
                                          <p:val>
                                            <p:strVal val="#ppt_x+0.03879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328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4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19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468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8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684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2241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002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0991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432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2624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2241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2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468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468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" dur="468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12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13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4" dur="468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805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805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575"/>
                                          </p:val>
                                        </p:tav>
                                        <p:tav tm="53381">
                                          <p:val>
                                            <p:strVal val="#ppt_x+0.0777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497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5708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619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65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07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556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882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498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11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22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16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575"/>
                                          </p:val>
                                        </p:tav>
                                        <p:tav tm="88968">
                                          <p:val>
                                            <p:strVal val="#ppt_x+0.06911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095"/>
                                          </p:val>
                                        </p:tav>
                                        <p:tav tm="92527">
                                          <p:val>
                                            <p:strVal val="#ppt_x+0.04969"/>
                                          </p:val>
                                        </p:tav>
                                        <p:tav tm="94662">
                                          <p:val>
                                            <p:strVal val="#ppt_x+0.03959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335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5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19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468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8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988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224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0522"/>
                                          </p:val>
                                        </p:tav>
                                        <p:tav tm="76157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2928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2224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14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468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" dur="468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468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21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22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23" dur="468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986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9986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0976"/>
                                          </p:val>
                                        </p:tav>
                                        <p:tav tm="53381">
                                          <p:val>
                                            <p:strVal val="#ppt_x+0.07972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692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5891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779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784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19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654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955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557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51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46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31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976"/>
                                          </p:val>
                                        </p:tav>
                                        <p:tav tm="87544">
                                          <p:val>
                                            <p:strVal val="#ppt_x+0.07972"/>
                                          </p:val>
                                        </p:tav>
                                        <p:tav tm="89680">
                                          <p:val>
                                            <p:strVal val="#ppt_x+0.06692"/>
                                          </p:val>
                                        </p:tav>
                                        <p:tav tm="91103">
                                          <p:val>
                                            <p:strVal val="#ppt_x+0.05891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779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784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19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6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468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15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215"/>
                                          </p:val>
                                        </p:tav>
                                        <p:tav tm="56228">
                                          <p:val>
                                            <p:strVal val="#ppt_y+0.02279"/>
                                          </p:val>
                                        </p:tav>
                                        <p:tav tm="61922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148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1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5" dur="468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6" dur="468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468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30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31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2" dur="468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373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373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142"/>
                                          </p:val>
                                        </p:tav>
                                        <p:tav tm="54093">
                                          <p:val>
                                            <p:strVal val="#ppt_x+0.07823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487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904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863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24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69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972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564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5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44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29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142"/>
                                          </p:val>
                                        </p:tav>
                                        <p:tav tm="88256">
                                          <p:val>
                                            <p:strVal val="#ppt_x+0.07823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487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904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863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24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3" dur="468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4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744"/>
                                          </p:val>
                                        </p:tav>
                                        <p:tav tm="54093">
                                          <p:val>
                                            <p:strVal val="#ppt_y+0.01942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318"/>
                                          </p:val>
                                        </p:tav>
                                        <p:tav tm="64769">
                                          <p:val>
                                            <p:strVal val="#ppt_y+0.0061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2658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2063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1318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08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4" dur="468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468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468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39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40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1" dur="468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259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259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027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833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5994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842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816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207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66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1951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549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4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39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027"/>
                                          </p:val>
                                        </p:tav>
                                        <p:tav tm="89680">
                                          <p:val>
                                            <p:strVal val="#ppt_x+0.06833"/>
                                          </p:val>
                                        </p:tav>
                                        <p:tav tm="91103">
                                          <p:val>
                                            <p:strVal val="#ppt_x+0.05994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842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816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207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2" dur="468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2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772"/>
                                          </p:val>
                                        </p:tav>
                                        <p:tav tm="54093">
                                          <p:val>
                                            <p:strVal val="#ppt_y+0.02023"/>
                                          </p:val>
                                        </p:tav>
                                        <p:tav tm="59075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65480">
                                          <p:val>
                                            <p:strVal val="#ppt_y+0.00617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1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2692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2136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468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468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468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48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49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50" dur="468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299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299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073"/>
                                          </p:val>
                                        </p:tav>
                                        <p:tav tm="55516">
                                          <p:val>
                                            <p:strVal val="#ppt_x+0.06938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6104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4949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3913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29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738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2013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6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078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62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073"/>
                                          </p:val>
                                        </p:tav>
                                        <p:tav tm="89680">
                                          <p:val>
                                            <p:strVal val="#ppt_x+0.06938"/>
                                          </p:val>
                                        </p:tav>
                                        <p:tav tm="91103">
                                          <p:val>
                                            <p:strVal val="#ppt_x+0.06104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4949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3913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29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7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468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36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136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1396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062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291"/>
                                          </p:val>
                                        </p:tav>
                                        <p:tav tm="74733">
                                          <p:val>
                                            <p:strVal val="#ppt_y+0.00079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056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2468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468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468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4" dur="468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57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58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59" dur="468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71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71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491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933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5693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557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548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952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943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526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002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588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491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933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5302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4206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548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9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468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0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604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508"/>
                                          </p:val>
                                        </p:tav>
                                        <p:tav tm="54093">
                                          <p:val>
                                            <p:strVal val="#ppt_y+0.02575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632"/>
                                          </p:val>
                                        </p:tav>
                                        <p:tav tm="61210">
                                          <p:val>
                                            <p:strVal val="#ppt_y+0.01128"/>
                                          </p:val>
                                        </p:tav>
                                        <p:tav tm="64769">
                                          <p:val>
                                            <p:strVal val="#ppt_y+0.00671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508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2405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1494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09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468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468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468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66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67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8" dur="468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604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604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383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814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5586"/>
                                          </p:val>
                                        </p:tav>
                                        <p:tav tm="59786">
                                          <p:val>
                                            <p:strVal val="#ppt_x+0.04825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3788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3172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2124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688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137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98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56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1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383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814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5199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4119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47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8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9" dur="468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43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338"/>
                                          </p:val>
                                        </p:tav>
                                        <p:tav tm="54093">
                                          <p:val>
                                            <p:strVal val="#ppt_y+0.02465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595"/>
                                          </p:val>
                                        </p:tav>
                                        <p:tav tm="61210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64769">
                                          <p:val>
                                            <p:strVal val="#ppt_y+0.00679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0328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338"/>
                                          </p:val>
                                        </p:tav>
                                        <p:tav tm="88256">
                                          <p:val>
                                            <p:strVal val="#ppt_y+0.02465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1465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09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0" dur="468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468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468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75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76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77" dur="468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384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384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164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673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5477"/>
                                          </p:val>
                                        </p:tav>
                                        <p:tav tm="59786">
                                          <p:val>
                                            <p:strVal val="#ppt_x+0.04736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3725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3123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2097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1669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1126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0692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164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673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51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4048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417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8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468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579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579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496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1582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121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362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496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468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468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468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84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85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86" dur="468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674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674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471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6326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79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76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3145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2088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646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086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639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314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471"/>
                                          </p:val>
                                        </p:tav>
                                        <p:tav tm="91103">
                                          <p:val>
                                            <p:strVal val="#ppt_x+0.06733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5158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76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31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4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468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73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733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4454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2015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65480">
                                          <p:val>
                                            <p:strVal val="#ppt_y+0.00898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4643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2015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68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9" dur="468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468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93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794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95" dur="468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628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628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416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6568"/>
                                          </p:val>
                                        </p:tav>
                                        <p:tav tm="59075">
                                          <p:val>
                                            <p:strVal val="#ppt_x+0.05375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635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3023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999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574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036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609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9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416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985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4999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62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3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3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468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14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4144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4053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1722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185"/>
                                          </p:val>
                                        </p:tav>
                                        <p:tav tm="65480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4053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1722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118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7" dur="468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468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468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02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9"/>
                                      </p:to>
                                    </p:set>
                                    <p:animEffect filter="image" prLst="opacity: 0.29">
                                      <p:cBhvr rctx="IE">
                                        <p:cTn id="803" dur="2250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04" dur="468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413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10413"/>
                                          </p:val>
                                        </p:tav>
                                        <p:tav tm="50534">
                                          <p:val>
                                            <p:strVal val="#ppt_x+0.10198"/>
                                          </p:val>
                                        </p:tav>
                                        <p:tav tm="56228">
                                          <p:val>
                                            <p:strVal val="#ppt_x+0.06774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5578"/>
                                          </p:val>
                                        </p:tav>
                                        <p:tav tm="60498">
                                          <p:val>
                                            <p:strVal val="#ppt_x+0.04481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350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292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1931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152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001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0588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10198"/>
                                          </p:val>
                                        </p:tav>
                                        <p:tav tm="90391">
                                          <p:val>
                                            <p:strVal val="#ppt_x+0.06774"/>
                                          </p:val>
                                        </p:tav>
                                        <p:tav tm="93238">
                                          <p:val>
                                            <p:strVal val="#ppt_x+0.05201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414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350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2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5" dur="468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4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3943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86"/>
                                          </p:val>
                                        </p:tav>
                                        <p:tav tm="60498">
                                          <p:val>
                                            <p:strVal val="#ppt_y+0.01623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0745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386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1763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12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468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w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w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w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w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468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15914"/>
                                          </p:val>
                                        </p:tav>
                                        <p:tav tm="50534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56228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59786">
                                          <p:val>
                                            <p:strVal val="#ppt_h*0.69323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75796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81459"/>
                                          </p:val>
                                        </p:tav>
                                        <p:tav tm="68327">
                                          <p:val>
                                            <p:strVal val="#ppt_h*0.9033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93625"/>
                                          </p:val>
                                        </p:tav>
                                        <p:tav tm="73310">
                                          <p:val>
                                            <p:strVal val="#ppt_h*0.96991"/>
                                          </p:val>
                                        </p:tav>
                                        <p:tav tm="78292">
                                          <p:val>
                                            <p:strVal val="#ppt_h*1.00544"/>
                                          </p:val>
                                        </p:tav>
                                        <p:tav tm="83986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1837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0.56731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64593"/>
                                          </p:val>
                                        </p:tav>
                                        <p:tav tm="95374">
                                          <p:val>
                                            <p:strVal val="#ppt_h*0.73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79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468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0.18"/>
                                          </p:val>
                                        </p:tav>
                                        <p:tav tm="49822">
                                          <p:val>
                                            <p:fltVal val="110.18"/>
                                          </p:val>
                                        </p:tav>
                                        <p:tav tm="50534">
                                          <p:val>
                                            <p:fltVal val="107.5"/>
                                          </p:val>
                                        </p:tav>
                                        <p:tav tm="54804">
                                          <p:val>
                                            <p:fltVal val="75.86"/>
                                          </p:val>
                                        </p:tav>
                                        <p:tav tm="56228">
                                          <p:val>
                                            <p:fltVal val="65.79"/>
                                          </p:val>
                                        </p:tav>
                                        <p:tav tm="56940">
                                          <p:val>
                                            <p:fltVal val="61.7"/>
                                          </p:val>
                                        </p:tav>
                                        <p:tav tm="59075">
                                          <p:val>
                                            <p:fltVal val="50.37"/>
                                          </p:val>
                                        </p:tav>
                                        <p:tav tm="61210">
                                          <p:val>
                                            <p:fltVal val="40.1"/>
                                          </p:val>
                                        </p:tav>
                                        <p:tav tm="63345">
                                          <p:val>
                                            <p:fltVal val="31.04"/>
                                          </p:val>
                                        </p:tav>
                                        <p:tav tm="65480">
                                          <p:val>
                                            <p:fltVal val="23.24"/>
                                          </p:val>
                                        </p:tav>
                                        <p:tav tm="67616">
                                          <p:val>
                                            <p:fltVal val="16.68"/>
                                          </p:val>
                                        </p:tav>
                                        <p:tav tm="69751">
                                          <p:val>
                                            <p:fltVal val="11.29"/>
                                          </p:val>
                                        </p:tav>
                                        <p:tav tm="71886">
                                          <p:val>
                                            <p:fltVal val="6.95"/>
                                          </p:val>
                                        </p:tav>
                                        <p:tav tm="74021">
                                          <p:val>
                                            <p:fltVal val="3.56"/>
                                          </p:val>
                                        </p:tav>
                                        <p:tav tm="76157">
                                          <p:val>
                                            <p:fltVal val="1"/>
                                          </p:val>
                                        </p:tav>
                                        <p:tav tm="79004">
                                          <p:val>
                                            <p:fltVal val="-1.29"/>
                                          </p:val>
                                        </p:tav>
                                        <p:tav tm="81139">
                                          <p:val>
                                            <p:fltVal val="-2.29"/>
                                          </p:val>
                                        </p:tav>
                                        <p:tav tm="83986">
                                          <p:val>
                                            <p:fltVal val="-2.81"/>
                                          </p:val>
                                        </p:tav>
                                        <p:tav tm="84698">
                                          <p:val>
                                            <p:fltVal val="107.5"/>
                                          </p:val>
                                        </p:tav>
                                        <p:tav tm="88968">
                                          <p:val>
                                            <p:fltVal val="75.86"/>
                                          </p:val>
                                        </p:tav>
                                        <p:tav tm="90391">
                                          <p:val>
                                            <p:fltVal val="65.79"/>
                                          </p:val>
                                        </p:tav>
                                        <p:tav tm="91103">
                                          <p:val>
                                            <p:fltVal val="61.7"/>
                                          </p:val>
                                        </p:tav>
                                        <p:tav tm="93238">
                                          <p:val>
                                            <p:fltVal val="50.37"/>
                                          </p:val>
                                        </p:tav>
                                        <p:tav tm="95374">
                                          <p:val>
                                            <p:fltVal val="40.1"/>
                                          </p:val>
                                        </p:tav>
                                        <p:tav tm="97509">
                                          <p:val>
                                            <p:fltVal val="31.04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11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12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3" dur="468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278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278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8912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5304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802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472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352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54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78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929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147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292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402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912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60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3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4" dur="468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61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3461"/>
                                          </p:val>
                                        </p:tav>
                                        <p:tav tm="60498">
                                          <p:val>
                                            <p:strVal val="#ppt_y+0.02839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86121">
                                          <p:val>
                                            <p:strVal val="#ppt_y-0.00365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405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3364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28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6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468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468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7" dur="468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20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21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2" dur="468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347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347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898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5346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83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488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36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56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79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932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15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296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405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981"/>
                                          </p:val>
                                        </p:tav>
                                        <p:tav tm="97509">
                                          <p:val>
                                            <p:strVal val="#ppt_x+0.057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468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44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3444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2941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7188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85409">
                                          <p:val>
                                            <p:strVal val="#ppt_y-0.00325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373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3341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2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468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468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468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29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30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31" dur="468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213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213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5868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4309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3252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261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499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027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47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853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052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184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84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826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58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468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5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65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0971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1"/>
                                          </p:val>
                                        </p:tav>
                                        <p:tav tm="86833">
                                          <p:val>
                                            <p:strVal val="#ppt_y-0.00336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5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2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468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4" dur="468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468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38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39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0" dur="468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724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724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636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4888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3838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874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287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258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25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55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878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08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225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33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35"/>
                                          </p:val>
                                        </p:tav>
                                        <p:tav tm="95374">
                                          <p:val>
                                            <p:strVal val="#ppt_x+0.063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468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79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3279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3013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2608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992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81139">
                                          <p:val>
                                            <p:strVal val="#ppt_y-0.00335"/>
                                          </p:val>
                                        </p:tav>
                                        <p:tav tm="88256">
                                          <p:val>
                                            <p:strVal val="#ppt_y-0.0061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631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3226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27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468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468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468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47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48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9" dur="468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96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96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6177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3945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948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342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283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32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6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887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09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342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585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61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0" dur="468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2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322"/>
                                          </p:val>
                                        </p:tav>
                                        <p:tav tm="61210">
                                          <p:val>
                                            <p:strVal val="#ppt_y+0.02647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108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80427">
                                          <p:val>
                                            <p:strVal val="#ppt_y-0.00239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496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3147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25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468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468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3" dur="468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56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57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8" dur="468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01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01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6113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4201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3175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2553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469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008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12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43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04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172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72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622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611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9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468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83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683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942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286"/>
                                          </p:val>
                                        </p:tav>
                                        <p:tav tm="80427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601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19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4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0" dur="468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1" dur="468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2" dur="468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65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66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7" dur="468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625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625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6109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242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247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645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093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36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0934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383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78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096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224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6928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5716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5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7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8" dur="468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23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323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856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524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83274">
                                          <p:val>
                                            <p:strVal val="#ppt_y-0.00423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594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271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19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4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9" dur="468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468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468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74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75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76" dur="468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635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635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6142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28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282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676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119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379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0947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388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24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114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09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238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6954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575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6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7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7" dur="468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944"/>
                                          </p:val>
                                        </p:tav>
                                        <p:tav tm="71886">
                                          <p:val>
                                            <p:strVal val="#ppt_y+0.00636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83274">
                                          <p:val>
                                            <p:strVal val="#ppt_y-0.00429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595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601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403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20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468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468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0" dur="468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83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84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5" dur="468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975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975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5995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439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39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755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65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179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71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723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078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166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07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575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599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8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6" dur="468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38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238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539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702"/>
                                          </p:val>
                                        </p:tav>
                                        <p:tav tm="74733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81139">
                                          <p:val>
                                            <p:strVal val="#ppt_y-0.00225"/>
                                          </p:val>
                                        </p:tav>
                                        <p:tav tm="88256">
                                          <p:val>
                                            <p:strVal val="#ppt_y-0.00419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1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468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468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9" dur="468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92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893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4" dur="468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756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756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6073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4477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3431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2805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727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271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685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353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393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0963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078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333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6951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565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4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5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5" dur="468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39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1439"/>
                                          </p:val>
                                        </p:tav>
                                        <p:tav tm="59786">
                                          <p:val>
                                            <p:strVal val="#ppt_y+0.0121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79715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84698">
                                          <p:val>
                                            <p:strVal val="#ppt_y-0.00371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121"/>
                                          </p:val>
                                        </p:tav>
                                        <p:tav tm="97509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9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6" dur="468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468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8" dur="468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01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02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3" dur="468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785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785"/>
                                          </p:val>
                                        </p:tav>
                                        <p:tav tm="61210">
                                          <p:val>
                                            <p:strVal val="#ppt_x+0.06164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5348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221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207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6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551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107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36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678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011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132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373"/>
                                          </p:val>
                                        </p:tav>
                                        <p:tav tm="93950">
                                          <p:val>
                                            <p:strVal val="#ppt_x+0.07024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57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5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6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4" dur="468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11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1811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367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4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365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741"/>
                                          </p:val>
                                        </p:tav>
                                        <p:tav tm="97509">
                                          <p:val>
                                            <p:strVal val="#ppt_y+0.013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5" dur="468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6" dur="468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468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10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11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12" dur="468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977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8977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5936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368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323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694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606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146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69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901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04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125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165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569"/>
                                          </p:val>
                                        </p:tav>
                                        <p:tav tm="96085">
                                          <p:val>
                                            <p:strVal val="#ppt_x+0.05936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7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8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468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616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81851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88256">
                                          <p:val>
                                            <p:strVal val="#ppt_y-0.00392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8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4" dur="468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468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6" dur="468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19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20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1" dur="468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31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31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8893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6126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5262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465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3039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2419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186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366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0732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377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0818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0971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091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129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893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5687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8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2" dur="468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68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1468"/>
                                          </p:val>
                                        </p:tav>
                                        <p:tav tm="61210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86833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352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9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468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4" dur="468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5" dur="468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28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29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0" dur="468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207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207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8789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6044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5193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407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331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689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59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13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43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677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005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124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789"/>
                                          </p:val>
                                        </p:tav>
                                        <p:tav tm="94662">
                                          <p:val>
                                            <p:strVal val="#ppt_x+0.06939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561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7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8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468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94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1494"/>
                                          </p:val>
                                        </p:tav>
                                        <p:tav tm="61210">
                                          <p:val>
                                            <p:strVal val="#ppt_y+0.0096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328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387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1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2" dur="468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468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4" dur="468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37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38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9" dur="468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262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262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8854"/>
                                          </p:val>
                                        </p:tav>
                                        <p:tav tm="61922">
                                          <p:val>
                                            <p:strVal val="#ppt_x+0.06163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4527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438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783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653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177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67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2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70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913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139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179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854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5734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49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9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0" dur="468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59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1859"/>
                                          </p:val>
                                        </p:tav>
                                        <p:tav tm="61210">
                                          <p:val>
                                            <p:strVal val="#ppt_y+0.01258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387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86833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75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1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1" dur="468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2" dur="468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468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46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47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48" dur="468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706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706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9311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5714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4478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3354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268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2069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521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612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761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979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128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219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61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9311"/>
                                          </p:val>
                                        </p:tav>
                                        <p:tav tm="97509">
                                          <p:val>
                                            <p:strVal val="#ppt_x+0.057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2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9" dur="468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18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18"/>
                                          </p:val>
                                        </p:tav>
                                        <p:tav tm="62633">
                                          <p:val>
                                            <p:strVal val="#ppt_y+0.01066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0587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0331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037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11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0" dur="468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468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468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55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56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57" dur="468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551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551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9151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6004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436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927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301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738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237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95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742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954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101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3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9151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6004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51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8" dur="468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54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054"/>
                                          </p:val>
                                        </p:tav>
                                        <p:tav tm="61922">
                                          <p:val>
                                            <p:strVal val="#ppt_y+0.01169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0635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333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0391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923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12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468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468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468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64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65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66" dur="468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376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376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8978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59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4297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2895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1725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23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594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78292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074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0958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1106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1195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37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8978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468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08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208"/>
                                          </p:val>
                                        </p:tav>
                                        <p:tav tm="64769">
                                          <p:val>
                                            <p:strVal val="#ppt_y+0.01022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85409">
                                          <p:val>
                                            <p:strVal val="#ppt_y-0.0022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092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468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9" dur="468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0" dur="468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73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74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75" dur="468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69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69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8911"/>
                                          </p:val>
                                        </p:tav>
                                        <p:tav tm="64769">
                                          <p:val>
                                            <p:strVal val="#ppt_x+0.05127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395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2553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388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63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83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0637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938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15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302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411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9322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55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5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6" dur="468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75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3275"/>
                                          </p:val>
                                        </p:tav>
                                        <p:tav tm="65480">
                                          <p:val>
                                            <p:strVal val="#ppt_y+0.01301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74733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90391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31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468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8" dur="468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468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82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83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84" dur="468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648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648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9266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5803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419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2769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082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41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63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889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095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232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334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9266"/>
                                          </p:val>
                                        </p:tav>
                                        <p:tav tm="97509">
                                          <p:val>
                                            <p:strVal val="#ppt_x+0.058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3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5" dur="468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49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749"/>
                                          </p:val>
                                        </p:tav>
                                        <p:tav tm="64769">
                                          <p:val>
                                            <p:strVal val="#ppt_y+0.01155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0719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403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616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16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9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468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468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8" dur="468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91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62"/>
                                      </p:to>
                                    </p:set>
                                    <p:animEffect filter="image" prLst="opacity: 0.62">
                                      <p:cBhvr rctx="IE">
                                        <p:cTn id="992" dur="1917" fill="hold">
                                          <p:stCondLst>
                                            <p:cond delay="27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93" dur="468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407"/>
                                          </p:val>
                                        </p:tav>
                                        <p:tav tm="56940">
                                          <p:val>
                                            <p:strVal val="#ppt_x+0.09407"/>
                                          </p:val>
                                        </p:tav>
                                        <p:tav tm="57651">
                                          <p:val>
                                            <p:strVal val="#ppt_x+0.0902"/>
                                          </p:val>
                                        </p:tav>
                                        <p:tav tm="62633">
                                          <p:val>
                                            <p:strVal val="#ppt_x+0.0601"/>
                                          </p:val>
                                        </p:tav>
                                        <p:tav tm="65480">
                                          <p:val>
                                            <p:strVal val="#ppt_x+0.04407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3321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2664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1525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043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425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086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0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1194"/>
                                          </p:val>
                                        </p:tav>
                                        <p:tav tm="91103">
                                          <p:val>
                                            <p:strVal val="#ppt_x-0.01294"/>
                                          </p:val>
                                        </p:tav>
                                        <p:tav tm="91815">
                                          <p:val>
                                            <p:strVal val="#ppt_x+0.0902"/>
                                          </p:val>
                                        </p:tav>
                                        <p:tav tm="96797">
                                          <p:val>
                                            <p:strVal val="#ppt_x+0.06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4" dur="468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01"/>
                                          </p:val>
                                        </p:tav>
                                        <p:tav tm="56940">
                                          <p:val>
                                            <p:strVal val="#ppt_y+0.02601"/>
                                          </p:val>
                                        </p:tav>
                                        <p:tav tm="65480">
                                          <p:val>
                                            <p:strVal val="#ppt_y+0.01128"/>
                                          </p:val>
                                        </p:tav>
                                        <p:tav tm="70463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4698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91103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24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468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w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w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w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w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w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w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w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w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468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56940">
                                          <p:val>
                                            <p:strVal val="#ppt_h*0.17015"/>
                                          </p:val>
                                        </p:tav>
                                        <p:tav tm="61922">
                                          <p:val>
                                            <p:strVal val="#ppt_h*0.52766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66904">
                                          <p:val>
                                            <p:strVal val="#ppt_h*0.750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85957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9130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57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9461"/>
                                          </p:val>
                                        </p:tav>
                                        <p:tav tm="79715">
                                          <p:val>
                                            <p:strVal val="#ppt_h*1.03238"/>
                                          </p:val>
                                        </p:tav>
                                        <p:tav tm="84698">
                                          <p:val>
                                            <p:strVal val="#ppt_h*1.07284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08876"/>
                                          </p:val>
                                        </p:tav>
                                        <p:tav tm="91103">
                                          <p:val>
                                            <p:strVal val="#ppt_h*1.08896"/>
                                          </p:val>
                                        </p:tav>
                                        <p:tav tm="91815">
                                          <p:val>
                                            <p:strVal val="#ppt_h*0.21754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57726"/>
                                          </p:val>
                                        </p:tav>
                                        <p:tav tm="97509">
                                          <p:val>
                                            <p:strVal val="#ppt_h*0.6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7" dur="468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.25"/>
                                          </p:val>
                                        </p:tav>
                                        <p:tav tm="56940">
                                          <p:val>
                                            <p:fltVal val="116.25"/>
                                          </p:val>
                                        </p:tav>
                                        <p:tav tm="57651">
                                          <p:val>
                                            <p:fltVal val="110.68"/>
                                          </p:val>
                                        </p:tav>
                                        <p:tav tm="61922">
                                          <p:val>
                                            <p:fltVal val="74.22"/>
                                          </p:val>
                                        </p:tav>
                                        <p:tav tm="63345">
                                          <p:val>
                                            <p:fltVal val="62.96"/>
                                          </p:val>
                                        </p:tav>
                                        <p:tav tm="65480">
                                          <p:val>
                                            <p:fltVal val="49.58"/>
                                          </p:val>
                                        </p:tav>
                                        <p:tav tm="66904">
                                          <p:val>
                                            <p:fltVal val="41.3"/>
                                          </p:val>
                                        </p:tav>
                                        <p:tav tm="69039">
                                          <p:val>
                                            <p:fltVal val="30.01"/>
                                          </p:val>
                                        </p:tav>
                                        <p:tav tm="70463">
                                          <p:val>
                                            <p:fltVal val="23.29"/>
                                          </p:val>
                                        </p:tav>
                                        <p:tav tm="71886">
                                          <p:val>
                                            <p:fltVal val="17.21"/>
                                          </p:val>
                                        </p:tav>
                                        <p:tav tm="74021">
                                          <p:val>
                                            <p:fltVal val="9.31"/>
                                          </p:val>
                                        </p:tav>
                                        <p:tav tm="75445">
                                          <p:val>
                                            <p:fltVal val="4.82"/>
                                          </p:val>
                                        </p:tav>
                                        <p:tav tm="77580">
                                          <p:val>
                                            <p:fltVal val="-0.86"/>
                                          </p:val>
                                        </p:tav>
                                        <p:tav tm="79715">
                                          <p:val>
                                            <p:fltVal val="-5.37"/>
                                          </p:val>
                                        </p:tav>
                                        <p:tav tm="81851">
                                          <p:val>
                                            <p:fltVal val="-8.84"/>
                                          </p:val>
                                        </p:tav>
                                        <p:tav tm="83986">
                                          <p:val>
                                            <p:fltVal val="-11.41"/>
                                          </p:val>
                                        </p:tav>
                                        <p:tav tm="86121">
                                          <p:val>
                                            <p:fltVal val="-13.18"/>
                                          </p:val>
                                        </p:tav>
                                        <p:tav tm="88256">
                                          <p:val>
                                            <p:fltVal val="-14.25"/>
                                          </p:val>
                                        </p:tav>
                                        <p:tav tm="91103">
                                          <p:val>
                                            <p:fltVal val="-14.75"/>
                                          </p:val>
                                        </p:tav>
                                        <p:tav tm="91815">
                                          <p:val>
                                            <p:fltVal val="110.68"/>
                                          </p:val>
                                        </p:tav>
                                        <p:tav tm="94662">
                                          <p:val>
                                            <p:fltVal val="86.15"/>
                                          </p:val>
                                        </p:tav>
                                        <p:tav tm="96797">
                                          <p:val>
                                            <p:fltVal val="68.39"/>
                                          </p:val>
                                        </p:tav>
                                        <p:tav tm="97509">
                                          <p:val>
                                            <p:fltVal val="62.96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0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03" dur="468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171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17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048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338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44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52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167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596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141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57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916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317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348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514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52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4" dur="468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01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401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82562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814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938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3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468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6" dur="468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468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1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13" dur="468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12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12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997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319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441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163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5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134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5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909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3162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34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50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51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9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4" dur="468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0823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82562">
                                          <p:val>
                                            <p:strVal val="#ppt_y-0.00427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0765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3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468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6" dur="468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7" dur="468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2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23" dur="468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103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103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974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3616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453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385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106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50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021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431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748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2985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151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30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312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9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4" dur="468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91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991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957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81139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88256">
                                          <p:val>
                                            <p:strVal val="#ppt_y-0.00847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102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9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5" dur="468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6" dur="468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468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3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33" dur="468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529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529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398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434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2225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47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59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46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175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603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143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573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906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3153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326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488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494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3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2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4" dur="468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69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751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1214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155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822"/>
                                          </p:val>
                                        </p:tav>
                                        <p:tav tm="90391">
                                          <p:val>
                                            <p:strVal val="#ppt_y-0.0124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468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6" dur="468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7" dur="468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4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43" dur="468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355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35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227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369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2186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453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52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161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58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121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549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88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3128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301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462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469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2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1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4" dur="468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09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709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83274">
                                          <p:val>
                                            <p:strVal val="#ppt_y-0.00653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105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5" dur="468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6" dur="468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468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5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53" dur="468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246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246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115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3675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49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754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93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326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878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321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668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931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312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243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322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328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1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4" dur="468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57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057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027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1213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81851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101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184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7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5" dur="468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6" dur="468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7" dur="468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6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63" dur="468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464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464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326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3715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503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757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743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83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309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848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278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614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867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3048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167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243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248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3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4" dur="468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79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452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662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81851">
                                          <p:val>
                                            <p:strVal val="#ppt_y-0.00686"/>
                                          </p:val>
                                        </p:tav>
                                        <p:tav tm="85409">
                                          <p:val>
                                            <p:strVal val="#ppt_y-0.01052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516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4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2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468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6" dur="468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7" dur="468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7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73" dur="468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475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47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338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3735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519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77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749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91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321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866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301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641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897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308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201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277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28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3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4" dur="468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81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355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1485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82562">
                                          <p:val>
                                            <p:strVal val="#ppt_y-0.00758"/>
                                          </p:val>
                                        </p:tav>
                                        <p:tav tm="86121">
                                          <p:val>
                                            <p:strVal val="#ppt_y-0.01096"/>
                                          </p:val>
                                        </p:tav>
                                        <p:tav tm="89680">
                                          <p:val>
                                            <p:strVal val="#ppt_y-0.0131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501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3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468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6" dur="468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7" dur="468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8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83" dur="468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21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2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076"/>
                                          </p:val>
                                        </p:tav>
                                        <p:tav tm="67616">
                                          <p:val>
                                            <p:strVal val="#ppt_x+0.04869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3606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435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712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66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85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817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245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579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831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3013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132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207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213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0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4" dur="468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84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384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35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1991"/>
                                          </p:val>
                                        </p:tav>
                                        <p:tav tm="76157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81139">
                                          <p:val>
                                            <p:strVal val="#ppt_y-0.00495"/>
                                          </p:val>
                                        </p:tav>
                                        <p:tav tm="88256">
                                          <p:val>
                                            <p:strVal val="#ppt_y-0.01027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123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232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5" dur="468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6" dur="468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468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09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93" dur="468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251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251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11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526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942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124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2001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1001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07"/>
                                          </p:val>
                                        </p:tav>
                                        <p:tav tm="79004">
                                          <p:val>
                                            <p:strVal val="#ppt_x-0.00606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028"/>
                                          </p:val>
                                        </p:tav>
                                        <p:tav tm="82562">
                                          <p:val>
                                            <p:strVal val="#ppt_x-0.01564"/>
                                          </p:val>
                                        </p:tav>
                                        <p:tav tm="84698">
                                          <p:val>
                                            <p:strVal val="#ppt_x-0.0199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2334"/>
                                          </p:val>
                                        </p:tav>
                                        <p:tav tm="88968">
                                          <p:val>
                                            <p:strVal val="#ppt_x-0.02593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831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2941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011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016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4" dur="468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029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3029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989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2549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80427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905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1172"/>
                                          </p:val>
                                        </p:tav>
                                        <p:tav tm="91815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143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441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9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6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468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6" dur="468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7" dur="468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0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03" dur="468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28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28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142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5314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4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177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2041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1023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16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45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52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768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18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502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744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917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031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104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109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1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468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63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763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727"/>
                                          </p:val>
                                        </p:tav>
                                        <p:tav tm="66192">
                                          <p:val>
                                            <p:strVal val="#ppt_y+0.02333"/>
                                          </p:val>
                                        </p:tav>
                                        <p:tav tm="7615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81139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84698">
                                          <p:val>
                                            <p:strVal val="#ppt_y-0.00933"/>
                                          </p:val>
                                        </p:tav>
                                        <p:tav tm="88256">
                                          <p:val>
                                            <p:strVal val="#ppt_y-0.01173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14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7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4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5" dur="468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6" dur="468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468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1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13" dur="468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165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716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703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5244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961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2768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68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711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47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56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775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192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517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763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94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055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129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13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7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4" dur="468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592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592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554"/>
                                          </p:val>
                                        </p:tav>
                                        <p:tav tm="65480">
                                          <p:val>
                                            <p:strVal val="#ppt_y+0.02291"/>
                                          </p:val>
                                        </p:tav>
                                        <p:tav tm="75445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80427">
                                          <p:val>
                                            <p:strVal val="#ppt_y-0.00428"/>
                                          </p:val>
                                        </p:tav>
                                        <p:tav tm="83986">
                                          <p:val>
                                            <p:strVal val="#ppt_y-0.00773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1004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123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241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5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468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6" dur="468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7" dur="468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2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23" dur="468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869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869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735"/>
                                          </p:val>
                                        </p:tav>
                                        <p:tav tm="66192">
                                          <p:val>
                                            <p:strVal val="#ppt_x+0.05417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4164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001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93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97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39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06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196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693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092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405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642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812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2924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2995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00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7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468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69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769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72"/>
                                          </p:val>
                                        </p:tav>
                                        <p:tav tm="69751">
                                          <p:val>
                                            <p:strVal val="#ppt_y+0.01372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626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217"/>
                                          </p:val>
                                        </p:tav>
                                        <p:tav tm="82562">
                                          <p:val>
                                            <p:strVal val="#ppt_y-0.00542"/>
                                          </p:val>
                                        </p:tav>
                                        <p:tav tm="86121">
                                          <p:val>
                                            <p:strVal val="#ppt_y-0.00753"/>
                                          </p:val>
                                        </p:tav>
                                        <p:tav tm="96085">
                                          <p:val>
                                            <p:strVal val="#ppt_y-0.009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985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2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5" dur="468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6" dur="468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468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3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33" dur="468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945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94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81"/>
                                          </p:val>
                                        </p:tav>
                                        <p:tav tm="68327">
                                          <p:val>
                                            <p:strVal val="#ppt_x+0.04209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029"/>
                                          </p:val>
                                        </p:tav>
                                        <p:tav tm="72598">
                                          <p:val>
                                            <p:strVal val="#ppt_x+0.01947"/>
                                          </p:val>
                                        </p:tav>
                                        <p:tav tm="74733">
                                          <p:val>
                                            <p:strVal val="#ppt_x+0.0097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398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04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702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103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416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653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823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2935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00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012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4" dur="468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95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795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748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231"/>
                                          </p:val>
                                        </p:tav>
                                        <p:tav tm="82562">
                                          <p:val>
                                            <p:strVal val="#ppt_y-0.00581"/>
                                          </p:val>
                                        </p:tav>
                                        <p:tav tm="86833">
                                          <p:val>
                                            <p:strVal val="#ppt_y-0.00847"/>
                                          </p:val>
                                        </p:tav>
                                        <p:tav tm="96085">
                                          <p:val>
                                            <p:strVal val="#ppt_y-0.01064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069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7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3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468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6" dur="468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7" dur="468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4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43" dur="468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957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957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825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5089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855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2701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642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3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75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163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487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733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909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025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098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104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8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4" dur="468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52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52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476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478"/>
                                          </p:val>
                                        </p:tav>
                                        <p:tav tm="79715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274">
                                          <p:val>
                                            <p:strVal val="#ppt_y-0.00593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825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100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101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4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1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5" dur="468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6" dur="468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468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5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53" dur="468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697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697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571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4934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772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309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305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07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048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43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1924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31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624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2854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015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16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172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5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5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4" dur="468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1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1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052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1317"/>
                                          </p:val>
                                        </p:tav>
                                        <p:tav tm="71886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77580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85409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95374">
                                          <p:val>
                                            <p:strVal val="#ppt_y-0.0063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0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5" dur="468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6" dur="468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7" dur="468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6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63" dur="468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784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784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655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4984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798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2675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632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35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42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762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182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513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764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944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063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139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145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6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4" dur="468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54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254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208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133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593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86121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96085">
                                          <p:val>
                                            <p:strVal val="#ppt_y-0.0076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5" dur="468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6" dur="468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7" dur="468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7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73" dur="468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928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928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799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5101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884"/>
                                          </p:val>
                                        </p:tav>
                                        <p:tav tm="71174">
                                          <p:val>
                                            <p:strVal val="#ppt_x+0.02733"/>
                                          </p:val>
                                        </p:tav>
                                        <p:tav tm="73310">
                                          <p:val>
                                            <p:strVal val="#ppt_x+0.01667"/>
                                          </p:val>
                                        </p:tav>
                                        <p:tav tm="75445">
                                          <p:val>
                                            <p:strVal val="#ppt_x+0.00708"/>
                                          </p:val>
                                        </p:tav>
                                        <p:tav tm="76868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79715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81139">
                                          <p:val>
                                            <p:strVal val="#ppt_x-0.01264"/>
                                          </p:val>
                                        </p:tav>
                                        <p:tav tm="83274">
                                          <p:val>
                                            <p:strVal val="#ppt_x-0.01793"/>
                                          </p:val>
                                        </p:tav>
                                        <p:tav tm="85409">
                                          <p:val>
                                            <p:strVal val="#ppt_x-0.02219"/>
                                          </p:val>
                                        </p:tav>
                                        <p:tav tm="87544">
                                          <p:val>
                                            <p:strVal val="#ppt_x-0.02553"/>
                                          </p:val>
                                        </p:tav>
                                        <p:tav tm="89680">
                                          <p:val>
                                            <p:strVal val="#ppt_x-0.02807"/>
                                          </p:val>
                                        </p:tav>
                                        <p:tav tm="91815">
                                          <p:val>
                                            <p:strVal val="#ppt_x-0.02989"/>
                                          </p:val>
                                        </p:tav>
                                        <p:tav tm="93950">
                                          <p:val>
                                            <p:strVal val="#ppt_x-0.03109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18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192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7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4" dur="468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5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2225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2183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79715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734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0902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904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21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8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5" dur="468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6" dur="468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7" dur="468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8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83" dur="468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858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858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737"/>
                                          </p:val>
                                        </p:tav>
                                        <p:tav tm="70463">
                                          <p:val>
                                            <p:strVal val="#ppt_x+0.03213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399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136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555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09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521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856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3108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284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45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456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7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4" dur="468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48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348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73310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79004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476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0603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605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3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5" dur="468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6" dur="468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468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19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93" dur="468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815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815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692"/>
                                          </p:val>
                                        </p:tav>
                                        <p:tav tm="69039">
                                          <p:val>
                                            <p:strVal val="#ppt_x+0.03896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395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358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24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096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499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013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425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747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2987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156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315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32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6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4" dur="468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34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734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693"/>
                                          </p:val>
                                        </p:tav>
                                        <p:tav tm="67616">
                                          <p:val>
                                            <p:strVal val="#ppt_y+0.01106"/>
                                          </p:val>
                                        </p:tav>
                                        <p:tav tm="72598">
                                          <p:val>
                                            <p:strVal val="#ppt_y+0.00466"/>
                                          </p:val>
                                        </p:tav>
                                        <p:tav tm="78292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86121">
                                          <p:val>
                                            <p:strVal val="#ppt_y-0.00489"/>
                                          </p:val>
                                        </p:tav>
                                        <p:tav tm="96085">
                                          <p:val>
                                            <p:strVal val="#ppt_y-0.0065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661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6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3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5" dur="468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6" dur="468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7" dur="468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9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0" dur="67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1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7"/>
                                      </p:to>
                                    </p:set>
                                    <p:animEffect filter="image" prLst="opacity: 0.97">
                                      <p:cBhvr rctx="IE">
                                        <p:cTn id="1202" dur="1583" fill="hold">
                                          <p:stCondLst>
                                            <p:cond delay="31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03" dur="468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96"/>
                                          </p:val>
                                        </p:tav>
                                        <p:tav tm="63345">
                                          <p:val>
                                            <p:strVal val="#ppt_x+0.0696"/>
                                          </p:val>
                                        </p:tav>
                                        <p:tav tm="64057">
                                          <p:val>
                                            <p:strVal val="#ppt_x+0.06833"/>
                                          </p:val>
                                        </p:tav>
                                        <p:tav tm="66904">
                                          <p:val>
                                            <p:strVal val="#ppt_x+0.05159"/>
                                          </p:val>
                                        </p:tav>
                                        <p:tav tm="69751">
                                          <p:val>
                                            <p:strVal val="#ppt_x+0.03554"/>
                                          </p:val>
                                        </p:tav>
                                        <p:tav tm="71886">
                                          <p:val>
                                            <p:strVal val="#ppt_x+0.02414"/>
                                          </p:val>
                                        </p:tav>
                                        <p:tav tm="74021">
                                          <p:val>
                                            <p:strVal val="#ppt_x+0.01365"/>
                                          </p:val>
                                        </p:tav>
                                        <p:tav tm="76157">
                                          <p:val>
                                            <p:strVal val="#ppt_x+0.0042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80427">
                                          <p:val>
                                            <p:strVal val="#ppt_x-0.01093"/>
                                          </p:val>
                                        </p:tav>
                                        <p:tav tm="81851">
                                          <p:val>
                                            <p:strVal val="#ppt_x-0.0149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0.02003"/>
                                          </p:val>
                                        </p:tav>
                                        <p:tav tm="86121">
                                          <p:val>
                                            <p:strVal val="#ppt_x-0.0241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2727"/>
                                          </p:val>
                                        </p:tav>
                                        <p:tav tm="90391">
                                          <p:val>
                                            <p:strVal val="#ppt_x-0.02964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313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3285"/>
                                          </p:val>
                                        </p:tav>
                                        <p:tav tm="97509">
                                          <p:val>
                                            <p:strVal val="#ppt_x-0.03291"/>
                                          </p:val>
                                        </p:tav>
                                        <p:tav tm="98221">
                                          <p:val>
                                            <p:strVal val="#ppt_x+0.068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4" dur="468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41"/>
                                          </p:val>
                                        </p:tav>
                                        <p:tav tm="63345">
                                          <p:val>
                                            <p:strVal val="#ppt_y+0.01941"/>
                                          </p:val>
                                        </p:tav>
                                        <p:tav tm="64057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378"/>
                                          </p:val>
                                        </p:tav>
                                        <p:tav tm="79715">
                                          <p:val>
                                            <p:strVal val="#ppt_y-0.00235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0861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98221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5" dur="468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w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w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w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w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w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w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w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w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w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w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w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w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6" dur="468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3345">
                                          <p:val>
                                            <p:strVal val="#ppt_h*0.19839"/>
                                          </p:val>
                                        </p:tav>
                                        <p:tav tm="64057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67616">
                                          <p:val>
                                            <p:strVal val="#ppt_h*0.52083"/>
                                          </p:val>
                                        </p:tav>
                                        <p:tav tm="69751">
                                          <p:val>
                                            <p:strVal val="#ppt_h*0.69592"/>
                                          </p:val>
                                        </p:tav>
                                        <p:tav tm="70463">
                                          <p:val>
                                            <p:strVal val="#ppt_h*0.73624"/>
                                          </p:val>
                                        </p:tav>
                                        <p:tav tm="72598">
                                          <p:val>
                                            <p:strVal val="#ppt_h*0.82933"/>
                                          </p:val>
                                        </p:tav>
                                        <p:tav tm="74733">
                                          <p:val>
                                            <p:strVal val="#ppt_h*0.9138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98855"/>
                                          </p:val>
                                        </p:tav>
                                        <p:tav tm="79004">
                                          <p:val>
                                            <p:strVal val="#ppt_h*1.05294"/>
                                          </p:val>
                                        </p:tav>
                                        <p:tav tm="81139">
                                          <p:val>
                                            <p:strVal val="#ppt_h*1.10717"/>
                                          </p:val>
                                        </p:tav>
                                        <p:tav tm="83274">
                                          <p:val>
                                            <p:strVal val="#ppt_h*1.15184"/>
                                          </p:val>
                                        </p:tav>
                                        <p:tav tm="85409">
                                          <p:val>
                                            <p:strVal val="#ppt_h*1.18781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216"/>
                                          </p:val>
                                        </p:tav>
                                        <p:tav tm="90391">
                                          <p:val>
                                            <p:strVal val="#ppt_h*1.24307"/>
                                          </p:val>
                                        </p:tav>
                                        <p:tav tm="93238">
                                          <p:val>
                                            <p:strVal val="#ppt_h*1.25991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26823"/>
                                          </p:val>
                                        </p:tav>
                                        <p:tav tm="97509">
                                          <p:val>
                                            <p:strVal val="#ppt_h*1.26963"/>
                                          </p:val>
                                        </p:tav>
                                        <p:tav tm="98221">
                                          <p:val>
                                            <p:strVal val="#ppt_h*0.216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468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4.29"/>
                                          </p:val>
                                        </p:tav>
                                        <p:tav tm="63345">
                                          <p:val>
                                            <p:fltVal val="-64.29"/>
                                          </p:val>
                                        </p:tav>
                                        <p:tav tm="64057">
                                          <p:val>
                                            <p:fltVal val="-63.01"/>
                                          </p:val>
                                        </p:tav>
                                        <p:tav tm="68327">
                                          <p:val>
                                            <p:fltVal val="-37.66"/>
                                          </p:val>
                                        </p:tav>
                                        <p:tav tm="69751">
                                          <p:val>
                                            <p:fltVal val="-29.57"/>
                                          </p:val>
                                        </p:tav>
                                        <p:tav tm="70463">
                                          <p:val>
                                            <p:fltVal val="-26.11"/>
                                          </p:val>
                                        </p:tav>
                                        <p:tav tm="72598">
                                          <p:val>
                                            <p:fltVal val="-16.9"/>
                                          </p:val>
                                        </p:tav>
                                        <p:tav tm="74733">
                                          <p:val>
                                            <p:fltVal val="-8.53"/>
                                          </p:val>
                                        </p:tav>
                                        <p:tav tm="76868">
                                          <p:val>
                                            <p:fltVal val="-1.13"/>
                                          </p:val>
                                        </p:tav>
                                        <p:tav tm="79004">
                                          <p:val>
                                            <p:fltVal val="5.24"/>
                                          </p:val>
                                        </p:tav>
                                        <p:tav tm="80427">
                                          <p:val>
                                            <p:fltVal val="8.93"/>
                                          </p:val>
                                        </p:tav>
                                        <p:tav tm="82562">
                                          <p:val>
                                            <p:fltVal val="13.66"/>
                                          </p:val>
                                        </p:tav>
                                        <p:tav tm="84698">
                                          <p:val>
                                            <p:fltVal val="17.5"/>
                                          </p:val>
                                        </p:tav>
                                        <p:tav tm="86833">
                                          <p:val>
                                            <p:fltVal val="20.54"/>
                                          </p:val>
                                        </p:tav>
                                        <p:tav tm="88968">
                                          <p:val>
                                            <p:fltVal val="22.86"/>
                                          </p:val>
                                        </p:tav>
                                        <p:tav tm="91815">
                                          <p:val>
                                            <p:fltVal val="25.02"/>
                                          </p:val>
                                        </p:tav>
                                        <p:tav tm="96797">
                                          <p:val>
                                            <p:fltVal val="26.65"/>
                                          </p:val>
                                        </p:tav>
                                        <p:tav tm="97509">
                                          <p:val>
                                            <p:fltVal val="26.7"/>
                                          </p:val>
                                        </p:tav>
                                        <p:tav tm="98221">
                                          <p:val>
                                            <p:fltVal val="-63.01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1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13" dur="468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53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53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57"/>
                                          </p:val>
                                        </p:tav>
                                        <p:tav tm="85409">
                                          <p:val>
                                            <p:strVal val="#ppt_x-1.18955"/>
                                          </p:val>
                                        </p:tav>
                                        <p:tav tm="88256">
                                          <p:val>
                                            <p:strVal val="#ppt_x-1.20396"/>
                                          </p:val>
                                        </p:tav>
                                        <p:tav tm="90391">
                                          <p:val>
                                            <p:strVal val="#ppt_x-1.21356"/>
                                          </p:val>
                                        </p:tav>
                                        <p:tav tm="92527">
                                          <p:val>
                                            <p:strVal val="#ppt_x-1.22196"/>
                                          </p:val>
                                        </p:tav>
                                        <p:tav tm="95374">
                                          <p:val>
                                            <p:strVal val="#ppt_x-1.2312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6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1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4" dur="468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014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4003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3494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1891"/>
                                          </p:val>
                                        </p:tav>
                                        <p:tav tm="91103">
                                          <p:val>
                                            <p:strVal val="#ppt_y+0.01223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06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468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6" dur="468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7" dur="468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2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23" dur="468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465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46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505"/>
                                          </p:val>
                                        </p:tav>
                                        <p:tav tm="85409">
                                          <p:val>
                                            <p:strVal val="#ppt_x-1.18913"/>
                                          </p:val>
                                        </p:tav>
                                        <p:tav tm="88256">
                                          <p:val>
                                            <p:strVal val="#ppt_x-1.20366"/>
                                          </p:val>
                                        </p:tav>
                                        <p:tav tm="90391">
                                          <p:val>
                                            <p:strVal val="#ppt_x-1.21333"/>
                                          </p:val>
                                        </p:tav>
                                        <p:tav tm="92527">
                                          <p:val>
                                            <p:strVal val="#ppt_x-1.2218"/>
                                          </p:val>
                                        </p:tav>
                                        <p:tav tm="95374">
                                          <p:val>
                                            <p:strVal val="#ppt_x-1.2311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6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4" dur="468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99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988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3455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1986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1293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6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5" dur="468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6" dur="468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468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3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33" dur="468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612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612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655"/>
                                          </p:val>
                                        </p:tav>
                                        <p:tav tm="81851">
                                          <p:val>
                                            <p:strVal val="#ppt_x-1.17216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8835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304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276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123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57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4" dur="468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4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128"/>
                                          </p:val>
                                        </p:tav>
                                        <p:tav tm="90391">
                                          <p:val>
                                            <p:strVal val="#ppt_y+0.01057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468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6" dur="468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7" dur="468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4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43" dur="468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137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5137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5179"/>
                                          </p:val>
                                        </p:tav>
                                        <p:tav tm="81139">
                                          <p:val>
                                            <p:strVal val="#ppt_x-1.172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9061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431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347"/>
                                          </p:val>
                                        </p:tav>
                                        <p:tav tm="92527">
                                          <p:val>
                                            <p:strVal val="#ppt_x-1.224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59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4" dur="468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844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838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3545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3138"/>
                                          </p:val>
                                        </p:tav>
                                        <p:tav tm="89680">
                                          <p:val>
                                            <p:strVal val="#ppt_y+0.01818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10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5" dur="468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6" dur="468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7" dur="468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5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53" dur="468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896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896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938"/>
                                          </p:val>
                                        </p:tav>
                                        <p:tav tm="81139">
                                          <p:val>
                                            <p:strVal val="#ppt_x-1.16976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8895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31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255"/>
                                          </p:val>
                                        </p:tav>
                                        <p:tav tm="92527">
                                          <p:val>
                                            <p:strVal val="#ppt_x-1.22341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19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7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4" dur="468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89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781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3057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176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1149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0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5" dur="468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6" dur="468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7" dur="468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6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63" dur="468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851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851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895"/>
                                          </p:val>
                                        </p:tav>
                                        <p:tav tm="81139">
                                          <p:val>
                                            <p:strVal val="#ppt_x-1.17018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9001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426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368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189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97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8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4" dur="468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9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18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399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0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5" dur="468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6" dur="468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468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7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73" dur="468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261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5261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5306"/>
                                          </p:val>
                                        </p:tav>
                                        <p:tav tm="80427">
                                          <p:val>
                                            <p:strVal val="#ppt_x-1.17046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18644"/>
                                          </p:val>
                                        </p:tav>
                                        <p:tav tm="86121">
                                          <p:val>
                                            <p:strVal val="#ppt_x-1.20085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338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385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228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8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4" dur="468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46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839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387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9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468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6" dur="468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7" dur="468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8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83" dur="468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252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5252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5296"/>
                                          </p:val>
                                        </p:tav>
                                        <p:tav tm="80427">
                                          <p:val>
                                            <p:strVal val="#ppt_x-1.17022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18609"/>
                                          </p:val>
                                        </p:tav>
                                        <p:tav tm="86121">
                                          <p:val>
                                            <p:strVal val="#ppt_x-1.20047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304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357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208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4" dur="468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76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969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489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1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5" dur="468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6" dur="468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468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29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93" dur="468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884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884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928"/>
                                          </p:val>
                                        </p:tav>
                                        <p:tav tm="81139">
                                          <p:val>
                                            <p:strVal val="#ppt_x-1.17114"/>
                                          </p:val>
                                        </p:tav>
                                        <p:tav tm="83986">
                                          <p:val>
                                            <p:strVal val="#ppt_x-1.18747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0215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185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032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2968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6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4" dur="468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36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726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0918"/>
                                          </p:val>
                                        </p:tav>
                                        <p:tav tm="96085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468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6" dur="468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7" dur="468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0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03" dur="468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135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513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5182"/>
                                          </p:val>
                                        </p:tav>
                                        <p:tav tm="81139">
                                          <p:val>
                                            <p:strVal val="#ppt_x-1.17478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18745"/>
                                          </p:val>
                                        </p:tav>
                                        <p:tav tm="86121">
                                          <p:val>
                                            <p:strVal val="#ppt_x-1.20235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499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294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316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8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4" dur="468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72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1863"/>
                                          </p:val>
                                        </p:tav>
                                        <p:tav tm="79715">
                                          <p:val>
                                            <p:strVal val="#ppt_y+0.01646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451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0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5" dur="468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6" dur="468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468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1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13" dur="468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107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5107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5153"/>
                                          </p:val>
                                        </p:tav>
                                        <p:tav tm="80427">
                                          <p:val>
                                            <p:strVal val="#ppt_x-1.16961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1864"/>
                                          </p:val>
                                        </p:tav>
                                        <p:tav tm="86121">
                                          <p:val>
                                            <p:strVal val="#ppt_x-1.20124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398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207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3093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4" dur="468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59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25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35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07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468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6" dur="468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7" dur="468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2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23" dur="46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89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89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935"/>
                                          </p:val>
                                        </p:tav>
                                        <p:tav tm="81139">
                                          <p:val>
                                            <p:strVal val="#ppt_x-1.17171"/>
                                          </p:val>
                                        </p:tav>
                                        <p:tav tm="83986">
                                          <p:val>
                                            <p:strVal val="#ppt_x-1.18833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0305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27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107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3026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7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4" dur="46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75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364"/>
                                          </p:val>
                                        </p:tav>
                                        <p:tav tm="91103">
                                          <p:val>
                                            <p:strVal val="#ppt_y+0.008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5" dur="46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6" dur="46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46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3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33" dur="468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545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54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591"/>
                                          </p:val>
                                        </p:tav>
                                        <p:tav tm="81851">
                                          <p:val>
                                            <p:strVal val="#ppt_x-1.17365"/>
                                          </p:val>
                                        </p:tav>
                                        <p:tav tm="83986">
                                          <p:val>
                                            <p:strVal val="#ppt_x-1.18673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0214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22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085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3026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7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4" dur="468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78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878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1864"/>
                                          </p:val>
                                        </p:tav>
                                        <p:tav tm="81851">
                                          <p:val>
                                            <p:strVal val="#ppt_y+0.01221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3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468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6" dur="468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7" dur="468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4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43" dur="468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653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653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7"/>
                                          </p:val>
                                        </p:tav>
                                        <p:tav tm="81851">
                                          <p:val>
                                            <p:strVal val="#ppt_x-1.17461"/>
                                          </p:val>
                                        </p:tav>
                                        <p:tav tm="83986">
                                          <p:val>
                                            <p:strVal val="#ppt_x-1.18753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0274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265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119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3047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7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4" dur="468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189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372"/>
                                          </p:val>
                                        </p:tav>
                                        <p:tav tm="88256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03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5" dur="468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6" dur="468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468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5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53" dur="468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59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59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635"/>
                                          </p:val>
                                        </p:tav>
                                        <p:tav tm="81851">
                                          <p:val>
                                            <p:strVal val="#ppt_x-1.17335"/>
                                          </p:val>
                                        </p:tav>
                                        <p:tav tm="83986">
                                          <p:val>
                                            <p:strVal val="#ppt_x-1.18613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014"/>
                                          </p:val>
                                        </p:tav>
                                        <p:tav tm="88968">
                                          <p:val>
                                            <p:strVal val="#ppt_x-1.21144"/>
                                          </p:val>
                                        </p:tav>
                                        <p:tav tm="91103">
                                          <p:val>
                                            <p:strVal val="#ppt_x-1.22015"/>
                                          </p:val>
                                        </p:tav>
                                        <p:tav tm="93950">
                                          <p:val>
                                            <p:strVal val="#ppt_x-1.22969"/>
                                          </p:val>
                                        </p:tav>
                                        <p:tav tm="96797">
                                          <p:val>
                                            <p:strVal val="#ppt_x-1.237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4" dur="468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06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293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732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468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6" dur="468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7" dur="468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6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63" dur="468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089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089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133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17716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8571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138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168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059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29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4" dur="468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06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589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3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5" dur="468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6" dur="468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468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7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73" dur="468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281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281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325"/>
                                          </p:val>
                                        </p:tav>
                                        <p:tav tm="82562">
                                          <p:val>
                                            <p:strVal val="#ppt_x-1.17463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8741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274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277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143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85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8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4" dur="468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84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469"/>
                                          </p:val>
                                        </p:tav>
                                        <p:tav tm="81851">
                                          <p:val>
                                            <p:strVal val="#ppt_y+0.01643"/>
                                          </p:val>
                                        </p:tav>
                                        <p:tav tm="88256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3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468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6" dur="468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7" dur="468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8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83" dur="468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455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455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499"/>
                                          </p:val>
                                        </p:tav>
                                        <p:tav tm="82562">
                                          <p:val>
                                            <p:strVal val="#ppt_x-1.17585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8832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332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316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167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96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8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4" dur="468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51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2637"/>
                                          </p:val>
                                        </p:tav>
                                        <p:tav tm="81851">
                                          <p:val>
                                            <p:strVal val="#ppt_y+0.01889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908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5" dur="468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6" dur="468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468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39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93" dur="468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108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108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149"/>
                                          </p:val>
                                        </p:tav>
                                        <p:tav tm="86121">
                                          <p:val>
                                            <p:strVal val="#ppt_x-1.19109"/>
                                          </p:val>
                                        </p:tav>
                                        <p:tav tm="88256">
                                          <p:val>
                                            <p:strVal val="#ppt_x-1.20231"/>
                                          </p:val>
                                        </p:tav>
                                        <p:tav tm="90391">
                                          <p:val>
                                            <p:strVal val="#ppt_x-1.21238"/>
                                          </p:val>
                                        </p:tav>
                                        <p:tav tm="92527">
                                          <p:val>
                                            <p:strVal val="#ppt_x-1.22116"/>
                                          </p:val>
                                        </p:tav>
                                        <p:tav tm="95374">
                                          <p:val>
                                            <p:strVal val="#ppt_x-1.23081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6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4" dur="468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92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777"/>
                                          </p:val>
                                        </p:tav>
                                        <p:tav tm="85409">
                                          <p:val>
                                            <p:strVal val="#ppt_y+0.01897"/>
                                          </p:val>
                                        </p:tav>
                                        <p:tav tm="89680">
                                          <p:val>
                                            <p:strVal val="#ppt_y+0.01082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468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6" dur="468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7" dur="468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40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03" dur="468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148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148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19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1763"/>
                                          </p:val>
                                        </p:tav>
                                        <p:tav tm="85409">
                                          <p:val>
                                            <p:strVal val="#ppt_x-1.18872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021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054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1956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2949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7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4" dur="468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42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227"/>
                                          </p:val>
                                        </p:tav>
                                        <p:tav tm="84698">
                                          <p:val>
                                            <p:strVal val="#ppt_y+0.01681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967"/>
                                          </p:val>
                                        </p:tav>
                                        <p:tav tm="93950">
                                          <p:val>
                                            <p:strVal val="#ppt_y+0.0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5" dur="468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6" dur="468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468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0" dur="67">
                                          <p:stCondLst>
                                            <p:cond delay="3633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1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"/>
                                      </p:to>
                                    </p:set>
                                    <p:animEffect filter="image" prLst="opacity: 0.1">
                                      <p:cBhvr rctx="IE">
                                        <p:cTn id="1412" dur="950" fill="hold">
                                          <p:stCondLst>
                                            <p:cond delay="3733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13" dur="468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423"/>
                                          </p:val>
                                        </p:tav>
                                        <p:tav tm="76868">
                                          <p:val>
                                            <p:strVal val="#ppt_x-1.14423"/>
                                          </p:val>
                                        </p:tav>
                                        <p:tav tm="77580">
                                          <p:val>
                                            <p:strVal val="#ppt_x-1.14465"/>
                                          </p:val>
                                        </p:tav>
                                        <p:tav tm="82562">
                                          <p:val>
                                            <p:strVal val="#ppt_x-1.17471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18705"/>
                                          </p:val>
                                        </p:tav>
                                        <p:tav tm="87544">
                                          <p:val>
                                            <p:strVal val="#ppt_x-1.20209"/>
                                          </p:val>
                                        </p:tav>
                                        <p:tav tm="89680">
                                          <p:val>
                                            <p:strVal val="#ppt_x-1.21204"/>
                                          </p:val>
                                        </p:tav>
                                        <p:tav tm="91815">
                                          <p:val>
                                            <p:strVal val="#ppt_x-1.22071"/>
                                          </p:val>
                                        </p:tav>
                                        <p:tav tm="94662">
                                          <p:val>
                                            <p:strVal val="#ppt_x-1.23025"/>
                                          </p:val>
                                        </p:tav>
                                        <p:tav tm="97509">
                                          <p:val>
                                            <p:strVal val="#ppt_x-1.237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4" dur="468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096"/>
                                          </p:val>
                                        </p:tav>
                                        <p:tav tm="77580">
                                          <p:val>
                                            <p:strVal val="#ppt_y+0.03083"/>
                                          </p:val>
                                        </p:tav>
                                        <p:tav tm="85409">
                                          <p:val>
                                            <p:strVal val="#ppt_y+0.01647"/>
                                          </p:val>
                                        </p:tav>
                                        <p:tav tm="89680">
                                          <p:val>
                                            <p:strVal val="#ppt_y+0.01001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4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5" dur="468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w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w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w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w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w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w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w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6" dur="468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6868">
                                          <p:val>
                                            <p:strVal val="#ppt_h*0.15735"/>
                                          </p:val>
                                        </p:tav>
                                        <p:tav tm="77580">
                                          <p:val>
                                            <p:strVal val="#ppt_h*0.16223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54292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57881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422"/>
                                          </p:val>
                                        </p:tav>
                                        <p:tav tm="88968">
                                          <p:val>
                                            <p:strVal val="#ppt_h*0.7414"/>
                                          </p:val>
                                        </p:tav>
                                        <p:tav tm="92527">
                                          <p:val>
                                            <p:strVal val="#ppt_h*0.83198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7" dur="468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4"/>
                                          </p:val>
                                        </p:tav>
                                        <p:tav tm="76868">
                                          <p:val>
                                            <p:fltVal val="118.84"/>
                                          </p:val>
                                        </p:tav>
                                        <p:tav tm="77580">
                                          <p:val>
                                            <p:fltVal val="118.27"/>
                                          </p:val>
                                        </p:tav>
                                        <p:tav tm="81139">
                                          <p:val>
                                            <p:fltVal val="89.95"/>
                                          </p:val>
                                        </p:tav>
                                        <p:tav tm="83274">
                                          <p:val>
                                            <p:fltVal val="73.61"/>
                                          </p:val>
                                        </p:tav>
                                        <p:tav tm="83986">
                                          <p:val>
                                            <p:fltVal val="68.83"/>
                                          </p:val>
                                        </p:tav>
                                        <p:tav tm="85409">
                                          <p:val>
                                            <p:fltVal val="60.63"/>
                                          </p:val>
                                        </p:tav>
                                        <p:tav tm="88256">
                                          <p:val>
                                            <p:fltVal val="45.66"/>
                                          </p:val>
                                        </p:tav>
                                        <p:tav tm="91103">
                                          <p:val>
                                            <p:fltVal val="32.93"/>
                                          </p:val>
                                        </p:tav>
                                        <p:tav tm="93950">
                                          <p:val>
                                            <p:fltVal val="22.57"/>
                                          </p:val>
                                        </p:tav>
                                        <p:tav tm="96797">
                                          <p:val>
                                            <p:fltVal val="14.47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9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20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2" dur="336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703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7703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7851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256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493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525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346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2984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473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848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136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359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65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336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58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1258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219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0436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77304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9108">
                                          <p:val>
                                            <p:strVal val="#ppt_y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4" dur="336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5" dur="336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6" dur="3363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29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0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1" dur="336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81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781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7959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356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573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583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387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011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492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86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144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364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67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2" dur="336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08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1308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274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0547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0295"/>
                                          </p:val>
                                        </p:tav>
                                        <p:tav tm="77304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80278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9108">
                                          <p:val>
                                            <p:strVal val="#ppt_y-0.0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3" dur="336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4" dur="336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5" dur="3363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38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9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0" dur="336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228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228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381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785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954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892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624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189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623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957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15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415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93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1" dur="336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159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1159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137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76313">
                                          <p:val>
                                            <p:strVal val="#ppt_y-0.00369"/>
                                          </p:val>
                                        </p:tav>
                                        <p:tav tm="79286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85233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2" dur="336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336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4" dur="3363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47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9" dur="336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907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7907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067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589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887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917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699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281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714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039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84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15"/>
                                          </p:val>
                                        </p:tav>
                                        <p:tav tm="85233">
                                          <p:val>
                                            <p:strVal val="#ppt_x-1.24878"/>
                                          </p:val>
                                        </p:tav>
                                        <p:tav tm="90188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0" dur="336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0113"/>
                                          </p:val>
                                        </p:tav>
                                        <p:tav tm="73340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74331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75322">
                                          <p:val>
                                            <p:strVal val="#ppt_y+0.00391"/>
                                          </p:val>
                                        </p:tav>
                                        <p:tav tm="83251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99108">
                                          <p:val>
                                            <p:strVal val="#ppt_y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1" dur="336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2" dur="336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3" dur="3363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5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56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8" dur="336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887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7887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045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534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811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834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621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213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658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994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49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594"/>
                                          </p:val>
                                        </p:tav>
                                        <p:tav tm="85233">
                                          <p:val>
                                            <p:strVal val="#ppt_x-1.24871"/>
                                          </p:val>
                                        </p:tav>
                                        <p:tav tm="90188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9" dur="336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0412"/>
                                          </p:val>
                                        </p:tav>
                                        <p:tav tm="73340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74331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76313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85233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9108">
                                          <p:val>
                                            <p:strVal val="#ppt_y-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0" dur="336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1" dur="336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2" dur="3363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65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6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7" dur="336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267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267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426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893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105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055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778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322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734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046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11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09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28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8" dur="336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77304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9" dur="336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0" dur="336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1" dur="3363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74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5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6" dur="336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4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4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567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364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313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3009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518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892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171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82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66"/>
                                          </p:val>
                                        </p:tav>
                                        <p:tav tm="85233">
                                          <p:val>
                                            <p:strVal val="#ppt_x-1.24894"/>
                                          </p:val>
                                        </p:tav>
                                        <p:tav tm="90188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7" dur="336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71358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72349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73340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77304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80278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8" dur="336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9" dur="336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0" dur="3363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2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83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4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5" dur="336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357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357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522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053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302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254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959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476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859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146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62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31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6" dur="336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71358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74331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80278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7" dur="336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8" dur="336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9" dur="3363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1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92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4" dur="336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443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443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603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068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256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173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866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387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78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079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08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23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14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5" dur="336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81269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6" dur="336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7" dur="336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8" dur="3363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01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2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3" dur="336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966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966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9133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625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766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598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3201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643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973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223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415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8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41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4" dur="336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13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85233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5" dur="336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6" dur="336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7" dur="3363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10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1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2" dur="336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98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798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964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464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632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496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3127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591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936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197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71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38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3" dur="336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73340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76313">
                                          <p:val>
                                            <p:strVal val="#ppt_y-0.00301"/>
                                          </p:val>
                                        </p:tav>
                                        <p:tav tm="86224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4" dur="336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5" dur="336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6" dur="336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8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19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0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1" dur="336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24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724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885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338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48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343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989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474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841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122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38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38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21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51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2" dur="336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18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0618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0519"/>
                                          </p:val>
                                        </p:tav>
                                        <p:tav tm="80278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84242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3" dur="336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4" dur="336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5" dur="3363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7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28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9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0" dur="336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941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941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9098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486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551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357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969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439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802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06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48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725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28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1" dur="336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165"/>
                                          </p:val>
                                        </p:tav>
                                        <p:tav tm="73340">
                                          <p:val>
                                            <p:strVal val="#ppt_y-0.01181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1037"/>
                                          </p:val>
                                        </p:tav>
                                        <p:tav tm="80278">
                                          <p:val>
                                            <p:strVal val="#ppt_y-0.00353"/>
                                          </p:val>
                                        </p:tav>
                                        <p:tav tm="83251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8919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2" dur="336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3" dur="336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4" dur="3363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37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8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9" dur="336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951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951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911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515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593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402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3011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475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832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109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325"/>
                                          </p:val>
                                        </p:tav>
                                        <p:tav tm="82260">
                                          <p:val>
                                            <p:strVal val="#ppt_x-1.24628"/>
                                          </p:val>
                                        </p:tav>
                                        <p:tav tm="84242">
                                          <p:val>
                                            <p:strVal val="#ppt_x-1.24815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0" dur="336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004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1018"/>
                                          </p:val>
                                        </p:tav>
                                        <p:tav tm="79286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83251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197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1" dur="336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2" dur="336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3" dur="3363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46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7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8" dur="336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694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694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851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255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364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218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872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372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756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4054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85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466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718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9" dur="336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068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06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0908"/>
                                          </p:val>
                                        </p:tav>
                                        <p:tav tm="79286">
                                          <p:val>
                                            <p:strVal val="#ppt_y-0.00331"/>
                                          </p:val>
                                        </p:tav>
                                        <p:tav tm="8226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88206">
                                          <p:val>
                                            <p:strVal val="#ppt_y+0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0" dur="336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1" dur="336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2" dur="336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4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55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7" dur="336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5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55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696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993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041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89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573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117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548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888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156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367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65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7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8" dur="336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069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2063"/>
                                          </p:val>
                                        </p:tav>
                                        <p:tav tm="73340">
                                          <p:val>
                                            <p:strVal val="#ppt_y-0.01924"/>
                                          </p:val>
                                        </p:tav>
                                        <p:tav tm="77304">
                                          <p:val>
                                            <p:strVal val="#ppt_y-0.00796"/>
                                          </p:val>
                                        </p:tav>
                                        <p:tav tm="79286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81269">
                                          <p:val>
                                            <p:strVal val="#ppt_y-0.00246"/>
                                          </p:val>
                                        </p:tav>
                                        <p:tav tm="87215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9" dur="336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0" dur="336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1" dur="3363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3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64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5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6" dur="336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635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635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786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132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205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053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719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24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648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967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17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414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9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19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336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611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605"/>
                                          </p:val>
                                        </p:tav>
                                        <p:tav tm="74331">
                                          <p:val>
                                            <p:strVal val="#ppt_y-0.01327"/>
                                          </p:val>
                                        </p:tav>
                                        <p:tav tm="78295">
                                          <p:val>
                                            <p:strVal val="#ppt_y-0.0053"/>
                                          </p:val>
                                        </p:tav>
                                        <p:tav tm="81269">
                                          <p:val>
                                            <p:strVal val="#ppt_y-0.00226"/>
                                          </p:val>
                                        </p:tav>
                                        <p:tav tm="87215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8" dur="336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9" dur="336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0" dur="336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73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4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5" dur="336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56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556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709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20081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1184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2054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732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259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667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985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32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426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97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6" dur="336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84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373"/>
                                          </p:val>
                                        </p:tav>
                                        <p:tav tm="77304">
                                          <p:val>
                                            <p:strVal val="#ppt_y-0.00558"/>
                                          </p:val>
                                        </p:tav>
                                        <p:tav tm="81269">
                                          <p:val>
                                            <p:strVal val="#ppt_y-0.00184"/>
                                          </p:val>
                                        </p:tav>
                                        <p:tav tm="87215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7" dur="336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8" dur="336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9" dur="3363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82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3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4" dur="336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905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7905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048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383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542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517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308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2934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422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801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096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326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46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08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7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1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5" dur="336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854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1854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0722"/>
                                          </p:val>
                                        </p:tav>
                                        <p:tav tm="76313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79286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84242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6" dur="336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7" dur="336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8" dur="3363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0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91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2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3" dur="336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152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152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297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621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74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667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417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01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476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839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123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345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1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4" dur="336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905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1905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885"/>
                                          </p:val>
                                        </p:tav>
                                        <p:tav tm="75322">
                                          <p:val>
                                            <p:strVal val="#ppt_y-0.00939"/>
                                          </p:val>
                                        </p:tav>
                                        <p:tav tm="77304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80278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86224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5" dur="336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6" dur="336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7" dur="3363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9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00" dur="500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1" dur="1" fill="hold">
                                          <p:stCondLst>
                                            <p:cond delay="2967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2" dur="336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258"/>
                                          </p:val>
                                        </p:tav>
                                        <p:tav tm="71358">
                                          <p:val>
                                            <p:strVal val="#ppt_x-1.18258"/>
                                          </p:val>
                                        </p:tav>
                                        <p:tav tm="72349">
                                          <p:val>
                                            <p:strVal val="#ppt_x-1.18409"/>
                                          </p:val>
                                        </p:tav>
                                        <p:tav tm="73340">
                                          <p:val>
                                            <p:strVal val="#ppt_x-1.19795"/>
                                          </p:val>
                                        </p:tav>
                                        <p:tav tm="74331">
                                          <p:val>
                                            <p:strVal val="#ppt_x-1.20946"/>
                                          </p:val>
                                        </p:tav>
                                        <p:tav tm="75322">
                                          <p:val>
                                            <p:strVal val="#ppt_x-1.21873"/>
                                          </p:val>
                                        </p:tav>
                                        <p:tav tm="76313">
                                          <p:val>
                                            <p:strVal val="#ppt_x-1.22601"/>
                                          </p:val>
                                        </p:tav>
                                        <p:tav tm="77304">
                                          <p:val>
                                            <p:strVal val="#ppt_x-1.23166"/>
                                          </p:val>
                                        </p:tav>
                                        <p:tav tm="78295">
                                          <p:val>
                                            <p:strVal val="#ppt_x-1.23602"/>
                                          </p:val>
                                        </p:tav>
                                        <p:tav tm="79286">
                                          <p:val>
                                            <p:strVal val="#ppt_x-1.23939"/>
                                          </p:val>
                                        </p:tav>
                                        <p:tav tm="80278">
                                          <p:val>
                                            <p:strVal val="#ppt_x-1.24201"/>
                                          </p:val>
                                        </p:tav>
                                        <p:tav tm="81269">
                                          <p:val>
                                            <p:strVal val="#ppt_x-1.24404"/>
                                          </p:val>
                                        </p:tav>
                                        <p:tav tm="83251">
                                          <p:val>
                                            <p:strVal val="#ppt_x-1.24687"/>
                                          </p:val>
                                        </p:tav>
                                        <p:tav tm="86224">
                                          <p:val>
                                            <p:strVal val="#ppt_x-1.24919"/>
                                          </p:val>
                                        </p:tav>
                                        <p:tav tm="91179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99108">
                                          <p:val>
                                            <p:strVal val="#ppt_x-1.25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3" dur="336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22"/>
                                          </p:val>
                                        </p:tav>
                                        <p:tav tm="71358">
                                          <p:val>
                                            <p:strVal val="#ppt_y-0.01322"/>
                                          </p:val>
                                        </p:tav>
                                        <p:tav tm="72349">
                                          <p:val>
                                            <p:strVal val="#ppt_y-0.01302"/>
                                          </p:val>
                                        </p:tav>
                                        <p:tav tm="76313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80278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86224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99108">
                                          <p:val>
                                            <p:strVal val="#ppt_y+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4" dur="336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w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w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w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w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w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w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w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w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w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w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w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w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w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w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5" dur="336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1358">
                                          <p:val>
                                            <p:strVal val="#ppt_h*0.20201"/>
                                          </p:val>
                                        </p:tav>
                                        <p:tav tm="72349">
                                          <p:val>
                                            <p:strVal val="#ppt_h*0.22059"/>
                                          </p:val>
                                        </p:tav>
                                        <p:tav tm="73340">
                                          <p:val>
                                            <p:strVal val="#ppt_h*0.39112"/>
                                          </p:val>
                                        </p:tav>
                                        <p:tav tm="74331">
                                          <p:val>
                                            <p:strVal val="#ppt_h*0.53159"/>
                                          </p:val>
                                        </p:tav>
                                        <p:tav tm="75322">
                                          <p:val>
                                            <p:strVal val="#ppt_h*0.64256"/>
                                          </p:val>
                                        </p:tav>
                                        <p:tav tm="76313">
                                          <p:val>
                                            <p:strVal val="#ppt_h*0.7281"/>
                                          </p:val>
                                        </p:tav>
                                        <p:tav tm="77304">
                                          <p:val>
                                            <p:strVal val="#ppt_h*0.79339"/>
                                          </p:val>
                                        </p:tav>
                                        <p:tav tm="78295">
                                          <p:val>
                                            <p:strVal val="#ppt_h*0.84321"/>
                                          </p:val>
                                        </p:tav>
                                        <p:tav tm="79286">
                                          <p:val>
                                            <p:strVal val="#ppt_h*0.88139"/>
                                          </p:val>
                                        </p:tav>
                                        <p:tav tm="80278">
                                          <p:val>
                                            <p:strVal val="#ppt_h*0.91081"/>
                                          </p:val>
                                        </p:tav>
                                        <p:tav tm="81269">
                                          <p:val>
                                            <p:strVal val="#ppt_h*0.93361"/>
                                          </p:val>
                                        </p:tav>
                                        <p:tav tm="83251">
                                          <p:val>
                                            <p:strVal val="#ppt_h*0.96518"/>
                                          </p:val>
                                        </p:tav>
                                        <p:tav tm="86224">
                                          <p:val>
                                            <p:strVal val="#ppt_h*0.991"/>
                                          </p:val>
                                        </p:tav>
                                        <p:tav tm="91179">
                                          <p:val>
                                            <p:strVal val="#ppt_h*1.00686"/>
                                          </p:val>
                                        </p:tav>
                                        <p:tav tm="99108">
                                          <p:val>
                                            <p:strVal val="#ppt_h*1.01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6" dur="3363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26"/>
                                          </p:val>
                                        </p:tav>
                                        <p:tav tm="71358">
                                          <p:val>
                                            <p:fltVal val="-138.26"/>
                                          </p:val>
                                        </p:tav>
                                        <p:tav tm="72349">
                                          <p:val>
                                            <p:fltVal val="-135.04"/>
                                          </p:val>
                                        </p:tav>
                                        <p:tav tm="73340">
                                          <p:val>
                                            <p:fltVal val="-105.49"/>
                                          </p:val>
                                        </p:tav>
                                        <p:tav tm="74331">
                                          <p:val>
                                            <p:fltVal val="-81.15"/>
                                          </p:val>
                                        </p:tav>
                                        <p:tav tm="75322">
                                          <p:val>
                                            <p:fltVal val="-61.93"/>
                                          </p:val>
                                        </p:tav>
                                        <p:tav tm="76313">
                                          <p:val>
                                            <p:fltVal val="-47.11"/>
                                          </p:val>
                                        </p:tav>
                                        <p:tav tm="77304">
                                          <p:val>
                                            <p:fltVal val="-35.8"/>
                                          </p:val>
                                        </p:tav>
                                        <p:tav tm="78295">
                                          <p:val>
                                            <p:fltVal val="-27.16"/>
                                          </p:val>
                                        </p:tav>
                                        <p:tav tm="79286">
                                          <p:val>
                                            <p:fltVal val="-20.55"/>
                                          </p:val>
                                        </p:tav>
                                        <p:tav tm="80278">
                                          <p:val>
                                            <p:fltVal val="-15.45"/>
                                          </p:val>
                                        </p:tav>
                                        <p:tav tm="81269">
                                          <p:val>
                                            <p:fltVal val="-11.5"/>
                                          </p:val>
                                        </p:tav>
                                        <p:tav tm="82260">
                                          <p:val>
                                            <p:fltVal val="-8.43"/>
                                          </p:val>
                                        </p:tav>
                                        <p:tav tm="83251">
                                          <p:val>
                                            <p:fltVal val="-6.03"/>
                                          </p:val>
                                        </p:tav>
                                        <p:tav tm="84242">
                                          <p:val>
                                            <p:fltVal val="-4.16"/>
                                          </p:val>
                                        </p:tav>
                                        <p:tav tm="86224">
                                          <p:val>
                                            <p:fltVal val="-1.56"/>
                                          </p:val>
                                        </p:tav>
                                        <p:tav tm="88206">
                                          <p:val>
                                            <p:fltVal val="0"/>
                                          </p:val>
                                        </p:tav>
                                        <p:tav tm="91179">
                                          <p:val>
                                            <p:fltVal val="1.19"/>
                                          </p:val>
                                        </p:tav>
                                        <p:tav tm="99108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8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09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0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1" dur="342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059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059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622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322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75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0922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1853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582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151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593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3937"/>
                                          </p:val>
                                        </p:tav>
                                        <p:tav tm="81792">
                                          <p:val>
                                            <p:strVal val="#ppt_x-1.24207"/>
                                          </p:val>
                                        </p:tav>
                                        <p:tav tm="83739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892"/>
                                          </p:val>
                                        </p:tav>
                                        <p:tav tm="8860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82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2" dur="342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02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3902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3701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2305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72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28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79844">
                                          <p:val>
                                            <p:strVal val="#ppt_y+0.00515"/>
                                          </p:val>
                                        </p:tav>
                                        <p:tav tm="82765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85686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3" dur="342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4" dur="342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5" dur="3423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18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9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0" dur="342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981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981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544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251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696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0879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1821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56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135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581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3929"/>
                                          </p:val>
                                        </p:tav>
                                        <p:tav tm="81792">
                                          <p:val>
                                            <p:strVal val="#ppt_x-1.24201"/>
                                          </p:val>
                                        </p:tav>
                                        <p:tav tm="83739">
                                          <p:val>
                                            <p:strVal val="#ppt_x-1.2458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891"/>
                                          </p:val>
                                        </p:tav>
                                        <p:tav tm="8860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82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1" dur="342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883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3883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3675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2242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66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221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895"/>
                                          </p:val>
                                        </p:tav>
                                        <p:tav tm="79844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82765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85686">
                                          <p:val>
                                            <p:strVal val="#ppt_y+0.00057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2" dur="342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3" dur="342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4" dur="3423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6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27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8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9" dur="342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156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156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753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553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032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203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107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798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328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34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48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48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44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4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3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0" dur="342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66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866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668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1563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174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661"/>
                                          </p:val>
                                        </p:tav>
                                        <p:tav tm="79844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82765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86660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1" dur="342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2" dur="342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3" dur="3423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5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36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7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8" dur="342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778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778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353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9021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349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395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214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853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352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41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47"/>
                                          </p:val>
                                        </p:tav>
                                        <p:tav tm="81792">
                                          <p:val>
                                            <p:strVal val="#ppt_x-1.24286"/>
                                          </p:val>
                                        </p:tav>
                                        <p:tav tm="83739">
                                          <p:val>
                                            <p:strVal val="#ppt_x-1.24623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2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4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9" dur="342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99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3699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3571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2095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1283"/>
                                          </p:val>
                                        </p:tav>
                                        <p:tav tm="79844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81792">
                                          <p:val>
                                            <p:strVal val="#ppt_y+0.00425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87634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0" dur="342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1" dur="342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2" dur="3423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45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6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7" dur="342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91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491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066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762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14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23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1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771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293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17"/>
                                          </p:val>
                                        </p:tav>
                                        <p:tav tm="81792">
                                          <p:val>
                                            <p:strVal val="#ppt_x-1.24265"/>
                                          </p:val>
                                        </p:tav>
                                        <p:tav tm="83739">
                                          <p:val>
                                            <p:strVal val="#ppt_x-1.24613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6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8" dur="342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32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3632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3475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2366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438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837"/>
                                          </p:val>
                                        </p:tav>
                                        <p:tav tm="80818">
                                          <p:val>
                                            <p:strVal val="#ppt_y+0.00475"/>
                                          </p:val>
                                        </p:tav>
                                        <p:tav tm="83739">
                                          <p:val>
                                            <p:strVal val="#ppt_y+0.00184"/>
                                          </p:val>
                                        </p:tav>
                                        <p:tav tm="86660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9" dur="342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0" dur="342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1" dur="3423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54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5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6" dur="342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37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437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035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808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239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35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22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88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386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75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77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495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51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7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1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7" dur="342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24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924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755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087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643"/>
                                          </p:val>
                                        </p:tav>
                                        <p:tav tm="80818">
                                          <p:val>
                                            <p:strVal val="#ppt_y+0.0037"/>
                                          </p:val>
                                        </p:tav>
                                        <p:tav tm="83739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86660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8" dur="342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9" dur="342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0" dur="3423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2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63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4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5" dur="342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923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923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538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9318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696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737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52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112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563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909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77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49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77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6" dur="342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512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512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391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485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978"/>
                                          </p:val>
                                        </p:tav>
                                        <p:tav tm="79844">
                                          <p:val>
                                            <p:strVal val="#ppt_y+0.00603"/>
                                          </p:val>
                                        </p:tav>
                                        <p:tav tm="81792">
                                          <p:val>
                                            <p:strVal val="#ppt_y+0.00351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87634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7" dur="342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8" dur="342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9" dur="3423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1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72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4" dur="342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912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912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521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9286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65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697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483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08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537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888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61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4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72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5" dur="342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67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667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546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57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1022"/>
                                          </p:val>
                                        </p:tav>
                                        <p:tav tm="79844">
                                          <p:val>
                                            <p:strVal val="#ppt_y+0.00626"/>
                                          </p:val>
                                        </p:tav>
                                        <p:tav tm="81792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87634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6" dur="342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7" dur="342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8" dur="3423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81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2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3" dur="342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76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476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092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918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376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49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348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989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476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847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33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27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67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4" dur="342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83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383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215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139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872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80818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83739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8763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5" dur="342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6" dur="342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7" dur="3423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90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1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2" dur="342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773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773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424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9333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80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895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687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268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698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4021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267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603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805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3" dur="342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6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136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215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0919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783"/>
                                          </p:val>
                                        </p:tav>
                                        <p:tav tm="82765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88608">
                                          <p:val>
                                            <p:strVal val="#ppt_y+0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4" dur="342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5" dur="342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6" dur="3423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8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99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0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1" dur="342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739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739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375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9239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69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776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579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175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622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96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22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75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91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22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2" dur="342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19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1819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675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522"/>
                                          </p:val>
                                        </p:tav>
                                        <p:tav tm="81792">
                                          <p:val>
                                            <p:strVal val="#ppt_y+0.00246"/>
                                          </p:val>
                                        </p:tav>
                                        <p:tav tm="87634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3" dur="342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4" dur="342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5" dur="3423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7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08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9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0" dur="342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83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483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7112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981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465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593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437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067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54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899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74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51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79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1" dur="342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58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1958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788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354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854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549"/>
                                          </p:val>
                                        </p:tav>
                                        <p:tav tm="80818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87634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2" dur="342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3" dur="342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4" dur="3423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6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17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8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9" dur="342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072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072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718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677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263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475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374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038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53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899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79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57"/>
                                          </p:val>
                                        </p:tav>
                                        <p:tav tm="85686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0555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0" dur="342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353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1" dur="342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2" dur="342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3" dur="3423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5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26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7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8" dur="342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201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201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847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794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35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545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425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3074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556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918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92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64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86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9" dur="342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98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1398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456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0" dur="342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1" dur="342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2" dur="3423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4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35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6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7" dur="342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127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6127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756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659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205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39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295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965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468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848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138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33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71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0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8" dur="342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76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1876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668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125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779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421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248"/>
                                          </p:val>
                                        </p:tav>
                                        <p:tav tm="85686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9" dur="342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0" dur="342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1" dur="3423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3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44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5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6" dur="342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535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535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149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057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67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0967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1958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708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274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02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3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475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43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4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2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7" dur="342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35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235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969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208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688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376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81792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99318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8" dur="342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9" dur="342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0" dur="3423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2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53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4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5" dur="342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76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76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38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287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879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133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088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807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349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59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71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497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53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8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6" dur="342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9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09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1846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168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716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441"/>
                                          </p:val>
                                        </p:tav>
                                        <p:tav tm="77897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83739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7" dur="342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8" dur="342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9" dur="3423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1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62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3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4" dur="342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967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967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582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455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20001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21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14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84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369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71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79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5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54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8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5" dur="342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87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287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066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0998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7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85686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6" dur="342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7" dur="342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8" dur="3423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0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71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2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3" dur="342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557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557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125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7888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416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067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1682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465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07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537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3899"/>
                                          </p:val>
                                        </p:tav>
                                        <p:tav tm="81792">
                                          <p:val>
                                            <p:strVal val="#ppt_x-1.2418"/>
                                          </p:val>
                                        </p:tav>
                                        <p:tav tm="83739">
                                          <p:val>
                                            <p:strVal val="#ppt_x-1.2457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889"/>
                                          </p:val>
                                        </p:tav>
                                        <p:tav tm="8860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84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4" dur="342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4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364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3386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2531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1789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123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841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4"/>
                                          </p:val>
                                        </p:tav>
                                        <p:tav tm="80818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5" dur="342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6" dur="342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7" dur="3423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9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80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1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2" dur="342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605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605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195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021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582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0847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1837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597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179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624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3967"/>
                                          </p:val>
                                        </p:tav>
                                        <p:tav tm="81792">
                                          <p:val>
                                            <p:strVal val="#ppt_x-1.24232"/>
                                          </p:val>
                                        </p:tav>
                                        <p:tav tm="83739">
                                          <p:val>
                                            <p:strVal val="#ppt_x-1.24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897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8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3" dur="342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87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987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733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941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873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581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80818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4" dur="342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5" dur="342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6" dur="3423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8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89" dur="500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0" dur="1" fill="hold">
                                          <p:stCondLst>
                                            <p:cond delay="3033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1" dur="342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929"/>
                                          </p:val>
                                        </p:tav>
                                        <p:tav tm="72055">
                                          <p:val>
                                            <p:strVal val="#ppt_x-1.15929"/>
                                          </p:val>
                                        </p:tav>
                                        <p:tav tm="73028">
                                          <p:val>
                                            <p:strVal val="#ppt_x-1.16526"/>
                                          </p:val>
                                        </p:tav>
                                        <p:tav tm="74002">
                                          <p:val>
                                            <p:strVal val="#ppt_x-1.18347"/>
                                          </p:val>
                                        </p:tav>
                                        <p:tav tm="74976">
                                          <p:val>
                                            <p:strVal val="#ppt_x-1.19867"/>
                                          </p:val>
                                        </p:tav>
                                        <p:tav tm="75949">
                                          <p:val>
                                            <p:strVal val="#ppt_x-1.2107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1.22016"/>
                                          </p:val>
                                        </p:tav>
                                        <p:tav tm="77897">
                                          <p:val>
                                            <p:strVal val="#ppt_x-1.22734"/>
                                          </p:val>
                                        </p:tav>
                                        <p:tav tm="78870">
                                          <p:val>
                                            <p:strVal val="#ppt_x-1.23281"/>
                                          </p:val>
                                        </p:tav>
                                        <p:tav tm="79844">
                                          <p:val>
                                            <p:strVal val="#ppt_x-1.23701"/>
                                          </p:val>
                                        </p:tav>
                                        <p:tav tm="80818">
                                          <p:val>
                                            <p:strVal val="#ppt_x-1.24024"/>
                                          </p:val>
                                        </p:tav>
                                        <p:tav tm="82765">
                                          <p:val>
                                            <p:strVal val="#ppt_x-1.24469"/>
                                          </p:val>
                                        </p:tav>
                                        <p:tav tm="84713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86660">
                                          <p:val>
                                            <p:strVal val="#ppt_x-1.24902"/>
                                          </p:val>
                                        </p:tav>
                                        <p:tav tm="91529">
                                          <p:val>
                                            <p:strVal val="#ppt_x-1.25074"/>
                                          </p:val>
                                        </p:tav>
                                        <p:tav tm="99318">
                                          <p:val>
                                            <p:strVal val="#ppt_x-1.25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2" dur="342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13"/>
                                          </p:val>
                                        </p:tav>
                                        <p:tav tm="72055">
                                          <p:val>
                                            <p:strVal val="#ppt_y+0.02813"/>
                                          </p:val>
                                        </p:tav>
                                        <p:tav tm="73028">
                                          <p:val>
                                            <p:strVal val="#ppt_y+0.02592"/>
                                          </p:val>
                                        </p:tav>
                                        <p:tav tm="74002">
                                          <p:val>
                                            <p:strVal val="#ppt_y+0.01917"/>
                                          </p:val>
                                        </p:tav>
                                        <p:tav tm="74976">
                                          <p:val>
                                            <p:strVal val="#ppt_y+0.01381"/>
                                          </p:val>
                                        </p:tav>
                                        <p:tav tm="75949">
                                          <p:val>
                                            <p:strVal val="#ppt_y+0.00989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78870">
                                          <p:val>
                                            <p:strVal val="#ppt_y+0.00378"/>
                                          </p:val>
                                        </p:tav>
                                        <p:tav tm="81792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84713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99318">
                                          <p:val>
                                            <p:strVal val="#ppt_y-0.0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3" dur="342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w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w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w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w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w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w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w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w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w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w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w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w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w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4" dur="342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2055">
                                          <p:val>
                                            <p:strVal val="#ppt_h*0.15946"/>
                                          </p:val>
                                        </p:tav>
                                        <p:tav tm="73028">
                                          <p:val>
                                            <p:strVal val="#ppt_h*0.21728"/>
                                          </p:val>
                                        </p:tav>
                                        <p:tav tm="74002">
                                          <p:val>
                                            <p:strVal val="#ppt_h*0.39064"/>
                                          </p:val>
                                        </p:tav>
                                        <p:tav tm="74976">
                                          <p:val>
                                            <p:strVal val="#ppt_h*0.53207"/>
                                          </p:val>
                                        </p:tav>
                                        <p:tav tm="75949">
                                          <p:val>
                                            <p:strVal val="#ppt_h*0.64309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72841"/>
                                          </p:val>
                                        </p:tav>
                                        <p:tav tm="77897">
                                          <p:val>
                                            <p:strVal val="#ppt_h*0.7935"/>
                                          </p:val>
                                        </p:tav>
                                        <p:tav tm="78870">
                                          <p:val>
                                            <p:strVal val="#ppt_h*0.8432"/>
                                          </p:val>
                                        </p:tav>
                                        <p:tav tm="79844">
                                          <p:val>
                                            <p:strVal val="#ppt_h*0.88132"/>
                                          </p:val>
                                        </p:tav>
                                        <p:tav tm="80818">
                                          <p:val>
                                            <p:strVal val="#ppt_h*0.91073"/>
                                          </p:val>
                                        </p:tav>
                                        <p:tav tm="82765">
                                          <p:val>
                                            <p:strVal val="#ppt_h*0.9513"/>
                                          </p:val>
                                        </p:tav>
                                        <p:tav tm="84713">
                                          <p:val>
                                            <p:strVal val="#ppt_h*0.97599"/>
                                          </p:val>
                                        </p:tav>
                                        <p:tav tm="86660">
                                          <p:val>
                                            <p:strVal val="#ppt_h*0.99101"/>
                                          </p:val>
                                        </p:tav>
                                        <p:tav tm="91529">
                                          <p:val>
                                            <p:strVal val="#ppt_h*1.0068"/>
                                          </p:val>
                                        </p:tav>
                                        <p:tav tm="99318">
                                          <p:val>
                                            <p:strVal val="#ppt_h*1.00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5" dur="342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6"/>
                                          </p:val>
                                        </p:tav>
                                        <p:tav tm="72055">
                                          <p:val>
                                            <p:fltVal val="118.6"/>
                                          </p:val>
                                        </p:tav>
                                        <p:tav tm="73028">
                                          <p:val>
                                            <p:fltVal val="110.44"/>
                                          </p:val>
                                        </p:tav>
                                        <p:tav tm="74002">
                                          <p:val>
                                            <p:fltVal val="85.98"/>
                                          </p:val>
                                        </p:tav>
                                        <p:tav tm="74976">
                                          <p:val>
                                            <p:fltVal val="66.03"/>
                                          </p:val>
                                        </p:tav>
                                        <p:tav tm="75949">
                                          <p:val>
                                            <p:fltVal val="50.36"/>
                                          </p:val>
                                        </p:tav>
                                        <p:tav tm="76923">
                                          <p:val>
                                            <p:fltVal val="38.32"/>
                                          </p:val>
                                        </p:tav>
                                        <p:tav tm="77897">
                                          <p:val>
                                            <p:fltVal val="29.14"/>
                                          </p:val>
                                        </p:tav>
                                        <p:tav tm="78870">
                                          <p:val>
                                            <p:fltVal val="22.13"/>
                                          </p:val>
                                        </p:tav>
                                        <p:tav tm="79844">
                                          <p:val>
                                            <p:fltVal val="16.75"/>
                                          </p:val>
                                        </p:tav>
                                        <p:tav tm="80818">
                                          <p:val>
                                            <p:fltVal val="12.6"/>
                                          </p:val>
                                        </p:tav>
                                        <p:tav tm="81792">
                                          <p:val>
                                            <p:fltVal val="9.38"/>
                                          </p:val>
                                        </p:tav>
                                        <p:tav tm="82765">
                                          <p:val>
                                            <p:fltVal val="6.87"/>
                                          </p:val>
                                        </p:tav>
                                        <p:tav tm="84713">
                                          <p:val>
                                            <p:fltVal val="3.39"/>
                                          </p:val>
                                        </p:tav>
                                        <p:tav tm="86660">
                                          <p:val>
                                            <p:fltVal val="1.27"/>
                                          </p:val>
                                        </p:tav>
                                        <p:tav tm="88608">
                                          <p:val>
                                            <p:fltVal val="0"/>
                                          </p:val>
                                        </p:tav>
                                        <p:tav tm="91529">
                                          <p:val>
                                            <p:fltVal val="-0.96"/>
                                          </p:val>
                                        </p:tav>
                                        <p:tav tm="99318">
                                          <p:val>
                                            <p:fltVal val="-1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7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98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9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0" dur="348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80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8806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434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601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607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421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052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532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895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17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8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66"/>
                                          </p:val>
                                        </p:tav>
                                        <p:tav tm="85167">
                                          <p:val>
                                            <p:strVal val="#ppt_x-1.24836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1" dur="348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571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571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042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4136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364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2129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1288"/>
                                          </p:val>
                                        </p:tav>
                                        <p:tav tm="81340">
                                          <p:val>
                                            <p:strVal val="#ppt_y+0.00751"/>
                                          </p:val>
                                        </p:tav>
                                        <p:tav tm="84211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2" dur="348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3" dur="348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4" dur="3483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6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07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8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9" dur="348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8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88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42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57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566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378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013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498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867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148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63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56"/>
                                          </p:val>
                                        </p:tav>
                                        <p:tav tm="85167">
                                          <p:val>
                                            <p:strVal val="#ppt_x-1.24831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0" dur="348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423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423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889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995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25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2069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1259"/>
                                          </p:val>
                                        </p:tav>
                                        <p:tav tm="81340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84211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1" dur="348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2" dur="348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3" dur="3483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5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16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7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8" dur="348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54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254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889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015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936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661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22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646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972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222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15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82"/>
                                          </p:val>
                                        </p:tav>
                                        <p:tav tm="85167">
                                          <p:val>
                                            <p:strVal val="#ppt_x-1.24843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4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9" dur="348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45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45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85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79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932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256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73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324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768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0" dur="348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1" dur="348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2" dur="3483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4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25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6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7" dur="348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051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051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731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982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01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794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372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793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103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332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504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34"/>
                                          </p:val>
                                        </p:tav>
                                        <p:tav tm="86124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90909">
                                          <p:val>
                                            <p:strVal val="#ppt_x-1.25027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8" dur="348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432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6432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889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864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3012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2314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764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1337"/>
                                          </p:val>
                                        </p:tav>
                                        <p:tav tm="81340">
                                          <p:val>
                                            <p:strVal val="#ppt_y+0.00756"/>
                                          </p:val>
                                        </p:tav>
                                        <p:tav tm="84211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9" dur="348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0" dur="348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1" dur="3483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3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34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5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6" dur="348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033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033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689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889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886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665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253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691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018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264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51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04"/>
                                          </p:val>
                                        </p:tav>
                                        <p:tav tm="86124">
                                          <p:val>
                                            <p:strVal val="#ppt_x-1.24907"/>
                                          </p:val>
                                        </p:tav>
                                        <p:tav tm="90909">
                                          <p:val>
                                            <p:strVal val="#ppt_x-1.25031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7" dur="348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982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982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427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4414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518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755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2131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81340">
                                          <p:val>
                                            <p:strVal val="#ppt_y+0.00714"/>
                                          </p:val>
                                        </p:tav>
                                        <p:tav tm="84211">
                                          <p:val>
                                            <p:strVal val="#ppt_y+0.00278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8" dur="348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9" dur="348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0" dur="3483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2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43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4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5" dur="348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89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289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941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099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036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76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308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721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033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27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52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02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5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1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6" dur="348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53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753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148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4056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14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404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831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391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796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325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7" dur="348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8" dur="348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9" dur="3483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1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52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3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4" dur="348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11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611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303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507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431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3105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591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944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206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402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552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57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5" dur="348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27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6327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686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4442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352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484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83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738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90909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6" dur="348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7" dur="348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8" dur="3483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61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2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3" dur="348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52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526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216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426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366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3056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556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92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391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544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53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34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4" dur="348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3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633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711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4498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3426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561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411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778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307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0909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5" dur="348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6" dur="348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7" dur="3483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9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70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1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2" dur="348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5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56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219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356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243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914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418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797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086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307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78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14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3" dur="348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1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71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067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879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905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158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604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668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0909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4" dur="348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5" dur="348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6" dur="3483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8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79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0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1" dur="348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0011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20011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692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818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64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3226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652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97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398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48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53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36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2" dur="348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871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871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148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788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683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876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318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0935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0671"/>
                                          </p:val>
                                        </p:tav>
                                        <p:tav tm="82297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85167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89952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3" dur="348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4" dur="348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5" dur="3483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7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88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9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0" dur="348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83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837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514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654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506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3127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582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92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374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4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36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1" dur="348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893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893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52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902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833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034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463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061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297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85167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89952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2" dur="348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3" dur="348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4" dur="3483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897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8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9" dur="348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9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696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354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473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33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973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455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82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099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314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82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716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0" dur="348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62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62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951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719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729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991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458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075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592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1" dur="348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2" dur="348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3" dur="3483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5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06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7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8" dur="348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868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868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493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52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295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89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354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72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238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2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78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9" dur="348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917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4917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189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294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032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42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013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0545"/>
                                          </p:val>
                                        </p:tav>
                                        <p:tav tm="82297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0" dur="348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1" dur="348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2" dur="348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4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15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6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7" dur="348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875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875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511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559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347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944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404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763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267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42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91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2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4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8" dur="348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10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10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384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12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178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528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091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0582"/>
                                          </p:val>
                                        </p:tav>
                                        <p:tav tm="82297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9" dur="348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0" dur="348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1" dur="348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3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24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5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6" dur="348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7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676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305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365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2188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824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317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701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4001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236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421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81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7" dur="348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417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226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33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694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0695"/>
                                          </p:val>
                                        </p:tav>
                                        <p:tav tm="82297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8" dur="348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9" dur="348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0" dur="3483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2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33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4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5" dur="348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36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367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955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964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795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478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032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474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825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19"/>
                                          </p:val>
                                        </p:tav>
                                        <p:tav tm="82297">
                                          <p:val>
                                            <p:strVal val="#ppt_x-1.2449"/>
                                          </p:val>
                                        </p:tav>
                                        <p:tav tm="84211">
                                          <p:val>
                                            <p:strVal val="#ppt_x-1.24731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6" dur="348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49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449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3841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2799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08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582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0949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7" dur="348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8" dur="348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9" dur="3483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1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42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3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4" dur="348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475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475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075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097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921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586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119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543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878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49"/>
                                          </p:val>
                                        </p:tav>
                                        <p:tav tm="82297">
                                          <p:val>
                                            <p:strVal val="#ppt_x-1.24513"/>
                                          </p:val>
                                        </p:tav>
                                        <p:tav tm="84211">
                                          <p:val>
                                            <p:strVal val="#ppt_x-1.24743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5" dur="348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662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4662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3992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2901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128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591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209"/>
                                          </p:val>
                                        </p:tav>
                                        <p:tav tm="79426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82297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86124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9090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6" dur="348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7" dur="348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8" dur="348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0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51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2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3" dur="348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439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439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20057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1124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982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662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196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613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937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19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88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64"/>
                                          </p:val>
                                        </p:tav>
                                        <p:tav tm="85167">
                                          <p:val>
                                            <p:strVal val="#ppt_x-1.24834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4" dur="348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038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038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385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284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455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848"/>
                                          </p:val>
                                        </p:tav>
                                        <p:tav tm="77512">
                                          <p:val>
                                            <p:strVal val="#ppt_y+0.01402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068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5" dur="348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6" dur="348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7" dur="3483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9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60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1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2" dur="348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87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8787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371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448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398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199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2846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354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748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052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288"/>
                                          </p:val>
                                        </p:tav>
                                        <p:tav tm="82297">
                                          <p:val>
                                            <p:strVal val="#ppt_x-1.2447"/>
                                          </p:val>
                                        </p:tav>
                                        <p:tav tm="84211">
                                          <p:val>
                                            <p:strVal val="#ppt_x-1.24723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3" dur="348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772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4772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221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372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741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229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43"/>
                                          </p:val>
                                        </p:tav>
                                        <p:tav tm="81340">
                                          <p:val>
                                            <p:strVal val="#ppt_y+0.00672"/>
                                          </p:val>
                                        </p:tav>
                                        <p:tav tm="84211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88038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4" dur="348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5" dur="348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6" dur="3483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8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69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0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1" dur="348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096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096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688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741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635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376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2971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441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808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094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16"/>
                                          </p:val>
                                        </p:tav>
                                        <p:tav tm="82297">
                                          <p:val>
                                            <p:strVal val="#ppt_x-1.2449"/>
                                          </p:val>
                                        </p:tav>
                                        <p:tav tm="84211">
                                          <p:val>
                                            <p:strVal val="#ppt_x-1.24732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1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2" dur="348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733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4733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129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171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474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1949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729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1866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3" dur="348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4" dur="348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5" dur="348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7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978" dur="500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9" dur="1" fill="hold">
                                          <p:stCondLst>
                                            <p:cond delay="3067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0" dur="348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38"/>
                                          </p:val>
                                        </p:tav>
                                        <p:tav tm="72727">
                                          <p:val>
                                            <p:strVal val="#ppt_x-1.19238"/>
                                          </p:val>
                                        </p:tav>
                                        <p:tav tm="73684">
                                          <p:val>
                                            <p:strVal val="#ppt_x-1.19852"/>
                                          </p:val>
                                        </p:tav>
                                        <p:tav tm="74641">
                                          <p:val>
                                            <p:strVal val="#ppt_x-1.20934"/>
                                          </p:val>
                                        </p:tav>
                                        <p:tav tm="75598">
                                          <p:val>
                                            <p:strVal val="#ppt_x-1.21828"/>
                                          </p:val>
                                        </p:tav>
                                        <p:tav tm="76555">
                                          <p:val>
                                            <p:strVal val="#ppt_x-1.22548"/>
                                          </p:val>
                                        </p:tav>
                                        <p:tav tm="77512">
                                          <p:val>
                                            <p:strVal val="#ppt_x-1.23115"/>
                                          </p:val>
                                        </p:tav>
                                        <p:tav tm="78469">
                                          <p:val>
                                            <p:strVal val="#ppt_x-1.23556"/>
                                          </p:val>
                                        </p:tav>
                                        <p:tav tm="79426">
                                          <p:val>
                                            <p:strVal val="#ppt_x-1.23898"/>
                                          </p:val>
                                        </p:tav>
                                        <p:tav tm="80383">
                                          <p:val>
                                            <p:strVal val="#ppt_x-1.24163"/>
                                          </p:val>
                                        </p:tav>
                                        <p:tav tm="81340">
                                          <p:val>
                                            <p:strVal val="#ppt_x-1.24369"/>
                                          </p:val>
                                        </p:tav>
                                        <p:tav tm="83254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85167">
                                          <p:val>
                                            <p:strVal val="#ppt_x-1.2483"/>
                                          </p:val>
                                        </p:tav>
                                        <p:tav tm="87081">
                                          <p:val>
                                            <p:strVal val="#ppt_x-1.24936"/>
                                          </p:val>
                                        </p:tav>
                                        <p:tav tm="91866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1" dur="348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063"/>
                                          </p:val>
                                        </p:tav>
                                        <p:tav tm="72727">
                                          <p:val>
                                            <p:strVal val="#ppt_y+0.05063"/>
                                          </p:val>
                                        </p:tav>
                                        <p:tav tm="73684">
                                          <p:val>
                                            <p:strVal val="#ppt_y+0.04445"/>
                                          </p:val>
                                        </p:tav>
                                        <p:tav tm="74641">
                                          <p:val>
                                            <p:strVal val="#ppt_y+0.03415"/>
                                          </p:val>
                                        </p:tav>
                                        <p:tav tm="75598">
                                          <p:val>
                                            <p:strVal val="#ppt_y+0.02629"/>
                                          </p:val>
                                        </p:tav>
                                        <p:tav tm="76555">
                                          <p:val>
                                            <p:strVal val="#ppt_y+0.0203"/>
                                          </p:val>
                                        </p:tav>
                                        <p:tav tm="78469">
                                          <p:val>
                                            <p:strVal val="#ppt_y+0.01212"/>
                                          </p:val>
                                        </p:tav>
                                        <p:tav tm="80383">
                                          <p:val>
                                            <p:strVal val="#ppt_y+0.00714"/>
                                          </p:val>
                                        </p:tav>
                                        <p:tav tm="83254">
                                          <p:val>
                                            <p:strVal val="#ppt_y+0.003"/>
                                          </p:val>
                                        </p:tav>
                                        <p:tav tm="87081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99522">
                                          <p:val>
                                            <p:strVal val="#ppt_y-0.000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2" dur="348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w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w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w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w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w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w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w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w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w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w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w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w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3" dur="348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2727">
                                          <p:val>
                                            <p:strVal val="#ppt_h*0.23271"/>
                                          </p:val>
                                        </p:tav>
                                        <p:tav tm="73684">
                                          <p:val>
                                            <p:strVal val="#ppt_h*0.31933"/>
                                          </p:val>
                                        </p:tav>
                                        <p:tav tm="74641">
                                          <p:val>
                                            <p:strVal val="#ppt_h*0.47173"/>
                                          </p:val>
                                        </p:tav>
                                        <p:tav tm="75598">
                                          <p:val>
                                            <p:strVal val="#ppt_h*0.59494"/>
                                          </p:val>
                                        </p:tav>
                                        <p:tav tm="76555">
                                          <p:val>
                                            <p:strVal val="#ppt_h*0.69113"/>
                                          </p:val>
                                        </p:tav>
                                        <p:tav tm="77512">
                                          <p:val>
                                            <p:strVal val="#ppt_h*0.76487"/>
                                          </p:val>
                                        </p:tav>
                                        <p:tav tm="78469">
                                          <p:val>
                                            <p:strVal val="#ppt_h*0.82111"/>
                                          </p:val>
                                        </p:tav>
                                        <p:tav tm="79426">
                                          <p:val>
                                            <p:strVal val="#ppt_h*0.86408"/>
                                          </p:val>
                                        </p:tav>
                                        <p:tav tm="80383">
                                          <p:val>
                                            <p:strVal val="#ppt_h*0.89708"/>
                                          </p:val>
                                        </p:tav>
                                        <p:tav tm="81340">
                                          <p:val>
                                            <p:strVal val="#ppt_h*0.92256"/>
                                          </p:val>
                                        </p:tav>
                                        <p:tav tm="83254">
                                          <p:val>
                                            <p:strVal val="#ppt_h*0.95776"/>
                                          </p:val>
                                        </p:tav>
                                        <p:tav tm="8516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87081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91866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522">
                                          <p:val>
                                            <p:strVal val="#ppt_h*1.008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4" dur="348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26"/>
                                          </p:val>
                                        </p:tav>
                                        <p:tav tm="72727">
                                          <p:val>
                                            <p:fltVal val="-158.26"/>
                                          </p:val>
                                        </p:tav>
                                        <p:tav tm="73684">
                                          <p:val>
                                            <p:fltVal val="-140.4"/>
                                          </p:val>
                                        </p:tav>
                                        <p:tav tm="74641">
                                          <p:val>
                                            <p:fltVal val="-108.96"/>
                                          </p:val>
                                        </p:tav>
                                        <p:tav tm="75598">
                                          <p:val>
                                            <p:fltVal val="-83.55"/>
                                          </p:val>
                                        </p:tav>
                                        <p:tav tm="76555">
                                          <p:val>
                                            <p:fltVal val="-63.71"/>
                                          </p:val>
                                        </p:tav>
                                        <p:tav tm="77512">
                                          <p:val>
                                            <p:fltVal val="-48.5"/>
                                          </p:val>
                                        </p:tav>
                                        <p:tav tm="78469">
                                          <p:val>
                                            <p:fltVal val="-36.9"/>
                                          </p:val>
                                        </p:tav>
                                        <p:tav tm="79426">
                                          <p:val>
                                            <p:fltVal val="-28.04"/>
                                          </p:val>
                                        </p:tav>
                                        <p:tav tm="80383">
                                          <p:val>
                                            <p:fltVal val="-21.23"/>
                                          </p:val>
                                        </p:tav>
                                        <p:tav tm="81340">
                                          <p:val>
                                            <p:fltVal val="-15.97"/>
                                          </p:val>
                                        </p:tav>
                                        <p:tav tm="82297">
                                          <p:val>
                                            <p:fltVal val="-11.89"/>
                                          </p:val>
                                        </p:tav>
                                        <p:tav tm="83254">
                                          <p:val>
                                            <p:fltVal val="-8.71"/>
                                          </p:val>
                                        </p:tav>
                                        <p:tav tm="85167">
                                          <p:val>
                                            <p:fltVal val="-4.29"/>
                                          </p:val>
                                        </p:tav>
                                        <p:tav tm="87081">
                                          <p:val>
                                            <p:fltVal val="-1.6"/>
                                          </p:val>
                                        </p:tav>
                                        <p:tav tm="88995">
                                          <p:val>
                                            <p:fltVal val="0"/>
                                          </p:val>
                                        </p:tav>
                                        <p:tav tm="91866">
                                          <p:val>
                                            <p:fltVal val="1.21"/>
                                          </p:val>
                                        </p:tav>
                                        <p:tav tm="99522">
                                          <p:val>
                                            <p:fltVal val="1.7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6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7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88" dur="294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28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4328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4089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2882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992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373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949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659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9" dur="294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29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4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0" dur="294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441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673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318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4625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24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782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55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165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6009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822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303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89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89468">
                                          <p:val>
                                            <p:strVal val="#ppt_w*0.99863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1" dur="294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441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673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318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4625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24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782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55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6009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822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03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89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2" dur="294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0"/>
                                          </p:val>
                                        </p:tav>
                                        <p:tav tm="35108">
                                          <p:val>
                                            <p:fltVal val="40"/>
                                          </p:val>
                                        </p:tav>
                                        <p:tav tm="36240">
                                          <p:val>
                                            <p:fltVal val="37.79"/>
                                          </p:val>
                                        </p:tav>
                                        <p:tav tm="37373">
                                          <p:val>
                                            <p:fltVal val="26.63"/>
                                          </p:val>
                                        </p:tav>
                                        <p:tav tm="38505">
                                          <p:val>
                                            <p:fltVal val="18.41"/>
                                          </p:val>
                                        </p:tav>
                                        <p:tav tm="39638">
                                          <p:val>
                                            <p:fltVal val="12.69"/>
                                          </p:val>
                                        </p:tav>
                                        <p:tav tm="40770">
                                          <p:val>
                                            <p:fltVal val="8.77"/>
                                          </p:val>
                                        </p:tav>
                                        <p:tav tm="41903">
                                          <p:val>
                                            <p:fltVal val="6.09"/>
                                          </p:val>
                                        </p:tav>
                                        <p:tav tm="43035">
                                          <p:val>
                                            <p:fltVal val="4.22"/>
                                          </p:val>
                                        </p:tav>
                                        <p:tav tm="45300">
                                          <p:val>
                                            <p:fltVal val="2"/>
                                          </p:val>
                                        </p:tav>
                                        <p:tav tm="47565">
                                          <p:val>
                                            <p:fltVal val="0.89"/>
                                          </p:val>
                                        </p:tav>
                                        <p:tav tm="54360">
                                          <p:val>
                                            <p:fltVal val="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5" dur="294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6" dur="294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1034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1002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06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7" dur="294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8" dur="294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1" dur="294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2" dur="294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19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71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571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754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669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69083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33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2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3" dur="294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4" dur="294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7" dur="294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8" dur="294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6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164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04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35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644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9" dur="294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0" dur="294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3" dur="294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4" dur="294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23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2423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182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553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0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6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5" dur="294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6" dur="294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9" dur="294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523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0" dur="294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23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2423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182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553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0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6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1" dur="294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2" dur="294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5" dur="294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523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6" dur="294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6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164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04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35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644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7" dur="294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8" dur="294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1" dur="294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34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534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511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2" dur="294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19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71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571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754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669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69083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33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2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3" dur="294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4" dur="294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7" dur="294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573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548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7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62288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8" dur="294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39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283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273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122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604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87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8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0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9" dur="294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0" dur="294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3" dur="294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4" dur="294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256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256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128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421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6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1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5" dur="294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6" dur="294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9" dur="294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0" dur="294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8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2284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2198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172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3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9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61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1" dur="294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2" dur="294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5" dur="294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82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82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785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589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1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6" dur="294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17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117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2995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322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128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1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9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7" dur="294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8" dur="294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1" dur="294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2" dur="294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228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4228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4059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312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874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774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294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84"/>
                                          </p:val>
                                        </p:tav>
                                        <p:tav tm="69083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46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2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3" dur="294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4" dur="294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7" dur="294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95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495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74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8" dur="294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06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4506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4324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3319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98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808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336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376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91"/>
                                          </p:val>
                                        </p:tav>
                                        <p:tav tm="69083">
                                          <p:val>
                                            <p:strVal val="#ppt_y+0.0027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5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2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9" dur="294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0" dur="294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3" dur="294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673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86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2288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4" dur="294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26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626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483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687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632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7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37"/>
                                          </p:val>
                                        </p:tav>
                                        <p:tav tm="69083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931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5" dur="294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w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w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w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6" dur="294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0431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2817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598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77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1.0619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1.1492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1.1588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1.1235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1.0254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28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7679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69083">
                                          <p:val>
                                            <p:strVal val="#ppt_h*1.00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8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9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80" dur="294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802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280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2267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158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089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751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521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361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0023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1" dur="294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47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4547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371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2636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1869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1341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981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732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19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1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9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03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2" dur="294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3527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5490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6891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854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513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968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2853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08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7767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085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4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3" dur="294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3527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5490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6891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854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513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9683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2853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08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7767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085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42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4" dur="294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"/>
                                          </p:val>
                                        </p:tav>
                                        <p:tav tm="41903">
                                          <p:val>
                                            <p:fltVal val="4"/>
                                          </p:val>
                                        </p:tav>
                                        <p:tav tm="46433">
                                          <p:val>
                                            <p:fltVal val="1.07"/>
                                          </p:val>
                                        </p:tav>
                                        <p:tav tm="53228">
                                          <p:val>
                                            <p:fltVal val="0.1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6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7" dur="333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88" dur="294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888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1321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911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629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302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9" dur="294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889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12889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1104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771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527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3585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243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63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083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694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227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5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1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98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0" dur="294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30937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168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6667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701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4084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895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2341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472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58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8999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1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1" dur="294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30937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168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6667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701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4084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895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2341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4721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58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393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1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2" dur="294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3"/>
                                          </p:val>
                                        </p:tav>
                                        <p:tav tm="38505">
                                          <p:val>
                                            <p:fltVal val="63"/>
                                          </p:val>
                                        </p:tav>
                                        <p:tav tm="39638">
                                          <p:val>
                                            <p:fltVal val="54.39"/>
                                          </p:val>
                                        </p:tav>
                                        <p:tav tm="40770">
                                          <p:val>
                                            <p:fltVal val="38.05"/>
                                          </p:val>
                                        </p:tav>
                                        <p:tav tm="41903">
                                          <p:val>
                                            <p:fltVal val="26.25"/>
                                          </p:val>
                                        </p:tav>
                                        <p:tav tm="43035">
                                          <p:val>
                                            <p:fltVal val="18.1"/>
                                          </p:val>
                                        </p:tav>
                                        <p:tav tm="44168">
                                          <p:val>
                                            <p:fltVal val="12.53"/>
                                          </p:val>
                                        </p:tav>
                                        <p:tav tm="45300">
                                          <p:val>
                                            <p:fltVal val="8.7"/>
                                          </p:val>
                                        </p:tav>
                                        <p:tav tm="46433">
                                          <p:val>
                                            <p:fltVal val="6.03"/>
                                          </p:val>
                                        </p:tav>
                                        <p:tav tm="47565">
                                          <p:val>
                                            <p:fltVal val="4.16"/>
                                          </p:val>
                                        </p:tav>
                                        <p:tav tm="49830">
                                          <p:val>
                                            <p:fltVal val="1.9"/>
                                          </p:val>
                                        </p:tav>
                                        <p:tav tm="53228">
                                          <p:val>
                                            <p:fltVal val="0.48"/>
                                          </p:val>
                                        </p:tav>
                                        <p:tav tm="56625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4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5" dur="300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96" dur="294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172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10172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8312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5795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3995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2756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191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326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918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632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7" dur="294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5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55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4525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3205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2262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1612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1168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862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8" dur="294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34628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54425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6858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7832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498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9575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277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502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774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073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9" dur="294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34628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54425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6858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7832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498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9575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277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502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774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44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92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0" dur="294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2"/>
                                          </p:val>
                                        </p:tav>
                                        <p:tav tm="36240">
                                          <p:val>
                                            <p:fltVal val="102"/>
                                          </p:val>
                                        </p:tav>
                                        <p:tav tm="37373">
                                          <p:val>
                                            <p:fltVal val="83.35"/>
                                          </p:val>
                                        </p:tav>
                                        <p:tav tm="38505">
                                          <p:val>
                                            <p:fltVal val="58.11"/>
                                          </p:val>
                                        </p:tav>
                                        <p:tav tm="39638">
                                          <p:val>
                                            <p:fltVal val="40.06"/>
                                          </p:val>
                                        </p:tav>
                                        <p:tav tm="40770">
                                          <p:val>
                                            <p:fltVal val="27.64"/>
                                          </p:val>
                                        </p:tav>
                                        <p:tav tm="41903">
                                          <p:val>
                                            <p:fltVal val="19.15"/>
                                          </p:val>
                                        </p:tav>
                                        <p:tav tm="43035">
                                          <p:val>
                                            <p:fltVal val="13.29"/>
                                          </p:val>
                                        </p:tav>
                                        <p:tav tm="44168">
                                          <p:val>
                                            <p:fltVal val="9.21"/>
                                          </p:val>
                                        </p:tav>
                                        <p:tav tm="45300">
                                          <p:val>
                                            <p:fltVal val="6.34"/>
                                          </p:val>
                                        </p:tav>
                                        <p:tav tm="47565">
                                          <p:val>
                                            <p:fltVal val="2.88"/>
                                          </p:val>
                                        </p:tav>
                                        <p:tav tm="50963">
                                          <p:val>
                                            <p:fltVal val="0.71"/>
                                          </p:val>
                                        </p:tav>
                                        <p:tav tm="54360">
                                          <p:val>
                                            <p:fltVal val="0.09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2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3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04" dur="294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0269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5" dur="294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426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4426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14052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988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6787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4625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146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131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428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93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588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17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6" dur="294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2045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4899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1877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37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1838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7401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25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586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815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57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7" dur="294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2045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4899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1877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37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1838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7401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25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586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8154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57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8" dur="294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"/>
                                          </p:val>
                                        </p:tav>
                                        <p:tav tm="35108">
                                          <p:val>
                                            <p:fltVal val="-14"/>
                                          </p:val>
                                        </p:tav>
                                        <p:tav tm="36240">
                                          <p:val>
                                            <p:fltVal val="-13.64"/>
                                          </p:val>
                                        </p:tav>
                                        <p:tav tm="37373">
                                          <p:val>
                                            <p:fltVal val="-9.64"/>
                                          </p:val>
                                        </p:tav>
                                        <p:tav tm="38505">
                                          <p:val>
                                            <p:fltVal val="-6.67"/>
                                          </p:val>
                                        </p:tav>
                                        <p:tav tm="39638">
                                          <p:val>
                                            <p:fltVal val="-4.6"/>
                                          </p:val>
                                        </p:tav>
                                        <p:tav tm="40770">
                                          <p:val>
                                            <p:fltVal val="-3.18"/>
                                          </p:val>
                                        </p:tav>
                                        <p:tav tm="43035">
                                          <p:val>
                                            <p:fltVal val="-1.53"/>
                                          </p:val>
                                        </p:tav>
                                        <p:tav tm="47565">
                                          <p:val>
                                            <p:fltVal val="-0.3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0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1" dur="300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12" dur="294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214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6214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4514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3129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2156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489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033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496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3" dur="294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389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6389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4595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3134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2107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140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0923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192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96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7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4" dur="294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41884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59717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72244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0823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8670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077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361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56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8035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87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5" dur="294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41884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59717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72244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0823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8670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077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361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56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8035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9536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94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6" dur="294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4"/>
                                          </p:val>
                                        </p:tav>
                                        <p:tav tm="32843">
                                          <p:val>
                                            <p:fltVal val="104"/>
                                          </p:val>
                                        </p:tav>
                                        <p:tav tm="33975">
                                          <p:val>
                                            <p:fltVal val="75.55"/>
                                          </p:val>
                                        </p:tav>
                                        <p:tav tm="35108">
                                          <p:val>
                                            <p:fltVal val="52.37"/>
                                          </p:val>
                                        </p:tav>
                                        <p:tav tm="36240">
                                          <p:val>
                                            <p:fltVal val="36.08"/>
                                          </p:val>
                                        </p:tav>
                                        <p:tav tm="37373">
                                          <p:val>
                                            <p:fltVal val="24.93"/>
                                          </p:val>
                                        </p:tav>
                                        <p:tav tm="38505">
                                          <p:val>
                                            <p:fltVal val="17.29"/>
                                          </p:val>
                                        </p:tav>
                                        <p:tav tm="39638">
                                          <p:val>
                                            <p:fltVal val="12"/>
                                          </p:val>
                                        </p:tav>
                                        <p:tav tm="40770">
                                          <p:val>
                                            <p:fltVal val="8.3"/>
                                          </p:val>
                                        </p:tav>
                                        <p:tav tm="41903">
                                          <p:val>
                                            <p:fltVal val="5.69"/>
                                          </p:val>
                                        </p:tav>
                                        <p:tav tm="44168">
                                          <p:val>
                                            <p:fltVal val="2.56"/>
                                          </p:val>
                                        </p:tav>
                                        <p:tav tm="47565">
                                          <p:val>
                                            <p:fltVal val="0.6"/>
                                          </p:val>
                                        </p:tav>
                                        <p:tav tm="50963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8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9" dur="3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20" dur="294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81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3781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325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2273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568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081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749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52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1" dur="294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834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11834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10194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718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5005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3504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2477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1771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1279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933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517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4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7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6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9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2" dur="294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3124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5190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6826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712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4159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900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237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474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7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005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82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3" dur="294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3124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5190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6826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712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4159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900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2378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474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76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39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1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4" dur="294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"/>
                                          </p:val>
                                        </p:tav>
                                        <p:tav tm="33975">
                                          <p:val>
                                            <p:fltVal val="-103"/>
                                          </p:val>
                                        </p:tav>
                                        <p:tav tm="35108">
                                          <p:val>
                                            <p:fltVal val="-88.53"/>
                                          </p:val>
                                        </p:tav>
                                        <p:tav tm="36240">
                                          <p:val>
                                            <p:fltVal val="-61.92"/>
                                          </p:val>
                                        </p:tav>
                                        <p:tav tm="37373">
                                          <p:val>
                                            <p:fltVal val="-42.71"/>
                                          </p:val>
                                        </p:tav>
                                        <p:tav tm="38505">
                                          <p:val>
                                            <p:fltVal val="-29.46"/>
                                          </p:val>
                                        </p:tav>
                                        <p:tav tm="39638">
                                          <p:val>
                                            <p:fltVal val="-20.4"/>
                                          </p:val>
                                        </p:tav>
                                        <p:tav tm="40770">
                                          <p:val>
                                            <p:fltVal val="-14.16"/>
                                          </p:val>
                                        </p:tav>
                                        <p:tav tm="41903">
                                          <p:val>
                                            <p:fltVal val="-9.81"/>
                                          </p:val>
                                        </p:tav>
                                        <p:tav tm="43035">
                                          <p:val>
                                            <p:fltVal val="-6.76"/>
                                          </p:val>
                                        </p:tav>
                                        <p:tav tm="44168">
                                          <p:val>
                                            <p:fltVal val="-4.61"/>
                                          </p:val>
                                        </p:tav>
                                        <p:tav tm="45300">
                                          <p:val>
                                            <p:fltVal val="-3.09"/>
                                          </p:val>
                                        </p:tav>
                                        <p:tav tm="48698">
                                          <p:val>
                                            <p:fltVal val="-0.78"/>
                                          </p:val>
                                        </p:tav>
                                        <p:tav tm="53228">
                                          <p:val>
                                            <p:fltVal val="-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6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7" dur="3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28" dur="294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797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5797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4706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32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2261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156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08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75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5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358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9" dur="294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408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5408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4422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3132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2211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1144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0845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49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5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6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0" dur="294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3505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5473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880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847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508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964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2827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5064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775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08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84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1" dur="294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3505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5473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880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847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508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964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2827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5064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7758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44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2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2" dur="294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4"/>
                                          </p:val>
                                        </p:tav>
                                        <p:tav tm="33975">
                                          <p:val>
                                            <p:fltVal val="134"/>
                                          </p:val>
                                        </p:tav>
                                        <p:tav tm="35108">
                                          <p:val>
                                            <p:fltVal val="108.79"/>
                                          </p:val>
                                        </p:tav>
                                        <p:tav tm="36240">
                                          <p:val>
                                            <p:fltVal val="75.81"/>
                                          </p:val>
                                        </p:tav>
                                        <p:tav tm="37373">
                                          <p:val>
                                            <p:fltVal val="52.26"/>
                                          </p:val>
                                        </p:tav>
                                        <p:tav tm="38505">
                                          <p:val>
                                            <p:fltVal val="36.06"/>
                                          </p:val>
                                        </p:tav>
                                        <p:tav tm="39638">
                                          <p:val>
                                            <p:fltVal val="24.98"/>
                                          </p:val>
                                        </p:tav>
                                        <p:tav tm="40770">
                                          <p:val>
                                            <p:fltVal val="17.34"/>
                                          </p:val>
                                        </p:tav>
                                        <p:tav tm="41903">
                                          <p:val>
                                            <p:fltVal val="12.02"/>
                                          </p:val>
                                        </p:tav>
                                        <p:tav tm="43035">
                                          <p:val>
                                            <p:fltVal val="8.27"/>
                                          </p:val>
                                        </p:tav>
                                        <p:tav tm="44168">
                                          <p:val>
                                            <p:fltVal val="5.62"/>
                                          </p:val>
                                        </p:tav>
                                        <p:tav tm="45300">
                                          <p:val>
                                            <p:fltVal val="3.76"/>
                                          </p:val>
                                        </p:tav>
                                        <p:tav tm="46433">
                                          <p:val>
                                            <p:fltVal val="2.45"/>
                                          </p:val>
                                        </p:tav>
                                        <p:tav tm="48698">
                                          <p:val>
                                            <p:fltVal val="0.92"/>
                                          </p:val>
                                        </p:tav>
                                        <p:tav tm="52095">
                                          <p:val>
                                            <p:fltVal val="0.1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4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5" dur="3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36" dur="294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958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8958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7036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4894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3373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2328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614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11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776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533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7" dur="294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7768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17768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391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9631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658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4494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3063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207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138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90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316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6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219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2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08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8" dur="294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3716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56294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988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920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559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9997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307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523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7844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122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85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9" dur="294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3716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56294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988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920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559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9997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307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523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784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476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3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0" dur="294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4"/>
                                          </p:val>
                                        </p:tav>
                                        <p:tav tm="33975">
                                          <p:val>
                                            <p:fltVal val="44"/>
                                          </p:val>
                                        </p:tav>
                                        <p:tav tm="35108">
                                          <p:val>
                                            <p:fltVal val="34.56"/>
                                          </p:val>
                                        </p:tav>
                                        <p:tav tm="36240">
                                          <p:val>
                                            <p:fltVal val="24.04"/>
                                          </p:val>
                                        </p:tav>
                                        <p:tav tm="37373">
                                          <p:val>
                                            <p:fltVal val="16.57"/>
                                          </p:val>
                                        </p:tav>
                                        <p:tav tm="38505">
                                          <p:val>
                                            <p:fltVal val="11.44"/>
                                          </p:val>
                                        </p:tav>
                                        <p:tav tm="39638">
                                          <p:val>
                                            <p:fltVal val="7.93"/>
                                          </p:val>
                                        </p:tav>
                                        <p:tav tm="40770">
                                          <p:val>
                                            <p:fltVal val="5.5"/>
                                          </p:val>
                                        </p:tav>
                                        <p:tav tm="43035">
                                          <p:val>
                                            <p:fltVal val="2.62"/>
                                          </p:val>
                                        </p:tav>
                                        <p:tav tm="45300">
                                          <p:val>
                                            <p:fltVal val="1.19"/>
                                          </p:val>
                                        </p:tav>
                                        <p:tav tm="48698">
                                          <p:val>
                                            <p:fltVal val="0.29"/>
                                          </p:val>
                                        </p:tav>
                                        <p:tav tm="52095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2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3" dur="3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44" dur="294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615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1615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1433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004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693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478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5" dur="294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166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1616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1432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9993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684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4668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3179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2156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444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944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342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6" dur="294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901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5023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65653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6319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360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8624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2111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4559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507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896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80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7" dur="294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901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5023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65653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6319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3609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8624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211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455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507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367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1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8" dur="294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7"/>
                                          </p:val>
                                        </p:tav>
                                        <p:tav tm="37373">
                                          <p:val>
                                            <p:fltVal val="-57"/>
                                          </p:val>
                                        </p:tav>
                                        <p:tav tm="38505">
                                          <p:val>
                                            <p:fltVal val="-50.58"/>
                                          </p:val>
                                        </p:tav>
                                        <p:tav tm="39638">
                                          <p:val>
                                            <p:fltVal val="-35.46"/>
                                          </p:val>
                                        </p:tav>
                                        <p:tav tm="40770">
                                          <p:val>
                                            <p:fltVal val="-24.47"/>
                                          </p:val>
                                        </p:tav>
                                        <p:tav tm="41903">
                                          <p:val>
                                            <p:fltVal val="-16.87"/>
                                          </p:val>
                                        </p:tav>
                                        <p:tav tm="43035">
                                          <p:val>
                                            <p:fltVal val="-11.68"/>
                                          </p:val>
                                        </p:tav>
                                        <p:tav tm="44168">
                                          <p:val>
                                            <p:fltVal val="-8.11"/>
                                          </p:val>
                                        </p:tav>
                                        <p:tav tm="45300">
                                          <p:val>
                                            <p:fltVal val="-5.62"/>
                                          </p:val>
                                        </p:tav>
                                        <p:tav tm="46433">
                                          <p:val>
                                            <p:fltVal val="-3.88"/>
                                          </p:val>
                                        </p:tav>
                                        <p:tav tm="48698">
                                          <p:val>
                                            <p:fltVal val="-1.78"/>
                                          </p:val>
                                        </p:tav>
                                        <p:tav tm="52095">
                                          <p:val>
                                            <p:fltVal val="-0.45"/>
                                          </p:val>
                                        </p:tav>
                                        <p:tav tm="55493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0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1" dur="300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52" dur="294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214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9214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6549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4536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3125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216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1498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104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719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57758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3" dur="294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8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2746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877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5995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409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2787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883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125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805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99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7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70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4" dur="294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4313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0616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286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124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699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097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3758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572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8084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236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98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5" dur="294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4313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061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286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124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699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097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3758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572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8084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236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8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6" dur="294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3"/>
                                          </p:val>
                                        </p:tav>
                                        <p:tav tm="39638">
                                          <p:val>
                                            <p:fltVal val="93"/>
                                          </p:val>
                                        </p:tav>
                                        <p:tav tm="40770">
                                          <p:val>
                                            <p:fltVal val="66.1"/>
                                          </p:val>
                                        </p:tav>
                                        <p:tav tm="41903">
                                          <p:val>
                                            <p:fltVal val="45.78"/>
                                          </p:val>
                                        </p:tav>
                                        <p:tav tm="43035">
                                          <p:val>
                                            <p:fltVal val="31.55"/>
                                          </p:val>
                                        </p:tav>
                                        <p:tav tm="44168">
                                          <p:val>
                                            <p:fltVal val="21.8"/>
                                          </p:val>
                                        </p:tav>
                                        <p:tav tm="45300">
                                          <p:val>
                                            <p:fltVal val="15.12"/>
                                          </p:val>
                                        </p:tav>
                                        <p:tav tm="46433">
                                          <p:val>
                                            <p:fltVal val="10.49"/>
                                          </p:val>
                                        </p:tav>
                                        <p:tav tm="47565">
                                          <p:val>
                                            <p:fltVal val="7.26"/>
                                          </p:val>
                                        </p:tav>
                                        <p:tav tm="48698">
                                          <p:val>
                                            <p:fltVal val="4.97"/>
                                          </p:val>
                                        </p:tav>
                                        <p:tav tm="50963">
                                          <p:val>
                                            <p:fltVal val="2.23"/>
                                          </p:val>
                                        </p:tav>
                                        <p:tav tm="54360">
                                          <p:val>
                                            <p:fltVal val="0.52"/>
                                          </p:val>
                                        </p:tav>
                                        <p:tav tm="57758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8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9" dur="333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60" dur="294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698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4698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4267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997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207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427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987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475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328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1" dur="294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889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12889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11723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8284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5772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4031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284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2022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1454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1055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5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6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2" dur="294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733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489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4756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5705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3189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833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190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4416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436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8926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79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3" dur="294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733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489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475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5705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3189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833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190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441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436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344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0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4" dur="294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9"/>
                                          </p:val>
                                        </p:tav>
                                        <p:tav tm="38505">
                                          <p:val>
                                            <p:fltVal val="-89"/>
                                          </p:val>
                                        </p:tav>
                                        <p:tav tm="39638">
                                          <p:val>
                                            <p:fltVal val="-80.84"/>
                                          </p:val>
                                        </p:tav>
                                        <p:tav tm="40770">
                                          <p:val>
                                            <p:fltVal val="-56.78"/>
                                          </p:val>
                                        </p:tav>
                                        <p:tav tm="41903">
                                          <p:val>
                                            <p:fltVal val="-39.21"/>
                                          </p:val>
                                        </p:tav>
                                        <p:tav tm="43035">
                                          <p:val>
                                            <p:fltVal val="-27.03"/>
                                          </p:val>
                                        </p:tav>
                                        <p:tav tm="44168">
                                          <p:val>
                                            <p:fltVal val="-18.7"/>
                                          </p:val>
                                        </p:tav>
                                        <p:tav tm="45300">
                                          <p:val>
                                            <p:fltVal val="-12.98"/>
                                          </p:val>
                                        </p:tav>
                                        <p:tav tm="46433">
                                          <p:val>
                                            <p:fltVal val="-9"/>
                                          </p:val>
                                        </p:tav>
                                        <p:tav tm="47565">
                                          <p:val>
                                            <p:fltVal val="-6.21"/>
                                          </p:val>
                                        </p:tav>
                                        <p:tav tm="49830">
                                          <p:val>
                                            <p:fltVal val="-2.85"/>
                                          </p:val>
                                        </p:tav>
                                        <p:tav tm="53228">
                                          <p:val>
                                            <p:fltVal val="-0.73"/>
                                          </p:val>
                                        </p:tav>
                                        <p:tav tm="56625">
                                          <p:val>
                                            <p:fltVal val="-0.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6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7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68" dur="294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91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1891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52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1059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73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504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242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9" dur="294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2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152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22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8467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5784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394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2679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1808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201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774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3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346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78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4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0" dur="294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35671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55194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6911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868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523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974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289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114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7783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093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4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1" dur="294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35671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55194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6911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868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523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974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289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114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7783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093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4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2" dur="294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4"/>
                                          </p:val>
                                        </p:tav>
                                        <p:tav tm="41903">
                                          <p:val>
                                            <p:fltVal val="54"/>
                                          </p:val>
                                        </p:tav>
                                        <p:tav tm="43035">
                                          <p:val>
                                            <p:fltVal val="43.42"/>
                                          </p:val>
                                        </p:tav>
                                        <p:tav tm="44168">
                                          <p:val>
                                            <p:fltVal val="30.24"/>
                                          </p:val>
                                        </p:tav>
                                        <p:tav tm="45300">
                                          <p:val>
                                            <p:fltVal val="20.85"/>
                                          </p:val>
                                        </p:tav>
                                        <p:tav tm="46433">
                                          <p:val>
                                            <p:fltVal val="14.39"/>
                                          </p:val>
                                        </p:tav>
                                        <p:tav tm="47565">
                                          <p:val>
                                            <p:fltVal val="9.97"/>
                                          </p:val>
                                        </p:tav>
                                        <p:tav tm="48698">
                                          <p:val>
                                            <p:fltVal val="6.92"/>
                                          </p:val>
                                        </p:tav>
                                        <p:tav tm="49830">
                                          <p:val>
                                            <p:fltVal val="4.79"/>
                                          </p:val>
                                        </p:tav>
                                        <p:tav tm="50963">
                                          <p:val>
                                            <p:fltVal val="3.3"/>
                                          </p:val>
                                        </p:tav>
                                        <p:tav tm="53228">
                                          <p:val>
                                            <p:fltVal val="1.5"/>
                                          </p:val>
                                        </p:tav>
                                        <p:tav tm="56625">
                                          <p:val>
                                            <p:fltVal val="0.37"/>
                                          </p:val>
                                        </p:tav>
                                        <p:tav tm="60023">
                                          <p:val>
                                            <p:fltVal val="0.0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4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5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76" dur="294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7" dur="294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676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3676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10308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7107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484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3294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2232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1499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986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625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19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28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4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2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8" dur="294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3946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5796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71035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7999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613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0374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3338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5424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7937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167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986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9" dur="294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394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5796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71035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7999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613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037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3338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542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7937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16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86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0" dur="294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5"/>
                                          </p:val>
                                        </p:tav>
                                        <p:tav tm="40770">
                                          <p:val>
                                            <p:fltVal val="25"/>
                                          </p:val>
                                        </p:tav>
                                        <p:tav tm="43035">
                                          <p:val>
                                            <p:fltVal val="13.14"/>
                                          </p:val>
                                        </p:tav>
                                        <p:tav tm="44168">
                                          <p:val>
                                            <p:fltVal val="9.05"/>
                                          </p:val>
                                        </p:tav>
                                        <p:tav tm="45300">
                                          <p:val>
                                            <p:fltVal val="6.25"/>
                                          </p:val>
                                        </p:tav>
                                        <p:tav tm="47565">
                                          <p:val>
                                            <p:fltVal val="3.01"/>
                                          </p:val>
                                        </p:tav>
                                        <p:tav tm="49830">
                                          <p:val>
                                            <p:fltVal val="1.43"/>
                                          </p:val>
                                        </p:tav>
                                        <p:tav tm="52095">
                                          <p:val>
                                            <p:fltVal val="0.64"/>
                                          </p:val>
                                        </p:tav>
                                        <p:tav tm="58890">
                                          <p:val>
                                            <p:fltVal val="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2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3" dur="300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84" dur="294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5" dur="294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41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1841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500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040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7122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486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3317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225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509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986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357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20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1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9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6" dur="294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3470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448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8621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834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5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958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278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5035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744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074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7" dur="294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3470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448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8621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834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5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958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278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5035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744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444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2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8" dur="294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2"/>
                                          </p:val>
                                        </p:tav>
                                        <p:tav tm="38505">
                                          <p:val>
                                            <p:fltVal val="-62"/>
                                          </p:val>
                                        </p:tav>
                                        <p:tav tm="39638">
                                          <p:val>
                                            <p:fltVal val="-50.61"/>
                                          </p:val>
                                        </p:tav>
                                        <p:tav tm="40770">
                                          <p:val>
                                            <p:fltVal val="-35.28"/>
                                          </p:val>
                                        </p:tav>
                                        <p:tav tm="41903">
                                          <p:val>
                                            <p:fltVal val="-24.32"/>
                                          </p:val>
                                        </p:tav>
                                        <p:tav tm="43035">
                                          <p:val>
                                            <p:fltVal val="-16.78"/>
                                          </p:val>
                                        </p:tav>
                                        <p:tav tm="44168">
                                          <p:val>
                                            <p:fltVal val="-11.62"/>
                                          </p:val>
                                        </p:tav>
                                        <p:tav tm="45300">
                                          <p:val>
                                            <p:fltVal val="-8.07"/>
                                          </p:val>
                                        </p:tav>
                                        <p:tav tm="46433">
                                          <p:val>
                                            <p:fltVal val="-5.59"/>
                                          </p:val>
                                        </p:tav>
                                        <p:tav tm="47565">
                                          <p:val>
                                            <p:fltVal val="-3.85"/>
                                          </p:val>
                                        </p:tav>
                                        <p:tav tm="49830">
                                          <p:val>
                                            <p:fltVal val="-1.75"/>
                                          </p:val>
                                        </p:tav>
                                        <p:tav tm="53228">
                                          <p:val>
                                            <p:fltVal val="-0.43"/>
                                          </p:val>
                                        </p:tav>
                                        <p:tav tm="56625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1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92" dur="294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46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6146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4975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3466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2389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649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114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793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549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378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3" dur="294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639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463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372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2543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1701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1122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3998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4" dur="294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3524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54877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8897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853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5129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9677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284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5079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76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085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84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5" dur="294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3524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54877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8897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853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5129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9677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2849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5079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76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6" dur="294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4"/>
                                          </p:val>
                                        </p:tav>
                                        <p:tav tm="35108">
                                          <p:val>
                                            <p:fltVal val="44"/>
                                          </p:val>
                                        </p:tav>
                                        <p:tav tm="36240">
                                          <p:val>
                                            <p:fltVal val="35.62"/>
                                          </p:val>
                                        </p:tav>
                                        <p:tav tm="37373">
                                          <p:val>
                                            <p:fltVal val="24.82"/>
                                          </p:val>
                                        </p:tav>
                                        <p:tav tm="38505">
                                          <p:val>
                                            <p:fltVal val="17.11"/>
                                          </p:val>
                                        </p:tav>
                                        <p:tav tm="39638">
                                          <p:val>
                                            <p:fltVal val="11.81"/>
                                          </p:val>
                                        </p:tav>
                                        <p:tav tm="40770">
                                          <p:val>
                                            <p:fltVal val="8.18"/>
                                          </p:val>
                                        </p:tav>
                                        <p:tav tm="41903">
                                          <p:val>
                                            <p:fltVal val="5.68"/>
                                          </p:val>
                                        </p:tav>
                                        <p:tav tm="44168">
                                          <p:val>
                                            <p:fltVal val="2.71"/>
                                          </p:val>
                                        </p:tav>
                                        <p:tav tm="46433">
                                          <p:val>
                                            <p:fltVal val="1.23"/>
                                          </p:val>
                                        </p:tav>
                                        <p:tav tm="49830">
                                          <p:val>
                                            <p:fltVal val="0.3"/>
                                          </p:val>
                                        </p:tav>
                                        <p:tav tm="53228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8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9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00" dur="294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026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1026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9563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6731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4651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3206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217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539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737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04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339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1" dur="294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703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4703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13692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9589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6574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4479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04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06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38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901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325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9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269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63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2" dur="294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543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7516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373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500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271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800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67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25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355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888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78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3" dur="294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543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7516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373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500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271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800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67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425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355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1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4" dur="294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8"/>
                                          </p:val>
                                        </p:tav>
                                        <p:tav tm="35108">
                                          <p:val>
                                            <p:fltVal val="58"/>
                                          </p:val>
                                        </p:tav>
                                        <p:tav tm="36240">
                                          <p:val>
                                            <p:fltVal val="54.06"/>
                                          </p:val>
                                        </p:tav>
                                        <p:tav tm="37373">
                                          <p:val>
                                            <p:fltVal val="38.05"/>
                                          </p:val>
                                        </p:tav>
                                        <p:tav tm="38505">
                                          <p:val>
                                            <p:fltVal val="26.29"/>
                                          </p:val>
                                        </p:tav>
                                        <p:tav tm="39638">
                                          <p:val>
                                            <p:fltVal val="18.12"/>
                                          </p:val>
                                        </p:tav>
                                        <p:tav tm="40770">
                                          <p:val>
                                            <p:fltVal val="12.53"/>
                                          </p:val>
                                        </p:tav>
                                        <p:tav tm="41903">
                                          <p:val>
                                            <p:fltVal val="8.7"/>
                                          </p:val>
                                        </p:tav>
                                        <p:tav tm="43035">
                                          <p:val>
                                            <p:fltVal val="6.03"/>
                                          </p:val>
                                        </p:tav>
                                        <p:tav tm="44168">
                                          <p:val>
                                            <p:fltVal val="4.17"/>
                                          </p:val>
                                        </p:tav>
                                        <p:tav tm="46433">
                                          <p:val>
                                            <p:fltVal val="1.92"/>
                                          </p:val>
                                        </p:tav>
                                        <p:tav tm="49830">
                                          <p:val>
                                            <p:fltVal val="0.49"/>
                                          </p:val>
                                        </p:tav>
                                        <p:tav tm="54360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7" dur="333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08" dur="294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61"/>
                                          </p:val>
                                        </p:tav>
                                        <p:tav tm="28313">
                                          <p:val>
                                            <p:strVal val="#ppt_x+0.04661"/>
                                          </p:val>
                                        </p:tav>
                                        <p:tav tm="29445">
                                          <p:val>
                                            <p:strVal val="#ppt_x+0.04329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3046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2105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1451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1004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9" dur="294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389"/>
                                          </p:val>
                                        </p:tav>
                                        <p:tav tm="28313">
                                          <p:val>
                                            <p:strVal val="#ppt_y+0.10389"/>
                                          </p:val>
                                        </p:tav>
                                        <p:tav tm="29445">
                                          <p:val>
                                            <p:strVal val="#ppt_y+0.0966"/>
                                          </p:val>
                                        </p:tav>
                                        <p:tav tm="30578">
                                          <p:val>
                                            <p:strVal val="#ppt_y+0.06848"/>
                                          </p:val>
                                        </p:tav>
                                        <p:tav tm="31710">
                                          <p:val>
                                            <p:strVal val="#ppt_y+0.04782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03348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2368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1694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1226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0898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254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7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5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2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0" dur="294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5704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47718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3879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5104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2778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804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17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427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736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889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7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1" dur="294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5704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47718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3879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5104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2778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804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17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427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736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90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2" dur="294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"/>
                                          </p:val>
                                        </p:tav>
                                        <p:tav tm="28313">
                                          <p:val>
                                            <p:fltVal val="15"/>
                                          </p:val>
                                        </p:tav>
                                        <p:tav tm="29445">
                                          <p:val>
                                            <p:fltVal val="13.93"/>
                                          </p:val>
                                        </p:tav>
                                        <p:tav tm="30578">
                                          <p:val>
                                            <p:fltVal val="9.8"/>
                                          </p:val>
                                        </p:tav>
                                        <p:tav tm="31710">
                                          <p:val>
                                            <p:fltVal val="6.77"/>
                                          </p:val>
                                        </p:tav>
                                        <p:tav tm="32843">
                                          <p:val>
                                            <p:fltVal val="4.67"/>
                                          </p:val>
                                        </p:tav>
                                        <p:tav tm="35108">
                                          <p:val>
                                            <p:fltVal val="2.24"/>
                                          </p:val>
                                        </p:tav>
                                        <p:tav tm="39638">
                                          <p:val>
                                            <p:fltVal val="0.49"/>
                                          </p:val>
                                        </p:tav>
                                        <p:tav tm="47565">
                                          <p:val>
                                            <p:fltVal val="0.0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4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5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16" dur="294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729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9729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6921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4794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3303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2283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099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76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521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7" dur="294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04"/>
                                          </p:val>
                                        </p:tav>
                                        <p:tav tm="31710">
                                          <p:val>
                                            <p:strVal val="#ppt_y+0.02704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01972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1417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1028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0762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51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13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6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8" dur="294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43087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0581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283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123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698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0965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375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5717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808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235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8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9" dur="294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43087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0581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283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123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698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0965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375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5717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808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551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9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0" dur="294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0"/>
                                          </p:val>
                                        </p:tav>
                                        <p:tav tm="31710">
                                          <p:val>
                                            <p:fltVal val="70"/>
                                          </p:val>
                                        </p:tav>
                                        <p:tav tm="32843">
                                          <p:val>
                                            <p:fltVal val="49.8"/>
                                          </p:val>
                                        </p:tav>
                                        <p:tav tm="33975">
                                          <p:val>
                                            <p:fltVal val="34.49"/>
                                          </p:val>
                                        </p:tav>
                                        <p:tav tm="35108">
                                          <p:val>
                                            <p:fltVal val="23.77"/>
                                          </p:val>
                                        </p:tav>
                                        <p:tav tm="36240">
                                          <p:val>
                                            <p:fltVal val="16.42"/>
                                          </p:val>
                                        </p:tav>
                                        <p:tav tm="37373">
                                          <p:val>
                                            <p:fltVal val="11.39"/>
                                          </p:val>
                                        </p:tav>
                                        <p:tav tm="38505">
                                          <p:val>
                                            <p:fltVal val="7.91"/>
                                          </p:val>
                                        </p:tav>
                                        <p:tav tm="39638">
                                          <p:val>
                                            <p:fltVal val="5.47"/>
                                          </p:val>
                                        </p:tav>
                                        <p:tav tm="40770">
                                          <p:val>
                                            <p:fltVal val="3.75"/>
                                          </p:val>
                                        </p:tav>
                                        <p:tav tm="43035">
                                          <p:val>
                                            <p:fltVal val="1.68"/>
                                          </p:val>
                                        </p:tav>
                                        <p:tav tm="46433">
                                          <p:val>
                                            <p:fltVal val="0.39"/>
                                          </p:val>
                                        </p:tav>
                                        <p:tav tm="49830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2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3" dur="333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24" dur="294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302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1302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1174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0824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0569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0392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5" dur="294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703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13703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12343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8614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5896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4013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2725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18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274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8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6" dur="294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7848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49351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503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589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331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8423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197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44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745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893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80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7" dur="294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7848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49351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503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589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331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8423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197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44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745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351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0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8" dur="294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0"/>
                                          </p:val>
                                        </p:tav>
                                        <p:tav tm="30578">
                                          <p:val>
                                            <p:fltVal val="-100"/>
                                          </p:val>
                                        </p:tav>
                                        <p:tav tm="31710">
                                          <p:val>
                                            <p:fltVal val="-90.19"/>
                                          </p:val>
                                        </p:tav>
                                        <p:tav tm="32843">
                                          <p:val>
                                            <p:fltVal val="-63.31"/>
                                          </p:val>
                                        </p:tav>
                                        <p:tav tm="33975">
                                          <p:val>
                                            <p:fltVal val="-43.71"/>
                                          </p:val>
                                        </p:tav>
                                        <p:tav tm="35108">
                                          <p:val>
                                            <p:fltVal val="-30.13"/>
                                          </p:val>
                                        </p:tav>
                                        <p:tav tm="36240">
                                          <p:val>
                                            <p:fltVal val="-20.85"/>
                                          </p:val>
                                        </p:tav>
                                        <p:tav tm="37373">
                                          <p:val>
                                            <p:fltVal val="-14.47"/>
                                          </p:val>
                                        </p:tav>
                                        <p:tav tm="38505">
                                          <p:val>
                                            <p:fltVal val="-10.04"/>
                                          </p:val>
                                        </p:tav>
                                        <p:tav tm="39638">
                                          <p:val>
                                            <p:fltVal val="-6.92"/>
                                          </p:val>
                                        </p:tav>
                                        <p:tav tm="40770">
                                          <p:val>
                                            <p:fltVal val="-4.73"/>
                                          </p:val>
                                        </p:tav>
                                        <p:tav tm="41903">
                                          <p:val>
                                            <p:fltVal val="-3.18"/>
                                          </p:val>
                                        </p:tav>
                                        <p:tav tm="43035">
                                          <p:val>
                                            <p:fltVal val="-2.09"/>
                                          </p:val>
                                        </p:tav>
                                        <p:tav tm="45300">
                                          <p:val>
                                            <p:fltVal val="-0.81"/>
                                          </p:val>
                                        </p:tav>
                                        <p:tav tm="49830">
                                          <p:val>
                                            <p:fltVal val="-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0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1" dur="333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32" dur="294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281"/>
                                          </p:val>
                                        </p:tav>
                                        <p:tav tm="28313">
                                          <p:val>
                                            <p:strVal val="#ppt_x-0.04281"/>
                                          </p:val>
                                        </p:tav>
                                        <p:tav tm="29445">
                                          <p:val>
                                            <p:strVal val="#ppt_x-0.04163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2942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2035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1402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097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0673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0467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3" dur="294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564"/>
                                          </p:val>
                                        </p:tav>
                                        <p:tav tm="28313">
                                          <p:val>
                                            <p:strVal val="#ppt_y-0.13564"/>
                                          </p:val>
                                        </p:tav>
                                        <p:tav tm="29445">
                                          <p:val>
                                            <p:strVal val="#ppt_y-0.13184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9268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636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4331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2943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19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13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867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8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5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3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4" dur="294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2219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45034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1973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3796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1884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743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1279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587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81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9575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5" dur="294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2219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45034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1973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3796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1884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743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1279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587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81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9575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6" dur="294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6"/>
                                          </p:val>
                                        </p:tav>
                                        <p:tav tm="28313">
                                          <p:val>
                                            <p:fltVal val="-26"/>
                                          </p:val>
                                        </p:tav>
                                        <p:tav tm="29445">
                                          <p:val>
                                            <p:fltVal val="-25.28"/>
                                          </p:val>
                                        </p:tav>
                                        <p:tav tm="30578">
                                          <p:val>
                                            <p:fltVal val="-17.86"/>
                                          </p:val>
                                        </p:tav>
                                        <p:tav tm="31710">
                                          <p:val>
                                            <p:fltVal val="-12.36"/>
                                          </p:val>
                                        </p:tav>
                                        <p:tav tm="32843">
                                          <p:val>
                                            <p:fltVal val="-8.52"/>
                                          </p:val>
                                        </p:tav>
                                        <p:tav tm="33975">
                                          <p:val>
                                            <p:fltVal val="-5.89"/>
                                          </p:val>
                                        </p:tav>
                                        <p:tav tm="36240">
                                          <p:val>
                                            <p:fltVal val="-2.83"/>
                                          </p:val>
                                        </p:tav>
                                        <p:tav tm="38505">
                                          <p:val>
                                            <p:fltVal val="-1.34"/>
                                          </p:val>
                                        </p:tav>
                                        <p:tav tm="40770">
                                          <p:val>
                                            <p:fltVal val="-0.6"/>
                                          </p:val>
                                        </p:tav>
                                        <p:tav tm="47565">
                                          <p:val>
                                            <p:fltVal val="-0.0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8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9" dur="333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40" dur="294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28313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29445">
                                          <p:val>
                                            <p:strVal val="#ppt_x+0.00687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1" dur="294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093"/>
                                          </p:val>
                                        </p:tav>
                                        <p:tav tm="28313">
                                          <p:val>
                                            <p:strVal val="#ppt_y+0.10093"/>
                                          </p:val>
                                        </p:tav>
                                        <p:tav tm="29445">
                                          <p:val>
                                            <p:strVal val="#ppt_y+0.09328"/>
                                          </p:val>
                                        </p:tav>
                                        <p:tav tm="30578">
                                          <p:val>
                                            <p:strVal val="#ppt_y+0.0661"/>
                                          </p:val>
                                        </p:tav>
                                        <p:tav tm="31710">
                                          <p:val>
                                            <p:strVal val="#ppt_y+0.04618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03235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2289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164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1189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0872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491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2" dur="294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616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48068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4127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5273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2894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81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1766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431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738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890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79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3" dur="294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616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48068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4127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5273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2894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81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1766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431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738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932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902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4" dur="294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8"/>
                                          </p:val>
                                        </p:tav>
                                        <p:tav tm="28313">
                                          <p:val>
                                            <p:fltVal val="148"/>
                                          </p:val>
                                        </p:tav>
                                        <p:tav tm="29445">
                                          <p:val>
                                            <p:fltVal val="136.6"/>
                                          </p:val>
                                        </p:tav>
                                        <p:tav tm="30578">
                                          <p:val>
                                            <p:fltVal val="96.07"/>
                                          </p:val>
                                        </p:tav>
                                        <p:tav tm="31710">
                                          <p:val>
                                            <p:fltVal val="66.37"/>
                                          </p:val>
                                        </p:tav>
                                        <p:tav tm="32843">
                                          <p:val>
                                            <p:fltVal val="45.74"/>
                                          </p:val>
                                        </p:tav>
                                        <p:tav tm="33975">
                                          <p:val>
                                            <p:fltVal val="31.65"/>
                                          </p:val>
                                        </p:tav>
                                        <p:tav tm="35108">
                                          <p:val>
                                            <p:fltVal val="21.96"/>
                                          </p:val>
                                        </p:tav>
                                        <p:tav tm="36240">
                                          <p:val>
                                            <p:fltVal val="15.23"/>
                                          </p:val>
                                        </p:tav>
                                        <p:tav tm="37373">
                                          <p:val>
                                            <p:fltVal val="10.52"/>
                                          </p:val>
                                        </p:tav>
                                        <p:tav tm="38505">
                                          <p:val>
                                            <p:fltVal val="7.19"/>
                                          </p:val>
                                        </p:tav>
                                        <p:tav tm="39638">
                                          <p:val>
                                            <p:fltVal val="4.84"/>
                                          </p:val>
                                        </p:tav>
                                        <p:tav tm="40770">
                                          <p:val>
                                            <p:fltVal val="3.18"/>
                                          </p:val>
                                        </p:tav>
                                        <p:tav tm="43035">
                                          <p:val>
                                            <p:fltVal val="1.24"/>
                                          </p:val>
                                        </p:tav>
                                        <p:tav tm="47565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6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7" dur="333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48" dur="294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286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2286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2081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1462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1009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0696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481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9" dur="294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518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19518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17749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241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8524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582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3978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27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1828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121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774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0" dur="294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719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4885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6468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75653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83153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8309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189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440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74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892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79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1" dur="294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719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4885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6468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75653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83153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8309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189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440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74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9342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90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2" dur="294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7"/>
                                          </p:val>
                                        </p:tav>
                                        <p:tav tm="32843">
                                          <p:val>
                                            <p:fltVal val="-117"/>
                                          </p:val>
                                        </p:tav>
                                        <p:tav tm="33975">
                                          <p:val>
                                            <p:fltVal val="-106.48"/>
                                          </p:val>
                                        </p:tav>
                                        <p:tav tm="35108">
                                          <p:val>
                                            <p:fltVal val="-74.8"/>
                                          </p:val>
                                        </p:tav>
                                        <p:tav tm="36240">
                                          <p:val>
                                            <p:fltVal val="-51.65"/>
                                          </p:val>
                                        </p:tav>
                                        <p:tav tm="37373">
                                          <p:val>
                                            <p:fltVal val="-35.61"/>
                                          </p:val>
                                        </p:tav>
                                        <p:tav tm="38505">
                                          <p:val>
                                            <p:fltVal val="-24.64"/>
                                          </p:val>
                                        </p:tav>
                                        <p:tav tm="39638">
                                          <p:val>
                                            <p:fltVal val="-17.1"/>
                                          </p:val>
                                        </p:tav>
                                        <p:tav tm="40770">
                                          <p:val>
                                            <p:fltVal val="-11.86"/>
                                          </p:val>
                                        </p:tav>
                                        <p:tav tm="41903">
                                          <p:val>
                                            <p:fltVal val="-8.18"/>
                                          </p:val>
                                        </p:tav>
                                        <p:tav tm="43035">
                                          <p:val>
                                            <p:fltVal val="-5.59"/>
                                          </p:val>
                                        </p:tav>
                                        <p:tav tm="44168">
                                          <p:val>
                                            <p:fltVal val="-3.76"/>
                                          </p:val>
                                        </p:tav>
                                        <p:tav tm="45300">
                                          <p:val>
                                            <p:fltVal val="-2.47"/>
                                          </p:val>
                                        </p:tav>
                                        <p:tav tm="47565">
                                          <p:val>
                                            <p:fltVal val="-0.96"/>
                                          </p:val>
                                        </p:tav>
                                        <p:tav tm="52095">
                                          <p:val>
                                            <p:fltVal val="-0.0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4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5" dur="3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56" dur="294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458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8458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8345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5906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408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2817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1947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35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937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648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444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198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7" dur="294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629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13629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13444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9466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6501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4427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3009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2036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1362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89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557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092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8" dur="294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107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4414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61337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73359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81585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722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113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387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580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8124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564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95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9" dur="294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107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4414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61337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73359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81585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722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113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387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580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812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56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5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0" dur="294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3"/>
                                          </p:val>
                                        </p:tav>
                                        <p:tav tm="32843">
                                          <p:val>
                                            <p:fltVal val="143"/>
                                          </p:val>
                                        </p:tav>
                                        <p:tav tm="33975">
                                          <p:val>
                                            <p:fltVal val="141.08"/>
                                          </p:val>
                                        </p:tav>
                                        <p:tav tm="35108">
                                          <p:val>
                                            <p:fltVal val="99.85"/>
                                          </p:val>
                                        </p:tav>
                                        <p:tav tm="36240">
                                          <p:val>
                                            <p:fltVal val="69.11"/>
                                          </p:val>
                                        </p:tav>
                                        <p:tav tm="37373">
                                          <p:val>
                                            <p:fltVal val="47.62"/>
                                          </p:val>
                                        </p:tav>
                                        <p:tav tm="38505">
                                          <p:val>
                                            <p:fltVal val="32.92"/>
                                          </p:val>
                                        </p:tav>
                                        <p:tav tm="39638">
                                          <p:val>
                                            <p:fltVal val="22.83"/>
                                          </p:val>
                                        </p:tav>
                                        <p:tav tm="40770">
                                          <p:val>
                                            <p:fltVal val="15.85"/>
                                          </p:val>
                                        </p:tav>
                                        <p:tav tm="41903">
                                          <p:val>
                                            <p:fltVal val="10.95"/>
                                          </p:val>
                                        </p:tav>
                                        <p:tav tm="43035">
                                          <p:val>
                                            <p:fltVal val="7.5"/>
                                          </p:val>
                                        </p:tav>
                                        <p:tav tm="44168">
                                          <p:val>
                                            <p:fltVal val="5.07"/>
                                          </p:val>
                                        </p:tav>
                                        <p:tav tm="45300">
                                          <p:val>
                                            <p:fltVal val="3.35"/>
                                          </p:val>
                                        </p:tav>
                                        <p:tav tm="46433">
                                          <p:val>
                                            <p:fltVal val="2.15"/>
                                          </p:val>
                                        </p:tav>
                                        <p:tav tm="48698">
                                          <p:val>
                                            <p:fltVal val="0.78"/>
                                          </p:val>
                                        </p:tav>
                                        <p:tav tm="52095">
                                          <p:val>
                                            <p:fltVal val="0.08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2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3" dur="333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64" dur="294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37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337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3284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2322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606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107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765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5" dur="294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352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14352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13983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9835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675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4602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313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212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142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9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584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168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6" dur="294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2028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44886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6186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73724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81834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7398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125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5861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8154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573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7" dur="294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2028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44886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6186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73724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81834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7398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125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5861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815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573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8" dur="294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1"/>
                                          </p:val>
                                        </p:tav>
                                        <p:tav tm="32843">
                                          <p:val>
                                            <p:fltVal val="-131"/>
                                          </p:val>
                                        </p:tav>
                                        <p:tav tm="33975">
                                          <p:val>
                                            <p:fltVal val="-127.68"/>
                                          </p:val>
                                        </p:tav>
                                        <p:tav tm="35108">
                                          <p:val>
                                            <p:fltVal val="-90.25"/>
                                          </p:val>
                                        </p:tav>
                                        <p:tav tm="36240">
                                          <p:val>
                                            <p:fltVal val="-62.44"/>
                                          </p:val>
                                        </p:tav>
                                        <p:tav tm="37373">
                                          <p:val>
                                            <p:fltVal val="-43.03"/>
                                          </p:val>
                                        </p:tav>
                                        <p:tav tm="38505">
                                          <p:val>
                                            <p:fltVal val="-29.75"/>
                                          </p:val>
                                        </p:tav>
                                        <p:tav tm="39638">
                                          <p:val>
                                            <p:fltVal val="-20.64"/>
                                          </p:val>
                                        </p:tav>
                                        <p:tav tm="40770">
                                          <p:val>
                                            <p:fltVal val="-14.32"/>
                                          </p:val>
                                        </p:tav>
                                        <p:tav tm="41903">
                                          <p:val>
                                            <p:fltVal val="-9.9"/>
                                          </p:val>
                                        </p:tav>
                                        <p:tav tm="43035">
                                          <p:val>
                                            <p:fltVal val="-6.78"/>
                                          </p:val>
                                        </p:tav>
                                        <p:tav tm="44168">
                                          <p:val>
                                            <p:fltVal val="-4.57"/>
                                          </p:val>
                                        </p:tav>
                                        <p:tav tm="45300">
                                          <p:val>
                                            <p:fltVal val="-3.02"/>
                                          </p:val>
                                        </p:tav>
                                        <p:tav tm="46433">
                                          <p:val>
                                            <p:fltVal val="-1.94"/>
                                          </p:val>
                                        </p:tav>
                                        <p:tav tm="48698">
                                          <p:val>
                                            <p:fltVal val="-0.7"/>
                                          </p:val>
                                        </p:tav>
                                        <p:tav tm="52095">
                                          <p:val>
                                            <p:fltVal val="-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0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1" dur="333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72" dur="294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495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6495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5683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39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2746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1894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31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91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631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435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199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3" dur="294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398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16398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4326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998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6837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4662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3176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2153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1442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94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341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4" dur="294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30004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5097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6176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667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385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879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22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464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7549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898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81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5" dur="294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30004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5097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6176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667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385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879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22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4643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754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381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1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6" dur="294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1"/>
                                          </p:val>
                                        </p:tav>
                                        <p:tav tm="33975">
                                          <p:val>
                                            <p:fltVal val="61"/>
                                          </p:val>
                                        </p:tav>
                                        <p:tav tm="35108">
                                          <p:val>
                                            <p:fltVal val="53.37"/>
                                          </p:val>
                                        </p:tav>
                                        <p:tav tm="36240">
                                          <p:val>
                                            <p:fltVal val="37.38"/>
                                          </p:val>
                                        </p:tav>
                                        <p:tav tm="37373">
                                          <p:val>
                                            <p:fltVal val="25.79"/>
                                          </p:val>
                                        </p:tav>
                                        <p:tav tm="38505">
                                          <p:val>
                                            <p:fltVal val="17.78"/>
                                          </p:val>
                                        </p:tav>
                                        <p:tav tm="39638">
                                          <p:val>
                                            <p:fltVal val="12.31"/>
                                          </p:val>
                                        </p:tav>
                                        <p:tav tm="40770">
                                          <p:val>
                                            <p:fltVal val="8.54"/>
                                          </p:val>
                                        </p:tav>
                                        <p:tav tm="41903">
                                          <p:val>
                                            <p:fltVal val="5.92"/>
                                          </p:val>
                                        </p:tav>
                                        <p:tav tm="43035">
                                          <p:val>
                                            <p:fltVal val="4.08"/>
                                          </p:val>
                                        </p:tav>
                                        <p:tav tm="45300">
                                          <p:val>
                                            <p:fltVal val="1.87"/>
                                          </p:val>
                                        </p:tav>
                                        <p:tav tm="48698">
                                          <p:val>
                                            <p:fltVal val="0.47"/>
                                          </p:val>
                                        </p:tav>
                                        <p:tav tm="53228">
                                          <p:val>
                                            <p:fltVal val="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8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9" dur="333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80" dur="294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37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737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6774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4762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3289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2267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569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1089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521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1" dur="294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639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14639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3441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94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6441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4388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2984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202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13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88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2" dur="294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647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48304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4294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538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297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818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180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434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7399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8908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79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3" dur="294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647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48304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4294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538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297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818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180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434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739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33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0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4" dur="294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3"/>
                                          </p:val>
                                        </p:tav>
                                        <p:tav tm="33975">
                                          <p:val>
                                            <p:fltVal val="-83"/>
                                          </p:val>
                                        </p:tav>
                                        <p:tav tm="35108">
                                          <p:val>
                                            <p:fltVal val="-76.29"/>
                                          </p:val>
                                        </p:tav>
                                        <p:tav tm="36240">
                                          <p:val>
                                            <p:fltVal val="-53.63"/>
                                          </p:val>
                                        </p:tav>
                                        <p:tav tm="37373">
                                          <p:val>
                                            <p:fltVal val="-37.05"/>
                                          </p:val>
                                        </p:tav>
                                        <p:tav tm="38505">
                                          <p:val>
                                            <p:fltVal val="-25.54"/>
                                          </p:val>
                                        </p:tav>
                                        <p:tav tm="39638">
                                          <p:val>
                                            <p:fltVal val="-17.67"/>
                                          </p:val>
                                        </p:tav>
                                        <p:tav tm="40770">
                                          <p:val>
                                            <p:fltVal val="-12.26"/>
                                          </p:val>
                                        </p:tav>
                                        <p:tav tm="41903">
                                          <p:val>
                                            <p:fltVal val="-8.5"/>
                                          </p:val>
                                        </p:tav>
                                        <p:tav tm="43035">
                                          <p:val>
                                            <p:fltVal val="-5.87"/>
                                          </p:val>
                                        </p:tav>
                                        <p:tav tm="45300">
                                          <p:val>
                                            <p:fltVal val="-2.7"/>
                                          </p:val>
                                        </p:tav>
                                        <p:tav tm="48698">
                                          <p:val>
                                            <p:fltVal val="-0.69"/>
                                          </p:val>
                                        </p:tav>
                                        <p:tav tm="53228">
                                          <p:val>
                                            <p:fltVal val="-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6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7" dur="300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88" dur="294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214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3214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2292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1587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094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524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36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9" dur="294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75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1475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10567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7371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5131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3597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2546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1818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1309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095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249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0" dur="294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42948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60481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7277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1183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86949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094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3737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570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807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923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87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1" dur="294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42948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60481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7277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1183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86949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094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3737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570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8077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954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9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2" dur="294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6"/>
                                          </p:val>
                                        </p:tav>
                                        <p:tav tm="32843">
                                          <p:val>
                                            <p:fltVal val="66"/>
                                          </p:val>
                                        </p:tav>
                                        <p:tav tm="33975">
                                          <p:val>
                                            <p:fltVal val="47.07"/>
                                          </p:val>
                                        </p:tav>
                                        <p:tav tm="35108">
                                          <p:val>
                                            <p:fltVal val="32.6"/>
                                          </p:val>
                                        </p:tav>
                                        <p:tav tm="36240">
                                          <p:val>
                                            <p:fltVal val="22.46"/>
                                          </p:val>
                                        </p:tav>
                                        <p:tav tm="37373">
                                          <p:val>
                                            <p:fltVal val="15.52"/>
                                          </p:val>
                                        </p:tav>
                                        <p:tav tm="38505">
                                          <p:val>
                                            <p:fltVal val="10.77"/>
                                          </p:val>
                                        </p:tav>
                                        <p:tav tm="39638">
                                          <p:val>
                                            <p:fltVal val="7.47"/>
                                          </p:val>
                                        </p:tav>
                                        <p:tav tm="40770">
                                          <p:val>
                                            <p:fltVal val="5.17"/>
                                          </p:val>
                                        </p:tav>
                                        <p:tav tm="41903">
                                          <p:val>
                                            <p:fltVal val="3.54"/>
                                          </p:val>
                                        </p:tav>
                                        <p:tav tm="44168">
                                          <p:val>
                                            <p:fltVal val="1.59"/>
                                          </p:val>
                                        </p:tav>
                                        <p:tav tm="47565">
                                          <p:val>
                                            <p:fltVal val="0.37"/>
                                          </p:val>
                                        </p:tav>
                                        <p:tav tm="50963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4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5" dur="3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96" dur="294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7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5908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4127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2846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963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36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94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451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205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7" dur="294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648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10648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9013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6346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4428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3106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2203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158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1146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475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8" dur="294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32485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52836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7475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7564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446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921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252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4851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765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03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82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9" dur="294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32485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52836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7475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7564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446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921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252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4851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765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41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922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0" dur="294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"/>
                                          </p:val>
                                        </p:tav>
                                        <p:tav tm="33975">
                                          <p:val>
                                            <p:fltVal val="-103"/>
                                          </p:val>
                                        </p:tav>
                                        <p:tav tm="35108">
                                          <p:val>
                                            <p:fltVal val="-86.93"/>
                                          </p:val>
                                        </p:tav>
                                        <p:tav tm="36240">
                                          <p:val>
                                            <p:fltVal val="-60.72"/>
                                          </p:val>
                                        </p:tav>
                                        <p:tav tm="37373">
                                          <p:val>
                                            <p:fltVal val="-41.88"/>
                                          </p:val>
                                        </p:tav>
                                        <p:tav tm="38505">
                                          <p:val>
                                            <p:fltVal val="-28.89"/>
                                          </p:val>
                                        </p:tav>
                                        <p:tav tm="39638">
                                          <p:val>
                                            <p:fltVal val="-20"/>
                                          </p:val>
                                        </p:tav>
                                        <p:tav tm="40770">
                                          <p:val>
                                            <p:fltVal val="-13.89"/>
                                          </p:val>
                                        </p:tav>
                                        <p:tav tm="41903">
                                          <p:val>
                                            <p:fltVal val="-9.62"/>
                                          </p:val>
                                        </p:tav>
                                        <p:tav tm="43035">
                                          <p:val>
                                            <p:fltVal val="-6.63"/>
                                          </p:val>
                                        </p:tav>
                                        <p:tav tm="44168">
                                          <p:val>
                                            <p:fltVal val="-4.52"/>
                                          </p:val>
                                        </p:tav>
                                        <p:tav tm="45300">
                                          <p:val>
                                            <p:fltVal val="-3.02"/>
                                          </p:val>
                                        </p:tav>
                                        <p:tav tm="48698">
                                          <p:val>
                                            <p:fltVal val="-0.75"/>
                                          </p:val>
                                        </p:tav>
                                        <p:tav tm="53228">
                                          <p:val>
                                            <p:fltVal val="-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2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3" dur="300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04" dur="294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35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6135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4578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3177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2189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1512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04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728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504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346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5" dur="294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24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824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6" dur="294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4030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5857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7145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028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6331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051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343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549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97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1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86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7" dur="294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4030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5857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7145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028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6331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051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343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549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971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516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4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8" dur="294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7"/>
                                          </p:val>
                                        </p:tav>
                                        <p:tav tm="37373">
                                          <p:val>
                                            <p:fltVal val="-147"/>
                                          </p:val>
                                        </p:tav>
                                        <p:tav tm="38505">
                                          <p:val>
                                            <p:fltVal val="-109.7"/>
                                          </p:val>
                                        </p:tav>
                                        <p:tav tm="39638">
                                          <p:val>
                                            <p:fltVal val="-76.12"/>
                                          </p:val>
                                        </p:tav>
                                        <p:tav tm="40770">
                                          <p:val>
                                            <p:fltVal val="-52.45"/>
                                          </p:val>
                                        </p:tav>
                                        <p:tav tm="41903">
                                          <p:val>
                                            <p:fltVal val="-36.23"/>
                                          </p:val>
                                        </p:tav>
                                        <p:tav tm="43035">
                                          <p:val>
                                            <p:fltVal val="-25.12"/>
                                          </p:val>
                                        </p:tav>
                                        <p:tav tm="44168">
                                          <p:val>
                                            <p:fltVal val="-17.43"/>
                                          </p:val>
                                        </p:tav>
                                        <p:tav tm="45300">
                                          <p:val>
                                            <p:fltVal val="-12.06"/>
                                          </p:val>
                                        </p:tav>
                                        <p:tav tm="46433">
                                          <p:val>
                                            <p:fltVal val="-8.28"/>
                                          </p:val>
                                        </p:tav>
                                        <p:tav tm="47565">
                                          <p:val>
                                            <p:fltVal val="-5.61"/>
                                          </p:val>
                                        </p:tav>
                                        <p:tav tm="48698">
                                          <p:val>
                                            <p:fltVal val="-3.73"/>
                                          </p:val>
                                        </p:tav>
                                        <p:tav tm="49830">
                                          <p:val>
                                            <p:fltVal val="-2.41"/>
                                          </p:val>
                                        </p:tav>
                                        <p:tav tm="52095">
                                          <p:val>
                                            <p:fltVal val="-0.89"/>
                                          </p:val>
                                        </p:tav>
                                        <p:tav tm="55493">
                                          <p:val>
                                            <p:fltVal val="-0.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0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1" dur="300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12" dur="294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20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6208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5217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364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512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733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2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833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77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81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3" dur="294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64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906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759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525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56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41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618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107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69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424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4" dur="294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3277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5305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67627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766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453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9265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256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4875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66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036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82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5" dur="294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3277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5305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67627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7668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453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9265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256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4875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66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418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2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6" dur="294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6"/>
                                          </p:val>
                                        </p:tav>
                                        <p:tav tm="37373">
                                          <p:val>
                                            <p:fltVal val="26"/>
                                          </p:val>
                                        </p:tav>
                                        <p:tav tm="38505">
                                          <p:val>
                                            <p:fltVal val="21.85"/>
                                          </p:val>
                                        </p:tav>
                                        <p:tav tm="39638">
                                          <p:val>
                                            <p:fltVal val="15.26"/>
                                          </p:val>
                                        </p:tav>
                                        <p:tav tm="40770">
                                          <p:val>
                                            <p:fltVal val="10.52"/>
                                          </p:val>
                                        </p:tav>
                                        <p:tav tm="41903">
                                          <p:val>
                                            <p:fltVal val="7.26"/>
                                          </p:val>
                                        </p:tav>
                                        <p:tav tm="43035">
                                          <p:val>
                                            <p:fltVal val="5.03"/>
                                          </p:val>
                                        </p:tav>
                                        <p:tav tm="44168">
                                          <p:val>
                                            <p:fltVal val="3.49"/>
                                          </p:val>
                                        </p:tav>
                                        <p:tav tm="46433">
                                          <p:val>
                                            <p:fltVal val="1.67"/>
                                          </p:val>
                                        </p:tav>
                                        <p:tav tm="48698">
                                          <p:val>
                                            <p:fltVal val="0.76"/>
                                          </p:val>
                                        </p:tav>
                                        <p:tav tm="55493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8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9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20" dur="294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75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3875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2751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905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313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907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629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437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1" dur="294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3704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2678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1906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1365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995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2" dur="294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432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0669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29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1271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70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098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376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572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808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55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95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3" dur="294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432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0669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29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1271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70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098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376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572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808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55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5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4" dur="294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"/>
                                          </p:val>
                                        </p:tav>
                                        <p:tav tm="35108">
                                          <p:val>
                                            <p:fltVal val="10"/>
                                          </p:val>
                                        </p:tav>
                                        <p:tav tm="36240">
                                          <p:val>
                                            <p:fltVal val="7.1"/>
                                          </p:val>
                                        </p:tav>
                                        <p:tav tm="37373">
                                          <p:val>
                                            <p:fltVal val="4.92"/>
                                          </p:val>
                                        </p:tav>
                                        <p:tav tm="39638">
                                          <p:val>
                                            <p:fltVal val="2.34"/>
                                          </p:val>
                                        </p:tav>
                                        <p:tav tm="41903">
                                          <p:val>
                                            <p:fltVal val="1.13"/>
                                          </p:val>
                                        </p:tav>
                                        <p:tav tm="46433">
                                          <p:val>
                                            <p:fltVal val="0.2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6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7" dur="333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28" dur="294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276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8276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7136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4992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3444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375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644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141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791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45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9" dur="294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685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4685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401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27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1852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122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797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50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0" dur="294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31023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51743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66711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7704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410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896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235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472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759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001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8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1" dur="294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31023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51743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66711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7704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410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896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235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472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759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395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91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2" dur="294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1"/>
                                          </p:val>
                                        </p:tav>
                                        <p:tav tm="36240">
                                          <p:val>
                                            <p:fltVal val="31"/>
                                          </p:val>
                                        </p:tav>
                                        <p:tav tm="37373">
                                          <p:val>
                                            <p:fltVal val="26.73"/>
                                          </p:val>
                                        </p:tav>
                                        <p:tav tm="38505">
                                          <p:val>
                                            <p:fltVal val="18.7"/>
                                          </p:val>
                                        </p:tav>
                                        <p:tav tm="39638">
                                          <p:val>
                                            <p:fltVal val="12.9"/>
                                          </p:val>
                                        </p:tav>
                                        <p:tav tm="40770">
                                          <p:val>
                                            <p:fltVal val="8.9"/>
                                          </p:val>
                                        </p:tav>
                                        <p:tav tm="41903">
                                          <p:val>
                                            <p:fltVal val="6.16"/>
                                          </p:val>
                                        </p:tav>
                                        <p:tav tm="43035">
                                          <p:val>
                                            <p:fltVal val="4.28"/>
                                          </p:val>
                                        </p:tav>
                                        <p:tav tm="45300">
                                          <p:val>
                                            <p:fltVal val="2.04"/>
                                          </p:val>
                                        </p:tav>
                                        <p:tav tm="47565">
                                          <p:val>
                                            <p:fltVal val="0.93"/>
                                          </p:val>
                                        </p:tav>
                                        <p:tav tm="54360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4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5" dur="300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36" dur="294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484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5484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4477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3121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215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1485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02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714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495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7" dur="294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305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4305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3484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2378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158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1044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8" dur="294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34693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5447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6861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834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499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958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2785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5034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743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074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9" dur="294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34693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5447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6861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834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499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958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2785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503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743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443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2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0" dur="294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9"/>
                                          </p:val>
                                        </p:tav>
                                        <p:tav tm="37373">
                                          <p:val>
                                            <p:fltVal val="39"/>
                                          </p:val>
                                        </p:tav>
                                        <p:tav tm="38505">
                                          <p:val>
                                            <p:fltVal val="31.84"/>
                                          </p:val>
                                        </p:tav>
                                        <p:tav tm="39638">
                                          <p:val>
                                            <p:fltVal val="22.19"/>
                                          </p:val>
                                        </p:tav>
                                        <p:tav tm="40770">
                                          <p:val>
                                            <p:fltVal val="15.3"/>
                                          </p:val>
                                        </p:tav>
                                        <p:tav tm="41903">
                                          <p:val>
                                            <p:fltVal val="10.56"/>
                                          </p:val>
                                        </p:tav>
                                        <p:tav tm="43035">
                                          <p:val>
                                            <p:fltVal val="7.31"/>
                                          </p:val>
                                        </p:tav>
                                        <p:tav tm="44168">
                                          <p:val>
                                            <p:fltVal val="5.08"/>
                                          </p:val>
                                        </p:tav>
                                        <p:tav tm="46433">
                                          <p:val>
                                            <p:fltVal val="2.42"/>
                                          </p:val>
                                        </p:tav>
                                        <p:tav tm="48698">
                                          <p:val>
                                            <p:fltVal val="1.1"/>
                                          </p:val>
                                        </p:tav>
                                        <p:tav tm="55493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2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3" dur="300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44" dur="294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24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824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6069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4209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29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2003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389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964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667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458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206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5775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5" dur="294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04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5046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673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49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668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110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71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443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6" dur="294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4107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5913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184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0548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651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063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352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5555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800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197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98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7" dur="294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4107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5913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184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054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651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063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352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5555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800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197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8" dur="294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"/>
                                          </p:val>
                                        </p:tav>
                                        <p:tav tm="39638">
                                          <p:val>
                                            <p:fltVal val="-115"/>
                                          </p:val>
                                        </p:tav>
                                        <p:tav tm="40770">
                                          <p:val>
                                            <p:fltVal val="-84.71"/>
                                          </p:val>
                                        </p:tav>
                                        <p:tav tm="41903">
                                          <p:val>
                                            <p:fltVal val="-58.75"/>
                                          </p:val>
                                        </p:tav>
                                        <p:tav tm="43035">
                                          <p:val>
                                            <p:fltVal val="-40.48"/>
                                          </p:val>
                                        </p:tav>
                                        <p:tav tm="44168">
                                          <p:val>
                                            <p:fltVal val="-27.96"/>
                                          </p:val>
                                        </p:tav>
                                        <p:tav tm="45300">
                                          <p:val>
                                            <p:fltVal val="-19.39"/>
                                          </p:val>
                                        </p:tav>
                                        <p:tav tm="46433">
                                          <p:val>
                                            <p:fltVal val="-13.46"/>
                                          </p:val>
                                        </p:tav>
                                        <p:tav tm="47565">
                                          <p:val>
                                            <p:fltVal val="-9.31"/>
                                          </p:val>
                                        </p:tav>
                                        <p:tav tm="48698">
                                          <p:val>
                                            <p:fltVal val="-6.39"/>
                                          </p:val>
                                        </p:tav>
                                        <p:tav tm="49830">
                                          <p:val>
                                            <p:fltVal val="-4.33"/>
                                          </p:val>
                                        </p:tav>
                                        <p:tav tm="50963">
                                          <p:val>
                                            <p:fltVal val="-2.87"/>
                                          </p:val>
                                        </p:tav>
                                        <p:tav tm="54360">
                                          <p:val>
                                            <p:fltVal val="-0.68"/>
                                          </p:val>
                                        </p:tav>
                                        <p:tav tm="57758">
                                          <p:val>
                                            <p:fltVal val="-0.08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0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1" dur="300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52" dur="294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552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5552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545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3855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2668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83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1271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882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612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57758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3" dur="294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342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11342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113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7824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536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3644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2467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6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101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433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4" dur="294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147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4445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156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3513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169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729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118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3908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5827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8137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261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988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5" dur="294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147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4445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15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3513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169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729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118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3908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5827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8137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261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88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6" dur="294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7"/>
                                          </p:val>
                                        </p:tav>
                                        <p:tav tm="38505">
                                          <p:val>
                                            <p:fltVal val="87"/>
                                          </p:val>
                                        </p:tav>
                                        <p:tav tm="39638">
                                          <p:val>
                                            <p:fltVal val="85.4"/>
                                          </p:val>
                                        </p:tav>
                                        <p:tav tm="40770">
                                          <p:val>
                                            <p:fltVal val="60.41"/>
                                          </p:val>
                                        </p:tav>
                                        <p:tav tm="41903">
                                          <p:val>
                                            <p:fltVal val="41.8"/>
                                          </p:val>
                                        </p:tav>
                                        <p:tav tm="43035">
                                          <p:val>
                                            <p:fltVal val="28.81"/>
                                          </p:val>
                                        </p:tav>
                                        <p:tav tm="44168">
                                          <p:val>
                                            <p:fltVal val="19.91"/>
                                          </p:val>
                                        </p:tav>
                                        <p:tav tm="45300">
                                          <p:val>
                                            <p:fltVal val="13.81"/>
                                          </p:val>
                                        </p:tav>
                                        <p:tav tm="46433">
                                          <p:val>
                                            <p:fltVal val="9.59"/>
                                          </p:val>
                                        </p:tav>
                                        <p:tav tm="47565">
                                          <p:val>
                                            <p:fltVal val="6.63"/>
                                          </p:val>
                                        </p:tav>
                                        <p:tav tm="48698">
                                          <p:val>
                                            <p:fltVal val="4.54"/>
                                          </p:val>
                                        </p:tav>
                                        <p:tav tm="50963">
                                          <p:val>
                                            <p:fltVal val="2.03"/>
                                          </p:val>
                                        </p:tav>
                                        <p:tav tm="54360">
                                          <p:val>
                                            <p:fltVal val="0.47"/>
                                          </p:val>
                                        </p:tav>
                                        <p:tav tm="57758">
                                          <p:val>
                                            <p:fltVal val="0.0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8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9" dur="333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60" dur="294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24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424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373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615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805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24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861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9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286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1" dur="294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454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3454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3061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2195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1566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1132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631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38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268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2" dur="294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9565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0649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594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651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374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871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217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4606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53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8972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1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3" dur="294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9565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0649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594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651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374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871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2177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460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53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375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1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4" dur="294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"/>
                                          </p:val>
                                        </p:tav>
                                        <p:tav tm="38505">
                                          <p:val>
                                            <p:fltVal val="-12"/>
                                          </p:val>
                                        </p:tav>
                                        <p:tav tm="39638">
                                          <p:val>
                                            <p:fltVal val="-10.57"/>
                                          </p:val>
                                        </p:tav>
                                        <p:tav tm="40770">
                                          <p:val>
                                            <p:fltVal val="-7.4"/>
                                          </p:val>
                                        </p:tav>
                                        <p:tav tm="41903">
                                          <p:val>
                                            <p:fltVal val="-5.11"/>
                                          </p:val>
                                        </p:tav>
                                        <p:tav tm="43035">
                                          <p:val>
                                            <p:fltVal val="-3.52"/>
                                          </p:val>
                                        </p:tav>
                                        <p:tav tm="45300">
                                          <p:val>
                                            <p:fltVal val="-1.69"/>
                                          </p:val>
                                        </p:tav>
                                        <p:tav tm="49830">
                                          <p:val>
                                            <p:fltVal val="-0.37"/>
                                          </p:val>
                                        </p:tav>
                                        <p:tav tm="56625">
                                          <p:val>
                                            <p:fltVal val="-0.0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6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7" dur="300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68" dur="294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891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5891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4675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3254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224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548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1073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745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516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355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9" dur="294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787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7787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6145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4226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861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92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128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312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0" dur="294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3651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581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9546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89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5434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9889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299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5184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81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1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4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1" dur="294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3651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581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9546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89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5434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9889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2997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5184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81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467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3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2" dur="294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3"/>
                                          </p:val>
                                        </p:tav>
                                        <p:tav tm="38505">
                                          <p:val>
                                            <p:fltVal val="-113"/>
                                          </p:val>
                                        </p:tav>
                                        <p:tav tm="39638">
                                          <p:val>
                                            <p:fltVal val="-89.68"/>
                                          </p:val>
                                        </p:tav>
                                        <p:tav tm="40770">
                                          <p:val>
                                            <p:fltVal val="-62.42"/>
                                          </p:val>
                                        </p:tav>
                                        <p:tav tm="41903">
                                          <p:val>
                                            <p:fltVal val="-43.02"/>
                                          </p:val>
                                        </p:tav>
                                        <p:tav tm="43035">
                                          <p:val>
                                            <p:fltVal val="-29.69"/>
                                          </p:val>
                                        </p:tav>
                                        <p:tav tm="44168">
                                          <p:val>
                                            <p:fltVal val="-20.57"/>
                                          </p:val>
                                        </p:tav>
                                        <p:tav tm="45300">
                                          <p:val>
                                            <p:fltVal val="-14.28"/>
                                          </p:val>
                                        </p:tav>
                                        <p:tav tm="46433">
                                          <p:val>
                                            <p:fltVal val="-9.89"/>
                                          </p:val>
                                        </p:tav>
                                        <p:tav tm="47565">
                                          <p:val>
                                            <p:fltVal val="-6.8"/>
                                          </p:val>
                                        </p:tav>
                                        <p:tav tm="48698">
                                          <p:val>
                                            <p:fltVal val="-4.62"/>
                                          </p:val>
                                        </p:tav>
                                        <p:tav tm="49830">
                                          <p:val>
                                            <p:fltVal val="-3.08"/>
                                          </p:val>
                                        </p:tav>
                                        <p:tav tm="50963">
                                          <p:val>
                                            <p:fltVal val="-2"/>
                                          </p:val>
                                        </p:tav>
                                        <p:tav tm="53228">
                                          <p:val>
                                            <p:fltVal val="-0.75"/>
                                          </p:val>
                                        </p:tav>
                                        <p:tav tm="56625">
                                          <p:val>
                                            <p:fltVal val="-0.09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4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5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76" dur="294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10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3072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2175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1506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1037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49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345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164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7" dur="294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24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624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16072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13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779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5317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2462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1658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094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8" dur="294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0819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43945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6119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7326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151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718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1104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385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786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8117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251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8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9" dur="294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0819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43945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6119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7326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151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718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1104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385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786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8117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251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8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0" dur="294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7"/>
                                          </p:val>
                                        </p:tav>
                                        <p:tav tm="40770">
                                          <p:val>
                                            <p:fltVal val="67"/>
                                          </p:val>
                                        </p:tav>
                                        <p:tav tm="41903">
                                          <p:val>
                                            <p:fltVal val="66.31"/>
                                          </p:val>
                                        </p:tav>
                                        <p:tav tm="43035">
                                          <p:val>
                                            <p:fltVal val="46.95"/>
                                          </p:val>
                                        </p:tav>
                                        <p:tav tm="44168">
                                          <p:val>
                                            <p:fltVal val="32.5"/>
                                          </p:val>
                                        </p:tav>
                                        <p:tav tm="45300">
                                          <p:val>
                                            <p:fltVal val="22.39"/>
                                          </p:val>
                                        </p:tav>
                                        <p:tav tm="46433">
                                          <p:val>
                                            <p:fltVal val="15.48"/>
                                          </p:val>
                                        </p:tav>
                                        <p:tav tm="47565">
                                          <p:val>
                                            <p:fltVal val="10.74"/>
                                          </p:val>
                                        </p:tav>
                                        <p:tav tm="48698">
                                          <p:val>
                                            <p:fltVal val="7.45"/>
                                          </p:val>
                                        </p:tav>
                                        <p:tav tm="49830">
                                          <p:val>
                                            <p:fltVal val="5.15"/>
                                          </p:val>
                                        </p:tav>
                                        <p:tav tm="50963">
                                          <p:val>
                                            <p:fltVal val="3.53"/>
                                          </p:val>
                                        </p:tav>
                                        <p:tav tm="53228">
                                          <p:val>
                                            <p:fltVal val="1.58"/>
                                          </p:val>
                                        </p:tav>
                                        <p:tav tm="56625">
                                          <p:val>
                                            <p:fltVal val="0.37"/>
                                          </p:val>
                                        </p:tav>
                                        <p:tav tm="60023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2" dur="1" fill="hold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3" dur="300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84" dur="294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62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62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5" dur="294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287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5287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8035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5485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736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538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711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6" dur="294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57539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074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979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5995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027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32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5377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8648"/>
                                          </p:val>
                                        </p:tav>
                                        <p:tav tm="60023">
                                          <p:val>
                                            <p:strVal val="#ppt_w*0.998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7" dur="294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57539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074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9796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5995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027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327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5377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7914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155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999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8" dur="294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9"/>
                                          </p:val>
                                        </p:tav>
                                        <p:tav tm="43035">
                                          <p:val>
                                            <p:fltVal val="39"/>
                                          </p:val>
                                        </p:tav>
                                        <p:tav tm="45300">
                                          <p:val>
                                            <p:fltVal val="20.7"/>
                                          </p:val>
                                        </p:tav>
                                        <p:tav tm="46433">
                                          <p:val>
                                            <p:fltVal val="14.26"/>
                                          </p:val>
                                        </p:tav>
                                        <p:tav tm="47565">
                                          <p:val>
                                            <p:fltVal val="9.85"/>
                                          </p:val>
                                        </p:tav>
                                        <p:tav tm="48698">
                                          <p:val>
                                            <p:fltVal val="6.83"/>
                                          </p:val>
                                        </p:tav>
                                        <p:tav tm="49830">
                                          <p:val>
                                            <p:fltVal val="4.74"/>
                                          </p:val>
                                        </p:tav>
                                        <p:tav tm="52095">
                                          <p:val>
                                            <p:fltVal val="2.25"/>
                                          </p:val>
                                        </p:tav>
                                        <p:tav tm="55493">
                                          <p:val>
                                            <p:fltVal val="0.66"/>
                                          </p:val>
                                        </p:tav>
                                        <p:tav tm="60023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0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1" dur="333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92" dur="294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26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626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5707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401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2769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909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1321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917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636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439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202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60023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3" dur="294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3361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23361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21281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490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10239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7006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4796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3277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2222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482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959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4" dur="294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70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487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64616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560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312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8288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1876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4394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7424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8921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79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5" dur="294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70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487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64616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560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312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8288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1876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4394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7424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8921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79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6" dur="294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6"/>
                                          </p:val>
                                        </p:tav>
                                        <p:tav tm="41903">
                                          <p:val>
                                            <p:fltVal val="-116"/>
                                          </p:val>
                                        </p:tav>
                                        <p:tav tm="43035">
                                          <p:val>
                                            <p:fltVal val="-105.75"/>
                                          </p:val>
                                        </p:tav>
                                        <p:tav tm="44168">
                                          <p:val>
                                            <p:fltVal val="-74.3"/>
                                          </p:val>
                                        </p:tav>
                                        <p:tav tm="45300">
                                          <p:val>
                                            <p:fltVal val="-51.31"/>
                                          </p:val>
                                        </p:tav>
                                        <p:tav tm="46433">
                                          <p:val>
                                            <p:fltVal val="-35.37"/>
                                          </p:val>
                                        </p:tav>
                                        <p:tav tm="47565">
                                          <p:val>
                                            <p:fltVal val="-24.47"/>
                                          </p:val>
                                        </p:tav>
                                        <p:tav tm="48698">
                                          <p:val>
                                            <p:fltVal val="-16.98"/>
                                          </p:val>
                                        </p:tav>
                                        <p:tav tm="49830">
                                          <p:val>
                                            <p:fltVal val="-11.78"/>
                                          </p:val>
                                        </p:tav>
                                        <p:tav tm="50963">
                                          <p:val>
                                            <p:fltVal val="-8.13"/>
                                          </p:val>
                                        </p:tav>
                                        <p:tav tm="52095">
                                          <p:val>
                                            <p:fltVal val="-5.55"/>
                                          </p:val>
                                        </p:tav>
                                        <p:tav tm="53228">
                                          <p:val>
                                            <p:fltVal val="-3.73"/>
                                          </p:val>
                                        </p:tav>
                                        <p:tav tm="54360">
                                          <p:val>
                                            <p:fltVal val="-2.46"/>
                                          </p:val>
                                        </p:tav>
                                        <p:tav tm="56625">
                                          <p:val>
                                            <p:fltVal val="-0.96"/>
                                          </p:val>
                                        </p:tav>
                                        <p:tav tm="60023">
                                          <p:val>
                                            <p:fltVal val="-0.1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8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9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00" dur="294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229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5229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370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2568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1769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1223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848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589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125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1" dur="294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63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1063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7586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5305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3707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2614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186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1345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72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2" dur="294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4327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60718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7293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1294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702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0996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377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73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809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239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8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3" dur="294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4327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6071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7293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1294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7026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099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3774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73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809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239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8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4" dur="294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2"/>
                                          </p:val>
                                        </p:tav>
                                        <p:tav tm="41903">
                                          <p:val>
                                            <p:fltVal val="92"/>
                                          </p:val>
                                        </p:tav>
                                        <p:tav tm="43035">
                                          <p:val>
                                            <p:fltVal val="65.23"/>
                                          </p:val>
                                        </p:tav>
                                        <p:tav tm="44168">
                                          <p:val>
                                            <p:fltVal val="45.17"/>
                                          </p:val>
                                        </p:tav>
                                        <p:tav tm="45300">
                                          <p:val>
                                            <p:fltVal val="31.13"/>
                                          </p:val>
                                        </p:tav>
                                        <p:tav tm="46433">
                                          <p:val>
                                            <p:fltVal val="21.51"/>
                                          </p:val>
                                        </p:tav>
                                        <p:tav tm="47565">
                                          <p:val>
                                            <p:fltVal val="14.92"/>
                                          </p:val>
                                        </p:tav>
                                        <p:tav tm="48698">
                                          <p:val>
                                            <p:fltVal val="10.35"/>
                                          </p:val>
                                        </p:tav>
                                        <p:tav tm="49830">
                                          <p:val>
                                            <p:fltVal val="7.16"/>
                                          </p:val>
                                        </p:tav>
                                        <p:tav tm="50963">
                                          <p:val>
                                            <p:fltVal val="4.91"/>
                                          </p:val>
                                        </p:tav>
                                        <p:tav tm="53228">
                                          <p:val>
                                            <p:fltVal val="2.2"/>
                                          </p:val>
                                        </p:tav>
                                        <p:tav tm="56625">
                                          <p:val>
                                            <p:fltVal val="0.51"/>
                                          </p:val>
                                        </p:tav>
                                        <p:tav tm="60023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6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7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08" dur="294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00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9005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7488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5226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360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2486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1722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1195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828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57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388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61155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9" dur="294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509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8509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7047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4868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305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228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492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984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382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0" dur="294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3347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5357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67989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7916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470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938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264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493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6551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495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83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1" dur="294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3347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5357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6798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791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4704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938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264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493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6551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8495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676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997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2" dur="294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0"/>
                                          </p:val>
                                        </p:tav>
                                        <p:tav tm="44168">
                                          <p:val>
                                            <p:fltVal val="50"/>
                                          </p:val>
                                        </p:tav>
                                        <p:tav tm="45300">
                                          <p:val>
                                            <p:fltVal val="41.58"/>
                                          </p:val>
                                        </p:tav>
                                        <p:tav tm="46433">
                                          <p:val>
                                            <p:fltVal val="29.02"/>
                                          </p:val>
                                        </p:tav>
                                        <p:tav tm="47565">
                                          <p:val>
                                            <p:fltVal val="20.01"/>
                                          </p:val>
                                        </p:tav>
                                        <p:tav tm="48698">
                                          <p:val>
                                            <p:fltVal val="13.8"/>
                                          </p:val>
                                        </p:tav>
                                        <p:tav tm="49830">
                                          <p:val>
                                            <p:fltVal val="9.56"/>
                                          </p:val>
                                        </p:tav>
                                        <p:tav tm="50963">
                                          <p:val>
                                            <p:fltVal val="6.64"/>
                                          </p:val>
                                        </p:tav>
                                        <p:tav tm="52095">
                                          <p:val>
                                            <p:fltVal val="4.6"/>
                                          </p:val>
                                        </p:tav>
                                        <p:tav tm="53228">
                                          <p:val>
                                            <p:fltVal val="3.17"/>
                                          </p:val>
                                        </p:tav>
                                        <p:tav tm="56625">
                                          <p:val>
                                            <p:fltVal val="0.94"/>
                                          </p:val>
                                        </p:tav>
                                        <p:tav tm="61155">
                                          <p:val>
                                            <p:fltVal val="0.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4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5" dur="300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16" dur="294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109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109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599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413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61155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7" dur="294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52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2852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1616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645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325"/>
                                          </p:val>
                                        </p:tav>
                                        <p:tav tm="61155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8" dur="294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37904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56831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0252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79462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5765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0119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3158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5297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6808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8621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985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9" dur="294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37904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56831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025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79462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5765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0119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3158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5297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7874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137"/>
                                          </p:val>
                                        </p:tav>
                                        <p:tav tm="65685">
                                          <p:val>
                                            <p:strVal val="#ppt_h*0.9999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0" dur="294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"/>
                                          </p:val>
                                        </p:tav>
                                        <p:tav tm="45300">
                                          <p:val>
                                            <p:fltVal val="-120"/>
                                          </p:val>
                                        </p:tav>
                                        <p:tav tm="46433">
                                          <p:val>
                                            <p:fltVal val="-93.14"/>
                                          </p:val>
                                        </p:tav>
                                        <p:tav tm="47565">
                                          <p:val>
                                            <p:fltVal val="-64.75"/>
                                          </p:val>
                                        </p:tav>
                                        <p:tav tm="48698">
                                          <p:val>
                                            <p:fltVal val="-44.62"/>
                                          </p:val>
                                        </p:tav>
                                        <p:tav tm="49830">
                                          <p:val>
                                            <p:fltVal val="-30.81"/>
                                          </p:val>
                                        </p:tav>
                                        <p:tav tm="50963">
                                          <p:val>
                                            <p:fltVal val="-21.35"/>
                                          </p:val>
                                        </p:tav>
                                        <p:tav tm="52095">
                                          <p:val>
                                            <p:fltVal val="-14.82"/>
                                          </p:val>
                                        </p:tav>
                                        <p:tav tm="53228">
                                          <p:val>
                                            <p:fltVal val="-10.26"/>
                                          </p:val>
                                        </p:tav>
                                        <p:tav tm="54360">
                                          <p:val>
                                            <p:fltVal val="-7.05"/>
                                          </p:val>
                                        </p:tav>
                                        <p:tav tm="55493">
                                          <p:val>
                                            <p:fltVal val="-4.79"/>
                                          </p:val>
                                        </p:tav>
                                        <p:tav tm="57758">
                                          <p:val>
                                            <p:fltVal val="-2.07"/>
                                          </p:val>
                                        </p:tav>
                                        <p:tav tm="60023">
                                          <p:val>
                                            <p:fltVal val="-0.77"/>
                                          </p:val>
                                        </p:tav>
                                        <p:tav tm="62288">
                                          <p:val>
                                            <p:fltVal val="-0.2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2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3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24" dur="294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229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4229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3451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2406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659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144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793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55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58890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5" dur="294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68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2468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20114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397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9579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6558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4492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3067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2074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375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882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91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6" dur="294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3471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54489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6862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8351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500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958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2787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036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7744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074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7" dur="294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3471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54489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6862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8351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500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958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2787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036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7744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074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8" dur="294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3"/>
                                          </p:val>
                                        </p:tav>
                                        <p:tav tm="41903">
                                          <p:val>
                                            <p:fltVal val="-93"/>
                                          </p:val>
                                        </p:tav>
                                        <p:tav tm="43035">
                                          <p:val>
                                            <p:fltVal val="-75.9"/>
                                          </p:val>
                                        </p:tav>
                                        <p:tav tm="44168">
                                          <p:val>
                                            <p:fltVal val="-52.91"/>
                                          </p:val>
                                        </p:tav>
                                        <p:tav tm="45300">
                                          <p:val>
                                            <p:fltVal val="-36.47"/>
                                          </p:val>
                                        </p:tav>
                                        <p:tav tm="46433">
                                          <p:val>
                                            <p:fltVal val="-25.17"/>
                                          </p:val>
                                        </p:tav>
                                        <p:tav tm="47565">
                                          <p:val>
                                            <p:fltVal val="-17.43"/>
                                          </p:val>
                                        </p:tav>
                                        <p:tav tm="48698">
                                          <p:val>
                                            <p:fltVal val="-12.1"/>
                                          </p:val>
                                        </p:tav>
                                        <p:tav tm="49830">
                                          <p:val>
                                            <p:fltVal val="-8.38"/>
                                          </p:val>
                                        </p:tav>
                                        <p:tav tm="50963">
                                          <p:val>
                                            <p:fltVal val="-5.77"/>
                                          </p:val>
                                        </p:tav>
                                        <p:tav tm="53228">
                                          <p:val>
                                            <p:fltVal val="-2.62"/>
                                          </p:val>
                                        </p:tav>
                                        <p:tav tm="56625">
                                          <p:val>
                                            <p:fltVal val="-0.65"/>
                                          </p:val>
                                        </p:tav>
                                        <p:tav tm="60023">
                                          <p:val>
                                            <p:fltVal val="-0.08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0" dur="1" fill="hold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1" dur="300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32" dur="294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08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420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3497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2441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1683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1161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804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558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387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6115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3" dur="294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45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202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8339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5698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879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635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778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181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4" dur="294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33519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5360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68011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7931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4714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938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2647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6554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8496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67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5" dur="294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33519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5360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68011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7931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4714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938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2647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6554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051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83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6" dur="294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2"/>
                                          </p:val>
                                        </p:tav>
                                        <p:tav tm="43035">
                                          <p:val>
                                            <p:fltVal val="-112"/>
                                          </p:val>
                                        </p:tav>
                                        <p:tav tm="44168">
                                          <p:val>
                                            <p:fltVal val="-93.07"/>
                                          </p:val>
                                        </p:tav>
                                        <p:tav tm="45300">
                                          <p:val>
                                            <p:fltVal val="-64.95"/>
                                          </p:val>
                                        </p:tav>
                                        <p:tav tm="46433">
                                          <p:val>
                                            <p:fltVal val="-44.78"/>
                                          </p:val>
                                        </p:tav>
                                        <p:tav tm="47565">
                                          <p:val>
                                            <p:fltVal val="-30.9"/>
                                          </p:val>
                                        </p:tav>
                                        <p:tav tm="48698">
                                          <p:val>
                                            <p:fltVal val="-21.4"/>
                                          </p:val>
                                        </p:tav>
                                        <p:tav tm="49830">
                                          <p:val>
                                            <p:fltVal val="-14.85"/>
                                          </p:val>
                                        </p:tav>
                                        <p:tav tm="50963">
                                          <p:val>
                                            <p:fltVal val="-10.29"/>
                                          </p:val>
                                        </p:tav>
                                        <p:tav tm="52095">
                                          <p:val>
                                            <p:fltVal val="-7.09"/>
                                          </p:val>
                                        </p:tav>
                                        <p:tav tm="53228">
                                          <p:val>
                                            <p:fltVal val="-4.82"/>
                                          </p:val>
                                        </p:tav>
                                        <p:tav tm="54360">
                                          <p:val>
                                            <p:fltVal val="-3.23"/>
                                          </p:val>
                                        </p:tav>
                                        <p:tav tm="56625">
                                          <p:val>
                                            <p:fltVal val="-1.33"/>
                                          </p:val>
                                        </p:tav>
                                        <p:tav tm="61155">
                                          <p:val>
                                            <p:fltVal val="-0.1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8" dur="1" fill="hold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9" dur="333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40" dur="294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005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400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3757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2646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82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126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872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605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42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198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58890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1" dur="294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20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020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9559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6683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4567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096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09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399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919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346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2" dur="294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496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4715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634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48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25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792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16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6042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877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89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3" dur="294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496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4715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634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48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25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792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16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6042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8877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78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4" dur="294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1"/>
                                          </p:val>
                                        </p:tav>
                                        <p:tav tm="43035">
                                          <p:val>
                                            <p:fltVal val="121"/>
                                          </p:val>
                                        </p:tav>
                                        <p:tav tm="44168">
                                          <p:val>
                                            <p:fltVal val="113.49"/>
                                          </p:val>
                                        </p:tav>
                                        <p:tav tm="45300">
                                          <p:val>
                                            <p:fltVal val="79.93"/>
                                          </p:val>
                                        </p:tav>
                                        <p:tav tm="46433">
                                          <p:val>
                                            <p:fltVal val="55.24"/>
                                          </p:val>
                                        </p:tav>
                                        <p:tav tm="47565">
                                          <p:val>
                                            <p:fltVal val="38.07"/>
                                          </p:val>
                                        </p:tav>
                                        <p:tav tm="48698">
                                          <p:val>
                                            <p:fltVal val="26.33"/>
                                          </p:val>
                                        </p:tav>
                                        <p:tav tm="49830">
                                          <p:val>
                                            <p:fltVal val="18.27"/>
                                          </p:val>
                                        </p:tav>
                                        <p:tav tm="50963">
                                          <p:val>
                                            <p:fltVal val="12.68"/>
                                          </p:val>
                                        </p:tav>
                                        <p:tav tm="52095">
                                          <p:val>
                                            <p:fltVal val="8.75"/>
                                          </p:val>
                                        </p:tav>
                                        <p:tav tm="53228">
                                          <p:val>
                                            <p:fltVal val="5.99"/>
                                          </p:val>
                                        </p:tav>
                                        <p:tav tm="54360">
                                          <p:val>
                                            <p:fltVal val="4.03"/>
                                          </p:val>
                                        </p:tav>
                                        <p:tav tm="56625">
                                          <p:val>
                                            <p:fltVal val="1.7"/>
                                          </p:val>
                                        </p:tav>
                                        <p:tav tm="58890">
                                          <p:val>
                                            <p:fltVal val="0.6"/>
                                          </p:val>
                                        </p:tav>
                                        <p:tav tm="61155">
                                          <p:val>
                                            <p:fltVal val="0.1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6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7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48" dur="294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93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6938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5438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3782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2606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1799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1247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866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599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412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61155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9" dur="294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611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061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8281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5709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882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628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77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178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8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7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3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0" dur="294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37296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5638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69944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9252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562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001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3088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5248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6773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604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85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1" dur="294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37296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56387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6994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925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562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001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308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5248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785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125"/>
                                          </p:val>
                                        </p:tav>
                                        <p:tav tm="64553">
                                          <p:val>
                                            <p:strVal val="#ppt_h*0.9999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2" dur="294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9"/>
                                          </p:val>
                                        </p:tav>
                                        <p:tav tm="44168">
                                          <p:val>
                                            <p:fltVal val="-129"/>
                                          </p:val>
                                        </p:tav>
                                        <p:tav tm="45300">
                                          <p:val>
                                            <p:fltVal val="-101.11"/>
                                          </p:val>
                                        </p:tav>
                                        <p:tav tm="46433">
                                          <p:val>
                                            <p:fltVal val="-70.33"/>
                                          </p:val>
                                        </p:tav>
                                        <p:tav tm="47565">
                                          <p:val>
                                            <p:fltVal val="-48.47"/>
                                          </p:val>
                                        </p:tav>
                                        <p:tav tm="48698">
                                          <p:val>
                                            <p:fltVal val="-33.46"/>
                                          </p:val>
                                        </p:tav>
                                        <p:tav tm="49830">
                                          <p:val>
                                            <p:fltVal val="-23.19"/>
                                          </p:val>
                                        </p:tav>
                                        <p:tav tm="50963">
                                          <p:val>
                                            <p:fltVal val="-16.1"/>
                                          </p:val>
                                        </p:tav>
                                        <p:tav tm="52095">
                                          <p:val>
                                            <p:fltVal val="-11.15"/>
                                          </p:val>
                                        </p:tav>
                                        <p:tav tm="53228">
                                          <p:val>
                                            <p:fltVal val="-7.66"/>
                                          </p:val>
                                        </p:tav>
                                        <p:tav tm="54360">
                                          <p:val>
                                            <p:fltVal val="-5.2"/>
                                          </p:val>
                                        </p:tav>
                                        <p:tav tm="56625">
                                          <p:val>
                                            <p:fltVal val="-2.25"/>
                                          </p:val>
                                        </p:tav>
                                        <p:tav tm="58890">
                                          <p:val>
                                            <p:fltVal val="-0.84"/>
                                          </p:val>
                                        </p:tav>
                                        <p:tav tm="61155">
                                          <p:val>
                                            <p:fltVal val="-0.2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4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5" dur="300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56" dur="294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401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6401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4778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3316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2285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1578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1094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759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526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57758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7" dur="294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7083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17083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1271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8768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599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4086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2781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1879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1249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0805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57758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61155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6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3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8" dur="294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4028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585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144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0278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6326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0509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3432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5491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8688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986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9" dur="294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4028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5856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144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0278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6326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0509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3432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5491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797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182"/>
                                          </p:val>
                                        </p:tav>
                                        <p:tav tm="65685">
                                          <p:val>
                                            <p:strVal val="#ppt_h*0.9999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0" dur="294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7"/>
                                          </p:val>
                                        </p:tav>
                                        <p:tav tm="45300">
                                          <p:val>
                                            <p:fltVal val="-107"/>
                                          </p:val>
                                        </p:tav>
                                        <p:tav tm="46433">
                                          <p:val>
                                            <p:fltVal val="-79.87"/>
                                          </p:val>
                                        </p:tav>
                                        <p:tav tm="47565">
                                          <p:val>
                                            <p:fltVal val="-55.43"/>
                                          </p:val>
                                        </p:tav>
                                        <p:tav tm="48698">
                                          <p:val>
                                            <p:fltVal val="-38.19"/>
                                          </p:val>
                                        </p:tav>
                                        <p:tav tm="49830">
                                          <p:val>
                                            <p:fltVal val="-26.38"/>
                                          </p:val>
                                        </p:tav>
                                        <p:tav tm="50963">
                                          <p:val>
                                            <p:fltVal val="-18.29"/>
                                          </p:val>
                                        </p:tav>
                                        <p:tav tm="52095">
                                          <p:val>
                                            <p:fltVal val="-12.69"/>
                                          </p:val>
                                        </p:tav>
                                        <p:tav tm="53228">
                                          <p:val>
                                            <p:fltVal val="-8.78"/>
                                          </p:val>
                                        </p:tav>
                                        <p:tav tm="54360">
                                          <p:val>
                                            <p:fltVal val="-6.03"/>
                                          </p:val>
                                        </p:tav>
                                        <p:tav tm="55493">
                                          <p:val>
                                            <p:fltVal val="-4.09"/>
                                          </p:val>
                                        </p:tav>
                                        <p:tav tm="57758">
                                          <p:val>
                                            <p:fltVal val="-1.76"/>
                                          </p:val>
                                        </p:tav>
                                        <p:tav tm="60023">
                                          <p:val>
                                            <p:fltVal val="-0.65"/>
                                          </p:val>
                                        </p:tav>
                                        <p:tav tm="62288">
                                          <p:val>
                                            <p:fltVal val="-0.18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2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3" dur="333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64" dur="294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703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6703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6494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4587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3173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2187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1512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1049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728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5" dur="294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1349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0904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6" dur="294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2499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45251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2128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390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1956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748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131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589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816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957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95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7" dur="294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2499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45251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2128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390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1956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748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131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589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816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57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95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8" dur="294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30578">
                                          <p:val>
                                            <p:fltVal val="-30"/>
                                          </p:val>
                                        </p:tav>
                                        <p:tav tm="31710">
                                          <p:val>
                                            <p:fltVal val="-29.06"/>
                                          </p:val>
                                        </p:tav>
                                        <p:tav tm="32843">
                                          <p:val>
                                            <p:fltVal val="-20.53"/>
                                          </p:val>
                                        </p:tav>
                                        <p:tav tm="33975">
                                          <p:val>
                                            <p:fltVal val="-14.2"/>
                                          </p:val>
                                        </p:tav>
                                        <p:tav tm="35108">
                                          <p:val>
                                            <p:fltVal val="-9.79"/>
                                          </p:val>
                                        </p:tav>
                                        <p:tav tm="36240">
                                          <p:val>
                                            <p:fltVal val="-6.77"/>
                                          </p:val>
                                        </p:tav>
                                        <p:tav tm="37373">
                                          <p:val>
                                            <p:fltVal val="-4.69"/>
                                          </p:val>
                                        </p:tav>
                                        <p:tav tm="38505">
                                          <p:val>
                                            <p:fltVal val="-3.26"/>
                                          </p:val>
                                        </p:tav>
                                        <p:tav tm="40770">
                                          <p:val>
                                            <p:fltVal val="-1.54"/>
                                          </p:val>
                                        </p:tav>
                                        <p:tav tm="43035">
                                          <p:val>
                                            <p:fltVal val="-0.69"/>
                                          </p:val>
                                        </p:tav>
                                        <p:tav tm="49830">
                                          <p:val>
                                            <p:fltVal val="-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72" dur="294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526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4526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4464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3159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2187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1507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1041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0722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50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3" dur="294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676"/>
                                          </p:val>
                                        </p:tav>
                                        <p:tav tm="30578">
                                          <p:val>
                                            <p:strVal val="#ppt_y+0.06676"/>
                                          </p:val>
                                        </p:tav>
                                        <p:tav tm="31710">
                                          <p:val>
                                            <p:strVal val="#ppt_y+0.06587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0471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3312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2334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1665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1206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0888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0508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0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3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5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4" dur="294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1098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4416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1351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336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159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723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1139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3875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580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8125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9564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95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5" dur="294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1098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4416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1351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336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159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723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1139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3875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580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8125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564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95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6" dur="294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4"/>
                                          </p:val>
                                        </p:tav>
                                        <p:tav tm="30578">
                                          <p:val>
                                            <p:fltVal val="-34"/>
                                          </p:val>
                                        </p:tav>
                                        <p:tav tm="31710">
                                          <p:val>
                                            <p:fltVal val="-33.53"/>
                                          </p:val>
                                        </p:tav>
                                        <p:tav tm="32843">
                                          <p:val>
                                            <p:fltVal val="-23.73"/>
                                          </p:val>
                                        </p:tav>
                                        <p:tav tm="33975">
                                          <p:val>
                                            <p:fltVal val="-16.43"/>
                                          </p:val>
                                        </p:tav>
                                        <p:tav tm="35108">
                                          <p:val>
                                            <p:fltVal val="-11.32"/>
                                          </p:val>
                                        </p:tav>
                                        <p:tav tm="36240">
                                          <p:val>
                                            <p:fltVal val="-7.82"/>
                                          </p:val>
                                        </p:tav>
                                        <p:tav tm="37373">
                                          <p:val>
                                            <p:fltVal val="-5.43"/>
                                          </p:val>
                                        </p:tav>
                                        <p:tav tm="38505">
                                          <p:val>
                                            <p:fltVal val="-3.77"/>
                                          </p:val>
                                        </p:tav>
                                        <p:tav tm="40770">
                                          <p:val>
                                            <p:fltVal val="-1.78"/>
                                          </p:val>
                                        </p:tav>
                                        <p:tav tm="43035">
                                          <p:val>
                                            <p:fltVal val="-0.8"/>
                                          </p:val>
                                        </p:tav>
                                        <p:tav tm="49830">
                                          <p:val>
                                            <p:fltVal val="-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8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9" dur="333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80" dur="294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87"/>
                                          </p:val>
                                        </p:tav>
                                        <p:tav tm="28313">
                                          <p:val>
                                            <p:strVal val="#ppt_x-0.0687"/>
                                          </p:val>
                                        </p:tav>
                                        <p:tav tm="29445">
                                          <p:val>
                                            <p:strVal val="#ppt_x-0.06588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4649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3215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2216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1532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1063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073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051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349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036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1" dur="294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24"/>
                                          </p:val>
                                        </p:tav>
                                        <p:tav tm="28313">
                                          <p:val>
                                            <p:strVal val="#ppt_y-0.0224"/>
                                          </p:val>
                                        </p:tav>
                                        <p:tav tm="29445">
                                          <p:val>
                                            <p:strVal val="#ppt_y-0.02142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1462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096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037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5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2" dur="294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328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45857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2559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4199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2159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762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141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5939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819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9585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95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3" dur="294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328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45857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2559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4199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2159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762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141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5939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819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9585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995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4" dur="294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8"/>
                                          </p:val>
                                        </p:tav>
                                        <p:tav tm="28313">
                                          <p:val>
                                            <p:fltVal val="108"/>
                                          </p:val>
                                        </p:tav>
                                        <p:tav tm="29445">
                                          <p:val>
                                            <p:fltVal val="103.57"/>
                                          </p:val>
                                        </p:tav>
                                        <p:tav tm="30578">
                                          <p:val>
                                            <p:fltVal val="73.09"/>
                                          </p:val>
                                        </p:tav>
                                        <p:tav tm="31710">
                                          <p:val>
                                            <p:fltVal val="50.54"/>
                                          </p:val>
                                        </p:tav>
                                        <p:tav tm="32843">
                                          <p:val>
                                            <p:fltVal val="34.83"/>
                                          </p:val>
                                        </p:tav>
                                        <p:tav tm="33975">
                                          <p:val>
                                            <p:fltVal val="24.09"/>
                                          </p:val>
                                        </p:tav>
                                        <p:tav tm="35108">
                                          <p:val>
                                            <p:fltVal val="16.71"/>
                                          </p:val>
                                        </p:tav>
                                        <p:tav tm="36240">
                                          <p:val>
                                            <p:fltVal val="11.59"/>
                                          </p:val>
                                        </p:tav>
                                        <p:tav tm="37373">
                                          <p:val>
                                            <p:fltVal val="8.01"/>
                                          </p:val>
                                        </p:tav>
                                        <p:tav tm="38505">
                                          <p:val>
                                            <p:fltVal val="5.48"/>
                                          </p:val>
                                        </p:tav>
                                        <p:tav tm="40770">
                                          <p:val>
                                            <p:fltVal val="2.44"/>
                                          </p:val>
                                        </p:tav>
                                        <p:tav tm="44168">
                                          <p:val>
                                            <p:fltVal val="0.56"/>
                                          </p:val>
                                        </p:tav>
                                        <p:tav tm="47565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6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7" dur="300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88" dur="294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29445">
                                          <p:val>
                                            <p:strVal val="#ppt_x-0.05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3751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2604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1794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1239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0859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0596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9" dur="294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953"/>
                                          </p:val>
                                        </p:tav>
                                        <p:tav tm="29445">
                                          <p:val>
                                            <p:strVal val="#ppt_y-0.09953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7426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5103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3464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2341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1572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0" dur="294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3998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58341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1296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0175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6255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046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3398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546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795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9176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986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1" dur="294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3998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58341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1296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0175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6255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046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3398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546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795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951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994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2" dur="294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8"/>
                                          </p:val>
                                        </p:tav>
                                        <p:tav tm="29445">
                                          <p:val>
                                            <p:fltVal val="98"/>
                                          </p:val>
                                        </p:tav>
                                        <p:tav tm="30578">
                                          <p:val>
                                            <p:fltVal val="73.52"/>
                                          </p:val>
                                        </p:tav>
                                        <p:tav tm="31710">
                                          <p:val>
                                            <p:fltVal val="51.03"/>
                                          </p:val>
                                        </p:tav>
                                        <p:tav tm="32843">
                                          <p:val>
                                            <p:fltVal val="35.16"/>
                                          </p:val>
                                        </p:tav>
                                        <p:tav tm="33975">
                                          <p:val>
                                            <p:fltVal val="24.29"/>
                                          </p:val>
                                        </p:tav>
                                        <p:tav tm="35108">
                                          <p:val>
                                            <p:fltVal val="16.84"/>
                                          </p:val>
                                        </p:tav>
                                        <p:tav tm="36240">
                                          <p:val>
                                            <p:fltVal val="11.69"/>
                                          </p:val>
                                        </p:tav>
                                        <p:tav tm="37373">
                                          <p:val>
                                            <p:fltVal val="8.09"/>
                                          </p:val>
                                        </p:tav>
                                        <p:tav tm="38505">
                                          <p:val>
                                            <p:fltVal val="5.55"/>
                                          </p:val>
                                        </p:tav>
                                        <p:tav tm="40770">
                                          <p:val>
                                            <p:fltVal val="2.5"/>
                                          </p:val>
                                        </p:tav>
                                        <p:tav tm="44168">
                                          <p:val>
                                            <p:fltVal val="0.6"/>
                                          </p:val>
                                        </p:tav>
                                        <p:tav tm="47565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5" dur="333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96" dur="294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66"/>
                                          </p:val>
                                        </p:tav>
                                        <p:tav tm="28313">
                                          <p:val>
                                            <p:strVal val="#ppt_x+0.05766"/>
                                          </p:val>
                                        </p:tav>
                                        <p:tav tm="29445">
                                          <p:val>
                                            <p:strVal val="#ppt_x+0.05222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3667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2532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1746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1208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0838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0581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7" dur="294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481"/>
                                          </p:val>
                                        </p:tav>
                                        <p:tav tm="28313">
                                          <p:val>
                                            <p:strVal val="#ppt_y-0.08481"/>
                                          </p:val>
                                        </p:tav>
                                        <p:tav tm="29445">
                                          <p:val>
                                            <p:strVal val="#ppt_y-0.07666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5334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3631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2451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1645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10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0705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435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8" dur="294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7536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49114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4865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5779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324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836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1933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4434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744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89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80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9" dur="294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7536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49114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4865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5779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324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836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1933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4434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744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934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90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0" dur="294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0"/>
                                          </p:val>
                                        </p:tav>
                                        <p:tav tm="28313">
                                          <p:val>
                                            <p:fltVal val="-40"/>
                                          </p:val>
                                        </p:tav>
                                        <p:tav tm="29445">
                                          <p:val>
                                            <p:fltVal val="-36.23"/>
                                          </p:val>
                                        </p:tav>
                                        <p:tav tm="30578">
                                          <p:val>
                                            <p:fltVal val="-25.44"/>
                                          </p:val>
                                        </p:tav>
                                        <p:tav tm="31710">
                                          <p:val>
                                            <p:fltVal val="-17.57"/>
                                          </p:val>
                                        </p:tav>
                                        <p:tav tm="32843">
                                          <p:val>
                                            <p:fltVal val="-12.11"/>
                                          </p:val>
                                        </p:tav>
                                        <p:tav tm="33975">
                                          <p:val>
                                            <p:fltVal val="-8.38"/>
                                          </p:val>
                                        </p:tav>
                                        <p:tav tm="35108">
                                          <p:val>
                                            <p:fltVal val="-5.82"/>
                                          </p:val>
                                        </p:tav>
                                        <p:tav tm="37373">
                                          <p:val>
                                            <p:fltVal val="-2.78"/>
                                          </p:val>
                                        </p:tav>
                                        <p:tav tm="39638">
                                          <p:val>
                                            <p:fltVal val="-1.28"/>
                                          </p:val>
                                        </p:tav>
                                        <p:tav tm="43035">
                                          <p:val>
                                            <p:fltVal val="-0.33"/>
                                          </p:val>
                                        </p:tav>
                                        <p:tav tm="47565">
                                          <p:val>
                                            <p:fltVal val="-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3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04" dur="294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141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7141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5567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3871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2668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842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276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886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614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422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5" dur="294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63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8963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6951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4782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3244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2188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1465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0966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372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6" dur="294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37628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56629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011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79366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57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0073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312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527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786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131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85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7" dur="294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37628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56629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011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79366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57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0073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312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527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786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48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93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8" dur="294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6"/>
                                          </p:val>
                                        </p:tav>
                                        <p:tav tm="31710">
                                          <p:val>
                                            <p:fltVal val="46"/>
                                          </p:val>
                                        </p:tav>
                                        <p:tav tm="32843">
                                          <p:val>
                                            <p:fltVal val="35.86"/>
                                          </p:val>
                                        </p:tav>
                                        <p:tav tm="33975">
                                          <p:val>
                                            <p:fltVal val="24.94"/>
                                          </p:val>
                                        </p:tav>
                                        <p:tav tm="35108">
                                          <p:val>
                                            <p:fltVal val="17.19"/>
                                          </p:val>
                                        </p:tav>
                                        <p:tav tm="36240">
                                          <p:val>
                                            <p:fltVal val="11.86"/>
                                          </p:val>
                                        </p:tav>
                                        <p:tav tm="37373">
                                          <p:val>
                                            <p:fltVal val="8.22"/>
                                          </p:val>
                                        </p:tav>
                                        <p:tav tm="38505">
                                          <p:val>
                                            <p:fltVal val="5.71"/>
                                          </p:val>
                                        </p:tav>
                                        <p:tav tm="40770">
                                          <p:val>
                                            <p:fltVal val="2.72"/>
                                          </p:val>
                                        </p:tav>
                                        <p:tav tm="43035">
                                          <p:val>
                                            <p:fltVal val="1.23"/>
                                          </p:val>
                                        </p:tav>
                                        <p:tav tm="46433">
                                          <p:val>
                                            <p:fltVal val="0.3"/>
                                          </p:val>
                                        </p:tav>
                                        <p:tav tm="49830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12" dur="294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823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5823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4648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3236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2231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54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067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513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353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3" dur="294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231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9231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7336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5056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3433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2318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1555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1028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402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4" dur="294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36136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55536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69354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7884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5344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8982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2953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9515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780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10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84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5" dur="294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36136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55536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69354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7884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5344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8982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2953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9515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780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46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932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6" dur="294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6"/>
                                          </p:val>
                                        </p:tav>
                                        <p:tav tm="31710">
                                          <p:val>
                                            <p:fltVal val="116"/>
                                          </p:val>
                                        </p:tav>
                                        <p:tav tm="32843">
                                          <p:val>
                                            <p:fltVal val="92.6"/>
                                          </p:val>
                                        </p:tav>
                                        <p:tav tm="33975">
                                          <p:val>
                                            <p:fltVal val="64.47"/>
                                          </p:val>
                                        </p:tav>
                                        <p:tav tm="35108">
                                          <p:val>
                                            <p:fltVal val="44.44"/>
                                          </p:val>
                                        </p:tav>
                                        <p:tav tm="36240">
                                          <p:val>
                                            <p:fltVal val="30.67"/>
                                          </p:val>
                                        </p:tav>
                                        <p:tav tm="37373">
                                          <p:val>
                                            <p:fltVal val="21.25"/>
                                          </p:val>
                                        </p:tav>
                                        <p:tav tm="38505">
                                          <p:val>
                                            <p:fltVal val="14.75"/>
                                          </p:val>
                                        </p:tav>
                                        <p:tav tm="39638">
                                          <p:val>
                                            <p:fltVal val="10.22"/>
                                          </p:val>
                                        </p:tav>
                                        <p:tav tm="40770">
                                          <p:val>
                                            <p:fltVal val="7.03"/>
                                          </p:val>
                                        </p:tav>
                                        <p:tav tm="41903">
                                          <p:val>
                                            <p:fltVal val="4.78"/>
                                          </p:val>
                                        </p:tav>
                                        <p:tav tm="43035">
                                          <p:val>
                                            <p:fltVal val="3.19"/>
                                          </p:val>
                                        </p:tav>
                                        <p:tav tm="44168">
                                          <p:val>
                                            <p:fltVal val="2.07"/>
                                          </p:val>
                                        </p:tav>
                                        <p:tav tm="46433">
                                          <p:val>
                                            <p:fltVal val="0.78"/>
                                          </p:val>
                                        </p:tav>
                                        <p:tav tm="50963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8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9" dur="333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20" dur="294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063"/>
                                          </p:val>
                                        </p:tav>
                                        <p:tav tm="29445">
                                          <p:val>
                                            <p:strVal val="#ppt_x+0.07063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6699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4723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3265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225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1556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08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749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517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1" dur="294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57"/>
                                          </p:val>
                                        </p:tav>
                                        <p:tav tm="29445">
                                          <p:val>
                                            <p:strVal val="#ppt_y-0.00657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0615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2" dur="294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4121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46503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63019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74514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2374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777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1515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599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8218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59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95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3" dur="294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4121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46503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63019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74514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2374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777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1515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599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821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59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5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4" dur="294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6"/>
                                          </p:val>
                                        </p:tav>
                                        <p:tav tm="29445">
                                          <p:val>
                                            <p:fltVal val="-56"/>
                                          </p:val>
                                        </p:tav>
                                        <p:tav tm="30578">
                                          <p:val>
                                            <p:fltVal val="-53.12"/>
                                          </p:val>
                                        </p:tav>
                                        <p:tav tm="31710">
                                          <p:val>
                                            <p:fltVal val="-37.45"/>
                                          </p:val>
                                        </p:tav>
                                        <p:tav tm="32843">
                                          <p:val>
                                            <p:fltVal val="-25.89"/>
                                          </p:val>
                                        </p:tav>
                                        <p:tav tm="33975">
                                          <p:val>
                                            <p:fltVal val="-17.84"/>
                                          </p:val>
                                        </p:tav>
                                        <p:tav tm="35108">
                                          <p:val>
                                            <p:fltVal val="-12.34"/>
                                          </p:val>
                                        </p:tav>
                                        <p:tav tm="36240">
                                          <p:val>
                                            <p:fltVal val="-8.56"/>
                                          </p:val>
                                        </p:tav>
                                        <p:tav tm="37373">
                                          <p:val>
                                            <p:fltVal val="-5.94"/>
                                          </p:val>
                                        </p:tav>
                                        <p:tav tm="39638">
                                          <p:val>
                                            <p:fltVal val="-2.81"/>
                                          </p:val>
                                        </p:tav>
                                        <p:tav tm="41903">
                                          <p:val>
                                            <p:fltVal val="-1.25"/>
                                          </p:val>
                                        </p:tav>
                                        <p:tav tm="45300">
                                          <p:val>
                                            <p:fltVal val="-0.29"/>
                                          </p:val>
                                        </p:tav>
                                        <p:tav tm="48698">
                                          <p:val>
                                            <p:fltVal val="-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6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7" dur="333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28" dur="294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005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6005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5833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4122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2852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965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359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94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9" dur="294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092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4092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397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2757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1227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79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297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0" dur="294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2288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4508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201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3823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190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744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128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587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8162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575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1" dur="294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2288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4508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201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3823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190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744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128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587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816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575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5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2" dur="294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"/>
                                          </p:val>
                                        </p:tav>
                                        <p:tav tm="33975">
                                          <p:val>
                                            <p:fltVal val="7"/>
                                          </p:val>
                                        </p:tav>
                                        <p:tav tm="35108">
                                          <p:val>
                                            <p:fltVal val="6.8"/>
                                          </p:val>
                                        </p:tav>
                                        <p:tav tm="37373">
                                          <p:val>
                                            <p:fltVal val="3.32"/>
                                          </p:val>
                                        </p:tav>
                                        <p:tav tm="39638">
                                          <p:val>
                                            <p:fltVal val="1.58"/>
                                          </p:val>
                                        </p:tav>
                                        <p:tav tm="41903">
                                          <p:val>
                                            <p:fltVal val="0.76"/>
                                          </p:val>
                                        </p:tav>
                                        <p:tav tm="46433">
                                          <p:val>
                                            <p:fltVal val="0.1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4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5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36" dur="294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25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5625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4965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3479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2401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1656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1146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795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7" dur="294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287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9287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8177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5681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3868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2615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117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76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8" dur="294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938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50516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585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645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370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868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215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591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52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896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81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9" dur="294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938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50516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585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645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370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8688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215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459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523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7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12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0" dur="294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35108">
                                          <p:val>
                                            <p:fltVal val="90"/>
                                          </p:val>
                                        </p:tav>
                                        <p:tav tm="36240">
                                          <p:val>
                                            <p:fltVal val="79.44"/>
                                          </p:val>
                                        </p:tav>
                                        <p:tav tm="37373">
                                          <p:val>
                                            <p:fltVal val="55.67"/>
                                          </p:val>
                                        </p:tav>
                                        <p:tav tm="38505">
                                          <p:val>
                                            <p:fltVal val="38.42"/>
                                          </p:val>
                                        </p:tav>
                                        <p:tav tm="39638">
                                          <p:val>
                                            <p:fltVal val="26.49"/>
                                          </p:val>
                                        </p:tav>
                                        <p:tav tm="40770">
                                          <p:val>
                                            <p:fltVal val="18.34"/>
                                          </p:val>
                                        </p:tav>
                                        <p:tav tm="41903">
                                          <p:val>
                                            <p:fltVal val="12.73"/>
                                          </p:val>
                                        </p:tav>
                                        <p:tav tm="43035">
                                          <p:val>
                                            <p:fltVal val="8.82"/>
                                          </p:val>
                                        </p:tav>
                                        <p:tav tm="44168">
                                          <p:val>
                                            <p:fltVal val="6.09"/>
                                          </p:val>
                                        </p:tav>
                                        <p:tav tm="46433">
                                          <p:val>
                                            <p:fltVal val="2.79"/>
                                          </p:val>
                                        </p:tav>
                                        <p:tav tm="49830">
                                          <p:val>
                                            <p:fltVal val="0.71"/>
                                          </p:val>
                                        </p:tav>
                                        <p:tav tm="54360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2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3" dur="300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44" dur="294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115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7115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6996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4949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3425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236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1632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13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78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543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5" dur="294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54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1924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141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0577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303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6" dur="294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133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4349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1485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3461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165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727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16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389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581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8133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566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95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7" dur="294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133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4349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1485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3461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165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727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169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389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581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8133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566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95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8" dur="294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3"/>
                                          </p:val>
                                        </p:tav>
                                        <p:tav tm="35108">
                                          <p:val>
                                            <p:fltVal val="113"/>
                                          </p:val>
                                        </p:tav>
                                        <p:tav tm="36240">
                                          <p:val>
                                            <p:fltVal val="111.11"/>
                                          </p:val>
                                        </p:tav>
                                        <p:tav tm="37373">
                                          <p:val>
                                            <p:fltVal val="78.61"/>
                                          </p:val>
                                        </p:tav>
                                        <p:tav tm="38505">
                                          <p:val>
                                            <p:fltVal val="54.4"/>
                                          </p:val>
                                        </p:tav>
                                        <p:tav tm="39638">
                                          <p:val>
                                            <p:fltVal val="37.49"/>
                                          </p:val>
                                        </p:tav>
                                        <p:tav tm="40770">
                                          <p:val>
                                            <p:fltVal val="25.91"/>
                                          </p:val>
                                        </p:tav>
                                        <p:tav tm="41903">
                                          <p:val>
                                            <p:fltVal val="17.98"/>
                                          </p:val>
                                        </p:tav>
                                        <p:tav tm="43035">
                                          <p:val>
                                            <p:fltVal val="12.47"/>
                                          </p:val>
                                        </p:tav>
                                        <p:tav tm="44168">
                                          <p:val>
                                            <p:fltVal val="8.62"/>
                                          </p:val>
                                        </p:tav>
                                        <p:tav tm="45300">
                                          <p:val>
                                            <p:fltVal val="5.91"/>
                                          </p:val>
                                        </p:tav>
                                        <p:tav tm="47565">
                                          <p:val>
                                            <p:fltVal val="2.64"/>
                                          </p:val>
                                        </p:tav>
                                        <p:tav tm="50963">
                                          <p:val>
                                            <p:fltVal val="0.61"/>
                                          </p:val>
                                        </p:tav>
                                        <p:tav tm="54360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1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52" dur="294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02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0802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0783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38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183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3" dur="294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639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663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1624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11435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7861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5365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65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48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110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4" dur="294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188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477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178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3668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179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737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23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585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814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571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95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5" dur="294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188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477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178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3668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179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737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23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585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814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571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95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6" dur="294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7"/>
                                          </p:val>
                                        </p:tav>
                                        <p:tav tm="35108">
                                          <p:val>
                                            <p:fltVal val="-97"/>
                                          </p:val>
                                        </p:tav>
                                        <p:tav tm="36240">
                                          <p:val>
                                            <p:fltVal val="-94.72"/>
                                          </p:val>
                                        </p:tav>
                                        <p:tav tm="37373">
                                          <p:val>
                                            <p:fltVal val="-66.96"/>
                                          </p:val>
                                        </p:tav>
                                        <p:tav tm="38505">
                                          <p:val>
                                            <p:fltVal val="-46.33"/>
                                          </p:val>
                                        </p:tav>
                                        <p:tav tm="39638">
                                          <p:val>
                                            <p:fltVal val="-31.93"/>
                                          </p:val>
                                        </p:tav>
                                        <p:tav tm="40770">
                                          <p:val>
                                            <p:fltVal val="-22.07"/>
                                          </p:val>
                                        </p:tav>
                                        <p:tav tm="41903">
                                          <p:val>
                                            <p:fltVal val="-15.31"/>
                                          </p:val>
                                        </p:tav>
                                        <p:tav tm="43035">
                                          <p:val>
                                            <p:fltVal val="-10.63"/>
                                          </p:val>
                                        </p:tav>
                                        <p:tav tm="44168">
                                          <p:val>
                                            <p:fltVal val="-7.34"/>
                                          </p:val>
                                        </p:tav>
                                        <p:tav tm="45300">
                                          <p:val>
                                            <p:fltVal val="-5.03"/>
                                          </p:val>
                                        </p:tav>
                                        <p:tav tm="47565">
                                          <p:val>
                                            <p:fltVal val="-2.24"/>
                                          </p:val>
                                        </p:tav>
                                        <p:tav tm="50963">
                                          <p:val>
                                            <p:fltVal val="-0.52"/>
                                          </p:val>
                                        </p:tav>
                                        <p:tav tm="54360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8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9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60" dur="294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828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6828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623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4384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3027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2087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1444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00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69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22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1" dur="294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305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15305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13968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976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6693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4562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10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10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408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9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2" dur="294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6914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864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453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5551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308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8261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85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3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418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891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79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3" dur="294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6914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864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453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5551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308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8261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85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43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418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3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0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4" dur="294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0"/>
                                          </p:val>
                                        </p:tav>
                                        <p:tav tm="35108">
                                          <p:val>
                                            <p:fltVal val="-120"/>
                                          </p:val>
                                        </p:tav>
                                        <p:tav tm="36240">
                                          <p:val>
                                            <p:fltVal val="-109.63"/>
                                          </p:val>
                                        </p:tav>
                                        <p:tav tm="37373">
                                          <p:val>
                                            <p:fltVal val="-77.04"/>
                                          </p:val>
                                        </p:tav>
                                        <p:tav tm="38505">
                                          <p:val>
                                            <p:fltVal val="-53.2"/>
                                          </p:val>
                                        </p:tav>
                                        <p:tav tm="39638">
                                          <p:val>
                                            <p:fltVal val="-36.67"/>
                                          </p:val>
                                        </p:tav>
                                        <p:tav tm="40770">
                                          <p:val>
                                            <p:fltVal val="-25.37"/>
                                          </p:val>
                                        </p:tav>
                                        <p:tav tm="41903">
                                          <p:val>
                                            <p:fltVal val="-17.61"/>
                                          </p:val>
                                        </p:tav>
                                        <p:tav tm="43035">
                                          <p:val>
                                            <p:fltVal val="-12.21"/>
                                          </p:val>
                                        </p:tav>
                                        <p:tav tm="44168">
                                          <p:val>
                                            <p:fltVal val="-8.43"/>
                                          </p:val>
                                        </p:tav>
                                        <p:tav tm="45300">
                                          <p:val>
                                            <p:fltVal val="-5.76"/>
                                          </p:val>
                                        </p:tav>
                                        <p:tav tm="46433">
                                          <p:val>
                                            <p:fltVal val="-3.87"/>
                                          </p:val>
                                        </p:tav>
                                        <p:tav tm="47565">
                                          <p:val>
                                            <p:fltVal val="-2.55"/>
                                          </p:val>
                                        </p:tav>
                                        <p:tav tm="49830">
                                          <p:val>
                                            <p:fltVal val="-0.99"/>
                                          </p:val>
                                        </p:tav>
                                        <p:tav tm="54360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6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7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68" dur="294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62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862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6307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4373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3013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208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1443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00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693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9" dur="294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027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5027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363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2468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1649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703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437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0" dur="294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4146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59418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203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068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660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070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356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558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8018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9205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1" dur="294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4146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59418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203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068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660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070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356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558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8018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53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4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2" dur="294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6"/>
                                          </p:val>
                                        </p:tav>
                                        <p:tav tm="35108">
                                          <p:val>
                                            <p:fltVal val="-76"/>
                                          </p:val>
                                        </p:tav>
                                        <p:tav tm="36240">
                                          <p:val>
                                            <p:fltVal val="-55.6"/>
                                          </p:val>
                                        </p:tav>
                                        <p:tav tm="37373">
                                          <p:val>
                                            <p:fltVal val="-38.55"/>
                                          </p:val>
                                        </p:tav>
                                        <p:tav tm="38505">
                                          <p:val>
                                            <p:fltVal val="-26.56"/>
                                          </p:val>
                                        </p:tav>
                                        <p:tav tm="39638">
                                          <p:val>
                                            <p:fltVal val="-18.35"/>
                                          </p:val>
                                        </p:tav>
                                        <p:tav tm="40770">
                                          <p:val>
                                            <p:fltVal val="-12.73"/>
                                          </p:val>
                                        </p:tav>
                                        <p:tav tm="41903">
                                          <p:val>
                                            <p:fltVal val="-8.83"/>
                                          </p:val>
                                        </p:tav>
                                        <p:tav tm="43035">
                                          <p:val>
                                            <p:fltVal val="-6.11"/>
                                          </p:val>
                                        </p:tav>
                                        <p:tav tm="44168">
                                          <p:val>
                                            <p:fltVal val="-4.19"/>
                                          </p:val>
                                        </p:tav>
                                        <p:tav tm="46433">
                                          <p:val>
                                            <p:fltVal val="-1.88"/>
                                          </p:val>
                                        </p:tav>
                                        <p:tav tm="49830">
                                          <p:val>
                                            <p:fltVal val="-0.45"/>
                                          </p:val>
                                        </p:tav>
                                        <p:tav tm="53228">
                                          <p:val>
                                            <p:fltVal val="-0.0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4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5" dur="300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76" dur="294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88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888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724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5049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348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2402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1664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155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551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7" dur="294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176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717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5822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4008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711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819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1209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788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8" dur="294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3475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4515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864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8364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5011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9595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2791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503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746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075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9" dur="294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3475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4515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864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8364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5011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9595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2791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503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746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444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2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0" dur="294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"/>
                                          </p:val>
                                        </p:tav>
                                        <p:tav tm="38505">
                                          <p:val>
                                            <p:fltVal val="13"/>
                                          </p:val>
                                        </p:tav>
                                        <p:tav tm="39638">
                                          <p:val>
                                            <p:fltVal val="10.6"/>
                                          </p:val>
                                        </p:tav>
                                        <p:tav tm="40770">
                                          <p:val>
                                            <p:fltVal val="7.39"/>
                                          </p:val>
                                        </p:tav>
                                        <p:tav tm="41903">
                                          <p:val>
                                            <p:fltVal val="5.1"/>
                                          </p:val>
                                        </p:tav>
                                        <p:tav tm="43035">
                                          <p:val>
                                            <p:fltVal val="3.52"/>
                                          </p:val>
                                        </p:tav>
                                        <p:tav tm="45300">
                                          <p:val>
                                            <p:fltVal val="1.69"/>
                                          </p:val>
                                        </p:tav>
                                        <p:tav tm="49830">
                                          <p:val>
                                            <p:fltVal val="0.37"/>
                                          </p:val>
                                        </p:tav>
                                        <p:tav tm="56625">
                                          <p:val>
                                            <p:fltVal val="0.01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2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3" dur="300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84" dur="294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266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1266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063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743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51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353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5" dur="294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139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25139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21092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468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0071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689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4724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3228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218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454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937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572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315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6" dur="294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3279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5306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6763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767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453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926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2561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487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665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036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82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7" dur="294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3279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5306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6763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767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453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926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256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4876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665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418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2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8" dur="294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2"/>
                                          </p:val>
                                        </p:tav>
                                        <p:tav tm="37373">
                                          <p:val>
                                            <p:fltVal val="-142"/>
                                          </p:val>
                                        </p:tav>
                                        <p:tav tm="38505">
                                          <p:val>
                                            <p:fltVal val="-119.29"/>
                                          </p:val>
                                        </p:tav>
                                        <p:tav tm="39638">
                                          <p:val>
                                            <p:fltVal val="-83.31"/>
                                          </p:val>
                                        </p:tav>
                                        <p:tav tm="40770">
                                          <p:val>
                                            <p:fltVal val="-57.45"/>
                                          </p:val>
                                        </p:tav>
                                        <p:tav tm="41903">
                                          <p:val>
                                            <p:fltVal val="-39.63"/>
                                          </p:val>
                                        </p:tav>
                                        <p:tav tm="43035">
                                          <p:val>
                                            <p:fltVal val="-27.45"/>
                                          </p:val>
                                        </p:tav>
                                        <p:tav tm="44168">
                                          <p:val>
                                            <p:fltVal val="-19.05"/>
                                          </p:val>
                                        </p:tav>
                                        <p:tav tm="45300">
                                          <p:val>
                                            <p:fltVal val="-13.2"/>
                                          </p:val>
                                        </p:tav>
                                        <p:tav tm="46433">
                                          <p:val>
                                            <p:fltVal val="-9.09"/>
                                          </p:val>
                                        </p:tav>
                                        <p:tav tm="47565">
                                          <p:val>
                                            <p:fltVal val="-6.19"/>
                                          </p:val>
                                        </p:tav>
                                        <p:tav tm="48698">
                                          <p:val>
                                            <p:fltVal val="-4.14"/>
                                          </p:val>
                                        </p:tav>
                                        <p:tav tm="49830">
                                          <p:val>
                                            <p:fltVal val="-2.71"/>
                                          </p:val>
                                        </p:tav>
                                        <p:tav tm="52095">
                                          <p:val>
                                            <p:fltVal val="-1.03"/>
                                          </p:val>
                                        </p:tav>
                                        <p:tav tm="55493">
                                          <p:val>
                                            <p:fltVal val="-0.1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1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92" dur="294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568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1568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1437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101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0481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3" dur="294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658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6658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6117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4349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3056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2158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1545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1123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625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4" dur="294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6665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845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439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5459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302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8217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82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359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40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891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79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5" dur="294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6665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845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439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5459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302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8217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82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4359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40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35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0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6" dur="294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"/>
                                          </p:val>
                                        </p:tav>
                                        <p:tav tm="35108">
                                          <p:val>
                                            <p:fltVal val="2"/>
                                          </p:val>
                                        </p:tav>
                                        <p:tav tm="39638">
                                          <p:val>
                                            <p:fltVal val="0.61"/>
                                          </p:val>
                                        </p:tav>
                                        <p:tav tm="46433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8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9" dur="333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00" dur="294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932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9932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8595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6014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4149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861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981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37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953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657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3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1" dur="294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62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11629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10041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697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476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231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18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466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96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19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2" dur="294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30774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51557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66581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76953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404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8925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232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470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758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8996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81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3" dur="294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30774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51557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66581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76953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404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8925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232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470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758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91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4" dur="294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"/>
                                          </p:val>
                                        </p:tav>
                                        <p:tav tm="36240">
                                          <p:val>
                                            <p:fltVal val="-1"/>
                                          </p:val>
                                        </p:tav>
                                        <p:tav tm="40770">
                                          <p:val>
                                            <p:fltVal val="-0.29"/>
                                          </p:val>
                                        </p:tav>
                                        <p:tav tm="47565">
                                          <p:val>
                                            <p:fltVal val="-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6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7" dur="300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08" dur="294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41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5141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5089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3603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494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719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188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824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72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9" dur="294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58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15583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1542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0872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747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5099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347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2358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585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044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663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0" dur="294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079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43928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6118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325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1513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717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1101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384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5784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8116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25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8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1" dur="294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079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43928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6118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325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1513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717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110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384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5784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8116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25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88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2" dur="294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8"/>
                                          </p:val>
                                        </p:tav>
                                        <p:tav tm="37373">
                                          <p:val>
                                            <p:fltVal val="-148"/>
                                          </p:val>
                                        </p:tav>
                                        <p:tav tm="38505">
                                          <p:val>
                                            <p:fltVal val="-146.52"/>
                                          </p:val>
                                        </p:tav>
                                        <p:tav tm="39638">
                                          <p:val>
                                            <p:fltVal val="-103.73"/>
                                          </p:val>
                                        </p:tav>
                                        <p:tav tm="40770">
                                          <p:val>
                                            <p:fltVal val="-71.81"/>
                                          </p:val>
                                        </p:tav>
                                        <p:tav tm="41903">
                                          <p:val>
                                            <p:fltVal val="-49.48"/>
                                          </p:val>
                                        </p:tav>
                                        <p:tav tm="43035">
                                          <p:val>
                                            <p:fltVal val="-34.2"/>
                                          </p:val>
                                        </p:tav>
                                        <p:tav tm="44168">
                                          <p:val>
                                            <p:fltVal val="-23.72"/>
                                          </p:val>
                                        </p:tav>
                                        <p:tav tm="45300">
                                          <p:val>
                                            <p:fltVal val="-16.46"/>
                                          </p:val>
                                        </p:tav>
                                        <p:tav tm="46433">
                                          <p:val>
                                            <p:fltVal val="-11.38"/>
                                          </p:val>
                                        </p:tav>
                                        <p:tav tm="47565">
                                          <p:val>
                                            <p:fltVal val="-7.8"/>
                                          </p:val>
                                        </p:tav>
                                        <p:tav tm="48698">
                                          <p:val>
                                            <p:fltVal val="-5.27"/>
                                          </p:val>
                                        </p:tav>
                                        <p:tav tm="49830">
                                          <p:val>
                                            <p:fltVal val="-3.49"/>
                                          </p:val>
                                        </p:tav>
                                        <p:tav tm="50963">
                                          <p:val>
                                            <p:fltVal val="-2.24"/>
                                          </p:val>
                                        </p:tav>
                                        <p:tav tm="53228">
                                          <p:val>
                                            <p:fltVal val="-0.81"/>
                                          </p:val>
                                        </p:tav>
                                        <p:tav tm="56625">
                                          <p:val>
                                            <p:fltVal val="-0.09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4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5" dur="3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16" dur="294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536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4536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4123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2896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2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379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95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662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317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46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7" dur="294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8" dur="294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728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4892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6473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568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317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832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190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441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43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8925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79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9" dur="294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728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4892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6473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5688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317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832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190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441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43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343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0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0" dur="294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"/>
                                          </p:val>
                                        </p:tav>
                                        <p:tav tm="37373">
                                          <p:val>
                                            <p:fltVal val="-7"/>
                                          </p:val>
                                        </p:tav>
                                        <p:tav tm="38505">
                                          <p:val>
                                            <p:fltVal val="-6.36"/>
                                          </p:val>
                                        </p:tav>
                                        <p:tav tm="39638">
                                          <p:val>
                                            <p:fltVal val="-4.47"/>
                                          </p:val>
                                        </p:tav>
                                        <p:tav tm="41903">
                                          <p:val>
                                            <p:fltVal val="-2.13"/>
                                          </p:val>
                                        </p:tav>
                                        <p:tav tm="44168">
                                          <p:val>
                                            <p:fltVal val="-1.02"/>
                                          </p:val>
                                        </p:tav>
                                        <p:tav tm="48698">
                                          <p:val>
                                            <p:fltVal val="-0.2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2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3" dur="300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24" dur="294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5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75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5931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4127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2845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963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1361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945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45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204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5" dur="294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704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10704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85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5966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4163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2926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2079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1494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1086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79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45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237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6" dur="294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3673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597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965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905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548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9925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302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5202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82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114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4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7" dur="294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3673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597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9658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905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548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9925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302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520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827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47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3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8" dur="294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7"/>
                                          </p:val>
                                        </p:tav>
                                        <p:tav tm="38505">
                                          <p:val>
                                            <p:fltVal val="77"/>
                                          </p:val>
                                        </p:tav>
                                        <p:tav tm="39638">
                                          <p:val>
                                            <p:fltVal val="60.9"/>
                                          </p:val>
                                        </p:tav>
                                        <p:tav tm="40770">
                                          <p:val>
                                            <p:fltVal val="42.38"/>
                                          </p:val>
                                        </p:tav>
                                        <p:tav tm="41903">
                                          <p:val>
                                            <p:fltVal val="29.2"/>
                                          </p:val>
                                        </p:tav>
                                        <p:tav tm="43035">
                                          <p:val>
                                            <p:fltVal val="20.16"/>
                                          </p:val>
                                        </p:tav>
                                        <p:tav tm="44168">
                                          <p:val>
                                            <p:fltVal val="13.97"/>
                                          </p:val>
                                        </p:tav>
                                        <p:tav tm="45300">
                                          <p:val>
                                            <p:fltVal val="9.7"/>
                                          </p:val>
                                        </p:tav>
                                        <p:tav tm="46433">
                                          <p:val>
                                            <p:fltVal val="6.72"/>
                                          </p:val>
                                        </p:tav>
                                        <p:tav tm="47565">
                                          <p:val>
                                            <p:fltVal val="4.62"/>
                                          </p:val>
                                        </p:tav>
                                        <p:tav tm="49830">
                                          <p:val>
                                            <p:fltVal val="2.09"/>
                                          </p:val>
                                        </p:tav>
                                        <p:tav tm="53228">
                                          <p:val>
                                            <p:fltVal val="0.51"/>
                                          </p:val>
                                        </p:tav>
                                        <p:tav tm="56625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0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1" dur="333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32" dur="294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051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1051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10251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7246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501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3455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2389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657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115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795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544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58890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3" dur="294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231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723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704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4934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3362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226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514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999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642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4" dur="294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2197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4484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6183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7370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18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7388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124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585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8152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268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988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5" dur="294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21974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4484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61838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73703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18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7388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124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585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8152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268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88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6" dur="294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0"/>
                                          </p:val>
                                        </p:tav>
                                        <p:tav tm="39638">
                                          <p:val>
                                            <p:fltVal val="-110"/>
                                          </p:val>
                                        </p:tav>
                                        <p:tav tm="40770">
                                          <p:val>
                                            <p:fltVal val="-107.29"/>
                                          </p:val>
                                        </p:tav>
                                        <p:tav tm="41903">
                                          <p:val>
                                            <p:fltVal val="-75.84"/>
                                          </p:val>
                                        </p:tav>
                                        <p:tav tm="43035">
                                          <p:val>
                                            <p:fltVal val="-52.47"/>
                                          </p:val>
                                        </p:tav>
                                        <p:tav tm="44168">
                                          <p:val>
                                            <p:fltVal val="-36.16"/>
                                          </p:val>
                                        </p:tav>
                                        <p:tav tm="45300">
                                          <p:val>
                                            <p:fltVal val="-25"/>
                                          </p:val>
                                        </p:tav>
                                        <p:tav tm="46433">
                                          <p:val>
                                            <p:fltVal val="-17.34"/>
                                          </p:val>
                                        </p:tav>
                                        <p:tav tm="47565">
                                          <p:val>
                                            <p:fltVal val="-12.03"/>
                                          </p:val>
                                        </p:tav>
                                        <p:tav tm="48698">
                                          <p:val>
                                            <p:fltVal val="-8.32"/>
                                          </p:val>
                                        </p:tav>
                                        <p:tav tm="49830">
                                          <p:val>
                                            <p:fltVal val="-5.7"/>
                                          </p:val>
                                        </p:tav>
                                        <p:tav tm="52095">
                                          <p:val>
                                            <p:fltVal val="-2.54"/>
                                          </p:val>
                                        </p:tav>
                                        <p:tav tm="55493">
                                          <p:val>
                                            <p:fltVal val="-0.59"/>
                                          </p:val>
                                        </p:tav>
                                        <p:tav tm="58890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8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9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40" dur="294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964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5964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429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297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2049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416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58890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1" dur="294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657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065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7624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5231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355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2403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615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107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689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2" dur="294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424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6010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7251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100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682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085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367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5663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8056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987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3" dur="294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424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6010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7251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100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682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085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367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5663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8056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223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87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4" dur="294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"/>
                                          </p:val>
                                        </p:tav>
                                        <p:tav tm="40770">
                                          <p:val>
                                            <p:fltVal val="114"/>
                                          </p:val>
                                        </p:tav>
                                        <p:tav tm="41903">
                                          <p:val>
                                            <p:fltVal val="82.05"/>
                                          </p:val>
                                        </p:tav>
                                        <p:tav tm="43035">
                                          <p:val>
                                            <p:fltVal val="56.85"/>
                                          </p:val>
                                        </p:tav>
                                        <p:tav tm="44168">
                                          <p:val>
                                            <p:fltVal val="39.17"/>
                                          </p:val>
                                        </p:tav>
                                        <p:tav tm="45300">
                                          <p:val>
                                            <p:fltVal val="27.07"/>
                                          </p:val>
                                        </p:tav>
                                        <p:tav tm="46433">
                                          <p:val>
                                            <p:fltVal val="18.77"/>
                                          </p:val>
                                        </p:tav>
                                        <p:tav tm="47565">
                                          <p:val>
                                            <p:fltVal val="13.03"/>
                                          </p:val>
                                        </p:tav>
                                        <p:tav tm="48698">
                                          <p:val>
                                            <p:fltVal val="9.01"/>
                                          </p:val>
                                        </p:tav>
                                        <p:tav tm="49830">
                                          <p:val>
                                            <p:fltVal val="6.18"/>
                                          </p:val>
                                        </p:tav>
                                        <p:tav tm="52095">
                                          <p:val>
                                            <p:fltVal val="2.77"/>
                                          </p:val>
                                        </p:tav>
                                        <p:tav tm="55493">
                                          <p:val>
                                            <p:fltVal val="0.65"/>
                                          </p:val>
                                        </p:tav>
                                        <p:tav tm="58890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6" dur="1" fill="hold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7" dur="300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48" dur="294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96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896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5775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9" dur="294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67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3667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2989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2133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1102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617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0" dur="294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3548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5505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6902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862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5188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9718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287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5099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6668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8552"/>
                                          </p:val>
                                        </p:tav>
                                        <p:tav tm="60023">
                                          <p:val>
                                            <p:strVal val="#ppt_w*0.9984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1" dur="294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3548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5505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6902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862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5188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9718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2877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5099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6668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8552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693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997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2" dur="294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43035">
                                          <p:val>
                                            <p:fltVal val="-80"/>
                                          </p:val>
                                        </p:tav>
                                        <p:tav tm="44168">
                                          <p:val>
                                            <p:fltVal val="-64.51"/>
                                          </p:val>
                                        </p:tav>
                                        <p:tav tm="45300">
                                          <p:val>
                                            <p:fltVal val="-44.94"/>
                                          </p:val>
                                        </p:tav>
                                        <p:tav tm="46433">
                                          <p:val>
                                            <p:fltVal val="-30.98"/>
                                          </p:val>
                                        </p:tav>
                                        <p:tav tm="47565">
                                          <p:val>
                                            <p:fltVal val="-21.38"/>
                                          </p:val>
                                        </p:tav>
                                        <p:tav tm="48698">
                                          <p:val>
                                            <p:fltVal val="-14.81"/>
                                          </p:val>
                                        </p:tav>
                                        <p:tav tm="49830">
                                          <p:val>
                                            <p:fltVal val="-10.28"/>
                                          </p:val>
                                        </p:tav>
                                        <p:tav tm="50963">
                                          <p:val>
                                            <p:fltVal val="-7.12"/>
                                          </p:val>
                                        </p:tav>
                                        <p:tav tm="52095">
                                          <p:val>
                                            <p:fltVal val="-4.9"/>
                                          </p:val>
                                        </p:tav>
                                        <p:tav tm="53228">
                                          <p:val>
                                            <p:fltVal val="-3.33"/>
                                          </p:val>
                                        </p:tav>
                                        <p:tav tm="55493">
                                          <p:val>
                                            <p:fltVal val="-1.45"/>
                                          </p:val>
                                        </p:tav>
                                        <p:tav tm="60023">
                                          <p:val>
                                            <p:fltVal val="-0.1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4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5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56" dur="294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818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7818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6649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464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3205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2211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1531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1063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737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508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346"/>
                                          </p:val>
                                        </p:tav>
                                        <p:tav tm="57758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62288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7" dur="294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389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1389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966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6703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4571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3101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2096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404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0922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0344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61155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8" dur="294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31956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52441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67199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7376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433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9126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2462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6462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45"/>
                                          </p:val>
                                        </p:tav>
                                        <p:tav tm="60023">
                                          <p:val>
                                            <p:strVal val="#ppt_w*0.9966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9" dur="294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31956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52441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6719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737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4334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9126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2462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6462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02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82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0" dur="294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9"/>
                                          </p:val>
                                        </p:tav>
                                        <p:tav tm="44168">
                                          <p:val>
                                            <p:fltVal val="-49"/>
                                          </p:val>
                                        </p:tav>
                                        <p:tav tm="45300">
                                          <p:val>
                                            <p:fltVal val="-41.68"/>
                                          </p:val>
                                        </p:tav>
                                        <p:tav tm="46433">
                                          <p:val>
                                            <p:fltVal val="-29.13"/>
                                          </p:val>
                                        </p:tav>
                                        <p:tav tm="47565">
                                          <p:val>
                                            <p:fltVal val="-20.09"/>
                                          </p:val>
                                        </p:tav>
                                        <p:tav tm="48698">
                                          <p:val>
                                            <p:fltVal val="-13.86"/>
                                          </p:val>
                                        </p:tav>
                                        <p:tav tm="49830">
                                          <p:val>
                                            <p:fltVal val="-9.6"/>
                                          </p:val>
                                        </p:tav>
                                        <p:tav tm="50963">
                                          <p:val>
                                            <p:fltVal val="-6.66"/>
                                          </p:val>
                                        </p:tav>
                                        <p:tav tm="52095">
                                          <p:val>
                                            <p:fltVal val="-4.62"/>
                                          </p:val>
                                        </p:tav>
                                        <p:tav tm="54360">
                                          <p:val>
                                            <p:fltVal val="-2.17"/>
                                          </p:val>
                                        </p:tav>
                                        <p:tav tm="57758">
                                          <p:val>
                                            <p:fltVal val="-0.6"/>
                                          </p:val>
                                        </p:tav>
                                        <p:tav tm="62288">
                                          <p:val>
                                            <p:fltVal val="-0.0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2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3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64" dur="294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82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5182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3692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2557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762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21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845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586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60023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5" dur="294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0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20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4557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003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68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4689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201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17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449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941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6" dur="294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43005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6052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72799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120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696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0952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3743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71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8079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234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8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7" dur="294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43005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6052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72799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120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696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095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3743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71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8079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234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8" dur="294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"/>
                                          </p:val>
                                        </p:tav>
                                        <p:tav tm="41903">
                                          <p:val>
                                            <p:fltVal val="14"/>
                                          </p:val>
                                        </p:tav>
                                        <p:tav tm="43035">
                                          <p:val>
                                            <p:fltVal val="9.97"/>
                                          </p:val>
                                        </p:tav>
                                        <p:tav tm="44168">
                                          <p:val>
                                            <p:fltVal val="6.91"/>
                                          </p:val>
                                        </p:tav>
                                        <p:tav tm="45300">
                                          <p:val>
                                            <p:fltVal val="4.76"/>
                                          </p:val>
                                        </p:tav>
                                        <p:tav tm="46433">
                                          <p:val>
                                            <p:fltVal val="3.29"/>
                                          </p:val>
                                        </p:tav>
                                        <p:tav tm="48698">
                                          <p:val>
                                            <p:fltVal val="1.58"/>
                                          </p:val>
                                        </p:tav>
                                        <p:tav tm="53228">
                                          <p:val>
                                            <p:fltVal val="0.3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0" dur="1" fill="hold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1" dur="300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72" dur="294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208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820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6967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4869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3358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2316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1604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1113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772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532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362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243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1"/>
                                          </p:val>
                                        </p:tav>
                                        <p:tav tm="61155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3" dur="294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083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208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1743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168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753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4" dur="294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3210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52551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6727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7428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43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915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248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647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9023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92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5" dur="294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32103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5255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6727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7428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43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915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24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647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023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82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6" dur="294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6"/>
                                          </p:val>
                                        </p:tav>
                                        <p:tav tm="43035">
                                          <p:val>
                                            <p:fltVal val="-136"/>
                                          </p:val>
                                        </p:tav>
                                        <p:tav tm="44168">
                                          <p:val>
                                            <p:fltVal val="-115.43"/>
                                          </p:val>
                                        </p:tav>
                                        <p:tav tm="45300">
                                          <p:val>
                                            <p:fltVal val="-80.66"/>
                                          </p:val>
                                        </p:tav>
                                        <p:tav tm="46433">
                                          <p:val>
                                            <p:fltVal val="-55.63"/>
                                          </p:val>
                                        </p:tav>
                                        <p:tav tm="47565">
                                          <p:val>
                                            <p:fltVal val="-38.37"/>
                                          </p:val>
                                        </p:tav>
                                        <p:tav tm="48698">
                                          <p:val>
                                            <p:fltVal val="-26.57"/>
                                          </p:val>
                                        </p:tav>
                                        <p:tav tm="49830">
                                          <p:val>
                                            <p:fltVal val="-18.44"/>
                                          </p:val>
                                        </p:tav>
                                        <p:tav tm="50963">
                                          <p:val>
                                            <p:fltVal val="-12.78"/>
                                          </p:val>
                                        </p:tav>
                                        <p:tav tm="52095">
                                          <p:val>
                                            <p:fltVal val="-8.81"/>
                                          </p:val>
                                        </p:tav>
                                        <p:tav tm="53228">
                                          <p:val>
                                            <p:fltVal val="-6"/>
                                          </p:val>
                                        </p:tav>
                                        <p:tav tm="54360">
                                          <p:val>
                                            <p:fltVal val="-4.02"/>
                                          </p:val>
                                        </p:tav>
                                        <p:tav tm="56625">
                                          <p:val>
                                            <p:fltVal val="-1.66"/>
                                          </p:val>
                                        </p:tav>
                                        <p:tav tm="58890">
                                          <p:val>
                                            <p:fltVal val="-0.57"/>
                                          </p:val>
                                        </p:tav>
                                        <p:tav tm="61155">
                                          <p:val>
                                            <p:fltVal val="-0.1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8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9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80" dur="294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1" dur="294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45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5453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1218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8429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5757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3922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2667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18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1195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77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2" dur="294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3673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55975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69659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905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5487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9926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3023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5202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6741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588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84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3" dur="294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3673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55975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6965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905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5487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9926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3023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5202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782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114"/>
                                          </p:val>
                                        </p:tav>
                                        <p:tav tm="64553">
                                          <p:val>
                                            <p:strVal val="#ppt_h*0.9999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4" dur="294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8"/>
                                          </p:val>
                                        </p:tav>
                                        <p:tav tm="44168">
                                          <p:val>
                                            <p:fltVal val="-88"/>
                                          </p:val>
                                        </p:tav>
                                        <p:tav tm="45300">
                                          <p:val>
                                            <p:fltVal val="-69.59"/>
                                          </p:val>
                                        </p:tav>
                                        <p:tav tm="46433">
                                          <p:val>
                                            <p:fltVal val="-48.43"/>
                                          </p:val>
                                        </p:tav>
                                        <p:tav tm="47565">
                                          <p:val>
                                            <p:fltVal val="-33.38"/>
                                          </p:val>
                                        </p:tav>
                                        <p:tav tm="48698">
                                          <p:val>
                                            <p:fltVal val="-23.04"/>
                                          </p:val>
                                        </p:tav>
                                        <p:tav tm="49830">
                                          <p:val>
                                            <p:fltVal val="-15.96"/>
                                          </p:val>
                                        </p:tav>
                                        <p:tav tm="50963">
                                          <p:val>
                                            <p:fltVal val="-11.08"/>
                                          </p:val>
                                        </p:tav>
                                        <p:tav tm="52095">
                                          <p:val>
                                            <p:fltVal val="-7.67"/>
                                          </p:val>
                                        </p:tav>
                                        <p:tav tm="53228">
                                          <p:val>
                                            <p:fltVal val="-5.28"/>
                                          </p:val>
                                        </p:tav>
                                        <p:tav tm="54360">
                                          <p:val>
                                            <p:fltVal val="-3.59"/>
                                          </p:val>
                                        </p:tav>
                                        <p:tav tm="56625">
                                          <p:val>
                                            <p:fltVal val="-1.55"/>
                                          </p:val>
                                        </p:tav>
                                        <p:tav tm="61155">
                                          <p:val>
                                            <p:fltVal val="-0.1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6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7" dur="333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88" dur="294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391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9391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8084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5655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3901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269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1863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1293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896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618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58890">
                                          <p:val>
                                            <p:strVal val="#ppt_x+0.00117"/>
                                          </p:val>
                                        </p:tav>
                                        <p:tav tm="63420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9" dur="294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24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82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5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0" dur="294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31134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5182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667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77082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413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88986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2365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6413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8427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65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1" dur="294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31134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5182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667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77082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4132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88986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2365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6413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8427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65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2" dur="294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6"/>
                                          </p:val>
                                        </p:tav>
                                        <p:tav tm="45300">
                                          <p:val>
                                            <p:fltVal val="-66"/>
                                          </p:val>
                                        </p:tav>
                                        <p:tav tm="46433">
                                          <p:val>
                                            <p:fltVal val="-56.81"/>
                                          </p:val>
                                        </p:tav>
                                        <p:tav tm="47565">
                                          <p:val>
                                            <p:fltVal val="-39.74"/>
                                          </p:val>
                                        </p:tav>
                                        <p:tav tm="48698">
                                          <p:val>
                                            <p:fltVal val="-27.41"/>
                                          </p:val>
                                        </p:tav>
                                        <p:tav tm="49830">
                                          <p:val>
                                            <p:fltVal val="-18.91"/>
                                          </p:val>
                                        </p:tav>
                                        <p:tav tm="50963">
                                          <p:val>
                                            <p:fltVal val="-13.09"/>
                                          </p:val>
                                        </p:tav>
                                        <p:tav tm="52095">
                                          <p:val>
                                            <p:fltVal val="-9.09"/>
                                          </p:val>
                                        </p:tav>
                                        <p:tav tm="53228">
                                          <p:val>
                                            <p:fltVal val="-6.3"/>
                                          </p:val>
                                        </p:tav>
                                        <p:tav tm="55493">
                                          <p:val>
                                            <p:fltVal val="-2.96"/>
                                          </p:val>
                                        </p:tav>
                                        <p:tav tm="58890">
                                          <p:val>
                                            <p:fltVal val="-0.82"/>
                                          </p:val>
                                        </p:tav>
                                        <p:tav tm="63420">
                                          <p:val>
                                            <p:fltVal val="-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4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5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96" dur="294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958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2958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2097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452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1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691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333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58890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7" dur="294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36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3936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2838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2017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1441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1048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778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8" dur="294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4330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6073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294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130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7032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1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3777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5734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772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88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9" dur="294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4330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60737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294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1303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7032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1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3777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5734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8772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75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0" dur="294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2"/>
                                          </p:val>
                                        </p:tav>
                                        <p:tav tm="44168">
                                          <p:val>
                                            <p:fltVal val="52"/>
                                          </p:val>
                                        </p:tav>
                                        <p:tav tm="45300">
                                          <p:val>
                                            <p:fltVal val="36.85"/>
                                          </p:val>
                                        </p:tav>
                                        <p:tav tm="46433">
                                          <p:val>
                                            <p:fltVal val="25.52"/>
                                          </p:val>
                                        </p:tav>
                                        <p:tav tm="47565">
                                          <p:val>
                                            <p:fltVal val="17.58"/>
                                          </p:val>
                                        </p:tav>
                                        <p:tav tm="48698">
                                          <p:val>
                                            <p:fltVal val="12.15"/>
                                          </p:val>
                                        </p:tav>
                                        <p:tav tm="49830">
                                          <p:val>
                                            <p:fltVal val="8.43"/>
                                          </p:val>
                                        </p:tav>
                                        <p:tav tm="50963">
                                          <p:val>
                                            <p:fltVal val="5.85"/>
                                          </p:val>
                                        </p:tav>
                                        <p:tav tm="53228">
                                          <p:val>
                                            <p:fltVal val="2.77"/>
                                          </p:val>
                                        </p:tav>
                                        <p:tav tm="56625">
                                          <p:val>
                                            <p:fltVal val="0.8"/>
                                          </p:val>
                                        </p:tav>
                                        <p:tav tm="61155">
                                          <p:val>
                                            <p:fltVal val="0.08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2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3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04" dur="294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35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3354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274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91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1317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909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629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58890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5" dur="294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982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13982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11451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8034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559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390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2759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1966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414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1025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557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64553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6" dur="294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34655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54445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6859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7833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498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95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278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5031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662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528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7" dur="294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34655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54445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68596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78331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498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95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27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5031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662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8528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686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997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8" dur="294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1"/>
                                          </p:val>
                                        </p:tav>
                                        <p:tav tm="44168">
                                          <p:val>
                                            <p:fltVal val="-121"/>
                                          </p:val>
                                        </p:tav>
                                        <p:tav tm="45300">
                                          <p:val>
                                            <p:fltVal val="-98.83"/>
                                          </p:val>
                                        </p:tav>
                                        <p:tav tm="46433">
                                          <p:val>
                                            <p:fltVal val="-68.9"/>
                                          </p:val>
                                        </p:tav>
                                        <p:tav tm="47565">
                                          <p:val>
                                            <p:fltVal val="-47.5"/>
                                          </p:val>
                                        </p:tav>
                                        <p:tav tm="48698">
                                          <p:val>
                                            <p:fltVal val="-32.77"/>
                                          </p:val>
                                        </p:tav>
                                        <p:tav tm="49830">
                                          <p:val>
                                            <p:fltVal val="-22.7"/>
                                          </p:val>
                                        </p:tav>
                                        <p:tav tm="50963">
                                          <p:val>
                                            <p:fltVal val="-15.76"/>
                                          </p:val>
                                        </p:tav>
                                        <p:tav tm="52095">
                                          <p:val>
                                            <p:fltVal val="-10.92"/>
                                          </p:val>
                                        </p:tav>
                                        <p:tav tm="53228">
                                          <p:val>
                                            <p:fltVal val="-7.52"/>
                                          </p:val>
                                        </p:tav>
                                        <p:tav tm="54360">
                                          <p:val>
                                            <p:fltVal val="-5.11"/>
                                          </p:val>
                                        </p:tav>
                                        <p:tav tm="56625">
                                          <p:val>
                                            <p:fltVal val="-2.23"/>
                                          </p:val>
                                        </p:tav>
                                        <p:tav tm="58890">
                                          <p:val>
                                            <p:fltVal val="-0.84"/>
                                          </p:val>
                                        </p:tav>
                                        <p:tav tm="61155">
                                          <p:val>
                                            <p:fltVal val="-0.2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0" dur="1" fill="hold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1" dur="333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12" dur="294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021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7021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6161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4316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2978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2054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1421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987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684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322"/>
                                          </p:val>
                                        </p:tav>
                                        <p:tav tm="56625">
                                          <p:val>
                                            <p:strVal val="#ppt_x-0.0009"/>
                                          </p:val>
                                        </p:tav>
                                        <p:tav tm="61155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3" dur="294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54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22546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9765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13795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9467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4432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3025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2046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1359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874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0531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60023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0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33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4" dur="294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29796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5082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6606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76601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380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88758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2205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6333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8976"/>
                                          </p:val>
                                        </p:tav>
                                        <p:tav tm="61155">
                                          <p:val>
                                            <p:strVal val="#ppt_w*0.9991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5" dur="294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2979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5082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6606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76601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3803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88758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2205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6333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8976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81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6" dur="294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7"/>
                                          </p:val>
                                        </p:tav>
                                        <p:tav tm="43035">
                                          <p:val>
                                            <p:fltVal val="27"/>
                                          </p:val>
                                        </p:tav>
                                        <p:tav tm="44168">
                                          <p:val>
                                            <p:fltVal val="23.69"/>
                                          </p:val>
                                        </p:tav>
                                        <p:tav tm="45300">
                                          <p:val>
                                            <p:fltVal val="16.6"/>
                                          </p:val>
                                        </p:tav>
                                        <p:tav tm="46433">
                                          <p:val>
                                            <p:fltVal val="11.45"/>
                                          </p:val>
                                        </p:tav>
                                        <p:tav tm="47565">
                                          <p:val>
                                            <p:fltVal val="7.9"/>
                                          </p:val>
                                        </p:tav>
                                        <p:tav tm="48698">
                                          <p:val>
                                            <p:fltVal val="5.47"/>
                                          </p:val>
                                        </p:tav>
                                        <p:tav tm="49830">
                                          <p:val>
                                            <p:fltVal val="3.79"/>
                                          </p:val>
                                        </p:tav>
                                        <p:tav tm="50963">
                                          <p:val>
                                            <p:fltVal val="2.63"/>
                                          </p:val>
                                        </p:tav>
                                        <p:tav tm="53228">
                                          <p:val>
                                            <p:fltVal val="1.24"/>
                                          </p:val>
                                        </p:tav>
                                        <p:tav tm="56625">
                                          <p:val>
                                            <p:fltVal val="0.35"/>
                                          </p:val>
                                        </p:tav>
                                        <p:tav tm="61155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8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9" dur="300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20" dur="294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078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5078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2729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1881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1298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9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625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1" dur="294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16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891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4715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3197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215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1443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095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0365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073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02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106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48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2" dur="294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38144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5700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70373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79545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85822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0158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3186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531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682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788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9141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985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89468">
                                          <p:val>
                                            <p:strVal val="#ppt_w*0.99863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3" dur="294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5700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70373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79545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85822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015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3186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531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788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99488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93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4" dur="294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"/>
                                          </p:val>
                                        </p:tav>
                                        <p:tav tm="37373">
                                          <p:val>
                                            <p:fltVal val="1"/>
                                          </p:val>
                                        </p:tav>
                                        <p:tav tm="41903">
                                          <p:val>
                                            <p:fltVal val="0.26"/>
                                          </p:val>
                                        </p:tav>
                                        <p:tav tm="48698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6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7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28" dur="294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526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4526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419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2948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2036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404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971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67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9" dur="294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58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1658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1547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0838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0487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273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4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0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0" dur="294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5938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7897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400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5191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2837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809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73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29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376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889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79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1" dur="294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5938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7897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400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5191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2837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809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739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429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37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25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0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2" dur="294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0"/>
                                          </p:val>
                                        </p:tav>
                                        <p:tav tm="35108">
                                          <p:val>
                                            <p:fltVal val="-50"/>
                                          </p:val>
                                        </p:tav>
                                        <p:tav tm="36240">
                                          <p:val>
                                            <p:fltVal val="-46.29"/>
                                          </p:val>
                                        </p:tav>
                                        <p:tav tm="37373">
                                          <p:val>
                                            <p:fltVal val="-32.56"/>
                                          </p:val>
                                        </p:tav>
                                        <p:tav tm="38505">
                                          <p:val>
                                            <p:fltVal val="-22.5"/>
                                          </p:val>
                                        </p:tav>
                                        <p:tav tm="39638">
                                          <p:val>
                                            <p:fltVal val="-15.51"/>
                                          </p:val>
                                        </p:tav>
                                        <p:tav tm="40770">
                                          <p:val>
                                            <p:fltVal val="-10.73"/>
                                          </p:val>
                                        </p:tav>
                                        <p:tav tm="41903">
                                          <p:val>
                                            <p:fltVal val="-7.44"/>
                                          </p:val>
                                        </p:tav>
                                        <p:tav tm="43035">
                                          <p:val>
                                            <p:fltVal val="-5.16"/>
                                          </p:val>
                                        </p:tav>
                                        <p:tav tm="44168">
                                          <p:val>
                                            <p:fltVal val="-3.56"/>
                                          </p:val>
                                        </p:tav>
                                        <p:tav tm="46433">
                                          <p:val>
                                            <p:fltVal val="-1.64"/>
                                          </p:val>
                                        </p:tav>
                                        <p:tav tm="49830">
                                          <p:val>
                                            <p:fltVal val="-0.42"/>
                                          </p:val>
                                        </p:tav>
                                        <p:tav tm="54360">
                                          <p:val>
                                            <p:fltVal val="-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4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5" dur="300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36" dur="294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917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8917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6326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4381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3019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2086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1447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004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694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50963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57758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7" dur="294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2546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2546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8852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6079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4137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2808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189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1265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0823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4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0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8" dur="294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4324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0693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291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128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701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099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37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572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8089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238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9881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9" dur="294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4324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0693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291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128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701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099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37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572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8089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88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0" dur="294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3"/>
                                          </p:val>
                                        </p:tav>
                                        <p:tav tm="39638">
                                          <p:val>
                                            <p:fltVal val="143"/>
                                          </p:val>
                                        </p:tav>
                                        <p:tav tm="40770">
                                          <p:val>
                                            <p:fltVal val="101.45"/>
                                          </p:val>
                                        </p:tav>
                                        <p:tav tm="41903">
                                          <p:val>
                                            <p:fltVal val="70.26"/>
                                          </p:val>
                                        </p:tav>
                                        <p:tav tm="43035">
                                          <p:val>
                                            <p:fltVal val="48.41"/>
                                          </p:val>
                                        </p:tav>
                                        <p:tav tm="44168">
                                          <p:val>
                                            <p:fltVal val="33.46"/>
                                          </p:val>
                                        </p:tav>
                                        <p:tav tm="45300">
                                          <p:val>
                                            <p:fltVal val="23.21"/>
                                          </p:val>
                                        </p:tav>
                                        <p:tav tm="46433">
                                          <p:val>
                                            <p:fltVal val="16.11"/>
                                          </p:val>
                                        </p:tav>
                                        <p:tav tm="47565">
                                          <p:val>
                                            <p:fltVal val="11.14"/>
                                          </p:val>
                                        </p:tav>
                                        <p:tav tm="48698">
                                          <p:val>
                                            <p:fltVal val="7.63"/>
                                          </p:val>
                                        </p:tav>
                                        <p:tav tm="49830">
                                          <p:val>
                                            <p:fltVal val="5.16"/>
                                          </p:val>
                                        </p:tav>
                                        <p:tav tm="50963">
                                          <p:val>
                                            <p:fltVal val="3.42"/>
                                          </p:val>
                                        </p:tav>
                                        <p:tav tm="52095">
                                          <p:val>
                                            <p:fltVal val="2.2"/>
                                          </p:val>
                                        </p:tav>
                                        <p:tav tm="54360">
                                          <p:val>
                                            <p:fltVal val="0.8"/>
                                          </p:val>
                                        </p:tav>
                                        <p:tav tm="57758">
                                          <p:val>
                                            <p:fltVal val="0.09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2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3" dur="333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44" dur="294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276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5276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4579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3205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2211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1525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1056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733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508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35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5" dur="294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86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3186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2786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2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1432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1039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586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4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07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94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6" dur="294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3057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51409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6647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688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3995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889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2298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4691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7573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8992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1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7" dur="294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3057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51409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6647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688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3995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8891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2298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4691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7573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8992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1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8" dur="294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0"/>
                                          </p:val>
                                        </p:tav>
                                        <p:tav tm="41903">
                                          <p:val>
                                            <p:fltVal val="60"/>
                                          </p:val>
                                        </p:tav>
                                        <p:tav tm="43035">
                                          <p:val>
                                            <p:fltVal val="52.07"/>
                                          </p:val>
                                        </p:tav>
                                        <p:tav tm="44168">
                                          <p:val>
                                            <p:fltVal val="36.44"/>
                                          </p:val>
                                        </p:tav>
                                        <p:tav tm="45300">
                                          <p:val>
                                            <p:fltVal val="25.14"/>
                                          </p:val>
                                        </p:tav>
                                        <p:tav tm="46433">
                                          <p:val>
                                            <p:fltVal val="17.34"/>
                                          </p:val>
                                        </p:tav>
                                        <p:tav tm="47565">
                                          <p:val>
                                            <p:fltVal val="12"/>
                                          </p:val>
                                        </p:tav>
                                        <p:tav tm="48698">
                                          <p:val>
                                            <p:fltVal val="8.33"/>
                                          </p:val>
                                        </p:tav>
                                        <p:tav tm="49830">
                                          <p:val>
                                            <p:fltVal val="5.78"/>
                                          </p:val>
                                        </p:tav>
                                        <p:tav tm="50963">
                                          <p:val>
                                            <p:fltVal val="3.98"/>
                                          </p:val>
                                        </p:tav>
                                        <p:tav tm="53228">
                                          <p:val>
                                            <p:fltVal val="1.82"/>
                                          </p:val>
                                        </p:tav>
                                        <p:tav tm="56625">
                                          <p:val>
                                            <p:fltVal val="0.46"/>
                                          </p:val>
                                        </p:tav>
                                        <p:tav tm="60023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1" dur="333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52" dur="294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365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3365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3131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2204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1523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05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726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504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54360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3" dur="294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01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701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6535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4649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3264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2302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1644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1192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658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393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225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4" dur="294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25543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47595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63793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75044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2737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88021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16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426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8889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78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5" dur="294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25543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47595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63793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75044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2737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88021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169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426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319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6" dur="294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8"/>
                                          </p:val>
                                        </p:tav>
                                        <p:tav tm="35108">
                                          <p:val>
                                            <p:fltVal val="78"/>
                                          </p:val>
                                        </p:tav>
                                        <p:tav tm="36240">
                                          <p:val>
                                            <p:fltVal val="72.6"/>
                                          </p:val>
                                        </p:tav>
                                        <p:tav tm="37373">
                                          <p:val>
                                            <p:fltVal val="51.09"/>
                                          </p:val>
                                        </p:tav>
                                        <p:tav tm="38505">
                                          <p:val>
                                            <p:fltVal val="35.3"/>
                                          </p:val>
                                        </p:tav>
                                        <p:tav tm="39638">
                                          <p:val>
                                            <p:fltVal val="24.33"/>
                                          </p:val>
                                        </p:tav>
                                        <p:tav tm="40770">
                                          <p:val>
                                            <p:fltVal val="16.83"/>
                                          </p:val>
                                        </p:tav>
                                        <p:tav tm="41903">
                                          <p:val>
                                            <p:fltVal val="11.68"/>
                                          </p:val>
                                        </p:tav>
                                        <p:tav tm="43035">
                                          <p:val>
                                            <p:fltVal val="8.1"/>
                                          </p:val>
                                        </p:tav>
                                        <p:tav tm="44168">
                                          <p:val>
                                            <p:fltVal val="5.59"/>
                                          </p:val>
                                        </p:tav>
                                        <p:tav tm="46433">
                                          <p:val>
                                            <p:fltVal val="2.57"/>
                                          </p:val>
                                        </p:tav>
                                        <p:tav tm="49830">
                                          <p:val>
                                            <p:fltVal val="0.66"/>
                                          </p:val>
                                        </p:tav>
                                        <p:tav tm="54360">
                                          <p:val>
                                            <p:fltVal val="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8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9" dur="300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60" dur="294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026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1026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853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0596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1" dur="294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52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6352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5312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03757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2643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1875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135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988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0559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56625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9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84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3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75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2" dur="294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3346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5356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6798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7791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84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9379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264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4932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7692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9905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83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3" dur="294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3346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5356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6798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7791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84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9379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264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4932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769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427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992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4" dur="294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3"/>
                                          </p:val>
                                        </p:tav>
                                        <p:tav tm="38505">
                                          <p:val>
                                            <p:fltVal val="63"/>
                                          </p:val>
                                        </p:tav>
                                        <p:tav tm="39638">
                                          <p:val>
                                            <p:fltVal val="52.4"/>
                                          </p:val>
                                        </p:tav>
                                        <p:tav tm="40770">
                                          <p:val>
                                            <p:fltVal val="36.57"/>
                                          </p:val>
                                        </p:tav>
                                        <p:tav tm="41903">
                                          <p:val>
                                            <p:fltVal val="25.22"/>
                                          </p:val>
                                        </p:tav>
                                        <p:tav tm="43035">
                                          <p:val>
                                            <p:fltVal val="17.4"/>
                                          </p:val>
                                        </p:tav>
                                        <p:tav tm="44168">
                                          <p:val>
                                            <p:fltVal val="12.05"/>
                                          </p:val>
                                        </p:tav>
                                        <p:tav tm="45300">
                                          <p:val>
                                            <p:fltVal val="8.36"/>
                                          </p:val>
                                        </p:tav>
                                        <p:tav tm="46433">
                                          <p:val>
                                            <p:fltVal val="5.8"/>
                                          </p:val>
                                        </p:tav>
                                        <p:tav tm="47565">
                                          <p:val>
                                            <p:fltVal val="3.99"/>
                                          </p:val>
                                        </p:tav>
                                        <p:tav tm="49830">
                                          <p:val>
                                            <p:fltVal val="1.82"/>
                                          </p:val>
                                        </p:tav>
                                        <p:tav tm="53228">
                                          <p:val>
                                            <p:fltVal val="0.45"/>
                                          </p:val>
                                        </p:tav>
                                        <p:tav tm="56625">
                                          <p:val>
                                            <p:fltVal val="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6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7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68" dur="294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958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4958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3632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2519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1735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1199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831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9" dur="294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700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17009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2416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8558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5844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3986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2713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1832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216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782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1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131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61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0" dur="294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41393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59363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7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065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6587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06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355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581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8015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203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1" dur="294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41393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59363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7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065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6587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06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355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581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8015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203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72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2" dur="294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5"/>
                                          </p:val>
                                        </p:tav>
                                        <p:tav tm="41903">
                                          <p:val>
                                            <p:fltVal val="-95"/>
                                          </p:val>
                                        </p:tav>
                                        <p:tav tm="43035">
                                          <p:val>
                                            <p:fltVal val="-69.6"/>
                                          </p:val>
                                        </p:tav>
                                        <p:tav tm="44168">
                                          <p:val>
                                            <p:fltVal val="-48.26"/>
                                          </p:val>
                                        </p:tav>
                                        <p:tav tm="45300">
                                          <p:val>
                                            <p:fltVal val="-33.25"/>
                                          </p:val>
                                        </p:tav>
                                        <p:tav tm="46433">
                                          <p:val>
                                            <p:fltVal val="-22.97"/>
                                          </p:val>
                                        </p:tav>
                                        <p:tav tm="47565">
                                          <p:val>
                                            <p:fltVal val="-15.93"/>
                                          </p:val>
                                        </p:tav>
                                        <p:tav tm="48698">
                                          <p:val>
                                            <p:fltVal val="-11.06"/>
                                          </p:val>
                                        </p:tav>
                                        <p:tav tm="49830">
                                          <p:val>
                                            <p:fltVal val="-7.65"/>
                                          </p:val>
                                        </p:tav>
                                        <p:tav tm="50963">
                                          <p:val>
                                            <p:fltVal val="-5.25"/>
                                          </p:val>
                                        </p:tav>
                                        <p:tav tm="53228">
                                          <p:val>
                                            <p:fltVal val="-2.36"/>
                                          </p:val>
                                        </p:tav>
                                        <p:tav tm="56625">
                                          <p:val>
                                            <p:fltVal val="-0.56"/>
                                          </p:val>
                                        </p:tav>
                                        <p:tav tm="60023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4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5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76" dur="294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516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1504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1065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737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508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36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7" dur="294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473"/>
                                          </p:val>
                                        </p:tav>
                                        <p:tav tm="40770">
                                          <p:val>
                                            <p:strVal val="#ppt_y+0.10473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10394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7409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5181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3622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2555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1823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1316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41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743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18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31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2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8" dur="294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0607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4377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61077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7318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146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714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1077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383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77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81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248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8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9" dur="294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0607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43779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6107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7318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1463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714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1077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383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77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81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248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8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1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2" dur="300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83" dur="294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133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0929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0442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4" dur="294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916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22916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19218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13371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9168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6273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4293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2929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1979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131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0083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5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2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5" dur="294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32817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5308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7647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7682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4544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9271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2564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4878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766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9037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82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6" dur="294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32817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5308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7647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7682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4544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9271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2564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4878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766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419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23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7" dur="294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4"/>
                                          </p:val>
                                        </p:tav>
                                        <p:tav tm="30578">
                                          <p:val>
                                            <p:fltVal val="-94"/>
                                          </p:val>
                                        </p:tav>
                                        <p:tav tm="31710">
                                          <p:val>
                                            <p:fltVal val="-78.94"/>
                                          </p:val>
                                        </p:tav>
                                        <p:tav tm="32843">
                                          <p:val>
                                            <p:fltVal val="-55.13"/>
                                          </p:val>
                                        </p:tav>
                                        <p:tav tm="33975">
                                          <p:val>
                                            <p:fltVal val="-38.01"/>
                                          </p:val>
                                        </p:tav>
                                        <p:tav tm="35108">
                                          <p:val>
                                            <p:fltVal val="-26.22"/>
                                          </p:val>
                                        </p:tav>
                                        <p:tav tm="36240">
                                          <p:val>
                                            <p:fltVal val="-18.16"/>
                                          </p:val>
                                        </p:tav>
                                        <p:tav tm="37373">
                                          <p:val>
                                            <p:fltVal val="-12.61"/>
                                          </p:val>
                                        </p:tav>
                                        <p:tav tm="38505">
                                          <p:val>
                                            <p:fltVal val="-8.74"/>
                                          </p:val>
                                        </p:tav>
                                        <p:tav tm="39638">
                                          <p:val>
                                            <p:fltVal val="-6.02"/>
                                          </p:val>
                                        </p:tav>
                                        <p:tav tm="41903">
                                          <p:val>
                                            <p:fltVal val="-2.74"/>
                                          </p:val>
                                        </p:tav>
                                        <p:tav tm="45300">
                                          <p:val>
                                            <p:fltVal val="-0.68"/>
                                          </p:val>
                                        </p:tav>
                                        <p:tav tm="49830">
                                          <p:val>
                                            <p:fltVal val="-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9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0" dur="300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91" dur="294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703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7703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5541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384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2646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1828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126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088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0609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0417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187"/>
                                          </p:val>
                                        </p:tav>
                                        <p:tav tm="45300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2" dur="294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63"/>
                                          </p:val>
                                        </p:tav>
                                        <p:tav tm="30578">
                                          <p:val>
                                            <p:strVal val="#ppt_y+0.0863"/>
                                          </p:val>
                                        </p:tav>
                                        <p:tav tm="31710">
                                          <p:val>
                                            <p:strVal val="#ppt_y+0.06255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04385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3074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2175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156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1134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626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215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58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2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69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3" dur="294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42451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60124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72525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1015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6833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36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5666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805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9223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877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4" dur="294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42451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60124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72525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1015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6833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0862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36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5666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8057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54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4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5" dur="294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2"/>
                                          </p:val>
                                        </p:tav>
                                        <p:tav tm="30578">
                                          <p:val>
                                            <p:fltVal val="32"/>
                                          </p:val>
                                        </p:tav>
                                        <p:tav tm="31710">
                                          <p:val>
                                            <p:fltVal val="23.02"/>
                                          </p:val>
                                        </p:tav>
                                        <p:tav tm="32843">
                                          <p:val>
                                            <p:fltVal val="15.95"/>
                                          </p:val>
                                        </p:tav>
                                        <p:tav tm="33975">
                                          <p:val>
                                            <p:fltVal val="10.99"/>
                                          </p:val>
                                        </p:tav>
                                        <p:tav tm="35108">
                                          <p:val>
                                            <p:fltVal val="7.59"/>
                                          </p:val>
                                        </p:tav>
                                        <p:tav tm="36240">
                                          <p:val>
                                            <p:fltVal val="5.27"/>
                                          </p:val>
                                        </p:tav>
                                        <p:tav tm="37373">
                                          <p:val>
                                            <p:fltVal val="3.66"/>
                                          </p:val>
                                        </p:tav>
                                        <p:tav tm="39638">
                                          <p:val>
                                            <p:fltVal val="1.73"/>
                                          </p:val>
                                        </p:tav>
                                        <p:tav tm="41903">
                                          <p:val>
                                            <p:fltVal val="0.78"/>
                                          </p:val>
                                        </p:tav>
                                        <p:tav tm="48698">
                                          <p:val>
                                            <p:fltVal val="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7" dur="1" fill="hold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8" dur="300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99" dur="294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536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1536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1108"/>
                                          </p:val>
                                        </p:tav>
                                        <p:tav tm="48698">
                                          <p:val>
                                            <p:strVal val="#ppt_x-0.00768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529"/>
                                          </p:val>
                                        </p:tav>
                                        <p:tav tm="52095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55493">
                                          <p:val>
                                            <p:strVal val="#ppt_x-0.00083"/>
                                          </p:val>
                                        </p:tav>
                                        <p:tav tm="62288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0" dur="294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686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10686"/>
                                          </p:val>
                                        </p:tav>
                                        <p:tav tm="47565">
                                          <p:val>
                                            <p:strVal val="#ppt_y+0.07753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5424"/>
                                          </p:val>
                                        </p:tav>
                                        <p:tav tm="49830">
                                          <p:val>
                                            <p:strVal val="#ppt_y+0.03789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267"/>
                                          </p:val>
                                        </p:tav>
                                        <p:tav tm="52095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1372"/>
                                          </p:val>
                                        </p:tav>
                                        <p:tav tm="55493">
                                          <p:val>
                                            <p:strVal val="#ppt_y+0.00738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6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3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1" dur="294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42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60016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7245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0964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86798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0837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3663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5654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8744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987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2" dur="294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42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60016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7245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0964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86798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0837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3663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5654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8744"/>
                                          </p:val>
                                        </p:tav>
                                        <p:tav tm="62288">
                                          <p:val>
                                            <p:strVal val="#ppt_h*0.9974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3" dur="294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8"/>
                                          </p:val>
                                        </p:tav>
                                        <p:tav tm="46433">
                                          <p:val>
                                            <p:fltVal val="-58"/>
                                          </p:val>
                                        </p:tav>
                                        <p:tav tm="47565">
                                          <p:val>
                                            <p:fltVal val="-41.83"/>
                                          </p:val>
                                        </p:tav>
                                        <p:tav tm="48698">
                                          <p:val>
                                            <p:fltVal val="-28.99"/>
                                          </p:val>
                                        </p:tav>
                                        <p:tav tm="49830">
                                          <p:val>
                                            <p:fltVal val="-19.97"/>
                                          </p:val>
                                        </p:tav>
                                        <p:tav tm="50963">
                                          <p:val>
                                            <p:fltVal val="-13.8"/>
                                          </p:val>
                                        </p:tav>
                                        <p:tav tm="52095">
                                          <p:val>
                                            <p:fltVal val="-9.57"/>
                                          </p:val>
                                        </p:tav>
                                        <p:tav tm="53228">
                                          <p:val>
                                            <p:fltVal val="-6.64"/>
                                          </p:val>
                                        </p:tav>
                                        <p:tav tm="54360">
                                          <p:val>
                                            <p:fltVal val="-4.59"/>
                                          </p:val>
                                        </p:tav>
                                        <p:tav tm="55493">
                                          <p:val>
                                            <p:fltVal val="-3.15"/>
                                          </p:val>
                                        </p:tav>
                                        <p:tav tm="58890">
                                          <p:val>
                                            <p:fltVal val="-0.91"/>
                                          </p:val>
                                        </p:tav>
                                        <p:tav tm="63420">
                                          <p:val>
                                            <p:fltVal val="-0.09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5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6" dur="300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07" dur="294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953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4953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4097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2858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1971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136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942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57758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8" dur="294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9592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19592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16177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11236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7695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5257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359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2441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164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1077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68"/>
                                          </p:val>
                                        </p:tav>
                                        <p:tav tm="57758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61155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65685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71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1049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517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9" dur="294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3382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5383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6816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78039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8478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89441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2683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4962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6572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8505"/>
                                          </p:val>
                                        </p:tav>
                                        <p:tav tm="62288">
                                          <p:val>
                                            <p:strVal val="#ppt_w*0.9983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0" dur="294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3382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5383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6816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78039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8478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89441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2683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4962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6572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8505"/>
                                          </p:val>
                                        </p:tav>
                                        <p:tav tm="61155">
                                          <p:val>
                                            <p:strVal val="#ppt_h*0.99679"/>
                                          </p:val>
                                        </p:tav>
                                        <p:tav tm="64553">
                                          <p:val>
                                            <p:strVal val="#ppt_h*0.9997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1" dur="294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1"/>
                                          </p:val>
                                        </p:tav>
                                        <p:tav tm="45300">
                                          <p:val>
                                            <p:fltVal val="121"/>
                                          </p:val>
                                        </p:tav>
                                        <p:tav tm="46433">
                                          <p:val>
                                            <p:fltVal val="100.09"/>
                                          </p:val>
                                        </p:tav>
                                        <p:tav tm="47565">
                                          <p:val>
                                            <p:fltVal val="69.83"/>
                                          </p:val>
                                        </p:tav>
                                        <p:tav tm="48698">
                                          <p:val>
                                            <p:fltVal val="48.14"/>
                                          </p:val>
                                        </p:tav>
                                        <p:tav tm="49830">
                                          <p:val>
                                            <p:fltVal val="33.22"/>
                                          </p:val>
                                        </p:tav>
                                        <p:tav tm="50963">
                                          <p:val>
                                            <p:fltVal val="23.01"/>
                                          </p:val>
                                        </p:tav>
                                        <p:tav tm="52095">
                                          <p:val>
                                            <p:fltVal val="15.97"/>
                                          </p:val>
                                        </p:tav>
                                        <p:tav tm="53228">
                                          <p:val>
                                            <p:fltVal val="11.07"/>
                                          </p:val>
                                        </p:tav>
                                        <p:tav tm="54360">
                                          <p:val>
                                            <p:fltVal val="7.62"/>
                                          </p:val>
                                        </p:tav>
                                        <p:tav tm="55493">
                                          <p:val>
                                            <p:fltVal val="5.19"/>
                                          </p:val>
                                        </p:tav>
                                        <p:tav tm="57758">
                                          <p:val>
                                            <p:fltVal val="2.26"/>
                                          </p:val>
                                        </p:tav>
                                        <p:tav tm="60023">
                                          <p:val>
                                            <p:fltVal val="0.86"/>
                                          </p:val>
                                        </p:tav>
                                        <p:tav tm="62288">
                                          <p:val>
                                            <p:fltVal val="0.2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3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4" dur="333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15" dur="294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859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6859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6189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4344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2999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2068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431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993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689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6" dur="294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12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212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1896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1281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0833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0522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164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2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6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7" dur="294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27823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4933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5018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5884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3312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8418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196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4458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745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893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80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8" dur="294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27823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4933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5018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5884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3312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8418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196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4458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7456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351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0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9" dur="294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3"/>
                                          </p:val>
                                        </p:tav>
                                        <p:tav tm="30578">
                                          <p:val>
                                            <p:fltVal val="-133"/>
                                          </p:val>
                                        </p:tav>
                                        <p:tav tm="31710">
                                          <p:val>
                                            <p:fltVal val="-119.99"/>
                                          </p:val>
                                        </p:tav>
                                        <p:tav tm="32843">
                                          <p:val>
                                            <p:fltVal val="-84.24"/>
                                          </p:val>
                                        </p:tav>
                                        <p:tav tm="33975">
                                          <p:val>
                                            <p:fltVal val="-58.16"/>
                                          </p:val>
                                        </p:tav>
                                        <p:tav tm="35108">
                                          <p:val>
                                            <p:fltVal val="-40.09"/>
                                          </p:val>
                                        </p:tav>
                                        <p:tav tm="36240">
                                          <p:val>
                                            <p:fltVal val="-27.74"/>
                                          </p:val>
                                        </p:tav>
                                        <p:tav tm="37373">
                                          <p:val>
                                            <p:fltVal val="-19.25"/>
                                          </p:val>
                                        </p:tav>
                                        <p:tav tm="38505">
                                          <p:val>
                                            <p:fltVal val="-13.35"/>
                                          </p:val>
                                        </p:tav>
                                        <p:tav tm="39638">
                                          <p:val>
                                            <p:fltVal val="-9.21"/>
                                          </p:val>
                                        </p:tav>
                                        <p:tav tm="40770">
                                          <p:val>
                                            <p:fltVal val="-6.29"/>
                                          </p:val>
                                        </p:tav>
                                        <p:tav tm="41903">
                                          <p:val>
                                            <p:fltVal val="-4.23"/>
                                          </p:val>
                                        </p:tav>
                                        <p:tav tm="43035">
                                          <p:val>
                                            <p:fltVal val="-2.78"/>
                                          </p:val>
                                        </p:tav>
                                        <p:tav tm="45300">
                                          <p:val>
                                            <p:fltVal val="-1.08"/>
                                          </p:val>
                                        </p:tav>
                                        <p:tav tm="49830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1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2" dur="333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23" dur="294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458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6458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6112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4308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2978"/>
                                          </p:val>
                                        </p:tav>
                                        <p:tav tm="38505">
                                          <p:val>
                                            <p:strVal val="#ppt_x-0.02052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1419"/>
                                          </p:val>
                                        </p:tav>
                                        <p:tav tm="40770">
                                          <p:val>
                                            <p:strVal val="#ppt_x-0.00985"/>
                                          </p:val>
                                        </p:tav>
                                        <p:tav tm="41903">
                                          <p:val>
                                            <p:strVal val="#ppt_x-0.00683"/>
                                          </p:val>
                                        </p:tav>
                                        <p:tav tm="44168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46433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4983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53228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4" dur="294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843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4843"/>
                                          </p:val>
                                        </p:tav>
                                        <p:tav tm="35108">
                                          <p:val>
                                            <p:strVal val="#ppt_y+0.04592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3286"/>
                                          </p:val>
                                        </p:tav>
                                        <p:tav tm="37373">
                                          <p:val>
                                            <p:strVal val="#ppt_y+0.02323"/>
                                          </p:val>
                                        </p:tav>
                                        <p:tav tm="38505">
                                          <p:val>
                                            <p:strVal val="#ppt_y+0.01653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41903">
                                          <p:val>
                                            <p:strVal val="#ppt_y+0.00662"/>
                                          </p:val>
                                        </p:tav>
                                        <p:tav tm="44168">
                                          <p:val>
                                            <p:strVal val="#ppt_y+0.00401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53228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5" dur="294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2429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46636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63113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74578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82418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8780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1537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6001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8223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9594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995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6" dur="294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2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2429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46636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63113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74578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82418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8780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1537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96001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8223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9594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995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7" dur="294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7"/>
                                          </p:val>
                                        </p:tav>
                                        <p:tav tm="33975">
                                          <p:val>
                                            <p:fltVal val="-107"/>
                                          </p:val>
                                        </p:tav>
                                        <p:tav tm="35108">
                                          <p:val>
                                            <p:fltVal val="-101.26"/>
                                          </p:val>
                                        </p:tav>
                                        <p:tav tm="36240">
                                          <p:val>
                                            <p:fltVal val="-71.37"/>
                                          </p:val>
                                        </p:tav>
                                        <p:tav tm="37373">
                                          <p:val>
                                            <p:fltVal val="-49.34"/>
                                          </p:val>
                                        </p:tav>
                                        <p:tav tm="38505">
                                          <p:val>
                                            <p:fltVal val="-34"/>
                                          </p:val>
                                        </p:tav>
                                        <p:tav tm="39638">
                                          <p:val>
                                            <p:fltVal val="-23.52"/>
                                          </p:val>
                                        </p:tav>
                                        <p:tav tm="40770">
                                          <p:val>
                                            <p:fltVal val="-16.32"/>
                                          </p:val>
                                        </p:tav>
                                        <p:tav tm="41903">
                                          <p:val>
                                            <p:fltVal val="-11.32"/>
                                          </p:val>
                                        </p:tav>
                                        <p:tav tm="43035">
                                          <p:val>
                                            <p:fltVal val="-7.82"/>
                                          </p:val>
                                        </p:tav>
                                        <p:tav tm="44168">
                                          <p:val>
                                            <p:fltVal val="-5.35"/>
                                          </p:val>
                                        </p:tav>
                                        <p:tav tm="46433">
                                          <p:val>
                                            <p:fltVal val="-2.38"/>
                                          </p:val>
                                        </p:tav>
                                        <p:tav tm="49830">
                                          <p:val>
                                            <p:fltVal val="-0.54"/>
                                          </p:val>
                                        </p:tav>
                                        <p:tav tm="53228">
                                          <p:val>
                                            <p:fltVal val="-0.06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9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0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31" dur="294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812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2812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2221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1545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1065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735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509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2" dur="294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685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18685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14719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10191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6971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476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3248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2203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1475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962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0344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24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6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3" dur="294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3683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56045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69707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7909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8551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89941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93034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521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7831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985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4" dur="294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2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3683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56045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69707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7909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8551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89941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93034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521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7831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58890">
                                          <p:val>
                                            <p:strVal val="#ppt_h*0.9985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5" dur="294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6"/>
                                          </p:val>
                                        </p:tav>
                                        <p:tav tm="41903">
                                          <p:val>
                                            <p:fltVal val="-66"/>
                                          </p:val>
                                        </p:tav>
                                        <p:tav tm="43035">
                                          <p:val>
                                            <p:fltVal val="-52.12"/>
                                          </p:val>
                                        </p:tav>
                                        <p:tav tm="44168">
                                          <p:val>
                                            <p:fltVal val="-36.26"/>
                                          </p:val>
                                        </p:tav>
                                        <p:tav tm="45300">
                                          <p:val>
                                            <p:fltVal val="-24.99"/>
                                          </p:val>
                                        </p:tav>
                                        <p:tav tm="46433">
                                          <p:val>
                                            <p:fltVal val="-17.25"/>
                                          </p:val>
                                        </p:tav>
                                        <p:tav tm="47565">
                                          <p:val>
                                            <p:fltVal val="-11.95"/>
                                          </p:val>
                                        </p:tav>
                                        <p:tav tm="48698">
                                          <p:val>
                                            <p:fltVal val="-8.3"/>
                                          </p:val>
                                        </p:tav>
                                        <p:tav tm="49830">
                                          <p:val>
                                            <p:fltVal val="-5.75"/>
                                          </p:val>
                                        </p:tav>
                                        <p:tav tm="50963">
                                          <p:val>
                                            <p:fltVal val="-3.95"/>
                                          </p:val>
                                        </p:tav>
                                        <p:tav tm="53228">
                                          <p:val>
                                            <p:fltVal val="-1.79"/>
                                          </p:val>
                                        </p:tav>
                                        <p:tav tm="56625">
                                          <p:val>
                                            <p:fltVal val="-0.44"/>
                                          </p:val>
                                        </p:tav>
                                        <p:tav tm="60023">
                                          <p:val>
                                            <p:fltVal val="-0.0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7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8" dur="333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39" dur="294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552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3552"/>
                                          </p:val>
                                        </p:tav>
                                        <p:tav tm="40770">
                                          <p:val>
                                            <p:strVal val="#ppt_x+0.0325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2287"/>
                                          </p:val>
                                        </p:tav>
                                        <p:tav tm="43035">
                                          <p:val>
                                            <p:strVal val="#ppt_x+0.0158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1089"/>
                                          </p:val>
                                        </p:tav>
                                        <p:tav tm="45300">
                                          <p:val>
                                            <p:strVal val="#ppt_x+0.00753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0523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57758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0" dur="294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7481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17481"/>
                                          </p:val>
                                        </p:tav>
                                        <p:tav tm="40770">
                                          <p:val>
                                            <p:strVal val="#ppt_y-0.15999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11196"/>
                                          </p:val>
                                        </p:tav>
                                        <p:tav tm="43035">
                                          <p:val>
                                            <p:strVal val="#ppt_y-0.07681"/>
                                          </p:val>
                                        </p:tav>
                                        <p:tav tm="44168">
                                          <p:val>
                                            <p:strVal val="#ppt_y-0.05243"/>
                                          </p:val>
                                        </p:tav>
                                        <p:tav tm="45300">
                                          <p:val>
                                            <p:strVal val="#ppt_y-0.03576"/>
                                          </p:val>
                                        </p:tav>
                                        <p:tav tm="46433">
                                          <p:val>
                                            <p:strVal val="#ppt_y-0.0243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01635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01076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0683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7758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1" dur="294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w*0.26717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48491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64426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75478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83034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88226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1833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94363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97409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8913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9796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2" dur="294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2"/>
                                          </p:val>
                                        </p:tav>
                                        <p:tav tm="40770">
                                          <p:val>
                                            <p:strVal val="#ppt_h*0.26717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48491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64426"/>
                                          </p:val>
                                        </p:tav>
                                        <p:tav tm="44168">
                                          <p:val>
                                            <p:strVal val="#ppt_h*0.7547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8303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88226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91833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4363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97409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9335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9904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3" dur="294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4"/>
                                          </p:val>
                                        </p:tav>
                                        <p:tav tm="39638">
                                          <p:val>
                                            <p:fltVal val="124"/>
                                          </p:val>
                                        </p:tav>
                                        <p:tav tm="40770">
                                          <p:val>
                                            <p:fltVal val="113.59"/>
                                          </p:val>
                                        </p:tav>
                                        <p:tav tm="41903">
                                          <p:val>
                                            <p:fltVal val="79.84"/>
                                          </p:val>
                                        </p:tav>
                                        <p:tav tm="43035">
                                          <p:val>
                                            <p:fltVal val="55.14"/>
                                          </p:val>
                                        </p:tav>
                                        <p:tav tm="44168">
                                          <p:val>
                                            <p:fltVal val="38.01"/>
                                          </p:val>
                                        </p:tav>
                                        <p:tav tm="45300">
                                          <p:val>
                                            <p:fltVal val="26.3"/>
                                          </p:val>
                                        </p:tav>
                                        <p:tav tm="46433">
                                          <p:val>
                                            <p:fltVal val="18.25"/>
                                          </p:val>
                                        </p:tav>
                                        <p:tav tm="47565">
                                          <p:val>
                                            <p:fltVal val="12.66"/>
                                          </p:val>
                                        </p:tav>
                                        <p:tav tm="48698">
                                          <p:val>
                                            <p:fltVal val="8.74"/>
                                          </p:val>
                                        </p:tav>
                                        <p:tav tm="49830">
                                          <p:val>
                                            <p:fltVal val="5.97"/>
                                          </p:val>
                                        </p:tav>
                                        <p:tav tm="50963">
                                          <p:val>
                                            <p:fltVal val="4.02"/>
                                          </p:val>
                                        </p:tav>
                                        <p:tav tm="52095">
                                          <p:val>
                                            <p:fltVal val="2.64"/>
                                          </p:val>
                                        </p:tav>
                                        <p:tav tm="54360">
                                          <p:val>
                                            <p:fltVal val="1.03"/>
                                          </p:val>
                                        </p:tav>
                                        <p:tav tm="57758">
                                          <p:val>
                                            <p:fltVal val="0.15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5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6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47" dur="294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005"/>
                                          </p:val>
                                        </p:tav>
                                        <p:tav tm="28313">
                                          <p:val>
                                            <p:strVal val="#ppt_x+0.01005"/>
                                          </p:val>
                                        </p:tav>
                                        <p:tav tm="29445">
                                          <p:val>
                                            <p:strVal val="#ppt_x+0.0082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0572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8" dur="294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6064"/>
                                          </p:val>
                                        </p:tav>
                                        <p:tav tm="28313">
                                          <p:val>
                                            <p:strVal val="#ppt_y-0.16064"/>
                                          </p:val>
                                        </p:tav>
                                        <p:tav tm="29445">
                                          <p:val>
                                            <p:strVal val="#ppt_y-0.13079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9067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6199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4225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2876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1945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1296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84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43035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86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9" dur="294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34713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54488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8626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8351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5003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958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2787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5036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7744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9074"/>
                                          </p:val>
                                        </p:tav>
                                        <p:tav tm="45300">
                                          <p:val>
                                            <p:strVal val="#ppt_w*0.9983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0" dur="294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34713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54488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8626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8351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5003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958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2787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5036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774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9444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928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1" dur="294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5"/>
                                          </p:val>
                                        </p:tav>
                                        <p:tav tm="28313">
                                          <p:val>
                                            <p:fltVal val="-75"/>
                                          </p:val>
                                        </p:tav>
                                        <p:tav tm="29445">
                                          <p:val>
                                            <p:fltVal val="-61.21"/>
                                          </p:val>
                                        </p:tav>
                                        <p:tav tm="30578">
                                          <p:val>
                                            <p:fltVal val="-42.67"/>
                                          </p:val>
                                        </p:tav>
                                        <p:tav tm="31710">
                                          <p:val>
                                            <p:fltVal val="-29.41"/>
                                          </p:val>
                                        </p:tav>
                                        <p:tav tm="32843">
                                          <p:val>
                                            <p:fltVal val="-20.3"/>
                                          </p:val>
                                        </p:tav>
                                        <p:tav tm="33975">
                                          <p:val>
                                            <p:fltVal val="-14.06"/>
                                          </p:val>
                                        </p:tav>
                                        <p:tav tm="35108">
                                          <p:val>
                                            <p:fltVal val="-9.76"/>
                                          </p:val>
                                        </p:tav>
                                        <p:tav tm="36240">
                                          <p:val>
                                            <p:fltVal val="-6.76"/>
                                          </p:val>
                                        </p:tav>
                                        <p:tav tm="37373">
                                          <p:val>
                                            <p:fltVal val="-4.65"/>
                                          </p:val>
                                        </p:tav>
                                        <p:tav tm="39638">
                                          <p:val>
                                            <p:fltVal val="-2.11"/>
                                          </p:val>
                                        </p:tav>
                                        <p:tav tm="43035">
                                          <p:val>
                                            <p:fltVal val="-0.52"/>
                                          </p:val>
                                        </p:tav>
                                        <p:tav tm="47565">
                                          <p:val>
                                            <p:fltVal val="-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3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4" dur="333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55" dur="294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042"/>
                                          </p:val>
                                        </p:tav>
                                        <p:tav tm="28313">
                                          <p:val>
                                            <p:strVal val="#ppt_x-0.06042"/>
                                          </p:val>
                                        </p:tav>
                                        <p:tav tm="29445">
                                          <p:val>
                                            <p:strVal val="#ppt_x-0.05657"/>
                                          </p:val>
                                        </p:tav>
                                        <p:tav tm="30578">
                                          <p:val>
                                            <p:strVal val="#ppt_x-0.03984"/>
                                          </p:val>
                                        </p:tav>
                                        <p:tav tm="31710">
                                          <p:val>
                                            <p:strVal val="#ppt_x-0.02753"/>
                                          </p:val>
                                        </p:tav>
                                        <p:tav tm="32843">
                                          <p:val>
                                            <p:strVal val="#ppt_x-0.01897"/>
                                          </p:val>
                                        </p:tav>
                                        <p:tav tm="33975">
                                          <p:val>
                                            <p:strVal val="#ppt_x-0.01312"/>
                                          </p:val>
                                        </p:tav>
                                        <p:tav tm="35108">
                                          <p:val>
                                            <p:strVal val="#ppt_x-0.00911"/>
                                          </p:val>
                                        </p:tav>
                                        <p:tav tm="36240">
                                          <p:val>
                                            <p:strVal val="#ppt_x-0.00632"/>
                                          </p:val>
                                        </p:tav>
                                        <p:tav tm="37373">
                                          <p:val>
                                            <p:strVal val="#ppt_x-0.00436"/>
                                          </p:val>
                                        </p:tav>
                                        <p:tav tm="39638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43035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47565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6" dur="294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843"/>
                                          </p:val>
                                        </p:tav>
                                        <p:tav tm="28313">
                                          <p:val>
                                            <p:strVal val="#ppt_y+0.04843"/>
                                          </p:val>
                                        </p:tav>
                                        <p:tav tm="29445">
                                          <p:val>
                                            <p:strVal val="#ppt_y+0.04545"/>
                                          </p:val>
                                        </p:tav>
                                        <p:tav tm="30578">
                                          <p:val>
                                            <p:strVal val="#ppt_y+0.0325"/>
                                          </p:val>
                                        </p:tav>
                                        <p:tav tm="31710">
                                          <p:val>
                                            <p:strVal val="#ppt_y+0.02297"/>
                                          </p:val>
                                        </p:tav>
                                        <p:tav tm="32843">
                                          <p:val>
                                            <p:strVal val="#ppt_y+0.01635"/>
                                          </p:val>
                                        </p:tav>
                                        <p:tav tm="33975">
                                          <p:val>
                                            <p:strVal val="#ppt_y+0.01183"/>
                                          </p:val>
                                        </p:tav>
                                        <p:tav tm="36240">
                                          <p:val>
                                            <p:strVal val="#ppt_y+0.00656"/>
                                          </p:val>
                                        </p:tav>
                                        <p:tav tm="39638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86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24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7" dur="294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w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w*0.25096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4725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6355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74878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82623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7943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91635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4224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734"/>
                                          </p:val>
                                        </p:tav>
                                        <p:tav tm="43035">
                                          <p:val>
                                            <p:strVal val="#ppt_w*0.99313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99899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8" dur="294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28313">
                                          <p:val>
                                            <p:strVal val="#ppt_h*0.2"/>
                                          </p:val>
                                        </p:tav>
                                        <p:tav tm="29445">
                                          <p:val>
                                            <p:strVal val="#ppt_h*0.25096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4725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6355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74878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82623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7943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91635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4224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734"/>
                                          </p:val>
                                        </p:tav>
                                        <p:tav tm="43035">
                                          <p:val>
                                            <p:strVal val="#ppt_h*0.99313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99899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9" dur="294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2"/>
                                          </p:val>
                                        </p:tav>
                                        <p:tav tm="28313">
                                          <p:val>
                                            <p:fltVal val="142"/>
                                          </p:val>
                                        </p:tav>
                                        <p:tav tm="29445">
                                          <p:val>
                                            <p:fltVal val="132.96"/>
                                          </p:val>
                                        </p:tav>
                                        <p:tav tm="30578">
                                          <p:val>
                                            <p:fltVal val="93.63"/>
                                          </p:val>
                                        </p:tav>
                                        <p:tav tm="31710">
                                          <p:val>
                                            <p:fltVal val="64.7"/>
                                          </p:val>
                                        </p:tav>
                                        <p:tav tm="32843">
                                          <p:val>
                                            <p:fltVal val="44.59"/>
                                          </p:val>
                                        </p:tav>
                                        <p:tav tm="33975">
                                          <p:val>
                                            <p:fltVal val="30.84"/>
                                          </p:val>
                                        </p:tav>
                                        <p:tav tm="35108">
                                          <p:val>
                                            <p:fltVal val="21.4"/>
                                          </p:val>
                                        </p:tav>
                                        <p:tav tm="36240">
                                          <p:val>
                                            <p:fltVal val="14.85"/>
                                          </p:val>
                                        </p:tav>
                                        <p:tav tm="37373">
                                          <p:val>
                                            <p:fltVal val="10.25"/>
                                          </p:val>
                                        </p:tav>
                                        <p:tav tm="38505">
                                          <p:val>
                                            <p:fltVal val="7.01"/>
                                          </p:val>
                                        </p:tav>
                                        <p:tav tm="39638">
                                          <p:val>
                                            <p:fltVal val="4.72"/>
                                          </p:val>
                                        </p:tav>
                                        <p:tav tm="40770">
                                          <p:val>
                                            <p:fltVal val="3.11"/>
                                          </p:val>
                                        </p:tav>
                                        <p:tav tm="43035">
                                          <p:val>
                                            <p:fltVal val="1.22"/>
                                          </p:val>
                                        </p:tav>
                                        <p:tav tm="47565">
                                          <p:val>
                                            <p:fltVal val="0.07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1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2" dur="300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63" dur="294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672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7672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6183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2969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2049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419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985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683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47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4" dur="294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852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06852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5489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3773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2549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1707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1132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0734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88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5" dur="294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3553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5509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69045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78637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5199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89725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2882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5103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7778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909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843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6" dur="294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3553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5509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69045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78637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5199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89725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2882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5103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7778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45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3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7" dur="294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9"/>
                                          </p:val>
                                        </p:tav>
                                        <p:tav tm="30578">
                                          <p:val>
                                            <p:fltVal val="-139"/>
                                          </p:val>
                                        </p:tav>
                                        <p:tav tm="31710">
                                          <p:val>
                                            <p:fltVal val="-112.02"/>
                                          </p:val>
                                        </p:tav>
                                        <p:tav tm="32843">
                                          <p:val>
                                            <p:fltVal val="-78.03"/>
                                          </p:val>
                                        </p:tav>
                                        <p:tav tm="33975">
                                          <p:val>
                                            <p:fltVal val="-53.78"/>
                                          </p:val>
                                        </p:tav>
                                        <p:tav tm="35108">
                                          <p:val>
                                            <p:fltVal val="-37.12"/>
                                          </p:val>
                                        </p:tav>
                                        <p:tav tm="36240">
                                          <p:val>
                                            <p:fltVal val="-25.72"/>
                                          </p:val>
                                        </p:tav>
                                        <p:tav tm="37373">
                                          <p:val>
                                            <p:fltVal val="-17.85"/>
                                          </p:val>
                                        </p:tav>
                                        <p:tav tm="38505">
                                          <p:val>
                                            <p:fltVal val="-12.37"/>
                                          </p:val>
                                        </p:tav>
                                        <p:tav tm="39638">
                                          <p:val>
                                            <p:fltVal val="-8.51"/>
                                          </p:val>
                                        </p:tav>
                                        <p:tav tm="40770">
                                          <p:val>
                                            <p:fltVal val="-5.78"/>
                                          </p:val>
                                        </p:tav>
                                        <p:tav tm="41903">
                                          <p:val>
                                            <p:fltVal val="-3.86"/>
                                          </p:val>
                                        </p:tav>
                                        <p:tav tm="43035">
                                          <p:val>
                                            <p:fltVal val="-2.51"/>
                                          </p:val>
                                        </p:tav>
                                        <p:tav tm="45300">
                                          <p:val>
                                            <p:fltVal val="-0.95"/>
                                          </p:val>
                                        </p:tav>
                                        <p:tav tm="49830">
                                          <p:val>
                                            <p:fltVal val="-0.04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9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0" dur="300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71" dur="294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917"/>
                                          </p:val>
                                        </p:tav>
                                        <p:tav tm="30578">
                                          <p:val>
                                            <p:strVal val="#ppt_x+0.07917"/>
                                          </p:val>
                                        </p:tav>
                                        <p:tav tm="31710">
                                          <p:val>
                                            <p:strVal val="#ppt_x+0.05764"/>
                                          </p:val>
                                        </p:tav>
                                        <p:tav tm="32843">
                                          <p:val>
                                            <p:strVal val="#ppt_x+0.03996"/>
                                          </p:val>
                                        </p:tav>
                                        <p:tav tm="33975">
                                          <p:val>
                                            <p:strVal val="#ppt_x+0.02753"/>
                                          </p:val>
                                        </p:tav>
                                        <p:tav tm="35108">
                                          <p:val>
                                            <p:strVal val="#ppt_x+0.01902"/>
                                          </p:val>
                                        </p:tav>
                                        <p:tav tm="36240">
                                          <p:val>
                                            <p:strVal val="#ppt_x+0.01319"/>
                                          </p:val>
                                        </p:tav>
                                        <p:tav tm="37373">
                                          <p:val>
                                            <p:strVal val="#ppt_x+0.00915"/>
                                          </p:val>
                                        </p:tav>
                                        <p:tav tm="38505">
                                          <p:val>
                                            <p:strVal val="#ppt_x+0.00633"/>
                                          </p:val>
                                        </p:tav>
                                        <p:tav tm="39638">
                                          <p:val>
                                            <p:strVal val="#ppt_x+0.00434"/>
                                          </p:val>
                                        </p:tav>
                                        <p:tav tm="41903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44168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8267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3805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89468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2" dur="294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139"/>
                                          </p:val>
                                        </p:tav>
                                        <p:tav tm="30578">
                                          <p:val>
                                            <p:strVal val="#ppt_y-0.11139"/>
                                          </p:val>
                                        </p:tav>
                                        <p:tav tm="31710">
                                          <p:val>
                                            <p:strVal val="#ppt_y-0.08064"/>
                                          </p:val>
                                        </p:tav>
                                        <p:tav tm="32843">
                                          <p:val>
                                            <p:strVal val="#ppt_y-0.05539"/>
                                          </p:val>
                                        </p:tav>
                                        <p:tav tm="33975">
                                          <p:val>
                                            <p:strVal val="#ppt_y-0.03764"/>
                                          </p:val>
                                        </p:tav>
                                        <p:tav tm="35108">
                                          <p:val>
                                            <p:strVal val="#ppt_y-0.02549"/>
                                          </p:val>
                                        </p:tav>
                                        <p:tav tm="36240">
                                          <p:val>
                                            <p:strVal val="#ppt_y-0.01717"/>
                                          </p:val>
                                        </p:tav>
                                        <p:tav tm="37373">
                                          <p:val>
                                            <p:strVal val="#ppt_y-0.0114"/>
                                          </p:val>
                                        </p:tav>
                                        <p:tav tm="38505">
                                          <p:val>
                                            <p:strVal val="#ppt_y-0.00737"/>
                                          </p:val>
                                        </p:tav>
                                        <p:tav tm="39638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41903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45300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5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4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3" dur="294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w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w*0.41755"/>
                                          </p:val>
                                        </p:tav>
                                        <p:tav tm="32843">
                                          <p:val>
                                            <p:strVal val="#ppt_w*0.59624"/>
                                          </p:val>
                                        </p:tav>
                                        <p:tav tm="33975">
                                          <p:val>
                                            <p:strVal val="#ppt_w*0.7218"/>
                                          </p:val>
                                        </p:tav>
                                        <p:tav tm="35108">
                                          <p:val>
                                            <p:strVal val="#ppt_w*0.80779"/>
                                          </p:val>
                                        </p:tav>
                                        <p:tav tm="36240">
                                          <p:val>
                                            <p:strVal val="#ppt_w*0.86671"/>
                                          </p:val>
                                        </p:tav>
                                        <p:tav tm="37373">
                                          <p:val>
                                            <p:strVal val="#ppt_w*0.90749"/>
                                          </p:val>
                                        </p:tav>
                                        <p:tav tm="38505">
                                          <p:val>
                                            <p:strVal val="#ppt_w*0.93601"/>
                                          </p:val>
                                        </p:tav>
                                        <p:tav tm="39638">
                                          <p:val>
                                            <p:strVal val="#ppt_w*0.9561"/>
                                          </p:val>
                                        </p:tav>
                                        <p:tav tm="41903">
                                          <p:val>
                                            <p:strVal val="#ppt_w*0.98029"/>
                                          </p:val>
                                        </p:tav>
                                        <p:tav tm="44168">
                                          <p:val>
                                            <p:strVal val="#ppt_w*0.9921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9987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4" dur="294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0578">
                                          <p:val>
                                            <p:strVal val="#ppt_h*0.2"/>
                                          </p:val>
                                        </p:tav>
                                        <p:tav tm="31710">
                                          <p:val>
                                            <p:strVal val="#ppt_h*0.41755"/>
                                          </p:val>
                                        </p:tav>
                                        <p:tav tm="32843">
                                          <p:val>
                                            <p:strVal val="#ppt_h*0.59624"/>
                                          </p:val>
                                        </p:tav>
                                        <p:tav tm="33975">
                                          <p:val>
                                            <p:strVal val="#ppt_h*0.7218"/>
                                          </p:val>
                                        </p:tav>
                                        <p:tav tm="35108">
                                          <p:val>
                                            <p:strVal val="#ppt_h*0.80779"/>
                                          </p:val>
                                        </p:tav>
                                        <p:tav tm="36240">
                                          <p:val>
                                            <p:strVal val="#ppt_h*0.86671"/>
                                          </p:val>
                                        </p:tav>
                                        <p:tav tm="37373">
                                          <p:val>
                                            <p:strVal val="#ppt_h*0.90749"/>
                                          </p:val>
                                        </p:tav>
                                        <p:tav tm="38505">
                                          <p:val>
                                            <p:strVal val="#ppt_h*0.93601"/>
                                          </p:val>
                                        </p:tav>
                                        <p:tav tm="39638">
                                          <p:val>
                                            <p:strVal val="#ppt_h*0.9561"/>
                                          </p:val>
                                        </p:tav>
                                        <p:tav tm="41903">
                                          <p:val>
                                            <p:strVal val="#ppt_h*0.98029"/>
                                          </p:val>
                                        </p:tav>
                                        <p:tav tm="45300">
                                          <p:val>
                                            <p:strVal val="#ppt_h*0.99534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99947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5" dur="294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9"/>
                                          </p:val>
                                        </p:tav>
                                        <p:tav tm="30578">
                                          <p:val>
                                            <p:fltVal val="129"/>
                                          </p:val>
                                        </p:tav>
                                        <p:tav tm="31710">
                                          <p:val>
                                            <p:fltVal val="93.92"/>
                                          </p:val>
                                        </p:tav>
                                        <p:tav tm="32843">
                                          <p:val>
                                            <p:fltVal val="65.11"/>
                                          </p:val>
                                        </p:tav>
                                        <p:tav tm="33975">
                                          <p:val>
                                            <p:fltVal val="44.86"/>
                                          </p:val>
                                        </p:tav>
                                        <p:tav tm="35108">
                                          <p:val>
                                            <p:fltVal val="30.99"/>
                                          </p:val>
                                        </p:tav>
                                        <p:tav tm="36240">
                                          <p:val>
                                            <p:fltVal val="21.49"/>
                                          </p:val>
                                        </p:tav>
                                        <p:tav tm="37373">
                                          <p:val>
                                            <p:fltVal val="14.92"/>
                                          </p:val>
                                        </p:tav>
                                        <p:tav tm="38505">
                                          <p:val>
                                            <p:fltVal val="10.32"/>
                                          </p:val>
                                        </p:tav>
                                        <p:tav tm="39638">
                                          <p:val>
                                            <p:fltVal val="7.08"/>
                                          </p:val>
                                        </p:tav>
                                        <p:tav tm="40770">
                                          <p:val>
                                            <p:fltVal val="4.79"/>
                                          </p:val>
                                        </p:tav>
                                        <p:tav tm="41903">
                                          <p:val>
                                            <p:fltVal val="3.18"/>
                                          </p:val>
                                        </p:tav>
                                        <p:tav tm="43035">
                                          <p:val>
                                            <p:fltVal val="2.05"/>
                                          </p:val>
                                        </p:tav>
                                        <p:tav tm="45300">
                                          <p:val>
                                            <p:fltVal val="0.75"/>
                                          </p:val>
                                        </p:tav>
                                        <p:tav tm="48698">
                                          <p:val>
                                            <p:fltVal val="0.09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7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8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79" dur="294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0667"/>
                                          </p:val>
                                        </p:tav>
                                        <p:tav tm="47565">
                                          <p:val>
                                            <p:strVal val="#ppt_x+0.10667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9096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6359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4386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3025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54360">
                                          <p:val>
                                            <p:strVal val="#ppt_x+0.01454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1008"/>
                                          </p:val>
                                        </p:tav>
                                        <p:tav tm="56625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57758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60023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62288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64553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0" dur="294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3796"/>
                                          </p:val>
                                        </p:tav>
                                        <p:tav tm="47565">
                                          <p:val>
                                            <p:strVal val="#ppt_y-0.13796"/>
                                          </p:val>
                                        </p:tav>
                                        <p:tav tm="48698">
                                          <p:val>
                                            <p:strVal val="#ppt_y-0.1174"/>
                                          </p:val>
                                        </p:tav>
                                        <p:tav tm="49830">
                                          <p:val>
                                            <p:strVal val="#ppt_y-0.08157"/>
                                          </p:val>
                                        </p:tav>
                                        <p:tav tm="50963">
                                          <p:val>
                                            <p:strVal val="#ppt_y-0.05574"/>
                                          </p:val>
                                        </p:tav>
                                        <p:tav tm="52095">
                                          <p:val>
                                            <p:strVal val="#ppt_y-0.03793"/>
                                          </p:val>
                                        </p:tav>
                                        <p:tav tm="53228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54360">
                                          <p:val>
                                            <p:strVal val="#ppt_y-0.01736"/>
                                          </p:val>
                                        </p:tav>
                                        <p:tav tm="55493">
                                          <p:val>
                                            <p:strVal val="#ppt_y-0.01152"/>
                                          </p:val>
                                        </p:tav>
                                        <p:tav tm="56625">
                                          <p:val>
                                            <p:strVal val="#ppt_y-0.00742"/>
                                          </p:val>
                                        </p:tav>
                                        <p:tav tm="58890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62288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66818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88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1" dur="294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3178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523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67108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77313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84291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89096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2442"/>
                                          </p:val>
                                        </p:tav>
                                        <p:tav tm="56625">
                                          <p:val>
                                            <p:strVal val="#ppt_w*0.94792"/>
                                          </p:val>
                                        </p:tav>
                                        <p:tav tm="57758">
                                          <p:val>
                                            <p:strVal val="#ppt_w*0.96451"/>
                                          </p:val>
                                        </p:tav>
                                        <p:tav tm="60023">
                                          <p:val>
                                            <p:strVal val="#ppt_w*0.98445"/>
                                          </p:val>
                                        </p:tav>
                                        <p:tav tm="64553">
                                          <p:val>
                                            <p:strVal val="#ppt_w*0.99824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2" dur="294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3178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523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67108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77313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84291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89096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2442"/>
                                          </p:val>
                                        </p:tav>
                                        <p:tav tm="56625">
                                          <p:val>
                                            <p:strVal val="#ppt_h*0.94792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6451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8445"/>
                                          </p:val>
                                        </p:tav>
                                        <p:tav tm="63420">
                                          <p:val>
                                            <p:strVal val="#ppt_h*0.99661"/>
                                          </p:val>
                                        </p:tav>
                                        <p:tav tm="66818">
                                          <p:val>
                                            <p:strVal val="#ppt_h*0.99971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3" dur="294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"/>
                                          </p:val>
                                        </p:tav>
                                        <p:tav tm="47565">
                                          <p:val>
                                            <p:fltVal val="12"/>
                                          </p:val>
                                        </p:tav>
                                        <p:tav tm="48698">
                                          <p:val>
                                            <p:fltVal val="10.23"/>
                                          </p:val>
                                        </p:tav>
                                        <p:tav tm="49830">
                                          <p:val>
                                            <p:fltVal val="7.15"/>
                                          </p:val>
                                        </p:tav>
                                        <p:tav tm="50963">
                                          <p:val>
                                            <p:fltVal val="4.93"/>
                                          </p:val>
                                        </p:tav>
                                        <p:tav tm="52095">
                                          <p:val>
                                            <p:fltVal val="3.4"/>
                                          </p:val>
                                        </p:tav>
                                        <p:tav tm="54360">
                                          <p:val>
                                            <p:fltVal val="1.64"/>
                                          </p:val>
                                        </p:tav>
                                        <p:tav tm="56625">
                                          <p:val>
                                            <p:fltVal val="0.78"/>
                                          </p:val>
                                        </p:tav>
                                        <p:tav tm="64553">
                                          <p:val>
                                            <p:fltVal val="0.03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5" dur="1" fill="hold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6" dur="300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87" dur="294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05"/>
                                          </p:val>
                                        </p:tav>
                                        <p:tav tm="46433">
                                          <p:val>
                                            <p:strVal val="#ppt_x+0.04505"/>
                                          </p:val>
                                        </p:tav>
                                        <p:tav tm="48698">
                                          <p:val>
                                            <p:strVal val="#ppt_x+0.02371"/>
                                          </p:val>
                                        </p:tav>
                                        <p:tav tm="49830">
                                          <p:val>
                                            <p:strVal val="#ppt_x+0.01634"/>
                                          </p:val>
                                        </p:tav>
                                        <p:tav tm="50963">
                                          <p:val>
                                            <p:strVal val="#ppt_x+0.01128"/>
                                          </p:val>
                                        </p:tav>
                                        <p:tav tm="52095">
                                          <p:val>
                                            <p:strVal val="#ppt_x+0.00782"/>
                                          </p:val>
                                        </p:tav>
                                        <p:tav tm="53228">
                                          <p:val>
                                            <p:strVal val="#ppt_x+0.00543"/>
                                          </p:val>
                                        </p:tav>
                                        <p:tav tm="55493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588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63420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79275">
                                          <p:val>
                                            <p:strVal val="#ppt_x+0"/>
                                          </p:val>
                                        </p:tav>
                                        <p:tav tm="81540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82673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83805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66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8" dur="294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78"/>
                                          </p:val>
                                        </p:tav>
                                        <p:tav tm="46433">
                                          <p:val>
                                            <p:strVal val="#ppt_y+0.01778"/>
                                          </p:val>
                                        </p:tav>
                                        <p:tav tm="48698">
                                          <p:val>
                                            <p:strVal val="#ppt_y+0.01015"/>
                                          </p:val>
                                        </p:tav>
                                        <p:tav tm="50963">
                                          <p:val>
                                            <p:strVal val="#ppt_y+0.0057"/>
                                          </p:val>
                                        </p:tav>
                                        <p:tav tm="54360">
                                          <p:val>
                                            <p:strVal val="#ppt_y+0.00301"/>
                                          </p:val>
                                        </p:tav>
                                        <p:tav tm="58890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7927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0408">
                                          <p:val>
                                            <p:strVal val="#ppt_y+0.00596"/>
                                          </p:val>
                                        </p:tav>
                                        <p:tav tm="81540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2673">
                                          <p:val>
                                            <p:strVal val="#ppt_y-0.00238"/>
                                          </p:val>
                                        </p:tav>
                                        <p:tav tm="83805">
                                          <p:val>
                                            <p:strVal val="#ppt_y-0.00442"/>
                                          </p:val>
                                        </p:tav>
                                        <p:tav tm="86070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89468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9966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9" dur="294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w*0.2"/>
                                          </p:val>
                                        </p:tav>
                                        <p:tav tm="47565">
                                          <p:val>
                                            <p:strVal val="#ppt_w*0.39372"/>
                                          </p:val>
                                        </p:tav>
                                        <p:tav tm="48698">
                                          <p:val>
                                            <p:strVal val="#ppt_w*0.579"/>
                                          </p:val>
                                        </p:tav>
                                        <p:tav tm="49830">
                                          <p:val>
                                            <p:strVal val="#ppt_w*0.70991"/>
                                          </p:val>
                                        </p:tav>
                                        <p:tav tm="50963">
                                          <p:val>
                                            <p:strVal val="#ppt_w*0.79967"/>
                                          </p:val>
                                        </p:tav>
                                        <p:tav tm="52095">
                                          <p:val>
                                            <p:strVal val="#ppt_w*0.86112"/>
                                          </p:val>
                                        </p:tav>
                                        <p:tav tm="53228">
                                          <p:val>
                                            <p:strVal val="#ppt_w*0.9036"/>
                                          </p:val>
                                        </p:tav>
                                        <p:tav tm="54360">
                                          <p:val>
                                            <p:strVal val="#ppt_w*0.93328"/>
                                          </p:val>
                                        </p:tav>
                                        <p:tav tm="55493">
                                          <p:val>
                                            <p:strVal val="#ppt_w*0.95417"/>
                                          </p:val>
                                        </p:tav>
                                        <p:tav tm="58890">
                                          <p:val>
                                            <p:strVal val="#ppt_w*0.98662"/>
                                          </p:val>
                                        </p:tav>
                                        <p:tav tm="63420">
                                          <p:val>
                                            <p:strVal val="#ppt_w*0.99862"/>
                                          </p:val>
                                        </p:tav>
                                        <p:tav tm="79275">
                                          <p:val>
                                            <p:strVal val="#ppt_w*1"/>
                                          </p:val>
                                        </p:tav>
                                        <p:tav tm="81540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82673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8380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9966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0" dur="294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46433">
                                          <p:val>
                                            <p:strVal val="#ppt_h*0.2"/>
                                          </p:val>
                                        </p:tav>
                                        <p:tav tm="47565">
                                          <p:val>
                                            <p:strVal val="#ppt_h*0.39372"/>
                                          </p:val>
                                        </p:tav>
                                        <p:tav tm="48698">
                                          <p:val>
                                            <p:strVal val="#ppt_h*0.579"/>
                                          </p:val>
                                        </p:tav>
                                        <p:tav tm="49830">
                                          <p:val>
                                            <p:strVal val="#ppt_h*0.70991"/>
                                          </p:val>
                                        </p:tav>
                                        <p:tav tm="50963">
                                          <p:val>
                                            <p:strVal val="#ppt_h*0.79967"/>
                                          </p:val>
                                        </p:tav>
                                        <p:tav tm="52095">
                                          <p:val>
                                            <p:strVal val="#ppt_h*0.86112"/>
                                          </p:val>
                                        </p:tav>
                                        <p:tav tm="53228">
                                          <p:val>
                                            <p:strVal val="#ppt_h*0.9036"/>
                                          </p:val>
                                        </p:tav>
                                        <p:tav tm="54360">
                                          <p:val>
                                            <p:strVal val="#ppt_h*0.93328"/>
                                          </p:val>
                                        </p:tav>
                                        <p:tav tm="55493">
                                          <p:val>
                                            <p:strVal val="#ppt_h*0.95417"/>
                                          </p:val>
                                        </p:tav>
                                        <p:tav tm="57758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60023">
                                          <p:val>
                                            <p:strVal val="#ppt_h*0.99165"/>
                                          </p:val>
                                        </p:tav>
                                        <p:tav tm="66818">
                                          <p:val>
                                            <p:strVal val="#ppt_h*0.99996"/>
                                          </p:val>
                                        </p:tav>
                                        <p:tav tm="79275">
                                          <p:val>
                                            <p:strVal val="#ppt_h*1"/>
                                          </p:val>
                                        </p:tav>
                                        <p:tav tm="81540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82673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83805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86070">
                                          <p:val>
                                            <p:strVal val="#ppt_h*1.01159"/>
                                          </p:val>
                                        </p:tav>
                                        <p:tav tm="89468">
                                          <p:val>
                                            <p:strVal val="#ppt_h*1.00411"/>
                                          </p:val>
                                        </p:tav>
                                        <p:tav tm="9966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1" dur="294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"/>
                                          </p:val>
                                        </p:tav>
                                        <p:tav tm="46433">
                                          <p:val>
                                            <p:fltVal val="12"/>
                                          </p:val>
                                        </p:tav>
                                        <p:tav tm="48698">
                                          <p:val>
                                            <p:fltVal val="6.32"/>
                                          </p:val>
                                        </p:tav>
                                        <p:tav tm="49830">
                                          <p:val>
                                            <p:fltVal val="4.35"/>
                                          </p:val>
                                        </p:tav>
                                        <p:tav tm="52095">
                                          <p:val>
                                            <p:fltVal val="2.08"/>
                                          </p:val>
                                        </p:tav>
                                        <p:tav tm="55493">
                                          <p:val>
                                            <p:fltVal val="0.69"/>
                                          </p:val>
                                        </p:tav>
                                        <p:tav tm="63420">
                                          <p:val>
                                            <p:fltVal val="0.02"/>
                                          </p:val>
                                        </p:tav>
                                        <p:tav tm="9966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4" dur="468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94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894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35587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269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175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5" dur="468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91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1691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162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118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002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097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1674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112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0617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0836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058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078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779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0918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0846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0991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1014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004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353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45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6" dur="468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7" dur="468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0497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16967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29931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40178"/>
                                          </p:val>
                                        </p:tav>
                                        <p:tav tm="37011">
                                          <p:val>
                                            <p:strVal val="#ppt_h*0.46156"/>
                                          </p:val>
                                        </p:tav>
                                        <p:tav tm="37722">
                                          <p:val>
                                            <p:strVal val="#ppt_h*0.48357"/>
                                          </p:val>
                                        </p:tav>
                                        <p:tav tm="38434">
                                          <p:val>
                                            <p:strVal val="#ppt_h*0.47851"/>
                                          </p:val>
                                        </p:tav>
                                        <p:tav tm="40569">
                                          <p:val>
                                            <p:strVal val="#ppt_h*0.42104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40594"/>
                                          </p:val>
                                        </p:tav>
                                        <p:tav tm="45552">
                                          <p:val>
                                            <p:strVal val="#ppt_h*0.4175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41667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39833"/>
                                          </p:val>
                                        </p:tav>
                                        <p:tav tm="51957">
                                          <p:val>
                                            <p:strVal val="#ppt_h*0.42177"/>
                                          </p:val>
                                        </p:tav>
                                        <p:tav tm="52669">
                                          <p:val>
                                            <p:strVal val="#ppt_h*0.42659"/>
                                          </p:val>
                                        </p:tav>
                                        <p:tav tm="58363">
                                          <p:val>
                                            <p:strVal val="#ppt_h*0.41718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41667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47597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861"/>
                                          </p:val>
                                        </p:tav>
                                        <p:tav tm="85409">
                                          <p:val>
                                            <p:strVal val="#ppt_h*0.76206"/>
                                          </p:val>
                                        </p:tav>
                                        <p:tav tm="86121">
                                          <p:val>
                                            <p:strVal val="#ppt_h*0.90014"/>
                                          </p:val>
                                        </p:tav>
                                        <p:tav tm="86833">
                                          <p:val>
                                            <p:strVal val="#ppt_h*1.00346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06635"/>
                                          </p:val>
                                        </p:tav>
                                        <p:tav tm="88256">
                                          <p:val>
                                            <p:strVal val="#ppt_h*1.09276"/>
                                          </p:val>
                                        </p:tav>
                                        <p:tav tm="88968">
                                          <p:val>
                                            <p:strVal val="#ppt_h*1.09154"/>
                                          </p:val>
                                        </p:tav>
                                        <p:tav tm="91815">
                                          <p:val>
                                            <p:strVal val="#ppt_h*1.00573"/>
                                          </p:val>
                                        </p:tav>
                                        <p:tav tm="93238">
                                          <p:val>
                                            <p:strVal val="#ppt_h*0.98605"/>
                                          </p:val>
                                        </p:tav>
                                        <p:tav tm="94662">
                                          <p:val>
                                            <p:strVal val="#ppt_h*0.98656"/>
                                          </p:val>
                                        </p:tav>
                                        <p:tav tm="98221">
                                          <p:val>
                                            <p:strVal val="#ppt_h*1.001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8" dur="468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1" dur="468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383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1383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1198"/>
                                          </p:val>
                                        </p:tav>
                                        <p:tav tm="35587">
                                          <p:val>
                                            <p:strVal val="#ppt_x-0.0027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416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167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2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16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2" dur="468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78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1878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1806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299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181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29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277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1854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292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0797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0522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017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258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959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026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1171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184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041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1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3" dur="468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4" dur="468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0497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16967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29931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40178"/>
                                          </p:val>
                                        </p:tav>
                                        <p:tav tm="37011">
                                          <p:val>
                                            <p:strVal val="#ppt_h*0.46156"/>
                                          </p:val>
                                        </p:tav>
                                        <p:tav tm="37722">
                                          <p:val>
                                            <p:strVal val="#ppt_h*0.48357"/>
                                          </p:val>
                                        </p:tav>
                                        <p:tav tm="38434">
                                          <p:val>
                                            <p:strVal val="#ppt_h*0.47851"/>
                                          </p:val>
                                        </p:tav>
                                        <p:tav tm="40569">
                                          <p:val>
                                            <p:strVal val="#ppt_h*0.42104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40594"/>
                                          </p:val>
                                        </p:tav>
                                        <p:tav tm="45552">
                                          <p:val>
                                            <p:strVal val="#ppt_h*0.41754"/>
                                          </p:val>
                                        </p:tav>
                                        <p:tav tm="49822">
                                          <p:val>
                                            <p:strVal val="#ppt_h*0.41667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39833"/>
                                          </p:val>
                                        </p:tav>
                                        <p:tav tm="51957">
                                          <p:val>
                                            <p:strVal val="#ppt_h*0.42177"/>
                                          </p:val>
                                        </p:tav>
                                        <p:tav tm="52669">
                                          <p:val>
                                            <p:strVal val="#ppt_h*0.42659"/>
                                          </p:val>
                                        </p:tav>
                                        <p:tav tm="58363">
                                          <p:val>
                                            <p:strVal val="#ppt_h*0.41718"/>
                                          </p:val>
                                        </p:tav>
                                        <p:tav tm="83274">
                                          <p:val>
                                            <p:strVal val="#ppt_h*0.41667"/>
                                          </p:val>
                                        </p:tav>
                                        <p:tav tm="83986">
                                          <p:val>
                                            <p:strVal val="#ppt_h*0.47597"/>
                                          </p:val>
                                        </p:tav>
                                        <p:tav tm="84698">
                                          <p:val>
                                            <p:strVal val="#ppt_h*0.60861"/>
                                          </p:val>
                                        </p:tav>
                                        <p:tav tm="85409">
                                          <p:val>
                                            <p:strVal val="#ppt_h*0.76206"/>
                                          </p:val>
                                        </p:tav>
                                        <p:tav tm="86121">
                                          <p:val>
                                            <p:strVal val="#ppt_h*0.90014"/>
                                          </p:val>
                                        </p:tav>
                                        <p:tav tm="86833">
                                          <p:val>
                                            <p:strVal val="#ppt_h*1.00346"/>
                                          </p:val>
                                        </p:tav>
                                        <p:tav tm="87544">
                                          <p:val>
                                            <p:strVal val="#ppt_h*1.06635"/>
                                          </p:val>
                                        </p:tav>
                                        <p:tav tm="88256">
                                          <p:val>
                                            <p:strVal val="#ppt_h*1.09276"/>
                                          </p:val>
                                        </p:tav>
                                        <p:tav tm="88968">
                                          <p:val>
                                            <p:strVal val="#ppt_h*1.09154"/>
                                          </p:val>
                                        </p:tav>
                                        <p:tav tm="91815">
                                          <p:val>
                                            <p:strVal val="#ppt_h*1.00573"/>
                                          </p:val>
                                        </p:tav>
                                        <p:tav tm="93238">
                                          <p:val>
                                            <p:strVal val="#ppt_h*0.98605"/>
                                          </p:val>
                                        </p:tav>
                                        <p:tav tm="94662">
                                          <p:val>
                                            <p:strVal val="#ppt_h*0.98656"/>
                                          </p:val>
                                        </p:tav>
                                        <p:tav tm="98221">
                                          <p:val>
                                            <p:strVal val="#ppt_h*1.001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5" dur="468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7" dur="1" fill="hold">
                                          <p:stCondLst>
                                            <p:cond delay="4167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8" dur="167">
                                          <p:stCondLst>
                                            <p:cond delay="4167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09" dur="468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042"/>
                                          </p:val>
                                        </p:tav>
                                        <p:tav tm="33452">
                                          <p:val>
                                            <p:strVal val="#ppt_x+0.01042"/>
                                          </p:val>
                                        </p:tav>
                                        <p:tav tm="34164">
                                          <p:val>
                                            <p:strVal val="#ppt_x+0.00981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546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446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541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28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553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28"/>
                                          </p:val>
                                        </p:tav>
                                        <p:tav tm="83986">
                                          <p:val>
                                            <p:strVal val="#ppt_x+0.004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92527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95374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0" dur="468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24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524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775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44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0716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0763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301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45552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342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1998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502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0508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0765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054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299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1335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1239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024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163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091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1236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1259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086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326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95374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96797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1" dur="468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2567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2828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5552"/>
                                          </p:val>
                                        </p:tav>
                                        <p:tav tm="36299">
                                          <p:val>
                                            <p:strVal val="#ppt_w*1.01415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6504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22062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20784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10656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6279"/>
                                          </p:val>
                                        </p:tav>
                                        <p:tav tm="41281">
                                          <p:val>
                                            <p:strVal val="#ppt_w*1.03546"/>
                                          </p:val>
                                        </p:tav>
                                        <p:tav tm="41993">
                                          <p:val>
                                            <p:strVal val="#ppt_w*1.02466"/>
                                          </p:val>
                                        </p:tav>
                                        <p:tav tm="42705">
                                          <p:val>
                                            <p:strVal val="#ppt_w*1.02556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5394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.05174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671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1.04744"/>
                                          </p:val>
                                        </p:tav>
                                        <p:tav tm="52669">
                                          <p:val>
                                            <p:strVal val="#ppt_w*1.04339"/>
                                          </p:val>
                                        </p:tav>
                                        <p:tav tm="59075">
                                          <p:val>
                                            <p:strVal val="#ppt_w*1.05148"/>
                                          </p:val>
                                        </p:tav>
                                        <p:tav tm="91815">
                                          <p:val>
                                            <p:strVal val="#ppt_w*1.05174"/>
                                          </p:val>
                                        </p:tav>
                                        <p:tav tm="92527">
                                          <p:val>
                                            <p:strVal val="#ppt_w*1.05748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07572"/>
                                          </p:val>
                                        </p:tav>
                                        <p:tav tm="93950">
                                          <p:val>
                                            <p:strVal val="#ppt_w*1.10806"/>
                                          </p:val>
                                        </p:tav>
                                        <p:tav tm="94662">
                                          <p:val>
                                            <p:strVal val="#ppt_w*1.15563"/>
                                          </p:val>
                                        </p:tav>
                                        <p:tav tm="95374">
                                          <p:val>
                                            <p:strVal val="#ppt_w*1.14794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0577"/>
                                          </p:val>
                                        </p:tav>
                                        <p:tav tm="96797">
                                          <p:val>
                                            <p:strVal val="#ppt_w*0.99782"/>
                                          </p:val>
                                        </p:tav>
                                        <p:tav tm="98221">
                                          <p:val>
                                            <p:strVal val="#ppt_w*1.03498"/>
                                          </p:val>
                                        </p:tav>
                                        <p:tav tm="98932">
                                          <p:val>
                                            <p:strVal val="#ppt_w*1.046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5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2" dur="468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2001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898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2147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845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562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5341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67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49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88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848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645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.00434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6014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665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827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126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509"/>
                                          </p:val>
                                        </p:tav>
                                        <p:tav tm="92527">
                                          <p:val>
                                            <p:strVal val="#ppt_h*1.00432"/>
                                          </p:val>
                                        </p:tav>
                                        <p:tav tm="94662">
                                          <p:val>
                                            <p:strVal val="#ppt_h*0.99854"/>
                                          </p:val>
                                        </p:tav>
                                        <p:tav tm="96085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999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4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3" dur="468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.43"/>
                                          </p:val>
                                        </p:tav>
                                        <p:tav tm="83274">
                                          <p:val>
                                            <p:fltVal val="16.43"/>
                                          </p:val>
                                        </p:tav>
                                        <p:tav tm="83986">
                                          <p:val>
                                            <p:fltVal val="15.21"/>
                                          </p:val>
                                        </p:tav>
                                        <p:tav tm="86121">
                                          <p:val>
                                            <p:fltVal val="6.48"/>
                                          </p:val>
                                        </p:tav>
                                        <p:tav tm="86833">
                                          <p:val>
                                            <p:fltVal val="4.35"/>
                                          </p:val>
                                        </p:tav>
                                        <p:tav tm="87544">
                                          <p:val>
                                            <p:fltVal val="3.06"/>
                                          </p:val>
                                        </p:tav>
                                        <p:tav tm="88256">
                                          <p:val>
                                            <p:fltVal val="2.52"/>
                                          </p:val>
                                        </p:tav>
                                        <p:tav tm="89680">
                                          <p:val>
                                            <p:fltVal val="2.91"/>
                                          </p:val>
                                        </p:tav>
                                        <p:tav tm="92527">
                                          <p:val>
                                            <p:fltVal val="4.94"/>
                                          </p:val>
                                        </p:tav>
                                        <p:tav tm="93238">
                                          <p:val>
                                            <p:fltVal val="6.21"/>
                                          </p:val>
                                        </p:tav>
                                        <p:tav tm="93950">
                                          <p:val>
                                            <p:fltVal val="8.19"/>
                                          </p:val>
                                        </p:tav>
                                        <p:tav tm="94662">
                                          <p:val>
                                            <p:fltVal val="10.86"/>
                                          </p:val>
                                        </p:tav>
                                        <p:tav tm="95374">
                                          <p:val>
                                            <p:fltVal val="10.03"/>
                                          </p:val>
                                        </p:tav>
                                        <p:tav tm="96085">
                                          <p:val>
                                            <p:fltVal val="3.64"/>
                                          </p:val>
                                        </p:tav>
                                        <p:tav tm="96797">
                                          <p:val>
                                            <p:fltVal val="-1.11"/>
                                          </p:val>
                                        </p:tav>
                                        <p:tav tm="98221">
                                          <p:val>
                                            <p:fltVal val="2.75"/>
                                          </p:val>
                                        </p:tav>
                                        <p:tav tm="98932">
                                          <p:val>
                                            <p:fltVal val="3.83"/>
                                          </p:val>
                                        </p:tav>
                                        <p:tav tm="100000">
                                          <p:val>
                                            <p:fltVal val="4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5" dur="1" fill="hold">
                                          <p:stCondLst>
                                            <p:cond delay="4167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6" dur="167">
                                          <p:stCondLst>
                                            <p:cond delay="4167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17" dur="468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222"/>
                                          </p:val>
                                        </p:tav>
                                        <p:tav tm="33452">
                                          <p:val>
                                            <p:strVal val="#ppt_x+0.01222"/>
                                          </p:val>
                                        </p:tav>
                                        <p:tav tm="34164">
                                          <p:val>
                                            <p:strVal val="#ppt_x+0.01126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44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328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15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441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66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0418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15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288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93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94662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96797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8932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8" dur="468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066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066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734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07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387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0989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0876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259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36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288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1917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399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0782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0481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073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009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269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097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109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037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1182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1205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96797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202"/>
                                          </p:val>
                                        </p:tav>
                                        <p:tav tm="98932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9" dur="468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2371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216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437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983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469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20162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890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893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4624"/>
                                          </p:val>
                                        </p:tav>
                                        <p:tav tm="41281">
                                          <p:val>
                                            <p:strVal val="#ppt_w*1.01934"/>
                                          </p:val>
                                        </p:tav>
                                        <p:tav tm="41993">
                                          <p:val>
                                            <p:strVal val="#ppt_w*1.0087"/>
                                          </p:val>
                                        </p:tav>
                                        <p:tav tm="42705">
                                          <p:val>
                                            <p:strVal val="#ppt_w*1.00959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3753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.03536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5055"/>
                                          </p:val>
                                        </p:tav>
                                        <p:tav tm="51957">
                                          <p:val>
                                            <p:strVal val="#ppt_w*1.03113"/>
                                          </p:val>
                                        </p:tav>
                                        <p:tav tm="52669">
                                          <p:val>
                                            <p:strVal val="#ppt_w*1.02714"/>
                                          </p:val>
                                        </p:tav>
                                        <p:tav tm="59075">
                                          <p:val>
                                            <p:strVal val="#ppt_w*1.0351"/>
                                          </p:val>
                                        </p:tav>
                                        <p:tav tm="93238">
                                          <p:val>
                                            <p:strVal val="#ppt_w*1.03536"/>
                                          </p:val>
                                        </p:tav>
                                        <p:tav tm="93950">
                                          <p:val>
                                            <p:strVal val="#ppt_w*1.0389"/>
                                          </p:val>
                                        </p:tav>
                                        <p:tav tm="94662">
                                          <p:val>
                                            <p:strVal val="#ppt_w*1.05177"/>
                                          </p:val>
                                        </p:tav>
                                        <p:tav tm="95374">
                                          <p:val>
                                            <p:strVal val="#ppt_w*1.07509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10984"/>
                                          </p:val>
                                        </p:tav>
                                        <p:tav tm="96797">
                                          <p:val>
                                            <p:strVal val="#ppt_w*1.15639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1101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1.03326"/>
                                          </p:val>
                                        </p:tav>
                                        <p:tav tm="98932">
                                          <p:val>
                                            <p:strVal val="#ppt_w*0.981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8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0" dur="468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72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80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978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618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99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28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507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421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2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648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618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704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409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.00198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78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427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585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1023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273"/>
                                          </p:val>
                                        </p:tav>
                                        <p:tav tm="94662">
                                          <p:val>
                                            <p:strVal val="#ppt_h*1.00182"/>
                                          </p:val>
                                        </p:tav>
                                        <p:tav tm="96797">
                                          <p:val>
                                            <p:strVal val="#ppt_h*0.99407"/>
                                          </p:val>
                                        </p:tav>
                                        <p:tav tm="98221">
                                          <p:val>
                                            <p:strVal val="#ppt_h*1.00163"/>
                                          </p:val>
                                        </p:tav>
                                        <p:tav tm="98932">
                                          <p:val>
                                            <p:strVal val="#ppt_h*0.997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1" dur="468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.7"/>
                                          </p:val>
                                        </p:tav>
                                        <p:tav tm="83274">
                                          <p:val>
                                            <p:fltVal val="14.7"/>
                                          </p:val>
                                        </p:tav>
                                        <p:tav tm="83986">
                                          <p:val>
                                            <p:fltVal val="13.48"/>
                                          </p:val>
                                        </p:tav>
                                        <p:tav tm="86121">
                                          <p:val>
                                            <p:fltVal val="4.76"/>
                                          </p:val>
                                        </p:tav>
                                        <p:tav tm="86833">
                                          <p:val>
                                            <p:fltVal val="2.63"/>
                                          </p:val>
                                        </p:tav>
                                        <p:tav tm="87544">
                                          <p:val>
                                            <p:fltVal val="1.34"/>
                                          </p:val>
                                        </p:tav>
                                        <p:tav tm="88968">
                                          <p:val>
                                            <p:fltVal val="0.82"/>
                                          </p:val>
                                        </p:tav>
                                        <p:tav tm="91815">
                                          <p:val>
                                            <p:fltVal val="2.58"/>
                                          </p:val>
                                        </p:tav>
                                        <p:tav tm="93950">
                                          <p:val>
                                            <p:fltVal val="3.25"/>
                                          </p:val>
                                        </p:tav>
                                        <p:tav tm="95374">
                                          <p:val>
                                            <p:fltVal val="5.4"/>
                                          </p:val>
                                        </p:tav>
                                        <p:tav tm="96797">
                                          <p:val>
                                            <p:fltVal val="9.95"/>
                                          </p:val>
                                        </p:tav>
                                        <p:tav tm="97509">
                                          <p:val>
                                            <p:fltVal val="6.77"/>
                                          </p:val>
                                        </p:tav>
                                        <p:tav tm="98221">
                                          <p:val>
                                            <p:fltVal val="1.14"/>
                                          </p:val>
                                        </p:tav>
                                        <p:tav tm="98932">
                                          <p:val>
                                            <p:fltVal val="-2.97"/>
                                          </p:val>
                                        </p:tav>
                                        <p:tav tm="100000">
                                          <p:val>
                                            <p:fltVal val="-0.0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3" dur="1" fill="hold">
                                          <p:stCondLst>
                                            <p:cond delay="4167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4" dur="167">
                                          <p:stCondLst>
                                            <p:cond delay="4167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25" dur="468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838"/>
                                          </p:val>
                                        </p:tav>
                                        <p:tav tm="33452">
                                          <p:val>
                                            <p:strVal val="#ppt_x+0.00838"/>
                                          </p:val>
                                        </p:tav>
                                        <p:tav tm="34164">
                                          <p:val>
                                            <p:strVal val="#ppt_x+0.00779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42705">
                                          <p:val>
                                            <p:strVal val="#ppt_x+0.00356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344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392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0346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344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94662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98932">
                                          <p:val>
                                            <p:strVal val="#ppt_x-0.001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6" dur="468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133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3133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2939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1969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57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338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252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55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512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114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572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02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0733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0973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243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472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493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194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261"/>
                                          </p:val>
                                        </p:tav>
                                        <p:tav tm="80427">
                                          <p:val>
                                            <p:strVal val="#ppt_y+0.01406"/>
                                          </p:val>
                                        </p:tav>
                                        <p:tav tm="82562">
                                          <p:val>
                                            <p:strVal val="#ppt_y+0.0143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419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255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456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95374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98932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7" dur="468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5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55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94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50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864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937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99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134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53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50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9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92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.00082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55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673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87"/>
                                          </p:val>
                                        </p:tav>
                                        <p:tav tm="59075">
                                          <p:val>
                                            <p:strVal val="#ppt_w*1.00057"/>
                                          </p:val>
                                        </p:tav>
                                        <p:tav tm="94662">
                                          <p:val>
                                            <p:strVal val="#ppt_w*1.00082"/>
                                          </p:val>
                                        </p:tav>
                                        <p:tav tm="96085">
                                          <p:val>
                                            <p:strVal val="#ppt_w*1.01212"/>
                                          </p:val>
                                        </p:tav>
                                        <p:tav tm="96797">
                                          <p:val>
                                            <p:strVal val="#ppt_w*1.02912"/>
                                          </p:val>
                                        </p:tav>
                                        <p:tav tm="97509">
                                          <p:val>
                                            <p:strVal val="#ppt_w*1.05473"/>
                                          </p:val>
                                        </p:tav>
                                        <p:tav tm="98932">
                                          <p:val>
                                            <p:strVal val="#ppt_w*1.129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24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8" dur="468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7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3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96085">
                                          <p:val>
                                            <p:strVal val="#ppt_h*0.99992"/>
                                          </p:val>
                                        </p:tav>
                                        <p:tav tm="98932">
                                          <p:val>
                                            <p:strVal val="#ppt_h*0.990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9" dur="468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8"/>
                                          </p:val>
                                        </p:tav>
                                        <p:tav tm="83274">
                                          <p:val>
                                            <p:fltVal val="11.18"/>
                                          </p:val>
                                        </p:tav>
                                        <p:tav tm="83986">
                                          <p:val>
                                            <p:fltVal val="9.96"/>
                                          </p:val>
                                        </p:tav>
                                        <p:tav tm="86121">
                                          <p:val>
                                            <p:fltVal val="1.23"/>
                                          </p:val>
                                        </p:tav>
                                        <p:tav tm="86833">
                                          <p:val>
                                            <p:fltVal val="-0.89"/>
                                          </p:val>
                                        </p:tav>
                                        <p:tav tm="87544">
                                          <p:val>
                                            <p:fltVal val="-2.19"/>
                                          </p:val>
                                        </p:tav>
                                        <p:tav tm="88256">
                                          <p:val>
                                            <p:fltVal val="-2.73"/>
                                          </p:val>
                                        </p:tav>
                                        <p:tav tm="88968">
                                          <p:val>
                                            <p:fltVal val="-2.71"/>
                                          </p:val>
                                        </p:tav>
                                        <p:tav tm="92527">
                                          <p:val>
                                            <p:fltVal val="-0.67"/>
                                          </p:val>
                                        </p:tav>
                                        <p:tav tm="95374">
                                          <p:val>
                                            <p:fltVal val="-0.48"/>
                                          </p:val>
                                        </p:tav>
                                        <p:tav tm="96085">
                                          <p:val>
                                            <p:fltVal val="0.04"/>
                                          </p:val>
                                        </p:tav>
                                        <p:tav tm="97509">
                                          <p:val>
                                            <p:fltVal val="2.63"/>
                                          </p:val>
                                        </p:tav>
                                        <p:tav tm="98932">
                                          <p:val>
                                            <p:fltVal val="7"/>
                                          </p:val>
                                        </p:tav>
                                        <p:tav tm="100000">
                                          <p:val>
                                            <p:fltVal val="-0.3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2" dur="468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33"/>
                                          </p:val>
                                        </p:tav>
                                        <p:tav tm="33452">
                                          <p:val>
                                            <p:strVal val="#ppt_x+0.00533"/>
                                          </p:val>
                                        </p:tav>
                                        <p:tav tm="34164">
                                          <p:val>
                                            <p:strVal val="#ppt_x+0.00584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941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1024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945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956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88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978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998"/>
                                          </p:val>
                                        </p:tav>
                                        <p:tav tm="58363">
                                          <p:val>
                                            <p:strVal val="#ppt_x+0.00958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956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868"/>
                                          </p:val>
                                        </p:tav>
                                        <p:tav tm="86121">
                                          <p:val>
                                            <p:strVal val="#ppt_x+0.00653"/>
                                          </p:val>
                                        </p:tav>
                                        <p:tav tm="87544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88256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8896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3" dur="468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111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111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907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886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467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2223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2132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45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406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3009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47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913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625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865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2136"/>
                                          </p:val>
                                        </p:tav>
                                        <p:tav tm="59075">
                                          <p:val>
                                            <p:strVal val="#ppt_y+0.02382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387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2088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2228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2155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326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313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2114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1069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406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96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4" dur="468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506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39214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6917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285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06671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176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059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1316"/>
                                          </p:val>
                                        </p:tav>
                                        <p:tav tm="40569">
                                          <p:val>
                                            <p:strVal val="#ppt_w*0.97309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4807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3817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39"/>
                                          </p:val>
                                        </p:tav>
                                        <p:tav tm="45552">
                                          <p:val>
                                            <p:strVal val="#ppt_w*0.96499"/>
                                          </p:val>
                                        </p:tav>
                                        <p:tav tm="49822">
                                          <p:val>
                                            <p:strVal val="#ppt_w*0.96297"/>
                                          </p:val>
                                        </p:tav>
                                        <p:tav tm="51246">
                                          <p:val>
                                            <p:strVal val="#ppt_w*0.97709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5903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5532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6273"/>
                                          </p:val>
                                        </p:tav>
                                        <p:tav tm="98221">
                                          <p:val>
                                            <p:strVal val="#ppt_w*0.96297"/>
                                          </p:val>
                                        </p:tav>
                                        <p:tav tm="98932">
                                          <p:val>
                                            <p:strVal val="#ppt_w*0.96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1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5" dur="468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6" dur="468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5.54"/>
                                          </p:val>
                                        </p:tav>
                                        <p:tav tm="83274">
                                          <p:val>
                                            <p:fltVal val="-55.54"/>
                                          </p:val>
                                        </p:tav>
                                        <p:tav tm="83986">
                                          <p:val>
                                            <p:fltVal val="-56.76"/>
                                          </p:val>
                                        </p:tav>
                                        <p:tav tm="86121">
                                          <p:val>
                                            <p:fltVal val="-65.49"/>
                                          </p:val>
                                        </p:tav>
                                        <p:tav tm="86833">
                                          <p:val>
                                            <p:fltVal val="-59.76"/>
                                          </p:val>
                                        </p:tav>
                                        <p:tav tm="87544">
                                          <p:val>
                                            <p:fltVal val="-45.51"/>
                                          </p:val>
                                        </p:tav>
                                        <p:tav tm="88256">
                                          <p:val>
                                            <p:fltVal val="-32.52"/>
                                          </p:val>
                                        </p:tav>
                                        <p:tav tm="88968">
                                          <p:val>
                                            <p:fltVal val="-22.5"/>
                                          </p:val>
                                        </p:tav>
                                        <p:tav tm="89680">
                                          <p:val>
                                            <p:fltVal val="-15.35"/>
                                          </p:val>
                                        </p:tav>
                                        <p:tav tm="90391">
                                          <p:val>
                                            <p:fltVal val="-10.23"/>
                                          </p:val>
                                        </p:tav>
                                        <p:tav tm="91103">
                                          <p:val>
                                            <p:fltVal val="-6.52"/>
                                          </p:val>
                                        </p:tav>
                                        <p:tav tm="91815">
                                          <p:val>
                                            <p:fltVal val="-3.8"/>
                                          </p:val>
                                        </p:tav>
                                        <p:tav tm="92527">
                                          <p:val>
                                            <p:fltVal val="-1.84"/>
                                          </p:val>
                                        </p:tav>
                                        <p:tav tm="93238">
                                          <p:val>
                                            <p:fltVal val="-0.44"/>
                                          </p:val>
                                        </p:tav>
                                        <p:tav tm="94662">
                                          <p:val>
                                            <p:fltVal val="1.2"/>
                                          </p:val>
                                        </p:tav>
                                        <p:tav tm="98221">
                                          <p:val>
                                            <p:fltVal val="2.36"/>
                                          </p:val>
                                        </p:tav>
                                        <p:tav tm="98932">
                                          <p:val>
                                            <p:fltVal val="2.14"/>
                                          </p:val>
                                        </p:tav>
                                        <p:tav tm="100000">
                                          <p:val>
                                            <p:fltVal val="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9" dur="468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691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691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543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195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98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675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74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51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42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77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56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77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42"/>
                                          </p:val>
                                        </p:tav>
                                        <p:tav tm="83986">
                                          <p:val>
                                            <p:strVal val="#ppt_x+0.00502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9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0" dur="468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224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5224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848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963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189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738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571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61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2044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5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077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715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204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566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261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512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795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2035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207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1974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759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898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825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996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983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54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1" dur="468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2" dur="468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3" dur="468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6" dur="468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54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854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691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56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651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723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519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47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05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42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522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39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05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73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67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7" dur="468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906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906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574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909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226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827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68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714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2097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9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127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756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237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62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568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848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2085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107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948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875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046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033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99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38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0242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8" dur="468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9" dur="468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0" dur="468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3" dur="468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54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854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704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537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603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588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415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4" dur="468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52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3952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731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628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175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91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813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56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109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715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178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614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324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566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838"/>
                                          </p:val>
                                        </p:tav>
                                        <p:tav tm="59075">
                                          <p:val>
                                            <p:strVal val="#ppt_y+0.02084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089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791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93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857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028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015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85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38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0242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5" dur="468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6" dur="468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7" dur="468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60" dur="468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388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52"/>
                                          </p:val>
                                        </p:tav>
                                        <p:tav tm="41281">
                                          <p:val>
                                            <p:strVal val="#ppt_x+0.00402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12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433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52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12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1" dur="468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52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3952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707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482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979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685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95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905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517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984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408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116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359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633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865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886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587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727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654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825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812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604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82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15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2" dur="468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3" dur="468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4" dur="468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67" dur="468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48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564"/>
                                          </p:val>
                                        </p:tav>
                                        <p:tav tm="41281">
                                          <p:val>
                                            <p:strVal val="#ppt_x+0.0046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95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49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09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47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8" dur="468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451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451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143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595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96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589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484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841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93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868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492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97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364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065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312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591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826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848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55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689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616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787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774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569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85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17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9" dur="468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0" dur="468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1" dur="468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4" dur="468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529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661"/>
                                          </p:val>
                                        </p:tav>
                                        <p:tav tm="41281">
                                          <p:val>
                                            <p:strVal val="#ppt_x+0.00542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53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8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573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53"/>
                                          </p:val>
                                        </p:tav>
                                        <p:tav tm="83986">
                                          <p:val>
                                            <p:strVal val="#ppt_x+0.00511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5" dur="468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224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5224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824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823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002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346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386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847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96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882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525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018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061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599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84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1875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564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703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631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802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789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581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85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6" dur="468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7" dur="468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8" dur="468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1" dur="468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268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1268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1061"/>
                                          </p:val>
                                        </p:tav>
                                        <p:tav tm="35587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01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649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72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481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418"/>
                                          </p:val>
                                        </p:tav>
                                        <p:tav tm="46263">
                                          <p:val>
                                            <p:strVal val="#ppt_x+0.0047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63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06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94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63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48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2" dur="468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92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592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314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919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346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2012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888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917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2238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322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263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881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353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761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466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711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987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2221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243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944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2084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2011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182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169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921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3" dur="468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4" dur="468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5" dur="468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8" dur="468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34164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503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611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508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22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48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543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63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22"/>
                                          </p:val>
                                        </p:tav>
                                        <p:tav tm="83986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81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67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9" dur="468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927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927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559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713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955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512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387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812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924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844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481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968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03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563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802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825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526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666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593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764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751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548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0" dur="468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1" dur="468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2" dur="468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5" dur="468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81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581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44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556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788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568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98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533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616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634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98"/>
                                          </p:val>
                                        </p:tav>
                                        <p:tav tm="83986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432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6" dur="468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22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5722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5283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3083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18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653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503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201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43"/>
                                          </p:val>
                                        </p:tav>
                                        <p:tav tm="45552">
                                          <p:val>
                                            <p:strVal val="#ppt_y+0.02041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049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699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199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531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22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475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763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2006"/>
                                          </p:val>
                                        </p:tav>
                                        <p:tav tm="68327">
                                          <p:val>
                                            <p:strVal val="#ppt_y+0.02042"/>
                                          </p:val>
                                        </p:tav>
                                        <p:tav tm="71174">
                                          <p:val>
                                            <p:strVal val="#ppt_y+0.01946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731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87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797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968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955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28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0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7" dur="468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8" dur="468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9" dur="468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002" dur="133">
                                          <p:stCondLst>
                                            <p:cond delay="420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3" dur="1" fill="hold">
                                          <p:stCondLst>
                                            <p:cond delay="4333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04" dur="4683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767"/>
                                          </p:val>
                                        </p:tav>
                                        <p:tav tm="33452">
                                          <p:val>
                                            <p:strVal val="#ppt_x-1.25767"/>
                                          </p:val>
                                        </p:tav>
                                        <p:tav tm="34164">
                                          <p:val>
                                            <p:strVal val="#ppt_x-1.25611"/>
                                          </p:val>
                                        </p:tav>
                                        <p:tav tm="35587">
                                          <p:val>
                                            <p:strVal val="#ppt_x-1.24832"/>
                                          </p:val>
                                        </p:tav>
                                        <p:tav tm="36299">
                                          <p:val>
                                            <p:strVal val="#ppt_x-1.24511"/>
                                          </p:val>
                                        </p:tav>
                                        <p:tav tm="37011">
                                          <p:val>
                                            <p:strVal val="#ppt_x-1.24325"/>
                                          </p:val>
                                        </p:tav>
                                        <p:tav tm="37722">
                                          <p:val>
                                            <p:strVal val="#ppt_x-1.24256"/>
                                          </p:val>
                                        </p:tav>
                                        <p:tav tm="38434">
                                          <p:val>
                                            <p:strVal val="#ppt_x-1.24272"/>
                                          </p:val>
                                        </p:tav>
                                        <p:tav tm="40569">
                                          <p:val>
                                            <p:strVal val="#ppt_x-1.24451"/>
                                          </p:val>
                                        </p:tav>
                                        <p:tav tm="41993">
                                          <p:val>
                                            <p:strVal val="#ppt_x-1.24498"/>
                                          </p:val>
                                        </p:tav>
                                        <p:tav tm="49822">
                                          <p:val>
                                            <p:strVal val="#ppt_x-1.24465"/>
                                          </p:val>
                                        </p:tav>
                                        <p:tav tm="51246">
                                          <p:val>
                                            <p:strVal val="#ppt_x-1.24529"/>
                                          </p:val>
                                        </p:tav>
                                        <p:tav tm="51957">
                                          <p:val>
                                            <p:strVal val="#ppt_x-1.24447"/>
                                          </p:val>
                                        </p:tav>
                                        <p:tav tm="52669">
                                          <p:val>
                                            <p:strVal val="#ppt_x-1.2443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24465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24596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5014"/>
                                          </p:val>
                                        </p:tav>
                                        <p:tav tm="88256">
                                          <p:val>
                                            <p:strVal val="#ppt_x-1.25135"/>
                                          </p:val>
                                        </p:tav>
                                        <p:tav tm="93238">
                                          <p:val>
                                            <p:strVal val="#ppt_x-1.249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5" dur="4683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616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616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284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62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937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539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426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909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838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467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948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331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031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279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559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818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52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659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586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757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744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512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86833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193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0264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"/>
                                          </p:val>
                                        </p:tav>
                                        <p:tav tm="94662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6" dur="4683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7" dur="4683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8" dur="4683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85"/>
                                          </p:val>
                                        </p:tav>
                                        <p:tav tm="83274">
                                          <p:val>
                                            <p:fltVal val="11.85"/>
                                          </p:val>
                                        </p:tav>
                                        <p:tav tm="83986">
                                          <p:val>
                                            <p:fltVal val="10.63"/>
                                          </p:val>
                                        </p:tav>
                                        <p:tav tm="86121">
                                          <p:val>
                                            <p:fltVal val="1.9"/>
                                          </p:val>
                                        </p:tav>
                                        <p:tav tm="86833">
                                          <p:val>
                                            <p:fltVal val="-0.22"/>
                                          </p:val>
                                        </p:tav>
                                        <p:tav tm="87544">
                                          <p:val>
                                            <p:fltVal val="-1.51"/>
                                          </p:val>
                                        </p:tav>
                                        <p:tav tm="88256">
                                          <p:val>
                                            <p:fltVal val="-2.06"/>
                                          </p:val>
                                        </p:tav>
                                        <p:tav tm="93238">
                                          <p:val>
                                            <p:fltVal val="0.14"/>
                                          </p:val>
                                        </p:tav>
                                        <p:tav tm="100000">
                                          <p:val>
                                            <p:fltVal val="-0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011" dur="133">
                                          <p:stCondLst>
                                            <p:cond delay="420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2" dur="1" fill="hold">
                                          <p:stCondLst>
                                            <p:cond delay="4333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3" dur="4683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894"/>
                                          </p:val>
                                        </p:tav>
                                        <p:tav tm="33452">
                                          <p:val>
                                            <p:strVal val="#ppt_x-1.25894"/>
                                          </p:val>
                                        </p:tav>
                                        <p:tav tm="34164">
                                          <p:val>
                                            <p:strVal val="#ppt_x-1.25736"/>
                                          </p:val>
                                        </p:tav>
                                        <p:tav tm="35587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36299">
                                          <p:val>
                                            <p:strVal val="#ppt_x-1.24619"/>
                                          </p:val>
                                        </p:tav>
                                        <p:tav tm="37011">
                                          <p:val>
                                            <p:strVal val="#ppt_x-1.2443"/>
                                          </p:val>
                                        </p:tav>
                                        <p:tav tm="37722">
                                          <p:val>
                                            <p:strVal val="#ppt_x-1.2436"/>
                                          </p:val>
                                        </p:tav>
                                        <p:tav tm="38434">
                                          <p:val>
                                            <p:strVal val="#ppt_x-1.24376"/>
                                          </p:val>
                                        </p:tav>
                                        <p:tav tm="40569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41993">
                                          <p:val>
                                            <p:strVal val="#ppt_x-1.24606"/>
                                          </p:val>
                                        </p:tav>
                                        <p:tav tm="49822">
                                          <p:val>
                                            <p:strVal val="#ppt_x-1.24572"/>
                                          </p:val>
                                        </p:tav>
                                        <p:tav tm="51246">
                                          <p:val>
                                            <p:strVal val="#ppt_x-1.24635"/>
                                          </p:val>
                                        </p:tav>
                                        <p:tav tm="51957">
                                          <p:val>
                                            <p:strVal val="#ppt_x-1.24554"/>
                                          </p:val>
                                        </p:tav>
                                        <p:tav tm="52669">
                                          <p:val>
                                            <p:strVal val="#ppt_x-1.24538"/>
                                          </p:val>
                                        </p:tav>
                                        <p:tav tm="83274">
                                          <p:val>
                                            <p:strVal val="#ppt_x-1.24572"/>
                                          </p:val>
                                        </p:tav>
                                        <p:tav tm="84698">
                                          <p:val>
                                            <p:strVal val="#ppt_x-1.24668"/>
                                          </p:val>
                                        </p:tav>
                                        <p:tav tm="86833">
                                          <p:val>
                                            <p:strVal val="#ppt_x-1.25012"/>
                                          </p:val>
                                        </p:tav>
                                        <p:tav tm="88256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93238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4" dur="4683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12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3712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491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385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666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568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1912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1865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472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2935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37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594"/>
                                          </p:val>
                                        </p:tav>
                                        <p:tav tm="59075">
                                          <p:val>
                                            <p:strVal val="#ppt_y+0.0184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1845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547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613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785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772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539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254"/>
                                          </p:val>
                                        </p:tav>
                                        <p:tav tm="86833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87544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0272"/>
                                          </p:val>
                                        </p:tav>
                                        <p:tav tm="91815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5" dur="4683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6" dur="4683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7" dur="4683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85"/>
                                          </p:val>
                                        </p:tav>
                                        <p:tav tm="83274">
                                          <p:val>
                                            <p:fltVal val="11.85"/>
                                          </p:val>
                                        </p:tav>
                                        <p:tav tm="83986">
                                          <p:val>
                                            <p:fltVal val="10.63"/>
                                          </p:val>
                                        </p:tav>
                                        <p:tav tm="86121">
                                          <p:val>
                                            <p:fltVal val="1.9"/>
                                          </p:val>
                                        </p:tav>
                                        <p:tav tm="86833">
                                          <p:val>
                                            <p:fltVal val="-0.22"/>
                                          </p:val>
                                        </p:tav>
                                        <p:tav tm="87544">
                                          <p:val>
                                            <p:fltVal val="-1.51"/>
                                          </p:val>
                                        </p:tav>
                                        <p:tav tm="88256">
                                          <p:val>
                                            <p:fltVal val="-2.06"/>
                                          </p:val>
                                        </p:tav>
                                        <p:tav tm="93238">
                                          <p:val>
                                            <p:fltVal val="0.14"/>
                                          </p:val>
                                        </p:tav>
                                        <p:tav tm="100000">
                                          <p:val>
                                            <p:fltVal val="-0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9" dur="1" fill="hold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0" dur="100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21" dur="468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641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71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729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713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532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484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454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536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81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2" dur="468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019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5019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4671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929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214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643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678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2079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85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11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742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226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602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299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549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83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2068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09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792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858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029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016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17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3" dur="468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4" dur="468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5" dur="468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7" dur="1" fill="hold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8" dur="100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29" dur="468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899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899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744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544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613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597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417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0" dur="468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81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3981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759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648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191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925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827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73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125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732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195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63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34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582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854"/>
                                          </p:val>
                                        </p:tav>
                                        <p:tav tm="59075">
                                          <p:val>
                                            <p:strVal val="#ppt_y+0.021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105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807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946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873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044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031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99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2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37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68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1" dur="468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2" dur="468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3" dur="468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5" dur="1" fill="hold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6" dur="100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37" dur="468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942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942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784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522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38434">
                                          <p:val>
                                            <p:strVal val="#ppt_x+0.00576"/>
                                          </p:val>
                                        </p:tav>
                                        <p:tav tm="40569">
                                          <p:val>
                                            <p:strVal val="#ppt_x+0.00394"/>
                                          </p:val>
                                        </p:tav>
                                        <p:tav tm="41993">
                                          <p:val>
                                            <p:strVal val="#ppt_x+0.00346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14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36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8" dur="468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67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3767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572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595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194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96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874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178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136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737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196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643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356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596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866"/>
                                          </p:val>
                                        </p:tav>
                                        <p:tav tm="59075">
                                          <p:val>
                                            <p:strVal val="#ppt_y+0.02111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116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818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957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884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2055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2042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21"/>
                                          </p:val>
                                        </p:tav>
                                        <p:tav tm="86833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88968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91815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93238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9" dur="468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0" dur="468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1" dur="468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3" dur="1" fill="hold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4" dur="100">
                                          <p:stCondLst>
                                            <p:cond delay="4233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45" dur="468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578"/>
                                          </p:val>
                                        </p:tav>
                                        <p:tav tm="33452">
                                          <p:val>
                                            <p:strVal val="#ppt_x-0.00578"/>
                                          </p:val>
                                        </p:tav>
                                        <p:tav tm="34164">
                                          <p:val>
                                            <p:strVal val="#ppt_x-0.00456"/>
                                          </p:val>
                                        </p:tav>
                                        <p:tav tm="35587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36299">
                                          <p:val>
                                            <p:strVal val="#ppt_x+0.00402"/>
                                          </p:val>
                                        </p:tav>
                                        <p:tav tm="37011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37722">
                                          <p:val>
                                            <p:strVal val="#ppt_x+0.00601"/>
                                          </p:val>
                                        </p:tav>
                                        <p:tav tm="41281">
                                          <p:val>
                                            <p:strVal val="#ppt_x+0.00422"/>
                                          </p:val>
                                        </p:tav>
                                        <p:tav tm="49822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51246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51957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52669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83274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84698">
                                          <p:val>
                                            <p:strVal val="#ppt_x+0.00329"/>
                                          </p:val>
                                        </p:tav>
                                        <p:tav tm="86833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88256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93238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6" dur="468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242"/>
                                          </p:val>
                                        </p:tav>
                                        <p:tav tm="33452">
                                          <p:val>
                                            <p:strVal val="#ppt_y+0.04242"/>
                                          </p:val>
                                        </p:tav>
                                        <p:tav tm="34164">
                                          <p:val>
                                            <p:strVal val="#ppt_y+0.03976"/>
                                          </p:val>
                                        </p:tav>
                                        <p:tav tm="35587">
                                          <p:val>
                                            <p:strVal val="#ppt_y+0.02646"/>
                                          </p:val>
                                        </p:tav>
                                        <p:tav tm="36299">
                                          <p:val>
                                            <p:strVal val="#ppt_y+0.02099"/>
                                          </p:val>
                                        </p:tav>
                                        <p:tav tm="37011">
                                          <p:val>
                                            <p:strVal val="#ppt_y+0.0178"/>
                                          </p:val>
                                        </p:tav>
                                        <p:tav tm="37722">
                                          <p:val>
                                            <p:strVal val="#ppt_y+0.01663"/>
                                          </p:val>
                                        </p:tav>
                                        <p:tav tm="38434">
                                          <p:val>
                                            <p:strVal val="#ppt_y+0.0169"/>
                                          </p:val>
                                        </p:tav>
                                        <p:tav tm="40569">
                                          <p:val>
                                            <p:strVal val="#ppt_y+0.01996"/>
                                          </p:val>
                                        </p:tav>
                                        <p:tav tm="41993">
                                          <p:val>
                                            <p:strVal val="#ppt_y+0.02077"/>
                                          </p:val>
                                        </p:tav>
                                        <p:tav tm="49822">
                                          <p:val>
                                            <p:strVal val="#ppt_y+0.0202"/>
                                          </p:val>
                                        </p:tav>
                                        <p:tav tm="50534">
                                          <p:val>
                                            <p:strVal val="#ppt_y+0.02635"/>
                                          </p:val>
                                        </p:tav>
                                        <p:tav tm="51246">
                                          <p:val>
                                            <p:strVal val="#ppt_y+0.03106"/>
                                          </p:val>
                                        </p:tav>
                                        <p:tav tm="51957">
                                          <p:val>
                                            <p:strVal val="#ppt_y+0.0152"/>
                                          </p:val>
                                        </p:tav>
                                        <p:tav tm="52669">
                                          <p:val>
                                            <p:strVal val="#ppt_y+0.01226"/>
                                          </p:val>
                                        </p:tav>
                                        <p:tav tm="53381">
                                          <p:val>
                                            <p:strVal val="#ppt_y+0.0147"/>
                                          </p:val>
                                        </p:tav>
                                        <p:tav tm="54804">
                                          <p:val>
                                            <p:strVal val="#ppt_y+0.01746"/>
                                          </p:val>
                                        </p:tav>
                                        <p:tav tm="58363">
                                          <p:val>
                                            <p:strVal val="#ppt_y+0.01979"/>
                                          </p:val>
                                        </p:tav>
                                        <p:tav tm="69039">
                                          <p:val>
                                            <p:strVal val="#ppt_y+0.02"/>
                                          </p:val>
                                        </p:tav>
                                        <p:tav tm="74021">
                                          <p:val>
                                            <p:strVal val="#ppt_y+0.01702"/>
                                          </p:val>
                                        </p:tav>
                                        <p:tav tm="76868">
                                          <p:val>
                                            <p:strVal val="#ppt_y+0.01841"/>
                                          </p:val>
                                        </p:tav>
                                        <p:tav tm="78292">
                                          <p:val>
                                            <p:strVal val="#ppt_y+0.01768"/>
                                          </p:val>
                                        </p:tav>
                                        <p:tav tm="81139">
                                          <p:val>
                                            <p:strVal val="#ppt_y+0.01939"/>
                                          </p:val>
                                        </p:tav>
                                        <p:tav tm="83274">
                                          <p:val>
                                            <p:strVal val="#ppt_y+0.01926"/>
                                          </p:val>
                                        </p:tav>
                                        <p:tav tm="83986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6121">
                                          <p:val>
                                            <p:strVal val="#ppt_y+0.00508"/>
                                          </p:val>
                                        </p:tav>
                                        <p:tav tm="87544">
                                          <p:val>
                                            <p:strVal val="#ppt_y+0.00092"/>
                                          </p:val>
                                        </p:tav>
                                        <p:tav tm="88968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2527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94662">
                                          <p:val>
                                            <p:strVal val="#ppt_y+0.00209"/>
                                          </p:val>
                                        </p:tav>
                                        <p:tav tm="97509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7" dur="468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33452">
                                          <p:val>
                                            <p:strVal val="#ppt_w*0"/>
                                          </p:val>
                                        </p:tav>
                                        <p:tav tm="34164">
                                          <p:val>
                                            <p:strVal val="#ppt_w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w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w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w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w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w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w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w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w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w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w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w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w*1"/>
                                          </p:val>
                                        </p:tav>
                                        <p:tav tm="51246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51957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52669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59075">
                                          <p:val>
                                            <p:strVal val="#ppt_w*0.999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8" dur="468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33452">
                                          <p:val>
                                            <p:strVal val="#ppt_h*0"/>
                                          </p:val>
                                        </p:tav>
                                        <p:tav tm="34164">
                                          <p:val>
                                            <p:strVal val="#ppt_h*0.11949"/>
                                          </p:val>
                                        </p:tav>
                                        <p:tav tm="34875">
                                          <p:val>
                                            <p:strVal val="#ppt_h*0.40722"/>
                                          </p:val>
                                        </p:tav>
                                        <p:tav tm="35587">
                                          <p:val>
                                            <p:strVal val="#ppt_h*0.71835"/>
                                          </p:val>
                                        </p:tav>
                                        <p:tav tm="36299">
                                          <p:val>
                                            <p:strVal val="#ppt_h*0.96426"/>
                                          </p:val>
                                        </p:tav>
                                        <p:tav tm="37011">
                                          <p:val>
                                            <p:strVal val="#ppt_h*1.10773"/>
                                          </p:val>
                                        </p:tav>
                                        <p:tav tm="37722">
                                          <p:val>
                                            <p:strVal val="#ppt_h*1.16058"/>
                                          </p:val>
                                        </p:tav>
                                        <p:tav tm="38434">
                                          <p:val>
                                            <p:strVal val="#ppt_h*1.14843"/>
                                          </p:val>
                                        </p:tav>
                                        <p:tav tm="39858">
                                          <p:val>
                                            <p:strVal val="#ppt_h*1.05213"/>
                                          </p:val>
                                        </p:tav>
                                        <p:tav tm="40569">
                                          <p:val>
                                            <p:strVal val="#ppt_h*1.01051"/>
                                          </p:val>
                                        </p:tav>
                                        <p:tav tm="41281">
                                          <p:val>
                                            <p:strVal val="#ppt_h*0.98453"/>
                                          </p:val>
                                        </p:tav>
                                        <p:tav tm="41993">
                                          <p:val>
                                            <p:strVal val="#ppt_h*0.97425"/>
                                          </p:val>
                                        </p:tav>
                                        <p:tav tm="42705">
                                          <p:val>
                                            <p:strVal val="#ppt_h*0.97511"/>
                                          </p:val>
                                        </p:tav>
                                        <p:tav tm="45552">
                                          <p:val>
                                            <p:strVal val="#ppt_h*1.0021"/>
                                          </p:val>
                                        </p:tav>
                                        <p:tav tm="49822">
                                          <p:val>
                                            <p:strVal val="#ppt_h*1"/>
                                          </p:val>
                                        </p:tav>
                                        <p:tav tm="51246">
                                          <p:val>
                                            <p:strVal val="#ppt_h*0.95599"/>
                                          </p:val>
                                        </p:tav>
                                        <p:tav tm="51957">
                                          <p:val>
                                            <p:strVal val="#ppt_h*1.01226"/>
                                          </p:val>
                                        </p:tav>
                                        <p:tav tm="52669">
                                          <p:val>
                                            <p:strVal val="#ppt_h*1.02382"/>
                                          </p:val>
                                        </p:tav>
                                        <p:tav tm="54804">
                                          <p:val>
                                            <p:strVal val="#ppt_h*1.00822"/>
                                          </p:val>
                                        </p:tav>
                                        <p:tav tm="59075">
                                          <p:val>
                                            <p:strVal val="#ppt_h*1.000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9" dur="468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.1"/>
                                          </p:val>
                                        </p:tav>
                                        <p:tav tm="83274">
                                          <p:val>
                                            <p:fltVal val="11.1"/>
                                          </p:val>
                                        </p:tav>
                                        <p:tav tm="83986">
                                          <p:val>
                                            <p:fltVal val="9.88"/>
                                          </p:val>
                                        </p:tav>
                                        <p:tav tm="86121">
                                          <p:val>
                                            <p:fltVal val="1.15"/>
                                          </p:val>
                                        </p:tav>
                                        <p:tav tm="86833">
                                          <p:val>
                                            <p:fltVal val="-0.98"/>
                                          </p:val>
                                        </p:tav>
                                        <p:tav tm="87544">
                                          <p:val>
                                            <p:fltVal val="-2.27"/>
                                          </p:val>
                                        </p:tav>
                                        <p:tav tm="88256">
                                          <p:val>
                                            <p:fltVal val="-2.81"/>
                                          </p:val>
                                        </p:tav>
                                        <p:tav tm="93238">
                                          <p:val>
                                            <p:fltVal val="-0.62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1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2" dur="333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53" dur="398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698"/>
                                          </p:val>
                                        </p:tav>
                                        <p:tav tm="26778">
                                          <p:val>
                                            <p:strVal val="#ppt_x-1.23698"/>
                                          </p:val>
                                        </p:tav>
                                        <p:tav tm="27615">
                                          <p:val>
                                            <p:strVal val="#ppt_x-1.2387"/>
                                          </p:val>
                                        </p:tav>
                                        <p:tav tm="28452">
                                          <p:val>
                                            <p:strVal val="#ppt_x-1.24209"/>
                                          </p:val>
                                        </p:tav>
                                        <p:tav tm="29289">
                                          <p:val>
                                            <p:strVal val="#ppt_x-1.24455"/>
                                          </p:val>
                                        </p:tav>
                                        <p:tav tm="30126">
                                          <p:val>
                                            <p:strVal val="#ppt_x-1.24624"/>
                                          </p:val>
                                        </p:tav>
                                        <p:tav tm="30962">
                                          <p:val>
                                            <p:strVal val="#ppt_x-1.2474"/>
                                          </p:val>
                                        </p:tav>
                                        <p:tav tm="32636">
                                          <p:val>
                                            <p:strVal val="#ppt_x-1.24875"/>
                                          </p:val>
                                        </p:tav>
                                        <p:tav tm="35983">
                                          <p:val>
                                            <p:strVal val="#ppt_x-1.24974"/>
                                          </p:val>
                                        </p:tav>
                                        <p:tav tm="58577">
                                          <p:val>
                                            <p:strVal val="#ppt_x-1.25"/>
                                          </p:val>
                                        </p:tav>
                                        <p:tav tm="60251">
                                          <p:val>
                                            <p:strVal val="#ppt_x-1.25071"/>
                                          </p:val>
                                        </p:tav>
                                        <p:tav tm="61088">
                                          <p:val>
                                            <p:strVal val="#ppt_x-1.2498"/>
                                          </p:val>
                                        </p:tav>
                                        <p:tav tm="61925">
                                          <p:val>
                                            <p:strVal val="#ppt_x-1.24962"/>
                                          </p:val>
                                        </p:tav>
                                        <p:tav tm="99582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4" dur="398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64"/>
                                          </p:val>
                                        </p:tav>
                                        <p:tav tm="26778">
                                          <p:val>
                                            <p:strVal val="#ppt_y+0.0564"/>
                                          </p:val>
                                        </p:tav>
                                        <p:tav tm="27615">
                                          <p:val>
                                            <p:strVal val="#ppt_y+0.04549"/>
                                          </p:val>
                                        </p:tav>
                                        <p:tav tm="28452">
                                          <p:val>
                                            <p:strVal val="#ppt_y+0.02406"/>
                                          </p:val>
                                        </p:tav>
                                        <p:tav tm="29289">
                                          <p:val>
                                            <p:strVal val="#ppt_y+0.00856"/>
                                          </p:val>
                                        </p:tav>
                                        <p:tav tm="30126">
                                          <p:val>
                                            <p:strVal val="#ppt_y-0.00214"/>
                                          </p:val>
                                        </p:tav>
                                        <p:tav tm="30962">
                                          <p:val>
                                            <p:strVal val="#ppt_y-0.00946"/>
                                          </p:val>
                                        </p:tav>
                                        <p:tav tm="31799">
                                          <p:val>
                                            <p:strVal val="#ppt_y-0.01449"/>
                                          </p:val>
                                        </p:tav>
                                        <p:tav tm="33473">
                                          <p:val>
                                            <p:strVal val="#ppt_y-0.02046"/>
                                          </p:val>
                                        </p:tav>
                                        <p:tav tm="35146">
                                          <p:val>
                                            <p:strVal val="#ppt_y-0.02342"/>
                                          </p:val>
                                        </p:tav>
                                        <p:tav tm="36820">
                                          <p:val>
                                            <p:strVal val="#ppt_y-0.02488"/>
                                          </p:val>
                                        </p:tav>
                                        <p:tav tm="41004">
                                          <p:val>
                                            <p:strVal val="#ppt_y-0.02589"/>
                                          </p:val>
                                        </p:tav>
                                        <p:tav tm="58577">
                                          <p:val>
                                            <p:strVal val="#ppt_y-0.02592"/>
                                          </p:val>
                                        </p:tav>
                                        <p:tav tm="59414">
                                          <p:val>
                                            <p:strVal val="#ppt_y-0.01967"/>
                                          </p:val>
                                        </p:tav>
                                        <p:tav tm="60251">
                                          <p:val>
                                            <p:strVal val="#ppt_y-0.01489"/>
                                          </p:val>
                                        </p:tav>
                                        <p:tav tm="61088">
                                          <p:val>
                                            <p:strVal val="#ppt_y-0.03096"/>
                                          </p:val>
                                        </p:tav>
                                        <p:tav tm="61925">
                                          <p:val>
                                            <p:strVal val="#ppt_y-0.03395"/>
                                          </p:val>
                                        </p:tav>
                                        <p:tav tm="62762">
                                          <p:val>
                                            <p:strVal val="#ppt_y-0.03147"/>
                                          </p:val>
                                        </p:tav>
                                        <p:tav tm="64435">
                                          <p:val>
                                            <p:strVal val="#ppt_y-0.02869"/>
                                          </p:val>
                                        </p:tav>
                                        <p:tav tm="67782">
                                          <p:val>
                                            <p:strVal val="#ppt_y-0.02656"/>
                                          </p:val>
                                        </p:tav>
                                        <p:tav tm="83682">
                                          <p:val>
                                            <p:strVal val="#ppt_y-0.02612"/>
                                          </p:val>
                                        </p:tav>
                                        <p:tav tm="85356">
                                          <p:val>
                                            <p:strVal val="#ppt_y-0.02454"/>
                                          </p:val>
                                        </p:tav>
                                        <p:tav tm="86192">
                                          <p:val>
                                            <p:strVal val="#ppt_y-0.02278"/>
                                          </p:val>
                                        </p:tav>
                                        <p:tav tm="87029">
                                          <p:val>
                                            <p:strVal val="#ppt_y-0.01985"/>
                                          </p:val>
                                        </p:tav>
                                        <p:tav tm="88703">
                                          <p:val>
                                            <p:strVal val="#ppt_y-0.01197"/>
                                          </p:val>
                                        </p:tav>
                                        <p:tav tm="90377">
                                          <p:val>
                                            <p:strVal val="#ppt_y-0.00619"/>
                                          </p:val>
                                        </p:tav>
                                        <p:tav tm="92050">
                                          <p:val>
                                            <p:strVal val="#ppt_y-0.00401"/>
                                          </p:val>
                                        </p:tav>
                                        <p:tav tm="97071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9582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5" dur="398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6778">
                                          <p:val>
                                            <p:strVal val="#ppt_w*0.2"/>
                                          </p:val>
                                        </p:tav>
                                        <p:tav tm="27615">
                                          <p:val>
                                            <p:strVal val="#ppt_w*0.306"/>
                                          </p:val>
                                        </p:tav>
                                        <p:tav tm="28452">
                                          <p:val>
                                            <p:strVal val="#ppt_w*0.51426"/>
                                          </p:val>
                                        </p:tav>
                                        <p:tav tm="29289">
                                          <p:val>
                                            <p:strVal val="#ppt_w*0.66489"/>
                                          </p:val>
                                        </p:tav>
                                        <p:tav tm="30126">
                                          <p:val>
                                            <p:strVal val="#ppt_w*0.76891"/>
                                          </p:val>
                                        </p:tav>
                                        <p:tav tm="30962">
                                          <p:val>
                                            <p:strVal val="#ppt_w*0.84001"/>
                                          </p:val>
                                        </p:tav>
                                        <p:tav tm="31799">
                                          <p:val>
                                            <p:strVal val="#ppt_w*0.88895"/>
                                          </p:val>
                                        </p:tav>
                                        <p:tav tm="32636">
                                          <p:val>
                                            <p:strVal val="#ppt_w*0.92301"/>
                                          </p:val>
                                        </p:tav>
                                        <p:tav tm="34310">
                                          <p:val>
                                            <p:strVal val="#ppt_w*0.96381"/>
                                          </p:val>
                                        </p:tav>
                                        <p:tav tm="35983">
                                          <p:val>
                                            <p:strVal val="#ppt_w*0.98411"/>
                                          </p:val>
                                        </p:tav>
                                        <p:tav tm="40167">
                                          <p:val>
                                            <p:strVal val="#ppt_w*0.99916"/>
                                          </p:val>
                                        </p:tav>
                                        <p:tav tm="58577">
                                          <p:val>
                                            <p:strVal val="#ppt_w*1"/>
                                          </p:val>
                                        </p:tav>
                                        <p:tav tm="60251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61088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6192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68619">
                                          <p:val>
                                            <p:strVal val="#ppt_w*0.99959"/>
                                          </p:val>
                                        </p:tav>
                                        <p:tav tm="9958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6" dur="398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64.16897"/>
                                          </p:val>
                                        </p:tav>
                                        <p:tav tm="26778">
                                          <p:val>
                                            <p:strVal val="#ppt_h*664.16897"/>
                                          </p:val>
                                        </p:tav>
                                        <p:tav tm="27615">
                                          <p:val>
                                            <p:strVal val="#ppt_h*1016.17117"/>
                                          </p:val>
                                        </p:tav>
                                        <p:tav tm="28452">
                                          <p:val>
                                            <p:strVal val="#ppt_h*1707.79168"/>
                                          </p:val>
                                        </p:tav>
                                        <p:tav tm="29289">
                                          <p:val>
                                            <p:strVal val="#ppt_h*2208.01211"/>
                                          </p:val>
                                        </p:tav>
                                        <p:tav tm="30126">
                                          <p:val>
                                            <p:strVal val="#ppt_h*2553.42065"/>
                                          </p:val>
                                        </p:tav>
                                        <p:tav tm="30962">
                                          <p:val>
                                            <p:strVal val="#ppt_h*2789.54458"/>
                                          </p:val>
                                        </p:tav>
                                        <p:tav tm="31799">
                                          <p:val>
                                            <p:strVal val="#ppt_h*2952.07504"/>
                                          </p:val>
                                        </p:tav>
                                        <p:tav tm="32636">
                                          <p:val>
                                            <p:strVal val="#ppt_h*3065.17689"/>
                                          </p:val>
                                        </p:tav>
                                        <p:tav tm="33473">
                                          <p:val>
                                            <p:strVal val="#ppt_h*3144.60536"/>
                                          </p:val>
                                        </p:tav>
                                        <p:tav tm="34310">
                                          <p:val>
                                            <p:strVal val="#ppt_h*3200.6742"/>
                                          </p:val>
                                        </p:tav>
                                        <p:tav tm="35146">
                                          <p:val>
                                            <p:strVal val="#ppt_h*3240.26472"/>
                                          </p:val>
                                        </p:tav>
                                        <p:tav tm="35983">
                                          <p:val>
                                            <p:strVal val="#ppt_h*3268.07518"/>
                                          </p:val>
                                        </p:tav>
                                        <p:tav tm="36820">
                                          <p:val>
                                            <p:strVal val="#ppt_h*3287.38896"/>
                                          </p:val>
                                        </p:tav>
                                        <p:tav tm="37657">
                                          <p:val>
                                            <p:strVal val="#ppt_h*3300.54905"/>
                                          </p:val>
                                        </p:tav>
                                        <p:tav tm="38494">
                                          <p:val>
                                            <p:strVal val="#ppt_h*3309.2597"/>
                                          </p:val>
                                        </p:tav>
                                        <p:tav tm="39331">
                                          <p:val>
                                            <p:strVal val="#ppt_h*3314.78117"/>
                                          </p:val>
                                        </p:tav>
                                        <p:tav tm="40167">
                                          <p:val>
                                            <p:strVal val="#ppt_h*3318.05942"/>
                                          </p:val>
                                        </p:tav>
                                        <p:tav tm="41004">
                                          <p:val>
                                            <p:strVal val="#ppt_h*3319.81235"/>
                                          </p:val>
                                        </p:tav>
                                        <p:tav tm="41841">
                                          <p:val>
                                            <p:strVal val="#ppt_h*3320.59183"/>
                                          </p:val>
                                        </p:tav>
                                        <p:tav tm="42678">
                                          <p:val>
                                            <p:strVal val="#ppt_h*3320.825"/>
                                          </p:val>
                                        </p:tav>
                                        <p:tav tm="58577">
                                          <p:val>
                                            <p:strVal val="#ppt_h*3320.8448"/>
                                          </p:val>
                                        </p:tav>
                                        <p:tav tm="59414">
                                          <p:val>
                                            <p:strVal val="#ppt_h*3241.03391"/>
                                          </p:val>
                                        </p:tav>
                                        <p:tav tm="60251">
                                          <p:val>
                                            <p:strVal val="#ppt_h*3174.70041"/>
                                          </p:val>
                                        </p:tav>
                                        <p:tav tm="61088">
                                          <p:val>
                                            <p:strVal val="#ppt_h*3361.54753"/>
                                          </p:val>
                                        </p:tav>
                                        <p:tav tm="61925">
                                          <p:val>
                                            <p:strVal val="#ppt_h*3399.95815"/>
                                          </p:val>
                                        </p:tav>
                                        <p:tav tm="62762">
                                          <p:val>
                                            <p:strVal val="#ppt_h*3375.58172"/>
                                          </p:val>
                                        </p:tav>
                                        <p:tav tm="63598">
                                          <p:val>
                                            <p:strVal val="#ppt_h*3359.34211"/>
                                          </p:val>
                                        </p:tav>
                                        <p:tav tm="64435">
                                          <p:val>
                                            <p:strVal val="#ppt_h*3348.15823"/>
                                          </p:val>
                                        </p:tav>
                                        <p:tav tm="65272">
                                          <p:val>
                                            <p:strVal val="#ppt_h*3340.22647"/>
                                          </p:val>
                                        </p:tav>
                                        <p:tav tm="66109">
                                          <p:val>
                                            <p:strVal val="#ppt_h*3334.48469"/>
                                          </p:val>
                                        </p:tav>
                                        <p:tav tm="66946">
                                          <p:val>
                                            <p:strVal val="#ppt_h*3330.27891"/>
                                          </p:val>
                                        </p:tav>
                                        <p:tav tm="67782">
                                          <p:val>
                                            <p:strVal val="#ppt_h*3327.1887"/>
                                          </p:val>
                                        </p:tav>
                                        <p:tav tm="68619">
                                          <p:val>
                                            <p:strVal val="#ppt_h*3324.93063"/>
                                          </p:val>
                                        </p:tav>
                                        <p:tav tm="69456">
                                          <p:val>
                                            <p:strVal val="#ppt_h*3323.30912"/>
                                          </p:val>
                                        </p:tav>
                                        <p:tav tm="71130">
                                          <p:val>
                                            <p:strVal val="#ppt_h*3321.44653"/>
                                          </p:val>
                                        </p:tav>
                                        <p:tav tm="72803">
                                          <p:val>
                                            <p:strVal val="#ppt_h*3320.85351"/>
                                          </p:val>
                                        </p:tav>
                                        <p:tav tm="81172">
                                          <p:val>
                                            <p:strVal val="#ppt_h*3320.8448"/>
                                          </p:val>
                                        </p:tav>
                                        <p:tav tm="82008">
                                          <p:val>
                                            <p:strVal val="#ppt_h*3317.60594"/>
                                          </p:val>
                                        </p:tav>
                                        <p:tav tm="82845">
                                          <p:val>
                                            <p:strVal val="#ppt_h*3288.77037"/>
                                          </p:val>
                                        </p:tav>
                                        <p:tav tm="83682">
                                          <p:val>
                                            <p:strVal val="#ppt_h*3221.71914"/>
                                          </p:val>
                                        </p:tav>
                                        <p:tav tm="84519">
                                          <p:val>
                                            <p:strVal val="#ppt_h*3101.92107"/>
                                          </p:val>
                                        </p:tav>
                                        <p:tav tm="85356">
                                          <p:val>
                                            <p:strVal val="#ppt_h*2907.91038"/>
                                          </p:val>
                                        </p:tav>
                                        <p:tav tm="86192">
                                          <p:val>
                                            <p:strVal val="#ppt_h*2613.50426"/>
                                          </p:val>
                                        </p:tav>
                                        <p:tav tm="87029">
                                          <p:val>
                                            <p:strVal val="#ppt_h*2212.26341"/>
                                          </p:val>
                                        </p:tav>
                                        <p:tav tm="87866">
                                          <p:val>
                                            <p:strVal val="#ppt_h*1765.05884"/>
                                          </p:val>
                                        </p:tav>
                                        <p:tav tm="88703">
                                          <p:val>
                                            <p:strVal val="#ppt_h*1363.02742"/>
                                          </p:val>
                                        </p:tav>
                                        <p:tav tm="89540">
                                          <p:val>
                                            <p:strVal val="#ppt_h*1040.56432"/>
                                          </p:val>
                                        </p:tav>
                                        <p:tav tm="90377">
                                          <p:val>
                                            <p:strVal val="#ppt_h*789.52657"/>
                                          </p:val>
                                        </p:tav>
                                        <p:tav tm="91213">
                                          <p:val>
                                            <p:strVal val="#ppt_h*593.9835"/>
                                          </p:val>
                                        </p:tav>
                                        <p:tav tm="92050">
                                          <p:val>
                                            <p:strVal val="#ppt_h*440.79144"/>
                                          </p:val>
                                        </p:tav>
                                        <p:tav tm="92887">
                                          <p:val>
                                            <p:strVal val="#ppt_h*320.42432"/>
                                          </p:val>
                                        </p:tav>
                                        <p:tav tm="93724">
                                          <p:val>
                                            <p:strVal val="#ppt_h*226.07943"/>
                                          </p:val>
                                        </p:tav>
                                        <p:tav tm="94561">
                                          <p:val>
                                            <p:strVal val="#ppt_h*152.82547"/>
                                          </p:val>
                                        </p:tav>
                                        <p:tav tm="95397">
                                          <p:val>
                                            <p:strVal val="#ppt_h*97.0066"/>
                                          </p:val>
                                        </p:tav>
                                        <p:tav tm="96234">
                                          <p:val>
                                            <p:strVal val="#ppt_h*55.84967"/>
                                          </p:val>
                                        </p:tav>
                                        <p:tav tm="97071">
                                          <p:val>
                                            <p:strVal val="#ppt_h*27.20568"/>
                                          </p:val>
                                        </p:tav>
                                        <p:tav tm="97908">
                                          <p:val>
                                            <p:strVal val="#ppt_h*9.3771"/>
                                          </p:val>
                                        </p:tav>
                                        <p:tav tm="98745">
                                          <p:val>
                                            <p:strVal val="#ppt_h*1"/>
                                          </p:val>
                                        </p:tav>
                                        <p:tav tm="99582">
                                          <p:val>
                                            <p:strVal val="#ppt_h*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7" dur="398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8"/>
                                          </p:val>
                                        </p:tav>
                                        <p:tav tm="26778">
                                          <p:val>
                                            <p:fltVal val="48"/>
                                          </p:val>
                                        </p:tav>
                                        <p:tav tm="27615">
                                          <p:val>
                                            <p:fltVal val="41.64"/>
                                          </p:val>
                                        </p:tav>
                                        <p:tav tm="28452">
                                          <p:val>
                                            <p:fltVal val="29.14"/>
                                          </p:val>
                                        </p:tav>
                                        <p:tav tm="29289">
                                          <p:val>
                                            <p:fltVal val="20.11"/>
                                          </p:val>
                                        </p:tav>
                                        <p:tav tm="30126">
                                          <p:val>
                                            <p:fltVal val="13.87"/>
                                          </p:val>
                                        </p:tav>
                                        <p:tav tm="30962">
                                          <p:val>
                                            <p:fltVal val="9.6"/>
                                          </p:val>
                                        </p:tav>
                                        <p:tav tm="31799">
                                          <p:val>
                                            <p:fltVal val="6.66"/>
                                          </p:val>
                                        </p:tav>
                                        <p:tav tm="32636">
                                          <p:val>
                                            <p:fltVal val="4.62"/>
                                          </p:val>
                                        </p:tav>
                                        <p:tav tm="34310">
                                          <p:val>
                                            <p:fltVal val="2.17"/>
                                          </p:val>
                                        </p:tav>
                                        <p:tav tm="35983">
                                          <p:val>
                                            <p:fltVal val="0.95"/>
                                          </p:val>
                                        </p:tav>
                                        <p:tav tm="38494">
                                          <p:val>
                                            <p:fltVal val="0.21"/>
                                          </p:val>
                                        </p:tav>
                                        <p:tav tm="41841">
                                          <p:val>
                                            <p:fltVal val="0"/>
                                          </p:val>
                                        </p:tav>
                                        <p:tav tm="9958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9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0" dur="300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61" dur="398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83"/>
                                          </p:val>
                                        </p:tav>
                                        <p:tav tm="26778">
                                          <p:val>
                                            <p:strVal val="#ppt_x-1.18583"/>
                                          </p:val>
                                        </p:tav>
                                        <p:tav tm="27615">
                                          <p:val>
                                            <p:strVal val="#ppt_x-1.19761"/>
                                          </p:val>
                                        </p:tav>
                                        <p:tav tm="28452">
                                          <p:val>
                                            <p:strVal val="#ppt_x-1.21348"/>
                                          </p:val>
                                        </p:tav>
                                        <p:tav tm="29289">
                                          <p:val>
                                            <p:strVal val="#ppt_x-1.22482"/>
                                          </p:val>
                                        </p:tav>
                                        <p:tav tm="30126">
                                          <p:val>
                                            <p:strVal val="#ppt_x-1.23263"/>
                                          </p:val>
                                        </p:tav>
                                        <p:tav tm="30962">
                                          <p:val>
                                            <p:strVal val="#ppt_x-1.23796"/>
                                          </p:val>
                                        </p:tav>
                                        <p:tav tm="31799">
                                          <p:val>
                                            <p:strVal val="#ppt_x-1.24165"/>
                                          </p:val>
                                        </p:tav>
                                        <p:tav tm="32636">
                                          <p:val>
                                            <p:strVal val="#ppt_x-1.24421"/>
                                          </p:val>
                                        </p:tav>
                                        <p:tav tm="34310">
                                          <p:val>
                                            <p:strVal val="#ppt_x-1.24729"/>
                                          </p:val>
                                        </p:tav>
                                        <p:tav tm="35983">
                                          <p:val>
                                            <p:strVal val="#ppt_x-1.24882"/>
                                          </p:val>
                                        </p:tav>
                                        <p:tav tm="40167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58577">
                                          <p:val>
                                            <p:strVal val="#ppt_x-1.25"/>
                                          </p:val>
                                        </p:tav>
                                        <p:tav tm="60251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61925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99582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2" dur="398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518"/>
                                          </p:val>
                                        </p:tav>
                                        <p:tav tm="26778">
                                          <p:val>
                                            <p:strVal val="#ppt_y-0.10518"/>
                                          </p:val>
                                        </p:tav>
                                        <p:tav tm="27615">
                                          <p:val>
                                            <p:strVal val="#ppt_y-0.0908"/>
                                          </p:val>
                                        </p:tav>
                                        <p:tav tm="28452">
                                          <p:val>
                                            <p:strVal val="#ppt_y-0.07143"/>
                                          </p:val>
                                        </p:tav>
                                        <p:tav tm="29289">
                                          <p:val>
                                            <p:strVal val="#ppt_y-0.05758"/>
                                          </p:val>
                                        </p:tav>
                                        <p:tav tm="30126">
                                          <p:val>
                                            <p:strVal val="#ppt_y-0.04805"/>
                                          </p:val>
                                        </p:tav>
                                        <p:tav tm="30962">
                                          <p:val>
                                            <p:strVal val="#ppt_y-0.04154"/>
                                          </p:val>
                                        </p:tav>
                                        <p:tav tm="31799">
                                          <p:val>
                                            <p:strVal val="#ppt_y-0.03704"/>
                                          </p:val>
                                        </p:tav>
                                        <p:tav tm="33473">
                                          <p:val>
                                            <p:strVal val="#ppt_y-0.03171"/>
                                          </p:val>
                                        </p:tav>
                                        <p:tav tm="35146">
                                          <p:val>
                                            <p:strVal val="#ppt_y-0.02905"/>
                                          </p:val>
                                        </p:tav>
                                        <p:tav tm="37657">
                                          <p:val>
                                            <p:strVal val="#ppt_y-0.02739"/>
                                          </p:val>
                                        </p:tav>
                                        <p:tav tm="40167">
                                          <p:val>
                                            <p:strVal val="#ppt_y-0.02691"/>
                                          </p:val>
                                        </p:tav>
                                        <p:tav tm="58577">
                                          <p:val>
                                            <p:strVal val="#ppt_y-0.02684"/>
                                          </p:val>
                                        </p:tav>
                                        <p:tav tm="59414">
                                          <p:val>
                                            <p:strVal val="#ppt_y-0.02058"/>
                                          </p:val>
                                        </p:tav>
                                        <p:tav tm="60251">
                                          <p:val>
                                            <p:strVal val="#ppt_y-0.01578"/>
                                          </p:val>
                                        </p:tav>
                                        <p:tav tm="61088">
                                          <p:val>
                                            <p:strVal val="#ppt_y-0.0319"/>
                                          </p:val>
                                        </p:tav>
                                        <p:tav tm="61925">
                                          <p:val>
                                            <p:strVal val="#ppt_y-0.03489"/>
                                          </p:val>
                                        </p:tav>
                                        <p:tav tm="62762">
                                          <p:val>
                                            <p:strVal val="#ppt_y-0.03241"/>
                                          </p:val>
                                        </p:tav>
                                        <p:tav tm="64435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67782">
                                          <p:val>
                                            <p:strVal val="#ppt_y-0.02749"/>
                                          </p:val>
                                        </p:tav>
                                        <p:tav tm="83682">
                                          <p:val>
                                            <p:strVal val="#ppt_y-0.02702"/>
                                          </p:val>
                                        </p:tav>
                                        <p:tav tm="85356">
                                          <p:val>
                                            <p:strVal val="#ppt_y-0.02535"/>
                                          </p:val>
                                        </p:tav>
                                        <p:tav tm="86192">
                                          <p:val>
                                            <p:strVal val="#ppt_y-0.02351"/>
                                          </p:val>
                                        </p:tav>
                                        <p:tav tm="87029">
                                          <p:val>
                                            <p:strVal val="#ppt_y-0.02047"/>
                                          </p:val>
                                        </p:tav>
                                        <p:tav tm="88703">
                                          <p:val>
                                            <p:strVal val="#ppt_y-0.01235"/>
                                          </p:val>
                                        </p:tav>
                                        <p:tav tm="90377">
                                          <p:val>
                                            <p:strVal val="#ppt_y-0.00641"/>
                                          </p:val>
                                        </p:tav>
                                        <p:tav tm="92050">
                                          <p:val>
                                            <p:strVal val="#ppt_y-0.00413"/>
                                          </p:val>
                                        </p:tav>
                                        <p:tav tm="96234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99582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3" dur="398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26778">
                                          <p:val>
                                            <p:strVal val="#ppt_w*0.2"/>
                                          </p:val>
                                        </p:tav>
                                        <p:tav tm="27615">
                                          <p:val>
                                            <p:strVal val="#ppt_w*0.34681"/>
                                          </p:val>
                                        </p:tav>
                                        <p:tav tm="28452">
                                          <p:val>
                                            <p:strVal val="#ppt_w*0.54465"/>
                                          </p:val>
                                        </p:tav>
                                        <p:tav tm="29289">
                                          <p:val>
                                            <p:strVal val="#ppt_w*0.6861"/>
                                          </p:val>
                                        </p:tav>
                                        <p:tav tm="30126">
                                          <p:val>
                                            <p:strVal val="#ppt_w*0.7834"/>
                                          </p:val>
                                        </p:tav>
                                        <p:tav tm="30962">
                                          <p:val>
                                            <p:strVal val="#ppt_w*0.84995"/>
                                          </p:val>
                                        </p:tav>
                                        <p:tav tm="31799">
                                          <p:val>
                                            <p:strVal val="#ppt_w*0.89584"/>
                                          </p:val>
                                        </p:tav>
                                        <p:tav tm="32636">
                                          <p:val>
                                            <p:strVal val="#ppt_w*0.92783"/>
                                          </p:val>
                                        </p:tav>
                                        <p:tav tm="34310">
                                          <p:val>
                                            <p:strVal val="#ppt_w*0.96622"/>
                                          </p:val>
                                        </p:tav>
                                        <p:tav tm="35983">
                                          <p:val>
                                            <p:strVal val="#ppt_w*0.98529"/>
                                          </p:val>
                                        </p:tav>
                                        <p:tav tm="40167">
                                          <p:val>
                                            <p:strVal val="#ppt_w*0.99928"/>
                                          </p:val>
                                        </p:tav>
                                        <p:tav tm="58577">
                                          <p:val>
                                            <p:strVal val="#ppt_w*1"/>
                                          </p:val>
                                        </p:tav>
                                        <p:tav tm="60251">
                                          <p:val>
                                            <p:strVal val="#ppt_w*1.01467"/>
                                          </p:val>
                                        </p:tav>
                                        <p:tav tm="61088">
                                          <p:val>
                                            <p:strVal val="#ppt_w*0.99591"/>
                                          </p:val>
                                        </p:tav>
                                        <p:tav tm="61925">
                                          <p:val>
                                            <p:strVal val="#ppt_w*0.99206"/>
                                          </p:val>
                                        </p:tav>
                                        <p:tav tm="68619">
                                          <p:val>
                                            <p:strVal val="#ppt_w*0.99959"/>
                                          </p:val>
                                        </p:tav>
                                        <p:tav tm="9958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4" dur="398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664.16897"/>
                                          </p:val>
                                        </p:tav>
                                        <p:tav tm="26778">
                                          <p:val>
                                            <p:strVal val="#ppt_h*664.16897"/>
                                          </p:val>
                                        </p:tav>
                                        <p:tav tm="27615">
                                          <p:val>
                                            <p:strVal val="#ppt_h*1151.71509"/>
                                          </p:val>
                                        </p:tav>
                                        <p:tav tm="28452">
                                          <p:val>
                                            <p:strVal val="#ppt_h*1808.68492"/>
                                          </p:val>
                                        </p:tav>
                                        <p:tav tm="29289">
                                          <p:val>
                                            <p:strVal val="#ppt_h*2278.42807"/>
                                          </p:val>
                                        </p:tav>
                                        <p:tav tm="30126">
                                          <p:val>
                                            <p:strVal val="#ppt_h*2601.55397"/>
                                          </p:val>
                                        </p:tav>
                                        <p:tav tm="30962">
                                          <p:val>
                                            <p:strVal val="#ppt_h*2822.54753"/>
                                          </p:val>
                                        </p:tav>
                                        <p:tav tm="31799">
                                          <p:val>
                                            <p:strVal val="#ppt_h*2974.94616"/>
                                          </p:val>
                                        </p:tav>
                                        <p:tav tm="32636">
                                          <p:val>
                                            <p:strVal val="#ppt_h*3081.19124"/>
                                          </p:val>
                                        </p:tav>
                                        <p:tav tm="33473">
                                          <p:val>
                                            <p:strVal val="#ppt_h*3155.89593"/>
                                          </p:val>
                                        </p:tav>
                                        <p:tav tm="34310">
                                          <p:val>
                                            <p:strVal val="#ppt_h*3208.65208"/>
                                          </p:val>
                                        </p:tav>
                                        <p:tav tm="35146">
                                          <p:val>
                                            <p:strVal val="#ppt_h*3245.88517"/>
                                          </p:val>
                                        </p:tav>
                                        <p:tav tm="35983">
                                          <p:val>
                                            <p:strVal val="#ppt_h*3271.99989"/>
                                          </p:val>
                                        </p:tav>
                                        <p:tav tm="36820">
                                          <p:val>
                                            <p:strVal val="#ppt_h*3290.08645"/>
                                          </p:val>
                                        </p:tav>
                                        <p:tav tm="37657">
                                          <p:val>
                                            <p:strVal val="#ppt_h*3302.35761"/>
                                          </p:val>
                                        </p:tav>
                                        <p:tav tm="38494">
                                          <p:val>
                                            <p:strVal val="#ppt_h*3310.42832"/>
                                          </p:val>
                                        </p:tav>
                                        <p:tav tm="39331">
                                          <p:val>
                                            <p:strVal val="#ppt_h*3315.49533"/>
                                          </p:val>
                                        </p:tav>
                                        <p:tav tm="40167">
                                          <p:val>
                                            <p:strVal val="#ppt_h*3318.45945"/>
                                          </p:val>
                                        </p:tav>
                                        <p:tav tm="41004">
                                          <p:val>
                                            <p:strVal val="#ppt_h*3320.00594"/>
                                          </p:val>
                                        </p:tav>
                                        <p:tav tm="41841">
                                          <p:val>
                                            <p:strVal val="#ppt_h*3320.6617"/>
                                          </p:val>
                                        </p:tav>
                                        <p:tav tm="42678">
                                          <p:val>
                                            <p:strVal val="#ppt_h*3320.83569"/>
                                          </p:val>
                                        </p:tav>
                                        <p:tav tm="58577">
                                          <p:val>
                                            <p:strVal val="#ppt_h*3320.8448"/>
                                          </p:val>
                                        </p:tav>
                                        <p:tav tm="59414">
                                          <p:val>
                                            <p:strVal val="#ppt_h*3241.03391"/>
                                          </p:val>
                                        </p:tav>
                                        <p:tav tm="60251">
                                          <p:val>
                                            <p:strVal val="#ppt_h*3174.70041"/>
                                          </p:val>
                                        </p:tav>
                                        <p:tav tm="61088">
                                          <p:val>
                                            <p:strVal val="#ppt_h*3361.54753"/>
                                          </p:val>
                                        </p:tav>
                                        <p:tav tm="61925">
                                          <p:val>
                                            <p:strVal val="#ppt_h*3399.95815"/>
                                          </p:val>
                                        </p:tav>
                                        <p:tav tm="62762">
                                          <p:val>
                                            <p:strVal val="#ppt_h*3375.58172"/>
                                          </p:val>
                                        </p:tav>
                                        <p:tav tm="63598">
                                          <p:val>
                                            <p:strVal val="#ppt_h*3359.34211"/>
                                          </p:val>
                                        </p:tav>
                                        <p:tav tm="64435">
                                          <p:val>
                                            <p:strVal val="#ppt_h*3348.15823"/>
                                          </p:val>
                                        </p:tav>
                                        <p:tav tm="65272">
                                          <p:val>
                                            <p:strVal val="#ppt_h*3340.22647"/>
                                          </p:val>
                                        </p:tav>
                                        <p:tav tm="66109">
                                          <p:val>
                                            <p:strVal val="#ppt_h*3334.48469"/>
                                          </p:val>
                                        </p:tav>
                                        <p:tav tm="66946">
                                          <p:val>
                                            <p:strVal val="#ppt_h*3330.27891"/>
                                          </p:val>
                                        </p:tav>
                                        <p:tav tm="67782">
                                          <p:val>
                                            <p:strVal val="#ppt_h*3327.1887"/>
                                          </p:val>
                                        </p:tav>
                                        <p:tav tm="68619">
                                          <p:val>
                                            <p:strVal val="#ppt_h*3324.93063"/>
                                          </p:val>
                                        </p:tav>
                                        <p:tav tm="69456">
                                          <p:val>
                                            <p:strVal val="#ppt_h*3323.30912"/>
                                          </p:val>
                                        </p:tav>
                                        <p:tav tm="71130">
                                          <p:val>
                                            <p:strVal val="#ppt_h*3321.44653"/>
                                          </p:val>
                                        </p:tav>
                                        <p:tav tm="72803">
                                          <p:val>
                                            <p:strVal val="#ppt_h*3320.85351"/>
                                          </p:val>
                                        </p:tav>
                                        <p:tav tm="81172">
                                          <p:val>
                                            <p:strVal val="#ppt_h*3320.8448"/>
                                          </p:val>
                                        </p:tav>
                                        <p:tav tm="82008">
                                          <p:val>
                                            <p:strVal val="#ppt_h*3317.60594"/>
                                          </p:val>
                                        </p:tav>
                                        <p:tav tm="82845">
                                          <p:val>
                                            <p:strVal val="#ppt_h*3288.77037"/>
                                          </p:val>
                                        </p:tav>
                                        <p:tav tm="83682">
                                          <p:val>
                                            <p:strVal val="#ppt_h*3221.71914"/>
                                          </p:val>
                                        </p:tav>
                                        <p:tav tm="84519">
                                          <p:val>
                                            <p:strVal val="#ppt_h*3101.92107"/>
                                          </p:val>
                                        </p:tav>
                                        <p:tav tm="85356">
                                          <p:val>
                                            <p:strVal val="#ppt_h*2907.91038"/>
                                          </p:val>
                                        </p:tav>
                                        <p:tav tm="86192">
                                          <p:val>
                                            <p:strVal val="#ppt_h*2613.50426"/>
                                          </p:val>
                                        </p:tav>
                                        <p:tav tm="87029">
                                          <p:val>
                                            <p:strVal val="#ppt_h*2212.26341"/>
                                          </p:val>
                                        </p:tav>
                                        <p:tav tm="87866">
                                          <p:val>
                                            <p:strVal val="#ppt_h*1765.05884"/>
                                          </p:val>
                                        </p:tav>
                                        <p:tav tm="88703">
                                          <p:val>
                                            <p:strVal val="#ppt_h*1363.02742"/>
                                          </p:val>
                                        </p:tav>
                                        <p:tav tm="89540">
                                          <p:val>
                                            <p:strVal val="#ppt_h*1040.56432"/>
                                          </p:val>
                                        </p:tav>
                                        <p:tav tm="90377">
                                          <p:val>
                                            <p:strVal val="#ppt_h*789.52657"/>
                                          </p:val>
                                        </p:tav>
                                        <p:tav tm="91213">
                                          <p:val>
                                            <p:strVal val="#ppt_h*593.9835"/>
                                          </p:val>
                                        </p:tav>
                                        <p:tav tm="92050">
                                          <p:val>
                                            <p:strVal val="#ppt_h*440.79144"/>
                                          </p:val>
                                        </p:tav>
                                        <p:tav tm="92887">
                                          <p:val>
                                            <p:strVal val="#ppt_h*320.42432"/>
                                          </p:val>
                                        </p:tav>
                                        <p:tav tm="93724">
                                          <p:val>
                                            <p:strVal val="#ppt_h*226.07943"/>
                                          </p:val>
                                        </p:tav>
                                        <p:tav tm="94561">
                                          <p:val>
                                            <p:strVal val="#ppt_h*152.82547"/>
                                          </p:val>
                                        </p:tav>
                                        <p:tav tm="95397">
                                          <p:val>
                                            <p:strVal val="#ppt_h*97.0066"/>
                                          </p:val>
                                        </p:tav>
                                        <p:tav tm="96234">
                                          <p:val>
                                            <p:strVal val="#ppt_h*55.84967"/>
                                          </p:val>
                                        </p:tav>
                                        <p:tav tm="97071">
                                          <p:val>
                                            <p:strVal val="#ppt_h*27.20568"/>
                                          </p:val>
                                        </p:tav>
                                        <p:tav tm="97908">
                                          <p:val>
                                            <p:strVal val="#ppt_h*9.3771"/>
                                          </p:val>
                                        </p:tav>
                                        <p:tav tm="98745">
                                          <p:val>
                                            <p:strVal val="#ppt_h*1"/>
                                          </p:val>
                                        </p:tav>
                                        <p:tav tm="99582">
                                          <p:val>
                                            <p:strVal val="#ppt_h*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5" dur="398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1"/>
                                          </p:val>
                                        </p:tav>
                                        <p:tav tm="26778">
                                          <p:val>
                                            <p:fltVal val="101"/>
                                          </p:val>
                                        </p:tav>
                                        <p:tav tm="27615">
                                          <p:val>
                                            <p:fltVal val="82.46"/>
                                          </p:val>
                                        </p:tav>
                                        <p:tav tm="28452">
                                          <p:val>
                                            <p:fltVal val="57.49"/>
                                          </p:val>
                                        </p:tav>
                                        <p:tav tm="29289">
                                          <p:val>
                                            <p:fltVal val="39.63"/>
                                          </p:val>
                                        </p:tav>
                                        <p:tav tm="30126">
                                          <p:val>
                                            <p:fltVal val="27.35"/>
                                          </p:val>
                                        </p:tav>
                                        <p:tav tm="30962">
                                          <p:val>
                                            <p:fltVal val="18.94"/>
                                          </p:val>
                                        </p:tav>
                                        <p:tav tm="31799">
                                          <p:val>
                                            <p:fltVal val="13.15"/>
                                          </p:val>
                                        </p:tav>
                                        <p:tav tm="32636">
                                          <p:val>
                                            <p:fltVal val="9.11"/>
                                          </p:val>
                                        </p:tav>
                                        <p:tav tm="33473">
                                          <p:val>
                                            <p:fltVal val="6.27"/>
                                          </p:val>
                                        </p:tav>
                                        <p:tav tm="34310">
                                          <p:val>
                                            <p:fltVal val="4.27"/>
                                          </p:val>
                                        </p:tav>
                                        <p:tav tm="35983">
                                          <p:val>
                                            <p:fltVal val="1.86"/>
                                          </p:val>
                                        </p:tav>
                                        <p:tav tm="38494">
                                          <p:val>
                                            <p:fltVal val="0.4"/>
                                          </p:val>
                                        </p:tav>
                                        <p:tav tm="41841">
                                          <p:val>
                                            <p:fltVal val="0.01"/>
                                          </p:val>
                                        </p:tav>
                                        <p:tav tm="9958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8" dur="3183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9" dur="3183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0" dur="3183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3" dur="3183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4" dur="3183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5" dur="3183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8" dur="318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69"/>
                                          </p:val>
                                        </p:tav>
                                        <p:tav tm="20942">
                                          <p:val>
                                            <p:strVal val="#ppt_x-0.0045"/>
                                          </p:val>
                                        </p:tav>
                                        <p:tav tm="25131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27225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34555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75393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78534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81675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83770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87958">
                                          <p:val>
                                            <p:strVal val="#ppt_x-0.00901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1084"/>
                                          </p:val>
                                        </p:tav>
                                        <p:tav tm="9109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955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"/>
                                          </p:val>
                                        </p:tav>
                                        <p:tav tm="9738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98429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9" dur="318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18"/>
                                          </p:val>
                                        </p:tav>
                                        <p:tav tm="20942">
                                          <p:val>
                                            <p:strVal val="#ppt_y-0.00704"/>
                                          </p:val>
                                        </p:tav>
                                        <p:tav tm="25131">
                                          <p:val>
                                            <p:strVal val="#ppt_y-0.0031"/>
                                          </p:val>
                                        </p:tav>
                                        <p:tav tm="27225">
                                          <p:val>
                                            <p:strVal val="#ppt_y-0.00235"/>
                                          </p:val>
                                        </p:tav>
                                        <p:tav tm="34555">
                                          <p:val>
                                            <p:strVal val="#ppt_y-0.00312"/>
                                          </p:val>
                                        </p:tav>
                                        <p:tav tm="74346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77487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84817">
                                          <p:val>
                                            <p:strVal val="#ppt_y+0.00382"/>
                                          </p:val>
                                        </p:tav>
                                        <p:tav tm="86911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87958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399"/>
                                          </p:val>
                                        </p:tav>
                                        <p:tav tm="93194">
                                          <p:val>
                                            <p:strVal val="#ppt_y-0.01694"/>
                                          </p:val>
                                        </p:tav>
                                        <p:tav tm="94241">
                                          <p:val>
                                            <p:strVal val="#ppt_y-0.01817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1728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1436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0" dur="318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1" dur="318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2" dur="318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5" dur="318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0942">
                                          <p:val>
                                            <p:strVal val="#ppt_x-0.0027"/>
                                          </p:val>
                                        </p:tav>
                                        <p:tav tm="25131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27225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34555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4346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77487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80628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82723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6911">
                                          <p:val>
                                            <p:strVal val="#ppt_x-0.00699"/>
                                          </p:val>
                                        </p:tav>
                                        <p:tav tm="89005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0842"/>
                                          </p:val>
                                        </p:tav>
                                        <p:tav tm="91099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97382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98429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6" dur="318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20942">
                                          <p:val>
                                            <p:strVal val="#ppt_y-0.00859"/>
                                          </p:val>
                                        </p:tav>
                                        <p:tav tm="25131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27225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34555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74346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83770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85864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86911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91099">
                                          <p:val>
                                            <p:strVal val="#ppt_y-0.01459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741"/>
                                          </p:val>
                                        </p:tav>
                                        <p:tav tm="93194">
                                          <p:val>
                                            <p:strVal val="#ppt_y-0.01887"/>
                                          </p:val>
                                        </p:tav>
                                        <p:tav tm="94241">
                                          <p:val>
                                            <p:strVal val="#ppt_y-0.01853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1627"/>
                                          </p:val>
                                        </p:tav>
                                        <p:tav tm="98429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7" dur="318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8" dur="318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9" dur="318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2" dur="318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20942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27225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74346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7748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83770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5864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87958">
                                          <p:val>
                                            <p:strVal val="#ppt_x-0.00181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0753"/>
                                          </p:val>
                                        </p:tav>
                                        <p:tav tm="94241">
                                          <p:val>
                                            <p:strVal val="#ppt_x+0.008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3" dur="318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20942">
                                          <p:val>
                                            <p:strVal val="#ppt_y-0.00848"/>
                                          </p:val>
                                        </p:tav>
                                        <p:tav tm="25131">
                                          <p:val>
                                            <p:strVal val="#ppt_y+0.001"/>
                                          </p:val>
                                        </p:tav>
                                        <p:tav tm="27225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34555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76440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79581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82723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84817">
                                          <p:val>
                                            <p:strVal val="#ppt_y-0.00655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1702"/>
                                          </p:val>
                                        </p:tav>
                                        <p:tav tm="90052">
                                          <p:val>
                                            <p:strVal val="#ppt_y-0.01865"/>
                                          </p:val>
                                        </p:tav>
                                        <p:tav tm="91099">
                                          <p:val>
                                            <p:strVal val="#ppt_y-0.01903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784"/>
                                          </p:val>
                                        </p:tav>
                                        <p:tav tm="93194">
                                          <p:val>
                                            <p:strVal val="#ppt_y-0.01505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97382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4" dur="318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5" dur="318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6" dur="318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9" dur="318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20942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25131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27225">
                                          <p:val>
                                            <p:strVal val="#ppt_x+0.001"/>
                                          </p:val>
                                        </p:tav>
                                        <p:tav tm="34555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74346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77487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82723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84817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86911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87958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928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106"/>
                                          </p:val>
                                        </p:tav>
                                        <p:tav tm="94241">
                                          <p:val>
                                            <p:strVal val="#ppt_x+0.01087"/>
                                          </p:val>
                                        </p:tav>
                                        <p:tav tm="95288">
                                          <p:val>
                                            <p:strVal val="#ppt_x+0.00994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.0079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0" dur="318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08"/>
                                          </p:val>
                                        </p:tav>
                                        <p:tav tm="20942">
                                          <p:val>
                                            <p:strVal val="#ppt_y-0.00677"/>
                                          </p:val>
                                        </p:tav>
                                        <p:tav tm="25131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27225">
                                          <p:val>
                                            <p:strVal val="#ppt_y+0.00378"/>
                                          </p:val>
                                        </p:tav>
                                        <p:tav tm="34555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5393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78534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81675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83770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87958">
                                          <p:val>
                                            <p:strVal val="#ppt_y-0.01591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1755"/>
                                          </p:val>
                                        </p:tav>
                                        <p:tav tm="90052">
                                          <p:val>
                                            <p:strVal val="#ppt_y-0.01806"/>
                                          </p:val>
                                        </p:tav>
                                        <p:tav tm="91099">
                                          <p:val>
                                            <p:strVal val="#ppt_y-0.0171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452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97382">
                                          <p:val>
                                            <p:strVal val="#ppt_y+0.00385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0329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1" dur="318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2" dur="318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3" dur="318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6" dur="318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20942">
                                          <p:val>
                                            <p:strVal val="#ppt_x+0.00458"/>
                                          </p:val>
                                        </p:tav>
                                        <p:tav tm="25131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27225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34555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062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82723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4817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86911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0799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945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0909"/>
                                          </p:val>
                                        </p:tav>
                                        <p:tav tm="94241">
                                          <p:val>
                                            <p:strVal val="#ppt_x+0.00791"/>
                                          </p:val>
                                        </p:tav>
                                        <p:tav tm="9738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8429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7" dur="318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0942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27225">
                                          <p:val>
                                            <p:strVal val="#ppt_y+0.00307"/>
                                          </p:val>
                                        </p:tav>
                                        <p:tav tm="74346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79581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85864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87958">
                                          <p:val>
                                            <p:strVal val="#ppt_y-0.00826"/>
                                          </p:val>
                                        </p:tav>
                                        <p:tav tm="90052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635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97382">
                                          <p:val>
                                            <p:strVal val="#ppt_y+0.00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8" dur="318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9" dur="318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0" dur="318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3" dur="318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20942">
                                          <p:val>
                                            <p:strVal val="#ppt_x+0.0045"/>
                                          </p:val>
                                        </p:tav>
                                        <p:tav tm="25131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27225">
                                          <p:val>
                                            <p:strVal val="#ppt_x-0.00194"/>
                                          </p:val>
                                        </p:tav>
                                        <p:tav tm="34555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75393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78534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81675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83770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87958">
                                          <p:val>
                                            <p:strVal val="#ppt_x+0.00901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1084"/>
                                          </p:val>
                                        </p:tav>
                                        <p:tav tm="91099">
                                          <p:val>
                                            <p:strVal val="#ppt_x+0.01067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955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"/>
                                          </p:val>
                                        </p:tav>
                                        <p:tav tm="97382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98429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4" dur="318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18"/>
                                          </p:val>
                                        </p:tav>
                                        <p:tav tm="20942">
                                          <p:val>
                                            <p:strVal val="#ppt_y+0.00704"/>
                                          </p:val>
                                        </p:tav>
                                        <p:tav tm="25131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27225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34555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74346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774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84817">
                                          <p:val>
                                            <p:strVal val="#ppt_y-0.00382"/>
                                          </p:val>
                                        </p:tav>
                                        <p:tav tm="86911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87958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399"/>
                                          </p:val>
                                        </p:tav>
                                        <p:tav tm="93194">
                                          <p:val>
                                            <p:strVal val="#ppt_y+0.01694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1817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1728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143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5" dur="318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6" dur="318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7" dur="318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0" dur="318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20942">
                                          <p:val>
                                            <p:strVal val="#ppt_x+0.0027"/>
                                          </p:val>
                                        </p:tav>
                                        <p:tav tm="25131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27225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34555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74346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77487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80628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82723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86911">
                                          <p:val>
                                            <p:strVal val="#ppt_x+0.00699"/>
                                          </p:val>
                                        </p:tav>
                                        <p:tav tm="89005">
                                          <p:val>
                                            <p:strVal val="#ppt_x+0.00851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0842"/>
                                          </p:val>
                                        </p:tav>
                                        <p:tav tm="91099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96335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97382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98429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1" dur="318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20942">
                                          <p:val>
                                            <p:strVal val="#ppt_y+0.00859"/>
                                          </p:val>
                                        </p:tav>
                                        <p:tav tm="25131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27225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34555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7434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8377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85864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86911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91099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741"/>
                                          </p:val>
                                        </p:tav>
                                        <p:tav tm="93194">
                                          <p:val>
                                            <p:strVal val="#ppt_y+0.01887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1853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1627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2" dur="318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3" dur="318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4" dur="318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7" dur="318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20942">
                                          <p:val>
                                            <p:strVal val="#ppt_x-0.00291"/>
                                          </p:val>
                                        </p:tav>
                                        <p:tav tm="27225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74346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77487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83770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85864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87958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0753"/>
                                          </p:val>
                                        </p:tav>
                                        <p:tav tm="94241">
                                          <p:val>
                                            <p:strVal val="#ppt_x-0.008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-0.00856"/>
                                          </p:val>
                                        </p:tav>
                                        <p:tav tm="96335">
                                          <p:val>
                                            <p:strVal val="#ppt_x-0.00741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8" dur="318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20942">
                                          <p:val>
                                            <p:strVal val="#ppt_y+0.00848"/>
                                          </p:val>
                                        </p:tav>
                                        <p:tav tm="25131">
                                          <p:val>
                                            <p:strVal val="#ppt_y-0.001"/>
                                          </p:val>
                                        </p:tav>
                                        <p:tav tm="27225">
                                          <p:val>
                                            <p:strVal val="#ppt_y-0.00279"/>
                                          </p:val>
                                        </p:tav>
                                        <p:tav tm="34555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76440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79581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82723">
                                          <p:val>
                                            <p:strVal val="#ppt_y+0.00273"/>
                                          </p:val>
                                        </p:tav>
                                        <p:tav tm="84817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1702"/>
                                          </p:val>
                                        </p:tav>
                                        <p:tav tm="90052">
                                          <p:val>
                                            <p:strVal val="#ppt_y+0.01865"/>
                                          </p:val>
                                        </p:tav>
                                        <p:tav tm="91099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93194">
                                          <p:val>
                                            <p:strVal val="#ppt_y+0.01505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97382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98429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9" dur="318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0" dur="318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1" dur="318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4" dur="318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73"/>
                                          </p:val>
                                        </p:tav>
                                        <p:tav tm="20942">
                                          <p:val>
                                            <p:strVal val="#ppt_x-0.00462"/>
                                          </p:val>
                                        </p:tav>
                                        <p:tav tm="25131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27225">
                                          <p:val>
                                            <p:strVal val="#ppt_x-0.001"/>
                                          </p:val>
                                        </p:tav>
                                        <p:tav tm="34555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74346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77487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82723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84817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86911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7958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928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106"/>
                                          </p:val>
                                        </p:tav>
                                        <p:tav tm="94241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95288">
                                          <p:val>
                                            <p:strVal val="#ppt_x-0.00994"/>
                                          </p:val>
                                        </p:tav>
                                        <p:tav tm="96335">
                                          <p:val>
                                            <p:strVal val="#ppt_x-0.00796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5" dur="318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20942">
                                          <p:val>
                                            <p:strVal val="#ppt_y+0.00677"/>
                                          </p:val>
                                        </p:tav>
                                        <p:tav tm="25131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27225">
                                          <p:val>
                                            <p:strVal val="#ppt_y-0.00378"/>
                                          </p:val>
                                        </p:tav>
                                        <p:tav tm="34555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7539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78534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81675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83770">
                                          <p:val>
                                            <p:strVal val="#ppt_y+0.0059"/>
                                          </p:val>
                                        </p:tav>
                                        <p:tav tm="87958">
                                          <p:val>
                                            <p:strVal val="#ppt_y+0.01591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1755"/>
                                          </p:val>
                                        </p:tav>
                                        <p:tav tm="90052">
                                          <p:val>
                                            <p:strVal val="#ppt_y+0.01806"/>
                                          </p:val>
                                        </p:tav>
                                        <p:tav tm="91099">
                                          <p:val>
                                            <p:strVal val="#ppt_y+0.0171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452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0228"/>
                                          </p:val>
                                        </p:tav>
                                        <p:tav tm="97382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98429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6" dur="318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7" dur="318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8" dur="318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1" dur="318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73"/>
                                          </p:val>
                                        </p:tav>
                                        <p:tav tm="20942">
                                          <p:val>
                                            <p:strVal val="#ppt_x-0.00458"/>
                                          </p:val>
                                        </p:tav>
                                        <p:tav tm="25131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27225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34555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062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82723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8481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86911">
                                          <p:val>
                                            <p:strVal val="#ppt_x-0.00368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945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0909"/>
                                          </p:val>
                                        </p:tav>
                                        <p:tav tm="94241">
                                          <p:val>
                                            <p:strVal val="#ppt_x-0.00791"/>
                                          </p:val>
                                        </p:tav>
                                        <p:tav tm="97382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98429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2" dur="318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20942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27225">
                                          <p:val>
                                            <p:strVal val="#ppt_y-0.00307"/>
                                          </p:val>
                                        </p:tav>
                                        <p:tav tm="74346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79581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85864">
                                          <p:val>
                                            <p:strVal val="#ppt_y+0.00726"/>
                                          </p:val>
                                        </p:tav>
                                        <p:tav tm="87958">
                                          <p:val>
                                            <p:strVal val="#ppt_y+0.00826"/>
                                          </p:val>
                                        </p:tav>
                                        <p:tav tm="90052">
                                          <p:val>
                                            <p:strVal val="#ppt_y+0.00597"/>
                                          </p:val>
                                        </p:tav>
                                        <p:tav tm="94241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08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0842"/>
                                          </p:val>
                                        </p:tav>
                                        <p:tav tm="97382">
                                          <p:val>
                                            <p:strVal val="#ppt_y-0.007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3" dur="318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4" dur="318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5" dur="318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8" dur="3183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9" dur="3183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0" dur="3183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3" dur="3183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9895">
                                          <p:val>
                                            <p:strVal val="#ppt_w*0"/>
                                          </p:val>
                                        </p:tav>
                                        <p:tav tm="20942">
                                          <p:val>
                                            <p:strVal val="#ppt_w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w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w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w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w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w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w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w*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4" dur="3183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9895">
                                          <p:val>
                                            <p:strVal val="#ppt_h*0"/>
                                          </p:val>
                                        </p:tav>
                                        <p:tav tm="20942">
                                          <p:val>
                                            <p:strVal val="#ppt_h*0.03356"/>
                                          </p:val>
                                        </p:tav>
                                        <p:tav tm="21990">
                                          <p:val>
                                            <p:strVal val="#ppt_h*0.23173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.50824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775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97957"/>
                                          </p:val>
                                        </p:tav>
                                        <p:tav tm="26178">
                                          <p:val>
                                            <p:strVal val="#ppt_h*1.10487"/>
                                          </p:val>
                                        </p:tav>
                                        <p:tav tm="27225">
                                          <p:val>
                                            <p:strVal val="#ppt_h*1.15801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15606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214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0336"/>
                                          </p:val>
                                        </p:tav>
                                        <p:tav tm="32461">
                                          <p:val>
                                            <p:strVal val="#ppt_h*1.00139"/>
                                          </p:val>
                                        </p:tav>
                                        <p:tav tm="33508">
                                          <p:val>
                                            <p:strVal val="#ppt_h*0.9818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0.9739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748"/>
                                          </p:val>
                                        </p:tav>
                                        <p:tav tm="39791">
                                          <p:val>
                                            <p:strVal val="#ppt_h*1.00009"/>
                                          </p:val>
                                        </p:tav>
                                        <p:tav tm="41885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42932">
                                          <p:val>
                                            <p:strVal val="#ppt_h*1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5" dur="3183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8" dur="3183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9" dur="3183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0" dur="3183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63" dur="3183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4" dur="3183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5" dur="3183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68" dur="318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69"/>
                                          </p:val>
                                        </p:tav>
                                        <p:tav tm="23037">
                                          <p:val>
                                            <p:strVal val="#ppt_x-0.00469"/>
                                          </p:val>
                                        </p:tav>
                                        <p:tav tm="24084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28272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30366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37696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75393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78534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81675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83770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87958">
                                          <p:val>
                                            <p:strVal val="#ppt_x-0.00901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1084"/>
                                          </p:val>
                                        </p:tav>
                                        <p:tav tm="91099">
                                          <p:val>
                                            <p:strVal val="#ppt_x-0.01067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955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"/>
                                          </p:val>
                                        </p:tav>
                                        <p:tav tm="97382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98429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9" dur="318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18"/>
                                          </p:val>
                                        </p:tav>
                                        <p:tav tm="23037">
                                          <p:val>
                                            <p:strVal val="#ppt_y-0.00718"/>
                                          </p:val>
                                        </p:tav>
                                        <p:tav tm="28272">
                                          <p:val>
                                            <p:strVal val="#ppt_y-0.0029"/>
                                          </p:val>
                                        </p:tav>
                                        <p:tav tm="30366">
                                          <p:val>
                                            <p:strVal val="#ppt_y-0.00234"/>
                                          </p:val>
                                        </p:tav>
                                        <p:tav tm="37696">
                                          <p:val>
                                            <p:strVal val="#ppt_y-0.00312"/>
                                          </p:val>
                                        </p:tav>
                                        <p:tav tm="74346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77487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84817">
                                          <p:val>
                                            <p:strVal val="#ppt_y+0.00382"/>
                                          </p:val>
                                        </p:tav>
                                        <p:tav tm="86911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87958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0219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399"/>
                                          </p:val>
                                        </p:tav>
                                        <p:tav tm="93194">
                                          <p:val>
                                            <p:strVal val="#ppt_y-0.01694"/>
                                          </p:val>
                                        </p:tav>
                                        <p:tav tm="94241">
                                          <p:val>
                                            <p:strVal val="#ppt_y-0.01817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1728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1436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0" dur="318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1" dur="318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2" dur="318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5" dur="318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3037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4084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28272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30366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37696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4346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77487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80628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82723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6911">
                                          <p:val>
                                            <p:strVal val="#ppt_x-0.00699"/>
                                          </p:val>
                                        </p:tav>
                                        <p:tav tm="89005">
                                          <p:val>
                                            <p:strVal val="#ppt_x-0.00851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0842"/>
                                          </p:val>
                                        </p:tav>
                                        <p:tav tm="91099">
                                          <p:val>
                                            <p:strVal val="#ppt_x-0.00755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97382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98429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6" dur="318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23037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24084">
                                          <p:val>
                                            <p:strVal val="#ppt_y-0.00829"/>
                                          </p:val>
                                        </p:tav>
                                        <p:tav tm="28272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30366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37696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74346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83770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85864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86911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0749"/>
                                          </p:val>
                                        </p:tav>
                                        <p:tav tm="91099">
                                          <p:val>
                                            <p:strVal val="#ppt_y-0.01459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741"/>
                                          </p:val>
                                        </p:tav>
                                        <p:tav tm="93194">
                                          <p:val>
                                            <p:strVal val="#ppt_y-0.01887"/>
                                          </p:val>
                                        </p:tav>
                                        <p:tav tm="94241">
                                          <p:val>
                                            <p:strVal val="#ppt_y-0.01853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1627"/>
                                          </p:val>
                                        </p:tav>
                                        <p:tav tm="98429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7" dur="318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8" dur="318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9" dur="318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2" dur="318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23037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30366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74346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7748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83770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5864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87958">
                                          <p:val>
                                            <p:strVal val="#ppt_x-0.00181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0753"/>
                                          </p:val>
                                        </p:tav>
                                        <p:tav tm="94241">
                                          <p:val>
                                            <p:strVal val="#ppt_x+0.008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3" dur="318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23037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24084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28272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30366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37696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76440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79581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82723">
                                          <p:val>
                                            <p:strVal val="#ppt_y-0.00273"/>
                                          </p:val>
                                        </p:tav>
                                        <p:tav tm="84817">
                                          <p:val>
                                            <p:strVal val="#ppt_y-0.00655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1702"/>
                                          </p:val>
                                        </p:tav>
                                        <p:tav tm="90052">
                                          <p:val>
                                            <p:strVal val="#ppt_y-0.01865"/>
                                          </p:val>
                                        </p:tav>
                                        <p:tav tm="91099">
                                          <p:val>
                                            <p:strVal val="#ppt_y-0.01903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784"/>
                                          </p:val>
                                        </p:tav>
                                        <p:tav tm="93194">
                                          <p:val>
                                            <p:strVal val="#ppt_y-0.01505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97382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4" dur="318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5" dur="318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6" dur="318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9" dur="318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23037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24084">
                                          <p:val>
                                            <p:strVal val="#ppt_x+0.00448"/>
                                          </p:val>
                                        </p:tav>
                                        <p:tav tm="28272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30366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37696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74346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77487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82723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84817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86911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87958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928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106"/>
                                          </p:val>
                                        </p:tav>
                                        <p:tav tm="94241">
                                          <p:val>
                                            <p:strVal val="#ppt_x+0.01087"/>
                                          </p:val>
                                        </p:tav>
                                        <p:tav tm="95288">
                                          <p:val>
                                            <p:strVal val="#ppt_x+0.00994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.0079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0" dur="318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08"/>
                                          </p:val>
                                        </p:tav>
                                        <p:tav tm="23037">
                                          <p:val>
                                            <p:strVal val="#ppt_y-0.00708"/>
                                          </p:val>
                                        </p:tav>
                                        <p:tav tm="24084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28272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30366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37696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5393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78534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81675">
                                          <p:val>
                                            <p:strVal val="#ppt_y-0.00211"/>
                                          </p:val>
                                        </p:tav>
                                        <p:tav tm="83770">
                                          <p:val>
                                            <p:strVal val="#ppt_y-0.0059"/>
                                          </p:val>
                                        </p:tav>
                                        <p:tav tm="87958">
                                          <p:val>
                                            <p:strVal val="#ppt_y-0.01591"/>
                                          </p:val>
                                        </p:tav>
                                        <p:tav tm="89005">
                                          <p:val>
                                            <p:strVal val="#ppt_y-0.01755"/>
                                          </p:val>
                                        </p:tav>
                                        <p:tav tm="90052">
                                          <p:val>
                                            <p:strVal val="#ppt_y-0.01806"/>
                                          </p:val>
                                        </p:tav>
                                        <p:tav tm="91099">
                                          <p:val>
                                            <p:strVal val="#ppt_y-0.0171"/>
                                          </p:val>
                                        </p:tav>
                                        <p:tav tm="92147">
                                          <p:val>
                                            <p:strVal val="#ppt_y-0.01452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97382">
                                          <p:val>
                                            <p:strVal val="#ppt_y+0.00385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0329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1" dur="318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2" dur="318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3" dur="318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6" dur="318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23037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24084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28272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30366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37696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062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82723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84817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86911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0799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945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0909"/>
                                          </p:val>
                                        </p:tav>
                                        <p:tav tm="94241">
                                          <p:val>
                                            <p:strVal val="#ppt_x+0.00791"/>
                                          </p:val>
                                        </p:tav>
                                        <p:tav tm="97382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8429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7" dur="318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23037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30366">
                                          <p:val>
                                            <p:strVal val="#ppt_y+0.00308"/>
                                          </p:val>
                                        </p:tav>
                                        <p:tav tm="74346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79581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85864">
                                          <p:val>
                                            <p:strVal val="#ppt_y-0.00726"/>
                                          </p:val>
                                        </p:tav>
                                        <p:tav tm="87958">
                                          <p:val>
                                            <p:strVal val="#ppt_y-0.00826"/>
                                          </p:val>
                                        </p:tav>
                                        <p:tav tm="90052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635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97382">
                                          <p:val>
                                            <p:strVal val="#ppt_y+0.00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8" dur="318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9" dur="318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0" dur="318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03" dur="318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23037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24084">
                                          <p:val>
                                            <p:strVal val="#ppt_x+0.00425"/>
                                          </p:val>
                                        </p:tav>
                                        <p:tav tm="28272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30366">
                                          <p:val>
                                            <p:strVal val="#ppt_x-0.00196"/>
                                          </p:val>
                                        </p:tav>
                                        <p:tav tm="37696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75393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78534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81675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83770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87958">
                                          <p:val>
                                            <p:strVal val="#ppt_x+0.00901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1084"/>
                                          </p:val>
                                        </p:tav>
                                        <p:tav tm="91099">
                                          <p:val>
                                            <p:strVal val="#ppt_x+0.01067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955"/>
                                          </p:val>
                                        </p:tav>
                                        <p:tav tm="93194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96335">
                                          <p:val>
                                            <p:strVal val="#ppt_x+0"/>
                                          </p:val>
                                        </p:tav>
                                        <p:tav tm="97382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98429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4" dur="318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18"/>
                                          </p:val>
                                        </p:tav>
                                        <p:tav tm="23037">
                                          <p:val>
                                            <p:strVal val="#ppt_y+0.00718"/>
                                          </p:val>
                                        </p:tav>
                                        <p:tav tm="28272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30366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37696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74346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774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84817">
                                          <p:val>
                                            <p:strVal val="#ppt_y-0.00382"/>
                                          </p:val>
                                        </p:tav>
                                        <p:tav tm="86911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87958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399"/>
                                          </p:val>
                                        </p:tav>
                                        <p:tav tm="93194">
                                          <p:val>
                                            <p:strVal val="#ppt_y+0.01694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1817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1728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143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5" dur="318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6" dur="318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7" dur="318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10" dur="318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23037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24084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28272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30366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37696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74346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77487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80628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82723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86911">
                                          <p:val>
                                            <p:strVal val="#ppt_x+0.00699"/>
                                          </p:val>
                                        </p:tav>
                                        <p:tav tm="89005">
                                          <p:val>
                                            <p:strVal val="#ppt_x+0.00851"/>
                                          </p:val>
                                        </p:tav>
                                        <p:tav tm="90052">
                                          <p:val>
                                            <p:strVal val="#ppt_x+0.00842"/>
                                          </p:val>
                                        </p:tav>
                                        <p:tav tm="91099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92147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96335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97382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98429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1" dur="318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23037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24084">
                                          <p:val>
                                            <p:strVal val="#ppt_y+0.00829"/>
                                          </p:val>
                                        </p:tav>
                                        <p:tav tm="28272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30366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37696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7434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8377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85864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86911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91099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741"/>
                                          </p:val>
                                        </p:tav>
                                        <p:tav tm="93194">
                                          <p:val>
                                            <p:strVal val="#ppt_y+0.01887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1853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1627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2" dur="318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3" dur="318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4" dur="318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17" dur="318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23037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30366">
                                          <p:val>
                                            <p:strVal val="#ppt_x-0.00152"/>
                                          </p:val>
                                        </p:tav>
                                        <p:tav tm="74346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77487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83770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85864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87958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0753"/>
                                          </p:val>
                                        </p:tav>
                                        <p:tav tm="94241">
                                          <p:val>
                                            <p:strVal val="#ppt_x-0.00859"/>
                                          </p:val>
                                        </p:tav>
                                        <p:tav tm="95288">
                                          <p:val>
                                            <p:strVal val="#ppt_x-0.00856"/>
                                          </p:val>
                                        </p:tav>
                                        <p:tav tm="96335">
                                          <p:val>
                                            <p:strVal val="#ppt_x-0.00741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8" dur="318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23037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24084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28272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30366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37696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76440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79581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82723">
                                          <p:val>
                                            <p:strVal val="#ppt_y+0.00273"/>
                                          </p:val>
                                        </p:tav>
                                        <p:tav tm="84817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1702"/>
                                          </p:val>
                                        </p:tav>
                                        <p:tav tm="90052">
                                          <p:val>
                                            <p:strVal val="#ppt_y+0.01865"/>
                                          </p:val>
                                        </p:tav>
                                        <p:tav tm="91099">
                                          <p:val>
                                            <p:strVal val="#ppt_y+0.01903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93194">
                                          <p:val>
                                            <p:strVal val="#ppt_y+0.01505"/>
                                          </p:val>
                                        </p:tav>
                                        <p:tav tm="96335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97382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98429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9" dur="318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0" dur="318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1" dur="318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4" dur="318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73"/>
                                          </p:val>
                                        </p:tav>
                                        <p:tav tm="23037">
                                          <p:val>
                                            <p:strVal val="#ppt_x-0.00473"/>
                                          </p:val>
                                        </p:tav>
                                        <p:tav tm="24084">
                                          <p:val>
                                            <p:strVal val="#ppt_x-0.00448"/>
                                          </p:val>
                                        </p:tav>
                                        <p:tav tm="28272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30366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37696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74346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77487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82723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84817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86911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87958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928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106"/>
                                          </p:val>
                                        </p:tav>
                                        <p:tav tm="94241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95288">
                                          <p:val>
                                            <p:strVal val="#ppt_x-0.00994"/>
                                          </p:val>
                                        </p:tav>
                                        <p:tav tm="96335">
                                          <p:val>
                                            <p:strVal val="#ppt_x-0.00796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5" dur="318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23037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24084">
                                          <p:val>
                                            <p:strVal val="#ppt_y+0.00635"/>
                                          </p:val>
                                        </p:tav>
                                        <p:tav tm="28272">
                                          <p:val>
                                            <p:strVal val="#ppt_y-0.00255"/>
                                          </p:val>
                                        </p:tav>
                                        <p:tav tm="30366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37696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7539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78534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81675">
                                          <p:val>
                                            <p:strVal val="#ppt_y+0.00211"/>
                                          </p:val>
                                        </p:tav>
                                        <p:tav tm="83770">
                                          <p:val>
                                            <p:strVal val="#ppt_y+0.0059"/>
                                          </p:val>
                                        </p:tav>
                                        <p:tav tm="87958">
                                          <p:val>
                                            <p:strVal val="#ppt_y+0.01591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1755"/>
                                          </p:val>
                                        </p:tav>
                                        <p:tav tm="90052">
                                          <p:val>
                                            <p:strVal val="#ppt_y+0.01806"/>
                                          </p:val>
                                        </p:tav>
                                        <p:tav tm="91099">
                                          <p:val>
                                            <p:strVal val="#ppt_y+0.0171"/>
                                          </p:val>
                                        </p:tav>
                                        <p:tav tm="92147">
                                          <p:val>
                                            <p:strVal val="#ppt_y+0.01452"/>
                                          </p:val>
                                        </p:tav>
                                        <p:tav tm="95288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0228"/>
                                          </p:val>
                                        </p:tav>
                                        <p:tav tm="97382">
                                          <p:val>
                                            <p:strVal val="#ppt_y-0.00385"/>
                                          </p:val>
                                        </p:tav>
                                        <p:tav tm="98429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6" dur="318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7" dur="318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8" dur="318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1" dur="318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73"/>
                                          </p:val>
                                        </p:tav>
                                        <p:tav tm="23037">
                                          <p:val>
                                            <p:strVal val="#ppt_x-0.00473"/>
                                          </p:val>
                                        </p:tav>
                                        <p:tav tm="24084">
                                          <p:val>
                                            <p:strVal val="#ppt_x-0.00438"/>
                                          </p:val>
                                        </p:tav>
                                        <p:tav tm="28272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30366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37696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062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82723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84817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86911">
                                          <p:val>
                                            <p:strVal val="#ppt_x-0.00368"/>
                                          </p:val>
                                        </p:tav>
                                        <p:tav tm="90052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92147">
                                          <p:val>
                                            <p:strVal val="#ppt_x-0.00945"/>
                                          </p:val>
                                        </p:tav>
                                        <p:tav tm="93194">
                                          <p:val>
                                            <p:strVal val="#ppt_x-0.00909"/>
                                          </p:val>
                                        </p:tav>
                                        <p:tav tm="94241">
                                          <p:val>
                                            <p:strVal val="#ppt_x-0.00791"/>
                                          </p:val>
                                        </p:tav>
                                        <p:tav tm="97382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98429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99476">
                                          <p:val>
                                            <p:strVal val="#ppt_x-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2" dur="318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23037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30366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74346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79581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85864">
                                          <p:val>
                                            <p:strVal val="#ppt_y+0.00726"/>
                                          </p:val>
                                        </p:tav>
                                        <p:tav tm="87958">
                                          <p:val>
                                            <p:strVal val="#ppt_y+0.00826"/>
                                          </p:val>
                                        </p:tav>
                                        <p:tav tm="90052">
                                          <p:val>
                                            <p:strVal val="#ppt_y+0.00597"/>
                                          </p:val>
                                        </p:tav>
                                        <p:tav tm="94241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5288">
                                          <p:val>
                                            <p:strVal val="#ppt_y-0.00818"/>
                                          </p:val>
                                        </p:tav>
                                        <p:tav tm="96335">
                                          <p:val>
                                            <p:strVal val="#ppt_y-0.00842"/>
                                          </p:val>
                                        </p:tav>
                                        <p:tav tm="97382">
                                          <p:val>
                                            <p:strVal val="#ppt_y-0.007"/>
                                          </p:val>
                                        </p:tav>
                                        <p:tav tm="99476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3" dur="318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4" dur="318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5" dur="318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8" dur="3183" fill="hold"/>
                                        <p:tgtEl>
                                          <p:spTgt spid="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9" dur="3183" fill="hold"/>
                                        <p:tgtEl>
                                          <p:spTgt spid="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0" dur="3183" fill="hold"/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43" dur="3183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3037">
                                          <p:val>
                                            <p:strVal val="#ppt_w*0"/>
                                          </p:val>
                                        </p:tav>
                                        <p:tav tm="24084">
                                          <p:val>
                                            <p:strVal val="#ppt_w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w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w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w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w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w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w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w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w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w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w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w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w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4" dur="3183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3037">
                                          <p:val>
                                            <p:strVal val="#ppt_h*0"/>
                                          </p:val>
                                        </p:tav>
                                        <p:tav tm="24084">
                                          <p:val>
                                            <p:strVal val="#ppt_h*0.07799"/>
                                          </p:val>
                                        </p:tav>
                                        <p:tav tm="25131">
                                          <p:val>
                                            <p:strVal val="#ppt_h*0.31033"/>
                                          </p:val>
                                        </p:tav>
                                        <p:tav tm="26178">
                                          <p:val>
                                            <p:strVal val="#ppt_h*0.5921"/>
                                          </p:val>
                                        </p:tav>
                                        <p:tav tm="27225">
                                          <p:val>
                                            <p:strVal val="#ppt_h*0.84392"/>
                                          </p:val>
                                        </p:tav>
                                        <p:tav tm="28272">
                                          <p:val>
                                            <p:strVal val="#ppt_h*1.02702"/>
                                          </p:val>
                                        </p:tav>
                                        <p:tav tm="29319">
                                          <p:val>
                                            <p:strVal val="#ppt_h*1.12798"/>
                                          </p:val>
                                        </p:tav>
                                        <p:tav tm="30366">
                                          <p:val>
                                            <p:strVal val="#ppt_h*1.16153"/>
                                          </p:val>
                                        </p:tav>
                                        <p:tav tm="31414">
                                          <p:val>
                                            <p:strVal val="#ppt_h*1.14817"/>
                                          </p:val>
                                        </p:tav>
                                        <p:tav tm="34555">
                                          <p:val>
                                            <p:strVal val="#ppt_h*1.02277"/>
                                          </p:val>
                                        </p:tav>
                                        <p:tav tm="35602">
                                          <p:val>
                                            <p:strVal val="#ppt_h*0.99391"/>
                                          </p:val>
                                        </p:tav>
                                        <p:tav tm="36649">
                                          <p:val>
                                            <p:strVal val="#ppt_h*0.97835"/>
                                          </p:val>
                                        </p:tav>
                                        <p:tav tm="37696">
                                          <p:val>
                                            <p:strVal val="#ppt_h*0.97359"/>
                                          </p:val>
                                        </p:tav>
                                        <p:tav tm="43979">
                                          <p:val>
                                            <p:strVal val="#ppt_h*1.00365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5" dur="3183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.46"/>
                                          </p:val>
                                        </p:tav>
                                        <p:tav tm="73298">
                                          <p:val>
                                            <p:fltVal val="-18.46"/>
                                          </p:val>
                                        </p:tav>
                                        <p:tav tm="74346">
                                          <p:val>
                                            <p:fltVal val="-18.34"/>
                                          </p:val>
                                        </p:tav>
                                        <p:tav tm="75393">
                                          <p:val>
                                            <p:fltVal val="-17.31"/>
                                          </p:val>
                                        </p:tav>
                                        <p:tav tm="76440">
                                          <p:val>
                                            <p:fltVal val="-15.21"/>
                                          </p:val>
                                        </p:tav>
                                        <p:tav tm="77487">
                                          <p:val>
                                            <p:fltVal val="-11.99"/>
                                          </p:val>
                                        </p:tav>
                                        <p:tav tm="78534">
                                          <p:val>
                                            <p:fltVal val="-7.6"/>
                                          </p:val>
                                        </p:tav>
                                        <p:tav tm="79581">
                                          <p:val>
                                            <p:fltVal val="-1.97"/>
                                          </p:val>
                                        </p:tav>
                                        <p:tav tm="80628">
                                          <p:val>
                                            <p:fltVal val="4.94"/>
                                          </p:val>
                                        </p:tav>
                                        <p:tav tm="81675">
                                          <p:val>
                                            <p:fltVal val="13.19"/>
                                          </p:val>
                                        </p:tav>
                                        <p:tav tm="82723">
                                          <p:val>
                                            <p:fltVal val="22.84"/>
                                          </p:val>
                                        </p:tav>
                                        <p:tav tm="83770">
                                          <p:val>
                                            <p:fltVal val="33.93"/>
                                          </p:val>
                                        </p:tav>
                                        <p:tav tm="84817">
                                          <p:val>
                                            <p:fltVal val="46.52"/>
                                          </p:val>
                                        </p:tav>
                                        <p:tav tm="85864">
                                          <p:val>
                                            <p:fltVal val="60.64"/>
                                          </p:val>
                                        </p:tav>
                                        <p:tav tm="86911">
                                          <p:val>
                                            <p:fltVal val="76.32"/>
                                          </p:val>
                                        </p:tav>
                                        <p:tav tm="87958">
                                          <p:val>
                                            <p:fltVal val="93.57"/>
                                          </p:val>
                                        </p:tav>
                                        <p:tav tm="89005">
                                          <p:val>
                                            <p:fltVal val="112.39"/>
                                          </p:val>
                                        </p:tav>
                                        <p:tav tm="90052">
                                          <p:val>
                                            <p:fltVal val="132.72"/>
                                          </p:val>
                                        </p:tav>
                                        <p:tav tm="91099">
                                          <p:val>
                                            <p:fltVal val="154.49"/>
                                          </p:val>
                                        </p:tav>
                                        <p:tav tm="92147">
                                          <p:val>
                                            <p:fltVal val="177.58"/>
                                          </p:val>
                                        </p:tav>
                                        <p:tav tm="93194">
                                          <p:val>
                                            <p:fltVal val="201.81"/>
                                          </p:val>
                                        </p:tav>
                                        <p:tav tm="94241">
                                          <p:val>
                                            <p:fltVal val="226.92"/>
                                          </p:val>
                                        </p:tav>
                                        <p:tav tm="97382">
                                          <p:val>
                                            <p:fltVal val="304.29"/>
                                          </p:val>
                                        </p:tav>
                                        <p:tav tm="98429">
                                          <p:val>
                                            <p:fltVal val="329.38"/>
                                          </p:val>
                                        </p:tav>
                                        <p:tav tm="99476">
                                          <p:val>
                                            <p:fltVal val="353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6" presetID="12" presetClass="entr" presetSubtype="4" fill="hold" grpId="0" nodeType="withEffect">
                                  <p:stCondLst>
                                    <p:cond delay="80"/>
                                  </p:stCondLst>
                                  <p:childTnLst>
                                    <p:set>
                                      <p:cBhvr>
                                        <p:cTn id="3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48" dur="820" fill="hold" decel="1000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49" dur="820" decel="1000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1" dur="11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2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3" dur="11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4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5" dur="11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6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7" dur="11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8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9" dur="11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0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1" dur="11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2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3" dur="11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4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5" dur="11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6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7" dur="11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8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9" dur="11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0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71" dur="11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2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73" dur="11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4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75" dur="11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6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77" dur="11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8" presetID="0" presetClass="path" presetSubtype="0" repeatCount="82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79" dur="11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515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81818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1" dur="11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3" dur="11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5" dur="11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7" dur="11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9" dur="11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1" dur="11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3" dur="11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5" dur="11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7" dur="11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9" dur="11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1" dur="11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3" dur="11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5" dur="11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7" dur="11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9" dur="11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11" dur="11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13" dur="11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15" dur="11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17" dur="11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19" dur="11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1" dur="11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3" dur="11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5" dur="11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7" dur="11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9" dur="11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1" dur="11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3" dur="110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5" dur="110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7" dur="11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9" dur="110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1" dur="11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3" dur="11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5" dur="110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7" dur="110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9" dur="1100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1" dur="11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3" dur="110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5" dur="11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7" dur="11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59" dur="11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1" dur="110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3" dur="11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5" dur="110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7" dur="1100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9" dur="1100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1" dur="11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3" dur="11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5" dur="110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7" dur="11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9" dur="11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1" dur="11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3" dur="11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5" dur="11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7" dur="1100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9" dur="11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91" dur="11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93" dur="11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95" dur="11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97" dur="11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99" dur="11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1" dur="11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3" dur="11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5" dur="11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7" dur="11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9" dur="11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1" dur="11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3" dur="110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5" dur="110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7" dur="110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9" dur="11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1" dur="11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3" dur="11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5" dur="11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7" dur="110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9" dur="11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1" dur="11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3" dur="11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5" dur="11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7" dur="11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9" dur="1100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1" dur="11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3" dur="11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5" dur="11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7" dur="11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9" dur="11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1" dur="1100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3" dur="11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5" dur="11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7" dur="11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9" dur="11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1" dur="11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3" dur="11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5" dur="11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7" dur="11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9" dur="11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71" dur="11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73" dur="11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4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75" dur="1100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6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77" dur="11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8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79" dur="11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0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1" dur="11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2" presetID="0" presetClass="path" presetSubtype="0" repeatCount="indefinite" fill="hold" grpId="0" nodeType="withEffect">
                                  <p:stCondLst>
                                    <p:cond delay="31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3" dur="11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5152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27273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39394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5454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9697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4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5" dur="52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6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7" dur="52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8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9" dur="52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0868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89744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0" dur="52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12821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56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177"/>
                                          </p:val>
                                        </p:tav>
                                        <p:tav tm="64103">
                                          <p:val>
                                            <p:strVal val="#ppt_y-0.01812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1392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1" dur="52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2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93" dur="52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856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89744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4" dur="52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1282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44872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832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1897"/>
                                          </p:val>
                                        </p:tav>
                                        <p:tav tm="64103">
                                          <p:val>
                                            <p:strVal val="#ppt_y-0.01798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1553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5" dur="52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6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97" dur="52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6410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32051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0666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0809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871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8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722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8" dur="52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1508"/>
                                          </p:val>
                                        </p:tav>
                                        <p:tav tm="32051">
                                          <p:val>
                                            <p:strVal val="#ppt_y-0.01776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44872">
                                          <p:val>
                                            <p:strVal val="#ppt_y-0.01863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667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9" dur="52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0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1" dur="52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6410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1003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1085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1069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958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7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2" dur="52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1319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1628"/>
                                          </p:val>
                                        </p:tav>
                                        <p:tav tm="32051">
                                          <p:val>
                                            <p:strVal val="#ppt_y-0.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178"/>
                                          </p:val>
                                        </p:tav>
                                        <p:tav tm="44872">
                                          <p:val>
                                            <p:strVal val="#ppt_y-0.01597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273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386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34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3" dur="52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4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5" dur="52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12821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0855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933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0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0869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736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89744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6" dur="52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2821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798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82"/>
                                          </p:val>
                                        </p:tav>
                                        <p:tav tm="32051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64103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083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833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697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7" dur="52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8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9" dur="52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927"/>
                                          </p:val>
                                        </p:tav>
                                        <p:tav tm="32051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1087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1022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0868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3333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0" dur="52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12821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5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77"/>
                                          </p:val>
                                        </p:tav>
                                        <p:tav tm="64103">
                                          <p:val>
                                            <p:strVal val="#ppt_y+0.01812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1" dur="52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2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13" dur="52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19231">
                                          <p:val>
                                            <p:strVal val="#ppt_x+0.00682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32051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081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679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83333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4" dur="52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12821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485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1616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832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897"/>
                                          </p:val>
                                        </p:tav>
                                        <p:tav tm="64103">
                                          <p:val>
                                            <p:strVal val="#ppt_y+0.01798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1553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5" dur="52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6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17" dur="52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12821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19231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57692">
                                          <p:val>
                                            <p:strVal val="#ppt_x-0.00809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8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722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8" dur="52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32051">
                                          <p:val>
                                            <p:strVal val="#ppt_y+0.01776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1863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9744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9" dur="52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0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1" dur="52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12821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19231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0836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1003"/>
                                          </p:val>
                                        </p:tav>
                                        <p:tav tm="57692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1069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95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2" dur="52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1628"/>
                                          </p:val>
                                        </p:tav>
                                        <p:tav tm="32051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78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1597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273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386"/>
                                          </p:val>
                                        </p:tav>
                                        <p:tav tm="89744">
                                          <p:val>
                                            <p:strVal val="#ppt_y-0.0034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3" dur="52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4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5" dur="52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6410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855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0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0.00869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0736"/>
                                          </p:val>
                                        </p:tav>
                                        <p:tav tm="83333">
                                          <p:val>
                                            <p:strVal val="#ppt_x-0.00198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6" dur="52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2821">
                                          <p:val>
                                            <p:strVal val="#ppt_y+0.00646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0798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32051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64103">
                                          <p:val>
                                            <p:strVal val="#ppt_y-0.00711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0833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7" dur="52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8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9" dur="52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0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31" dur="52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2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33" dur="52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4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35" dur="520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6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37" dur="52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0868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89744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8" dur="52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12821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56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177"/>
                                          </p:val>
                                        </p:tav>
                                        <p:tav tm="64103">
                                          <p:val>
                                            <p:strVal val="#ppt_y-0.01812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1679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1392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9" dur="52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0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1" dur="52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856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89744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2" dur="52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12821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44872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832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1897"/>
                                          </p:val>
                                        </p:tav>
                                        <p:tav tm="64103">
                                          <p:val>
                                            <p:strVal val="#ppt_y-0.01798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1553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3" dur="52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4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5" dur="52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6410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32051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0666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0809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871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8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722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6" dur="52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1508"/>
                                          </p:val>
                                        </p:tav>
                                        <p:tav tm="32051">
                                          <p:val>
                                            <p:strVal val="#ppt_y-0.01776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44872">
                                          <p:val>
                                            <p:strVal val="#ppt_y-0.01863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667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7" dur="52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8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9" dur="52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6410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1003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1085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1069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958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07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0" dur="52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1319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1628"/>
                                          </p:val>
                                        </p:tav>
                                        <p:tav tm="32051">
                                          <p:val>
                                            <p:strVal val="#ppt_y-0.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178"/>
                                          </p:val>
                                        </p:tav>
                                        <p:tav tm="44872">
                                          <p:val>
                                            <p:strVal val="#ppt_y-0.01597"/>
                                          </p:val>
                                        </p:tav>
                                        <p:tav tm="51282">
                                          <p:val>
                                            <p:strVal val="#ppt_y-0.01273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386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34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1" dur="52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2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53" dur="52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12821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0855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933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0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0869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736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89744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+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4" dur="52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2821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798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82"/>
                                          </p:val>
                                        </p:tav>
                                        <p:tav tm="32051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64103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083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833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697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5" dur="52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6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57" dur="52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927"/>
                                          </p:val>
                                        </p:tav>
                                        <p:tav tm="32051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1087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1022"/>
                                          </p:val>
                                        </p:tav>
                                        <p:tav tm="51282">
                                          <p:val>
                                            <p:strVal val="#ppt_x+0.00868"/>
                                          </p:val>
                                        </p:tav>
                                        <p:tav tm="70513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3333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8" dur="52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12821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5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77"/>
                                          </p:val>
                                        </p:tav>
                                        <p:tav tm="64103">
                                          <p:val>
                                            <p:strVal val="#ppt_y+0.01812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1679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9" dur="52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0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1" dur="52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19231">
                                          <p:val>
                                            <p:strVal val="#ppt_x+0.00682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32051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081"/>
                                          </p:val>
                                        </p:tav>
                                        <p:tav tm="44872">
                                          <p:val>
                                            <p:strVal val="#ppt_x+0.00679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83333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2" dur="52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6410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12821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485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1616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832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897"/>
                                          </p:val>
                                        </p:tav>
                                        <p:tav tm="64103">
                                          <p:val>
                                            <p:strVal val="#ppt_y+0.01798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1553"/>
                                          </p:val>
                                        </p:tav>
                                        <p:tav tm="96154">
                                          <p:val>
                                            <p:strVal val="#ppt_y+0.00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3" dur="52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4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5" dur="52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12821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19231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25641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32051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0666"/>
                                          </p:val>
                                        </p:tav>
                                        <p:tav tm="57692">
                                          <p:val>
                                            <p:strVal val="#ppt_x-0.00809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0871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8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722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6" dur="52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6410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32051">
                                          <p:val>
                                            <p:strVal val="#ppt_y+0.01776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1863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9744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7" dur="52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8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9" dur="52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6410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12821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19231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25641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0836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1003"/>
                                          </p:val>
                                        </p:tav>
                                        <p:tav tm="57692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1069"/>
                                          </p:val>
                                        </p:tav>
                                        <p:tav tm="70513">
                                          <p:val>
                                            <p:strVal val="#ppt_x-0.00958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0" dur="52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1628"/>
                                          </p:val>
                                        </p:tav>
                                        <p:tav tm="32051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78"/>
                                          </p:val>
                                        </p:tav>
                                        <p:tav tm="44872">
                                          <p:val>
                                            <p:strVal val="#ppt_y+0.01597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1273"/>
                                          </p:val>
                                        </p:tav>
                                        <p:tav tm="70513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386"/>
                                          </p:val>
                                        </p:tav>
                                        <p:tav tm="89744">
                                          <p:val>
                                            <p:strVal val="#ppt_y-0.0034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1" dur="52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2" presetID="0" presetClass="pat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73" dur="52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6410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855"/>
                                          </p:val>
                                        </p:tav>
                                        <p:tav tm="44872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51282">
                                          <p:val>
                                            <p:strVal val="#ppt_x-0.00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0.00869"/>
                                          </p:val>
                                        </p:tav>
                                        <p:tav tm="64103">
                                          <p:val>
                                            <p:strVal val="#ppt_x-0.00736"/>
                                          </p:val>
                                        </p:tav>
                                        <p:tav tm="83333">
                                          <p:val>
                                            <p:strVal val="#ppt_x-0.00198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96154">
                                          <p:val>
                                            <p:strVal val="#ppt_x-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4" dur="52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12821">
                                          <p:val>
                                            <p:strVal val="#ppt_y+0.00646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0798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32051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64103">
                                          <p:val>
                                            <p:strVal val="#ppt_y-0.00711"/>
                                          </p:val>
                                        </p:tav>
                                        <p:tav tm="70513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0833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96154">
                                          <p:val>
                                            <p:strVal val="#ppt_y-0.00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5" dur="52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6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77" dur="520" fill="hold"/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8" presetID="8" presetClass="emph" presetSubtype="0" repeatCount="indefinite" fill="hold" grpId="0" nodeType="withEffect">
                                  <p:stCondLst>
                                    <p:cond delay="31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79" dur="520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62"/>
                                          </p:val>
                                        </p:tav>
                                        <p:tav tm="96154">
                                          <p:val>
                                            <p:fltVal val="350.7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0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1" dur="11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2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3" dur="11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4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5" dur="11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6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7" dur="11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8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9" dur="11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0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1" dur="11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2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3" dur="11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4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5" dur="11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6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7" dur="11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8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9" dur="11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0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1" dur="11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2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3" dur="11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4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5" dur="11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6" presetID="0" presetClass="path" presetSubtype="0" repeatCount="indefinite" fill="hold" grpId="0" nodeType="withEffect">
                                  <p:stCondLst>
                                    <p:cond delay="324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7" dur="11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2121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6060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5758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0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0" dur="16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8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21"/>
                                          </p:val>
                                        </p:tav>
                                        <p:tav tm="29167">
                                          <p:val>
                                            <p:strVal val="#ppt_x-0.01837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855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46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402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474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5164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5691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61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6433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6672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836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9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1" dur="16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8"/>
                                          </p:val>
                                        </p:tav>
                                        <p:tav tm="18750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103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1638"/>
                                          </p:val>
                                        </p:tav>
                                        <p:tav tm="77083">
                                          <p:val>
                                            <p:strVal val="#ppt_y-0.020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2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2" dur="16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3" dur="16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4" dur="16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1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1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1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20" dur="16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6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29167">
                                          <p:val>
                                            <p:strVal val="#ppt_x-0.01807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805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404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394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465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5065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558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59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6306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653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7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7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8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1" dur="16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27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0879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1542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2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2" dur="16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3" dur="16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4" dur="16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2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2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2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2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0" dur="16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08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77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21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426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031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58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30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717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243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665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994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241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46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5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5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1" dur="16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79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69"/>
                                          </p:val>
                                        </p:tav>
                                        <p:tav tm="60417">
                                          <p:val>
                                            <p:strVal val="#ppt_y-0.0201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22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4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2" dur="16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3" dur="16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4" dur="16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3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3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3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40" dur="16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43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51"/>
                                          </p:val>
                                        </p:tav>
                                        <p:tav tm="22917">
                                          <p:val>
                                            <p:strVal val="#ppt_x-0.00733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507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571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209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788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543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975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521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957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6295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548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771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8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9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1" dur="16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73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1437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2294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2653"/>
                                          </p:val>
                                        </p:tav>
                                        <p:tav tm="77083">
                                          <p:val>
                                            <p:strVal val="#ppt_y-0.02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2" dur="16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3" dur="16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4" dur="16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4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4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4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50" dur="16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8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97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557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194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772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528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961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51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948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6289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54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768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8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9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1" dur="16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51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1357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2161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2498"/>
                                          </p:val>
                                        </p:tav>
                                        <p:tav tm="77083">
                                          <p:val>
                                            <p:strVal val="#ppt_y-0.027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8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2" dur="16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3" dur="16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4" dur="16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5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5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5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5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60" dur="16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55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489"/>
                                          </p:val>
                                        </p:tav>
                                        <p:tav tm="22917">
                                          <p:val>
                                            <p:strVal val="#ppt_x-0.00705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4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462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071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62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341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752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272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688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6011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252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466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5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5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1" dur="16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64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1196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208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27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9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2" dur="16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3" dur="16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4" dur="16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6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6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6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6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6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0" dur="16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1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51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27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83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517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132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685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403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81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324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732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6047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282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489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5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6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1" dur="16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376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1736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2618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3045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3327"/>
                                          </p:val>
                                        </p:tav>
                                        <p:tav tm="87500">
                                          <p:val>
                                            <p:strVal val="#ppt_y-0.035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5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2" dur="16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3" dur="16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4" dur="16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7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7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80" dur="16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95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504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24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73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503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116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67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39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799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316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727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6046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284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493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5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6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1" dur="16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5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1494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2466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2866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313"/>
                                          </p:val>
                                        </p:tav>
                                        <p:tav tm="87500">
                                          <p:val>
                                            <p:strVal val="#ppt_y-0.033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3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2" dur="16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3" dur="16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4" dur="16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8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8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8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8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0" dur="16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77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.01764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0488"/>
                                          </p:val>
                                        </p:tav>
                                        <p:tav tm="22917">
                                          <p:val>
                                            <p:strVal val="#ppt_x-0.00701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37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443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044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587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296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7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211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619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936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17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382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1" dur="16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64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1255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217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2546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28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2" dur="16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3" dur="16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4" dur="16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69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9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69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00" dur="16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54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211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98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48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2055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655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196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390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486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496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337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629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847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0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1" dur="16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68"/>
                                          </p:val>
                                        </p:tav>
                                        <p:tav tm="8333">
                                          <p:val>
                                            <p:strVal val="#ppt_y+0.0105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1144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1791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2414"/>
                                          </p:val>
                                        </p:tav>
                                        <p:tav tm="60417">
                                          <p:val>
                                            <p:strVal val="#ppt_y-0.02851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3181"/>
                                          </p:val>
                                        </p:tav>
                                        <p:tav tm="85417">
                                          <p:val>
                                            <p:strVal val="#ppt_y-0.033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4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2" dur="16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3" dur="16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4" dur="16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0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0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0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0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0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0" dur="16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66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227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90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6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2081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691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24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3959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554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037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422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719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941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1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2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1" dur="16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8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816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190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2389"/>
                                          </p:val>
                                        </p:tav>
                                        <p:tav tm="60417">
                                          <p:val>
                                            <p:strVal val="#ppt_y-0.02833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3172"/>
                                          </p:val>
                                        </p:tav>
                                        <p:tav tm="85417">
                                          <p:val>
                                            <p:strVal val="#ppt_y-0.033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4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2" dur="16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3" dur="16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4" dur="16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1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1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1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20" dur="16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46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162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8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45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2056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2944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466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144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531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02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411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714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94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14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2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2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1" dur="16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12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1019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159"/>
                                          </p:val>
                                        </p:tav>
                                        <p:tav tm="47917">
                                          <p:val>
                                            <p:strVal val="#ppt_y-0.02043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2461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2783"/>
                                          </p:val>
                                        </p:tav>
                                        <p:tav tm="85417">
                                          <p:val>
                                            <p:strVal val="#ppt_y-0.029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2" dur="16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3" dur="16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4" dur="16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2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2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2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2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30" dur="16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33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251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249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09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1985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57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10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379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379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4854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234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53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752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59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1" dur="16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71"/>
                                          </p:val>
                                        </p:tav>
                                        <p:tav tm="27083">
                                          <p:val>
                                            <p:strVal val="#ppt_y-0.00676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1269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1831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2221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2517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26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7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2" dur="16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3" dur="16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4" dur="16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3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3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3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3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40" dur="16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66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259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14"/>
                                          </p:val>
                                        </p:tav>
                                        <p:tav tm="31250">
                                          <p:val>
                                            <p:strVal val="#ppt_x-0.01993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579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1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3806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386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486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239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534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755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5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1" dur="16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27083">
                                          <p:val>
                                            <p:strVal val="#ppt_y-0.00694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1305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189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2297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2608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27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8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2" dur="16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3" dur="16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4" dur="16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4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4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4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4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0" dur="16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54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11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64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37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344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2919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44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1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509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002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397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703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93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136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2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2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1" dur="16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76"/>
                                          </p:val>
                                        </p:tav>
                                        <p:tav tm="29167">
                                          <p:val>
                                            <p:strVal val="#ppt_y-0.00795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134"/>
                                          </p:val>
                                        </p:tav>
                                        <p:tav tm="47917">
                                          <p:val>
                                            <p:strVal val="#ppt_y-0.01865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2236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2522"/>
                                          </p:val>
                                        </p:tav>
                                        <p:tav tm="85417">
                                          <p:val>
                                            <p:strVal val="#ppt_y-0.026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7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2" dur="16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3" dur="16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4" dur="16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5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5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5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60" dur="16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597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188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333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276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2844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36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043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436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4938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342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659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897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108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1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1" dur="16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95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603"/>
                                          </p:val>
                                        </p:tav>
                                        <p:tav tm="22917">
                                          <p:val>
                                            <p:strVal val="#ppt_y-0.00255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735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1181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1536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17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19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2" dur="16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3" dur="16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4" dur="16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6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6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6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0" dur="16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04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023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31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296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348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296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2864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38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059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448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4943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341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652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885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092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1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2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1" dur="16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59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431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95"/>
                                          </p:val>
                                        </p:tav>
                                        <p:tav tm="43750">
                                          <p:val>
                                            <p:strVal val="#ppt_y-0.01442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1841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2086"/>
                                          </p:val>
                                        </p:tav>
                                        <p:tav tm="83333">
                                          <p:val>
                                            <p:strVal val="#ppt_y-0.022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2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2" dur="16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3" dur="16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4" dur="16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7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7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7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7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80" dur="16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56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06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47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36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331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2908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432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118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512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013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415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728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596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171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2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2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1" dur="16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96"/>
                                          </p:val>
                                        </p:tav>
                                        <p:tav tm="27083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1089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1577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1979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22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4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2" dur="16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3" dur="16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4" dur="16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8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8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8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8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0" dur="16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64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29167">
                                          <p:val>
                                            <p:strVal val="#ppt_x-0.0176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735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321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385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455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4955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5464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587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6184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6416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576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6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7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1" dur="16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11"/>
                                          </p:val>
                                        </p:tav>
                                        <p:tav tm="8333">
                                          <p:val>
                                            <p:strVal val="#ppt_y+0.00496"/>
                                          </p:val>
                                        </p:tav>
                                        <p:tav tm="29167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47917">
                                          <p:val>
                                            <p:strVal val="#ppt_y-0.01237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1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19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2" dur="16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3" dur="16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4" dur="16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79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79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00" dur="16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628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39"/>
                                          </p:val>
                                        </p:tav>
                                        <p:tav tm="22917">
                                          <p:val>
                                            <p:strVal val="#ppt_x-0.00673"/>
                                          </p:val>
                                        </p:tav>
                                        <p:tav tm="29167">
                                          <p:val>
                                            <p:strVal val="#ppt_x-0.01728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268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3253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377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445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484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5342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5738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6045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6271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427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5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1" dur="16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6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456"/>
                                          </p:val>
                                        </p:tav>
                                        <p:tav tm="27083">
                                          <p:val>
                                            <p:strVal val="#ppt_y-0.00449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1214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1534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1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19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2" dur="16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3" dur="16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4" dur="16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0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0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0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8" presetID="0" presetClass="path" presetSubtype="0" repeatCount="indefinite" fill="hold" grpId="0" nodeType="withEffect">
                                  <p:stCondLst>
                                    <p:cond delay="3310"/>
                                  </p:stCondLst>
                                  <p:childTnLst>
                                    <p:set>
                                      <p:cBhvr>
                                        <p:cTn id="380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10" dur="16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86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0869"/>
                                          </p:val>
                                        </p:tav>
                                        <p:tav tm="20833">
                                          <p:val>
                                            <p:strVal val="#ppt_x-0.00309"/>
                                          </p:val>
                                        </p:tav>
                                        <p:tav tm="27083">
                                          <p:val>
                                            <p:strVal val="#ppt_x-0.0141"/>
                                          </p:val>
                                        </p:tav>
                                        <p:tav tm="33333">
                                          <p:val>
                                            <p:strVal val="#ppt_x-0.02407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3006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3552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4268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4678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5201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562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5947"/>
                                          </p:val>
                                        </p:tav>
                                        <p:tav tm="77083">
                                          <p:val>
                                            <p:strVal val="#ppt_x-0.0619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641"/>
                                          </p:val>
                                        </p:tav>
                                        <p:tav tm="91667">
                                          <p:val>
                                            <p:strVal val="#ppt_x-0.06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65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1" dur="16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5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79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67"/>
                                          </p:val>
                                        </p:tav>
                                        <p:tav tm="60417">
                                          <p:val>
                                            <p:strVal val="#ppt_y-0.0198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22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24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2" dur="16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w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w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w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w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w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w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w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w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3" dur="16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7066"/>
                                          </p:val>
                                        </p:tav>
                                        <p:tav tm="14583">
                                          <p:val>
                                            <p:strVal val="#ppt_h*0.84731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2606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99116"/>
                                          </p:val>
                                        </p:tav>
                                        <p:tav tm="29167">
                                          <p:val>
                                            <p:strVal val="#ppt_h*1.19832"/>
                                          </p:val>
                                        </p:tav>
                                        <p:tav tm="35417">
                                          <p:val>
                                            <p:strVal val="#ppt_h*1.30617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37038"/>
                                          </p:val>
                                        </p:tav>
                                        <p:tav tm="45833">
                                          <p:val>
                                            <p:strVal val="#ppt_h*1.45495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5258"/>
                                          </p:val>
                                        </p:tav>
                                        <p:tav tm="58333">
                                          <p:val>
                                            <p:strVal val="#ppt_h*1.58386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.64347"/>
                                          </p:val>
                                        </p:tav>
                                        <p:tav tm="75000">
                                          <p:val>
                                            <p:strVal val="#ppt_h*1.6855"/>
                                          </p:val>
                                        </p:tav>
                                        <p:tav tm="83333">
                                          <p:val>
                                            <p:strVal val="#ppt_h*1.71274"/>
                                          </p:val>
                                        </p:tav>
                                        <p:tav tm="91667">
                                          <p:val>
                                            <p:strVal val="#ppt_h*1.7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73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4" dur="16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9.89"/>
                                          </p:val>
                                        </p:tav>
                                        <p:tav tm="12500">
                                          <p:val>
                                            <p:fltVal val="-13.08"/>
                                          </p:val>
                                        </p:tav>
                                        <p:tav tm="18750">
                                          <p:val>
                                            <p:fltVal val="-0.65"/>
                                          </p:val>
                                        </p:tav>
                                        <p:tav tm="27083">
                                          <p:val>
                                            <p:fltVal val="11.78"/>
                                          </p:val>
                                        </p:tav>
                                        <p:tav tm="33333">
                                          <p:val>
                                            <p:fltVal val="20.08"/>
                                          </p:val>
                                        </p:tav>
                                        <p:tav tm="39583">
                                          <p:val>
                                            <p:fltVal val="27.37"/>
                                          </p:val>
                                        </p:tav>
                                        <p:tav tm="45833">
                                          <p:val>
                                            <p:fltVal val="33.62"/>
                                          </p:val>
                                        </p:tav>
                                        <p:tav tm="52083">
                                          <p:val>
                                            <p:fltVal val="38.85"/>
                                          </p:val>
                                        </p:tav>
                                        <p:tav tm="58333">
                                          <p:val>
                                            <p:fltVal val="43.14"/>
                                          </p:val>
                                        </p:tav>
                                        <p:tav tm="64583">
                                          <p:val>
                                            <p:fltVal val="46.58"/>
                                          </p:val>
                                        </p:tav>
                                        <p:tav tm="70833">
                                          <p:val>
                                            <p:fltVal val="49.25"/>
                                          </p:val>
                                        </p:tav>
                                        <p:tav tm="77083">
                                          <p:val>
                                            <p:fltVal val="51.25"/>
                                          </p:val>
                                        </p:tav>
                                        <p:tav tm="85417">
                                          <p:val>
                                            <p:fltVal val="53.02"/>
                                          </p:val>
                                        </p:tav>
                                        <p:tav tm="100000">
                                          <p:val>
                                            <p:fltVal val="54.11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5" dur="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16" dur="1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17" dur="1" fill="hold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8" presetID="0" presetClass="path" presetSubtype="0" repeatCount="indefinite" fill="hold" grpId="0" nodeType="withEffect">
                                  <p:stCondLst>
                                    <p:cond delay="39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9" dur="11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0" dur="11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30303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51515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63636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78788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1" dur="11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2" presetID="0" presetClass="path" presetSubtype="0" repeatCount="indefinite" fill="hold" grpId="0" nodeType="withEffect">
                                  <p:stCondLst>
                                    <p:cond delay="398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3" dur="11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4" dur="11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30303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51515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63636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78788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5" dur="11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8" dur="1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62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689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13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84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63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783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989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5094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407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4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3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9" dur="1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516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4716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3891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9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0" dur="1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1" dur="1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2" dur="16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33" dur="933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3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8" dur="1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8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701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14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89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876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6665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5143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4107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4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9" dur="1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6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4684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3821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20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0" dur="1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1" dur="1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2" dur="16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3" dur="933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4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48" dur="1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586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6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39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2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737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796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4888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879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2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9" dur="1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21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861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17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9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0" dur="1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1" dur="1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2" dur="16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53" dur="933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5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8" dur="1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89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568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3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221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854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4712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764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9" dur="1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1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631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4479"/>
                                          </p:val>
                                        </p:tav>
                                        <p:tav tm="70833">
                                          <p:val>
                                            <p:strVal val="#ppt_y+0.03648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2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0" dur="1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1" dur="1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2" dur="16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63" dur="933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6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68" dur="1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43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604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76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496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7078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5935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4855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872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2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9" dur="1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61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4386"/>
                                          </p:val>
                                        </p:tav>
                                        <p:tav tm="70833">
                                          <p:val>
                                            <p:strVal val="#ppt_y+0.03413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20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0" dur="1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1" dur="1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2" dur="16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3" dur="933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7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8" dur="1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85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558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42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29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567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657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4788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801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2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9" dur="1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78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863"/>
                                          </p:val>
                                        </p:tav>
                                        <p:tav tm="70833">
                                          <p:val>
                                            <p:strVal val="#ppt_y+0.02944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7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0" dur="1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1" dur="1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2" dur="16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83" dur="933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8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88" dur="1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13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6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79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142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7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611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4773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808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23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7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9" dur="1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535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399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27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0" dur="1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1" dur="1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2" dur="16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93" dur="933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89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98" dur="1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42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75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89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16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787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654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482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851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269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7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9" dur="1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3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548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566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2822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8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0" dur="1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1" dur="1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2" dur="16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3" dur="933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0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08" dur="1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9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95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99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67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511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922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5734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4996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982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373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8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9" dur="1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97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34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2431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0" dur="1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1" dur="1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2" dur="16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13" dur="933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1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8" dur="1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34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37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12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4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5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313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7933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625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5815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4708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724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141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6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19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9" dur="1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97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2566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228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19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0" dur="1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1" dur="1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2" dur="16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3" dur="933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2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28" dur="1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86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09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4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6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345"/>
                                          </p:val>
                                        </p:tav>
                                        <p:tav tm="62500">
                                          <p:val>
                                            <p:strVal val="#ppt_x+0.0799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702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59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4792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803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213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6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19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9" dur="1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287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2171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4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0" dur="1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1" dur="1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2" dur="16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3" dur="933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3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38" dur="1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63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6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7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8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534"/>
                                          </p:val>
                                        </p:tav>
                                        <p:tav tm="68750">
                                          <p:val>
                                            <p:strVal val="#ppt_x+0.069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6086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4957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941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333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7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9" dur="1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23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03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082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3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0" dur="1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1" dur="1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2" dur="16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43" dur="933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4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48" dur="1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82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71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7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8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91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704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509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4027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39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8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9" dur="1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2575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2001"/>
                                          </p:val>
                                        </p:tav>
                                        <p:tav tm="79167">
                                          <p:val>
                                            <p:strVal val="#ppt_y+0.01268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08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0" dur="1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1" dur="1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2" dur="16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53" dur="933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5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8" dur="1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6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0968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581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796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617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5026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3977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353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7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9" dur="1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87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2614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2078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0" dur="1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1" dur="1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2" dur="16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63" dur="933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6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68" dur="1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25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50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02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02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1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846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724"/>
                                          </p:val>
                                        </p:tav>
                                        <p:tav tm="79167">
                                          <p:val>
                                            <p:strVal val="#ppt_x+0.05134"/>
                                          </p:val>
                                        </p:tav>
                                        <p:tav tm="85417">
                                          <p:val>
                                            <p:strVal val="#ppt_x+0.04077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344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28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9" dur="1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53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2976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2403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1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0" dur="1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1" dur="1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2" dur="16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73" dur="933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7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8" dur="1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93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62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82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10272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672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5111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4036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3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9" dur="1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65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295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411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2489"/>
                                          </p:val>
                                        </p:tav>
                                        <p:tav tm="79167">
                                          <p:val>
                                            <p:strVal val="#ppt_y+0.01562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09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0" dur="1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1" dur="1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2" dur="16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83" dur="933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8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88" dur="1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41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588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5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3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10161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6602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501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952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9" dur="1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1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245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2386"/>
                                          </p:val>
                                        </p:tav>
                                        <p:tav tm="79167">
                                          <p:val>
                                            <p:strVal val="#ppt_y+0.01529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0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0" dur="1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1" dur="1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2" dur="16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3" dur="933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399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39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8" dur="1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12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57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4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3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944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884"/>
                                          </p:val>
                                        </p:tav>
                                        <p:tav tm="77083">
                                          <p:val>
                                            <p:strVal val="#ppt_x+0.0567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4917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885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2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9" dur="1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16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336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414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1646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11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0" dur="1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1" dur="1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2" dur="16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3" dur="933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0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08" dur="1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457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171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70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44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6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10267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6529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4972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6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4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9" dur="1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4549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1928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0" dur="1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1" dur="1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2" dur="16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13" dur="933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1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18" dur="1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67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118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73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10204"/>
                                          </p:val>
                                        </p:tav>
                                        <p:tav tm="72917">
                                          <p:val>
                                            <p:strVal val="#ppt_x+0.06775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5185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4114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4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3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9" dur="1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31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9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1798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12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0" dur="1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1" dur="1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2" dur="16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23" dur="933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2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28" dur="1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75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1617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108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06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0289"/>
                                          </p:val>
                                        </p:tav>
                                        <p:tav tm="56250">
                                          <p:val>
                                            <p:strVal val="#ppt_x+0.09983"/>
                                          </p:val>
                                        </p:tav>
                                        <p:tav tm="70833">
                                          <p:val>
                                            <p:strVal val="#ppt_x+0.06982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5016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3975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3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22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9" dur="1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8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3777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16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0" dur="1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w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w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1" dur="1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93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39583">
                                          <p:val>
                                            <p:strVal val="#ppt_h*1.00984"/>
                                          </p:val>
                                        </p:tav>
                                        <p:tav tm="54167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70833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72917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81250">
                                          <p:val>
                                            <p:strVal val="#ppt_h*0.6817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747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805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55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2" dur="16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6250">
                                          <p:val>
                                            <p:fltVal val="15.7"/>
                                          </p:val>
                                        </p:tav>
                                        <p:tav tm="12500">
                                          <p:val>
                                            <p:fltVal val="10.49"/>
                                          </p:val>
                                        </p:tav>
                                        <p:tav tm="18750">
                                          <p:val>
                                            <p:fltVal val="6.32"/>
                                          </p:val>
                                        </p:tav>
                                        <p:tav tm="25000">
                                          <p:val>
                                            <p:fltVal val="3.08"/>
                                          </p:val>
                                        </p:tav>
                                        <p:tav tm="31250">
                                          <p:val>
                                            <p:fltVal val="0.65"/>
                                          </p:val>
                                        </p:tav>
                                        <p:tav tm="39583">
                                          <p:val>
                                            <p:fltVal val="-1.5"/>
                                          </p:val>
                                        </p:tav>
                                        <p:tav tm="45833">
                                          <p:val>
                                            <p:fltVal val="-2.41"/>
                                          </p:val>
                                        </p:tav>
                                        <p:tav tm="54167">
                                          <p:val>
                                            <p:fltVal val="-2.82"/>
                                          </p:val>
                                        </p:tav>
                                        <p:tav tm="56250">
                                          <p:val>
                                            <p:fltVal val="104.83"/>
                                          </p:val>
                                        </p:tav>
                                        <p:tav tm="66667">
                                          <p:val>
                                            <p:fltVal val="78.43"/>
                                          </p:val>
                                        </p:tav>
                                        <p:tav tm="70833">
                                          <p:val>
                                            <p:fltVal val="68.27"/>
                                          </p:val>
                                        </p:tav>
                                        <p:tav tm="72917">
                                          <p:val>
                                            <p:fltVal val="63.68"/>
                                          </p:val>
                                        </p:tav>
                                        <p:tav tm="81250">
                                          <p:val>
                                            <p:fltVal val="48.58"/>
                                          </p:val>
                                        </p:tav>
                                        <p:tav tm="87500">
                                          <p:val>
                                            <p:fltVal val="38.5"/>
                                          </p:val>
                                        </p:tav>
                                        <p:tav tm="93750">
                                          <p:val>
                                            <p:fltVal val="29.65"/>
                                          </p:val>
                                        </p:tav>
                                        <p:tav tm="100000">
                                          <p:val>
                                            <p:fltVal val="22.0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33" dur="933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34" dur="6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8" dur="1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48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947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74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6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1048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3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40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115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62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3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9" dur="1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32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702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88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3419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27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6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0" dur="1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1" dur="1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2" dur="16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43" dur="1233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4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48" dur="1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81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967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75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69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7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314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40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184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55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9" dur="1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72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665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66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37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3399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28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0" dur="1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1" dur="1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2" dur="16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3" dur="1233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5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58" dur="1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25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767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62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08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24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20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041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60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9" dur="1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556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6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2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0" dur="1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1" dur="1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2" dur="16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63" dur="1233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6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68" dur="1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07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723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621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14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3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9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242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329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557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61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9" dur="1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4"/>
                                          </p:val>
                                        </p:tav>
                                        <p:tav tm="18750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631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3256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0" dur="1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1" dur="1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2" dur="16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73" dur="1233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7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8" dur="1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2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792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65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27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44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100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254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34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793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63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9" dur="1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36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688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39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3188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25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0" dur="1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1" dur="1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2" dur="16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3" dur="1233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8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88" dur="1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23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704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593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1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5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7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837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9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9" dur="1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09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341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647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18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4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0" dur="1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1" dur="1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2" dur="16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93" dur="1233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09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0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98" dur="16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31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502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47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48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88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1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446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7139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5911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47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7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9" dur="16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97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478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594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299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18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4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0" dur="16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1" dur="16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2" dur="16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03" dur="1233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0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08" dur="16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68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532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494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489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0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2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08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458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7163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5945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48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7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9" dur="16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61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491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12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47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432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19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0" dur="16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1" dur="16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2" dur="16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3" dur="1233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1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8" dur="16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605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527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6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49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2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06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797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7044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792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46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9" dur="16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8750">
                                          <p:val>
                                            <p:strVal val="#ppt_y+0.00429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2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0" dur="16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1" dur="16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2" dur="16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23" dur="1233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2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8" dur="16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597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2658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1608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0775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34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748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097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077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568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6728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446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46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5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9" dur="16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24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407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1229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11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9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0" dur="16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1" dur="16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2" dur="16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33" dur="1233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3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8" dur="16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699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457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24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846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058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13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602"/>
                                          </p:val>
                                        </p:tav>
                                        <p:tav tm="81250">
                                          <p:val>
                                            <p:strVal val="#ppt_x+0.07245"/>
                                          </p:val>
                                        </p:tav>
                                        <p:tav tm="87500">
                                          <p:val>
                                            <p:strVal val="#ppt_x+0.05955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47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6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9" dur="16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03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0399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48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91667">
                                          <p:val>
                                            <p:strVal val="#ppt_y+0.013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0" dur="16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1" dur="16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2" dur="16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43" dur="1233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4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48" dur="16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31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546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48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872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08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16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8796"/>
                                          </p:val>
                                        </p:tav>
                                        <p:tav tm="83333">
                                          <p:val>
                                            <p:strVal val="#ppt_x+0.07006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73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49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8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9" dur="16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8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0" dur="16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1" dur="16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2" dur="16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53" dur="1233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5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8" dur="16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03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568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1732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0829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36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787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1027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128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125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905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5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9" dur="16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415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09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5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0" dur="16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1" dur="16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2" dur="16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63" dur="1233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6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68" dur="16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53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538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1714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0822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36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782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12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022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826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49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8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9" dur="16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445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10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0" dur="16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1" dur="16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2" dur="16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3" dur="1233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7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78" dur="16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67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628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52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484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884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03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081"/>
                                          </p:val>
                                        </p:tav>
                                        <p:tav tm="89583">
                                          <p:val>
                                            <p:strVal val="#ppt_x+0.05947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51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39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9" dur="16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313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81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12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0" dur="16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1" dur="16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2" dur="16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83" dur="1233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8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88" dur="16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82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843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2215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652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13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19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4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8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6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531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5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2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9" dur="16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27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117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0" dur="16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1" dur="16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2" dur="16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93" dur="1233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19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8" dur="16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9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76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2155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607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06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24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5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29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374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57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9" dur="16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73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29167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996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1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0" dur="16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1" dur="16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2" dur="16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03" dur="1233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0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08" dur="16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1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735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59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691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0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157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199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568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9" dur="16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84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77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156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156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8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0" dur="16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1" dur="16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2" dur="16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13" dur="1233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1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18" dur="16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27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3051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796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82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7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105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32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4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527"/>
                                          </p:val>
                                        </p:tav>
                                        <p:tav tm="93750">
                                          <p:val>
                                            <p:strVal val="#ppt_x+0.057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5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9" dur="16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3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548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32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0" dur="16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1" dur="16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2" dur="16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23" dur="1233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2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28" dur="16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82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934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71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47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100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24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33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479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60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3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9" dur="16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77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69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1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9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0" dur="16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1" dur="16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2" dur="16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3" dur="1233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3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8" dur="16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18"/>
                                          </p:val>
                                        </p:tav>
                                        <p:tav tm="8333">
                                          <p:val>
                                            <p:strVal val="#ppt_x+0.02823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1654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0719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529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0969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9235"/>
                                          </p:val>
                                        </p:tav>
                                        <p:tav tm="91667">
                                          <p:val>
                                            <p:strVal val="#ppt_x+0.058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4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9" dur="16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453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72917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2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0" dur="16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"/>
                                          </p:val>
                                        </p:tav>
                                        <p:tav tm="41667">
                                          <p:val>
                                            <p:strVal val="#ppt_w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w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1" dur="16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80826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8874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"/>
                                          </p:val>
                                        </p:tav>
                                        <p:tav tm="41667">
                                          <p:val>
                                            <p:strVal val="#ppt_h*1.03628"/>
                                          </p:val>
                                        </p:tav>
                                        <p:tav tm="52083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72917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85417">
                                          <p:val>
                                            <p:strVal val="#ppt_h*0.45179"/>
                                          </p:val>
                                        </p:tav>
                                        <p:tav tm="91667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93750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713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2" dur="16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4167">
                                          <p:val>
                                            <p:fltVal val="39.32"/>
                                          </p:val>
                                        </p:tav>
                                        <p:tav tm="8333">
                                          <p:val>
                                            <p:fltVal val="31.79"/>
                                          </p:val>
                                        </p:tav>
                                        <p:tav tm="12500">
                                          <p:val>
                                            <p:fltVal val="24.91"/>
                                          </p:val>
                                        </p:tav>
                                        <p:tav tm="16667">
                                          <p:val>
                                            <p:fltVal val="18.67"/>
                                          </p:val>
                                        </p:tav>
                                        <p:tav tm="20833">
                                          <p:val>
                                            <p:fltVal val="13.09"/>
                                          </p:val>
                                        </p:tav>
                                        <p:tav tm="25000">
                                          <p:val>
                                            <p:fltVal val="8.13"/>
                                          </p:val>
                                        </p:tav>
                                        <p:tav tm="33333">
                                          <p:val>
                                            <p:fltVal val="0"/>
                                          </p:val>
                                        </p:tav>
                                        <p:tav tm="41667">
                                          <p:val>
                                            <p:fltVal val="-6.02"/>
                                          </p:val>
                                        </p:tav>
                                        <p:tav tm="45833">
                                          <p:val>
                                            <p:fltVal val="-8.33"/>
                                          </p:val>
                                        </p:tav>
                                        <p:tav tm="52083">
                                          <p:val>
                                            <p:fltVal val="-11.04"/>
                                          </p:val>
                                        </p:tav>
                                        <p:tav tm="62500">
                                          <p:val>
                                            <p:fltVal val="-13.79"/>
                                          </p:val>
                                        </p:tav>
                                        <p:tav tm="72917">
                                          <p:val>
                                            <p:fltVal val="-14.74"/>
                                          </p:val>
                                        </p:tav>
                                        <p:tav tm="75000">
                                          <p:val>
                                            <p:fltVal val="113.77"/>
                                          </p:val>
                                        </p:tav>
                                        <p:tav tm="85417">
                                          <p:val>
                                            <p:fltVal val="83.14"/>
                                          </p:val>
                                        </p:tav>
                                        <p:tav tm="91667">
                                          <p:val>
                                            <p:fltVal val="65.52"/>
                                          </p:val>
                                        </p:tav>
                                        <p:tav tm="95833">
                                          <p:val>
                                            <p:fltVal val="56.14"/>
                                          </p:val>
                                        </p:tav>
                                        <p:tav tm="100000">
                                          <p:val>
                                            <p:fltVal val="47.4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43" dur="1233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44" dur="367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48" dur="16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012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3139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198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1274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149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1883"/>
                                          </p:val>
                                        </p:tav>
                                        <p:tav tm="56250">
                                          <p:val>
                                            <p:strVal val="#ppt_x-0.02372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2758"/>
                                          </p:val>
                                        </p:tav>
                                        <p:tav tm="68750">
                                          <p:val>
                                            <p:strVal val="#ppt_x-0.03053"/>
                                          </p:val>
                                        </p:tav>
                                        <p:tav tm="75000">
                                          <p:val>
                                            <p:strVal val="#ppt_x-0.03268"/>
                                          </p:val>
                                        </p:tav>
                                        <p:tav tm="81250">
                                          <p:val>
                                            <p:strVal val="#ppt_x-0.03411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521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8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9" dur="16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81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825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479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082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939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0" dur="16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1" dur="16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2" dur="16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53" dur="1567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5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58" dur="16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68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3121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197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1268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807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148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1876"/>
                                          </p:val>
                                        </p:tav>
                                        <p:tav tm="56250">
                                          <p:val>
                                            <p:strVal val="#ppt_x-0.02365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2751"/>
                                          </p:val>
                                        </p:tav>
                                        <p:tav tm="68750">
                                          <p:val>
                                            <p:strVal val="#ppt_x-0.03046"/>
                                          </p:val>
                                        </p:tav>
                                        <p:tav tm="75000">
                                          <p:val>
                                            <p:strVal val="#ppt_x-0.0326"/>
                                          </p:val>
                                        </p:tav>
                                        <p:tav tm="81250">
                                          <p:val>
                                            <p:strVal val="#ppt_x-0.03404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514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7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9" dur="16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0791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077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3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0" dur="16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1" dur="16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2" dur="16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63" dur="1567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6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68" dur="16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03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417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268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56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82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2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21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602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09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49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793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3017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17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26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313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9" dur="16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8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043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088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0" dur="16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1" dur="16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2" dur="16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73" dur="1567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7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8" dur="16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294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64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42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66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62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287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701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222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635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952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3187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34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44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495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71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2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9" dur="16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8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1167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789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7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0" dur="16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1" dur="16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2" dur="16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83" dur="1567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8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88" dur="16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47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3166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1998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1278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272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682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199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61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927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3161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32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422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47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70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1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9" dur="16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1055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683"/>
                                          </p:val>
                                        </p:tav>
                                        <p:tav tm="70833">
                                          <p:val>
                                            <p:strVal val="#ppt_y-0.01064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6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0" dur="16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1" dur="16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2" dur="16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3" dur="1567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29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98" dur="16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022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471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301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89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31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223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61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112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506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81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3034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18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284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329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8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9" dur="16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75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47917">
                                          <p:val>
                                            <p:strVal val="#ppt_y-0.00566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102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9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7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0" dur="16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1" dur="16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2" dur="16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03" dur="1567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0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08" dur="16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78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50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312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79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87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27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207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92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07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457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75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966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115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206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249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70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9" dur="16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03"/>
                                          </p:val>
                                        </p:tav>
                                        <p:tav tm="10417">
                                          <p:val>
                                            <p:strVal val="#ppt_y+0.01595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47917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1081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131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516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4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2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0" dur="16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1" dur="16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2" dur="16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13" dur="1567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1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8" dur="16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9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52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327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31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219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608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09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482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77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997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148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24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284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7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6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9" dur="16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12"/>
                                          </p:val>
                                        </p:tav>
                                        <p:tav tm="12500">
                                          <p:val>
                                            <p:strVal val="#ppt_y+0.01417"/>
                                          </p:val>
                                        </p:tav>
                                        <p:tav tm="33333">
                                          <p:val>
                                            <p:strVal val="#ppt_y+0"/>
                                          </p:val>
                                        </p:tav>
                                        <p:tav tm="47917">
                                          <p:val>
                                            <p:strVal val="#ppt_y-0.00718"/>
                                          </p:val>
                                        </p:tav>
                                        <p:tav tm="58333">
                                          <p:val>
                                            <p:strVal val="#ppt_y-0.01068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01301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502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0" dur="16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1" dur="16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2" dur="16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23" dur="1567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2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28" dur="16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63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403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249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39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73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1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85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6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043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423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715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93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07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17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214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8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9" dur="16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53"/>
                                          </p:val>
                                        </p:tav>
                                        <p:tav tm="29167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104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2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0" dur="16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1" dur="16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2" dur="16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33" dur="1567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3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38" dur="16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45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.03732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2929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1826"/>
                                          </p:val>
                                        </p:tav>
                                        <p:tav tm="27083">
                                          <p:val>
                                            <p:strVal val="#ppt_x+0.00847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41667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131"/>
                                          </p:val>
                                        </p:tav>
                                        <p:tav tm="52083">
                                          <p:val>
                                            <p:strVal val="#ppt_x-0.01792"/>
                                          </p:val>
                                        </p:tav>
                                        <p:tav tm="58333">
                                          <p:val>
                                            <p:strVal val="#ppt_x-0.02176"/>
                                          </p:val>
                                        </p:tav>
                                        <p:tav tm="64583">
                                          <p:val>
                                            <p:strVal val="#ppt_x-0.02473"/>
                                          </p:val>
                                        </p:tav>
                                        <p:tav tm="70833">
                                          <p:val>
                                            <p:strVal val="#ppt_x-0.02695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2892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017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8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9" dur="16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28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416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43750">
                                          <p:val>
                                            <p:strVal val="#ppt_y-0.0055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938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1231"/>
                                          </p:val>
                                        </p:tav>
                                        <p:tav tm="79167">
                                          <p:val>
                                            <p:strVal val="#ppt_y-0.0138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442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9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6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0" dur="16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1" dur="16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2" dur="16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43" dur="1567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4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48" dur="16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93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4648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376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222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16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63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04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56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2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8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351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632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839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2981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06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11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9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9" dur="16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3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35417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45833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56250">
                                          <p:val>
                                            <p:strVal val="#ppt_y-0.00962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1192"/>
                                          </p:val>
                                        </p:tav>
                                        <p:tav tm="79167">
                                          <p:val>
                                            <p:strVal val="#ppt_y-0.01346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6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4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0" dur="16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1" dur="16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2" dur="16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3" dur="1567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5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8" dur="16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07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4594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351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21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1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62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05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58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2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9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365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65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859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005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093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136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8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9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9" dur="16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7083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43750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54167">
                                          <p:val>
                                            <p:strVal val="#ppt_y-0.00801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105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241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2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0" dur="16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1" dur="16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2" dur="16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63" dur="1567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6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68" dur="16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32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4367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189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101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34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03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457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04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259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533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2875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2961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002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5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9" dur="16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99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1134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616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082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985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6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2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0" dur="16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1" dur="16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2" dur="16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73" dur="1567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7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8" dur="16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97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4415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22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12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448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38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484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46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14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27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544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2886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2972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013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58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9" dur="16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42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589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351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089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069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6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3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0" dur="16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1" dur="16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2" dur="16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83" dur="1567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8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88" dur="16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31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4463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268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159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476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5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49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4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0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68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336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61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829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2974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062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105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6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9" dur="16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104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31250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325"/>
                                          </p:val>
                                        </p:tav>
                                        <p:tav tm="52083">
                                          <p:val>
                                            <p:strVal val="#ppt_y-0.00617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0839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101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4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21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0" dur="16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1" dur="16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2" dur="16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93" dur="1567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39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8" dur="16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537"/>
                                          </p:val>
                                        </p:tav>
                                        <p:tav tm="10417">
                                          <p:val>
                                            <p:strVal val="#ppt_x+0.03586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2486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466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49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498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49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22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96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374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667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885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036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12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173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3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5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9" dur="16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8333">
                                          <p:val>
                                            <p:strVal val="#ppt_y+0.01129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471"/>
                                          </p:val>
                                        </p:tav>
                                        <p:tav tm="37500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515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0" dur="16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1" dur="16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2" dur="16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03" dur="1567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0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08" dur="16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01"/>
                                          </p:val>
                                        </p:tav>
                                        <p:tav tm="6250">
                                          <p:val>
                                            <p:strVal val="#ppt_x+0.04382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231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141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468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49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49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45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15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1984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358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648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862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011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102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146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4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9" dur="16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26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29167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39583">
                                          <p:val>
                                            <p:strVal val="#ppt_y-0.00196"/>
                                          </p:val>
                                        </p:tav>
                                        <p:tav tm="62500">
                                          <p:val>
                                            <p:strVal val="#ppt_y-0.0061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0" dur="16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1" dur="16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2" dur="16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3" dur="1567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1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18" dur="16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3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301"/>
                                          </p:val>
                                        </p:tav>
                                        <p:tav tm="18750">
                                          <p:val>
                                            <p:strVal val="#ppt_x+0.02187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499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6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06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66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42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018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397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69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906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057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14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193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5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9" dur="16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38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0747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904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21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8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0" dur="16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1" dur="16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2" dur="16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23" dur="1567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2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8" dur="16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41"/>
                                          </p:val>
                                        </p:tav>
                                        <p:tav tm="16667">
                                          <p:val>
                                            <p:strVal val="#ppt_x+0.02645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1231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89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787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145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1836"/>
                                          </p:val>
                                        </p:tav>
                                        <p:tav tm="56250">
                                          <p:val>
                                            <p:strVal val="#ppt_x-0.02318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27"/>
                                          </p:val>
                                        </p:tav>
                                        <p:tav tm="68750">
                                          <p:val>
                                            <p:strVal val="#ppt_x-0.02992"/>
                                          </p:val>
                                        </p:tav>
                                        <p:tav tm="75000">
                                          <p:val>
                                            <p:strVal val="#ppt_x-0.03205"/>
                                          </p:val>
                                        </p:tav>
                                        <p:tav tm="81250">
                                          <p:val>
                                            <p:strVal val="#ppt_x-0.03348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457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5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9" dur="16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51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217"/>
                                          </p:val>
                                        </p:tav>
                                        <p:tav tm="43750">
                                          <p:val>
                                            <p:strVal val="#ppt_y-0.00213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605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2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0" dur="16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1" dur="16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2" dur="16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33" dur="1567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3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8" dur="16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72"/>
                                          </p:val>
                                        </p:tav>
                                        <p:tav tm="14583">
                                          <p:val>
                                            <p:strVal val="#ppt_x+0.02948"/>
                                          </p:val>
                                        </p:tav>
                                        <p:tav tm="20833">
                                          <p:val>
                                            <p:strVal val="#ppt_x+0.01864"/>
                                          </p:val>
                                        </p:tav>
                                        <p:tav tm="25000">
                                          <p:val>
                                            <p:strVal val="#ppt_x+0.01194"/>
                                          </p:val>
                                        </p:tav>
                                        <p:tav tm="31250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35417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39583">
                                          <p:val>
                                            <p:strVal val="#ppt_x-0.0076"/>
                                          </p:val>
                                        </p:tav>
                                        <p:tav tm="45833">
                                          <p:val>
                                            <p:strVal val="#ppt_x-0.0140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1769"/>
                                          </p:val>
                                        </p:tav>
                                        <p:tav tm="56250">
                                          <p:val>
                                            <p:strVal val="#ppt_x-0.0223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0.02597"/>
                                          </p:val>
                                        </p:tav>
                                        <p:tav tm="68750">
                                          <p:val>
                                            <p:strVal val="#ppt_x-0.02876"/>
                                          </p:val>
                                        </p:tav>
                                        <p:tav tm="75000">
                                          <p:val>
                                            <p:strVal val="#ppt_x-0.0308"/>
                                          </p:val>
                                        </p:tav>
                                        <p:tav tm="81250">
                                          <p:val>
                                            <p:strVal val="#ppt_x-0.03217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322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4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6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9" dur="16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78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41667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64583">
                                          <p:val>
                                            <p:strVal val="#ppt_y-0.00542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661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6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3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0" dur="16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1" dur="16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2" dur="16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43" dur="1567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4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48" dur="16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81"/>
                                          </p:val>
                                        </p:tav>
                                        <p:tav tm="12500">
                                          <p:val>
                                            <p:strVal val="#ppt_x+0.0336"/>
                                          </p:val>
                                        </p:tav>
                                        <p:tav tm="22917">
                                          <p:val>
                                            <p:strVal val="#ppt_x+0.01532"/>
                                          </p:val>
                                        </p:tav>
                                        <p:tav tm="29167">
                                          <p:val>
                                            <p:strVal val="#ppt_x+0.00574"/>
                                          </p:val>
                                        </p:tav>
                                        <p:tav tm="33333">
                                          <p:val>
                                            <p:strVal val="#ppt_x+0"/>
                                          </p:val>
                                        </p:tav>
                                        <p:tav tm="37500">
                                          <p:val>
                                            <p:strVal val="#ppt_x-0.0052"/>
                                          </p:val>
                                        </p:tav>
                                        <p:tav tm="43750">
                                          <p:val>
                                            <p:strVal val="#ppt_x-0.01198"/>
                                          </p:val>
                                        </p:tav>
                                        <p:tav tm="47917">
                                          <p:val>
                                            <p:strVal val="#ppt_x-0.0158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0.02078"/>
                                          </p:val>
                                        </p:tav>
                                        <p:tav tm="60417">
                                          <p:val>
                                            <p:strVal val="#ppt_x-0.02469"/>
                                          </p:val>
                                        </p:tav>
                                        <p:tav tm="66667">
                                          <p:val>
                                            <p:strVal val="#ppt_x-0.02772"/>
                                          </p:val>
                                        </p:tav>
                                        <p:tav tm="72917">
                                          <p:val>
                                            <p:strVal val="#ppt_x-0.02996"/>
                                          </p:val>
                                        </p:tav>
                                        <p:tav tm="79167">
                                          <p:val>
                                            <p:strVal val="#ppt_x-0.03152"/>
                                          </p:val>
                                        </p:tav>
                                        <p:tav tm="85417">
                                          <p:val>
                                            <p:strVal val="#ppt_x-0.03247"/>
                                          </p:val>
                                        </p:tav>
                                        <p:tav tm="93750">
                                          <p:val>
                                            <p:strVal val="#ppt_x-0.03292"/>
                                          </p:val>
                                        </p:tav>
                                        <p:tav tm="95833">
                                          <p:val>
                                            <p:strVal val="#ppt_x+0.066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57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9" dur="16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8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43750">
                                          <p:val>
                                            <p:strVal val="#ppt_y-0.00321"/>
                                          </p:val>
                                        </p:tav>
                                        <p:tav tm="66667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93750">
                                          <p:val>
                                            <p:strVal val="#ppt_y-0.00863"/>
                                          </p:val>
                                        </p:tav>
                                        <p:tav tm="95833">
                                          <p:val>
                                            <p:strVal val="#ppt_y+0.018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15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0" dur="16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w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w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w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w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w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1" dur="16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60942"/>
                                          </p:val>
                                        </p:tav>
                                        <p:tav tm="12500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18750">
                                          <p:val>
                                            <p:strVal val="#ppt_h*0.8143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31250">
                                          <p:val>
                                            <p:strVal val="#ppt_h*0.97681"/>
                                          </p:val>
                                        </p:tav>
                                        <p:tav tm="37500">
                                          <p:val>
                                            <p:strVal val="#ppt_h*1.04292"/>
                                          </p:val>
                                        </p:tav>
                                        <p:tav tm="43750">
                                          <p:val>
                                            <p:strVal val="#ppt_h*1.0988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4503"/>
                                          </p:val>
                                        </p:tav>
                                        <p:tav tm="62500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68750">
                                          <p:val>
                                            <p:strVal val="#ppt_h*1.2342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1.25468"/>
                                          </p:val>
                                        </p:tav>
                                        <p:tav tm="93750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95833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36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2" dur="16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8333">
                                          <p:val>
                                            <p:fltVal val="-35.61"/>
                                          </p:val>
                                        </p:tav>
                                        <p:tav tm="12500">
                                          <p:val>
                                            <p:fltVal val="-27.72"/>
                                          </p:val>
                                        </p:tav>
                                        <p:tav tm="18750">
                                          <p:val>
                                            <p:fltVal val="-18.38"/>
                                          </p:val>
                                        </p:tav>
                                        <p:tav tm="25000">
                                          <p:val>
                                            <p:fltVal val="-9.86"/>
                                          </p:val>
                                        </p:tav>
                                        <p:tav tm="31250">
                                          <p:val>
                                            <p:fltVal val="-2.3"/>
                                          </p:val>
                                        </p:tav>
                                        <p:tav tm="35417">
                                          <p:val>
                                            <p:fltVal val="2.18"/>
                                          </p:val>
                                        </p:tav>
                                        <p:tav tm="41667">
                                          <p:val>
                                            <p:fltVal val="8.05"/>
                                          </p:val>
                                        </p:tav>
                                        <p:tav tm="45833">
                                          <p:val>
                                            <p:fltVal val="11.41"/>
                                          </p:val>
                                        </p:tav>
                                        <p:tav tm="52083">
                                          <p:val>
                                            <p:fltVal val="15.68"/>
                                          </p:val>
                                        </p:tav>
                                        <p:tav tm="58333">
                                          <p:val>
                                            <p:fltVal val="19.11"/>
                                          </p:val>
                                        </p:tav>
                                        <p:tav tm="64583">
                                          <p:val>
                                            <p:fltVal val="21.78"/>
                                          </p:val>
                                        </p:tav>
                                        <p:tav tm="70833">
                                          <p:val>
                                            <p:fltVal val="23.79"/>
                                          </p:val>
                                        </p:tav>
                                        <p:tav tm="79167">
                                          <p:val>
                                            <p:fltVal val="25.57"/>
                                          </p:val>
                                        </p:tav>
                                        <p:tav tm="93750">
                                          <p:val>
                                            <p:fltVal val="26.7"/>
                                          </p:val>
                                        </p:tav>
                                        <p:tav tm="95833">
                                          <p:val>
                                            <p:fltVal val="-60.87"/>
                                          </p:val>
                                        </p:tav>
                                        <p:tav tm="100000">
                                          <p:val>
                                            <p:fltVal val="-52.32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53" dur="1567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54" dur="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58" dur="16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198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26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0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19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774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192"/>
                                          </p:val>
                                        </p:tav>
                                        <p:tav tm="58333">
                                          <p:val>
                                            <p:strVal val="#ppt_x-1.19144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225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204"/>
                                          </p:val>
                                        </p:tav>
                                        <p:tav tm="79167">
                                          <p:val>
                                            <p:strVal val="#ppt_x-1.22324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021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5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1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9" dur="16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64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947"/>
                                          </p:val>
                                        </p:tav>
                                        <p:tav tm="43750">
                                          <p:val>
                                            <p:strVal val="#ppt_y+0.03421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1967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1282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06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0" dur="16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1" dur="16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2" dur="16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63" dur="6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6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68" dur="16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195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24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0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2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708"/>
                                          </p:val>
                                        </p:tav>
                                        <p:tav tm="58333">
                                          <p:val>
                                            <p:strVal val="#ppt_x-1.19103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194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18"/>
                                          </p:val>
                                        </p:tav>
                                        <p:tav tm="79167">
                                          <p:val>
                                            <p:strVal val="#ppt_x-1.2230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011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5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9" dur="16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929"/>
                                          </p:val>
                                        </p:tav>
                                        <p:tav tm="43750">
                                          <p:val>
                                            <p:strVal val="#ppt_y+0.0338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19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1234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0" dur="16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1" dur="16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2" dur="16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3" dur="6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7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8" dur="16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58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1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87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424"/>
                                          </p:val>
                                        </p:tav>
                                        <p:tav tm="56250">
                                          <p:val>
                                            <p:strVal val="#ppt_x-1.19029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475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426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2252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158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9" dur="16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07"/>
                                          </p:val>
                                        </p:tav>
                                        <p:tav tm="62500">
                                          <p:val>
                                            <p:strVal val="#ppt_y+0.01521"/>
                                          </p:val>
                                        </p:tav>
                                        <p:tav tm="72917">
                                          <p:val>
                                            <p:strVal val="#ppt_y+0.01011"/>
                                          </p:val>
                                        </p:tav>
                                        <p:tav tm="85417">
                                          <p:val>
                                            <p:strVal val="#ppt_y+0.005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0" dur="16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1" dur="16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2" dur="16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83" dur="6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8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88" dur="16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49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49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12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388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393"/>
                                          </p:val>
                                        </p:tav>
                                        <p:tav tm="56250">
                                          <p:val>
                                            <p:strVal val="#ppt_x-1.19241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591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489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227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159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6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9" dur="16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806"/>
                                          </p:val>
                                        </p:tav>
                                        <p:tav tm="43750">
                                          <p:val>
                                            <p:strVal val="#ppt_y+0.03501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3078"/>
                                          </p:val>
                                        </p:tav>
                                        <p:tav tm="68750">
                                          <p:val>
                                            <p:strVal val="#ppt_y+0.01888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113"/>
                                          </p:val>
                                        </p:tav>
                                        <p:tav tm="89583">
                                          <p:val>
                                            <p:strVal val="#ppt_y+0.007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0" dur="16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1" dur="16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2" dur="16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93" dur="6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49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98" dur="16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37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43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14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146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174"/>
                                          </p:val>
                                        </p:tav>
                                        <p:tav tm="56250">
                                          <p:val>
                                            <p:strVal val="#ppt_x-1.1908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475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402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2217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121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6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9" dur="16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739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994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1829"/>
                                          </p:val>
                                        </p:tav>
                                        <p:tav tm="77083">
                                          <p:val>
                                            <p:strVal val="#ppt_y+0.01203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0" dur="16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1" dur="16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2" dur="16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03" dur="6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0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08" dur="16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71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6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8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11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22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81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258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219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061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2995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9" dur="16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3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133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2349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089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06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0" dur="16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1" dur="16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2" dur="16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13" dur="6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1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8" dur="16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2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82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1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529"/>
                                          </p:val>
                                        </p:tav>
                                        <p:tav tm="43750">
                                          <p:val>
                                            <p:strVal val="#ppt_x-1.17255"/>
                                          </p:val>
                                        </p:tav>
                                        <p:tav tm="52083">
                                          <p:val>
                                            <p:strVal val="#ppt_x-1.18832"/>
                                          </p:val>
                                        </p:tav>
                                        <p:tav tm="60417">
                                          <p:val>
                                            <p:strVal val="#ppt_x-1.20252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4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265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134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8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9" dur="16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31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806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2357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9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0" dur="16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1" dur="16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2" dur="16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23" dur="6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2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28" dur="16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11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78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3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517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63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9166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542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447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237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112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9" dur="16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38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937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79167">
                                          <p:val>
                                            <p:strVal val="#ppt_y+0.01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0" dur="16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1" dur="16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2" dur="16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3" dur="6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3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38" dur="16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02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75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4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15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326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94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385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335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161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07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9" dur="16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49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677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958"/>
                                          </p:val>
                                        </p:tav>
                                        <p:tav tm="87500">
                                          <p:val>
                                            <p:strVal val="#ppt_y+0.005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0" dur="16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1" dur="16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2" dur="16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43" dur="6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4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48" dur="16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72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708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2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093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417"/>
                                          </p:val>
                                        </p:tav>
                                        <p:tav tm="43750">
                                          <p:val>
                                            <p:strVal val="#ppt_x-1.17256"/>
                                          </p:val>
                                        </p:tav>
                                        <p:tav tm="52083">
                                          <p:val>
                                            <p:strVal val="#ppt_x-1.18945"/>
                                          </p:val>
                                        </p:tav>
                                        <p:tav tm="60417">
                                          <p:val>
                                            <p:strVal val="#ppt_x-1.20405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1354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415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254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8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9" dur="16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1819"/>
                                          </p:val>
                                        </p:tav>
                                        <p:tav tm="43750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1482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0" dur="16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1" dur="16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2" dur="16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53" dur="6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5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8" dur="16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46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96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2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097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383"/>
                                          </p:val>
                                        </p:tav>
                                        <p:tav tm="43750">
                                          <p:val>
                                            <p:strVal val="#ppt_x-1.1718"/>
                                          </p:val>
                                        </p:tav>
                                        <p:tav tm="52083">
                                          <p:val>
                                            <p:strVal val="#ppt_x-1.18837"/>
                                          </p:val>
                                        </p:tav>
                                        <p:tav tm="60417">
                                          <p:val>
                                            <p:strVal val="#ppt_x-1.20296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542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329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19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8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9" dur="16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62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207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1775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6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0" dur="16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1" dur="16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2" dur="16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63" dur="6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6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68" dur="16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25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86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2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5162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387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902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474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41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234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126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8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9" dur="16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1666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31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0" dur="16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1" dur="16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2" dur="16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73" dur="6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7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8" dur="16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33"/>
                                          </p:val>
                                        </p:tav>
                                        <p:tav tm="6250">
                                          <p:val>
                                            <p:strVal val="#ppt_x-1.24614"/>
                                          </p:val>
                                        </p:tav>
                                        <p:tav tm="14583">
                                          <p:val>
                                            <p:strVal val="#ppt_x-1.24876"/>
                                          </p:val>
                                        </p:tav>
                                        <p:tav tm="22917">
                                          <p:val>
                                            <p:strVal val="#ppt_x-1.2502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098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822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5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877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392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374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216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128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8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9" dur="16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45833">
                                          <p:val>
                                            <p:strVal val="#ppt_y+0.01259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0" dur="16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1" dur="16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2" dur="16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83" dur="6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8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88" dur="16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38"/>
                                          </p:val>
                                        </p:tav>
                                        <p:tav tm="6250">
                                          <p:val>
                                            <p:strVal val="#ppt_x-1.24617"/>
                                          </p:val>
                                        </p:tav>
                                        <p:tav tm="14583">
                                          <p:val>
                                            <p:strVal val="#ppt_x-1.24877"/>
                                          </p:val>
                                        </p:tav>
                                        <p:tav tm="22917">
                                          <p:val>
                                            <p:strVal val="#ppt_x-1.25029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097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931"/>
                                          </p:val>
                                        </p:tav>
                                        <p:tav tm="45833">
                                          <p:val>
                                            <p:strVal val="#ppt_x-1.17237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955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449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417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247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147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8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9" dur="16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1826"/>
                                          </p:val>
                                        </p:tav>
                                        <p:tav tm="45833">
                                          <p:val>
                                            <p:strVal val="#ppt_y+0.01335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0776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4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0" dur="16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1" dur="16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2" dur="16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3" dur="6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59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8" dur="16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309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79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2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861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554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814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316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299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147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3073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3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9" dur="16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23"/>
                                          </p:val>
                                        </p:tav>
                                        <p:tav tm="45833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0876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0" dur="16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1" dur="16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2" dur="16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03" dur="6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0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6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08" dur="16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57"/>
                                          </p:val>
                                        </p:tav>
                                        <p:tav tm="6250">
                                          <p:val>
                                            <p:strVal val="#ppt_x-1.2457"/>
                                          </p:val>
                                        </p:tav>
                                        <p:tav tm="14583">
                                          <p:val>
                                            <p:strVal val="#ppt_x-1.24861"/>
                                          </p:val>
                                        </p:tav>
                                        <p:tav tm="22917">
                                          <p:val>
                                            <p:strVal val="#ppt_x-1.25033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352"/>
                                          </p:val>
                                        </p:tav>
                                        <p:tav tm="52083">
                                          <p:val>
                                            <p:strVal val="#ppt_x-1.17937"/>
                                          </p:val>
                                        </p:tav>
                                        <p:tav tm="56250">
                                          <p:val>
                                            <p:strVal val="#ppt_x-1.18777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319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327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2194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134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9" dur="16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50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46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0735"/>
                                          </p:val>
                                        </p:tav>
                                        <p:tav tm="79167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0" dur="16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1" dur="16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2" dur="16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13" dur="6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1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18" dur="16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77"/>
                                          </p:val>
                                        </p:tav>
                                        <p:tav tm="6250">
                                          <p:val>
                                            <p:strVal val="#ppt_x-1.24582"/>
                                          </p:val>
                                        </p:tav>
                                        <p:tav tm="14583">
                                          <p:val>
                                            <p:strVal val="#ppt_x-1.24865"/>
                                          </p:val>
                                        </p:tav>
                                        <p:tav tm="22917">
                                          <p:val>
                                            <p:strVal val="#ppt_x-1.25032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6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547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241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536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094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12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008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298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9" dur="16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394"/>
                                          </p:val>
                                        </p:tav>
                                        <p:tav tm="47917">
                                          <p:val>
                                            <p:strVal val="#ppt_y+0.01586"/>
                                          </p:val>
                                        </p:tav>
                                        <p:tav tm="64583">
                                          <p:val>
                                            <p:strVal val="#ppt_y+0.00812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3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0" dur="16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1" dur="16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2" dur="16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23" dur="6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2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28" dur="16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79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65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06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719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369"/>
                                          </p:val>
                                        </p:tav>
                                        <p:tav tm="54167">
                                          <p:val>
                                            <p:strVal val="#ppt_x-1.18631"/>
                                          </p:val>
                                        </p:tav>
                                        <p:tav tm="62500">
                                          <p:val>
                                            <p:strVal val="#ppt_x-1.20156"/>
                                          </p:val>
                                        </p:tav>
                                        <p:tav tm="68750">
                                          <p:val>
                                            <p:strVal val="#ppt_x-1.21161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2034"/>
                                          </p:val>
                                        </p:tav>
                                        <p:tav tm="83333">
                                          <p:val>
                                            <p:strVal val="#ppt_x-1.22992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7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9" dur="16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257"/>
                                          </p:val>
                                        </p:tav>
                                        <p:tav tm="47917">
                                          <p:val>
                                            <p:strVal val="#ppt_y+0.01835"/>
                                          </p:val>
                                        </p:tav>
                                        <p:tav tm="68750">
                                          <p:val>
                                            <p:strVal val="#ppt_y+0.00869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4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0" dur="16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1" dur="16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2" dur="16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33" dur="6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3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8" dur="16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184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2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0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21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353"/>
                                          </p:val>
                                        </p:tav>
                                        <p:tav tm="58333">
                                          <p:val>
                                            <p:strVal val="#ppt_x-1.18913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051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079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1979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2973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5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9" dur="16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703"/>
                                          </p:val>
                                        </p:tav>
                                        <p:tav tm="56250">
                                          <p:val>
                                            <p:strVal val="#ppt_y+0.01978"/>
                                          </p:val>
                                        </p:tav>
                                        <p:tav tm="68750">
                                          <p:val>
                                            <p:strVal val="#ppt_y+0.01138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5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0" dur="16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1" dur="16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2" dur="16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43" dur="6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4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48" dur="16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21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38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15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401"/>
                                          </p:val>
                                        </p:tav>
                                        <p:tav tm="56250">
                                          <p:val>
                                            <p:strVal val="#ppt_x-1.1867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202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214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209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057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6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9" dur="16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151"/>
                                          </p:val>
                                        </p:tav>
                                        <p:tav tm="54167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66667">
                                          <p:val>
                                            <p:strVal val="#ppt_y+0.01016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0" dur="16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1" dur="16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2" dur="16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3" dur="6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5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5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6" presetID="0" presetClass="path" presetSubtype="0" repeatCount="indefinite" fill="hold" grpId="0" nodeType="withEffect">
                                  <p:stCondLst>
                                    <p:cond delay="4683"/>
                                  </p:stCondLst>
                                  <p:childTnLst>
                                    <p:set>
                                      <p:cBhvr>
                                        <p:cTn id="4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58" dur="16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249"/>
                                          </p:val>
                                        </p:tav>
                                        <p:tav tm="8333">
                                          <p:val>
                                            <p:strVal val="#ppt_x-1.2465"/>
                                          </p:val>
                                        </p:tav>
                                        <p:tav tm="16667">
                                          <p:val>
                                            <p:strVal val="#ppt_x-1.2491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33333">
                                          <p:val>
                                            <p:strVal val="#ppt_x-1.25111"/>
                                          </p:val>
                                        </p:tav>
                                        <p:tav tm="35417">
                                          <p:val>
                                            <p:strVal val="#ppt_x-1.1468"/>
                                          </p:val>
                                        </p:tav>
                                        <p:tav tm="47917">
                                          <p:val>
                                            <p:strVal val="#ppt_x-1.1726"/>
                                          </p:val>
                                        </p:tav>
                                        <p:tav tm="56250">
                                          <p:val>
                                            <p:strVal val="#ppt_x-1.18902"/>
                                          </p:val>
                                        </p:tav>
                                        <p:tav tm="64583">
                                          <p:val>
                                            <p:strVal val="#ppt_x-1.20383"/>
                                          </p:val>
                                        </p:tav>
                                        <p:tav tm="70833">
                                          <p:val>
                                            <p:strVal val="#ppt_x-1.21358"/>
                                          </p:val>
                                        </p:tav>
                                        <p:tav tm="77083">
                                          <p:val>
                                            <p:strVal val="#ppt_x-1.22203"/>
                                          </p:val>
                                        </p:tav>
                                        <p:tav tm="85417">
                                          <p:val>
                                            <p:strVal val="#ppt_x-1.23128"/>
                                          </p:val>
                                        </p:tav>
                                        <p:tav tm="91667">
                                          <p:val>
                                            <p:strVal val="#ppt_x-1.236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2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9" dur="16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14583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33333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35417">
                                          <p:val>
                                            <p:strVal val="#ppt_y+0.03018"/>
                                          </p:val>
                                        </p:tav>
                                        <p:tav tm="58333">
                                          <p:val>
                                            <p:strVal val="#ppt_y+0.01586"/>
                                          </p:val>
                                        </p:tav>
                                        <p:tav tm="68750">
                                          <p:val>
                                            <p:strVal val="#ppt_y+0.01047"/>
                                          </p:val>
                                        </p:tav>
                                        <p:tav tm="83333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0" dur="16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w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w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w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w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1" dur="16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525"/>
                                          </p:val>
                                        </p:tav>
                                        <p:tav tm="8333">
                                          <p:val>
                                            <p:strVal val="#ppt_h*0.97787"/>
                                          </p:val>
                                        </p:tav>
                                        <p:tav tm="16667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35417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52083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56250">
                                          <p:val>
                                            <p:strVal val="#ppt_h*0.61668"/>
                                          </p:val>
                                        </p:tav>
                                        <p:tav tm="66667">
                                          <p:val>
                                            <p:strVal val="#ppt_h*0.7311"/>
                                          </p:val>
                                        </p:tav>
                                        <p:tav tm="77083">
                                          <p:val>
                                            <p:strVal val="#ppt_h*0.82394"/>
                                          </p:val>
                                        </p:tav>
                                        <p:tav tm="87500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2" dur="16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76"/>
                                          </p:val>
                                        </p:tav>
                                        <p:tav tm="8333">
                                          <p:val>
                                            <p:fltVal val="3.62"/>
                                          </p:val>
                                        </p:tav>
                                        <p:tav tm="16667">
                                          <p:val>
                                            <p:fltVal val="0.9"/>
                                          </p:val>
                                        </p:tav>
                                        <p:tav tm="25000">
                                          <p:val>
                                            <p:fltVal val="-0.63"/>
                                          </p:val>
                                        </p:tav>
                                        <p:tav tm="33333">
                                          <p:val>
                                            <p:fltVal val="-1.15"/>
                                          </p:val>
                                        </p:tav>
                                        <p:tav tm="35417">
                                          <p:val>
                                            <p:fltVal val="115.42"/>
                                          </p:val>
                                        </p:tav>
                                        <p:tav tm="45833">
                                          <p:val>
                                            <p:fltVal val="87.18"/>
                                          </p:val>
                                        </p:tav>
                                        <p:tav tm="52083">
                                          <p:val>
                                            <p:fltVal val="70.97"/>
                                          </p:val>
                                        </p:tav>
                                        <p:tav tm="60417">
                                          <p:val>
                                            <p:fltVal val="54.78"/>
                                          </p:val>
                                        </p:tav>
                                        <p:tav tm="66667">
                                          <p:val>
                                            <p:fltVal val="43.94"/>
                                          </p:val>
                                        </p:tav>
                                        <p:tav tm="75000">
                                          <p:val>
                                            <p:fltVal val="31.51"/>
                                          </p:val>
                                        </p:tav>
                                        <p:tav tm="83333">
                                          <p:val>
                                            <p:fltVal val="21.44"/>
                                          </p:val>
                                        </p:tav>
                                        <p:tav tm="91667">
                                          <p:val>
                                            <p:fltVal val="13.61"/>
                                          </p:val>
                                        </p:tav>
                                        <p:tav tm="100000">
                                          <p:val>
                                            <p:fltVal val="7.76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63" dur="6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4664" dur="1000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5" dur="1" fill="hold">
                                          <p:stCondLst>
                                            <p:cond delay="15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66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7" dur="13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8" dur="13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16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995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109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9" dur="13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0" dur="13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1" dur="13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2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73" dur="13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4" dur="13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5128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06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25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4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001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114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3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5" dur="13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6" dur="13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7" dur="13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8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79" dur="13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10256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15385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17949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377"/>
                                          </p:val>
                                        </p:tav>
                                        <p:tav tm="41026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69231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74359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9744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97436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0" dur="13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10256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46"/>
                                          </p:val>
                                        </p:tav>
                                        <p:tav tm="43590">
                                          <p:val>
                                            <p:strVal val="#ppt_y+0.00519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0544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69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37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69231">
                                          <p:val>
                                            <p:strVal val="#ppt_y-0.00259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48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97436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1" dur="13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5377"/>
                                          </p:val>
                                        </p:tav>
                                        <p:tav tm="2564">
                                          <p:val>
                                            <p:strVal val="#ppt_w*1.06682"/>
                                          </p:val>
                                        </p:tav>
                                        <p:tav tm="5128">
                                          <p:val>
                                            <p:strVal val="#ppt_w*1.0933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13475"/>
                                          </p:val>
                                        </p:tav>
                                        <p:tav tm="10256">
                                          <p:val>
                                            <p:strVal val="#ppt_w*1.18663"/>
                                          </p:val>
                                        </p:tav>
                                        <p:tav tm="12821">
                                          <p:val>
                                            <p:strVal val="#ppt_w*1.09232"/>
                                          </p:val>
                                        </p:tav>
                                        <p:tav tm="15385">
                                          <p:val>
                                            <p:strVal val="#ppt_w*1.01049"/>
                                          </p:val>
                                        </p:tav>
                                        <p:tav tm="17949">
                                          <p:val>
                                            <p:strVal val="#ppt_w*1.01054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04236"/>
                                          </p:val>
                                        </p:tav>
                                        <p:tav tm="30769">
                                          <p:val>
                                            <p:strVal val="#ppt_w*1.06007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8101"/>
                                          </p:val>
                                        </p:tav>
                                        <p:tav tm="35897">
                                          <p:val>
                                            <p:strVal val="#ppt_w*1.11634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16698"/>
                                          </p:val>
                                        </p:tav>
                                        <p:tav tm="41026">
                                          <p:val>
                                            <p:strVal val="#ppt_w*1.129"/>
                                          </p:val>
                                        </p:tav>
                                        <p:tav tm="43590">
                                          <p:val>
                                            <p:strVal val="#ppt_w*1.0412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1.00216"/>
                                          </p:val>
                                        </p:tav>
                                        <p:tav tm="51282">
                                          <p:val>
                                            <p:strVal val="#ppt_w*1.0376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04762"/>
                                          </p:val>
                                        </p:tav>
                                        <p:tav tm="58974">
                                          <p:val>
                                            <p:strVal val="#ppt_w*1.05538"/>
                                          </p:val>
                                        </p:tav>
                                        <p:tav tm="61538">
                                          <p:val>
                                            <p:strVal val="#ppt_w*1.07099"/>
                                          </p:val>
                                        </p:tav>
                                        <p:tav tm="64103">
                                          <p:val>
                                            <p:strVal val="#ppt_w*1.1004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14488"/>
                                          </p:val>
                                        </p:tav>
                                        <p:tav tm="69231">
                                          <p:val>
                                            <p:strVal val="#ppt_w*1.16718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.07472"/>
                                          </p:val>
                                        </p:tav>
                                        <p:tav tm="74359">
                                          <p:val>
                                            <p:strVal val="#ppt_w*1.0022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308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5094"/>
                                          </p:val>
                                        </p:tav>
                                        <p:tav tm="82051">
                                          <p:val>
                                            <p:strVal val="#ppt_w*1.06031"/>
                                          </p:val>
                                        </p:tav>
                                        <p:tav tm="87179">
                                          <p:val>
                                            <p:strVal val="#ppt_w*1.06224"/>
                                          </p:val>
                                        </p:tav>
                                        <p:tav tm="89744">
                                          <p:val>
                                            <p:strVal val="#ppt_w*1.07015"/>
                                          </p:val>
                                        </p:tav>
                                        <p:tav tm="92308">
                                          <p:val>
                                            <p:strVal val="#ppt_w*1.09164"/>
                                          </p:val>
                                        </p:tav>
                                        <p:tav tm="94872">
                                          <p:val>
                                            <p:strVal val="#ppt_w*1.1281"/>
                                          </p:val>
                                        </p:tav>
                                        <p:tav tm="97436">
                                          <p:val>
                                            <p:strVal val="#ppt_w*1.180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11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2" dur="13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434"/>
                                          </p:val>
                                        </p:tav>
                                        <p:tav tm="10256">
                                          <p:val>
                                            <p:strVal val="#ppt_h*0.99499"/>
                                          </p:val>
                                        </p:tav>
                                        <p:tav tm="12821">
                                          <p:val>
                                            <p:strVal val="#ppt_h*1.00393"/>
                                          </p:val>
                                        </p:tav>
                                        <p:tav tm="33333">
                                          <p:val>
                                            <p:strVal val="#ppt_h*1.00384"/>
                                          </p:val>
                                        </p:tav>
                                        <p:tav tm="38462">
                                          <p:val>
                                            <p:strVal val="#ppt_h*0.99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00432"/>
                                          </p:val>
                                        </p:tav>
                                        <p:tav tm="69231">
                                          <p:val>
                                            <p:strVal val="#ppt_h*0.99763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.0043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689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5393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712"/>
                                          </p:val>
                                        </p:tav>
                                        <p:tav tm="97436">
                                          <p:val>
                                            <p:strVal val="#ppt_h*0.993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2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3" dur="13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55"/>
                                          </p:val>
                                        </p:tav>
                                        <p:tav tm="2564">
                                          <p:val>
                                            <p:fltVal val="5.36"/>
                                          </p:val>
                                        </p:tav>
                                        <p:tav tm="5128">
                                          <p:val>
                                            <p:fltVal val="6.94"/>
                                          </p:val>
                                        </p:tav>
                                        <p:tav tm="10256">
                                          <p:val>
                                            <p:fltVal val="12.04"/>
                                          </p:val>
                                        </p:tav>
                                        <p:tav tm="15385">
                                          <p:val>
                                            <p:fltVal val="-0.68"/>
                                          </p:val>
                                        </p:tav>
                                        <p:tav tm="17949">
                                          <p:val>
                                            <p:fltVal val="-0.4"/>
                                          </p:val>
                                        </p:tav>
                                        <p:tav tm="20513">
                                          <p:val>
                                            <p:fltVal val="1.32"/>
                                          </p:val>
                                        </p:tav>
                                        <p:tav tm="23077">
                                          <p:val>
                                            <p:fltVal val="2.43"/>
                                          </p:val>
                                        </p:tav>
                                        <p:tav tm="30769">
                                          <p:val>
                                            <p:fltVal val="2.98"/>
                                          </p:val>
                                        </p:tav>
                                        <p:tav tm="33333">
                                          <p:val>
                                            <p:fltVal val="3.93"/>
                                          </p:val>
                                        </p:tav>
                                        <p:tav tm="35897">
                                          <p:val>
                                            <p:fltVal val="5.67"/>
                                          </p:val>
                                        </p:tav>
                                        <p:tav tm="38462">
                                          <p:val>
                                            <p:fltVal val="8.14"/>
                                          </p:val>
                                        </p:tav>
                                        <p:tav tm="41026">
                                          <p:val>
                                            <p:fltVal val="5.1"/>
                                          </p:val>
                                        </p:tav>
                                        <p:tav tm="43590">
                                          <p:val>
                                            <p:fltVal val="-1.64"/>
                                          </p:val>
                                        </p:tav>
                                        <p:tav tm="46154">
                                          <p:val>
                                            <p:fltVal val="-4.13"/>
                                          </p:val>
                                        </p:tav>
                                        <p:tav tm="51282">
                                          <p:val>
                                            <p:fltVal val="0.98"/>
                                          </p:val>
                                        </p:tav>
                                        <p:tav tm="53846">
                                          <p:val>
                                            <p:fltVal val="2.64"/>
                                          </p:val>
                                        </p:tav>
                                        <p:tav tm="58974">
                                          <p:val>
                                            <p:fltVal val="4.61"/>
                                          </p:val>
                                        </p:tav>
                                        <p:tav tm="61538">
                                          <p:val>
                                            <p:fltVal val="6.23"/>
                                          </p:val>
                                        </p:tav>
                                        <p:tav tm="66667">
                                          <p:val>
                                            <p:fltVal val="11.38"/>
                                          </p:val>
                                        </p:tav>
                                        <p:tav tm="69231">
                                          <p:val>
                                            <p:fltVal val="12.24"/>
                                          </p:val>
                                        </p:tav>
                                        <p:tav tm="74359">
                                          <p:val>
                                            <p:fltVal val="-0.12"/>
                                          </p:val>
                                        </p:tav>
                                        <p:tav tm="76923">
                                          <p:val>
                                            <p:fltVal val="2.34"/>
                                          </p:val>
                                        </p:tav>
                                        <p:tav tm="79487">
                                          <p:val>
                                            <p:fltVal val="3.97"/>
                                          </p:val>
                                        </p:tav>
                                        <p:tav tm="82051">
                                          <p:val>
                                            <p:fltVal val="4.83"/>
                                          </p:val>
                                        </p:tav>
                                        <p:tav tm="89744">
                                          <p:val>
                                            <p:fltVal val="5.55"/>
                                          </p:val>
                                        </p:tav>
                                        <p:tav tm="92308">
                                          <p:val>
                                            <p:fltVal val="6.83"/>
                                          </p:val>
                                        </p:tav>
                                        <p:tav tm="94872">
                                          <p:val>
                                            <p:fltVal val="8.97"/>
                                          </p:val>
                                        </p:tav>
                                        <p:tav tm="97436">
                                          <p:val>
                                            <p:fltVal val="11.88"/>
                                          </p:val>
                                        </p:tav>
                                        <p:tav tm="100000">
                                          <p:val>
                                            <p:fltVal val="7.3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4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85" dur="13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12821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28205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19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029"/>
                                          </p:val>
                                        </p:tav>
                                        <p:tav tm="58974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64103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71795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7179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92308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94872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6" dur="13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5128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20513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28205">
                                          <p:val>
                                            <p:strVal val="#ppt_y+0.0037"/>
                                          </p:val>
                                        </p:tav>
                                        <p:tav tm="43590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294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8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026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132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655"/>
                                          </p:val>
                                        </p:tav>
                                        <p:tav tm="87179">
                                          <p:val>
                                            <p:strVal val="#ppt_y+0.00323"/>
                                          </p:val>
                                        </p:tav>
                                        <p:tav tm="92308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7" dur="13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1523"/>
                                          </p:val>
                                        </p:tav>
                                        <p:tav tm="5128">
                                          <p:val>
                                            <p:strVal val="#ppt_w*1.03318"/>
                                          </p:val>
                                        </p:tav>
                                        <p:tav tm="10256">
                                          <p:val>
                                            <p:strVal val="#ppt_w*1.03975"/>
                                          </p:val>
                                        </p:tav>
                                        <p:tav tm="12821">
                                          <p:val>
                                            <p:strVal val="#ppt_w*1.05361"/>
                                          </p:val>
                                        </p:tav>
                                        <p:tav tm="15385">
                                          <p:val>
                                            <p:strVal val="#ppt_w*1.07803"/>
                                          </p:val>
                                        </p:tav>
                                        <p:tav tm="17949">
                                          <p:val>
                                            <p:strVal val="#ppt_w*1.11396"/>
                                          </p:val>
                                        </p:tav>
                                        <p:tav tm="20513">
                                          <p:val>
                                            <p:strVal val="#ppt_w*1.16168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10202"/>
                                          </p:val>
                                        </p:tav>
                                        <p:tav tm="25641">
                                          <p:val>
                                            <p:strVal val="#ppt_w*1.02618"/>
                                          </p:val>
                                        </p:tav>
                                        <p:tav tm="28205">
                                          <p:val>
                                            <p:strVal val="#ppt_w*0.98378"/>
                                          </p:val>
                                        </p:tav>
                                        <p:tav tm="35897">
                                          <p:val>
                                            <p:strVal val="#ppt_w*1.02734"/>
                                          </p:val>
                                        </p:tav>
                                        <p:tav tm="43590">
                                          <p:val>
                                            <p:strVal val="#ppt_w*1.0406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1.05556"/>
                                          </p:val>
                                        </p:tav>
                                        <p:tav tm="48718">
                                          <p:val>
                                            <p:strVal val="#ppt_w*1.0811"/>
                                          </p:val>
                                        </p:tav>
                                        <p:tav tm="51282">
                                          <p:val>
                                            <p:strVal val="#ppt_w*1.1182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16707"/>
                                          </p:val>
                                        </p:tav>
                                        <p:tav tm="58974">
                                          <p:val>
                                            <p:strVal val="#ppt_w*1.01923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8567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01782"/>
                                          </p:val>
                                        </p:tav>
                                        <p:tav tm="74359">
                                          <p:val>
                                            <p:strVal val="#ppt_w*1.04326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7875"/>
                                          </p:val>
                                        </p:tav>
                                        <p:tav tm="82051">
                                          <p:val>
                                            <p:strVal val="#ppt_w*1.10235"/>
                                          </p:val>
                                        </p:tav>
                                        <p:tav tm="87179">
                                          <p:val>
                                            <p:strVal val="#ppt_w*1.18079"/>
                                          </p:val>
                                        </p:tav>
                                        <p:tav tm="89744">
                                          <p:val>
                                            <p:strVal val="#ppt_w*1.09344"/>
                                          </p:val>
                                        </p:tav>
                                        <p:tav tm="92308">
                                          <p:val>
                                            <p:strVal val="#ppt_w*1.01619"/>
                                          </p:val>
                                        </p:tav>
                                        <p:tav tm="94872">
                                          <p:val>
                                            <p:strVal val="#ppt_w*0.989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19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8" dur="13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137"/>
                                          </p:val>
                                        </p:tav>
                                        <p:tav tm="15385">
                                          <p:val>
                                            <p:strVal val="#ppt_h*1.00089"/>
                                          </p:val>
                                        </p:tav>
                                        <p:tav tm="20513">
                                          <p:val>
                                            <p:strVal val="#ppt_h*0.99342"/>
                                          </p:val>
                                        </p:tav>
                                        <p:tav tm="25641">
                                          <p:val>
                                            <p:strVal val="#ppt_h*1.00133"/>
                                          </p:val>
                                        </p:tav>
                                        <p:tav tm="46154">
                                          <p:val>
                                            <p:strVal val="#ppt_h*1.00173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99274"/>
                                          </p:val>
                                        </p:tav>
                                        <p:tav tm="56410">
                                          <p:val>
                                            <p:strVal val="#ppt_h*1.00065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.00198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2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46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5036"/>
                                          </p:val>
                                        </p:tav>
                                        <p:tav tm="87179">
                                          <p:val>
                                            <p:strVal val="#ppt_h*0.9675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1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9" dur="13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7"/>
                                          </p:val>
                                        </p:tav>
                                        <p:tav tm="5128">
                                          <p:val>
                                            <p:fltVal val="2.44"/>
                                          </p:val>
                                        </p:tav>
                                        <p:tav tm="10256">
                                          <p:val>
                                            <p:fltVal val="2.78"/>
                                          </p:val>
                                        </p:tav>
                                        <p:tav tm="12821">
                                          <p:val>
                                            <p:fltVal val="3.54"/>
                                          </p:val>
                                        </p:tav>
                                        <p:tav tm="15385">
                                          <p:val>
                                            <p:fltVal val="4.9"/>
                                          </p:val>
                                        </p:tav>
                                        <p:tav tm="20513">
                                          <p:val>
                                            <p:fltVal val="9.34"/>
                                          </p:val>
                                        </p:tav>
                                        <p:tav tm="23077">
                                          <p:val>
                                            <p:fltVal val="5.12"/>
                                          </p:val>
                                        </p:tav>
                                        <p:tav tm="25641">
                                          <p:val>
                                            <p:fltVal val="-0.73"/>
                                          </p:val>
                                        </p:tav>
                                        <p:tav tm="28205">
                                          <p:val>
                                            <p:fltVal val="-4.36"/>
                                          </p:val>
                                        </p:tav>
                                        <p:tav tm="33333">
                                          <p:val>
                                            <p:fltVal val="-1.49"/>
                                          </p:val>
                                        </p:tav>
                                        <p:tav tm="35897">
                                          <p:val>
                                            <p:fltVal val="-0.77"/>
                                          </p:val>
                                        </p:tav>
                                        <p:tav tm="43590">
                                          <p:val>
                                            <p:fltVal val="-0.86"/>
                                          </p:val>
                                        </p:tav>
                                        <p:tav tm="46154">
                                          <p:val>
                                            <p:fltVal val="0.52"/>
                                          </p:val>
                                        </p:tav>
                                        <p:tav tm="48718">
                                          <p:val>
                                            <p:fltVal val="2.78"/>
                                          </p:val>
                                        </p:tav>
                                        <p:tav tm="53846">
                                          <p:val>
                                            <p:fltVal val="9.1"/>
                                          </p:val>
                                        </p:tav>
                                        <p:tav tm="56410">
                                          <p:val>
                                            <p:fltVal val="4.95"/>
                                          </p:val>
                                        </p:tav>
                                        <p:tav tm="58974">
                                          <p:val>
                                            <p:fltVal val="0.03"/>
                                          </p:val>
                                        </p:tav>
                                        <p:tav tm="61538">
                                          <p:val>
                                            <p:fltVal val="-1.89"/>
                                          </p:val>
                                        </p:tav>
                                        <p:tav tm="64103">
                                          <p:val>
                                            <p:fltVal val="0.66"/>
                                          </p:val>
                                        </p:tav>
                                        <p:tav tm="66667">
                                          <p:val>
                                            <p:fltVal val="2.35"/>
                                          </p:val>
                                        </p:tav>
                                        <p:tav tm="69231">
                                          <p:val>
                                            <p:fltVal val="3.18"/>
                                          </p:val>
                                        </p:tav>
                                        <p:tav tm="74359">
                                          <p:val>
                                            <p:fltVal val="3.84"/>
                                          </p:val>
                                        </p:tav>
                                        <p:tav tm="79487">
                                          <p:val>
                                            <p:fltVal val="5.36"/>
                                          </p:val>
                                        </p:tav>
                                        <p:tav tm="82051">
                                          <p:val>
                                            <p:fltVal val="6.65"/>
                                          </p:val>
                                        </p:tav>
                                        <p:tav tm="87179">
                                          <p:val>
                                            <p:fltVal val="10.89"/>
                                          </p:val>
                                        </p:tav>
                                        <p:tav tm="92308">
                                          <p:val>
                                            <p:fltVal val="-0.17"/>
                                          </p:val>
                                        </p:tav>
                                        <p:tav tm="94872">
                                          <p:val>
                                            <p:fltVal val="-2.1"/>
                                          </p:val>
                                        </p:tav>
                                        <p:tav tm="100000">
                                          <p:val>
                                            <p:fltVal val="1.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0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91" dur="13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2564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01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69231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74359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92308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2" dur="13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20513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30769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59"/>
                                          </p:val>
                                        </p:tav>
                                        <p:tav tm="43590">
                                          <p:val>
                                            <p:strVal val="#ppt_y+0.00598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35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69231">
                                          <p:val>
                                            <p:strVal val="#ppt_y-0.0013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84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75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3" dur="13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28"/>
                                          </p:val>
                                        </p:tav>
                                        <p:tav tm="2564">
                                          <p:val>
                                            <p:strVal val="#ppt_w*0.94882"/>
                                          </p:val>
                                        </p:tav>
                                        <p:tav tm="10256">
                                          <p:val>
                                            <p:strVal val="#ppt_w*0.98911"/>
                                          </p:val>
                                        </p:tav>
                                        <p:tav tm="20513">
                                          <p:val>
                                            <p:strVal val="#ppt_w*1.00756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02133"/>
                                          </p:val>
                                        </p:tav>
                                        <p:tav tm="25641">
                                          <p:val>
                                            <p:strVal val="#ppt_w*1.04341"/>
                                          </p:val>
                                        </p:tav>
                                        <p:tav tm="28205">
                                          <p:val>
                                            <p:strVal val="#ppt_w*1.07446"/>
                                          </p:val>
                                        </p:tav>
                                        <p:tav tm="30769">
                                          <p:val>
                                            <p:strVal val="#ppt_w*1.11468"/>
                                          </p:val>
                                        </p:tav>
                                        <p:tav tm="33333">
                                          <p:val>
                                            <p:strVal val="#ppt_w*1.08633"/>
                                          </p:val>
                                        </p:tav>
                                        <p:tav tm="35897">
                                          <p:val>
                                            <p:strVal val="#ppt_w*1.01791"/>
                                          </p:val>
                                        </p:tav>
                                        <p:tav tm="38462">
                                          <p:val>
                                            <p:strVal val="#ppt_w*0.95809"/>
                                          </p:val>
                                        </p:tav>
                                        <p:tav tm="41026">
                                          <p:val>
                                            <p:strVal val="#ppt_w*0.95851"/>
                                          </p:val>
                                        </p:tav>
                                        <p:tav tm="48718">
                                          <p:val>
                                            <p:strVal val="#ppt_w*0.99394"/>
                                          </p:val>
                                        </p:tav>
                                        <p:tav tm="56410">
                                          <p:val>
                                            <p:strVal val="#ppt_w*1.00421"/>
                                          </p:val>
                                        </p:tav>
                                        <p:tav tm="58974">
                                          <p:val>
                                            <p:strVal val="#ppt_w*1.01486"/>
                                          </p:val>
                                        </p:tav>
                                        <p:tav tm="61538">
                                          <p:val>
                                            <p:strVal val="#ppt_w*1.03353"/>
                                          </p:val>
                                        </p:tav>
                                        <p:tav tm="64103">
                                          <p:val>
                                            <p:strVal val="#ppt_w*1.06094"/>
                                          </p:val>
                                        </p:tav>
                                        <p:tav tm="66667">
                                          <p:val>
                                            <p:strVal val="#ppt_w*1.09751"/>
                                          </p:val>
                                        </p:tav>
                                        <p:tav tm="69231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.04442"/>
                                          </p:val>
                                        </p:tav>
                                        <p:tav tm="74359">
                                          <p:val>
                                            <p:strVal val="#ppt_w*0.9875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6646"/>
                                          </p:val>
                                        </p:tav>
                                        <p:tav tm="79487">
                                          <p:val>
                                            <p:strVal val="#ppt_w*0.98436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259"/>
                                          </p:val>
                                        </p:tav>
                                        <p:tav tm="94872">
                                          <p:val>
                                            <p:strVal val="#ppt_w*1.01205"/>
                                          </p:val>
                                        </p:tav>
                                        <p:tav tm="97436">
                                          <p:val>
                                            <p:strVal val="#ppt_w*1.026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49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4" dur="13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939"/>
                                          </p:val>
                                        </p:tav>
                                        <p:tav tm="2564">
                                          <p:val>
                                            <p:strVal val="#ppt_h*0.9951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9972"/>
                                          </p:val>
                                        </p:tav>
                                        <p:tav tm="30769">
                                          <p:val>
                                            <p:strVal val="#ppt_h*0.99249"/>
                                          </p:val>
                                        </p:tav>
                                        <p:tav tm="35897">
                                          <p:val>
                                            <p:strVal val="#ppt_h*1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9931"/>
                                          </p:val>
                                        </p:tav>
                                        <p:tav tm="69231">
                                          <p:val>
                                            <p:strVal val="#ppt_h*0.9927"/>
                                          </p:val>
                                        </p:tav>
                                        <p:tav tm="71795">
                                          <p:val>
                                            <p:strVal val="#ppt_h*0.99939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7984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164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46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8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5" dur="13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.83"/>
                                          </p:val>
                                        </p:tav>
                                        <p:tav tm="2564">
                                          <p:val>
                                            <p:fltVal val="-6.49"/>
                                          </p:val>
                                        </p:tav>
                                        <p:tav tm="7692">
                                          <p:val>
                                            <p:fltVal val="-3.26"/>
                                          </p:val>
                                        </p:tav>
                                        <p:tav tm="10256">
                                          <p:val>
                                            <p:fltVal val="-2.22"/>
                                          </p:val>
                                        </p:tav>
                                        <p:tav tm="12821">
                                          <p:val>
                                            <p:fltVal val="-1.59"/>
                                          </p:val>
                                        </p:tav>
                                        <p:tav tm="20513">
                                          <p:val>
                                            <p:fltVal val="-1.24"/>
                                          </p:val>
                                        </p:tav>
                                        <p:tav tm="23077">
                                          <p:val>
                                            <p:fltVal val="-0.57"/>
                                          </p:val>
                                        </p:tav>
                                        <p:tav tm="25641">
                                          <p:val>
                                            <p:fltVal val="0.57"/>
                                          </p:val>
                                        </p:tav>
                                        <p:tav tm="30769">
                                          <p:val>
                                            <p:fltVal val="4.23"/>
                                          </p:val>
                                        </p:tav>
                                        <p:tav tm="33333">
                                          <p:val>
                                            <p:fltVal val="1.85"/>
                                          </p:val>
                                        </p:tav>
                                        <p:tav tm="38462">
                                          <p:val>
                                            <p:fltVal val="-8.83"/>
                                          </p:val>
                                        </p:tav>
                                        <p:tav tm="41026">
                                          <p:val>
                                            <p:fltVal val="-8.83"/>
                                          </p:val>
                                        </p:tav>
                                        <p:tav tm="48718">
                                          <p:val>
                                            <p:fltVal val="-4.29"/>
                                          </p:val>
                                        </p:tav>
                                        <p:tav tm="58974">
                                          <p:val>
                                            <p:fltVal val="0.06"/>
                                          </p:val>
                                        </p:tav>
                                        <p:tav tm="61538">
                                          <p:val>
                                            <p:fltVal val="1.9"/>
                                          </p:val>
                                        </p:tav>
                                        <p:tav tm="66667">
                                          <p:val>
                                            <p:fltVal val="6.6"/>
                                          </p:val>
                                        </p:tav>
                                        <p:tav tm="69231">
                                          <p:val>
                                            <p:fltVal val="7.29"/>
                                          </p:val>
                                        </p:tav>
                                        <p:tav tm="74359">
                                          <p:val>
                                            <p:fltVal val="-2.61"/>
                                          </p:val>
                                        </p:tav>
                                        <p:tav tm="76923">
                                          <p:val>
                                            <p:fltVal val="-4.35"/>
                                          </p:val>
                                        </p:tav>
                                        <p:tav tm="79487">
                                          <p:val>
                                            <p:fltVal val="-2.75"/>
                                          </p:val>
                                        </p:tav>
                                        <p:tav tm="84615">
                                          <p:val>
                                            <p:fltVal val="-0.96"/>
                                          </p:val>
                                        </p:tav>
                                        <p:tav tm="94872">
                                          <p:val>
                                            <p:fltVal val="-0.1"/>
                                          </p:val>
                                        </p:tav>
                                        <p:tav tm="100000">
                                          <p:val>
                                            <p:fltVal val="2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6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97" dur="13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35897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8" dur="13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10256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488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42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96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19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35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019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17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9" dur="13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8998"/>
                                          </p:val>
                                        </p:tav>
                                        <p:tav tm="5128">
                                          <p:val>
                                            <p:strVal val="#ppt_w*1.0385"/>
                                          </p:val>
                                        </p:tav>
                                        <p:tav tm="10256">
                                          <p:val>
                                            <p:strVal val="#ppt_w*0.94928"/>
                                          </p:val>
                                        </p:tav>
                                        <p:tav tm="12821">
                                          <p:val>
                                            <p:strVal val="#ppt_w*0.93087"/>
                                          </p:val>
                                        </p:tav>
                                        <p:tav tm="20513">
                                          <p:val>
                                            <p:strVal val="#ppt_w*0.95926"/>
                                          </p:val>
                                        </p:tav>
                                        <p:tav tm="28205">
                                          <p:val>
                                            <p:strVal val="#ppt_w*0.96862"/>
                                          </p:val>
                                        </p:tav>
                                        <p:tav tm="30769">
                                          <p:val>
                                            <p:strVal val="#ppt_w*0.98004"/>
                                          </p:val>
                                        </p:tav>
                                        <p:tav tm="35897">
                                          <p:val>
                                            <p:strVal val="#ppt_w*1.02175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02437"/>
                                          </p:val>
                                        </p:tav>
                                        <p:tav tm="43590">
                                          <p:val>
                                            <p:strVal val="#ppt_w*0.93104"/>
                                          </p:val>
                                        </p:tav>
                                        <p:tav tm="51282">
                                          <p:val>
                                            <p:strVal val="#ppt_w*0.95583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7242"/>
                                          </p:val>
                                        </p:tav>
                                        <p:tav tm="64103">
                                          <p:val>
                                            <p:strVal val="#ppt_w*0.98641"/>
                                          </p:val>
                                        </p:tav>
                                        <p:tav tm="69231">
                                          <p:val>
                                            <p:strVal val="#ppt_w*1.03275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.00585"/>
                                          </p:val>
                                        </p:tav>
                                        <p:tav tm="74359">
                                          <p:val>
                                            <p:strVal val="#ppt_w*0.94618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8966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3837"/>
                                          </p:val>
                                        </p:tav>
                                        <p:tav tm="92308">
                                          <p:val>
                                            <p:strVal val="#ppt_w*0.96042"/>
                                          </p:val>
                                        </p:tav>
                                        <p:tav tm="94872">
                                          <p:val>
                                            <p:strVal val="#ppt_w*0.973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16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0" dur="13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6923">
                                          <p:val>
                                            <p:strVal val="#ppt_h*1.004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1" dur="13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01"/>
                                          </p:val>
                                        </p:tav>
                                        <p:tav tm="5128">
                                          <p:val>
                                            <p:fltVal val="-4.45"/>
                                          </p:val>
                                        </p:tav>
                                        <p:tav tm="10256">
                                          <p:val>
                                            <p:fltVal val="3.89"/>
                                          </p:val>
                                        </p:tav>
                                        <p:tav tm="12821">
                                          <p:val>
                                            <p:fltVal val="5.47"/>
                                          </p:val>
                                        </p:tav>
                                        <p:tav tm="20513">
                                          <p:val>
                                            <p:fltVal val="1.99"/>
                                          </p:val>
                                        </p:tav>
                                        <p:tav tm="28205">
                                          <p:val>
                                            <p:fltVal val="0.29"/>
                                          </p:val>
                                        </p:tav>
                                        <p:tav tm="30769">
                                          <p:val>
                                            <p:fltVal val="-1.06"/>
                                          </p:val>
                                        </p:tav>
                                        <p:tav tm="35897">
                                          <p:val>
                                            <p:fltVal val="-5.57"/>
                                          </p:val>
                                        </p:tav>
                                        <p:tav tm="38462">
                                          <p:val>
                                            <p:fltVal val="-6.13"/>
                                          </p:val>
                                        </p:tav>
                                        <p:tav tm="43590">
                                          <p:val>
                                            <p:fltVal val="1.93"/>
                                          </p:val>
                                        </p:tav>
                                        <p:tav tm="51282">
                                          <p:val>
                                            <p:fltVal val="1.12"/>
                                          </p:val>
                                        </p:tav>
                                        <p:tav tm="58974">
                                          <p:val>
                                            <p:fltVal val="2.25"/>
                                          </p:val>
                                        </p:tav>
                                        <p:tav tm="61538">
                                          <p:val>
                                            <p:fltVal val="2.2"/>
                                          </p:val>
                                        </p:tav>
                                        <p:tav tm="64103">
                                          <p:val>
                                            <p:fltVal val="1.54"/>
                                          </p:val>
                                        </p:tav>
                                        <p:tav tm="66667">
                                          <p:val>
                                            <p:fltVal val="-0.13"/>
                                          </p:val>
                                        </p:tav>
                                        <p:tav tm="69231">
                                          <p:val>
                                            <p:fltVal val="-2.7"/>
                                          </p:val>
                                        </p:tav>
                                        <p:tav tm="71795">
                                          <p:val>
                                            <p:fltVal val="-0.3"/>
                                          </p:val>
                                        </p:tav>
                                        <p:tav tm="74359">
                                          <p:val>
                                            <p:fltVal val="3.29"/>
                                          </p:val>
                                        </p:tav>
                                        <p:tav tm="76923">
                                          <p:val>
                                            <p:fltVal val="5.03"/>
                                          </p:val>
                                        </p:tav>
                                        <p:tav tm="79487">
                                          <p:val>
                                            <p:fltVal val="3.34"/>
                                          </p:val>
                                        </p:tav>
                                        <p:tav tm="82051">
                                          <p:val>
                                            <p:fltVal val="2.5"/>
                                          </p:val>
                                        </p:tav>
                                        <p:tav tm="84615">
                                          <p:val>
                                            <p:fltVal val="1.99"/>
                                          </p:val>
                                        </p:tav>
                                        <p:tav tm="92308">
                                          <p:val>
                                            <p:fltVal val="1.72"/>
                                          </p:val>
                                        </p:tav>
                                        <p:tav tm="94872">
                                          <p:val>
                                            <p:fltVal val="0.95"/>
                                          </p:val>
                                        </p:tav>
                                        <p:tav tm="97436">
                                          <p:val>
                                            <p:fltVal val="-0.44"/>
                                          </p:val>
                                        </p:tav>
                                        <p:tav tm="100000">
                                          <p:val>
                                            <p:fltVal val="-2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02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3" dur="13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86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33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4" dur="13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2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308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94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04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3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72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3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49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5" dur="13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6" dur="13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7" dur="13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08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9" dur="13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0" dur="13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87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78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13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09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31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55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1" dur="13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2" dur="13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3" dur="13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4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15" dur="13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6" dur="13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85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77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13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11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08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3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23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7" dur="13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8" dur="13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9" dur="13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0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21" dur="13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2" dur="13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13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43590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83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13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37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37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3" dur="13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4" dur="13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5" dur="13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6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27" dur="13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195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8" dur="13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96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488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2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38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65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49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9" dur="13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0" dur="13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1" dur="13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2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33" dur="13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86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4" dur="13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378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46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488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76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306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63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5" dur="13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6" dur="13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7" dur="13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8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39" dur="13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05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0" dur="13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34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2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4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23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36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6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24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1" dur="13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2" dur="13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3" dur="13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4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5" dur="13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6" dur="13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43590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71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62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92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6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7" dur="13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8" dur="13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9" dur="13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0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51" dur="13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2" dur="13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323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02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99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0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4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97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61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3" dur="13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4" dur="13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5" dur="13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6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57" dur="13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09"/>
                                          </p:val>
                                        </p:tav>
                                        <p:tav tm="20513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43590">
                                          <p:val>
                                            <p:strVal val="#ppt_x-1.25186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46"/>
                                          </p:val>
                                        </p:tav>
                                        <p:tav tm="71795">
                                          <p:val>
                                            <p:strVal val="#ppt_x-1.24964"/>
                                          </p:val>
                                        </p:tav>
                                        <p:tav tm="79487">
                                          <p:val>
                                            <p:strVal val="#ppt_x-1.250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8" dur="13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5128">
                                          <p:val>
                                            <p:strVal val="#ppt_y-0.00253"/>
                                          </p:val>
                                        </p:tav>
                                        <p:tav tm="15385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388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118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777"/>
                                          </p:val>
                                        </p:tav>
                                        <p:tav tm="61538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885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011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4872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9" dur="13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0" dur="13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1" dur="13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15"/>
                                          </p:val>
                                        </p:tav>
                                        <p:tav tm="20513">
                                          <p:val>
                                            <p:fltVal val="-1.01"/>
                                          </p:val>
                                        </p:tav>
                                        <p:tav tm="43590">
                                          <p:val>
                                            <p:fltVal val="-4.06"/>
                                          </p:val>
                                        </p:tav>
                                        <p:tav tm="64103">
                                          <p:val>
                                            <p:fltVal val="1.06"/>
                                          </p:val>
                                        </p:tav>
                                        <p:tav tm="66667">
                                          <p:val>
                                            <p:fltVal val="1.24"/>
                                          </p:val>
                                        </p:tav>
                                        <p:tav tm="71795">
                                          <p:val>
                                            <p:fltVal val="0.84"/>
                                          </p:val>
                                        </p:tav>
                                        <p:tav tm="79487">
                                          <p:val>
                                            <p:fltVal val="1.19"/>
                                          </p:val>
                                        </p:tav>
                                        <p:tav tm="100000">
                                          <p:val>
                                            <p:fltVal val="-0.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2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63" dur="13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08"/>
                                          </p:val>
                                        </p:tav>
                                        <p:tav tm="20513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43590">
                                          <p:val>
                                            <p:strVal val="#ppt_x-1.2515"/>
                                          </p:val>
                                        </p:tav>
                                        <p:tav tm="66667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71795">
                                          <p:val>
                                            <p:strVal val="#ppt_x-1.24972"/>
                                          </p:val>
                                        </p:tav>
                                        <p:tav tm="79487">
                                          <p:val>
                                            <p:strVal val="#ppt_x-1.250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4" dur="13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5128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15385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25641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394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1183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778"/>
                                          </p:val>
                                        </p:tav>
                                        <p:tav tm="61538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0964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94872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5" dur="13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6" dur="13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7" dur="13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15"/>
                                          </p:val>
                                        </p:tav>
                                        <p:tav tm="20513">
                                          <p:val>
                                            <p:fltVal val="-1.01"/>
                                          </p:val>
                                        </p:tav>
                                        <p:tav tm="43590">
                                          <p:val>
                                            <p:fltVal val="-4.06"/>
                                          </p:val>
                                        </p:tav>
                                        <p:tav tm="64103">
                                          <p:val>
                                            <p:fltVal val="1.06"/>
                                          </p:val>
                                        </p:tav>
                                        <p:tav tm="66667">
                                          <p:val>
                                            <p:fltVal val="1.24"/>
                                          </p:val>
                                        </p:tav>
                                        <p:tav tm="71795">
                                          <p:val>
                                            <p:fltVal val="0.84"/>
                                          </p:val>
                                        </p:tav>
                                        <p:tav tm="79487">
                                          <p:val>
                                            <p:fltVal val="1.19"/>
                                          </p:val>
                                        </p:tav>
                                        <p:tav tm="100000">
                                          <p:val>
                                            <p:fltVal val="-0.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8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69" dur="13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0" dur="13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94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84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1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08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9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33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61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88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43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1" dur="13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2" dur="13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3" dur="13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4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75" dur="13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6" dur="13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73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15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09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31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22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7" dur="13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8" dur="13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9" dur="13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0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1" dur="13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2" dur="13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184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274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918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1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098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19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3" dur="13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4" dur="13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5" dur="13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6" presetID="0" presetClass="path" presetSubtype="0" repeatCount="indefinite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7" dur="13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20513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43590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66667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71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79487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8" dur="13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5"/>
                                          </p:val>
                                        </p:tav>
                                        <p:tav tm="512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15385">
                                          <p:val>
                                            <p:strVal val="#ppt_y+0.002"/>
                                          </p:val>
                                        </p:tav>
                                        <p:tav tm="25641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51282">
                                          <p:val>
                                            <p:strVal val="#ppt_y+0.00303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56410">
                                          <p:val>
                                            <p:strVal val="#ppt_y-0.00899"/>
                                          </p:val>
                                        </p:tav>
                                        <p:tav tm="58974">
                                          <p:val>
                                            <p:strVal val="#ppt_y-0.0050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71795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74359">
                                          <p:val>
                                            <p:strVal val="#ppt_y+0.00418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79487">
                                          <p:val>
                                            <p:strVal val="#ppt_y+0.01249"/>
                                          </p:val>
                                        </p:tav>
                                        <p:tav tm="89744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94872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9" dur="13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1795">
                                          <p:val>
                                            <p:strVal val="#ppt_w*1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1801"/>
                                          </p:val>
                                        </p:tav>
                                        <p:tav tm="79487">
                                          <p:val>
                                            <p:strVal val="#ppt_w*1.019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0" dur="13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1795">
                                          <p:val>
                                            <p:strVal val="#ppt_h*1"/>
                                          </p:val>
                                        </p:tav>
                                        <p:tav tm="74359">
                                          <p:val>
                                            <p:strVal val="#ppt_h*0.98055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5293"/>
                                          </p:val>
                                        </p:tav>
                                        <p:tav tm="79487">
                                          <p:val>
                                            <p:strVal val="#ppt_h*0.94938"/>
                                          </p:val>
                                        </p:tav>
                                        <p:tav tm="89744">
                                          <p:val>
                                            <p:strVal val="#ppt_h*0.983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1" dur="13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20513">
                                          <p:val>
                                            <p:fltVal val="-1.76"/>
                                          </p:val>
                                        </p:tav>
                                        <p:tav tm="43590">
                                          <p:val>
                                            <p:fltVal val="-4.81"/>
                                          </p:val>
                                        </p:tav>
                                        <p:tav tm="64103">
                                          <p:val>
                                            <p:fltVal val="0.3"/>
                                          </p:val>
                                        </p:tav>
                                        <p:tav tm="66667">
                                          <p:val>
                                            <p:fltVal val="0.49"/>
                                          </p:val>
                                        </p:tav>
                                        <p:tav tm="71795">
                                          <p:val>
                                            <p:fltVal val="0.09"/>
                                          </p:val>
                                        </p:tav>
                                        <p:tav tm="79487">
                                          <p:val>
                                            <p:fltVal val="0.44"/>
                                          </p:val>
                                        </p:tav>
                                        <p:tav tm="100000">
                                          <p:val>
                                            <p:fltVal val="-0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2" fill="hold">
                      <p:stCondLst>
                        <p:cond delay="indefinite"/>
                      </p:stCondLst>
                      <p:childTnLst>
                        <p:par>
                          <p:cTn id="4793" fill="hold">
                            <p:stCondLst>
                              <p:cond delay="0"/>
                            </p:stCondLst>
                            <p:childTnLst>
                              <p:par>
                                <p:cTn id="4794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796" dur="66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97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8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9" dur="87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58"/>
                                          </p:val>
                                        </p:tav>
                                        <p:tav tm="34351">
                                          <p:val>
                                            <p:strVal val="#ppt_x-0.00758"/>
                                          </p:val>
                                        </p:tav>
                                        <p:tav tm="41985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45802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53435">
                                          <p:val>
                                            <p:strVal val="#ppt_x+0.00155"/>
                                          </p:val>
                                        </p:tav>
                                        <p:tav tm="61069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923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0" dur="87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34351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45802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61069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1" dur="87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34351">
                                          <p:val>
                                            <p:strVal val="#ppt_w*0.2"/>
                                          </p:val>
                                        </p:tav>
                                        <p:tav tm="38168">
                                          <p:val>
                                            <p:strVal val="#ppt_w*0.69876"/>
                                          </p:val>
                                        </p:tav>
                                        <p:tav tm="41985">
                                          <p:val>
                                            <p:strVal val="#ppt_w*1.15698"/>
                                          </p:val>
                                        </p:tav>
                                        <p:tav tm="45802">
                                          <p:val>
                                            <p:strVal val="#ppt_w*1.34996"/>
                                          </p:val>
                                        </p:tav>
                                        <p:tav tm="49618">
                                          <p:val>
                                            <p:strVal val="#ppt_w*1.23716"/>
                                          </p:val>
                                        </p:tav>
                                        <p:tav tm="53435">
                                          <p:val>
                                            <p:strVal val="#ppt_w*1.16382"/>
                                          </p:val>
                                        </p:tav>
                                        <p:tav tm="57252">
                                          <p:val>
                                            <p:strVal val="#ppt_w*1.11456"/>
                                          </p:val>
                                        </p:tav>
                                        <p:tav tm="61069">
                                          <p:val>
                                            <p:strVal val="#ppt_w*1.08033"/>
                                          </p:val>
                                        </p:tav>
                                        <p:tav tm="68702">
                                          <p:val>
                                            <p:strVal val="#ppt_w*1.03833"/>
                                          </p:val>
                                        </p:tav>
                                        <p:tav tm="76336">
                                          <p:val>
                                            <p:strVal val="#ppt_w*1.01627"/>
                                          </p:val>
                                        </p:tav>
                                        <p:tav tm="87786">
                                          <p:val>
                                            <p:strVal val="#ppt_w*1.00225"/>
                                          </p:val>
                                        </p:tav>
                                        <p:tav tm="9923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2" dur="87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34351">
                                          <p:val>
                                            <p:strVal val="#ppt_h*0.2"/>
                                          </p:val>
                                        </p:tav>
                                        <p:tav tm="38168">
                                          <p:val>
                                            <p:strVal val="#ppt_h*0.69876"/>
                                          </p:val>
                                        </p:tav>
                                        <p:tav tm="41985">
                                          <p:val>
                                            <p:strVal val="#ppt_h*1.15698"/>
                                          </p:val>
                                        </p:tav>
                                        <p:tav tm="45802">
                                          <p:val>
                                            <p:strVal val="#ppt_h*1.34996"/>
                                          </p:val>
                                        </p:tav>
                                        <p:tav tm="49618">
                                          <p:val>
                                            <p:strVal val="#ppt_h*1.23716"/>
                                          </p:val>
                                        </p:tav>
                                        <p:tav tm="53435">
                                          <p:val>
                                            <p:strVal val="#ppt_h*1.16382"/>
                                          </p:val>
                                        </p:tav>
                                        <p:tav tm="57252">
                                          <p:val>
                                            <p:strVal val="#ppt_h*1.11456"/>
                                          </p:val>
                                        </p:tav>
                                        <p:tav tm="61069">
                                          <p:val>
                                            <p:strVal val="#ppt_h*1.08033"/>
                                          </p:val>
                                        </p:tav>
                                        <p:tav tm="68702">
                                          <p:val>
                                            <p:strVal val="#ppt_h*1.03833"/>
                                          </p:val>
                                        </p:tav>
                                        <p:tav tm="76336">
                                          <p:val>
                                            <p:strVal val="#ppt_h*1.01627"/>
                                          </p:val>
                                        </p:tav>
                                        <p:tav tm="87786">
                                          <p:val>
                                            <p:strVal val="#ppt_h*1.00225"/>
                                          </p:val>
                                        </p:tav>
                                        <p:tav tm="9923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Effect transition="in" filter="barn(outVertical)">
                                      <p:cBhvr>
                                        <p:cTn id="4803" dur="66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04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5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06" dur="89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26119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29851">
                                          <p:val>
                                            <p:strVal val="#ppt_y+0.01036"/>
                                          </p:val>
                                        </p:tav>
                                        <p:tav tm="33582">
                                          <p:val>
                                            <p:strVal val="#ppt_y+0.00711"/>
                                          </p:val>
                                        </p:tav>
                                        <p:tav tm="41045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52239">
                                          <p:val>
                                            <p:strVal val="#ppt_y+0.001"/>
                                          </p:val>
                                        </p:tav>
                                        <p:tav tm="970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Effect transition="in" filter="barn(outVertical)">
                                      <p:cBhvr>
                                        <p:cTn id="4807" dur="66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08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9" dur="133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1"/>
                                      </p:to>
                                    </p:set>
                                    <p:animEffect filter="image" prLst="opacity: 1">
                                      <p:cBhvr rctx="IE">
                                        <p:cTn id="4810" dur="133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11" dur="97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0822">
                                          <p:val>
                                            <p:strVal val="#ppt_w*1"/>
                                          </p:val>
                                        </p:tav>
                                        <p:tav tm="34247">
                                          <p:val>
                                            <p:strVal val="#ppt_w*0.81944"/>
                                          </p:val>
                                        </p:tav>
                                        <p:tav tm="37671">
                                          <p:val>
                                            <p:strVal val="#ppt_w*0.77416"/>
                                          </p:val>
                                        </p:tav>
                                        <p:tav tm="41096">
                                          <p:val>
                                            <p:strVal val="#ppt_w*0.97337"/>
                                          </p:val>
                                        </p:tav>
                                        <p:tav tm="44521">
                                          <p:val>
                                            <p:strVal val="#ppt_w*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2" dur="97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0822">
                                          <p:val>
                                            <p:strVal val="#ppt_h*1"/>
                                          </p:val>
                                        </p:tav>
                                        <p:tav tm="34247">
                                          <p:val>
                                            <p:strVal val="#ppt_h*0.81944"/>
                                          </p:val>
                                        </p:tav>
                                        <p:tav tm="37671">
                                          <p:val>
                                            <p:strVal val="#ppt_h*0.77416"/>
                                          </p:val>
                                        </p:tav>
                                        <p:tav tm="41096">
                                          <p:val>
                                            <p:strVal val="#ppt_h*0.97337"/>
                                          </p:val>
                                        </p:tav>
                                        <p:tav tm="44521">
                                          <p:val>
                                            <p:strVal val="#ppt_h*1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4" dur="4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15" dur="400" fill="hold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1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18" dur="173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6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783"/>
                                          </p:val>
                                        </p:tav>
                                        <p:tav tm="42308">
                                          <p:val>
                                            <p:strVal val="#ppt_x+0.06989"/>
                                          </p:val>
                                        </p:tav>
                                        <p:tav tm="51923">
                                          <p:val>
                                            <p:strVal val="#ppt_x+0.05094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3752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261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689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72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9" dur="173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3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4716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3891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2157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123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781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0" dur="173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1" dur="173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2" dur="173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2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4" dur="4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25" dur="400" fill="hold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2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28" dur="173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8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876"/>
                                          </p:val>
                                        </p:tav>
                                        <p:tav tm="44231">
                                          <p:val>
                                            <p:strVal val="#ppt_x+0.06665"/>
                                          </p:val>
                                        </p:tav>
                                        <p:tav tm="51923">
                                          <p:val>
                                            <p:strVal val="#ppt_x+0.05143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3786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263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701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78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9" dur="173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6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468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3821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2081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1181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74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0" dur="173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1" dur="173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2" dur="173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3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4" dur="4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35" dur="400" fill="hold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3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3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38" dur="173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737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7202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249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879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721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786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1398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09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9" dur="173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2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861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756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102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0" dur="173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1" dur="173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2" dur="173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4" dur="4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45" dur="400" fill="hold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4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48" dur="173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89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221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7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049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764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665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763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1385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05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9" dur="173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4479"/>
                                          </p:val>
                                        </p:tav>
                                        <p:tav tm="42308">
                                          <p:val>
                                            <p:strVal val="#ppt_y+0.03648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898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1056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0" dur="173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1" dur="173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2" dur="173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4" dur="4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55" dur="400" fill="hold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5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58" dur="17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4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1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8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496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7078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205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872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734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80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1416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23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9" dur="17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6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4386"/>
                                          </p:val>
                                        </p:tav>
                                        <p:tav tm="42308">
                                          <p:val>
                                            <p:strVal val="#ppt_y+0.03413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2012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1161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0" dur="17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1" dur="17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2" dur="173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6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4" dur="4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65" dur="400" fill="hold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6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6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68" dur="17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8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567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7055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141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801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669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75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1374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893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9" dur="17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28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863"/>
                                          </p:val>
                                        </p:tav>
                                        <p:tav tm="42308">
                                          <p:val>
                                            <p:strVal val="#ppt_y+0.02944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726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1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0" dur="17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1" dur="17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2" dur="173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7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4" dur="4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75" dur="400" fill="hold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7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78" dur="17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1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5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142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701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12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808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704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808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6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9" dur="17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49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399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2705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532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786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0" dur="17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1" dur="17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2" dur="173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4" dur="4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85" dur="400" fill="hold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8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88" dur="17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4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8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16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7049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167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851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739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83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75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9" dur="17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566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282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585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808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3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0" dur="17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1" dur="17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2" dur="173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4" dur="4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895" dur="400" fill="hold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9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89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98" dur="17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9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67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511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6922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359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982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821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88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9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95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8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9" dur="17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9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341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2431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52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897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0" dur="17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1" dur="17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2" dur="173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4" dur="4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05" dur="400" fill="hold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0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08" dur="17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34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313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705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5433"/>
                                          </p:val>
                                        </p:tav>
                                        <p:tav tm="51923">
                                          <p:val>
                                            <p:strVal val="#ppt_x+0.04366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724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616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73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37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12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9" dur="17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9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16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2566"/>
                                          </p:val>
                                        </p:tav>
                                        <p:tav tm="34615">
                                          <p:val>
                                            <p:strVal val="#ppt_y+0.0228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1957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12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2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0" dur="17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1" dur="17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2" dur="173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4" dur="4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15" dur="400" fill="hold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1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18" dur="17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86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345"/>
                                          </p:val>
                                        </p:tav>
                                        <p:tav tm="38462">
                                          <p:val>
                                            <p:strVal val="#ppt_x+0.07122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5518"/>
                                          </p:val>
                                        </p:tav>
                                        <p:tav tm="51923">
                                          <p:val>
                                            <p:strVal val="#ppt_x+0.04449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803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681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78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09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4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9" dur="17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5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287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2171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407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776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0" dur="17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1" dur="17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2" dur="173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4" dur="4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25" dur="400" fill="hold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2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28" dur="17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6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534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69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321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941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783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85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6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77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9" dur="17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2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082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387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823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2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0" dur="17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1" dur="17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2" dur="173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4" dur="4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35" dur="400" fill="hold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3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38" dur="17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8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8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91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7145"/>
                                          </p:val>
                                        </p:tav>
                                        <p:tav tm="44231">
                                          <p:val>
                                            <p:strVal val="#ppt_x+0.06277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473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4027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823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865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71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77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9" dur="17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2575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886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17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77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0" dur="17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1" dur="17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2" dur="173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4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4" dur="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45" dur="400" fill="hold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4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48" dur="17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06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796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7052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403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3977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791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845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0968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9" dur="17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8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261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971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177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0" dur="17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1" dur="17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2" dur="173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4" dur="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55" dur="400" fill="hold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5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58" dur="17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12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846"/>
                                          </p:val>
                                        </p:tav>
                                        <p:tav tm="40385">
                                          <p:val>
                                            <p:strVal val="#ppt_x+0.07154"/>
                                          </p:val>
                                        </p:tav>
                                        <p:tav tm="48077">
                                          <p:val>
                                            <p:strVal val="#ppt_x+0.05513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4077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2872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1905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50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002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3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9" dur="17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5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2976"/>
                                          </p:val>
                                        </p:tav>
                                        <p:tav tm="36538">
                                          <p:val>
                                            <p:strVal val="#ppt_y+0.02403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566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877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0" dur="17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1" dur="17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2" dur="173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4" dur="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65" dur="400" fill="hold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6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68" dur="17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9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10272"/>
                                          </p:val>
                                        </p:tav>
                                        <p:tav tm="42308">
                                          <p:val>
                                            <p:strVal val="#ppt_x+0.07152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496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4036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812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833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082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0782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9" dur="17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6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64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411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2489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1704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878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2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0" dur="17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1" dur="17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2" dur="173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4" dur="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75" dur="400" fill="hold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7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78" dur="17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4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10161"/>
                                          </p:val>
                                        </p:tav>
                                        <p:tav tm="42308">
                                          <p:val>
                                            <p:strVal val="#ppt_x+0.07031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391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952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75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792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057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0764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9" dur="17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245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2386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1663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879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0" dur="17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1" dur="17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2" dur="173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8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4" dur="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85" dur="400" fill="hold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8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88" dur="17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1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944"/>
                                          </p:val>
                                        </p:tav>
                                        <p:tav tm="42308">
                                          <p:val>
                                            <p:strVal val="#ppt_x+0.06884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287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885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711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771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047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0758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9" dur="17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16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89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414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78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973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3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0" dur="17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1" dur="17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2" dur="173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94" dur="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4995" dur="400" fill="hold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499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98" dur="17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45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4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31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315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10267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6529"/>
                                          </p:val>
                                        </p:tav>
                                        <p:tav tm="51923">
                                          <p:val>
                                            <p:strVal val="#ppt_x+0.05346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3924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272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1004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9" dur="17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4549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29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602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1184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751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0" dur="17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1" dur="17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2" dur="173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4" dur="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5005" dur="400" fill="hold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500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08" dur="17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56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2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9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10204"/>
                                          </p:val>
                                        </p:tav>
                                        <p:tav tm="42308">
                                          <p:val>
                                            <p:strVal val="#ppt_x+0.07197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568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4114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882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888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1476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58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9" dur="17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3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96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957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1017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65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3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0" dur="17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1" dur="17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2" dur="173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4" dur="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7"/>
                                      </p:to>
                                    </p:set>
                                    <p:animEffect filter="image" prLst="opacity: 0.07">
                                      <p:cBhvr rctx="IE">
                                        <p:cTn id="5015" dur="400" fill="hold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6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03"/>
                                      </p:to>
                                    </p:set>
                                    <p:animEffect filter="image" prLst="opacity: 0.03">
                                      <p:cBhvr rctx="IE">
                                        <p:cTn id="5017" dur="1267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18" dur="17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7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0289"/>
                                          </p:val>
                                        </p:tav>
                                        <p:tav tm="28846">
                                          <p:val>
                                            <p:strVal val="#ppt_x+0.09983"/>
                                          </p:val>
                                        </p:tav>
                                        <p:tav tm="42308">
                                          <p:val>
                                            <p:strVal val="#ppt_x+0.06982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5388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3975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2783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1823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1425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0925"/>
                                          </p:val>
                                        </p:tav>
                                        <p:tav tm="90385">
                                          <p:val>
                                            <p:strVal val="#ppt_x+0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9" dur="17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095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3777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836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974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3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0" dur="17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w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w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w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w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w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w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1" dur="17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5545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7983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1831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01847"/>
                                          </p:val>
                                        </p:tav>
                                        <p:tav tm="28846">
                                          <p:val>
                                            <p:strVal val="#ppt_h*0.20838"/>
                                          </p:val>
                                        </p:tav>
                                        <p:tav tm="40385">
                                          <p:val>
                                            <p:strVal val="#ppt_h*0.49818"/>
                                          </p:val>
                                        </p:tav>
                                        <p:tav tm="42308">
                                          <p:val>
                                            <p:strVal val="#ppt_h*0.54449"/>
                                          </p:val>
                                        </p:tav>
                                        <p:tav tm="44231">
                                          <p:val>
                                            <p:strVal val="#ppt_h*0.58276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2658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82322"/>
                                          </p:val>
                                        </p:tav>
                                        <p:tav tm="76923">
                                          <p:val>
                                            <p:strVal val="#ppt_h*0.90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h*0.966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2" dur="173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2.06"/>
                                          </p:val>
                                        </p:tav>
                                        <p:tav tm="23077">
                                          <p:val>
                                            <p:fltVal val="3.08"/>
                                          </p:val>
                                        </p:tav>
                                        <p:tav tm="25000">
                                          <p:val>
                                            <p:fltVal val="-2.79"/>
                                          </p:val>
                                        </p:tav>
                                        <p:tav tm="26923">
                                          <p:val>
                                            <p:fltVal val="-2.82"/>
                                          </p:val>
                                        </p:tav>
                                        <p:tav tm="28846">
                                          <p:val>
                                            <p:fltVal val="104.83"/>
                                          </p:val>
                                        </p:tav>
                                        <p:tav tm="38462">
                                          <p:val>
                                            <p:fltVal val="78.43"/>
                                          </p:val>
                                        </p:tav>
                                        <p:tav tm="42308">
                                          <p:val>
                                            <p:fltVal val="68.27"/>
                                          </p:val>
                                        </p:tav>
                                        <p:tav tm="44231">
                                          <p:val>
                                            <p:fltVal val="63.68"/>
                                          </p:val>
                                        </p:tav>
                                        <p:tav tm="50000">
                                          <p:val>
                                            <p:fltVal val="52.19"/>
                                          </p:val>
                                        </p:tav>
                                        <p:tav tm="53846">
                                          <p:val>
                                            <p:fltVal val="45.09"/>
                                          </p:val>
                                        </p:tav>
                                        <p:tav tm="61538">
                                          <p:val>
                                            <p:fltVal val="32.46"/>
                                          </p:val>
                                        </p:tav>
                                        <p:tav tm="69231">
                                          <p:val>
                                            <p:fltVal val="22.06"/>
                                          </p:val>
                                        </p:tav>
                                        <p:tav tm="73077">
                                          <p:val>
                                            <p:fltVal val="17.69"/>
                                          </p:val>
                                        </p:tav>
                                        <p:tav tm="78846">
                                          <p:val>
                                            <p:fltVal val="12.11"/>
                                          </p:val>
                                        </p:tav>
                                        <p:tav tm="82692">
                                          <p:val>
                                            <p:fltVal val="8.99"/>
                                          </p:val>
                                        </p:tav>
                                        <p:tav tm="88462">
                                          <p:val>
                                            <p:fltVal val="5.14"/>
                                          </p:val>
                                        </p:tav>
                                        <p:tav tm="94231">
                                          <p:val>
                                            <p:fltVal val="2.1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2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4" dur="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25" dur="400" fill="hold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6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27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8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029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30" dur="17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48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6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4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3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401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115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5109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3981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2947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2026"/>
                                          </p:val>
                                        </p:tav>
                                        <p:tav tm="88462">
                                          <p:val>
                                            <p:strVal val="#ppt_x+0.01228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1" dur="17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3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09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3419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912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1479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932"/>
                                          </p:val>
                                        </p:tav>
                                        <p:tav tm="88462">
                                          <p:val>
                                            <p:strVal val="#ppt_y+0.00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2" dur="17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3" dur="17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4" dur="173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6" dur="4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37" dur="400" fill="hold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8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39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0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041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42" dur="17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6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314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404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184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5149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4011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2967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2038"/>
                                          </p:val>
                                        </p:tav>
                                        <p:tav tm="88462">
                                          <p:val>
                                            <p:strVal val="#ppt_x+0.01235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5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3" dur="17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7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37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3399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866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1572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887"/>
                                          </p:val>
                                        </p:tav>
                                        <p:tav tm="88462">
                                          <p:val>
                                            <p:strVal val="#ppt_y+0.003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4" dur="17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5" dur="17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6" dur="173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8" dur="4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49" dur="400" fill="hold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0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51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2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053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54" dur="17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2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0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20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83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041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6905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5266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4125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087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16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7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7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5" dur="17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27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364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606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729"/>
                                          </p:val>
                                        </p:tav>
                                        <p:tav tm="88462">
                                          <p:val>
                                            <p:strVal val="#ppt_y+0.003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6" dur="17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7" dur="17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8" dur="173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0" dur="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61" dur="400" fill="hold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2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63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4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065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66" dur="17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0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1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9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242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329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557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6942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5804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435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02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14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7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7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7" dur="17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4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47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631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3256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2667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7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8" dur="17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9" dur="17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0" dur="173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7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2" dur="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73" dur="400" fill="hold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4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75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6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077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78" dur="17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2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0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254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341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793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6763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4846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3772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2792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1921"/>
                                          </p:val>
                                        </p:tav>
                                        <p:tav tm="88462">
                                          <p:val>
                                            <p:strVal val="#ppt_x+0.01166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5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9" dur="17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36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9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52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3188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2463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801"/>
                                          </p:val>
                                        </p:tav>
                                        <p:tav tm="90385">
                                          <p:val>
                                            <p:strVal val="#ppt_y+0.003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0" dur="17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1" dur="17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2" dur="173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4" dur="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85" dur="400" fill="hold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6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87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8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089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90" dur="17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02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5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71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837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7137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552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402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015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121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49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1" dur="17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09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41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647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89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2" dur="17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3" dur="17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4" dur="173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6" dur="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097" dur="400" fill="hold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8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099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0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01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02" dur="17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3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87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1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446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672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5523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4069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3092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49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3" dur="17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9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0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44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469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594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299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896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5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4" dur="17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5" dur="17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6" dur="173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0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8" dur="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09" dur="400" fill="hold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0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11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2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13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14" dur="17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768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0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2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08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458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6748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556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4106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2823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98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6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5" dur="17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6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445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43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989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58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6" dur="17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7" dur="17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8" dur="173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0" dur="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21" dur="400" fill="hold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2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23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4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25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26" dur="17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6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2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06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797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7044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5392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39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2909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03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92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7" dur="17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2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201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58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5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8" dur="17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9" dur="17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0" dur="173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2" dur="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33" dur="400" fill="hold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4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35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6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37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38" dur="17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59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59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07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008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077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568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6728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5446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3939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2956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2104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165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59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9" dur="17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24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1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30769">
                                          <p:val>
                                            <p:strVal val="#ppt_y-0.00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462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407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229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10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0" dur="17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1" dur="17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2" dur="173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4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4" dur="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45" dur="400" fill="hold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6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47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8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49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50" dur="17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699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2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46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058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131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602"/>
                                          </p:val>
                                        </p:tav>
                                        <p:tav tm="53846">
                                          <p:val>
                                            <p:strVal val="#ppt_x+0.06805"/>
                                          </p:val>
                                        </p:tav>
                                        <p:tav tm="59615">
                                          <p:val>
                                            <p:strVal val="#ppt_x+0.05548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4044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305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2181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13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1" dur="17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0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53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48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3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2" dur="17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3" dur="17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4" dur="173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6" dur="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57" dur="400" fill="hold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8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59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0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61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62" dur="17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3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72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08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164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8796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6571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5325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383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2846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98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5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3" dur="17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89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5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4" dur="17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5" dur="17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6" dur="173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8" dur="4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69" dur="400" fill="hold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0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71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2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73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74" dur="17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0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3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4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056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128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125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6803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5471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390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287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1995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52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5" dur="17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61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222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415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0913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6" dur="17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7" dur="17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8" dur="173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0" dur="4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81" dur="400" fill="hold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2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83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4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85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86" dur="17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85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3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43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123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022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6712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5399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4219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3165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224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7" dur="17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96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445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057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6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8" dur="17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9" dur="17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0" dur="173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2" dur="4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193" dur="400" fill="hold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4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195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6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197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98" dur="17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96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884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03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081"/>
                                          </p:val>
                                        </p:tav>
                                        <p:tav tm="55769">
                                          <p:val>
                                            <p:strVal val="#ppt_x+0.06821"/>
                                          </p:val>
                                        </p:tav>
                                        <p:tav tm="61538">
                                          <p:val>
                                            <p:strVal val="#ppt_x+0.05523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3967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2941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048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29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9" dur="17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81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298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645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2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0" dur="17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1" dur="17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2" dur="173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4" dur="4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205" dur="400" fill="hold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6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207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8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209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10" dur="17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8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1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47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6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531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5502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4282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1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215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94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7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1" dur="17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2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109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117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549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2" dur="17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3" dur="17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4" dur="173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6" dur="4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217" dur="400" fill="hold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8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219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0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221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22" dur="17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69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24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5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29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374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5364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4169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094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155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57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3" dur="17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7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99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22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598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4" dur="17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5" dur="17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6" dur="173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2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8" dur="4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229" dur="400" fill="hold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0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231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2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233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34" dur="17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69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157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36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199"/>
                                          </p:val>
                                        </p:tav>
                                        <p:tav tm="57692">
                                          <p:val>
                                            <p:strVal val="#ppt_x+0.06545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5277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41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058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136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4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6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5" dur="17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84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91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25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15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458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718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6" dur="17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7" dur="17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8" dur="173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0" dur="4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241" dur="400" fill="hold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2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243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4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245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46" dur="17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2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8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57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32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41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527"/>
                                          </p:val>
                                        </p:tav>
                                        <p:tav tm="67308">
                                          <p:val>
                                            <p:strVal val="#ppt_x+0.04924"/>
                                          </p:val>
                                        </p:tav>
                                        <p:tav tm="73077">
                                          <p:val>
                                            <p:strVal val="#ppt_x+0.0376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3051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2087"/>
                                          </p:val>
                                        </p:tav>
                                        <p:tav tm="88462">
                                          <p:val>
                                            <p:strVal val="#ppt_x+0.01259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5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7" dur="17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64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3217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52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849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8" dur="17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9" dur="17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0" dur="173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2" dur="4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253" dur="400" fill="hold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4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255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6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257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58" dur="17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8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45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00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24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334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479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518"/>
                                          </p:val>
                                        </p:tav>
                                        <p:tav tm="71154">
                                          <p:val>
                                            <p:strVal val="#ppt_x+0.0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2934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1999"/>
                                          </p:val>
                                        </p:tav>
                                        <p:tav tm="88462">
                                          <p:val>
                                            <p:strVal val="#ppt_x+0.01202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5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9" dur="17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7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69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767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3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0" dur="17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1" dur="17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2" dur="173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6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4" dur="4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3"/>
                                      </p:to>
                                    </p:set>
                                    <p:animEffect filter="image" prLst="opacity: 0.23">
                                      <p:cBhvr rctx="IE">
                                        <p:cTn id="5265" dur="400" fill="hold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6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99"/>
                                      </p:to>
                                    </p:set>
                                    <p:animEffect filter="image" prLst="opacity: 0.99">
                                      <p:cBhvr rctx="IE">
                                        <p:cTn id="5267" dur="767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8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15"/>
                                      </p:to>
                                    </p:set>
                                    <p:animEffect filter="image" prLst="opacity: 0.15">
                                      <p:cBhvr rctx="IE">
                                        <p:cTn id="5269" dur="833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70" dur="17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18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071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0969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12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1293"/>
                                          </p:val>
                                        </p:tav>
                                        <p:tav tm="46154">
                                          <p:val>
                                            <p:strVal val="#ppt_x+0.09235"/>
                                          </p:val>
                                        </p:tav>
                                        <p:tav tm="63462">
                                          <p:val>
                                            <p:strVal val="#ppt_x+0.0539"/>
                                          </p:val>
                                        </p:tav>
                                        <p:tav tm="69231">
                                          <p:val>
                                            <p:strVal val="#ppt_x+0.04218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3151"/>
                                          </p:val>
                                        </p:tav>
                                        <p:tav tm="80769">
                                          <p:val>
                                            <p:strVal val="#ppt_x+0.02209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1399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07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1" dur="17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275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255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301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774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2" dur="17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w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3" dur="17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138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5096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0665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083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088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19122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55257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60172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63419"/>
                                          </p:val>
                                        </p:tav>
                                        <p:tav tm="73077">
                                          <p:val>
                                            <p:strVal val="#ppt_h*0.76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869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936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4" dur="173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7.46"/>
                                          </p:val>
                                        </p:tav>
                                        <p:tav tm="23077">
                                          <p:val>
                                            <p:fltVal val="8.13"/>
                                          </p:val>
                                        </p:tav>
                                        <p:tav tm="25000">
                                          <p:val>
                                            <p:fltVal val="-11.04"/>
                                          </p:val>
                                        </p:tav>
                                        <p:tav tm="34615">
                                          <p:val>
                                            <p:fltVal val="-13.79"/>
                                          </p:val>
                                        </p:tav>
                                        <p:tav tm="44231">
                                          <p:val>
                                            <p:fltVal val="-14.74"/>
                                          </p:val>
                                        </p:tav>
                                        <p:tav tm="46154">
                                          <p:val>
                                            <p:fltVal val="113.77"/>
                                          </p:val>
                                        </p:tav>
                                        <p:tav tm="55769">
                                          <p:val>
                                            <p:fltVal val="83.14"/>
                                          </p:val>
                                        </p:tav>
                                        <p:tav tm="61538">
                                          <p:val>
                                            <p:fltVal val="65.52"/>
                                          </p:val>
                                        </p:tav>
                                        <p:tav tm="65385">
                                          <p:val>
                                            <p:fltVal val="56.14"/>
                                          </p:val>
                                        </p:tav>
                                        <p:tav tm="71154">
                                          <p:val>
                                            <p:fltVal val="43.32"/>
                                          </p:val>
                                        </p:tav>
                                        <p:tav tm="75000">
                                          <p:val>
                                            <p:fltVal val="35.48"/>
                                          </p:val>
                                        </p:tav>
                                        <p:tav tm="78846">
                                          <p:val>
                                            <p:fltVal val="28.27"/>
                                          </p:val>
                                        </p:tav>
                                        <p:tav tm="84615">
                                          <p:val>
                                            <p:fltVal val="18.67"/>
                                          </p:val>
                                        </p:tav>
                                        <p:tav tm="88462">
                                          <p:val>
                                            <p:fltVal val="13.09"/>
                                          </p:val>
                                        </p:tav>
                                        <p:tav tm="92308">
                                          <p:val>
                                            <p:fltVal val="8.13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6" dur="4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277" dur="400" fill="hold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27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80" dur="17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01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7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058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2372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2758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3053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32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47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521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841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3945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2362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9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1" dur="17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8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03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526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0825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939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334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8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2" dur="17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3" dur="17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4" dur="173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6" dur="4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287" dur="400" fill="hold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28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90" dur="17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68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6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051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2365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2751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3046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31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46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514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791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3921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2349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9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1" dur="17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5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494"/>
                                          </p:val>
                                        </p:tav>
                                        <p:tav tm="40385">
                                          <p:val>
                                            <p:strVal val="#ppt_y-0.00753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312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7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2" dur="17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3" dur="17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4" dur="173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6" dur="4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297" dur="400" fill="hold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29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00" dur="17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0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1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944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49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876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128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268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313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76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224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641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1" dur="17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7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598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0801"/>
                                          </p:val>
                                        </p:tav>
                                        <p:tav tm="48077">
                                          <p:val>
                                            <p:strVal val="#ppt_y-0.00965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2" dur="17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3" dur="17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4" dur="173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0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6" dur="4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07" dur="400" fill="hold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0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10" dur="17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294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9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061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635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3039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302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448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495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7178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4076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81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1" dur="17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47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789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721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11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2" dur="17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3" dur="17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4" dur="173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6" dur="4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17" dur="400" fill="hold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1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20" dur="17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4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7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03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61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301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27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42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47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7012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3994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2377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9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1" dur="17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9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683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1064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648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1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2" dur="17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3" dur="17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4" dur="173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6" dur="4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27" dur="400" fill="hold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2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30" dur="17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02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3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95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506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893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144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28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329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896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3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681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1" dur="17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75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688"/>
                                          </p:val>
                                        </p:tav>
                                        <p:tav tm="36538">
                                          <p:val>
                                            <p:strVal val="#ppt_y-0.0096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133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977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11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2" dur="17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3" dur="17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4" dur="173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6" dur="4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37" dur="400" fill="hold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3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40" dur="17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78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3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927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2341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27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302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318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249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7097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368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697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1" dur="17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0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538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885"/>
                                          </p:val>
                                        </p:tav>
                                        <p:tav tm="36538">
                                          <p:val>
                                            <p:strVal val="#ppt_y-0.0123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452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516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405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15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2" dur="17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3" dur="17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4" dur="173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6" dur="4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47" dur="400" fill="hold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4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50" dur="17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619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4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945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2364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2779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3054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321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284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711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389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715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1" dur="17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1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526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873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126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437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502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31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15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2" dur="17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3" dur="17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4" dur="173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5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6" dur="4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57" dur="400" fill="hold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5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60" dur="17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6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0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96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423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79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03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17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214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853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229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623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1" dur="17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5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6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73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0972"/>
                                          </p:val>
                                        </p:tav>
                                        <p:tav tm="48077">
                                          <p:val>
                                            <p:strVal val="#ppt_y-0.01165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29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2" dur="17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3" dur="17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4" dur="173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6" dur="4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67" dur="400" fill="hold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6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70" dur="17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45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5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792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2176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255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2807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295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017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876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59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2929"/>
                                          </p:val>
                                        </p:tav>
                                        <p:tav tm="88462">
                                          <p:val>
                                            <p:strVal val="#ppt_x+0.0182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1" dur="17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2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872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1104"/>
                                          </p:val>
                                        </p:tav>
                                        <p:tav tm="46154">
                                          <p:val>
                                            <p:strVal val="#ppt_y-0.01346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442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921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2304"/>
                                          </p:val>
                                        </p:tav>
                                        <p:tav tm="90385">
                                          <p:val>
                                            <p:strVal val="#ppt_y+0.007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2" dur="17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3" dur="17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4" dur="173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6" dur="4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77" dur="400" fill="hold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7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80" dur="17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9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8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43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224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2632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289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304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11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911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214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595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1" dur="17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3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53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1067"/>
                                          </p:val>
                                        </p:tav>
                                        <p:tav tm="46154">
                                          <p:val>
                                            <p:strVal val="#ppt_y-0.01307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665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965"/>
                                          </p:val>
                                        </p:tav>
                                        <p:tav tm="92308">
                                          <p:val>
                                            <p:strVal val="#ppt_y+0.005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2" dur="17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3" dur="17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4" dur="173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6" dur="4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87" dur="400" fill="hold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8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8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90" dur="17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90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52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2252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26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2915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3069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136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804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17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579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1" dur="17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8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744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0945"/>
                                          </p:val>
                                        </p:tav>
                                        <p:tav tm="46154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241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49"/>
                                          </p:val>
                                        </p:tav>
                                        <p:tav tm="90385">
                                          <p:val>
                                            <p:strVal val="#ppt_y+0.006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2" dur="17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3" dur="17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4" dur="173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6" dur="4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397" dur="400" fill="hold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39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00" dur="17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3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2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766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259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60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283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2961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002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512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367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453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1" dur="17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99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616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0892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985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637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8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2" dur="17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3" dur="17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4" dur="173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6" dur="4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07" dur="400" fill="hold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0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10" dur="17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9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3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776"/>
                                          </p:val>
                                        </p:tav>
                                        <p:tav tm="30769">
                                          <p:val>
                                            <p:strVal val="#ppt_x-0.02161"/>
                                          </p:val>
                                        </p:tav>
                                        <p:tav tm="38462">
                                          <p:val>
                                            <p:strVal val="#ppt_x-0.0254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2799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2949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013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585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415"/>
                                          </p:val>
                                        </p:tav>
                                        <p:tav tm="78846">
                                          <p:val>
                                            <p:strVal val="#ppt_x+0.03607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475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3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1" dur="17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42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57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662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071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985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069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669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8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2" dur="17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3" dur="17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4" dur="173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6" dur="4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17" dur="400" fill="hold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1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20" dur="17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3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5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25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336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69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2932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06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105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604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463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51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1" dur="17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104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617"/>
                                          </p:val>
                                        </p:tav>
                                        <p:tav tm="28846">
                                          <p:val>
                                            <p:strVal val="#ppt_y-0.00705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928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101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402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7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2" dur="17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3" dur="17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4" dur="173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2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6" dur="4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27" dur="400" fill="hold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2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30" dur="17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537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4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49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2481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748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299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128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173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362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345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48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1" dur="17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9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97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0575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1253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6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2" dur="17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3" dur="17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4" dur="173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3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6" dur="4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37" dur="400" fill="hold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3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40" dur="17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0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4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3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358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72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2968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10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146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442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382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495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1" dur="17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26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36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069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13"/>
                                          </p:val>
                                        </p:tav>
                                        <p:tav tm="84615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2" dur="17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3" dur="17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4" dur="173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46" dur="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47" dur="400" fill="hold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4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50" dur="17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3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7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871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397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7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01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148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193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583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485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54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1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1" dur="17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3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547"/>
                                          </p:val>
                                        </p:tav>
                                        <p:tav tm="28846">
                                          <p:val>
                                            <p:strVal val="#ppt_y-0.00625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829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904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2114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6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2" dur="17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3" dur="17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4" dur="173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6" dur="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57" dur="400" fill="hold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5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60" dur="17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4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3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009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231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27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992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26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409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457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538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173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2277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9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1" dur="17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51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17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0467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605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25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2" dur="17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3" dur="17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4" dur="173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6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6" dur="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67" dur="400" fill="hold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6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70" dur="17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672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19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934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223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2597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876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13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27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322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486"/>
                                          </p:val>
                                        </p:tav>
                                        <p:tav tm="76923">
                                          <p:val>
                                            <p:strVal val="#ppt_x+0.04089"/>
                                          </p:val>
                                        </p:tav>
                                        <p:tav tm="86538">
                                          <p:val>
                                            <p:strVal val="#ppt_x+0.02216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08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1" dur="17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7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393"/>
                                          </p:val>
                                        </p:tav>
                                        <p:tav tm="28846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44231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661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627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1156"/>
                                          </p:val>
                                        </p:tav>
                                        <p:tav tm="86538">
                                          <p:val>
                                            <p:strVal val="#ppt_y+0.0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2" dur="17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3" dur="17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4" dur="173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7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6" dur="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2"/>
                                      </p:to>
                                    </p:set>
                                    <p:animEffect filter="image" prLst="opacity: 0.52">
                                      <p:cBhvr rctx="IE">
                                        <p:cTn id="5477" dur="400" fill="hold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78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38"/>
                                      </p:to>
                                    </p:set>
                                    <p:animEffect filter="image" prLst="opacity: 0.38">
                                      <p:cBhvr rctx="IE">
                                        <p:cTn id="5479" dur="1700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80" dur="17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81"/>
                                          </p:val>
                                        </p:tav>
                                        <p:tav tm="23077">
                                          <p:val>
                                            <p:strVal val="#ppt_x+0.01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1925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2469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285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310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0.03247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3292"/>
                                          </p:val>
                                        </p:tav>
                                        <p:tav tm="65385">
                                          <p:val>
                                            <p:strVal val="#ppt_x+0.06621"/>
                                          </p:val>
                                        </p:tav>
                                        <p:tav tm="75000">
                                          <p:val>
                                            <p:strVal val="#ppt_x+0.04546"/>
                                          </p:val>
                                        </p:tav>
                                        <p:tav tm="84615">
                                          <p:val>
                                            <p:strVal val="#ppt_x+0.0259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1" dur="17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8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0332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511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0651"/>
                                          </p:val>
                                        </p:tav>
                                        <p:tav tm="48077">
                                          <p:val>
                                            <p:strVal val="#ppt_y-0.00815"/>
                                          </p:val>
                                        </p:tav>
                                        <p:tav tm="63462">
                                          <p:val>
                                            <p:strVal val="#ppt_y-0.00863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1841"/>
                                          </p:val>
                                        </p:tav>
                                        <p:tav tm="88462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2" dur="17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w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w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w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w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w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3" dur="17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6991"/>
                                          </p:val>
                                        </p:tav>
                                        <p:tav tm="23077">
                                          <p:val>
                                            <p:strVal val="#ppt_h*0.90042"/>
                                          </p:val>
                                        </p:tav>
                                        <p:tav tm="25000">
                                          <p:val>
                                            <p:strVal val="#ppt_h*1.15842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1708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2118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24569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26395"/>
                                          </p:val>
                                        </p:tav>
                                        <p:tav tm="63462">
                                          <p:val>
                                            <p:strVal val="#ppt_h*1.26972"/>
                                          </p:val>
                                        </p:tav>
                                        <p:tav tm="65385">
                                          <p:val>
                                            <p:strVal val="#ppt_h*0.24751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55056"/>
                                          </p:val>
                                        </p:tav>
                                        <p:tav tm="80769">
                                          <p:val>
                                            <p:strVal val="#ppt_h*0.7200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872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4" dur="17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2.32"/>
                                          </p:val>
                                        </p:tav>
                                        <p:tav tm="23077">
                                          <p:val>
                                            <p:fltVal val="-9.86"/>
                                          </p:val>
                                        </p:tav>
                                        <p:tav tm="25000">
                                          <p:val>
                                            <p:fltVal val="15.68"/>
                                          </p:val>
                                        </p:tav>
                                        <p:tav tm="30769">
                                          <p:val>
                                            <p:fltVal val="19.11"/>
                                          </p:val>
                                        </p:tav>
                                        <p:tav tm="38462">
                                          <p:val>
                                            <p:fltVal val="22.52"/>
                                          </p:val>
                                        </p:tav>
                                        <p:tav tm="46154">
                                          <p:val>
                                            <p:fltVal val="24.8"/>
                                          </p:val>
                                        </p:tav>
                                        <p:tav tm="53846">
                                          <p:val>
                                            <p:fltVal val="26.13"/>
                                          </p:val>
                                        </p:tav>
                                        <p:tav tm="63462">
                                          <p:val>
                                            <p:fltVal val="26.7"/>
                                          </p:val>
                                        </p:tav>
                                        <p:tav tm="65385">
                                          <p:val>
                                            <p:fltVal val="-60.87"/>
                                          </p:val>
                                        </p:tav>
                                        <p:tav tm="75000">
                                          <p:val>
                                            <p:fltVal val="-39.72"/>
                                          </p:val>
                                        </p:tav>
                                        <p:tav tm="80769">
                                          <p:val>
                                            <p:fltVal val="-27.72"/>
                                          </p:val>
                                        </p:tav>
                                        <p:tav tm="90385">
                                          <p:val>
                                            <p:fltVal val="-12.6"/>
                                          </p:val>
                                        </p:tav>
                                        <p:tav tm="96154">
                                          <p:val>
                                            <p:fltVal val="-4.7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7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48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90" dur="17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4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92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25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228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3806"/>
                                          </p:val>
                                        </p:tav>
                                        <p:tav tm="36538">
                                          <p:val>
                                            <p:strVal val="#ppt_x-0.04793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561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5871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62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6685"/>
                                          </p:val>
                                        </p:tav>
                                        <p:tav tm="73077">
                                          <p:val>
                                            <p:strVal val="#ppt_x-0.06915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979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6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1" dur="17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7692">
                                          <p:val>
                                            <p:strVal val="#ppt_y+0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1048"/>
                                          </p:val>
                                        </p:tav>
                                        <p:tav tm="40385">
                                          <p:val>
                                            <p:strVal val="#ppt_y-0.01588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2022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2207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214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2" dur="17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3" dur="17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4" dur="173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97" dur="1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49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00" dur="17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2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8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2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46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481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28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6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6014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484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746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84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6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1" dur="17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64"/>
                                          </p:val>
                                        </p:tav>
                                        <p:tav tm="5769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23077">
                                          <p:val>
                                            <p:strVal val="#ppt_y-0.00899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1555"/>
                                          </p:val>
                                        </p:tav>
                                        <p:tav tm="55769">
                                          <p:val>
                                            <p:strVal val="#ppt_y-0.02002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2203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217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9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2" dur="17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3" dur="17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4" dur="173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07" dur="1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0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0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10" dur="17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15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88"/>
                                          </p:val>
                                        </p:tav>
                                        <p:tav tm="15385">
                                          <p:val>
                                            <p:strVal val="#ppt_x-0.0149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16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36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346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113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424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808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255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50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592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723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1" dur="17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01"/>
                                          </p:val>
                                        </p:tav>
                                        <p:tav tm="21154">
                                          <p:val>
                                            <p:strVal val="#ppt_y-0.00938"/>
                                          </p:val>
                                        </p:tav>
                                        <p:tav tm="36538">
                                          <p:val>
                                            <p:strVal val="#ppt_y-0.01705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2208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2438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461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1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2" dur="17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3" dur="17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4" dur="173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17" dur="1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1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20" dur="17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41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15385">
                                          <p:val>
                                            <p:strVal val="#ppt_x-0.0158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299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563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589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386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708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6103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562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815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906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9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1" dur="17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61"/>
                                          </p:val>
                                        </p:tav>
                                        <p:tav tm="5769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40385">
                                          <p:val>
                                            <p:strVal val="#ppt_y-0.02224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2817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3064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074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9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2" dur="17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3" dur="17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4" dur="173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27" dur="1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2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30" dur="17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17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408"/>
                                          </p:val>
                                        </p:tav>
                                        <p:tav tm="15385">
                                          <p:val>
                                            <p:strVal val="#ppt_x-0.01571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28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54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574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37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698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6095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558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81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904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1" dur="17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5769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1381"/>
                                          </p:val>
                                        </p:tav>
                                        <p:tav tm="40385">
                                          <p:val>
                                            <p:strVal val="#ppt_y-0.02095"/>
                                          </p:val>
                                        </p:tav>
                                        <p:tav tm="57692">
                                          <p:val>
                                            <p:strVal val="#ppt_y-0.02653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02886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896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2" dur="17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3" dur="17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4" dur="173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7" dur="1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3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40" dur="17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76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96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867"/>
                                          </p:val>
                                        </p:tav>
                                        <p:tav tm="23077">
                                          <p:val>
                                            <p:strVal val="#ppt_x-0.0283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40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384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14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45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827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266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508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595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867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1" dur="17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23077">
                                          <p:val>
                                            <p:strVal val="#ppt_y-0.01222"/>
                                          </p:val>
                                        </p:tav>
                                        <p:tav tm="36538">
                                          <p:val>
                                            <p:strVal val="#ppt_y-0.02009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2619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2898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924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2" dur="17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3" dur="17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4" dur="173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47" dur="1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4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50" dur="17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7692">
                                          <p:val>
                                            <p:strVal val="#ppt_x+0"/>
                                          </p:val>
                                        </p:tav>
                                        <p:tav tm="13462">
                                          <p:val>
                                            <p:strVal val="#ppt_x-0.01186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91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1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4224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502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35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755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6227"/>
                                          </p:val>
                                        </p:tav>
                                        <p:tav tm="69231">
                                          <p:val>
                                            <p:strVal val="#ppt_x-0.06497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614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4069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13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1" dur="17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52"/>
                                          </p:val>
                                        </p:tav>
                                        <p:tav tm="5769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23077">
                                          <p:val>
                                            <p:strVal val="#ppt_y-0.01454"/>
                                          </p:val>
                                        </p:tav>
                                        <p:tav tm="30769">
                                          <p:val>
                                            <p:strVal val="#ppt_y-0.0205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2535"/>
                                          </p:val>
                                        </p:tav>
                                        <p:tav tm="46154">
                                          <p:val>
                                            <p:strVal val="#ppt_y-0.0291"/>
                                          </p:val>
                                        </p:tav>
                                        <p:tav tm="55769">
                                          <p:val>
                                            <p:strVal val="#ppt_y-0.0324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3544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564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306"/>
                                          </p:val>
                                        </p:tav>
                                        <p:tav tm="92308">
                                          <p:val>
                                            <p:strVal val="#ppt_y+0.006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2" dur="17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3" dur="17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4" dur="173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7" dur="1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5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5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60" dur="17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36"/>
                                          </p:val>
                                        </p:tav>
                                        <p:tav tm="7692">
                                          <p:val>
                                            <p:strVal val="#ppt_x+0"/>
                                          </p:val>
                                        </p:tav>
                                        <p:tav tm="13462">
                                          <p:val>
                                            <p:strVal val="#ppt_x-0.01178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174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421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501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34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751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6228"/>
                                          </p:val>
                                        </p:tav>
                                        <p:tav tm="65385">
                                          <p:val>
                                            <p:strVal val="#ppt_x-0.06413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535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62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4004"/>
                                          </p:val>
                                        </p:tav>
                                        <p:tav tm="94231">
                                          <p:val>
                                            <p:strVal val="#ppt_x+0.01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1" dur="17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23077">
                                          <p:val>
                                            <p:strVal val="#ppt_y-0.01374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2388"/>
                                          </p:val>
                                        </p:tav>
                                        <p:tav tm="46154">
                                          <p:val>
                                            <p:strVal val="#ppt_y-0.02739"/>
                                          </p:val>
                                        </p:tav>
                                        <p:tav tm="55769">
                                          <p:val>
                                            <p:strVal val="#ppt_y-0.03049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3334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353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2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2" dur="17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3" dur="17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4" dur="173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7" dur="1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6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6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70" dur="17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854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101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363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338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08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38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756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186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42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508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88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1" dur="17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18"/>
                                          </p:val>
                                        </p:tav>
                                        <p:tav tm="21154">
                                          <p:val>
                                            <p:strVal val="#ppt_y-0.01141"/>
                                          </p:val>
                                        </p:tav>
                                        <p:tav tm="36538">
                                          <p:val>
                                            <p:strVal val="#ppt_y-0.02097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272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3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027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3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2" dur="17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3" dur="17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4" dur="173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77" dur="1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7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80" dur="173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76"/>
                                          </p:val>
                                        </p:tav>
                                        <p:tav tm="7692">
                                          <p:val>
                                            <p:strVal val="#ppt_x+0"/>
                                          </p:val>
                                        </p:tav>
                                        <p:tav tm="13462">
                                          <p:val>
                                            <p:strVal val="#ppt_x-0.01119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987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3944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4688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498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359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5796"/>
                                          </p:val>
                                        </p:tav>
                                        <p:tav tm="69231">
                                          <p:val>
                                            <p:strVal val="#ppt_x-0.06046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155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961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1" dur="173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19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118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182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2327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2713"/>
                                          </p:val>
                                        </p:tav>
                                        <p:tav tm="51923">
                                          <p:val>
                                            <p:strVal val="#ppt_y-0.0305"/>
                                          </p:val>
                                        </p:tav>
                                        <p:tav tm="71154">
                                          <p:val>
                                            <p:strVal val="#ppt_y-0.03375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416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7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2" dur="173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3" dur="173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4" dur="173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87" dur="1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8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8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90" dur="173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9"/>
                                          </p:val>
                                        </p:tav>
                                        <p:tav tm="7692">
                                          <p:val>
                                            <p:strVal val="#ppt_x+0"/>
                                          </p:val>
                                        </p:tav>
                                        <p:tav tm="13462">
                                          <p:val>
                                            <p:strVal val="#ppt_x-0.01132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82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028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4002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476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06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44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5889"/>
                                          </p:val>
                                        </p:tav>
                                        <p:tav tm="69231">
                                          <p:val>
                                            <p:strVal val="#ppt_x-0.06144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255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974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1" dur="173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78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1157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1792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2302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2692"/>
                                          </p:val>
                                        </p:tav>
                                        <p:tav tm="51923">
                                          <p:val>
                                            <p:strVal val="#ppt_y-0.03036"/>
                                          </p:val>
                                        </p:tav>
                                        <p:tav tm="71154">
                                          <p:val>
                                            <p:strVal val="#ppt_y-0.03372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414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6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2" dur="173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3" dur="173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4" dur="173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97" dur="1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59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00" dur="173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42"/>
                                          </p:val>
                                        </p:tav>
                                        <p:tav tm="5769">
                                          <p:val>
                                            <p:strVal val="#ppt_x+0.00395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83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79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99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3975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473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04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433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5887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18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261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85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1" dur="173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2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105"/>
                                          </p:val>
                                        </p:tav>
                                        <p:tav tm="26923">
                                          <p:val>
                                            <p:strVal val="#ppt_y-0.01615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2063"/>
                                          </p:val>
                                        </p:tav>
                                        <p:tav tm="42308">
                                          <p:val>
                                            <p:strVal val="#ppt_y-0.02404"/>
                                          </p:val>
                                        </p:tav>
                                        <p:tav tm="51923">
                                          <p:val>
                                            <p:strVal val="#ppt_y-0.02704"/>
                                          </p:val>
                                        </p:tav>
                                        <p:tav tm="71154">
                                          <p:val>
                                            <p:strVal val="#ppt_y-0.02996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303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2" dur="173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3" dur="173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4" dur="173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07" dur="1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0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10" dur="173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71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73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895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3839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458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257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57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5987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067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744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1" dur="173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6"/>
                                          </p:val>
                                        </p:tav>
                                        <p:tav tm="17308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30769">
                                          <p:val>
                                            <p:strVal val="#ppt_y-0.01754"/>
                                          </p:val>
                                        </p:tav>
                                        <p:tav tm="38462">
                                          <p:val>
                                            <p:strVal val="#ppt_y-0.02098"/>
                                          </p:val>
                                        </p:tav>
                                        <p:tav tm="48077">
                                          <p:val>
                                            <p:strVal val="#ppt_y-0.02399"/>
                                          </p:val>
                                        </p:tav>
                                        <p:tav tm="67308">
                                          <p:val>
                                            <p:strVal val="#ppt_y-0.027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755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7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2" dur="173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3" dur="173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4" dur="173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17" dur="1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1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1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20" dur="173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3846">
                                          <p:val>
                                            <p:strVal val="#ppt_x+0.00774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74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904"/>
                                          </p:val>
                                        </p:tav>
                                        <p:tav tm="32692">
                                          <p:val>
                                            <p:strVal val="#ppt_x-0.03848"/>
                                          </p:val>
                                        </p:tav>
                                        <p:tav tm="40385">
                                          <p:val>
                                            <p:strVal val="#ppt_x-0.0458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5262"/>
                                          </p:val>
                                        </p:tav>
                                        <p:tav tm="59615">
                                          <p:val>
                                            <p:strVal val="#ppt_x-0.05702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5988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068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77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1" dur="173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74"/>
                                          </p:val>
                                        </p:tav>
                                        <p:tav tm="17308">
                                          <p:val>
                                            <p:strVal val="#ppt_y-0.0089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1909"/>
                                          </p:val>
                                        </p:tav>
                                        <p:tav tm="40385">
                                          <p:val>
                                            <p:strVal val="#ppt_y-0.0224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2532"/>
                                          </p:val>
                                        </p:tav>
                                        <p:tav tm="69231">
                                          <p:val>
                                            <p:strVal val="#ppt_y-0.02814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858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7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2" dur="173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3" dur="173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4" dur="173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7" dur="1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2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30" dur="173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04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79"/>
                                          </p:val>
                                        </p:tav>
                                        <p:tav tm="17308">
                                          <p:val>
                                            <p:strVal val="#ppt_x-0.0177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2974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3489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162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488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529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5946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177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26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765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1" dur="173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971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17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2407"/>
                                          </p:val>
                                        </p:tav>
                                        <p:tav tm="69231">
                                          <p:val>
                                            <p:strVal val="#ppt_y-0.02696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741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54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2" dur="173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3" dur="173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4" dur="173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7" dur="1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3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40" dur="173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496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19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035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16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085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4814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479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591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15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236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514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4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1" dur="173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72"/>
                                          </p:val>
                                        </p:tav>
                                        <p:tav tm="1538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28846">
                                          <p:val>
                                            <p:strVal val="#ppt_y-0.01196"/>
                                          </p:val>
                                        </p:tav>
                                        <p:tav tm="46154">
                                          <p:val>
                                            <p:strVal val="#ppt_y-0.01666"/>
                                          </p:val>
                                        </p:tav>
                                        <p:tav tm="67308">
                                          <p:val>
                                            <p:strVal val="#ppt_y-0.01903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1941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457"/>
                                          </p:val>
                                        </p:tav>
                                        <p:tav tm="92308">
                                          <p:val>
                                            <p:strVal val="#ppt_y+0.005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2" dur="173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3" dur="173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4" dur="173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47" dur="1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4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4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50" dur="173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38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28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05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18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1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482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475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5898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13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217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618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5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1" dur="173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3"/>
                                          </p:val>
                                        </p:tav>
                                        <p:tav tm="17308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30769">
                                          <p:val>
                                            <p:strVal val="#ppt_y-0.01459"/>
                                          </p:val>
                                        </p:tav>
                                        <p:tav tm="48077">
                                          <p:val>
                                            <p:strVal val="#ppt_y-0.01988"/>
                                          </p:val>
                                        </p:tav>
                                        <p:tav tm="67308">
                                          <p:val>
                                            <p:strVal val="#ppt_y-0.02238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285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2" dur="173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3" dur="173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4" dur="173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57" dur="1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5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60" dur="173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67"/>
                                          </p:val>
                                        </p:tav>
                                        <p:tav tm="9615">
                                          <p:val>
                                            <p:strVal val="#ppt_x-0.00375"/>
                                          </p:val>
                                        </p:tav>
                                        <p:tav tm="15385">
                                          <p:val>
                                            <p:strVal val="#ppt_x-0.01436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085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229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16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4889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55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5976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21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297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67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5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1" dur="173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16"/>
                                          </p:val>
                                        </p:tav>
                                        <p:tav tm="17308">
                                          <p:val>
                                            <p:strVal val="#ppt_y-0.00744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159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2127"/>
                                          </p:val>
                                        </p:tav>
                                        <p:tav tm="69231">
                                          <p:val>
                                            <p:strVal val="#ppt_y-0.02378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417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46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2" dur="173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3" dur="173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4" dur="173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67" dur="1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6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70" dur="173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61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59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163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093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3648"/>
                                          </p:val>
                                        </p:tav>
                                        <p:tav tm="36538">
                                          <p:val>
                                            <p:strVal val="#ppt_x-0.04596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339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5638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6006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6429"/>
                                          </p:val>
                                        </p:tav>
                                        <p:tav tm="73077">
                                          <p:val>
                                            <p:strVal val="#ppt_x-0.0665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715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5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1" dur="173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69"/>
                                          </p:val>
                                        </p:tav>
                                        <p:tav tm="21154">
                                          <p:val>
                                            <p:strVal val="#ppt_y-0.00728"/>
                                          </p:val>
                                        </p:tav>
                                        <p:tav tm="36538">
                                          <p:val>
                                            <p:strVal val="#ppt_y-0.01309"/>
                                          </p:val>
                                        </p:tav>
                                        <p:tav tm="53846">
                                          <p:val>
                                            <p:strVal val="#ppt_y-0.01699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1883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982"/>
                                          </p:val>
                                        </p:tav>
                                        <p:tav tm="90385">
                                          <p:val>
                                            <p:strVal val="#ppt_y+0.004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2" dur="173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3" dur="173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4" dur="173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77" dur="1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7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7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80" dur="173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39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46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12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0.0303"/>
                                          </p:val>
                                        </p:tav>
                                        <p:tav tm="28846">
                                          <p:val>
                                            <p:strVal val="#ppt_x-0.03572"/>
                                          </p:val>
                                        </p:tav>
                                        <p:tav tm="36538">
                                          <p:val>
                                            <p:strVal val="#ppt_x-0.04497"/>
                                          </p:val>
                                        </p:tav>
                                        <p:tav tm="44231">
                                          <p:val>
                                            <p:strVal val="#ppt_x-0.0522"/>
                                          </p:val>
                                        </p:tav>
                                        <p:tav tm="48077">
                                          <p:val>
                                            <p:strVal val="#ppt_x-0.0551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0.05871"/>
                                          </p:val>
                                        </p:tav>
                                        <p:tav tm="63462">
                                          <p:val>
                                            <p:strVal val="#ppt_x-0.06284"/>
                                          </p:val>
                                        </p:tav>
                                        <p:tav tm="73077">
                                          <p:val>
                                            <p:strVal val="#ppt_x-0.06502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563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546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5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1" dur="173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32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672"/>
                                          </p:val>
                                        </p:tav>
                                        <p:tav tm="32692">
                                          <p:val>
                                            <p:strVal val="#ppt_y-0.0122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1656"/>
                                          </p:val>
                                        </p:tav>
                                        <p:tav tm="71154">
                                          <p:val>
                                            <p:strVal val="#ppt_y-0.0188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1904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132"/>
                                          </p:val>
                                        </p:tav>
                                        <p:tav tm="90385">
                                          <p:val>
                                            <p:strVal val="#ppt_y+0.005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2" dur="173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3" dur="173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4" dur="173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7" dur="1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88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76"/>
                                      </p:to>
                                    </p:set>
                                    <p:animEffect filter="image" prLst="opacity: 0.76">
                                      <p:cBhvr rctx="IE">
                                        <p:cTn id="5689" dur="200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90" dur="173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02"/>
                                          </p:val>
                                        </p:tav>
                                        <p:tav tm="11538">
                                          <p:val>
                                            <p:strVal val="#ppt_x-0.0076"/>
                                          </p:val>
                                        </p:tav>
                                        <p:tav tm="19231">
                                          <p:val>
                                            <p:strVal val="#ppt_x-0.0215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0.0334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04311"/>
                                          </p:val>
                                        </p:tav>
                                        <p:tav tm="42308">
                                          <p:val>
                                            <p:strVal val="#ppt_x-0.05072"/>
                                          </p:val>
                                        </p:tav>
                                        <p:tav tm="46154">
                                          <p:val>
                                            <p:strVal val="#ppt_x-0.0538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0.0576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0.06206"/>
                                          </p:val>
                                        </p:tav>
                                        <p:tav tm="71154">
                                          <p:val>
                                            <p:strVal val="#ppt_x-0.06453"/>
                                          </p:val>
                                        </p:tav>
                                        <p:tav tm="80769">
                                          <p:val>
                                            <p:strVal val="#ppt_x-0.06541"/>
                                          </p:val>
                                        </p:tav>
                                        <p:tav tm="82692">
                                          <p:val>
                                            <p:strVal val="#ppt_x+0.03701"/>
                                          </p:val>
                                        </p:tav>
                                        <p:tav tm="92308">
                                          <p:val>
                                            <p:strVal val="#ppt_x+0.016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1" dur="173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15"/>
                                          </p:val>
                                        </p:tav>
                                        <p:tav tm="19231">
                                          <p:val>
                                            <p:strVal val="#ppt_y-0.00817"/>
                                          </p:val>
                                        </p:tav>
                                        <p:tav tm="34615">
                                          <p:val>
                                            <p:strVal val="#ppt_y-0.01609"/>
                                          </p:val>
                                        </p:tav>
                                        <p:tav tm="51923">
                                          <p:val>
                                            <p:strVal val="#ppt_y-0.02132"/>
                                          </p:val>
                                        </p:tav>
                                        <p:tav tm="73077">
                                          <p:val>
                                            <p:strVal val="#ppt_y-0.02391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241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12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2" dur="173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w*1"/>
                                          </p:val>
                                        </p:tav>
                                        <p:tav tm="17308">
                                          <p:val>
                                            <p:strVal val="#ppt_w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w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w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w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w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w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w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w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w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w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w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w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w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w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3" dur="173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70239"/>
                                          </p:val>
                                        </p:tav>
                                        <p:tav tm="5769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7692">
                                          <p:val>
                                            <p:strVal val="#ppt_h*1"/>
                                          </p:val>
                                        </p:tav>
                                        <p:tav tm="17308">
                                          <p:val>
                                            <p:strVal val="#ppt_h*1.20593"/>
                                          </p:val>
                                        </p:tav>
                                        <p:tav tm="23077">
                                          <p:val>
                                            <p:strVal val="#ppt_h*1.31288"/>
                                          </p:val>
                                        </p:tav>
                                        <p:tav tm="26923">
                                          <p:val>
                                            <p:strVal val="#ppt_h*1.37646"/>
                                          </p:val>
                                        </p:tav>
                                        <p:tav tm="34615">
                                          <p:val>
                                            <p:strVal val="#ppt_h*1.48489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.53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h*1.58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h*1.65779"/>
                                          </p:val>
                                        </p:tav>
                                        <p:tav tm="59615">
                                          <p:val>
                                            <p:strVal val="#ppt_h*1.68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h*1.70835"/>
                                          </p:val>
                                        </p:tav>
                                        <p:tav tm="73077">
                                          <p:val>
                                            <p:strVal val="#ppt_h*1.72554"/>
                                          </p:val>
                                        </p:tav>
                                        <p:tav tm="80769">
                                          <p:val>
                                            <p:strVal val="#ppt_h*1.73204"/>
                                          </p:val>
                                        </p:tav>
                                        <p:tav tm="82692">
                                          <p:val>
                                            <p:strVal val="#ppt_h*0.28741"/>
                                          </p:val>
                                        </p:tav>
                                        <p:tav tm="90385">
                                          <p:val>
                                            <p:strVal val="#ppt_h*0.6205"/>
                                          </p:val>
                                        </p:tav>
                                        <p:tav tm="96154">
                                          <p:val>
                                            <p:strVal val="#ppt_h*0.86317"/>
                                          </p:val>
                                        </p:tav>
                                        <p:tav tm="98077">
                                          <p:val>
                                            <p:strVal val="#ppt_h*0.9416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4" dur="173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.58"/>
                                          </p:val>
                                        </p:tav>
                                        <p:tav tm="5769">
                                          <p:val>
                                            <p:fltVal val="-3.66"/>
                                          </p:val>
                                        </p:tav>
                                        <p:tav tm="7692">
                                          <p:val>
                                            <p:fltVal val="0"/>
                                          </p:val>
                                        </p:tav>
                                        <p:tav tm="13462">
                                          <p:val>
                                            <p:fltVal val="9.41"/>
                                          </p:val>
                                        </p:tav>
                                        <p:tav tm="19231">
                                          <p:val>
                                            <p:fltVal val="17.96"/>
                                          </p:val>
                                        </p:tav>
                                        <p:tav tm="23077">
                                          <p:val>
                                            <p:fltVal val="23.12"/>
                                          </p:val>
                                        </p:tav>
                                        <p:tav tm="26923">
                                          <p:val>
                                            <p:fltVal val="27.82"/>
                                          </p:val>
                                        </p:tav>
                                        <p:tav tm="32692">
                                          <p:val>
                                            <p:fltVal val="34"/>
                                          </p:val>
                                        </p:tav>
                                        <p:tav tm="40385">
                                          <p:val>
                                            <p:fltVal val="40.68"/>
                                          </p:val>
                                        </p:tav>
                                        <p:tav tm="50000">
                                          <p:val>
                                            <p:fltVal val="46.78"/>
                                          </p:val>
                                        </p:tav>
                                        <p:tav tm="59615">
                                          <p:val>
                                            <p:fltVal val="50.78"/>
                                          </p:val>
                                        </p:tav>
                                        <p:tav tm="69231">
                                          <p:val>
                                            <p:fltVal val="53.09"/>
                                          </p:val>
                                        </p:tav>
                                        <p:tav tm="80769">
                                          <p:val>
                                            <p:fltVal val="54.09"/>
                                          </p:val>
                                        </p:tav>
                                        <p:tav tm="82692">
                                          <p:val>
                                            <p:fltVal val="-38.99"/>
                                          </p:val>
                                        </p:tav>
                                        <p:tav tm="94231">
                                          <p:val>
                                            <p:fltVal val="-12.21"/>
                                          </p:val>
                                        </p:tav>
                                        <p:tav tm="98077">
                                          <p:val>
                                            <p:fltVal val="-3.6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6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697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8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99" dur="173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19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774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8377"/>
                                          </p:val>
                                        </p:tav>
                                        <p:tav tm="36538">
                                          <p:val>
                                            <p:strVal val="#ppt_x-1.20225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20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1791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803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227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766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19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34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83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0" dur="173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947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327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67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165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0769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415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1" dur="173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2" dur="173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3" dur="173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5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06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07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08" dur="173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2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708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833"/>
                                          </p:val>
                                        </p:tav>
                                        <p:tav tm="36538">
                                          <p:val>
                                            <p:strVal val="#ppt_x-1.20194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18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177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791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218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761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195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32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82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9" dur="173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929"/>
                                          </p:val>
                                        </p:tav>
                                        <p:tav tm="17308">
                                          <p:val>
                                            <p:strVal val="#ppt_y+0.0338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618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12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0735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0" dur="173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1" dur="173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2" dur="173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4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15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6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17" dur="173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1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8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8242"/>
                                          </p:val>
                                        </p:tav>
                                        <p:tav tm="30769">
                                          <p:val>
                                            <p:strVal val="#ppt_x-1.19407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20131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123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71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225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52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351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856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25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69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8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8" dur="173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07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302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062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12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9" dur="173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0" dur="173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1" dur="173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3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24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25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26" dur="173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12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388"/>
                                          </p:val>
                                        </p:tav>
                                        <p:tav tm="21154">
                                          <p:val>
                                            <p:strVal val="#ppt_x-1.17773"/>
                                          </p:val>
                                        </p:tav>
                                        <p:tav tm="28846">
                                          <p:val>
                                            <p:strVal val="#ppt_x-1.19241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20269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20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76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2279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57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348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848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249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62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96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7" dur="173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806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319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1486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653"/>
                                          </p:val>
                                        </p:tav>
                                        <p:tav tm="78846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8" dur="173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9" dur="173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0" dur="173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2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33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34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35" dur="173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14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146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7949"/>
                                          </p:val>
                                        </p:tav>
                                        <p:tav tm="28846">
                                          <p:val>
                                            <p:strVal val="#ppt_x-1.1908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20142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105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68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2217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1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31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827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237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56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93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59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6" dur="173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47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739"/>
                                          </p:val>
                                        </p:tav>
                                        <p:tav tm="23077">
                                          <p:val>
                                            <p:strVal val="#ppt_y+0.02994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1437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72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376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7" dur="173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8" dur="173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9" dur="173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1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42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3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44" dur="173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8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111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8032"/>
                                          </p:val>
                                        </p:tav>
                                        <p:tav tm="28846">
                                          <p:val>
                                            <p:strVal val="#ppt_x-1.19189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20258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219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79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2314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95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38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877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271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76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803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5" dur="173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133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2349"/>
                                          </p:val>
                                        </p:tav>
                                        <p:tav tm="42308">
                                          <p:val>
                                            <p:strVal val="#ppt_y+0.01287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604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6" dur="173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7" dur="173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8" dur="173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0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51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52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53" dur="173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1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529"/>
                                          </p:val>
                                        </p:tav>
                                        <p:tav tm="15385">
                                          <p:val>
                                            <p:strVal val="#ppt_x-1.16835"/>
                                          </p:val>
                                        </p:tav>
                                        <p:tav tm="21154">
                                          <p:val>
                                            <p:strVal val="#ppt_x-1.18065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9203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20252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1192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75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265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3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811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207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18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53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4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4" dur="173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806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235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442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5" dur="173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6" dur="173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7" dur="173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9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60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61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62" dur="173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3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517"/>
                                          </p:val>
                                        </p:tav>
                                        <p:tav tm="15385">
                                          <p:val>
                                            <p:strVal val="#ppt_x-1.16812"/>
                                          </p:val>
                                        </p:tav>
                                        <p:tav tm="21154">
                                          <p:val>
                                            <p:strVal val="#ppt_x-1.18033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9166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20215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1158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723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237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12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797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197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12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5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3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3" dur="173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937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1168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514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4" dur="173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5" dur="173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6" dur="173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8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69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0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1" dur="173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4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151"/>
                                          </p:val>
                                        </p:tav>
                                        <p:tav tm="17308">
                                          <p:val>
                                            <p:strVal val="#ppt_x-1.16901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8152"/>
                                          </p:val>
                                        </p:tav>
                                        <p:tav tm="28846">
                                          <p:val>
                                            <p:strVal val="#ppt_x-1.1931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20042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1032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62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16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86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265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776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186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06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3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2" dur="173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677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2004"/>
                                          </p:val>
                                        </p:tav>
                                        <p:tav tm="42308">
                                          <p:val>
                                            <p:strVal val="#ppt_y+0.01123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542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3" dur="173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4" dur="173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5" dur="173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7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78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9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80" dur="173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093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417"/>
                                          </p:val>
                                        </p:tav>
                                        <p:tav tm="15385">
                                          <p:val>
                                            <p:strVal val="#ppt_x-1.16806"/>
                                          </p:val>
                                        </p:tav>
                                        <p:tav tm="21154">
                                          <p:val>
                                            <p:strVal val="#ppt_x-1.18126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8945"/>
                                          </p:val>
                                        </p:tav>
                                        <p:tav tm="30769">
                                          <p:val>
                                            <p:strVal val="#ppt_x-1.2006"/>
                                          </p:val>
                                        </p:tav>
                                        <p:tav tm="36538">
                                          <p:val>
                                            <p:strVal val="#ppt_x-1.21052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64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217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286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43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897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268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56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73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1" dur="173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1819"/>
                                          </p:val>
                                        </p:tav>
                                        <p:tav tm="17308">
                                          <p:val>
                                            <p:strVal val="#ppt_y+0.01577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1482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82692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2" dur="173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3" dur="173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4" dur="173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6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87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88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89" dur="173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097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383"/>
                                          </p:val>
                                        </p:tav>
                                        <p:tav tm="15385">
                                          <p:val>
                                            <p:strVal val="#ppt_x-1.1674"/>
                                          </p:val>
                                        </p:tav>
                                        <p:tav tm="21154">
                                          <p:val>
                                            <p:strVal val="#ppt_x-1.1803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8837"/>
                                          </p:val>
                                        </p:tav>
                                        <p:tav tm="30769">
                                          <p:val>
                                            <p:strVal val="#ppt_x-1.1995"/>
                                          </p:val>
                                        </p:tav>
                                        <p:tav tm="36538">
                                          <p:val>
                                            <p:strVal val="#ppt_x-1.20947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542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329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94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73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853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238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37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63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0" dur="173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207"/>
                                          </p:val>
                                        </p:tav>
                                        <p:tav tm="25000">
                                          <p:val>
                                            <p:strVal val="#ppt_y+0.01775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0867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395"/>
                                          </p:val>
                                        </p:tav>
                                        <p:tav tm="80769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1" dur="173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2" dur="173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3" dur="173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5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96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97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98" dur="173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5162"/>
                                          </p:val>
                                        </p:tav>
                                        <p:tav tm="17308">
                                          <p:val>
                                            <p:strVal val="#ppt_x-1.16953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823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9027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20132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1118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70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234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2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16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814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212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22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56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4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9" dur="173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313"/>
                                          </p:val>
                                        </p:tav>
                                        <p:tav tm="40385">
                                          <p:val>
                                            <p:strVal val="#ppt_y+0.01052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485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0" dur="173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1" dur="173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2" dur="173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4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05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06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07" dur="173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098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822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8033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8877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20034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1062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67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21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21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822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221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29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6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5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8" dur="173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2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1796"/>
                                          </p:val>
                                        </p:tav>
                                        <p:tav tm="21154">
                                          <p:val>
                                            <p:strVal val="#ppt_y+0.01186"/>
                                          </p:val>
                                        </p:tav>
                                        <p:tav tm="34615">
                                          <p:val>
                                            <p:strVal val="#ppt_y+0.0073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046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9" dur="173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0" dur="173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1" dur="173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3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14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15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16" dur="173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097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931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8122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8955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20096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111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709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247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4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37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833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227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33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62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7" dur="173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1826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1335"/>
                                          </p:val>
                                        </p:tav>
                                        <p:tav tm="36538">
                                          <p:val>
                                            <p:strVal val="#ppt_y+0.00776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454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8" dur="173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9" dur="173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0" dur="173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2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23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24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25" dur="173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2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861"/>
                                          </p:val>
                                        </p:tav>
                                        <p:tav tm="23077">
                                          <p:val>
                                            <p:strVal val="#ppt_x-1.17986"/>
                                          </p:val>
                                        </p:tav>
                                        <p:tav tm="26923">
                                          <p:val>
                                            <p:strVal val="#ppt_x-1.18814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1996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0986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596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147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862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27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784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193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512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51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3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6" dur="173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23"/>
                                          </p:val>
                                        </p:tav>
                                        <p:tav tm="17308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32692">
                                          <p:val>
                                            <p:strVal val="#ppt_y+0.0109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528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7" dur="173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8" dur="173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9" dur="173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31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32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33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34" dur="173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352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7937"/>
                                          </p:val>
                                        </p:tav>
                                        <p:tav tm="30769">
                                          <p:val>
                                            <p:strVal val="#ppt_x-1.19182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19954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006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632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694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134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69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132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475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32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1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5" dur="173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507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1723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111"/>
                                          </p:val>
                                        </p:tav>
                                        <p:tav tm="36538">
                                          <p:val>
                                            <p:strVal val="#ppt_y+0.00735"/>
                                          </p:val>
                                        </p:tav>
                                        <p:tav tm="44231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6" dur="173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7" dur="173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8" dur="173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0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41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42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43" dur="173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6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547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8119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19723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0793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431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008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759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187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726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156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49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39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2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4" dur="173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394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1703"/>
                                          </p:val>
                                        </p:tav>
                                        <p:tav tm="28846">
                                          <p:val>
                                            <p:strVal val="#ppt_y+0.01165"/>
                                          </p:val>
                                        </p:tav>
                                        <p:tav tm="36538">
                                          <p:val>
                                            <p:strVal val="#ppt_y+0.00812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0499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5" dur="173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6" dur="173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7" dur="1733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9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50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51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52" dur="173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06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719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8223"/>
                                          </p:val>
                                        </p:tav>
                                        <p:tav tm="32692">
                                          <p:val>
                                            <p:strVal val="#ppt_x-1.19793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084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467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2034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774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196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3731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158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49"/>
                                          </p:val>
                                        </p:tav>
                                        <p:tav tm="78846">
                                          <p:val>
                                            <p:strVal val="#ppt_x-1.24739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2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3" dur="173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257"/>
                                          </p:val>
                                        </p:tav>
                                        <p:tav tm="19231">
                                          <p:val>
                                            <p:strVal val="#ppt_y+0.01945"/>
                                          </p:val>
                                        </p:tav>
                                        <p:tav tm="32692">
                                          <p:val>
                                            <p:strVal val="#ppt_y+0.0121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4" dur="173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5" dur="173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6" dur="1733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8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59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60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61" dur="173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21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353"/>
                                          </p:val>
                                        </p:tav>
                                        <p:tav tm="28846">
                                          <p:val>
                                            <p:strVal val="#ppt_x-1.18513"/>
                                          </p:val>
                                        </p:tav>
                                        <p:tav tm="36538">
                                          <p:val>
                                            <p:strVal val="#ppt_x-1.20051"/>
                                          </p:val>
                                        </p:tav>
                                        <p:tav tm="42308">
                                          <p:val>
                                            <p:strVal val="#ppt_x-1.21079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1694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747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186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741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184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26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8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57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2" dur="173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703"/>
                                          </p:val>
                                        </p:tav>
                                        <p:tav tm="32692">
                                          <p:val>
                                            <p:strVal val="#ppt_y+0.01666"/>
                                          </p:val>
                                        </p:tav>
                                        <p:tav tm="40385">
                                          <p:val>
                                            <p:strVal val="#ppt_y+0.01138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662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354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3" dur="173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4" dur="173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5" dur="173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7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68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69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0" dur="173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15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401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7844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19837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0891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522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209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83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26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797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221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48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91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59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1" dur="173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151"/>
                                          </p:val>
                                        </p:tav>
                                        <p:tav tm="30769">
                                          <p:val>
                                            <p:strVal val="#ppt_y+0.01478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1016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0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2" dur="173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3" dur="173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4" dur="1733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76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77" dur="1300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78" dur="1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9" dur="173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7692">
                                          <p:val>
                                            <p:strVal val="#ppt_x-1.25111"/>
                                          </p:val>
                                        </p:tav>
                                        <p:tav tm="9615">
                                          <p:val>
                                            <p:strVal val="#ppt_x-1.1468"/>
                                          </p:val>
                                        </p:tav>
                                        <p:tav tm="25000">
                                          <p:val>
                                            <p:strVal val="#ppt_x-1.18098"/>
                                          </p:val>
                                        </p:tav>
                                        <p:tav tm="30769">
                                          <p:val>
                                            <p:strVal val="#ppt_x-1.1929"/>
                                          </p:val>
                                        </p:tav>
                                        <p:tav tm="34615">
                                          <p:val>
                                            <p:strVal val="#ppt_x-1.20031"/>
                                          </p:val>
                                        </p:tav>
                                        <p:tav tm="40385">
                                          <p:val>
                                            <p:strVal val="#ppt_x-1.21047"/>
                                          </p:val>
                                        </p:tav>
                                        <p:tav tm="44231">
                                          <p:val>
                                            <p:strVal val="#ppt_x-1.2165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220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1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32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384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249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564"/>
                                          </p:val>
                                        </p:tav>
                                        <p:tav tm="80769">
                                          <p:val>
                                            <p:strVal val="#ppt_x-1.24798"/>
                                          </p:val>
                                        </p:tav>
                                        <p:tav tm="86538">
                                          <p:val>
                                            <p:strVal val="#ppt_x-1.2496"/>
                                          </p:val>
                                        </p:tav>
                                        <p:tav tm="92308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0" dur="173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7692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615">
                                          <p:val>
                                            <p:strVal val="#ppt_y+0.03018"/>
                                          </p:val>
                                        </p:tav>
                                        <p:tav tm="34615">
                                          <p:val>
                                            <p:strVal val="#ppt_y+0.01353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648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1" dur="173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w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w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w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w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w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w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2" dur="173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383"/>
                                          </p:val>
                                        </p:tav>
                                        <p:tav tm="7692">
                                          <p:val>
                                            <p:strVal val="#ppt_h*1.00704"/>
                                          </p:val>
                                        </p:tav>
                                        <p:tav tm="9615">
                                          <p:val>
                                            <p:strVal val="#ppt_h*0.18657"/>
                                          </p:val>
                                        </p:tav>
                                        <p:tav tm="25000">
                                          <p:val>
                                            <p:strVal val="#ppt_h*0.56545"/>
                                          </p:val>
                                        </p:tav>
                                        <p:tav tm="36538">
                                          <p:val>
                                            <p:strVal val="#ppt_h*0.70984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80719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94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2674"/>
                                          </p:val>
                                        </p:tav>
                                        <p:tav tm="71154">
                                          <p:val>
                                            <p:strVal val="#ppt_h*0.95975"/>
                                          </p:val>
                                        </p:tav>
                                        <p:tav tm="84615">
                                          <p:val>
                                            <p:strVal val="#ppt_h*0.99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3" dur="1733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3"/>
                                          </p:val>
                                        </p:tav>
                                        <p:tav tm="7692">
                                          <p:val>
                                            <p:fltVal val="-1.15"/>
                                          </p:val>
                                        </p:tav>
                                        <p:tav tm="9615">
                                          <p:val>
                                            <p:fltVal val="115.42"/>
                                          </p:val>
                                        </p:tav>
                                        <p:tav tm="19231">
                                          <p:val>
                                            <p:fltVal val="87.18"/>
                                          </p:val>
                                        </p:tav>
                                        <p:tav tm="25000">
                                          <p:val>
                                            <p:fltVal val="70.97"/>
                                          </p:val>
                                        </p:tav>
                                        <p:tav tm="32692">
                                          <p:val>
                                            <p:fltVal val="54.78"/>
                                          </p:val>
                                        </p:tav>
                                        <p:tav tm="38462">
                                          <p:val>
                                            <p:fltVal val="43.94"/>
                                          </p:val>
                                        </p:tav>
                                        <p:tav tm="44231">
                                          <p:val>
                                            <p:fltVal val="34.39"/>
                                          </p:val>
                                        </p:tav>
                                        <p:tav tm="50000">
                                          <p:val>
                                            <p:fltVal val="26.18"/>
                                          </p:val>
                                        </p:tav>
                                        <p:tav tm="55769">
                                          <p:val>
                                            <p:fltVal val="19.28"/>
                                          </p:val>
                                        </p:tav>
                                        <p:tav tm="61538">
                                          <p:val>
                                            <p:fltVal val="13.61"/>
                                          </p:val>
                                        </p:tav>
                                        <p:tav tm="67308">
                                          <p:val>
                                            <p:fltVal val="9.05"/>
                                          </p:val>
                                        </p:tav>
                                        <p:tav tm="73077">
                                          <p:val>
                                            <p:fltVal val="5.49"/>
                                          </p:val>
                                        </p:tav>
                                        <p:tav tm="78846">
                                          <p:val>
                                            <p:fltVal val="2.81"/>
                                          </p:val>
                                        </p:tav>
                                        <p:tav tm="86538">
                                          <p:val>
                                            <p:fltVal val="0.41"/>
                                          </p:val>
                                        </p:tav>
                                        <p:tav tm="92308">
                                          <p:val>
                                            <p:fltVal val="-0.63"/>
                                          </p:val>
                                        </p:tav>
                                        <p:tav tm="100000">
                                          <p:val>
                                            <p:fltVal val="-1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5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86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87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88" dur="161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689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7689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8558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19885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022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1947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672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23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658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3987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239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587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797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5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9" dur="161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255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255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1012"/>
                                          </p:val>
                                        </p:tav>
                                        <p:tav tm="47521">
                                          <p:val>
                                            <p:strVal val="#ppt_y-0.00293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53719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174">
                                          <p:val>
                                            <p:strVal val="#ppt_y-0.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0" dur="161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1" dur="161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2" dur="161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95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6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97" dur="161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794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7794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8661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19973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089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1994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704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252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673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3996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246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59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5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8" dur="161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07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307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47521">
                                          <p:val>
                                            <p:strVal val="#ppt_y-0.00406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205"/>
                                          </p:val>
                                        </p:tav>
                                        <p:tav tm="55785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99174">
                                          <p:val>
                                            <p:strVal val="#ppt_y-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9" dur="161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0" dur="161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1" dur="161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3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04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05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06" dur="161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215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215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098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386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438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268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912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407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787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08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07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22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14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7" dur="161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159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159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434"/>
                                          </p:val>
                                        </p:tav>
                                        <p:tav tm="57851">
                                          <p:val>
                                            <p:strVal val="#ppt_y-0.00124"/>
                                          </p:val>
                                        </p:tav>
                                        <p:tav tm="70248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8" dur="161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9" dur="161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0" dur="161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2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13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14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15" dur="161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894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7894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8837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258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423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324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999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501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876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58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72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61"/>
                                          </p:val>
                                        </p:tav>
                                        <p:tav tm="70248">
                                          <p:val>
                                            <p:strVal val="#ppt_x-1.24893"/>
                                          </p:val>
                                        </p:tav>
                                        <p:tav tm="80579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6" dur="161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308"/>
                                          </p:val>
                                        </p:tav>
                                        <p:tav tm="47521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66116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174">
                                          <p:val>
                                            <p:strVal val="#ppt_y-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7" dur="161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8" dur="161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9" dur="161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21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22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23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24" dur="161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874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7874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8798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189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341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241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925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438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824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17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4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43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25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5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5" dur="161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045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49587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68182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9174">
                                          <p:val>
                                            <p:strVal val="#ppt_y-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6" dur="161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7" dur="161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8" dur="161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0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31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32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33" dur="161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253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253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175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519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598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428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056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529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887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6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7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57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32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4" dur="161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72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0572"/>
                                          </p:val>
                                        </p:tav>
                                        <p:tav tm="47521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53719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5" dur="161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6" dur="161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7" dur="161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9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40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41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42" dur="161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39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39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361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766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863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677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272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708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403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273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457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706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46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3" dur="161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41322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326"/>
                                          </p:val>
                                        </p:tav>
                                        <p:tav tm="51653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57851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4" dur="161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5" dur="161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6" dur="161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8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49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50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51" dur="161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346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346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308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705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802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623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227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671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4002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251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44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97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45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1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2" dur="161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41322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45455">
                                          <p:val>
                                            <p:strVal val="#ppt_y+0.00237"/>
                                          </p:val>
                                        </p:tav>
                                        <p:tav tm="57851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3" dur="161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4" dur="161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5" dur="161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7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58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59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60" dur="161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432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432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357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686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734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532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132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585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927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9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68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37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1" dur="161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47521">
                                          <p:val>
                                            <p:strVal val="#ppt_y-0.00299"/>
                                          </p:val>
                                        </p:tav>
                                        <p:tav tm="61983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2" dur="161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3" dur="161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4" dur="161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6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67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68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69" dur="161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956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956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912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1228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2206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913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428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809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4096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315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484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717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48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0" dur="161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445"/>
                                          </p:val>
                                        </p:tav>
                                        <p:tav tm="70248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1" dur="161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2" dur="161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3" dur="161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5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76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77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78" dur="161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86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786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742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1078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2086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825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365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765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4065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293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468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71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9" dur="161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75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0139"/>
                                          </p:val>
                                        </p:tav>
                                        <p:tav tm="51653">
                                          <p:val>
                                            <p:strVal val="#ppt_y-0.003"/>
                                          </p:val>
                                        </p:tav>
                                        <p:tav tm="70248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0" dur="161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1" dur="161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2" dur="161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85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86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87" dur="161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11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711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637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934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93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677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237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658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979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225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416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8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42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41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4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8" dur="161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21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0621"/>
                                          </p:val>
                                        </p:tav>
                                        <p:tav tm="68182">
                                          <p:val>
                                            <p:strVal val="#ppt_y-0.00054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9" dur="161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0" dur="161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1" dur="161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3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94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95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96" dur="161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928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928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822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1043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97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671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206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619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939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85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61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32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7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7" dur="161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172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181"/>
                                          </p:val>
                                        </p:tav>
                                        <p:tav tm="57851">
                                          <p:val>
                                            <p:strVal val="#ppt_y-0.0041"/>
                                          </p:val>
                                        </p:tav>
                                        <p:tav tm="66116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78512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8" dur="161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9" dur="161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0" dur="161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2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03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04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05" dur="161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939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939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843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108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2014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715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246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653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967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211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403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71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37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6" dur="161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038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888"/>
                                          </p:val>
                                        </p:tav>
                                        <p:tav tm="57851">
                                          <p:val>
                                            <p:strVal val="#ppt_y-0.00389"/>
                                          </p:val>
                                        </p:tav>
                                        <p:tav tm="66116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78512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7" dur="161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8" dur="161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9" dur="161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1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12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13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14" dur="161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682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682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578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832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807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554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3125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563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901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63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68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53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28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6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48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5" dur="161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074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074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0961"/>
                                          </p:val>
                                        </p:tav>
                                        <p:tav tm="55785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64050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76446">
                                          <p:val>
                                            <p:strVal val="#ppt_y+0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6" dur="161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7" dur="161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8" dur="161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0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21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22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23" dur="161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35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535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364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53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473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235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845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33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713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015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252"/>
                                          </p:val>
                                        </p:tav>
                                        <p:tav tm="61983">
                                          <p:val>
                                            <p:strVal val="#ppt_x-1.2444"/>
                                          </p:val>
                                        </p:tav>
                                        <p:tav tm="66116">
                                          <p:val>
                                            <p:strVal val="#ppt_x-1.24704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3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4" dur="161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074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2074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2018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808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1193"/>
                                          </p:val>
                                        </p:tav>
                                        <p:tav tm="53719">
                                          <p:val>
                                            <p:strVal val="#ppt_y-0.00697"/>
                                          </p:val>
                                        </p:tav>
                                        <p:tav tm="57851">
                                          <p:val>
                                            <p:strVal val="#ppt_y-0.00393"/>
                                          </p:val>
                                        </p:tav>
                                        <p:tav tm="61983">
                                          <p:val>
                                            <p:strVal val="#ppt_y-0.00215"/>
                                          </p:val>
                                        </p:tav>
                                        <p:tav tm="74380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5" dur="161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6" dur="161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7" dur="161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9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30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31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32" dur="161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621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621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481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685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64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392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981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442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803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086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07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19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11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3" dur="161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429"/>
                                          </p:val>
                                        </p:tav>
                                        <p:tav tm="51653">
                                          <p:val>
                                            <p:strVal val="#ppt_y-0.00787"/>
                                          </p:val>
                                        </p:tav>
                                        <p:tav tm="55785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61983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74380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4" dur="161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5" dur="161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6" dur="1613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8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39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0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41" dur="16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542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542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416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65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632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401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998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462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822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102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321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27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16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31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2" dur="16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87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387"/>
                                          </p:val>
                                        </p:tav>
                                        <p:tav tm="45455">
                                          <p:val>
                                            <p:strVal val="#ppt_y-0.01177"/>
                                          </p:val>
                                        </p:tav>
                                        <p:tav tm="53719">
                                          <p:val>
                                            <p:strVal val="#ppt_y-0.00495"/>
                                          </p:val>
                                        </p:tav>
                                        <p:tav tm="61983">
                                          <p:val>
                                            <p:strVal val="#ppt_y-0.00162"/>
                                          </p:val>
                                        </p:tav>
                                        <p:tav tm="74380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3" dur="16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4" dur="16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5" dur="1613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47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48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9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50" dur="161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888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7888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8721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19968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036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1918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623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176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607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3942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202"/>
                                          </p:val>
                                        </p:tav>
                                        <p:tav tm="61983">
                                          <p:val>
                                            <p:strVal val="#ppt_x-1.24405"/>
                                          </p:val>
                                        </p:tav>
                                        <p:tav tm="66116">
                                          <p:val>
                                            <p:strVal val="#ppt_x-1.24688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1" dur="161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1663"/>
                                          </p:val>
                                        </p:tav>
                                        <p:tav tm="47521">
                                          <p:val>
                                            <p:strVal val="#ppt_y-0.00884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587"/>
                                          </p:val>
                                        </p:tav>
                                        <p:tav tm="51653">
                                          <p:val>
                                            <p:strVal val="#ppt_y-0.0038"/>
                                          </p:val>
                                        </p:tav>
                                        <p:tav tm="55785">
                                          <p:val>
                                            <p:strVal val="#ppt_y-0.00157"/>
                                          </p:val>
                                        </p:tav>
                                        <p:tav tm="66116">
                                          <p:val>
                                            <p:strVal val="#ppt_y-0.00018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2" dur="161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3" dur="161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4" dur="161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6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57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58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59" dur="161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137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137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8971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19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212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048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716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242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653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3974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225"/>
                                          </p:val>
                                        </p:tav>
                                        <p:tav tm="61983">
                                          <p:val>
                                            <p:strVal val="#ppt_x-1.24421"/>
                                          </p:val>
                                        </p:tav>
                                        <p:tav tm="66116">
                                          <p:val>
                                            <p:strVal val="#ppt_x-1.24696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2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0" dur="161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907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907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1767"/>
                                          </p:val>
                                        </p:tav>
                                        <p:tav tm="47521">
                                          <p:val>
                                            <p:strVal val="#ppt_y-0.01099"/>
                                          </p:val>
                                        </p:tav>
                                        <p:tav tm="51653">
                                          <p:val>
                                            <p:strVal val="#ppt_y-0.00574"/>
                                          </p:val>
                                        </p:tav>
                                        <p:tav tm="57851">
                                          <p:val>
                                            <p:strVal val="#ppt_y-0.00209"/>
                                          </p:val>
                                        </p:tav>
                                        <p:tav tm="70248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1" dur="161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2" dur="161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3" dur="161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5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66" dur="500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67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68" dur="161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244"/>
                                          </p:val>
                                        </p:tav>
                                        <p:tav tm="41322">
                                          <p:val>
                                            <p:strVal val="#ppt_x-1.18244"/>
                                          </p:val>
                                        </p:tav>
                                        <p:tav tm="43388">
                                          <p:val>
                                            <p:strVal val="#ppt_x-1.19117"/>
                                          </p:val>
                                        </p:tav>
                                        <p:tav tm="45455">
                                          <p:val>
                                            <p:strVal val="#ppt_x-1.20385"/>
                                          </p:val>
                                        </p:tav>
                                        <p:tav tm="47521">
                                          <p:val>
                                            <p:strVal val="#ppt_x-1.21422"/>
                                          </p:val>
                                        </p:tav>
                                        <p:tav tm="49587">
                                          <p:val>
                                            <p:strVal val="#ppt_x-1.22245"/>
                                          </p:val>
                                        </p:tav>
                                        <p:tav tm="51653">
                                          <p:val>
                                            <p:strVal val="#ppt_x-1.22887"/>
                                          </p:val>
                                        </p:tav>
                                        <p:tav tm="53719">
                                          <p:val>
                                            <p:strVal val="#ppt_x-1.23384"/>
                                          </p:val>
                                        </p:tav>
                                        <p:tav tm="55785">
                                          <p:val>
                                            <p:strVal val="#ppt_x-1.23767"/>
                                          </p:val>
                                        </p:tav>
                                        <p:tav tm="57851">
                                          <p:val>
                                            <p:strVal val="#ppt_x-1.24064"/>
                                          </p:val>
                                        </p:tav>
                                        <p:tav tm="59917">
                                          <p:val>
                                            <p:strVal val="#ppt_x-1.24294"/>
                                          </p:val>
                                        </p:tav>
                                        <p:tav tm="64050">
                                          <p:val>
                                            <p:strVal val="#ppt_x-1.24614"/>
                                          </p:val>
                                        </p:tav>
                                        <p:tav tm="68182">
                                          <p:val>
                                            <p:strVal val="#ppt_x-1.2481"/>
                                          </p:val>
                                        </p:tav>
                                        <p:tav tm="72314">
                                          <p:val>
                                            <p:strVal val="#ppt_x-1.24929"/>
                                          </p:val>
                                        </p:tav>
                                        <p:tav tm="82645">
                                          <p:val>
                                            <p:strVal val="#ppt_x-1.25053"/>
                                          </p:val>
                                        </p:tav>
                                        <p:tav tm="99174">
                                          <p:val>
                                            <p:strVal val="#ppt_x-1.25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9" dur="161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326"/>
                                          </p:val>
                                        </p:tav>
                                        <p:tav tm="41322">
                                          <p:val>
                                            <p:strVal val="#ppt_y-0.01326"/>
                                          </p:val>
                                        </p:tav>
                                        <p:tav tm="43388">
                                          <p:val>
                                            <p:strVal val="#ppt_y-0.01198"/>
                                          </p:val>
                                        </p:tav>
                                        <p:tav tm="49587">
                                          <p:val>
                                            <p:strVal val="#ppt_y-0.0055"/>
                                          </p:val>
                                        </p:tav>
                                        <p:tav tm="53719">
                                          <p:val>
                                            <p:strVal val="#ppt_y-0.00298"/>
                                          </p:val>
                                        </p:tav>
                                        <p:tav tm="57851">
                                          <p:val>
                                            <p:strVal val="#ppt_y-0.00161"/>
                                          </p:val>
                                        </p:tav>
                                        <p:tav tm="70248">
                                          <p:val>
                                            <p:strVal val="#ppt_y-0.00019"/>
                                          </p:val>
                                        </p:tav>
                                        <p:tav tm="99174">
                                          <p:val>
                                            <p:strVal val="#ppt_y+0.00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0" dur="161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w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w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w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w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w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w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w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w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w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w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w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w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w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w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1" dur="161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1322">
                                          <p:val>
                                            <p:strVal val="#ppt_h*0.20169"/>
                                          </p:val>
                                        </p:tav>
                                        <p:tav tm="43388">
                                          <p:val>
                                            <p:strVal val="#ppt_h*0.30896"/>
                                          </p:val>
                                        </p:tav>
                                        <p:tav tm="45455">
                                          <p:val>
                                            <p:strVal val="#ppt_h*0.46445"/>
                                          </p:val>
                                        </p:tav>
                                        <p:tav tm="47521">
                                          <p:val>
                                            <p:strVal val="#ppt_h*0.58963"/>
                                          </p:val>
                                        </p:tav>
                                        <p:tav tm="49587">
                                          <p:val>
                                            <p:strVal val="#ppt_h*0.68709"/>
                                          </p:val>
                                        </p:tav>
                                        <p:tav tm="51653">
                                          <p:val>
                                            <p:strVal val="#ppt_h*0.76174"/>
                                          </p:val>
                                        </p:tav>
                                        <p:tav tm="53719">
                                          <p:val>
                                            <p:strVal val="#ppt_h*0.81867"/>
                                          </p:val>
                                        </p:tav>
                                        <p:tav tm="55785">
                                          <p:val>
                                            <p:strVal val="#ppt_h*0.86218"/>
                                          </p:val>
                                        </p:tav>
                                        <p:tav tm="57851">
                                          <p:val>
                                            <p:strVal val="#ppt_h*0.89562"/>
                                          </p:val>
                                        </p:tav>
                                        <p:tav tm="59917">
                                          <p:val>
                                            <p:strVal val="#ppt_h*0.92146"/>
                                          </p:val>
                                        </p:tav>
                                        <p:tav tm="64050">
                                          <p:val>
                                            <p:strVal val="#ppt_h*0.95716"/>
                                          </p:val>
                                        </p:tav>
                                        <p:tav tm="68182">
                                          <p:val>
                                            <p:strVal val="#ppt_h*0.97891"/>
                                          </p:val>
                                        </p:tav>
                                        <p:tav tm="72314">
                                          <p:val>
                                            <p:strVal val="#ppt_h*0.99213"/>
                                          </p:val>
                                        </p:tav>
                                        <p:tav tm="82645">
                                          <p:val>
                                            <p:strVal val="#ppt_h*1.0059"/>
                                          </p:val>
                                        </p:tav>
                                        <p:tav tm="99174">
                                          <p:val>
                                            <p:strVal val="#ppt_h*1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2" dur="1613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8.53"/>
                                          </p:val>
                                        </p:tav>
                                        <p:tav tm="41322">
                                          <p:val>
                                            <p:fltVal val="-138.53"/>
                                          </p:val>
                                        </p:tav>
                                        <p:tav tm="43388">
                                          <p:val>
                                            <p:fltVal val="-119.92"/>
                                          </p:val>
                                        </p:tav>
                                        <p:tav tm="45455">
                                          <p:val>
                                            <p:fltVal val="-92.94"/>
                                          </p:val>
                                        </p:tav>
                                        <p:tav tm="47521">
                                          <p:val>
                                            <p:fltVal val="-71.21"/>
                                          </p:val>
                                        </p:tav>
                                        <p:tav tm="49587">
                                          <p:val>
                                            <p:fltVal val="-54.3"/>
                                          </p:val>
                                        </p:tav>
                                        <p:tav tm="51653">
                                          <p:val>
                                            <p:fltVal val="-41.35"/>
                                          </p:val>
                                        </p:tav>
                                        <p:tav tm="53719">
                                          <p:val>
                                            <p:fltVal val="-31.47"/>
                                          </p:val>
                                        </p:tav>
                                        <p:tav tm="55785">
                                          <p:val>
                                            <p:fltVal val="-23.92"/>
                                          </p:val>
                                        </p:tav>
                                        <p:tav tm="57851">
                                          <p:val>
                                            <p:fltVal val="-18.11"/>
                                          </p:val>
                                        </p:tav>
                                        <p:tav tm="59917">
                                          <p:val>
                                            <p:fltVal val="-13.63"/>
                                          </p:val>
                                        </p:tav>
                                        <p:tav tm="61983">
                                          <p:val>
                                            <p:fltVal val="-10.15"/>
                                          </p:val>
                                        </p:tav>
                                        <p:tav tm="64050">
                                          <p:val>
                                            <p:fltVal val="-7.43"/>
                                          </p:val>
                                        </p:tav>
                                        <p:tav tm="68182">
                                          <p:val>
                                            <p:fltVal val="-3.66"/>
                                          </p:val>
                                        </p:tav>
                                        <p:tav tm="72314">
                                          <p:val>
                                            <p:fltVal val="-1.37"/>
                                          </p:val>
                                        </p:tav>
                                        <p:tav tm="76446">
                                          <p:val>
                                            <p:fltVal val="0"/>
                                          </p:val>
                                        </p:tav>
                                        <p:tav tm="82645">
                                          <p:val>
                                            <p:fltVal val="1.02"/>
                                          </p:val>
                                        </p:tav>
                                        <p:tav tm="99174">
                                          <p:val>
                                            <p:fltVal val="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7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75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6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7" dur="167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039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039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486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051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35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396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221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2865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366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757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061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486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47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05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7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8" dur="167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907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3907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3355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2005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493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448"/>
                                          </p:val>
                                        </p:tav>
                                        <p:tav tm="65737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71713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9" dur="167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0" dur="167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1" dur="1673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84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85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86" dur="167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962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962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411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8988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3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359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194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2846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353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747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054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482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45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05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71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7" dur="167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889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3889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3316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1941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432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65737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71713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8" dur="167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9" dur="167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0" dur="1673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93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94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95" dur="167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138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138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673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315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637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667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458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063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527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884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6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42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75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6" dur="167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69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869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802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02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577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65737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73705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7" dur="167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8" dur="167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9" dur="1673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1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02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3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04" dur="167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76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76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707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887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813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536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101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541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886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56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36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71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4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5" dur="167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707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3707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3356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874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1467"/>
                                          </p:val>
                                        </p:tav>
                                        <p:tav tm="57769">
                                          <p:val>
                                            <p:strVal val="#ppt_y+0.00873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503"/>
                                          </p:val>
                                        </p:tav>
                                        <p:tav tm="67729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73705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6" dur="167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7" dur="167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8" dur="1673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0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11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12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13" dur="167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74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474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939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472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704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678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439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031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491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85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31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23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65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6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4" dur="167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41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3641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3212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2113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1268"/>
                                          </p:val>
                                        </p:tav>
                                        <p:tav tm="57769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67729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73705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5" dur="167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6" dur="167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7" dur="1673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9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20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21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22" dur="167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21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421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948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549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819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802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556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133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577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92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86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55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81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1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3" dur="167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29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929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2008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742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73705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4" dur="167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5" dur="167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6" dur="1673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29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0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31" dur="167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908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908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20039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1239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2141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821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337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732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037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273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602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804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55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2" dur="167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522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522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357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63745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75697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3" dur="167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4" dur="167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5" dur="1673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7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38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9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40" dur="167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897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897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20002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1198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2103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787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308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709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018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259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94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8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5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1" dur="167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676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676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43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918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63745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75697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2" dur="167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3" dur="167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4" dur="1673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47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48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49" dur="167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61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461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8034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676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959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937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675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233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658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984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236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95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4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57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0" dur="167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39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39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565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0988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61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75697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1" dur="167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2" dur="167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3" dur="1673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55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56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57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58" dur="167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759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759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2011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1381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2309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987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485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858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139"/>
                                          </p:val>
                                        </p:tav>
                                        <p:tav tm="63745">
                                          <p:val>
                                            <p:strVal val="#ppt_x-1.24521"/>
                                          </p:val>
                                        </p:tav>
                                        <p:tav tm="67729">
                                          <p:val>
                                            <p:strVal val="#ppt_x-1.2475"/>
                                          </p:val>
                                        </p:tav>
                                        <p:tav tm="71713">
                                          <p:val>
                                            <p:strVal val="#ppt_x-1.24889"/>
                                          </p:val>
                                        </p:tav>
                                        <p:tav tm="81673">
                                          <p:val>
                                            <p:strVal val="#ppt_x-1.25036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9" dur="167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66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1366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0845"/>
                                          </p:val>
                                        </p:tav>
                                        <p:tav tm="63745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75697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0" dur="167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1" dur="167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2" dur="1673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65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6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67" dur="167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726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726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20002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1261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2195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885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4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789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085"/>
                                          </p:val>
                                        </p:tav>
                                        <p:tav tm="63745">
                                          <p:val>
                                            <p:strVal val="#ppt_x-1.24489"/>
                                          </p:val>
                                        </p:tav>
                                        <p:tav tm="67729">
                                          <p:val>
                                            <p:strVal val="#ppt_x-1.24733"/>
                                          </p:val>
                                        </p:tav>
                                        <p:tav tm="71713">
                                          <p:val>
                                            <p:strVal val="#ppt_x-1.24881"/>
                                          </p:val>
                                        </p:tav>
                                        <p:tav tm="81673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8" dur="167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25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1825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222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0872"/>
                                          </p:val>
                                        </p:tav>
                                        <p:tav tm="57769">
                                          <p:val>
                                            <p:strVal val="#ppt_y+0.00472"/>
                                          </p:val>
                                        </p:tav>
                                        <p:tav tm="63745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5697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9" dur="167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0" dur="167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1" dur="1673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74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75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76" dur="167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468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468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8079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756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1055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2031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76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305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717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031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273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605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806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8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7" dur="167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962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1962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2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0957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0619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73705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8" dur="167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9" dur="167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0" dur="1673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83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84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85" dur="167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058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058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725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505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898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944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716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288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713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034"/>
                                          </p:val>
                                        </p:tav>
                                        <p:tav tm="63745">
                                          <p:val>
                                            <p:strVal val="#ppt_x-1.24466"/>
                                          </p:val>
                                        </p:tav>
                                        <p:tav tm="67729">
                                          <p:val>
                                            <p:strVal val="#ppt_x-1.24723"/>
                                          </p:val>
                                        </p:tav>
                                        <p:tav tm="71713">
                                          <p:val>
                                            <p:strVal val="#ppt_x-1.24877"/>
                                          </p:val>
                                        </p:tav>
                                        <p:tav tm="81673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6" dur="167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371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1371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0855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67729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7" dur="167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8" dur="167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9" dur="1673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91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92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3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94" dur="167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187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187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85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611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981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2005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76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319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736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405"/>
                                          </p:val>
                                        </p:tav>
                                        <p:tav tm="63745">
                                          <p:val>
                                            <p:strVal val="#ppt_x-1.24474"/>
                                          </p:val>
                                        </p:tav>
                                        <p:tav tm="67729">
                                          <p:val>
                                            <p:strVal val="#ppt_x-1.24727"/>
                                          </p:val>
                                        </p:tav>
                                        <p:tav tm="71713">
                                          <p:val>
                                            <p:strVal val="#ppt_x-1.24879"/>
                                          </p:val>
                                        </p:tav>
                                        <p:tav tm="81673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5" dur="167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01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1401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0564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0384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9721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6" dur="167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7" dur="167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8" dur="1673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0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01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02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03" dur="167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112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6112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734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463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828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864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639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219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656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987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241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89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5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4" dur="167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8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188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0936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0663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286"/>
                                          </p:val>
                                        </p:tav>
                                        <p:tav tm="69721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5" dur="167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6" dur="167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7" dur="1673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9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10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11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12" dur="167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517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517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116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889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345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479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342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2993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486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86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46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38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74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6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2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3" dur="167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34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234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0917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99602">
                                          <p:val>
                                            <p:strVal val="#ppt_y+0.00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4" dur="167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5" dur="167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6" dur="1673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19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0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21" dur="167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744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744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353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111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531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628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457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081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552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909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83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58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84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2" dur="167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091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091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0917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0562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65737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3" dur="167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4" dur="167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5" dur="1673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7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28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9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0" dur="167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951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951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54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254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631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693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499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106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567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919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89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6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84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1" dur="167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88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288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2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0836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0593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69721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2" dur="167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3" dur="167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4" dur="1673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37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38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9" dur="167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539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539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015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8666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062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192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08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2768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3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711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029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471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4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03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72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1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0" dur="167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3643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3643"/>
                                          </p:val>
                                        </p:tav>
                                        <p:tav tm="45817">
                                          <p:val>
                                            <p:strVal val="#ppt_y+0.02956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2142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149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102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0699"/>
                                          </p:val>
                                        </p:tav>
                                        <p:tav tm="57769">
                                          <p:val>
                                            <p:strVal val="#ppt_y+0.00337"/>
                                          </p:val>
                                        </p:tav>
                                        <p:tav tm="61753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69721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1" dur="167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2" dur="167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3" dur="1673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5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46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47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48" dur="167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586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586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118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8819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233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355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224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2889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398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788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09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05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57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7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9" dur="167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99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99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606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1074"/>
                                          </p:val>
                                        </p:tav>
                                        <p:tav tm="51793">
                                          <p:val>
                                            <p:strVal val="#ppt_y+0.00713"/>
                                          </p:val>
                                        </p:tav>
                                        <p:tav tm="55777">
                                          <p:val>
                                            <p:strVal val="#ppt_y+0.00325"/>
                                          </p:val>
                                        </p:tav>
                                        <p:tav tm="59761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67729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0" dur="167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1" dur="167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2" dur="1673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55" dur="5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6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57" dur="167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912"/>
                                          </p:val>
                                        </p:tav>
                                        <p:tav tm="43825">
                                          <p:val>
                                            <p:strVal val="#ppt_x-1.15912"/>
                                          </p:val>
                                        </p:tav>
                                        <p:tav tm="45817">
                                          <p:val>
                                            <p:strVal val="#ppt_x-1.17455"/>
                                          </p:val>
                                        </p:tav>
                                        <p:tav tm="47809">
                                          <p:val>
                                            <p:strVal val="#ppt_x-1.1913"/>
                                          </p:val>
                                        </p:tav>
                                        <p:tav tm="49801">
                                          <p:val>
                                            <p:strVal val="#ppt_x-1.20493"/>
                                          </p:val>
                                        </p:tav>
                                        <p:tav tm="51793">
                                          <p:val>
                                            <p:strVal val="#ppt_x-1.21561"/>
                                          </p:val>
                                        </p:tav>
                                        <p:tav tm="53785">
                                          <p:val>
                                            <p:strVal val="#ppt_x-1.22382"/>
                                          </p:val>
                                        </p:tav>
                                        <p:tav tm="55777">
                                          <p:val>
                                            <p:strVal val="#ppt_x-1.23009"/>
                                          </p:val>
                                        </p:tav>
                                        <p:tav tm="57769">
                                          <p:val>
                                            <p:strVal val="#ppt_x-1.23488"/>
                                          </p:val>
                                        </p:tav>
                                        <p:tav tm="59761">
                                          <p:val>
                                            <p:strVal val="#ppt_x-1.23856"/>
                                          </p:val>
                                        </p:tav>
                                        <p:tav tm="61753">
                                          <p:val>
                                            <p:strVal val="#ppt_x-1.2414"/>
                                          </p:val>
                                        </p:tav>
                                        <p:tav tm="65737">
                                          <p:val>
                                            <p:strVal val="#ppt_x-1.24532"/>
                                          </p:val>
                                        </p:tav>
                                        <p:tav tm="69721">
                                          <p:val>
                                            <p:strVal val="#ppt_x-1.2477"/>
                                          </p:val>
                                        </p:tav>
                                        <p:tav tm="73705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83665">
                                          <p:val>
                                            <p:strVal val="#ppt_x-1.25064"/>
                                          </p:val>
                                        </p:tav>
                                        <p:tav tm="99602">
                                          <p:val>
                                            <p:strVal val="#ppt_x-1.25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8" dur="167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817"/>
                                          </p:val>
                                        </p:tav>
                                        <p:tav tm="43825">
                                          <p:val>
                                            <p:strVal val="#ppt_y+0.02817"/>
                                          </p:val>
                                        </p:tav>
                                        <p:tav tm="47809">
                                          <p:val>
                                            <p:strVal val="#ppt_y+0.01635"/>
                                          </p:val>
                                        </p:tav>
                                        <p:tav tm="49801">
                                          <p:val>
                                            <p:strVal val="#ppt_y+0.01173"/>
                                          </p:val>
                                        </p:tav>
                                        <p:tav tm="53785">
                                          <p:val>
                                            <p:strVal val="#ppt_y+0.0061"/>
                                          </p:val>
                                        </p:tav>
                                        <p:tav tm="57769">
                                          <p:val>
                                            <p:strVal val="#ppt_y+0.00328"/>
                                          </p:val>
                                        </p:tav>
                                        <p:tav tm="63745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69721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602">
                                          <p:val>
                                            <p:strVal val="#ppt_y-0.0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9" dur="167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w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w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w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w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w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w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w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w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w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w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w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w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w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w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w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0" dur="167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3825">
                                          <p:val>
                                            <p:strVal val="#ppt_h*0.1592"/>
                                          </p:val>
                                        </p:tav>
                                        <p:tav tm="45817">
                                          <p:val>
                                            <p:strVal val="#ppt_h*0.30737"/>
                                          </p:val>
                                        </p:tav>
                                        <p:tav tm="47809">
                                          <p:val>
                                            <p:strVal val="#ppt_h*0.46462"/>
                                          </p:val>
                                        </p:tav>
                                        <p:tav tm="49801">
                                          <p:val>
                                            <p:strVal val="#ppt_h*0.59019"/>
                                          </p:val>
                                        </p:tav>
                                        <p:tav tm="51793">
                                          <p:val>
                                            <p:strVal val="#ppt_h*0.68752"/>
                                          </p:val>
                                        </p:tav>
                                        <p:tav tm="53785">
                                          <p:val>
                                            <p:strVal val="#ppt_h*0.76195"/>
                                          </p:val>
                                        </p:tav>
                                        <p:tav tm="55777">
                                          <p:val>
                                            <p:strVal val="#ppt_h*0.81871"/>
                                          </p:val>
                                        </p:tav>
                                        <p:tav tm="57769">
                                          <p:val>
                                            <p:strVal val="#ppt_h*0.86214"/>
                                          </p:val>
                                        </p:tav>
                                        <p:tav tm="59761">
                                          <p:val>
                                            <p:strVal val="#ppt_h*0.89555"/>
                                          </p:val>
                                        </p:tav>
                                        <p:tav tm="61753">
                                          <p:val>
                                            <p:strVal val="#ppt_h*0.92139"/>
                                          </p:val>
                                        </p:tav>
                                        <p:tav tm="65737">
                                          <p:val>
                                            <p:strVal val="#ppt_h*0.95714"/>
                                          </p:val>
                                        </p:tav>
                                        <p:tav tm="69721">
                                          <p:val>
                                            <p:strVal val="#ppt_h*0.97893"/>
                                          </p:val>
                                        </p:tav>
                                        <p:tav tm="73705">
                                          <p:val>
                                            <p:strVal val="#ppt_h*0.99215"/>
                                          </p:val>
                                        </p:tav>
                                        <p:tav tm="83665">
                                          <p:val>
                                            <p:strVal val="#ppt_h*1.00584"/>
                                          </p:val>
                                        </p:tav>
                                        <p:tav tm="99602">
                                          <p:val>
                                            <p:strVal val="#ppt_h*1.008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1" dur="1673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83"/>
                                          </p:val>
                                        </p:tav>
                                        <p:tav tm="43825">
                                          <p:val>
                                            <p:fltVal val="118.83"/>
                                          </p:val>
                                        </p:tav>
                                        <p:tav tm="45817">
                                          <p:val>
                                            <p:fltVal val="97.89"/>
                                          </p:val>
                                        </p:tav>
                                        <p:tav tm="47809">
                                          <p:val>
                                            <p:fltVal val="75.66"/>
                                          </p:val>
                                        </p:tav>
                                        <p:tav tm="49801">
                                          <p:val>
                                            <p:fltVal val="57.92"/>
                                          </p:val>
                                        </p:tav>
                                        <p:tav tm="51793">
                                          <p:val>
                                            <p:fltVal val="44.16"/>
                                          </p:val>
                                        </p:tav>
                                        <p:tav tm="53785">
                                          <p:val>
                                            <p:fltVal val="33.64"/>
                                          </p:val>
                                        </p:tav>
                                        <p:tav tm="55777">
                                          <p:val>
                                            <p:fltVal val="25.62"/>
                                          </p:val>
                                        </p:tav>
                                        <p:tav tm="57769">
                                          <p:val>
                                            <p:fltVal val="19.48"/>
                                          </p:val>
                                        </p:tav>
                                        <p:tav tm="59761">
                                          <p:val>
                                            <p:fltVal val="14.76"/>
                                          </p:val>
                                        </p:tav>
                                        <p:tav tm="61753">
                                          <p:val>
                                            <p:fltVal val="11.11"/>
                                          </p:val>
                                        </p:tav>
                                        <p:tav tm="63745">
                                          <p:val>
                                            <p:fltVal val="8.27"/>
                                          </p:val>
                                        </p:tav>
                                        <p:tav tm="65737">
                                          <p:val>
                                            <p:fltVal val="6.06"/>
                                          </p:val>
                                        </p:tav>
                                        <p:tav tm="69721">
                                          <p:val>
                                            <p:fltVal val="2.98"/>
                                          </p:val>
                                        </p:tav>
                                        <p:tav tm="73705">
                                          <p:val>
                                            <p:fltVal val="1.11"/>
                                          </p:val>
                                        </p:tav>
                                        <p:tav tm="77689">
                                          <p:val>
                                            <p:fltVal val="0"/>
                                          </p:val>
                                        </p:tav>
                                        <p:tav tm="83665">
                                          <p:val>
                                            <p:fltVal val="-0.83"/>
                                          </p:val>
                                        </p:tav>
                                        <p:tav tm="99602">
                                          <p:val>
                                            <p:fltVal val="-1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64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65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66" dur="173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9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879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02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11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027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74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29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716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03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7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55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06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7" dur="173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58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586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583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752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414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48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1144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665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4615">
                                          <p:val>
                                            <p:strVal val="#ppt_y-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8" dur="173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9" dur="173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0" dur="1733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73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4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5" dur="173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89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8789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079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1984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70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261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684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006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51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4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697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5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6" dur="173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43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436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43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621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341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444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84615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7" dur="173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8" dur="173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9" dur="1733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8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82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3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84" dur="173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43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243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46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49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31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437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81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095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1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85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2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5" dur="173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471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471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30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349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585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988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525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168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6" dur="173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7" dur="173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8" dur="1733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91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92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93" dur="173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041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041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37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518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42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09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591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951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217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415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679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834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4" dur="173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44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6446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4355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3434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658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203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55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888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3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84615">
                                          <p:val>
                                            <p:strVal val="#ppt_y-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5" dur="173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6" dur="173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7" dur="1733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9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00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01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02" dur="173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02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02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30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40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29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71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47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856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14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54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643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815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18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3" dur="173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99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993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91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962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313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437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881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443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836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343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84615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4" dur="173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5" dur="173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6" dur="1733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09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0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11" dur="173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79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279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53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585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41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04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519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877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149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57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518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52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2" dur="173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62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762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59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585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76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109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606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222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701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28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3" dur="173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4" dur="173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5" dur="1733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1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18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9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20" dur="173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0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60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93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99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788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36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77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4077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303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474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707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1" dur="173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37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633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881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898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141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58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867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349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78"/>
                                          </p:val>
                                        </p:tav>
                                        <p:tav tm="82692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2" dur="173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3" dur="173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4" dur="1733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27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28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29" dur="173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518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518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84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922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731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318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74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4056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289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465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702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31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0" dur="173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47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634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948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976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217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647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225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68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82692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1" dur="173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2" dur="173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3" dur="1733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5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36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37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38" dur="173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552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552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81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82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595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176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612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942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194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89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656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82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9" dur="173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28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728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459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372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513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868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781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82692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0" dur="173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1" dur="173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2" dur="1733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45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6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47" dur="173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0001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20001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128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2254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948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44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81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409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30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466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697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28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8" dur="173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877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877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45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205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252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578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115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577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9" dur="173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0" dur="173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1" dur="1733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54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55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56" dur="173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829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829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111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2105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83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363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755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4049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273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447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688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7" dur="173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899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899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53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339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73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251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67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266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092"/>
                                          </p:val>
                                        </p:tav>
                                        <p:tav tm="80769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8" dur="173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9" dur="173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0" dur="1733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2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63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64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65" dur="173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86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686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93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922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665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221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6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959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204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94"/>
                                          </p:val>
                                        </p:tav>
                                        <p:tav tm="65385">
                                          <p:val>
                                            <p:strVal val="#ppt_x-1.24658"/>
                                          </p:val>
                                        </p:tav>
                                        <p:tav tm="69231">
                                          <p:val>
                                            <p:strVal val="#ppt_x-1.2482"/>
                                          </p:val>
                                        </p:tav>
                                        <p:tav tm="73077">
                                          <p:val>
                                            <p:strVal val="#ppt_x-1.2492"/>
                                          </p:val>
                                        </p:tav>
                                        <p:tav tm="82692">
                                          <p:val>
                                            <p:strVal val="#ppt_x-1.25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6" dur="173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636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636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4317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2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339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71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259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695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284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7" dur="173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8" dur="173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9" dur="1733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1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72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3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4" dur="173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857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85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103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924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601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12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537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86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2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86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15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7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5" dur="173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922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4922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528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448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699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201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6" dur="173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7" dur="173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8" dur="1733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81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82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83" dur="173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86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86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106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971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655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178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58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902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49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27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9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4" dur="173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11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113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72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614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827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293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0933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0683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71154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5" dur="173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6" dur="173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7" dur="1733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9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90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91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92" dur="173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66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666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85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793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516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307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511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85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32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87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1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8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3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3" dur="173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11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113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79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747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989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457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08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609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4" dur="173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5" dur="173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6" dur="1733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8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99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0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01" dur="173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355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355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47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387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142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758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254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648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3959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0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398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669"/>
                                          </p:val>
                                        </p:tav>
                                        <p:tav tm="71154">
                                          <p:val>
                                            <p:strVal val="#ppt_x-1.24837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39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2" dur="173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509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4509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28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415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819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086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3" dur="173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4" dur="173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5" dur="1733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7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08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9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10" dur="173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463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463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60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518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259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855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31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708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006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24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683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2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1" dur="173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668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4668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4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485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1843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065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631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2" dur="173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3" dur="173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4" dur="1733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17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18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19" dur="173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427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42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60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56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331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934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406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774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06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84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59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703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6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0" dur="173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047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047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808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847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138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618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59615">
                                          <p:val>
                                            <p:strVal val="#ppt_y+0.00719"/>
                                          </p:val>
                                        </p:tav>
                                        <p:tav tm="65385">
                                          <p:val>
                                            <p:strVal val="#ppt_y+0.00309"/>
                                          </p:val>
                                        </p:tav>
                                        <p:tav tm="73077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1" dur="173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2" dur="173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3" dur="1733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5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26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7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28" dur="173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877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877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1991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0927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1805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528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103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55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3897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165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372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659"/>
                                          </p:val>
                                        </p:tav>
                                        <p:tav tm="71154">
                                          <p:val>
                                            <p:strVal val="#ppt_x-1.24833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38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9" dur="173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783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4783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771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048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2015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283"/>
                                          </p:val>
                                        </p:tav>
                                        <p:tav tm="63462">
                                          <p:val>
                                            <p:strVal val="#ppt_y+0.00599"/>
                                          </p:val>
                                        </p:tav>
                                        <p:tav tm="69231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0" dur="173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1" dur="173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2" dur="1733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34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35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6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37" dur="173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084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084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223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196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013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679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209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624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3948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671"/>
                                          </p:val>
                                        </p:tav>
                                        <p:tav tm="71154">
                                          <p:val>
                                            <p:strVal val="#ppt_x-1.24838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8" dur="173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745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4745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62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2807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205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373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649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9" dur="173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0" dur="173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1" dur="1733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44" dur="500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45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46" dur="173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27"/>
                                          </p:val>
                                        </p:tav>
                                        <p:tav tm="46154">
                                          <p:val>
                                            <p:strVal val="#ppt_x-1.19227"/>
                                          </p:val>
                                        </p:tav>
                                        <p:tav tm="48077">
                                          <p:val>
                                            <p:strVal val="#ppt_x-1.2040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1393"/>
                                          </p:val>
                                        </p:tav>
                                        <p:tav tm="51923">
                                          <p:val>
                                            <p:strVal val="#ppt_x-1.22197"/>
                                          </p:val>
                                        </p:tav>
                                        <p:tav tm="53846">
                                          <p:val>
                                            <p:strVal val="#ppt_x-1.22837"/>
                                          </p:val>
                                        </p:tav>
                                        <p:tav tm="55769">
                                          <p:val>
                                            <p:strVal val="#ppt_x-1.23338"/>
                                          </p:val>
                                        </p:tav>
                                        <p:tav tm="57692">
                                          <p:val>
                                            <p:strVal val="#ppt_x-1.23727"/>
                                          </p:val>
                                        </p:tav>
                                        <p:tav tm="59615">
                                          <p:val>
                                            <p:strVal val="#ppt_x-1.24028"/>
                                          </p:val>
                                        </p:tav>
                                        <p:tav tm="61538">
                                          <p:val>
                                            <p:strVal val="#ppt_x-1.24261"/>
                                          </p:val>
                                        </p:tav>
                                        <p:tav tm="63462">
                                          <p:val>
                                            <p:strVal val="#ppt_x-1.24443"/>
                                          </p:val>
                                        </p:tav>
                                        <p:tav tm="67308">
                                          <p:val>
                                            <p:strVal val="#ppt_x-1.24696"/>
                                          </p:val>
                                        </p:tav>
                                        <p:tav tm="75000">
                                          <p:val>
                                            <p:strVal val="#ppt_x-1.24944"/>
                                          </p:val>
                                        </p:tav>
                                        <p:tav tm="84615">
                                          <p:val>
                                            <p:strVal val="#ppt_x-1.250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7" dur="173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071"/>
                                          </p:val>
                                        </p:tav>
                                        <p:tav tm="46154">
                                          <p:val>
                                            <p:strVal val="#ppt_y+0.05071"/>
                                          </p:val>
                                        </p:tav>
                                        <p:tav tm="48077">
                                          <p:val>
                                            <p:strVal val="#ppt_y+0.0390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3003"/>
                                          </p:val>
                                        </p:tav>
                                        <p:tav tm="51923">
                                          <p:val>
                                            <p:strVal val="#ppt_y+0.02318"/>
                                          </p:val>
                                        </p:tav>
                                        <p:tav tm="53846">
                                          <p:val>
                                            <p:strVal val="#ppt_y+0.01794"/>
                                          </p:val>
                                        </p:tav>
                                        <p:tav tm="55769">
                                          <p:val>
                                            <p:strVal val="#ppt_y+0.01389"/>
                                          </p:val>
                                        </p:tav>
                                        <p:tav tm="57692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61538">
                                          <p:val>
                                            <p:strVal val="#ppt_y+0.00633"/>
                                          </p:val>
                                        </p:tav>
                                        <p:tav tm="67308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75000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8" dur="173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w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w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w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w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w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w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w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w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w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w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w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w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9" dur="173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6154">
                                          <p:val>
                                            <p:strVal val="#ppt_h*0.23239"/>
                                          </p:val>
                                        </p:tav>
                                        <p:tav tm="48077">
                                          <p:val>
                                            <p:strVal val="#ppt_h*0.398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5362"/>
                                          </p:val>
                                        </p:tav>
                                        <p:tav tm="51923">
                                          <p:val>
                                            <p:strVal val="#ppt_h*0.64527"/>
                                          </p:val>
                                        </p:tav>
                                        <p:tav tm="53846">
                                          <p:val>
                                            <p:strVal val="#ppt_h*0.72949"/>
                                          </p:val>
                                        </p:tav>
                                        <p:tav tm="55769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57692">
                                          <p:val>
                                            <p:strVal val="#ppt_h*0.84287"/>
                                          </p:val>
                                        </p:tav>
                                        <p:tav tm="59615">
                                          <p:val>
                                            <p:strVal val="#ppt_h*0.88045"/>
                                          </p:val>
                                        </p:tav>
                                        <p:tav tm="61538">
                                          <p:val>
                                            <p:strVal val="#ppt_h*0.90939"/>
                                          </p:val>
                                        </p:tav>
                                        <p:tav tm="63462">
                                          <p:val>
                                            <p:strVal val="#ppt_h*0.9318"/>
                                          </p:val>
                                        </p:tav>
                                        <p:tav tm="67308">
                                          <p:val>
                                            <p:strVal val="#ppt_h*0.96283"/>
                                          </p:val>
                                        </p:tav>
                                        <p:tav tm="75000">
                                          <p:val>
                                            <p:strVal val="#ppt_h*0.99321"/>
                                          </p:val>
                                        </p:tav>
                                        <p:tav tm="84615">
                                          <p:val>
                                            <p:strVal val="#ppt_h*1.005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7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0" dur="1733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8.55"/>
                                          </p:val>
                                        </p:tav>
                                        <p:tav tm="46154">
                                          <p:val>
                                            <p:fltVal val="-158.55"/>
                                          </p:val>
                                        </p:tav>
                                        <p:tav tm="48077">
                                          <p:val>
                                            <p:fltVal val="-124.22"/>
                                          </p:val>
                                        </p:tav>
                                        <p:tav tm="50000">
                                          <p:val>
                                            <p:fltVal val="-95.8"/>
                                          </p:val>
                                        </p:tav>
                                        <p:tav tm="51923">
                                          <p:val>
                                            <p:fltVal val="-73.27"/>
                                          </p:val>
                                        </p:tav>
                                        <p:tav tm="53846">
                                          <p:val>
                                            <p:fltVal val="-55.87"/>
                                          </p:val>
                                        </p:tav>
                                        <p:tav tm="55769">
                                          <p:val>
                                            <p:fltVal val="-42.59"/>
                                          </p:val>
                                        </p:tav>
                                        <p:tav tm="57692">
                                          <p:val>
                                            <p:fltVal val="-32.45"/>
                                          </p:val>
                                        </p:tav>
                                        <p:tav tm="59615">
                                          <p:val>
                                            <p:fltVal val="-24.69"/>
                                          </p:val>
                                        </p:tav>
                                        <p:tav tm="61538">
                                          <p:val>
                                            <p:fltVal val="-18.72"/>
                                          </p:val>
                                        </p:tav>
                                        <p:tav tm="63462">
                                          <p:val>
                                            <p:fltVal val="-14.09"/>
                                          </p:val>
                                        </p:tav>
                                        <p:tav tm="65385">
                                          <p:val>
                                            <p:fltVal val="-10.49"/>
                                          </p:val>
                                        </p:tav>
                                        <p:tav tm="67308">
                                          <p:val>
                                            <p:fltVal val="-7.68"/>
                                          </p:val>
                                        </p:tav>
                                        <p:tav tm="71154">
                                          <p:val>
                                            <p:fltVal val="-3.77"/>
                                          </p:val>
                                        </p:tav>
                                        <p:tav tm="75000">
                                          <p:val>
                                            <p:fltVal val="-1.4"/>
                                          </p:val>
                                        </p:tav>
                                        <p:tav tm="78846">
                                          <p:val>
                                            <p:fltVal val="0"/>
                                          </p:val>
                                        </p:tav>
                                        <p:tav tm="84615">
                                          <p:val>
                                            <p:fltVal val="1.03"/>
                                          </p:val>
                                        </p:tav>
                                        <p:tav tm="100000">
                                          <p:val>
                                            <p:fltVal val="1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52" dur="97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3" dur="97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1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4" dur="97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5" dur="973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6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57" dur="97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15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15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8" dur="97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9" dur="973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6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1" dur="97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08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73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2" dur="97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3" dur="973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5" dur="97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3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75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6" dur="97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7" dur="973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6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9" dur="97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45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0" dur="97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1" dur="973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3" dur="97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45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4" dur="97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5" dur="973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6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7" dur="97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3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75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8" dur="97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9" dur="973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81" dur="97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08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73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2" dur="97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3" dur="973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85" dur="97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2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56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54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6" dur="97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7" dur="973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89" dur="97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63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0" dur="97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1" dur="973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93" dur="97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0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24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42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4" dur="97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5" dur="973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6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97" dur="97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3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72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8" dur="97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9" dur="973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1" dur="97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38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84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2" dur="97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3" dur="973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5" dur="97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81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54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9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6" dur="97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7" dur="973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9" dur="97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02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71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0" dur="97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1" dur="973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1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3" dur="97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0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15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4" dur="97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5" dur="973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16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7" dur="97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1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8" dur="97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9" dur="973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21" dur="97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2" dur="97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5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3" dur="97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4" dur="973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26" dur="97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7" dur="97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5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8" dur="97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9" dur="973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31" dur="97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2" dur="97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9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31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5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3" dur="97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4" dur="973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36" dur="97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7" dur="97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99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44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8" dur="97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9" dur="973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1" dur="97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2" dur="97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3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3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3" dur="97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4" dur="973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6" dur="97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7" dur="97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8" dur="97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9" dur="973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5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1" dur="97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2" dur="97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5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3" dur="97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4" dur="973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5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6" dur="97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36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5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7" dur="97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8" dur="973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60" dur="97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29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8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14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4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1" dur="97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2" dur="973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64" dur="97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5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65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5" dur="97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6" dur="973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68" dur="97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9" dur="97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8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0" dur="97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1" dur="973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73" dur="97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4" dur="97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17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5" dur="97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6" dur="973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78" dur="97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9" dur="97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5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48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0" dur="97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1" dur="973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3" dur="97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4" dur="97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69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6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5" dur="97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6" dur="973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8" dur="97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9" dur="97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0" dur="97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1" dur="973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3" dur="97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4" dur="97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5" dur="97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6" dur="973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8" dur="97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9" dur="97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0" dur="97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1" dur="973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3" dur="97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4" dur="97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5" dur="97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6" dur="973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8" dur="97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9" dur="97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6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0" dur="97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1" dur="973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13" dur="97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4" dur="97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5" dur="97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6" dur="973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18" dur="97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9" dur="97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0" dur="97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1" dur="973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2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3" dur="97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4" dur="97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5" dur="97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6" dur="973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2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8" dur="97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9" dur="97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0" dur="97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1" dur="973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3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3" dur="97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4" dur="97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5" dur="97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6" dur="973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3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8" dur="97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9" dur="97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0" dur="97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1" dur="973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43" dur="97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4" dur="97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5" dur="97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6" dur="973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48" dur="97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9" dur="97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0" dur="97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1" dur="973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3" dur="97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4" dur="97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5" dur="97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6" dur="973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8" dur="97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9" dur="97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0" dur="97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1" dur="973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6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3" dur="97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4" dur="97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5" dur="97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6" dur="973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6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8" dur="97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9" dur="97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0" dur="97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1" dur="973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7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3" dur="97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4" dur="97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5" dur="97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6" dur="973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7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8" dur="97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9" dur="97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0" dur="973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82" dur="97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3" dur="97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4" dur="973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86" dur="97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7" dur="97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8" dur="973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90" dur="97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1" dur="97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2" dur="973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94" dur="97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5" dur="97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6" dur="97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7" dur="973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99" dur="97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0" dur="97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1" dur="97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2" dur="973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4" dur="97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5" dur="97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6" dur="97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7" dur="973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0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9" dur="97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0" dur="97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1" dur="97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2" dur="973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4" dur="97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5" dur="97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6" dur="97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7" dur="973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9" dur="97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0" dur="97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2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1" dur="97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2" dur="973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24" dur="97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5" dur="97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6" dur="97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7" dur="973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29" dur="97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0" dur="97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1" dur="97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2" dur="973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34" dur="97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5" dur="97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0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6" dur="97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7" dur="973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39" dur="97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0" dur="97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5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1" dur="97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2" dur="973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4" dur="97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5" dur="97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6" dur="97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7" dur="973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9" dur="97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0" dur="97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17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1" dur="97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2" dur="973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5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4" dur="97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5" dur="97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6" dur="97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7" dur="973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5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9" dur="97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0" dur="97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1" dur="97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2" dur="973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64" dur="97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5" dur="97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6" dur="97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7" dur="973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69" dur="97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0" dur="97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1" dur="97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2" dur="973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74" dur="97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5" dur="97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6" dur="97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7" dur="973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79" dur="97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0" dur="97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1" dur="97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2" dur="973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8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4" dur="97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5" dur="97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6" dur="97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7" dur="973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8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9" dur="97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0" dur="97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1" dur="97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2" dur="973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4" dur="97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5" dur="97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6" dur="97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7" dur="973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9" dur="97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0" dur="97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1" dur="97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2" dur="973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4" dur="97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5" dur="97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6" dur="97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7" dur="973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9" dur="97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0" dur="97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1" dur="97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2" dur="973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14" dur="97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5" dur="97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6" dur="97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7" dur="973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19" dur="97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0" dur="97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1" dur="97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2" dur="973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2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4" dur="97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5" dur="97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6" dur="97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7" dur="973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2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9" dur="97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0" dur="97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1" dur="97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2" dur="973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4" dur="97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5" dur="97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6" dur="973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8" dur="97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9" dur="97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0" dur="973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42" dur="97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3" dur="97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4" dur="973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46" dur="97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7" dur="97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8" dur="973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50" dur="97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1" dur="97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2" dur="97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3" dur="973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55" dur="97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6" dur="97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7" dur="97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8" dur="973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0" dur="97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1" dur="97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2" dur="97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3" dur="973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6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5" dur="97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6" dur="97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7" dur="97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8" dur="973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0" dur="97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1" dur="97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2" dur="97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3" dur="973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7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5" dur="97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6" dur="97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7" dur="97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8" dur="973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80" dur="97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1" dur="97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41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2" dur="97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3" dur="973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85" dur="97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6" dur="97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7" dur="97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8" dur="973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0" dur="97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1" dur="97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6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2" dur="97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3" dur="973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5" dur="97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6" dur="97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14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6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7" dur="97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8" dur="973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0" dur="97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1" dur="97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4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2" dur="97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2466">
                                          <p:val>
                                            <p:strVal val="#ppt_w*1.00058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3" dur="973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0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5" dur="97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6" dur="97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7" dur="97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8" dur="973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0" dur="97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1" dur="97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0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2" dur="97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3" dur="973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5" dur="97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6" dur="97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7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7" dur="97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8" dur="973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1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20" dur="97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075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1" dur="97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2" dur="97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3" dur="973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25" dur="97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1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6" dur="97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7" dur="973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29" dur="97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0" dur="97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0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1" dur="97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2" dur="973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34" dur="97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5" dur="97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14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6" dur="97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7" dur="973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39" dur="97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0" dur="97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3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1" dur="97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2" dur="973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4" dur="97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5" dur="97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3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6" dur="97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7" dur="973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9" dur="97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0" dur="97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1" dur="97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2" dur="973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4" dur="97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5" dur="97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6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6" dur="97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7" dur="973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9" dur="97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77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0" dur="97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1" dur="97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2" dur="973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64" dur="97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77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5" dur="97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6" dur="97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7" dur="973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69" dur="97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0" dur="97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1" dur="97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2" dur="973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74" dur="97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5" dur="97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7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6" dur="97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7" dur="973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79" dur="97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6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0" dur="97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719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0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1" dur="97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2" dur="973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8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4" dur="97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5" dur="97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719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0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6" dur="97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7" dur="973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8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9" dur="97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0" dur="97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746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2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1" dur="97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2" dur="973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4" dur="97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5" dur="97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786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4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6" dur="97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7" dur="973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9" dur="97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0" dur="97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3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746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2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1" dur="97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2" dur="973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4" dur="97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5" dur="97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30822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626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039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786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64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6" dur="97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7" dur="973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65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533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62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9" dur="97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0" dur="97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68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1" dur="97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2" dur="97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3" dur="973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4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15" dur="97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6" dur="97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68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7" dur="97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8" dur="97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9" dur="973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20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1" dur="97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99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2" dur="97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1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73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3" dur="97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5179"/>
                                          </p:val>
                                        </p:tav>
                                        <p:tav tm="41096">
                                          <p:val>
                                            <p:strVal val="#ppt_w*1.05451"/>
                                          </p:val>
                                        </p:tav>
                                        <p:tav tm="47945">
                                          <p:val>
                                            <p:strVal val="#ppt_w*1.12071"/>
                                          </p:val>
                                        </p:tav>
                                        <p:tav tm="51370">
                                          <p:val>
                                            <p:strVal val="#ppt_w*1.17287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.11967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3519"/>
                                          </p:val>
                                        </p:tav>
                                        <p:tav tm="61644">
                                          <p:val>
                                            <p:strVal val="#ppt_w*1.01526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44"/>
                                          </p:val>
                                        </p:tav>
                                        <p:tav tm="68493">
                                          <p:val>
                                            <p:strVal val="#ppt_w*1.0564"/>
                                          </p:val>
                                        </p:tav>
                                        <p:tav tm="78767">
                                          <p:val>
                                            <p:strVal val="#ppt_w*1.06459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7911"/>
                                          </p:val>
                                        </p:tav>
                                        <p:tav tm="85616">
                                          <p:val>
                                            <p:strVal val="#ppt_w*1.10793"/>
                                          </p:val>
                                        </p:tav>
                                        <p:tav tm="89041">
                                          <p:val>
                                            <p:strVal val="#ppt_w*1.15221"/>
                                          </p:val>
                                        </p:tav>
                                        <p:tav tm="92466">
                                          <p:val>
                                            <p:strVal val="#ppt_w*1.15817"/>
                                          </p:val>
                                        </p:tav>
                                        <p:tav tm="95890">
                                          <p:val>
                                            <p:strVal val="#ppt_w*1.06615"/>
                                          </p:val>
                                        </p:tav>
                                        <p:tav tm="99315">
                                          <p:val>
                                            <p:strVal val="#ppt_w*0.995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4" dur="97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434"/>
                                          </p:val>
                                        </p:tav>
                                        <p:tav tm="41096">
                                          <p:val>
                                            <p:strVal val="#ppt_h*1.00434"/>
                                          </p:val>
                                        </p:tav>
                                        <p:tav tm="51370">
                                          <p:val>
                                            <p:strVal val="#ppt_h*0.99663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.00243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822"/>
                                          </p:val>
                                        </p:tav>
                                        <p:tav tm="61644">
                                          <p:val>
                                            <p:strVal val="#ppt_h*0.96908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878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9001"/>
                                          </p:val>
                                        </p:tav>
                                        <p:tav tm="95890">
                                          <p:val>
                                            <p:strVal val="#ppt_h*1.00429"/>
                                          </p:val>
                                        </p:tav>
                                        <p:tav tm="99315">
                                          <p:val>
                                            <p:strVal val="#ppt_h*0.999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5" dur="973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43"/>
                                          </p:val>
                                        </p:tav>
                                        <p:tav tm="41096">
                                          <p:val>
                                            <p:fltVal val="2.79"/>
                                          </p:val>
                                        </p:tav>
                                        <p:tav tm="44521">
                                          <p:val>
                                            <p:fltVal val="7.33"/>
                                          </p:val>
                                        </p:tav>
                                        <p:tav tm="51370">
                                          <p:val>
                                            <p:fltVal val="12.82"/>
                                          </p:val>
                                        </p:tav>
                                        <p:tav tm="54795">
                                          <p:val>
                                            <p:fltVal val="9.04"/>
                                          </p:val>
                                        </p:tav>
                                        <p:tav tm="58219">
                                          <p:val>
                                            <p:fltVal val="2.64"/>
                                          </p:val>
                                        </p:tav>
                                        <p:tav tm="61644">
                                          <p:val>
                                            <p:fltVal val="1.06"/>
                                          </p:val>
                                        </p:tav>
                                        <p:tav tm="65068">
                                          <p:val>
                                            <p:fltVal val="3.36"/>
                                          </p:val>
                                        </p:tav>
                                        <p:tav tm="68493">
                                          <p:val>
                                            <p:fltVal val="4.47"/>
                                          </p:val>
                                        </p:tav>
                                        <p:tav tm="71918">
                                          <p:val>
                                            <p:fltVal val="5.06"/>
                                          </p:val>
                                        </p:tav>
                                        <p:tav tm="78767">
                                          <p:val>
                                            <p:fltVal val="5.22"/>
                                          </p:val>
                                        </p:tav>
                                        <p:tav tm="82192">
                                          <p:val>
                                            <p:fltVal val="6.08"/>
                                          </p:val>
                                        </p:tav>
                                        <p:tav tm="85616">
                                          <p:val>
                                            <p:fltVal val="7.79"/>
                                          </p:val>
                                        </p:tav>
                                        <p:tav tm="89041">
                                          <p:val>
                                            <p:fltVal val="10.34"/>
                                          </p:val>
                                        </p:tav>
                                        <p:tav tm="92466">
                                          <p:val>
                                            <p:fltVal val="10.46"/>
                                          </p:val>
                                        </p:tav>
                                        <p:tav tm="95890">
                                          <p:val>
                                            <p:fltVal val="4.15"/>
                                          </p:val>
                                        </p:tav>
                                        <p:tav tm="99315">
                                          <p:val>
                                            <p:fltVal val="-1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26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7" dur="97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29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8" dur="97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374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47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9" dur="97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0806"/>
                                          </p:val>
                                        </p:tav>
                                        <p:tav tm="44521">
                                          <p:val>
                                            <p:strVal val="#ppt_w*0.9948"/>
                                          </p:val>
                                        </p:tav>
                                        <p:tav tm="51370">
                                          <p:val>
                                            <p:strVal val="#ppt_w*1.02355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3718"/>
                                          </p:val>
                                        </p:tav>
                                        <p:tav tm="61644">
                                          <p:val>
                                            <p:strVal val="#ppt_w*1.05083"/>
                                          </p:val>
                                        </p:tav>
                                        <p:tav tm="68493">
                                          <p:val>
                                            <p:strVal val="#ppt_w*1.08911"/>
                                          </p:val>
                                        </p:tav>
                                        <p:tav tm="71918">
                                          <p:val>
                                            <p:strVal val="#ppt_w*1.11856"/>
                                          </p:val>
                                        </p:tav>
                                        <p:tav tm="75342">
                                          <p:val>
                                            <p:strVal val="#ppt_w*1.15989"/>
                                          </p:val>
                                        </p:tav>
                                        <p:tav tm="78767">
                                          <p:val>
                                            <p:strVal val="#ppt_w*1.13625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5321"/>
                                          </p:val>
                                        </p:tav>
                                        <p:tav tm="85616">
                                          <p:val>
                                            <p:strVal val="#ppt_w*0.9828"/>
                                          </p:val>
                                        </p:tav>
                                        <p:tav tm="92466">
                                          <p:val>
                                            <p:strVal val="#ppt_w*1.0129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.03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0" dur="97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0083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.00196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69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56"/>
                                          </p:val>
                                        </p:tav>
                                        <p:tav tm="75342">
                                          <p:val>
                                            <p:strVal val="#ppt_h*0.96619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818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.001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1" dur="973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05"/>
                                          </p:val>
                                        </p:tav>
                                        <p:tav tm="41096">
                                          <p:val>
                                            <p:fltVal val="-3.48"/>
                                          </p:val>
                                        </p:tav>
                                        <p:tav tm="47945">
                                          <p:val>
                                            <p:fltVal val="1.76"/>
                                          </p:val>
                                        </p:tav>
                                        <p:tav tm="54795">
                                          <p:val>
                                            <p:fltVal val="3.43"/>
                                          </p:val>
                                        </p:tav>
                                        <p:tav tm="61644">
                                          <p:val>
                                            <p:fltVal val="4.11"/>
                                          </p:val>
                                        </p:tav>
                                        <p:tav tm="68493">
                                          <p:val>
                                            <p:fltVal val="5.92"/>
                                          </p:val>
                                        </p:tav>
                                        <p:tav tm="71918">
                                          <p:val>
                                            <p:fltVal val="7.54"/>
                                          </p:val>
                                        </p:tav>
                                        <p:tav tm="75342">
                                          <p:val>
                                            <p:fltVal val="9.79"/>
                                          </p:val>
                                        </p:tav>
                                        <p:tav tm="78767">
                                          <p:val>
                                            <p:fltVal val="8.23"/>
                                          </p:val>
                                        </p:tav>
                                        <p:tav tm="85616">
                                          <p:val>
                                            <p:fltVal val="-2.89"/>
                                          </p:val>
                                        </p:tav>
                                        <p:tav tm="92466">
                                          <p:val>
                                            <p:fltVal val="0.44"/>
                                          </p:val>
                                        </p:tav>
                                        <p:tav tm="99315">
                                          <p:val>
                                            <p:fltVal val="2.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3" dur="97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4" dur="97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192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54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87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5" dur="97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02441"/>
                                          </p:val>
                                        </p:tav>
                                        <p:tav tm="41096">
                                          <p:val>
                                            <p:strVal val="#ppt_w*1.09344"/>
                                          </p:val>
                                        </p:tav>
                                        <p:tav tm="44521">
                                          <p:val>
                                            <p:strVal val="#ppt_w*1.04611"/>
                                          </p:val>
                                        </p:tav>
                                        <p:tav tm="47945">
                                          <p:val>
                                            <p:strVal val="#ppt_w*1.07807"/>
                                          </p:val>
                                        </p:tav>
                                        <p:tav tm="51370">
                                          <p:val>
                                            <p:strVal val="#ppt_w*1.11919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.0792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1344"/>
                                          </p:val>
                                        </p:tav>
                                        <p:tav tm="61644">
                                          <p:val>
                                            <p:strVal val="#ppt_w*0.96283"/>
                                          </p:val>
                                        </p:tav>
                                        <p:tav tm="71918">
                                          <p:val>
                                            <p:strVal val="#ppt_w*0.99931"/>
                                          </p:val>
                                        </p:tav>
                                        <p:tav tm="85616">
                                          <p:val>
                                            <p:strVal val="#ppt_w*1.00815"/>
                                          </p:val>
                                        </p:tav>
                                        <p:tav tm="89041">
                                          <p:val>
                                            <p:strVal val="#ppt_w*1.018"/>
                                          </p:val>
                                        </p:tav>
                                        <p:tav tm="92466">
                                          <p:val>
                                            <p:strVal val="#ppt_w*1.03641"/>
                                          </p:val>
                                        </p:tav>
                                        <p:tav tm="95890">
                                          <p:val>
                                            <p:strVal val="#ppt_w*1.0642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.1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6" dur="97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996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2"/>
                                          </p:val>
                                        </p:tav>
                                        <p:tav tm="61644">
                                          <p:val>
                                            <p:strVal val="#ppt_h*0.964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08"/>
                                          </p:val>
                                        </p:tav>
                                        <p:tav tm="75342">
                                          <p:val>
                                            <p:strVal val="#ppt_h*0.97223"/>
                                          </p:val>
                                        </p:tav>
                                        <p:tav tm="85616">
                                          <p:val>
                                            <p:strVal val="#ppt_h*0.9916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789"/>
                                          </p:val>
                                        </p:tav>
                                        <p:tav tm="99315">
                                          <p:val>
                                            <p:strVal val="#ppt_h*0.994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7" dur="973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33"/>
                                          </p:val>
                                        </p:tav>
                                        <p:tav tm="41096">
                                          <p:val>
                                            <p:fltVal val="3.16"/>
                                          </p:val>
                                        </p:tav>
                                        <p:tav tm="44521">
                                          <p:val>
                                            <p:fltVal val="3.01"/>
                                          </p:val>
                                        </p:tav>
                                        <p:tav tm="51370">
                                          <p:val>
                                            <p:fltVal val="7.75"/>
                                          </p:val>
                                        </p:tav>
                                        <p:tav tm="54795">
                                          <p:val>
                                            <p:fltVal val="4.76"/>
                                          </p:val>
                                        </p:tav>
                                        <p:tav tm="58219">
                                          <p:val>
                                            <p:fltVal val="-0.34"/>
                                          </p:val>
                                        </p:tav>
                                        <p:tav tm="61644">
                                          <p:val>
                                            <p:fltVal val="-4.71"/>
                                          </p:val>
                                        </p:tav>
                                        <p:tav tm="71918">
                                          <p:val>
                                            <p:fltVal val="-1.29"/>
                                          </p:val>
                                        </p:tav>
                                        <p:tav tm="78767">
                                          <p:val>
                                            <p:fltVal val="-0.45"/>
                                          </p:val>
                                        </p:tav>
                                        <p:tav tm="85616">
                                          <p:val>
                                            <p:fltVal val="-0.36"/>
                                          </p:val>
                                        </p:tav>
                                        <p:tav tm="89041">
                                          <p:val>
                                            <p:fltVal val="0.29"/>
                                          </p:val>
                                        </p:tav>
                                        <p:tav tm="92466">
                                          <p:val>
                                            <p:fltVal val="1.48"/>
                                          </p:val>
                                        </p:tav>
                                        <p:tav tm="99315">
                                          <p:val>
                                            <p:fltVal val="5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9" dur="97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0" dur="97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6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261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6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4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1" dur="97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8153"/>
                                          </p:val>
                                        </p:tav>
                                        <p:tav tm="41096">
                                          <p:val>
                                            <p:strVal val="#ppt_w*0.97353"/>
                                          </p:val>
                                        </p:tav>
                                        <p:tav tm="44521">
                                          <p:val>
                                            <p:strVal val="#ppt_w*0.97861"/>
                                          </p:val>
                                        </p:tav>
                                        <p:tav tm="51370">
                                          <p:val>
                                            <p:strVal val="#ppt_w*1.01912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.0289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0.97914"/>
                                          </p:val>
                                        </p:tav>
                                        <p:tav tm="61644">
                                          <p:val>
                                            <p:strVal val="#ppt_w*0.91331"/>
                                          </p:val>
                                        </p:tav>
                                        <p:tav tm="65068">
                                          <p:val>
                                            <p:strVal val="#ppt_w*0.89834"/>
                                          </p:val>
                                        </p:tav>
                                        <p:tav tm="71918">
                                          <p:val>
                                            <p:strVal val="#ppt_w*0.93241"/>
                                          </p:val>
                                        </p:tav>
                                        <p:tav tm="85616">
                                          <p:val>
                                            <p:strVal val="#ppt_w*0.96633"/>
                                          </p:val>
                                        </p:tav>
                                        <p:tav tm="89041">
                                          <p:val>
                                            <p:strVal val="#ppt_w*0.9823"/>
                                          </p:val>
                                        </p:tav>
                                        <p:tav tm="95890">
                                          <p:val>
                                            <p:strVal val="#ppt_w*1.0299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.01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2" dur="973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77"/>
                                          </p:val>
                                        </p:tav>
                                        <p:tav tm="41096">
                                          <p:val>
                                            <p:fltVal val="-0.31"/>
                                          </p:val>
                                        </p:tav>
                                        <p:tav tm="44521">
                                          <p:val>
                                            <p:fltVal val="1.94"/>
                                          </p:val>
                                        </p:tav>
                                        <p:tav tm="47945">
                                          <p:val>
                                            <p:fltVal val="0.98"/>
                                          </p:val>
                                        </p:tav>
                                        <p:tav tm="51370">
                                          <p:val>
                                            <p:fltVal val="-1.36"/>
                                          </p:val>
                                        </p:tav>
                                        <p:tav tm="54795">
                                          <p:val>
                                            <p:fltVal val="-2.4"/>
                                          </p:val>
                                        </p:tav>
                                        <p:tav tm="58219">
                                          <p:val>
                                            <p:fltVal val="1.66"/>
                                          </p:val>
                                        </p:tav>
                                        <p:tav tm="61644">
                                          <p:val>
                                            <p:fltVal val="4.92"/>
                                          </p:val>
                                        </p:tav>
                                        <p:tav tm="71918">
                                          <p:val>
                                            <p:fltVal val="2.2"/>
                                          </p:val>
                                        </p:tav>
                                        <p:tav tm="85616">
                                          <p:val>
                                            <p:fltVal val="1.41"/>
                                          </p:val>
                                        </p:tav>
                                        <p:tav tm="89041">
                                          <p:val>
                                            <p:fltVal val="0.33"/>
                                          </p:val>
                                        </p:tav>
                                        <p:tav tm="95890">
                                          <p:val>
                                            <p:fltVal val="-3.63"/>
                                          </p:val>
                                        </p:tav>
                                        <p:tav tm="99315">
                                          <p:val>
                                            <p:fltVal val="-1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4" dur="97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5" dur="97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6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1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1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16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91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6" dur="97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7" dur="97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8" dur="973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50" dur="97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1" dur="97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9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89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05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8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2" dur="97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3" dur="97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4" dur="973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5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56" dur="97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7" dur="97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6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33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8" dur="97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9" dur="97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0" dur="973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6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2" dur="97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3" dur="97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6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39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4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2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4" dur="97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5" dur="97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6" dur="973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6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8" dur="97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9" dur="97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42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8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7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12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9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2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0" dur="97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1" dur="97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2" dur="973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4" dur="97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5" dur="97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15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2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0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2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6" dur="97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7" dur="97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8" dur="973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80" dur="97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8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16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1" dur="97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67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21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2" dur="97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3" dur="97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4" dur="973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86" dur="97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2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7" dur="97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98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24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0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2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8" dur="97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9" dur="97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0" dur="973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92" dur="97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3" dur="97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2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44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29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401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4" dur="97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5" dur="97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6" dur="973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98" dur="97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9" dur="97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802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96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85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0" dur="97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1" dur="97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2" dur="973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0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4" dur="97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5" dur="97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6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35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6" dur="97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7" dur="97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8" dur="973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0" dur="97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1" dur="97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7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2" dur="97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3" dur="97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4" dur="973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1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6" dur="97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35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0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7" dur="97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7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1353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238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8" dur="97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195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131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524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9" dur="97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4795">
                                          <p:val>
                                            <p:strVal val="#ppt_h*1"/>
                                          </p:val>
                                        </p:tav>
                                        <p:tav tm="58219">
                                          <p:val>
                                            <p:strVal val="#ppt_h*0.99493"/>
                                          </p:val>
                                        </p:tav>
                                        <p:tav tm="65068">
                                          <p:val>
                                            <p:strVal val="#ppt_h*0.9442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0.98619"/>
                                          </p:val>
                                        </p:tav>
                                        <p:tav tm="92466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0" dur="973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9"/>
                                          </p:val>
                                        </p:tav>
                                        <p:tav tm="41096">
                                          <p:val>
                                            <p:fltVal val="-2.71"/>
                                          </p:val>
                                        </p:tav>
                                        <p:tav tm="44521">
                                          <p:val>
                                            <p:fltVal val="0"/>
                                          </p:val>
                                        </p:tav>
                                        <p:tav tm="47945">
                                          <p:val>
                                            <p:fltVal val="0.59"/>
                                          </p:val>
                                        </p:tav>
                                        <p:tav tm="58219">
                                          <p:val>
                                            <p:fltVal val="0.08"/>
                                          </p:val>
                                        </p:tav>
                                        <p:tav tm="65068">
                                          <p:val>
                                            <p:fltVal val="0.58"/>
                                          </p:val>
                                        </p:tav>
                                        <p:tav tm="82192">
                                          <p:val>
                                            <p:fltVal val="-0.57"/>
                                          </p:val>
                                        </p:tav>
                                        <p:tav tm="99315">
                                          <p:val>
                                            <p:fltVal val="-0.9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3" dur="97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795">
                                          <p:val>
                                            <p:strVal val="#ppt_x-1.2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1.25118"/>
                                          </p:val>
                                        </p:tav>
                                        <p:tav tm="99315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4" dur="97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30822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792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205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44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5" dur="97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6" dur="973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99315">
                                          <p:val>
                                            <p:strVal val="#ppt_h*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9" dur="97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54795">
                                          <p:val>
                                            <p:strVal val="#ppt_x-1.2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1.25078"/>
                                          </p:val>
                                        </p:tav>
                                        <p:tav tm="99315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0" dur="97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30822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34247">
                                          <p:val>
                                            <p:strVal val="#ppt_y-0.00792"/>
                                          </p:val>
                                        </p:tav>
                                        <p:tav tm="37671">
                                          <p:val>
                                            <p:strVal val="#ppt_y-0.01205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21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16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944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1" dur="97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4795">
                                          <p:val>
                                            <p:strVal val="#ppt_w*1"/>
                                          </p:val>
                                        </p:tav>
                                        <p:tav tm="58219">
                                          <p:val>
                                            <p:strVal val="#ppt_w*1.00223"/>
                                          </p:val>
                                        </p:tav>
                                        <p:tav tm="65068">
                                          <p:val>
                                            <p:strVal val="#ppt_w*1.02444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611"/>
                                          </p:val>
                                        </p:tav>
                                        <p:tav tm="99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2" dur="973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99315">
                                          <p:val>
                                            <p:strVal val="#ppt_h*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34" dur="973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5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36" dur="973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38" dur="97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3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939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61644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726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8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9" dur="97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45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1799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435"/>
                                          </p:val>
                                        </p:tav>
                                        <p:tav tm="47945">
                                          <p:val>
                                            <p:strVal val="#ppt_y-0.01705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1816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1752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1522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75342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0" dur="973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2" dur="97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569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61644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0856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4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3" dur="97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176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-0.0189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1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1667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75342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1282"/>
                                          </p:val>
                                        </p:tav>
                                        <p:tav tm="95890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8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4" dur="973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6" dur="97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872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761"/>
                                          </p:val>
                                        </p:tav>
                                        <p:tav tm="51370">
                                          <p:val>
                                            <p:strVal val="#ppt_x+0.00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863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778"/>
                                          </p:val>
                                        </p:tav>
                                        <p:tav tm="61644">
                                          <p:val>
                                            <p:strVal val="#ppt_x+0.00616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89041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7" dur="97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-0.014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61644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75342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1508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1776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95890">
                                          <p:val>
                                            <p:strVal val="#ppt_y-0.01863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8" dur="973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0" dur="97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1064"/>
                                          </p:val>
                                        </p:tav>
                                        <p:tav tm="51370">
                                          <p:val>
                                            <p:strVal val="#ppt_x+0.01088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1013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852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1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1" dur="97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335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41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1319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1628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178"/>
                                          </p:val>
                                        </p:tav>
                                        <p:tav tm="95890">
                                          <p:val>
                                            <p:strVal val="#ppt_y-0.01597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2" dur="973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5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4" dur="97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7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905"/>
                                          </p:val>
                                        </p:tav>
                                        <p:tav tm="51370">
                                          <p:val>
                                            <p:strVal val="#ppt_x+0.0079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5342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78767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x+0.00855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09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9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5" dur="97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747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0627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78767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0798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082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6" dur="973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5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8" dur="97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939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47"/>
                                          </p:val>
                                        </p:tav>
                                        <p:tav tm="61644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726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927"/>
                                          </p:val>
                                        </p:tav>
                                        <p:tav tm="89041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92466">
                                          <p:val>
                                            <p:strVal val="#ppt_x+0.01087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102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8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9" dur="97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45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179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435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1816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75342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78767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0" dur="973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62" dur="97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569"/>
                                          </p:val>
                                        </p:tav>
                                        <p:tav tm="54795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61644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7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682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89041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92466">
                                          <p:val>
                                            <p:strVal val="#ppt_x+0.0081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067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4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3" dur="97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81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176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189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1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75342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78767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1282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16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8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4" dur="973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66" dur="97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872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59"/>
                                          </p:val>
                                        </p:tav>
                                        <p:tav tm="47945">
                                          <p:val>
                                            <p:strVal val="#ppt_x-0.00761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0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x-0.00863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778"/>
                                          </p:val>
                                        </p:tav>
                                        <p:tav tm="61644">
                                          <p:val>
                                            <p:strVal val="#ppt_x-0.00616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7534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78767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7" dur="97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868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65068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75342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1776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186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8" dur="973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70" dur="97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-0.01064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1088"/>
                                          </p:val>
                                        </p:tav>
                                        <p:tav tm="54795">
                                          <p:val>
                                            <p:strVal val="#ppt_x-0.01013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852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75342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8767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836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1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1" dur="97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335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417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61644">
                                          <p:val>
                                            <p:strVal val="#ppt_y-0.00355"/>
                                          </p:val>
                                        </p:tav>
                                        <p:tav tm="65068">
                                          <p:val>
                                            <p:strVal val="#ppt_y-0.00379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162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178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159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2" dur="973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74" dur="97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-0.00905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079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0855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9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5" dur="97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747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852"/>
                                          </p:val>
                                        </p:tav>
                                        <p:tav tm="61644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65068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646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798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6" dur="973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78" dur="973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0" dur="973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2" dur="973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4" dur="973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6" dur="97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3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939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61644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726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1087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1022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8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7" dur="97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45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1799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435"/>
                                          </p:val>
                                        </p:tav>
                                        <p:tav tm="47945">
                                          <p:val>
                                            <p:strVal val="#ppt_y-0.01705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1816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1752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1522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65"/>
                                          </p:val>
                                        </p:tav>
                                        <p:tav tm="75342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383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0024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8" dur="973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0" dur="97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569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61644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142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0856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081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679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4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1" dur="97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81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176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-0.0189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1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1667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206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75342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015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1282"/>
                                          </p:val>
                                        </p:tav>
                                        <p:tav tm="95890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8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2" dur="973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4" dur="97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57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872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761"/>
                                          </p:val>
                                        </p:tav>
                                        <p:tav tm="51370">
                                          <p:val>
                                            <p:strVal val="#ppt_x+0.00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0863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778"/>
                                          </p:val>
                                        </p:tav>
                                        <p:tav tm="61644">
                                          <p:val>
                                            <p:strVal val="#ppt_x+0.00616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197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89041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5" dur="97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-0.014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61644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75342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1508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1776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1901"/>
                                          </p:val>
                                        </p:tav>
                                        <p:tav tm="95890">
                                          <p:val>
                                            <p:strVal val="#ppt_y-0.01863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6" dur="973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8" dur="97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1064"/>
                                          </p:val>
                                        </p:tav>
                                        <p:tav tm="51370">
                                          <p:val>
                                            <p:strVal val="#ppt_x+0.01088"/>
                                          </p:val>
                                        </p:tav>
                                        <p:tav tm="54795">
                                          <p:val>
                                            <p:strVal val="#ppt_x+0.01013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852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151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1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9" dur="97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63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335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141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23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7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1319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1628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178"/>
                                          </p:val>
                                        </p:tav>
                                        <p:tav tm="95890">
                                          <p:val>
                                            <p:strVal val="#ppt_y-0.01597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1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0" dur="973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2" dur="97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91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7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+0.00905"/>
                                          </p:val>
                                        </p:tav>
                                        <p:tav tm="51370">
                                          <p:val>
                                            <p:strVal val="#ppt_x+0.00795"/>
                                          </p:val>
                                        </p:tav>
                                        <p:tav tm="65068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5342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78767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x+0.00855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09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9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3" dur="97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5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747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0627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65068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78767">
                                          <p:val>
                                            <p:strVal val="#ppt_y-0.00646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0798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082"/>
                                          </p:val>
                                        </p:tav>
                                        <p:tav tm="89041">
                                          <p:val>
                                            <p:strVal val="#ppt_y-0.00709"/>
                                          </p:val>
                                        </p:tav>
                                        <p:tav tm="92466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4" dur="973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6" dur="97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41096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939"/>
                                          </p:val>
                                        </p:tav>
                                        <p:tav tm="58219">
                                          <p:val>
                                            <p:strVal val="#ppt_x+0.00047"/>
                                          </p:val>
                                        </p:tav>
                                        <p:tav tm="61644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726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927"/>
                                          </p:val>
                                        </p:tav>
                                        <p:tav tm="89041">
                                          <p:val>
                                            <p:strVal val="#ppt_x+0.01054"/>
                                          </p:val>
                                        </p:tav>
                                        <p:tav tm="92466">
                                          <p:val>
                                            <p:strVal val="#ppt_x+0.01087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1022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8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7" dur="97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45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1799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435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1816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65"/>
                                          </p:val>
                                        </p:tav>
                                        <p:tav tm="75342">
                                          <p:val>
                                            <p:strVal val="#ppt_y-0.00306"/>
                                          </p:val>
                                        </p:tav>
                                        <p:tav tm="78767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82192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85616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8" dur="973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9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10" dur="97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+0.00569"/>
                                          </p:val>
                                        </p:tav>
                                        <p:tav tm="54795">
                                          <p:val>
                                            <p:strVal val="#ppt_x-0.00078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61644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257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682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89041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92466">
                                          <p:val>
                                            <p:strVal val="#ppt_x+0.0081"/>
                                          </p:val>
                                        </p:tav>
                                        <p:tav tm="95890">
                                          <p:val>
                                            <p:strVal val="#ppt_x+0.00679"/>
                                          </p:val>
                                        </p:tav>
                                        <p:tav tm="99315">
                                          <p:val>
                                            <p:strVal val="#ppt_x+0.004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1" dur="97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481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176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189"/>
                                          </p:val>
                                        </p:tav>
                                        <p:tav tm="51370">
                                          <p:val>
                                            <p:strVal val="#ppt_y+0.01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8493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71918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75342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78767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1282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1616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8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2" dur="973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14" dur="97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872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59"/>
                                          </p:val>
                                        </p:tav>
                                        <p:tav tm="47945">
                                          <p:val>
                                            <p:strVal val="#ppt_x-0.00761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0857"/>
                                          </p:val>
                                        </p:tav>
                                        <p:tav tm="54795">
                                          <p:val>
                                            <p:strVal val="#ppt_x-0.00863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778"/>
                                          </p:val>
                                        </p:tav>
                                        <p:tav tm="61644">
                                          <p:val>
                                            <p:strVal val="#ppt_x-0.00616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75342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78767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85616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89041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5" dur="97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38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868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763"/>
                                          </p:val>
                                        </p:tav>
                                        <p:tav tm="47945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58219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61644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65068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75342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150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1776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1901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1863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6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6" dur="973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18" dur="97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1054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-0.01064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1088"/>
                                          </p:val>
                                        </p:tav>
                                        <p:tav tm="54795">
                                          <p:val>
                                            <p:strVal val="#ppt_x-0.01013"/>
                                          </p:val>
                                        </p:tav>
                                        <p:tav tm="58219">
                                          <p:val>
                                            <p:strVal val="#ppt_x-0.00852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51"/>
                                          </p:val>
                                        </p:tav>
                                        <p:tav tm="71918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75342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78767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85616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836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1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9" dur="97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63"/>
                                          </p:val>
                                        </p:tav>
                                        <p:tav tm="41096">
                                          <p:val>
                                            <p:strVal val="#ppt_y+0.00335"/>
                                          </p:val>
                                        </p:tav>
                                        <p:tav tm="44521">
                                          <p:val>
                                            <p:strVal val="#ppt_y+0.01417"/>
                                          </p:val>
                                        </p:tav>
                                        <p:tav tm="54795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61644">
                                          <p:val>
                                            <p:strVal val="#ppt_y-0.00355"/>
                                          </p:val>
                                        </p:tav>
                                        <p:tav tm="65068">
                                          <p:val>
                                            <p:strVal val="#ppt_y-0.00379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71918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1628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178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1597"/>
                                          </p:val>
                                        </p:tav>
                                        <p:tav tm="99315">
                                          <p:val>
                                            <p:strVal val="#ppt_y+0.01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0" dur="973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2" dur="97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91"/>
                                          </p:val>
                                        </p:tav>
                                        <p:tav tm="41096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44521">
                                          <p:val>
                                            <p:strVal val="#ppt_x-0.00946"/>
                                          </p:val>
                                        </p:tav>
                                        <p:tav tm="47945">
                                          <p:val>
                                            <p:strVal val="#ppt_x-0.00905"/>
                                          </p:val>
                                        </p:tav>
                                        <p:tav tm="51370">
                                          <p:val>
                                            <p:strVal val="#ppt_x-0.00795"/>
                                          </p:val>
                                        </p:tav>
                                        <p:tav tm="65068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71918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534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78767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92466">
                                          <p:val>
                                            <p:strVal val="#ppt_x-0.00855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933"/>
                                          </p:val>
                                        </p:tav>
                                        <p:tav tm="99315">
                                          <p:val>
                                            <p:strVal val="#ppt_x-0.009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3" dur="97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07"/>
                                          </p:val>
                                        </p:tav>
                                        <p:tav tm="41096">
                                          <p:val>
                                            <p:strVal val="#ppt_y-0.00747"/>
                                          </p:val>
                                        </p:tav>
                                        <p:tav tm="44521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51370">
                                          <p:val>
                                            <p:strVal val="#ppt_y-0.00627"/>
                                          </p:val>
                                        </p:tav>
                                        <p:tav tm="54795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58219">
                                          <p:val>
                                            <p:strVal val="#ppt_y-0.00852"/>
                                          </p:val>
                                        </p:tav>
                                        <p:tav tm="61644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65068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78767">
                                          <p:val>
                                            <p:strVal val="#ppt_y+0.00646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798"/>
                                          </p:val>
                                        </p:tav>
                                        <p:tav tm="85616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89041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92466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99315">
                                          <p:val>
                                            <p:strVal val="#ppt_y-0.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4" dur="973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5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6" dur="973" fill="hold"/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8" dur="973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6.92"/>
                                          </p:val>
                                        </p:tav>
                                        <p:tav tm="41096">
                                          <p:val>
                                            <p:fltVal val="-120"/>
                                          </p:val>
                                        </p:tav>
                                        <p:tav tm="44521">
                                          <p:val>
                                            <p:fltVal val="-180"/>
                                          </p:val>
                                        </p:tav>
                                        <p:tav tm="99315">
                                          <p:val>
                                            <p:fltVal val="189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517" grpId="0" animBg="1"/>
      <p:bldP spid="522" grpId="0" animBg="1"/>
      <p:bldP spid="524" grpId="0" animBg="1"/>
      <p:bldP spid="525" grpId="0" animBg="1"/>
      <p:bldP spid="74" grpId="0" animBg="1"/>
      <p:bldP spid="75" grpId="0" animBg="1"/>
      <p:bldP spid="57" grpId="0" animBg="1"/>
      <p:bldP spid="77" grpId="0" animBg="1"/>
      <p:bldP spid="56" grpId="0" animBg="1"/>
      <p:bldP spid="76" grpId="0" animBg="1"/>
      <p:bldP spid="59" grpId="0" animBg="1"/>
      <p:bldP spid="58" grpId="0" animBg="1"/>
      <p:bldP spid="39" grpId="0" animBg="1"/>
      <p:bldP spid="78" grpId="0" animBg="1"/>
      <p:bldP spid="79" grpId="0" animBg="1"/>
      <p:bldP spid="61" grpId="0" animBg="1"/>
      <p:bldP spid="41" grpId="0" animBg="1"/>
      <p:bldP spid="38" grpId="0" animBg="1"/>
      <p:bldP spid="60" grpId="0" animBg="1"/>
      <p:bldP spid="40" grpId="0" animBg="1"/>
      <p:bldP spid="81" grpId="0" animBg="1"/>
      <p:bldP spid="42" grpId="0" animBg="1"/>
      <p:bldP spid="43" grpId="0" animBg="1"/>
      <p:bldP spid="21" grpId="0" animBg="1"/>
      <p:bldP spid="62" grpId="0" animBg="1"/>
      <p:bldP spid="80" grpId="0" animBg="1"/>
      <p:bldP spid="20" grpId="0" animBg="1"/>
      <p:bldP spid="23" grpId="0" animBg="1"/>
      <p:bldP spid="45" grpId="0" animBg="1"/>
      <p:bldP spid="25" grpId="0" animBg="1"/>
      <p:bldP spid="63" grpId="0" animBg="1"/>
      <p:bldP spid="22" grpId="0" animBg="1"/>
      <p:bldP spid="95" grpId="0" build="p"/>
      <p:bldP spid="3" grpId="0" animBg="1"/>
      <p:bldP spid="82" grpId="0" animBg="1"/>
      <p:bldP spid="44" grpId="0" animBg="1"/>
      <p:bldP spid="5" grpId="0" animBg="1"/>
      <p:bldP spid="24" grpId="0" animBg="1"/>
      <p:bldP spid="65" grpId="0" animBg="1"/>
      <p:bldP spid="83" grpId="0" animBg="1"/>
      <p:bldP spid="2" grpId="0" animBg="1"/>
      <p:bldP spid="64" grpId="0" animBg="1"/>
      <p:bldP spid="27" grpId="0" animBg="1"/>
      <p:bldP spid="26" grpId="0" animBg="1"/>
      <p:bldP spid="47" grpId="0" animBg="1"/>
      <p:bldP spid="4" grpId="0" animBg="1"/>
      <p:bldP spid="46" grpId="0" animBg="1"/>
      <p:bldP spid="7" grpId="0" animBg="1"/>
      <p:bldP spid="6" grpId="0" animBg="1"/>
      <p:bldP spid="85" grpId="0" animBg="1"/>
      <p:bldP spid="29" grpId="0" animBg="1"/>
      <p:bldP spid="66" grpId="0" animBg="1"/>
      <p:bldP spid="9" grpId="0" animBg="1"/>
      <p:bldP spid="84" grpId="0" animBg="1"/>
      <p:bldP spid="49" grpId="0" animBg="1"/>
      <p:bldP spid="67" grpId="0" animBg="1"/>
      <p:bldP spid="28" grpId="0" animBg="1"/>
      <p:bldP spid="8" grpId="0" animBg="1"/>
      <p:bldP spid="48" grpId="0" animBg="1"/>
      <p:bldP spid="86" grpId="0" animBg="1"/>
      <p:bldP spid="69" grpId="0" animBg="1"/>
      <p:bldP spid="30" grpId="0" animBg="1"/>
      <p:bldP spid="11" grpId="0" animBg="1"/>
      <p:bldP spid="31" grpId="0" animBg="1"/>
      <p:bldP spid="10" grpId="0" animBg="1"/>
      <p:bldP spid="87" grpId="0" animBg="1"/>
      <p:bldP spid="50" grpId="0" animBg="1"/>
      <p:bldP spid="68" grpId="0" animBg="1"/>
      <p:bldP spid="13" grpId="0" animBg="1"/>
      <p:bldP spid="51" grpId="0" animBg="1"/>
      <p:bldP spid="33" grpId="0" animBg="1"/>
      <p:bldP spid="89" grpId="0" animBg="1"/>
      <p:bldP spid="12" grpId="0" animBg="1"/>
      <p:bldP spid="32" grpId="0" animBg="1"/>
      <p:bldP spid="70" grpId="0" animBg="1"/>
      <p:bldP spid="88" grpId="0" animBg="1"/>
      <p:bldP spid="53" grpId="0" animBg="1"/>
      <p:bldP spid="71" grpId="0" animBg="1"/>
      <p:bldP spid="15" grpId="0" animBg="1"/>
      <p:bldP spid="14" grpId="0" animBg="1"/>
      <p:bldP spid="34" grpId="0" animBg="1"/>
      <p:bldP spid="513" grpId="0" animBg="1"/>
      <p:bldP spid="514" grpId="0" animBg="1"/>
      <p:bldP spid="515" grpId="0" animBg="1"/>
      <p:bldP spid="516" grpId="0" animBg="1"/>
      <p:bldP spid="518" grpId="0" animBg="1"/>
      <p:bldP spid="519" grpId="0" animBg="1"/>
      <p:bldP spid="520" grpId="0" animBg="1"/>
      <p:bldP spid="521" grpId="0" animBg="1"/>
      <p:bldP spid="523" grpId="0" animBg="1"/>
      <p:bldP spid="52" grpId="0" animBg="1"/>
      <p:bldP spid="90" grpId="0" animBg="1"/>
      <p:bldP spid="35" grpId="0" animBg="1"/>
      <p:bldP spid="17" grpId="0" animBg="1"/>
      <p:bldP spid="73" grpId="0" animBg="1"/>
      <p:bldP spid="91" grpId="0" animBg="1"/>
      <p:bldP spid="72" grpId="0" animBg="1"/>
      <p:bldP spid="54" grpId="0" animBg="1"/>
      <p:bldP spid="16" grpId="0" animBg="1"/>
      <p:bldP spid="37" grpId="0" animBg="1"/>
      <p:bldP spid="55" grpId="0" animBg="1"/>
      <p:bldP spid="36" grpId="0" animBg="1"/>
      <p:bldP spid="18" grpId="0" animBg="1"/>
      <p:bldP spid="19" grpId="0" animBg="1"/>
      <p:bldP spid="92" grpId="0" animBg="1"/>
      <p:bldP spid="93" grpId="0" animBg="1"/>
      <p:bldP spid="105" grpId="0" animBg="1"/>
      <p:bldP spid="107" grpId="0" animBg="1"/>
      <p:bldP spid="108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7" grpId="0" animBg="1"/>
      <p:bldP spid="278" grpId="0" animBg="1"/>
      <p:bldP spid="279" grpId="0" animBg="1"/>
      <p:bldP spid="280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1" grpId="0" animBg="1"/>
      <p:bldP spid="362" grpId="0" animBg="1"/>
      <p:bldP spid="363" grpId="0" animBg="1"/>
      <p:bldP spid="364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  <p:bldP spid="382" grpId="0" animBg="1"/>
      <p:bldP spid="383" grpId="0" animBg="1"/>
      <p:bldP spid="384" grpId="0" animBg="1"/>
      <p:bldP spid="385" grpId="0" animBg="1"/>
      <p:bldP spid="386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  <p:bldP spid="393" grpId="0" animBg="1"/>
      <p:bldP spid="394" grpId="0" animBg="1"/>
      <p:bldP spid="395" grpId="0" animBg="1"/>
      <p:bldP spid="396" grpId="0" animBg="1"/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403" grpId="0" animBg="1"/>
      <p:bldP spid="404" grpId="0" animBg="1"/>
      <p:bldP spid="405" grpId="0" animBg="1"/>
      <p:bldP spid="406" grpId="0" animBg="1"/>
      <p:bldP spid="407" grpId="0" animBg="1"/>
      <p:bldP spid="408" grpId="0" animBg="1"/>
      <p:bldP spid="409" grpId="0" animBg="1"/>
      <p:bldP spid="410" grpId="0" animBg="1"/>
      <p:bldP spid="411" grpId="0" animBg="1"/>
      <p:bldP spid="412" grpId="0" animBg="1"/>
      <p:bldP spid="413" grpId="0" animBg="1"/>
      <p:bldP spid="414" grpId="0" animBg="1"/>
      <p:bldP spid="415" grpId="0" animBg="1"/>
      <p:bldP spid="416" grpId="0" animBg="1"/>
      <p:bldP spid="417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434" grpId="0" animBg="1"/>
      <p:bldP spid="435" grpId="0" animBg="1"/>
      <p:bldP spid="436" grpId="0" animBg="1"/>
      <p:bldP spid="437" grpId="0" animBg="1"/>
      <p:bldP spid="438" grpId="0" animBg="1"/>
      <p:bldP spid="439" grpId="0" animBg="1"/>
      <p:bldP spid="440" grpId="0" animBg="1"/>
      <p:bldP spid="441" grpId="0" animBg="1"/>
      <p:bldP spid="442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  <p:bldP spid="453" grpId="0" animBg="1"/>
      <p:bldP spid="454" grpId="0" animBg="1"/>
      <p:bldP spid="455" grpId="0" animBg="1"/>
      <p:bldP spid="456" grpId="0" animBg="1"/>
      <p:bldP spid="457" grpId="0" animBg="1"/>
      <p:bldP spid="458" grpId="0" animBg="1"/>
      <p:bldP spid="459" grpId="0" animBg="1"/>
      <p:bldP spid="460" grpId="0" animBg="1"/>
      <p:bldP spid="461" grpId="0" animBg="1"/>
      <p:bldP spid="462" grpId="0" animBg="1"/>
      <p:bldP spid="463" grpId="0" animBg="1"/>
      <p:bldP spid="464" grpId="0" animBg="1"/>
      <p:bldP spid="465" grpId="0" animBg="1"/>
      <p:bldP spid="466" grpId="0" animBg="1"/>
      <p:bldP spid="467" grpId="0" animBg="1"/>
      <p:bldP spid="468" grpId="0" animBg="1"/>
      <p:bldP spid="469" grpId="0" animBg="1"/>
      <p:bldP spid="470" grpId="0" animBg="1"/>
      <p:bldP spid="471" grpId="0" animBg="1"/>
      <p:bldP spid="472" grpId="0" animBg="1"/>
      <p:bldP spid="473" grpId="0" animBg="1"/>
      <p:bldP spid="474" grpId="0" animBg="1"/>
      <p:bldP spid="475" grpId="0" animBg="1"/>
      <p:bldP spid="476" grpId="0" animBg="1"/>
      <p:bldP spid="477" grpId="0" animBg="1"/>
      <p:bldP spid="478" grpId="0" animBg="1"/>
      <p:bldP spid="479" grpId="0" animBg="1"/>
      <p:bldP spid="480" grpId="0" animBg="1"/>
      <p:bldP spid="481" grpId="0" animBg="1"/>
      <p:bldP spid="482" grpId="0" animBg="1"/>
      <p:bldP spid="483" grpId="0" animBg="1"/>
      <p:bldP spid="484" grpId="0" animBg="1"/>
      <p:bldP spid="485" grpId="0" animBg="1"/>
      <p:bldP spid="486" grpId="0" animBg="1"/>
      <p:bldP spid="487" grpId="0" animBg="1"/>
      <p:bldP spid="488" grpId="0" animBg="1"/>
      <p:bldP spid="489" grpId="0" animBg="1"/>
      <p:bldP spid="490" grpId="0" animBg="1"/>
      <p:bldP spid="491" grpId="0" animBg="1"/>
      <p:bldP spid="492" grpId="0" animBg="1"/>
      <p:bldP spid="493" grpId="0" animBg="1"/>
      <p:bldP spid="494" grpId="0" animBg="1"/>
      <p:bldP spid="495" grpId="0" animBg="1"/>
      <p:bldP spid="496" grpId="0" animBg="1"/>
      <p:bldP spid="497" grpId="0" animBg="1"/>
      <p:bldP spid="498" grpId="0" animBg="1"/>
      <p:bldP spid="499" grpId="0" animBg="1"/>
      <p:bldP spid="500" grpId="0" animBg="1"/>
      <p:bldP spid="501" grpId="0" animBg="1"/>
      <p:bldP spid="502" grpId="0" animBg="1"/>
      <p:bldP spid="503" grpId="0" animBg="1"/>
      <p:bldP spid="504" grpId="0" animBg="1"/>
      <p:bldP spid="505" grpId="0" animBg="1"/>
      <p:bldP spid="506" grpId="0" animBg="1"/>
      <p:bldP spid="507" grpId="0" animBg="1"/>
      <p:bldP spid="508" grpId="0" animBg="1"/>
      <p:bldP spid="509" grpId="0" animBg="1"/>
      <p:bldP spid="510" grpId="0" animBg="1"/>
      <p:bldP spid="511" grpId="0" animBg="1"/>
      <p:bldP spid="106" grpId="0" build="p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09" grpId="0" animBg="1"/>
      <p:bldP spid="110" grpId="0" animBg="1"/>
      <p:bldP spid="111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 animBg="1"/>
      <p:bldP spid="287" grpId="0" animBg="1"/>
      <p:bldP spid="288" grpId="0" animBg="1"/>
      <p:bldP spid="289" grpId="0" animBg="1"/>
      <p:bldP spid="290" grpId="0" animBg="1"/>
      <p:bldP spid="291" grpId="0" animBg="1"/>
      <p:bldP spid="292" grpId="0" animBg="1"/>
      <p:bldP spid="293" grpId="0" animBg="1"/>
      <p:bldP spid="294" grpId="0" animBg="1"/>
      <p:bldP spid="295" grpId="0" animBg="1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  <p:bldP spid="343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Potrzebuję czekolady">
    <p:bg>
      <p:bgPr>
        <a:solidFill>
          <a:srgbClr val="11111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poprzedni slajd"/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AF8F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1"/>
          <p:cNvSpPr/>
          <p:nvPr/>
        </p:nvSpPr>
        <p:spPr>
          <a:xfrm>
            <a:off x="0" y="0"/>
            <a:ext cx="1077144" cy="1027309"/>
          </a:xfrm>
          <a:custGeom>
            <a:avLst/>
            <a:gdLst/>
            <a:ahLst/>
            <a:cxnLst/>
            <a:rect l="0" t="0" r="r" b="b"/>
            <a:pathLst>
              <a:path w="1077144" h="1027309">
                <a:moveTo>
                  <a:pt x="0" y="0"/>
                </a:moveTo>
                <a:lnTo>
                  <a:pt x="1077144" y="0"/>
                </a:lnTo>
                <a:lnTo>
                  <a:pt x="0" y="102730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2"/>
          <p:cNvSpPr/>
          <p:nvPr/>
        </p:nvSpPr>
        <p:spPr>
          <a:xfrm>
            <a:off x="0" y="0"/>
            <a:ext cx="1476529" cy="1556287"/>
          </a:xfrm>
          <a:custGeom>
            <a:avLst/>
            <a:gdLst/>
            <a:ahLst/>
            <a:cxnLst/>
            <a:rect l="0" t="0" r="r" b="b"/>
            <a:pathLst>
              <a:path w="1476529" h="1556287">
                <a:moveTo>
                  <a:pt x="1077144" y="0"/>
                </a:moveTo>
                <a:lnTo>
                  <a:pt x="1476529" y="1556287"/>
                </a:lnTo>
                <a:lnTo>
                  <a:pt x="0" y="102730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3"/>
          <p:cNvSpPr/>
          <p:nvPr/>
        </p:nvSpPr>
        <p:spPr>
          <a:xfrm>
            <a:off x="1077144" y="0"/>
            <a:ext cx="1955716" cy="1169608"/>
          </a:xfrm>
          <a:custGeom>
            <a:avLst/>
            <a:gdLst/>
            <a:ahLst/>
            <a:cxnLst/>
            <a:rect l="0" t="0" r="r" b="b"/>
            <a:pathLst>
              <a:path w="1955716" h="1169608">
                <a:moveTo>
                  <a:pt x="0" y="0"/>
                </a:moveTo>
                <a:lnTo>
                  <a:pt x="1955716" y="0"/>
                </a:lnTo>
                <a:lnTo>
                  <a:pt x="1712595" y="116960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4"/>
          <p:cNvSpPr/>
          <p:nvPr/>
        </p:nvSpPr>
        <p:spPr>
          <a:xfrm>
            <a:off x="1077144" y="0"/>
            <a:ext cx="1712595" cy="1556287"/>
          </a:xfrm>
          <a:custGeom>
            <a:avLst/>
            <a:gdLst/>
            <a:ahLst/>
            <a:cxnLst/>
            <a:rect l="0" t="0" r="r" b="b"/>
            <a:pathLst>
              <a:path w="1712595" h="1556287">
                <a:moveTo>
                  <a:pt x="0" y="0"/>
                </a:moveTo>
                <a:lnTo>
                  <a:pt x="1712595" y="1169608"/>
                </a:lnTo>
                <a:lnTo>
                  <a:pt x="399385" y="155628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5"/>
          <p:cNvSpPr/>
          <p:nvPr/>
        </p:nvSpPr>
        <p:spPr>
          <a:xfrm>
            <a:off x="2789738" y="0"/>
            <a:ext cx="944266" cy="1169608"/>
          </a:xfrm>
          <a:custGeom>
            <a:avLst/>
            <a:gdLst/>
            <a:ahLst/>
            <a:cxnLst/>
            <a:rect l="0" t="0" r="r" b="b"/>
            <a:pathLst>
              <a:path w="944266" h="1169608">
                <a:moveTo>
                  <a:pt x="243121" y="0"/>
                </a:moveTo>
                <a:lnTo>
                  <a:pt x="944266" y="0"/>
                </a:lnTo>
                <a:lnTo>
                  <a:pt x="0" y="116960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6"/>
          <p:cNvSpPr/>
          <p:nvPr/>
        </p:nvSpPr>
        <p:spPr>
          <a:xfrm>
            <a:off x="2789738" y="0"/>
            <a:ext cx="1677567" cy="1172958"/>
          </a:xfrm>
          <a:custGeom>
            <a:avLst/>
            <a:gdLst/>
            <a:ahLst/>
            <a:cxnLst/>
            <a:rect l="0" t="0" r="r" b="b"/>
            <a:pathLst>
              <a:path w="1677567" h="1172958">
                <a:moveTo>
                  <a:pt x="944266" y="0"/>
                </a:moveTo>
                <a:lnTo>
                  <a:pt x="1677567" y="1172958"/>
                </a:lnTo>
                <a:lnTo>
                  <a:pt x="0" y="116960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7"/>
          <p:cNvSpPr/>
          <p:nvPr/>
        </p:nvSpPr>
        <p:spPr>
          <a:xfrm>
            <a:off x="3734004" y="0"/>
            <a:ext cx="1980978" cy="1504018"/>
          </a:xfrm>
          <a:custGeom>
            <a:avLst/>
            <a:gdLst/>
            <a:ahLst/>
            <a:cxnLst/>
            <a:rect l="0" t="0" r="r" b="b"/>
            <a:pathLst>
              <a:path w="1980978" h="1504018">
                <a:moveTo>
                  <a:pt x="0" y="0"/>
                </a:moveTo>
                <a:lnTo>
                  <a:pt x="1980978" y="0"/>
                </a:lnTo>
                <a:lnTo>
                  <a:pt x="1896782" y="150401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8"/>
          <p:cNvSpPr/>
          <p:nvPr/>
        </p:nvSpPr>
        <p:spPr>
          <a:xfrm>
            <a:off x="3734004" y="0"/>
            <a:ext cx="1896782" cy="1504018"/>
          </a:xfrm>
          <a:custGeom>
            <a:avLst/>
            <a:gdLst/>
            <a:ahLst/>
            <a:cxnLst/>
            <a:rect l="0" t="0" r="r" b="b"/>
            <a:pathLst>
              <a:path w="1896782" h="1504018">
                <a:moveTo>
                  <a:pt x="0" y="0"/>
                </a:moveTo>
                <a:lnTo>
                  <a:pt x="1896782" y="1504018"/>
                </a:lnTo>
                <a:lnTo>
                  <a:pt x="733301" y="117295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9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84196" y="0"/>
                </a:moveTo>
                <a:lnTo>
                  <a:pt x="1348710" y="0"/>
                </a:lnTo>
                <a:lnTo>
                  <a:pt x="0" y="150401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0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1348710" y="0"/>
                </a:moveTo>
                <a:lnTo>
                  <a:pt x="1019973" y="1404754"/>
                </a:lnTo>
                <a:lnTo>
                  <a:pt x="0" y="150401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1"/>
          <p:cNvSpPr/>
          <p:nvPr/>
        </p:nvSpPr>
        <p:spPr>
          <a:xfrm>
            <a:off x="6979496" y="0"/>
            <a:ext cx="1514614" cy="1712552"/>
          </a:xfrm>
          <a:custGeom>
            <a:avLst/>
            <a:gdLst/>
            <a:ahLst/>
            <a:cxnLst/>
            <a:rect l="0" t="0" r="r" b="b"/>
            <a:pathLst>
              <a:path w="1514614" h="1712552">
                <a:moveTo>
                  <a:pt x="0" y="0"/>
                </a:moveTo>
                <a:lnTo>
                  <a:pt x="1322478" y="0"/>
                </a:lnTo>
                <a:lnTo>
                  <a:pt x="1514614" y="17125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2"/>
          <p:cNvSpPr/>
          <p:nvPr/>
        </p:nvSpPr>
        <p:spPr>
          <a:xfrm>
            <a:off x="6650759" y="0"/>
            <a:ext cx="1843351" cy="1712552"/>
          </a:xfrm>
          <a:custGeom>
            <a:avLst/>
            <a:gdLst/>
            <a:ahLst/>
            <a:cxnLst/>
            <a:rect l="0" t="0" r="r" b="b"/>
            <a:pathLst>
              <a:path w="1843351" h="1712552">
                <a:moveTo>
                  <a:pt x="328737" y="0"/>
                </a:moveTo>
                <a:lnTo>
                  <a:pt x="1843351" y="1712552"/>
                </a:lnTo>
                <a:lnTo>
                  <a:pt x="0" y="140475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3"/>
          <p:cNvSpPr/>
          <p:nvPr/>
        </p:nvSpPr>
        <p:spPr>
          <a:xfrm>
            <a:off x="8301974" y="0"/>
            <a:ext cx="962115" cy="1712552"/>
          </a:xfrm>
          <a:custGeom>
            <a:avLst/>
            <a:gdLst/>
            <a:ahLst/>
            <a:cxnLst/>
            <a:rect l="0" t="0" r="r" b="b"/>
            <a:pathLst>
              <a:path w="962115" h="1712552">
                <a:moveTo>
                  <a:pt x="0" y="0"/>
                </a:moveTo>
                <a:lnTo>
                  <a:pt x="962115" y="0"/>
                </a:lnTo>
                <a:lnTo>
                  <a:pt x="192135" y="17125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4"/>
          <p:cNvSpPr/>
          <p:nvPr/>
        </p:nvSpPr>
        <p:spPr>
          <a:xfrm>
            <a:off x="8494110" y="0"/>
            <a:ext cx="947406" cy="1720134"/>
          </a:xfrm>
          <a:custGeom>
            <a:avLst/>
            <a:gdLst/>
            <a:ahLst/>
            <a:cxnLst/>
            <a:rect l="0" t="0" r="r" b="b"/>
            <a:pathLst>
              <a:path w="947406" h="1720134">
                <a:moveTo>
                  <a:pt x="769980" y="0"/>
                </a:moveTo>
                <a:lnTo>
                  <a:pt x="947406" y="1720134"/>
                </a:lnTo>
                <a:lnTo>
                  <a:pt x="0" y="17125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5"/>
          <p:cNvSpPr/>
          <p:nvPr/>
        </p:nvSpPr>
        <p:spPr>
          <a:xfrm>
            <a:off x="9264089" y="0"/>
            <a:ext cx="1959634" cy="1536949"/>
          </a:xfrm>
          <a:custGeom>
            <a:avLst/>
            <a:gdLst/>
            <a:ahLst/>
            <a:cxnLst/>
            <a:rect l="0" t="0" r="r" b="b"/>
            <a:pathLst>
              <a:path w="1959634" h="1536949">
                <a:moveTo>
                  <a:pt x="0" y="0"/>
                </a:moveTo>
                <a:lnTo>
                  <a:pt x="1959634" y="0"/>
                </a:lnTo>
                <a:lnTo>
                  <a:pt x="1287511" y="153694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6"/>
          <p:cNvSpPr/>
          <p:nvPr/>
        </p:nvSpPr>
        <p:spPr>
          <a:xfrm>
            <a:off x="9264089" y="0"/>
            <a:ext cx="1287511" cy="1720134"/>
          </a:xfrm>
          <a:custGeom>
            <a:avLst/>
            <a:gdLst/>
            <a:ahLst/>
            <a:cxnLst/>
            <a:rect l="0" t="0" r="r" b="b"/>
            <a:pathLst>
              <a:path w="1287511" h="1720134">
                <a:moveTo>
                  <a:pt x="0" y="0"/>
                </a:moveTo>
                <a:lnTo>
                  <a:pt x="1287511" y="1536949"/>
                </a:lnTo>
                <a:lnTo>
                  <a:pt x="177427" y="172013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7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672123" y="0"/>
                </a:moveTo>
                <a:lnTo>
                  <a:pt x="1640400" y="0"/>
                </a:lnTo>
                <a:lnTo>
                  <a:pt x="0" y="153694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8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1640400" y="0"/>
                </a:moveTo>
                <a:lnTo>
                  <a:pt x="1640400" y="1216364"/>
                </a:lnTo>
                <a:lnTo>
                  <a:pt x="0" y="153694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19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476529" y="528978"/>
                </a:lnTo>
                <a:lnTo>
                  <a:pt x="1701315" y="1440316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0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701315" y="1440316"/>
                </a:lnTo>
                <a:lnTo>
                  <a:pt x="0" y="129440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1"/>
          <p:cNvSpPr/>
          <p:nvPr/>
        </p:nvSpPr>
        <p:spPr>
          <a:xfrm>
            <a:off x="1476529" y="1169608"/>
            <a:ext cx="1313209" cy="1298017"/>
          </a:xfrm>
          <a:custGeom>
            <a:avLst/>
            <a:gdLst/>
            <a:ahLst/>
            <a:cxnLst/>
            <a:rect l="0" t="0" r="r" b="b"/>
            <a:pathLst>
              <a:path w="1313209" h="1298017">
                <a:moveTo>
                  <a:pt x="0" y="386679"/>
                </a:moveTo>
                <a:lnTo>
                  <a:pt x="1313209" y="0"/>
                </a:lnTo>
                <a:lnTo>
                  <a:pt x="224786" y="129801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2"/>
          <p:cNvSpPr/>
          <p:nvPr/>
        </p:nvSpPr>
        <p:spPr>
          <a:xfrm>
            <a:off x="1701315" y="1169608"/>
            <a:ext cx="1088423" cy="1568081"/>
          </a:xfrm>
          <a:custGeom>
            <a:avLst/>
            <a:gdLst/>
            <a:ahLst/>
            <a:cxnLst/>
            <a:rect l="0" t="0" r="r" b="b"/>
            <a:pathLst>
              <a:path w="1088423" h="1568081">
                <a:moveTo>
                  <a:pt x="1088423" y="0"/>
                </a:moveTo>
                <a:lnTo>
                  <a:pt x="1032297" y="1568081"/>
                </a:lnTo>
                <a:lnTo>
                  <a:pt x="0" y="129801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3"/>
          <p:cNvSpPr/>
          <p:nvPr/>
        </p:nvSpPr>
        <p:spPr>
          <a:xfrm>
            <a:off x="2789738" y="1169608"/>
            <a:ext cx="1677567" cy="1885321"/>
          </a:xfrm>
          <a:custGeom>
            <a:avLst/>
            <a:gdLst/>
            <a:ahLst/>
            <a:cxnLst/>
            <a:rect l="0" t="0" r="r" b="b"/>
            <a:pathLst>
              <a:path w="1677567" h="1885321">
                <a:moveTo>
                  <a:pt x="0" y="0"/>
                </a:moveTo>
                <a:lnTo>
                  <a:pt x="1677567" y="3351"/>
                </a:lnTo>
                <a:lnTo>
                  <a:pt x="882520" y="188532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4"/>
          <p:cNvSpPr/>
          <p:nvPr/>
        </p:nvSpPr>
        <p:spPr>
          <a:xfrm>
            <a:off x="2733612" y="1169608"/>
            <a:ext cx="938646" cy="1885321"/>
          </a:xfrm>
          <a:custGeom>
            <a:avLst/>
            <a:gdLst/>
            <a:ahLst/>
            <a:cxnLst/>
            <a:rect l="0" t="0" r="r" b="b"/>
            <a:pathLst>
              <a:path w="938646" h="1885321">
                <a:moveTo>
                  <a:pt x="56126" y="0"/>
                </a:moveTo>
                <a:lnTo>
                  <a:pt x="938646" y="1885321"/>
                </a:lnTo>
                <a:lnTo>
                  <a:pt x="0" y="156808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5"/>
          <p:cNvSpPr/>
          <p:nvPr/>
        </p:nvSpPr>
        <p:spPr>
          <a:xfrm>
            <a:off x="3672258" y="1172958"/>
            <a:ext cx="1958528" cy="1881970"/>
          </a:xfrm>
          <a:custGeom>
            <a:avLst/>
            <a:gdLst/>
            <a:ahLst/>
            <a:cxnLst/>
            <a:rect l="0" t="0" r="r" b="b"/>
            <a:pathLst>
              <a:path w="1958528" h="1881970">
                <a:moveTo>
                  <a:pt x="795047" y="0"/>
                </a:moveTo>
                <a:lnTo>
                  <a:pt x="1958528" y="331059"/>
                </a:lnTo>
                <a:lnTo>
                  <a:pt x="0" y="188197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6"/>
          <p:cNvSpPr/>
          <p:nvPr/>
        </p:nvSpPr>
        <p:spPr>
          <a:xfrm>
            <a:off x="3672258" y="1504018"/>
            <a:ext cx="1958528" cy="1550911"/>
          </a:xfrm>
          <a:custGeom>
            <a:avLst/>
            <a:gdLst/>
            <a:ahLst/>
            <a:cxnLst/>
            <a:rect l="0" t="0" r="r" b="b"/>
            <a:pathLst>
              <a:path w="1958528" h="1550911">
                <a:moveTo>
                  <a:pt x="1958528" y="0"/>
                </a:moveTo>
                <a:lnTo>
                  <a:pt x="1934074" y="956390"/>
                </a:lnTo>
                <a:lnTo>
                  <a:pt x="0" y="1550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7"/>
          <p:cNvSpPr/>
          <p:nvPr/>
        </p:nvSpPr>
        <p:spPr>
          <a:xfrm>
            <a:off x="5630786" y="1404754"/>
            <a:ext cx="1019973" cy="1328000"/>
          </a:xfrm>
          <a:custGeom>
            <a:avLst/>
            <a:gdLst/>
            <a:ahLst/>
            <a:cxnLst/>
            <a:rect l="0" t="0" r="r" b="b"/>
            <a:pathLst>
              <a:path w="1019973" h="1328000">
                <a:moveTo>
                  <a:pt x="0" y="99264"/>
                </a:moveTo>
                <a:lnTo>
                  <a:pt x="1019973" y="0"/>
                </a:lnTo>
                <a:lnTo>
                  <a:pt x="744905" y="1328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8"/>
          <p:cNvSpPr/>
          <p:nvPr/>
        </p:nvSpPr>
        <p:spPr>
          <a:xfrm>
            <a:off x="5606333" y="1504018"/>
            <a:ext cx="769359" cy="1228736"/>
          </a:xfrm>
          <a:custGeom>
            <a:avLst/>
            <a:gdLst/>
            <a:ahLst/>
            <a:cxnLst/>
            <a:rect l="0" t="0" r="r" b="b"/>
            <a:pathLst>
              <a:path w="769359" h="1228736">
                <a:moveTo>
                  <a:pt x="24454" y="0"/>
                </a:moveTo>
                <a:lnTo>
                  <a:pt x="769359" y="1228736"/>
                </a:lnTo>
                <a:lnTo>
                  <a:pt x="0" y="95639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29"/>
          <p:cNvSpPr/>
          <p:nvPr/>
        </p:nvSpPr>
        <p:spPr>
          <a:xfrm>
            <a:off x="6375692" y="1404754"/>
            <a:ext cx="2118418" cy="1328000"/>
          </a:xfrm>
          <a:custGeom>
            <a:avLst/>
            <a:gdLst/>
            <a:ahLst/>
            <a:cxnLst/>
            <a:rect l="0" t="0" r="r" b="b"/>
            <a:pathLst>
              <a:path w="2118418" h="1328000">
                <a:moveTo>
                  <a:pt x="275067" y="0"/>
                </a:moveTo>
                <a:lnTo>
                  <a:pt x="2118418" y="307799"/>
                </a:lnTo>
                <a:lnTo>
                  <a:pt x="0" y="1328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0"/>
          <p:cNvSpPr/>
          <p:nvPr/>
        </p:nvSpPr>
        <p:spPr>
          <a:xfrm>
            <a:off x="6375692" y="1712552"/>
            <a:ext cx="2118418" cy="1178693"/>
          </a:xfrm>
          <a:custGeom>
            <a:avLst/>
            <a:gdLst/>
            <a:ahLst/>
            <a:cxnLst/>
            <a:rect l="0" t="0" r="r" b="b"/>
            <a:pathLst>
              <a:path w="2118418" h="1178693">
                <a:moveTo>
                  <a:pt x="2118418" y="0"/>
                </a:moveTo>
                <a:lnTo>
                  <a:pt x="1577009" y="1178693"/>
                </a:lnTo>
                <a:lnTo>
                  <a:pt x="0" y="102020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1"/>
          <p:cNvSpPr/>
          <p:nvPr/>
        </p:nvSpPr>
        <p:spPr>
          <a:xfrm>
            <a:off x="8494110" y="1712552"/>
            <a:ext cx="947406" cy="1080407"/>
          </a:xfrm>
          <a:custGeom>
            <a:avLst/>
            <a:gdLst/>
            <a:ahLst/>
            <a:cxnLst/>
            <a:rect l="0" t="0" r="r" b="b"/>
            <a:pathLst>
              <a:path w="947406" h="1080407">
                <a:moveTo>
                  <a:pt x="0" y="0"/>
                </a:moveTo>
                <a:lnTo>
                  <a:pt x="947406" y="7582"/>
                </a:lnTo>
                <a:lnTo>
                  <a:pt x="797093" y="108040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2"/>
          <p:cNvSpPr/>
          <p:nvPr/>
        </p:nvSpPr>
        <p:spPr>
          <a:xfrm>
            <a:off x="7952701" y="1712552"/>
            <a:ext cx="1338501" cy="1178693"/>
          </a:xfrm>
          <a:custGeom>
            <a:avLst/>
            <a:gdLst/>
            <a:ahLst/>
            <a:cxnLst/>
            <a:rect l="0" t="0" r="r" b="b"/>
            <a:pathLst>
              <a:path w="1338501" h="1178693">
                <a:moveTo>
                  <a:pt x="541409" y="0"/>
                </a:moveTo>
                <a:lnTo>
                  <a:pt x="1338501" y="1080407"/>
                </a:lnTo>
                <a:lnTo>
                  <a:pt x="0" y="117869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3"/>
          <p:cNvSpPr/>
          <p:nvPr/>
        </p:nvSpPr>
        <p:spPr>
          <a:xfrm>
            <a:off x="9291202" y="1536949"/>
            <a:ext cx="1260398" cy="1256010"/>
          </a:xfrm>
          <a:custGeom>
            <a:avLst/>
            <a:gdLst/>
            <a:ahLst/>
            <a:cxnLst/>
            <a:rect l="0" t="0" r="r" b="b"/>
            <a:pathLst>
              <a:path w="1260398" h="1256010">
                <a:moveTo>
                  <a:pt x="150314" y="183185"/>
                </a:moveTo>
                <a:lnTo>
                  <a:pt x="1260398" y="0"/>
                </a:lnTo>
                <a:lnTo>
                  <a:pt x="0" y="12560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4"/>
          <p:cNvSpPr/>
          <p:nvPr/>
        </p:nvSpPr>
        <p:spPr>
          <a:xfrm>
            <a:off x="9291202" y="1536949"/>
            <a:ext cx="1967171" cy="1269568"/>
          </a:xfrm>
          <a:custGeom>
            <a:avLst/>
            <a:gdLst/>
            <a:ahLst/>
            <a:cxnLst/>
            <a:rect l="0" t="0" r="r" b="b"/>
            <a:pathLst>
              <a:path w="1967171" h="1269568">
                <a:moveTo>
                  <a:pt x="1260398" y="0"/>
                </a:moveTo>
                <a:lnTo>
                  <a:pt x="1967171" y="1269568"/>
                </a:lnTo>
                <a:lnTo>
                  <a:pt x="0" y="12560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5"/>
          <p:cNvSpPr/>
          <p:nvPr/>
        </p:nvSpPr>
        <p:spPr>
          <a:xfrm>
            <a:off x="10551600" y="1216364"/>
            <a:ext cx="1640400" cy="1209839"/>
          </a:xfrm>
          <a:custGeom>
            <a:avLst/>
            <a:gdLst/>
            <a:ahLst/>
            <a:cxnLst/>
            <a:rect l="0" t="0" r="r" b="b"/>
            <a:pathLst>
              <a:path w="1640400" h="1209839">
                <a:moveTo>
                  <a:pt x="0" y="320585"/>
                </a:moveTo>
                <a:lnTo>
                  <a:pt x="1640400" y="0"/>
                </a:lnTo>
                <a:lnTo>
                  <a:pt x="1640400" y="120983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6"/>
          <p:cNvSpPr/>
          <p:nvPr/>
        </p:nvSpPr>
        <p:spPr>
          <a:xfrm>
            <a:off x="10551600" y="1536949"/>
            <a:ext cx="1640400" cy="1269568"/>
          </a:xfrm>
          <a:custGeom>
            <a:avLst/>
            <a:gdLst/>
            <a:ahLst/>
            <a:cxnLst/>
            <a:rect l="0" t="0" r="r" b="b"/>
            <a:pathLst>
              <a:path w="1640400" h="1269568">
                <a:moveTo>
                  <a:pt x="0" y="0"/>
                </a:moveTo>
                <a:lnTo>
                  <a:pt x="1640400" y="889254"/>
                </a:lnTo>
                <a:lnTo>
                  <a:pt x="706773" y="1269568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7"/>
          <p:cNvSpPr/>
          <p:nvPr/>
        </p:nvSpPr>
        <p:spPr>
          <a:xfrm>
            <a:off x="0" y="2321714"/>
            <a:ext cx="1701315" cy="1809445"/>
          </a:xfrm>
          <a:custGeom>
            <a:avLst/>
            <a:gdLst/>
            <a:ahLst/>
            <a:cxnLst/>
            <a:rect l="0" t="0" r="r" b="b"/>
            <a:pathLst>
              <a:path w="1701315" h="1809445">
                <a:moveTo>
                  <a:pt x="0" y="0"/>
                </a:moveTo>
                <a:lnTo>
                  <a:pt x="1701315" y="145911"/>
                </a:lnTo>
                <a:lnTo>
                  <a:pt x="0" y="180944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8"/>
          <p:cNvSpPr/>
          <p:nvPr/>
        </p:nvSpPr>
        <p:spPr>
          <a:xfrm>
            <a:off x="0" y="2467625"/>
            <a:ext cx="1701315" cy="1681462"/>
          </a:xfrm>
          <a:custGeom>
            <a:avLst/>
            <a:gdLst/>
            <a:ahLst/>
            <a:cxnLst/>
            <a:rect l="0" t="0" r="r" b="b"/>
            <a:pathLst>
              <a:path w="1701315" h="1681462">
                <a:moveTo>
                  <a:pt x="1701315" y="0"/>
                </a:moveTo>
                <a:lnTo>
                  <a:pt x="1193767" y="1681462"/>
                </a:lnTo>
                <a:lnTo>
                  <a:pt x="0" y="166353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39"/>
          <p:cNvSpPr/>
          <p:nvPr/>
        </p:nvSpPr>
        <p:spPr>
          <a:xfrm>
            <a:off x="1701315" y="2467625"/>
            <a:ext cx="1284137" cy="1719054"/>
          </a:xfrm>
          <a:custGeom>
            <a:avLst/>
            <a:gdLst/>
            <a:ahLst/>
            <a:cxnLst/>
            <a:rect l="0" t="0" r="r" b="b"/>
            <a:pathLst>
              <a:path w="1284137" h="1719054">
                <a:moveTo>
                  <a:pt x="0" y="0"/>
                </a:moveTo>
                <a:lnTo>
                  <a:pt x="1032297" y="270064"/>
                </a:lnTo>
                <a:lnTo>
                  <a:pt x="1284137" y="171905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0"/>
          <p:cNvSpPr/>
          <p:nvPr/>
        </p:nvSpPr>
        <p:spPr>
          <a:xfrm>
            <a:off x="1193767" y="2467625"/>
            <a:ext cx="1791686" cy="1719054"/>
          </a:xfrm>
          <a:custGeom>
            <a:avLst/>
            <a:gdLst/>
            <a:ahLst/>
            <a:cxnLst/>
            <a:rect l="0" t="0" r="r" b="b"/>
            <a:pathLst>
              <a:path w="1791686" h="1719054">
                <a:moveTo>
                  <a:pt x="507548" y="0"/>
                </a:moveTo>
                <a:lnTo>
                  <a:pt x="1791686" y="1719054"/>
                </a:lnTo>
                <a:lnTo>
                  <a:pt x="0" y="168146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1"/>
          <p:cNvSpPr/>
          <p:nvPr/>
        </p:nvSpPr>
        <p:spPr>
          <a:xfrm>
            <a:off x="2733612" y="2737689"/>
            <a:ext cx="938646" cy="1448990"/>
          </a:xfrm>
          <a:custGeom>
            <a:avLst/>
            <a:gdLst/>
            <a:ahLst/>
            <a:cxnLst/>
            <a:rect l="0" t="0" r="r" b="b"/>
            <a:pathLst>
              <a:path w="938646" h="1448990">
                <a:moveTo>
                  <a:pt x="0" y="0"/>
                </a:moveTo>
                <a:lnTo>
                  <a:pt x="938646" y="317240"/>
                </a:lnTo>
                <a:lnTo>
                  <a:pt x="251840" y="144899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2"/>
          <p:cNvSpPr/>
          <p:nvPr/>
        </p:nvSpPr>
        <p:spPr>
          <a:xfrm>
            <a:off x="2985452" y="3054929"/>
            <a:ext cx="1183279" cy="1131750"/>
          </a:xfrm>
          <a:custGeom>
            <a:avLst/>
            <a:gdLst/>
            <a:ahLst/>
            <a:cxnLst/>
            <a:rect l="0" t="0" r="r" b="b"/>
            <a:pathLst>
              <a:path w="1183279" h="1131750">
                <a:moveTo>
                  <a:pt x="686806" y="0"/>
                </a:moveTo>
                <a:lnTo>
                  <a:pt x="1183279" y="1091145"/>
                </a:lnTo>
                <a:lnTo>
                  <a:pt x="0" y="113175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3"/>
          <p:cNvSpPr/>
          <p:nvPr/>
        </p:nvSpPr>
        <p:spPr>
          <a:xfrm>
            <a:off x="3672258" y="2460407"/>
            <a:ext cx="1934074" cy="1651441"/>
          </a:xfrm>
          <a:custGeom>
            <a:avLst/>
            <a:gdLst/>
            <a:ahLst/>
            <a:cxnLst/>
            <a:rect l="0" t="0" r="r" b="b"/>
            <a:pathLst>
              <a:path w="1934074" h="1651441">
                <a:moveTo>
                  <a:pt x="0" y="594522"/>
                </a:moveTo>
                <a:lnTo>
                  <a:pt x="1934074" y="0"/>
                </a:lnTo>
                <a:lnTo>
                  <a:pt x="1890662" y="165144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4"/>
          <p:cNvSpPr/>
          <p:nvPr/>
        </p:nvSpPr>
        <p:spPr>
          <a:xfrm>
            <a:off x="3672258" y="3054929"/>
            <a:ext cx="1890662" cy="1091145"/>
          </a:xfrm>
          <a:custGeom>
            <a:avLst/>
            <a:gdLst/>
            <a:ahLst/>
            <a:cxnLst/>
            <a:rect l="0" t="0" r="r" b="b"/>
            <a:pathLst>
              <a:path w="1890662" h="1091145">
                <a:moveTo>
                  <a:pt x="0" y="0"/>
                </a:moveTo>
                <a:lnTo>
                  <a:pt x="1890662" y="1056919"/>
                </a:lnTo>
                <a:lnTo>
                  <a:pt x="496473" y="109114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5"/>
          <p:cNvSpPr/>
          <p:nvPr/>
        </p:nvSpPr>
        <p:spPr>
          <a:xfrm>
            <a:off x="5562921" y="2460407"/>
            <a:ext cx="812771" cy="1651441"/>
          </a:xfrm>
          <a:custGeom>
            <a:avLst/>
            <a:gdLst/>
            <a:ahLst/>
            <a:cxnLst/>
            <a:rect l="0" t="0" r="r" b="b"/>
            <a:pathLst>
              <a:path w="812771" h="1651441">
                <a:moveTo>
                  <a:pt x="43412" y="0"/>
                </a:moveTo>
                <a:lnTo>
                  <a:pt x="812771" y="272346"/>
                </a:lnTo>
                <a:lnTo>
                  <a:pt x="0" y="165144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6"/>
          <p:cNvSpPr/>
          <p:nvPr/>
        </p:nvSpPr>
        <p:spPr>
          <a:xfrm>
            <a:off x="5562921" y="2732754"/>
            <a:ext cx="915408" cy="1782810"/>
          </a:xfrm>
          <a:custGeom>
            <a:avLst/>
            <a:gdLst/>
            <a:ahLst/>
            <a:cxnLst/>
            <a:rect l="0" t="0" r="r" b="b"/>
            <a:pathLst>
              <a:path w="915408" h="1782810">
                <a:moveTo>
                  <a:pt x="812771" y="0"/>
                </a:moveTo>
                <a:lnTo>
                  <a:pt x="915408" y="1782810"/>
                </a:lnTo>
                <a:lnTo>
                  <a:pt x="0" y="137909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7"/>
          <p:cNvSpPr/>
          <p:nvPr/>
        </p:nvSpPr>
        <p:spPr>
          <a:xfrm>
            <a:off x="6375692" y="2732754"/>
            <a:ext cx="1841582" cy="1513703"/>
          </a:xfrm>
          <a:custGeom>
            <a:avLst/>
            <a:gdLst/>
            <a:ahLst/>
            <a:cxnLst/>
            <a:rect l="0" t="0" r="r" b="b"/>
            <a:pathLst>
              <a:path w="1841582" h="1513703">
                <a:moveTo>
                  <a:pt x="0" y="0"/>
                </a:moveTo>
                <a:lnTo>
                  <a:pt x="1577009" y="158492"/>
                </a:lnTo>
                <a:lnTo>
                  <a:pt x="1841582" y="151370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8"/>
          <p:cNvSpPr/>
          <p:nvPr/>
        </p:nvSpPr>
        <p:spPr>
          <a:xfrm>
            <a:off x="6375692" y="2732754"/>
            <a:ext cx="1841582" cy="1782810"/>
          </a:xfrm>
          <a:custGeom>
            <a:avLst/>
            <a:gdLst/>
            <a:ahLst/>
            <a:cxnLst/>
            <a:rect l="0" t="0" r="r" b="b"/>
            <a:pathLst>
              <a:path w="1841582" h="1782810">
                <a:moveTo>
                  <a:pt x="0" y="0"/>
                </a:moveTo>
                <a:lnTo>
                  <a:pt x="1841582" y="1513703"/>
                </a:lnTo>
                <a:lnTo>
                  <a:pt x="102637" y="17828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49"/>
          <p:cNvSpPr/>
          <p:nvPr/>
        </p:nvSpPr>
        <p:spPr>
          <a:xfrm>
            <a:off x="7952701" y="2792959"/>
            <a:ext cx="1338501" cy="1453497"/>
          </a:xfrm>
          <a:custGeom>
            <a:avLst/>
            <a:gdLst/>
            <a:ahLst/>
            <a:cxnLst/>
            <a:rect l="0" t="0" r="r" b="b"/>
            <a:pathLst>
              <a:path w="1338501" h="1453497">
                <a:moveTo>
                  <a:pt x="0" y="98286"/>
                </a:moveTo>
                <a:lnTo>
                  <a:pt x="1338501" y="0"/>
                </a:lnTo>
                <a:lnTo>
                  <a:pt x="264573" y="14534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0"/>
          <p:cNvSpPr/>
          <p:nvPr/>
        </p:nvSpPr>
        <p:spPr>
          <a:xfrm>
            <a:off x="8217274" y="2792959"/>
            <a:ext cx="1314219" cy="1468071"/>
          </a:xfrm>
          <a:custGeom>
            <a:avLst/>
            <a:gdLst/>
            <a:ahLst/>
            <a:cxnLst/>
            <a:rect l="0" t="0" r="r" b="b"/>
            <a:pathLst>
              <a:path w="1314219" h="1468071">
                <a:moveTo>
                  <a:pt x="1073929" y="0"/>
                </a:moveTo>
                <a:lnTo>
                  <a:pt x="1314219" y="1468071"/>
                </a:lnTo>
                <a:lnTo>
                  <a:pt x="0" y="14534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1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67171" y="13557"/>
                </a:lnTo>
                <a:lnTo>
                  <a:pt x="1990624" y="171121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2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90624" y="1711215"/>
                </a:lnTo>
                <a:lnTo>
                  <a:pt x="240291" y="146807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3"/>
          <p:cNvSpPr/>
          <p:nvPr/>
        </p:nvSpPr>
        <p:spPr>
          <a:xfrm>
            <a:off x="11258373" y="2426203"/>
            <a:ext cx="933627" cy="2077971"/>
          </a:xfrm>
          <a:custGeom>
            <a:avLst/>
            <a:gdLst/>
            <a:ahLst/>
            <a:cxnLst/>
            <a:rect l="0" t="0" r="r" b="b"/>
            <a:pathLst>
              <a:path w="933627" h="2077971">
                <a:moveTo>
                  <a:pt x="0" y="380313"/>
                </a:moveTo>
                <a:lnTo>
                  <a:pt x="933627" y="0"/>
                </a:lnTo>
                <a:lnTo>
                  <a:pt x="23453" y="207797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4"/>
          <p:cNvSpPr/>
          <p:nvPr/>
        </p:nvSpPr>
        <p:spPr>
          <a:xfrm>
            <a:off x="11281826" y="2426203"/>
            <a:ext cx="910174" cy="2077971"/>
          </a:xfrm>
          <a:custGeom>
            <a:avLst/>
            <a:gdLst/>
            <a:ahLst/>
            <a:cxnLst/>
            <a:rect l="0" t="0" r="r" b="b"/>
            <a:pathLst>
              <a:path w="910174" h="2077971">
                <a:moveTo>
                  <a:pt x="910174" y="0"/>
                </a:moveTo>
                <a:lnTo>
                  <a:pt x="910174" y="1242244"/>
                </a:lnTo>
                <a:lnTo>
                  <a:pt x="0" y="207797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5"/>
          <p:cNvSpPr/>
          <p:nvPr/>
        </p:nvSpPr>
        <p:spPr>
          <a:xfrm>
            <a:off x="0" y="4131159"/>
            <a:ext cx="1193767" cy="1509930"/>
          </a:xfrm>
          <a:custGeom>
            <a:avLst/>
            <a:gdLst/>
            <a:ahLst/>
            <a:cxnLst/>
            <a:rect l="0" t="0" r="r" b="b"/>
            <a:pathLst>
              <a:path w="1193767" h="1509930">
                <a:moveTo>
                  <a:pt x="0" y="0"/>
                </a:moveTo>
                <a:lnTo>
                  <a:pt x="1193767" y="17928"/>
                </a:lnTo>
                <a:lnTo>
                  <a:pt x="981630" y="150993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6"/>
          <p:cNvSpPr/>
          <p:nvPr/>
        </p:nvSpPr>
        <p:spPr>
          <a:xfrm>
            <a:off x="0" y="4131159"/>
            <a:ext cx="981630" cy="1571393"/>
          </a:xfrm>
          <a:custGeom>
            <a:avLst/>
            <a:gdLst/>
            <a:ahLst/>
            <a:cxnLst/>
            <a:rect l="0" t="0" r="r" b="b"/>
            <a:pathLst>
              <a:path w="981630" h="1571393">
                <a:moveTo>
                  <a:pt x="0" y="0"/>
                </a:moveTo>
                <a:lnTo>
                  <a:pt x="981630" y="1509930"/>
                </a:lnTo>
                <a:lnTo>
                  <a:pt x="0" y="157139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7"/>
          <p:cNvSpPr/>
          <p:nvPr/>
        </p:nvSpPr>
        <p:spPr>
          <a:xfrm>
            <a:off x="981630" y="4149086"/>
            <a:ext cx="2003822" cy="1492002"/>
          </a:xfrm>
          <a:custGeom>
            <a:avLst/>
            <a:gdLst/>
            <a:ahLst/>
            <a:cxnLst/>
            <a:rect l="0" t="0" r="r" b="b"/>
            <a:pathLst>
              <a:path w="2003822" h="1492002">
                <a:moveTo>
                  <a:pt x="212137" y="0"/>
                </a:moveTo>
                <a:lnTo>
                  <a:pt x="2003822" y="37593"/>
                </a:lnTo>
                <a:lnTo>
                  <a:pt x="0" y="149200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8"/>
          <p:cNvSpPr/>
          <p:nvPr/>
        </p:nvSpPr>
        <p:spPr>
          <a:xfrm>
            <a:off x="981630" y="4186679"/>
            <a:ext cx="2003822" cy="1742597"/>
          </a:xfrm>
          <a:custGeom>
            <a:avLst/>
            <a:gdLst/>
            <a:ahLst/>
            <a:cxnLst/>
            <a:rect l="0" t="0" r="r" b="b"/>
            <a:pathLst>
              <a:path w="2003822" h="1742597">
                <a:moveTo>
                  <a:pt x="2003822" y="0"/>
                </a:moveTo>
                <a:lnTo>
                  <a:pt x="1856759" y="1742597"/>
                </a:lnTo>
                <a:lnTo>
                  <a:pt x="0" y="145441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59"/>
          <p:cNvSpPr/>
          <p:nvPr/>
        </p:nvSpPr>
        <p:spPr>
          <a:xfrm>
            <a:off x="2985452" y="4146074"/>
            <a:ext cx="1294578" cy="1717926"/>
          </a:xfrm>
          <a:custGeom>
            <a:avLst/>
            <a:gdLst/>
            <a:ahLst/>
            <a:cxnLst/>
            <a:rect l="0" t="0" r="r" b="b"/>
            <a:pathLst>
              <a:path w="1294578" h="1717926">
                <a:moveTo>
                  <a:pt x="0" y="40605"/>
                </a:moveTo>
                <a:lnTo>
                  <a:pt x="1183279" y="0"/>
                </a:lnTo>
                <a:lnTo>
                  <a:pt x="1294578" y="1717926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0"/>
          <p:cNvSpPr/>
          <p:nvPr/>
        </p:nvSpPr>
        <p:spPr>
          <a:xfrm>
            <a:off x="2838389" y="4186679"/>
            <a:ext cx="1441641" cy="1742597"/>
          </a:xfrm>
          <a:custGeom>
            <a:avLst/>
            <a:gdLst/>
            <a:ahLst/>
            <a:cxnLst/>
            <a:rect l="0" t="0" r="r" b="b"/>
            <a:pathLst>
              <a:path w="1441641" h="1742597">
                <a:moveTo>
                  <a:pt x="147063" y="0"/>
                </a:moveTo>
                <a:lnTo>
                  <a:pt x="1441641" y="1677321"/>
                </a:lnTo>
                <a:lnTo>
                  <a:pt x="0" y="17425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1"/>
          <p:cNvSpPr/>
          <p:nvPr/>
        </p:nvSpPr>
        <p:spPr>
          <a:xfrm>
            <a:off x="4168731" y="4111848"/>
            <a:ext cx="1394189" cy="1752152"/>
          </a:xfrm>
          <a:custGeom>
            <a:avLst/>
            <a:gdLst/>
            <a:ahLst/>
            <a:cxnLst/>
            <a:rect l="0" t="0" r="r" b="b"/>
            <a:pathLst>
              <a:path w="1394189" h="1752152">
                <a:moveTo>
                  <a:pt x="0" y="34226"/>
                </a:moveTo>
                <a:lnTo>
                  <a:pt x="1394189" y="0"/>
                </a:lnTo>
                <a:lnTo>
                  <a:pt x="111299" y="17521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2"/>
          <p:cNvSpPr/>
          <p:nvPr/>
        </p:nvSpPr>
        <p:spPr>
          <a:xfrm>
            <a:off x="4280030" y="4111848"/>
            <a:ext cx="1409943" cy="1752152"/>
          </a:xfrm>
          <a:custGeom>
            <a:avLst/>
            <a:gdLst/>
            <a:ahLst/>
            <a:cxnLst/>
            <a:rect l="0" t="0" r="r" b="b"/>
            <a:pathLst>
              <a:path w="1409943" h="1752152">
                <a:moveTo>
                  <a:pt x="1282891" y="0"/>
                </a:moveTo>
                <a:lnTo>
                  <a:pt x="1409943" y="1124840"/>
                </a:lnTo>
                <a:lnTo>
                  <a:pt x="0" y="175215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3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915408" y="403715"/>
                </a:lnTo>
                <a:lnTo>
                  <a:pt x="1381862" y="180094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4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1381862" y="1800947"/>
                </a:lnTo>
                <a:lnTo>
                  <a:pt x="127052" y="112484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5"/>
          <p:cNvSpPr/>
          <p:nvPr/>
        </p:nvSpPr>
        <p:spPr>
          <a:xfrm>
            <a:off x="6478329" y="4246457"/>
            <a:ext cx="1738945" cy="1666339"/>
          </a:xfrm>
          <a:custGeom>
            <a:avLst/>
            <a:gdLst/>
            <a:ahLst/>
            <a:cxnLst/>
            <a:rect l="0" t="0" r="r" b="b"/>
            <a:pathLst>
              <a:path w="1738945" h="1666339">
                <a:moveTo>
                  <a:pt x="0" y="269107"/>
                </a:moveTo>
                <a:lnTo>
                  <a:pt x="1738945" y="0"/>
                </a:lnTo>
                <a:lnTo>
                  <a:pt x="466454" y="166633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6"/>
          <p:cNvSpPr/>
          <p:nvPr/>
        </p:nvSpPr>
        <p:spPr>
          <a:xfrm>
            <a:off x="6944783" y="4246457"/>
            <a:ext cx="1272491" cy="1666339"/>
          </a:xfrm>
          <a:custGeom>
            <a:avLst/>
            <a:gdLst/>
            <a:ahLst/>
            <a:cxnLst/>
            <a:rect l="0" t="0" r="r" b="b"/>
            <a:pathLst>
              <a:path w="1272491" h="1666339">
                <a:moveTo>
                  <a:pt x="1272491" y="0"/>
                </a:moveTo>
                <a:lnTo>
                  <a:pt x="835669" y="1651809"/>
                </a:lnTo>
                <a:lnTo>
                  <a:pt x="0" y="166633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7"/>
          <p:cNvSpPr/>
          <p:nvPr/>
        </p:nvSpPr>
        <p:spPr>
          <a:xfrm>
            <a:off x="8217274" y="4246457"/>
            <a:ext cx="1436179" cy="1513384"/>
          </a:xfrm>
          <a:custGeom>
            <a:avLst/>
            <a:gdLst/>
            <a:ahLst/>
            <a:cxnLst/>
            <a:rect l="0" t="0" r="r" b="b"/>
            <a:pathLst>
              <a:path w="1436179" h="1513384">
                <a:moveTo>
                  <a:pt x="0" y="0"/>
                </a:moveTo>
                <a:lnTo>
                  <a:pt x="1314219" y="14573"/>
                </a:lnTo>
                <a:lnTo>
                  <a:pt x="1436179" y="151338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8"/>
          <p:cNvSpPr/>
          <p:nvPr/>
        </p:nvSpPr>
        <p:spPr>
          <a:xfrm>
            <a:off x="7780452" y="4246457"/>
            <a:ext cx="1873000" cy="1651809"/>
          </a:xfrm>
          <a:custGeom>
            <a:avLst/>
            <a:gdLst/>
            <a:ahLst/>
            <a:cxnLst/>
            <a:rect l="0" t="0" r="r" b="b"/>
            <a:pathLst>
              <a:path w="1873000" h="1651809">
                <a:moveTo>
                  <a:pt x="436821" y="0"/>
                </a:moveTo>
                <a:lnTo>
                  <a:pt x="1873000" y="1513384"/>
                </a:lnTo>
                <a:lnTo>
                  <a:pt x="0" y="165180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69"/>
          <p:cNvSpPr/>
          <p:nvPr/>
        </p:nvSpPr>
        <p:spPr>
          <a:xfrm>
            <a:off x="9531493" y="4261030"/>
            <a:ext cx="1750333" cy="1498811"/>
          </a:xfrm>
          <a:custGeom>
            <a:avLst/>
            <a:gdLst/>
            <a:ahLst/>
            <a:cxnLst/>
            <a:rect l="0" t="0" r="r" b="b"/>
            <a:pathLst>
              <a:path w="1750333" h="1498811">
                <a:moveTo>
                  <a:pt x="0" y="0"/>
                </a:moveTo>
                <a:lnTo>
                  <a:pt x="1750333" y="243144"/>
                </a:lnTo>
                <a:lnTo>
                  <a:pt x="121960" y="14988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0"/>
          <p:cNvSpPr/>
          <p:nvPr/>
        </p:nvSpPr>
        <p:spPr>
          <a:xfrm>
            <a:off x="9653453" y="4504174"/>
            <a:ext cx="1628373" cy="1255666"/>
          </a:xfrm>
          <a:custGeom>
            <a:avLst/>
            <a:gdLst/>
            <a:ahLst/>
            <a:cxnLst/>
            <a:rect l="0" t="0" r="r" b="b"/>
            <a:pathLst>
              <a:path w="1628373" h="1255666">
                <a:moveTo>
                  <a:pt x="1628373" y="0"/>
                </a:moveTo>
                <a:lnTo>
                  <a:pt x="1041963" y="1233229"/>
                </a:lnTo>
                <a:lnTo>
                  <a:pt x="0" y="1255666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1"/>
          <p:cNvSpPr/>
          <p:nvPr/>
        </p:nvSpPr>
        <p:spPr>
          <a:xfrm>
            <a:off x="11281826" y="3668447"/>
            <a:ext cx="910174" cy="1652653"/>
          </a:xfrm>
          <a:custGeom>
            <a:avLst/>
            <a:gdLst/>
            <a:ahLst/>
            <a:cxnLst/>
            <a:rect l="0" t="0" r="r" b="b"/>
            <a:pathLst>
              <a:path w="910174" h="1652653">
                <a:moveTo>
                  <a:pt x="0" y="835728"/>
                </a:moveTo>
                <a:lnTo>
                  <a:pt x="910174" y="0"/>
                </a:lnTo>
                <a:lnTo>
                  <a:pt x="910174" y="1652653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2"/>
          <p:cNvSpPr/>
          <p:nvPr/>
        </p:nvSpPr>
        <p:spPr>
          <a:xfrm>
            <a:off x="10695416" y="4504174"/>
            <a:ext cx="1496584" cy="1233229"/>
          </a:xfrm>
          <a:custGeom>
            <a:avLst/>
            <a:gdLst/>
            <a:ahLst/>
            <a:cxnLst/>
            <a:rect l="0" t="0" r="r" b="b"/>
            <a:pathLst>
              <a:path w="1496584" h="1233229">
                <a:moveTo>
                  <a:pt x="586411" y="0"/>
                </a:moveTo>
                <a:lnTo>
                  <a:pt x="1496584" y="816925"/>
                </a:lnTo>
                <a:lnTo>
                  <a:pt x="0" y="123322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3"/>
          <p:cNvSpPr/>
          <p:nvPr/>
        </p:nvSpPr>
        <p:spPr>
          <a:xfrm>
            <a:off x="0" y="5641089"/>
            <a:ext cx="981630" cy="1216911"/>
          </a:xfrm>
          <a:custGeom>
            <a:avLst/>
            <a:gdLst/>
            <a:ahLst/>
            <a:cxnLst/>
            <a:rect l="0" t="0" r="r" b="b"/>
            <a:pathLst>
              <a:path w="981630" h="1216911">
                <a:moveTo>
                  <a:pt x="0" y="61463"/>
                </a:moveTo>
                <a:lnTo>
                  <a:pt x="981630" y="0"/>
                </a:lnTo>
                <a:lnTo>
                  <a:pt x="0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4"/>
          <p:cNvSpPr/>
          <p:nvPr/>
        </p:nvSpPr>
        <p:spPr>
          <a:xfrm>
            <a:off x="0" y="5641089"/>
            <a:ext cx="1552749" cy="1216911"/>
          </a:xfrm>
          <a:custGeom>
            <a:avLst/>
            <a:gdLst/>
            <a:ahLst/>
            <a:cxnLst/>
            <a:rect l="0" t="0" r="r" b="b"/>
            <a:pathLst>
              <a:path w="1552749" h="1216911">
                <a:moveTo>
                  <a:pt x="981630" y="0"/>
                </a:moveTo>
                <a:lnTo>
                  <a:pt x="1552749" y="1216911"/>
                </a:lnTo>
                <a:lnTo>
                  <a:pt x="0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5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1856759" y="288187"/>
                </a:lnTo>
                <a:lnTo>
                  <a:pt x="2056914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6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2056914" y="1216911"/>
                </a:lnTo>
                <a:lnTo>
                  <a:pt x="571119" y="121691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7"/>
          <p:cNvSpPr/>
          <p:nvPr/>
        </p:nvSpPr>
        <p:spPr>
          <a:xfrm>
            <a:off x="2838389" y="5864000"/>
            <a:ext cx="1441641" cy="994000"/>
          </a:xfrm>
          <a:custGeom>
            <a:avLst/>
            <a:gdLst/>
            <a:ahLst/>
            <a:cxnLst/>
            <a:rect l="0" t="0" r="r" b="b"/>
            <a:pathLst>
              <a:path w="1441641" h="994000">
                <a:moveTo>
                  <a:pt x="0" y="65276"/>
                </a:moveTo>
                <a:lnTo>
                  <a:pt x="1441641" y="0"/>
                </a:lnTo>
                <a:lnTo>
                  <a:pt x="200155" y="994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8"/>
          <p:cNvSpPr/>
          <p:nvPr/>
        </p:nvSpPr>
        <p:spPr>
          <a:xfrm>
            <a:off x="3038544" y="5864000"/>
            <a:ext cx="1241486" cy="994000"/>
          </a:xfrm>
          <a:custGeom>
            <a:avLst/>
            <a:gdLst/>
            <a:ahLst/>
            <a:cxnLst/>
            <a:rect l="0" t="0" r="r" b="b"/>
            <a:pathLst>
              <a:path w="1241486" h="994000">
                <a:moveTo>
                  <a:pt x="1241486" y="0"/>
                </a:moveTo>
                <a:lnTo>
                  <a:pt x="628813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79"/>
          <p:cNvSpPr/>
          <p:nvPr/>
        </p:nvSpPr>
        <p:spPr>
          <a:xfrm>
            <a:off x="4280030" y="5236688"/>
            <a:ext cx="1409943" cy="1621312"/>
          </a:xfrm>
          <a:custGeom>
            <a:avLst/>
            <a:gdLst/>
            <a:ahLst/>
            <a:cxnLst/>
            <a:rect l="0" t="0" r="r" b="b"/>
            <a:pathLst>
              <a:path w="1409943" h="1621312">
                <a:moveTo>
                  <a:pt x="0" y="627311"/>
                </a:moveTo>
                <a:lnTo>
                  <a:pt x="1409943" y="0"/>
                </a:lnTo>
                <a:lnTo>
                  <a:pt x="1215603" y="162131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0"/>
          <p:cNvSpPr/>
          <p:nvPr/>
        </p:nvSpPr>
        <p:spPr>
          <a:xfrm>
            <a:off x="3667357" y="5864000"/>
            <a:ext cx="1828276" cy="994000"/>
          </a:xfrm>
          <a:custGeom>
            <a:avLst/>
            <a:gdLst/>
            <a:ahLst/>
            <a:cxnLst/>
            <a:rect l="0" t="0" r="r" b="b"/>
            <a:pathLst>
              <a:path w="1828276" h="994000">
                <a:moveTo>
                  <a:pt x="612673" y="0"/>
                </a:moveTo>
                <a:lnTo>
                  <a:pt x="1828276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1"/>
          <p:cNvSpPr/>
          <p:nvPr/>
        </p:nvSpPr>
        <p:spPr>
          <a:xfrm>
            <a:off x="5495633" y="5236688"/>
            <a:ext cx="1449150" cy="1621312"/>
          </a:xfrm>
          <a:custGeom>
            <a:avLst/>
            <a:gdLst/>
            <a:ahLst/>
            <a:cxnLst/>
            <a:rect l="0" t="0" r="r" b="b"/>
            <a:pathLst>
              <a:path w="1449150" h="1621312">
                <a:moveTo>
                  <a:pt x="194340" y="0"/>
                </a:moveTo>
                <a:lnTo>
                  <a:pt x="1449150" y="676107"/>
                </a:lnTo>
                <a:lnTo>
                  <a:pt x="0" y="1621312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2"/>
          <p:cNvSpPr/>
          <p:nvPr/>
        </p:nvSpPr>
        <p:spPr>
          <a:xfrm>
            <a:off x="5495633" y="5912795"/>
            <a:ext cx="1449150" cy="945205"/>
          </a:xfrm>
          <a:custGeom>
            <a:avLst/>
            <a:gdLst/>
            <a:ahLst/>
            <a:cxnLst/>
            <a:rect l="0" t="0" r="r" b="b"/>
            <a:pathLst>
              <a:path w="1449150" h="945205">
                <a:moveTo>
                  <a:pt x="1449150" y="0"/>
                </a:moveTo>
                <a:lnTo>
                  <a:pt x="1330082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3"/>
          <p:cNvSpPr/>
          <p:nvPr/>
        </p:nvSpPr>
        <p:spPr>
          <a:xfrm>
            <a:off x="6944783" y="5898266"/>
            <a:ext cx="1017569" cy="959734"/>
          </a:xfrm>
          <a:custGeom>
            <a:avLst/>
            <a:gdLst/>
            <a:ahLst/>
            <a:cxnLst/>
            <a:rect l="0" t="0" r="r" b="b"/>
            <a:pathLst>
              <a:path w="1017569" h="959734">
                <a:moveTo>
                  <a:pt x="0" y="14529"/>
                </a:moveTo>
                <a:lnTo>
                  <a:pt x="835669" y="0"/>
                </a:lnTo>
                <a:lnTo>
                  <a:pt x="1017569" y="959734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4"/>
          <p:cNvSpPr/>
          <p:nvPr/>
        </p:nvSpPr>
        <p:spPr>
          <a:xfrm>
            <a:off x="6825715" y="5912795"/>
            <a:ext cx="1136637" cy="945205"/>
          </a:xfrm>
          <a:custGeom>
            <a:avLst/>
            <a:gdLst/>
            <a:ahLst/>
            <a:cxnLst/>
            <a:rect l="0" t="0" r="r" b="b"/>
            <a:pathLst>
              <a:path w="1136637" h="945205">
                <a:moveTo>
                  <a:pt x="119068" y="0"/>
                </a:moveTo>
                <a:lnTo>
                  <a:pt x="1136637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5"/>
          <p:cNvSpPr/>
          <p:nvPr/>
        </p:nvSpPr>
        <p:spPr>
          <a:xfrm>
            <a:off x="7780452" y="5759841"/>
            <a:ext cx="1873000" cy="1098159"/>
          </a:xfrm>
          <a:custGeom>
            <a:avLst/>
            <a:gdLst/>
            <a:ahLst/>
            <a:cxnLst/>
            <a:rect l="0" t="0" r="r" b="b"/>
            <a:pathLst>
              <a:path w="1873000" h="1098159">
                <a:moveTo>
                  <a:pt x="0" y="138425"/>
                </a:moveTo>
                <a:lnTo>
                  <a:pt x="1873000" y="0"/>
                </a:lnTo>
                <a:lnTo>
                  <a:pt x="181899" y="109815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6"/>
          <p:cNvSpPr/>
          <p:nvPr/>
        </p:nvSpPr>
        <p:spPr>
          <a:xfrm>
            <a:off x="7962352" y="5759841"/>
            <a:ext cx="1691101" cy="1098159"/>
          </a:xfrm>
          <a:custGeom>
            <a:avLst/>
            <a:gdLst/>
            <a:ahLst/>
            <a:cxnLst/>
            <a:rect l="0" t="0" r="r" b="b"/>
            <a:pathLst>
              <a:path w="1691101" h="1098159">
                <a:moveTo>
                  <a:pt x="1691101" y="0"/>
                </a:moveTo>
                <a:lnTo>
                  <a:pt x="1552046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7"/>
          <p:cNvSpPr/>
          <p:nvPr/>
        </p:nvSpPr>
        <p:spPr>
          <a:xfrm>
            <a:off x="9653453" y="5737403"/>
            <a:ext cx="1041963" cy="1120597"/>
          </a:xfrm>
          <a:custGeom>
            <a:avLst/>
            <a:gdLst/>
            <a:ahLst/>
            <a:cxnLst/>
            <a:rect l="0" t="0" r="r" b="b"/>
            <a:pathLst>
              <a:path w="1041963" h="1120597">
                <a:moveTo>
                  <a:pt x="0" y="22437"/>
                </a:moveTo>
                <a:lnTo>
                  <a:pt x="1041963" y="0"/>
                </a:lnTo>
                <a:lnTo>
                  <a:pt x="984644" y="1120597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8"/>
          <p:cNvSpPr/>
          <p:nvPr/>
        </p:nvSpPr>
        <p:spPr>
          <a:xfrm>
            <a:off x="9514398" y="5759841"/>
            <a:ext cx="1123699" cy="1098159"/>
          </a:xfrm>
          <a:custGeom>
            <a:avLst/>
            <a:gdLst/>
            <a:ahLst/>
            <a:cxnLst/>
            <a:rect l="0" t="0" r="r" b="b"/>
            <a:pathLst>
              <a:path w="1123699" h="1098159">
                <a:moveTo>
                  <a:pt x="139055" y="0"/>
                </a:moveTo>
                <a:lnTo>
                  <a:pt x="1123699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89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57318" y="416304"/>
                </a:moveTo>
                <a:lnTo>
                  <a:pt x="1553903" y="0"/>
                </a:lnTo>
                <a:lnTo>
                  <a:pt x="0" y="153690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Tło – fasetka 90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1553903" y="0"/>
                </a:moveTo>
                <a:lnTo>
                  <a:pt x="1553903" y="1536901"/>
                </a:lnTo>
                <a:lnTo>
                  <a:pt x="0" y="1536901"/>
                </a:lnTo>
                <a:close/>
              </a:path>
            </a:pathLst>
          </a:custGeom>
          <a:solidFill>
            <a:srgbClr val="FFFFFF"/>
          </a:solidFill>
          <a:ln w="1016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Tekst: Coś słodkiego dla gości. Teraz."/>
          <p:cNvSpPr txBox="1"/>
          <p:nvPr/>
        </p:nvSpPr>
        <p:spPr>
          <a:xfrm>
            <a:off x="825153" y="3062595"/>
            <a:ext cx="4769287" cy="37973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Coś słodkiego dla gości. Teraz.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94" name="Kształt"/>
          <p:cNvSpPr/>
          <p:nvPr/>
        </p:nvSpPr>
        <p:spPr>
          <a:xfrm rot="21180000">
            <a:off x="7045319" y="4500927"/>
            <a:ext cx="4318000" cy="254000"/>
          </a:xfrm>
          <a:prstGeom prst="roundRect">
            <a:avLst>
              <a:gd name="adj" fmla="val 50000"/>
            </a:avLst>
          </a:prstGeom>
          <a:solidFill>
            <a:srgbClr val="000000">
              <a:alpha val="13300"/>
            </a:srgbClr>
          </a:solidFill>
          <a:ln>
            <a:noFill/>
          </a:ln>
          <a:effectLst>
            <a:softEdge rad="114300"/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Kształt 2"/>
          <p:cNvSpPr/>
          <p:nvPr/>
        </p:nvSpPr>
        <p:spPr>
          <a:xfrm>
            <a:off x="10499573" y="4461664"/>
            <a:ext cx="567671" cy="578728"/>
          </a:xfrm>
          <a:custGeom>
            <a:avLst/>
            <a:gdLst/>
            <a:ahLst/>
            <a:cxnLst/>
            <a:rect l="0" t="0" r="r" b="b"/>
            <a:pathLst>
              <a:path w="567671" h="578728">
                <a:moveTo>
                  <a:pt x="63457" y="0"/>
                </a:moveTo>
                <a:lnTo>
                  <a:pt x="567671" y="61910"/>
                </a:lnTo>
                <a:lnTo>
                  <a:pt x="504213" y="578728"/>
                </a:lnTo>
                <a:lnTo>
                  <a:pt x="0" y="516819"/>
                </a:lnTo>
                <a:close/>
              </a:path>
            </a:pathLst>
          </a:custGeom>
          <a:solidFill>
            <a:srgbClr val="000000">
              <a:alpha val="1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Kształt 3"/>
          <p:cNvSpPr/>
          <p:nvPr/>
        </p:nvSpPr>
        <p:spPr>
          <a:xfrm>
            <a:off x="10467948" y="4860392"/>
            <a:ext cx="511952" cy="124936"/>
          </a:xfrm>
          <a:custGeom>
            <a:avLst/>
            <a:gdLst/>
            <a:ahLst/>
            <a:cxnLst/>
            <a:rect l="0" t="0" r="r" b="b"/>
            <a:pathLst>
              <a:path w="511952" h="124936">
                <a:moveTo>
                  <a:pt x="7739" y="0"/>
                </a:moveTo>
                <a:lnTo>
                  <a:pt x="511952" y="61910"/>
                </a:lnTo>
                <a:lnTo>
                  <a:pt x="504213" y="124936"/>
                </a:lnTo>
                <a:lnTo>
                  <a:pt x="0" y="63027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Kształt 4"/>
          <p:cNvSpPr/>
          <p:nvPr/>
        </p:nvSpPr>
        <p:spPr>
          <a:xfrm>
            <a:off x="10534501" y="4381389"/>
            <a:ext cx="504213" cy="117198"/>
          </a:xfrm>
          <a:custGeom>
            <a:avLst/>
            <a:gdLst/>
            <a:ahLst/>
            <a:cxnLst/>
            <a:rect l="0" t="0" r="r" b="b"/>
            <a:pathLst>
              <a:path w="504213" h="117198">
                <a:moveTo>
                  <a:pt x="0" y="0"/>
                </a:moveTo>
                <a:lnTo>
                  <a:pt x="504213" y="61910"/>
                </a:lnTo>
                <a:lnTo>
                  <a:pt x="433448" y="117198"/>
                </a:lnTo>
                <a:lnTo>
                  <a:pt x="55288" y="70765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5"/>
          <p:cNvSpPr/>
          <p:nvPr/>
        </p:nvSpPr>
        <p:spPr>
          <a:xfrm>
            <a:off x="10474139" y="4381389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60362" y="0"/>
                </a:moveTo>
                <a:lnTo>
                  <a:pt x="115650" y="70765"/>
                </a:lnTo>
                <a:lnTo>
                  <a:pt x="70765" y="436320"/>
                </a:lnTo>
                <a:lnTo>
                  <a:pt x="0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6"/>
          <p:cNvSpPr/>
          <p:nvPr/>
        </p:nvSpPr>
        <p:spPr>
          <a:xfrm>
            <a:off x="10923064" y="4443299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115650" y="0"/>
                </a:moveTo>
                <a:lnTo>
                  <a:pt x="55288" y="491608"/>
                </a:lnTo>
                <a:lnTo>
                  <a:pt x="0" y="420843"/>
                </a:lnTo>
                <a:lnTo>
                  <a:pt x="44884" y="55288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7"/>
          <p:cNvSpPr/>
          <p:nvPr/>
        </p:nvSpPr>
        <p:spPr>
          <a:xfrm>
            <a:off x="10474139" y="4817709"/>
            <a:ext cx="504213" cy="117198"/>
          </a:xfrm>
          <a:custGeom>
            <a:avLst/>
            <a:gdLst/>
            <a:ahLst/>
            <a:cxnLst/>
            <a:rect l="0" t="0" r="r" b="b"/>
            <a:pathLst>
              <a:path w="504213" h="117198">
                <a:moveTo>
                  <a:pt x="0" y="55288"/>
                </a:moveTo>
                <a:lnTo>
                  <a:pt x="70765" y="0"/>
                </a:lnTo>
                <a:lnTo>
                  <a:pt x="448925" y="46432"/>
                </a:lnTo>
                <a:lnTo>
                  <a:pt x="504213" y="11719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8"/>
          <p:cNvSpPr/>
          <p:nvPr/>
        </p:nvSpPr>
        <p:spPr>
          <a:xfrm>
            <a:off x="10544904" y="4452155"/>
            <a:ext cx="423045" cy="411987"/>
          </a:xfrm>
          <a:custGeom>
            <a:avLst/>
            <a:gdLst/>
            <a:ahLst/>
            <a:cxnLst/>
            <a:rect l="0" t="0" r="r" b="b"/>
            <a:pathLst>
              <a:path w="423045" h="411987">
                <a:moveTo>
                  <a:pt x="44884" y="0"/>
                </a:moveTo>
                <a:lnTo>
                  <a:pt x="423045" y="46432"/>
                </a:lnTo>
                <a:lnTo>
                  <a:pt x="378160" y="411987"/>
                </a:lnTo>
                <a:lnTo>
                  <a:pt x="0" y="365555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9"/>
          <p:cNvSpPr/>
          <p:nvPr/>
        </p:nvSpPr>
        <p:spPr>
          <a:xfrm>
            <a:off x="9740739" y="4619251"/>
            <a:ext cx="625457" cy="634438"/>
          </a:xfrm>
          <a:custGeom>
            <a:avLst/>
            <a:gdLst/>
            <a:ahLst/>
            <a:cxnLst/>
            <a:rect l="0" t="0" r="r" b="b"/>
            <a:pathLst>
              <a:path w="625457" h="634438">
                <a:moveTo>
                  <a:pt x="0" y="131480"/>
                </a:moveTo>
                <a:lnTo>
                  <a:pt x="490690" y="0"/>
                </a:lnTo>
                <a:lnTo>
                  <a:pt x="625457" y="502958"/>
                </a:lnTo>
                <a:lnTo>
                  <a:pt x="134767" y="634438"/>
                </a:lnTo>
                <a:close/>
              </a:path>
            </a:pathLst>
          </a:custGeom>
          <a:solidFill>
            <a:srgbClr val="000000">
              <a:alpha val="1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10"/>
          <p:cNvSpPr/>
          <p:nvPr/>
        </p:nvSpPr>
        <p:spPr>
          <a:xfrm>
            <a:off x="9809121" y="5021664"/>
            <a:ext cx="507125" cy="192816"/>
          </a:xfrm>
          <a:custGeom>
            <a:avLst/>
            <a:gdLst/>
            <a:ahLst/>
            <a:cxnLst/>
            <a:rect l="0" t="0" r="r" b="b"/>
            <a:pathLst>
              <a:path w="507125" h="192816">
                <a:moveTo>
                  <a:pt x="0" y="131480"/>
                </a:moveTo>
                <a:lnTo>
                  <a:pt x="490690" y="0"/>
                </a:lnTo>
                <a:lnTo>
                  <a:pt x="507125" y="61336"/>
                </a:lnTo>
                <a:lnTo>
                  <a:pt x="16435" y="192816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11"/>
          <p:cNvSpPr/>
          <p:nvPr/>
        </p:nvSpPr>
        <p:spPr>
          <a:xfrm>
            <a:off x="9684215" y="4555508"/>
            <a:ext cx="490690" cy="176381"/>
          </a:xfrm>
          <a:custGeom>
            <a:avLst/>
            <a:gdLst/>
            <a:ahLst/>
            <a:cxnLst/>
            <a:rect l="0" t="0" r="r" b="b"/>
            <a:pathLst>
              <a:path w="490690" h="176381">
                <a:moveTo>
                  <a:pt x="0" y="131480"/>
                </a:moveTo>
                <a:lnTo>
                  <a:pt x="490690" y="0"/>
                </a:lnTo>
                <a:lnTo>
                  <a:pt x="445789" y="77771"/>
                </a:lnTo>
                <a:lnTo>
                  <a:pt x="77771" y="176381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12"/>
          <p:cNvSpPr/>
          <p:nvPr/>
        </p:nvSpPr>
        <p:spPr>
          <a:xfrm>
            <a:off x="9684215" y="4686988"/>
            <a:ext cx="173094" cy="478423"/>
          </a:xfrm>
          <a:custGeom>
            <a:avLst/>
            <a:gdLst/>
            <a:ahLst/>
            <a:cxnLst/>
            <a:rect l="0" t="0" r="r" b="b"/>
            <a:pathLst>
              <a:path w="173094" h="478423">
                <a:moveTo>
                  <a:pt x="0" y="0"/>
                </a:moveTo>
                <a:lnTo>
                  <a:pt x="77771" y="44901"/>
                </a:lnTo>
                <a:lnTo>
                  <a:pt x="173094" y="400652"/>
                </a:lnTo>
                <a:lnTo>
                  <a:pt x="128193" y="478423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13"/>
          <p:cNvSpPr/>
          <p:nvPr/>
        </p:nvSpPr>
        <p:spPr>
          <a:xfrm>
            <a:off x="10130004" y="4555508"/>
            <a:ext cx="173094" cy="478423"/>
          </a:xfrm>
          <a:custGeom>
            <a:avLst/>
            <a:gdLst/>
            <a:ahLst/>
            <a:cxnLst/>
            <a:rect l="0" t="0" r="r" b="b"/>
            <a:pathLst>
              <a:path w="173094" h="478423">
                <a:moveTo>
                  <a:pt x="44901" y="0"/>
                </a:moveTo>
                <a:lnTo>
                  <a:pt x="173094" y="478423"/>
                </a:lnTo>
                <a:lnTo>
                  <a:pt x="95323" y="433522"/>
                </a:lnTo>
                <a:lnTo>
                  <a:pt x="0" y="77771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14"/>
          <p:cNvSpPr/>
          <p:nvPr/>
        </p:nvSpPr>
        <p:spPr>
          <a:xfrm>
            <a:off x="9812408" y="4989030"/>
            <a:ext cx="490690" cy="176381"/>
          </a:xfrm>
          <a:custGeom>
            <a:avLst/>
            <a:gdLst/>
            <a:ahLst/>
            <a:cxnLst/>
            <a:rect l="0" t="0" r="r" b="b"/>
            <a:pathLst>
              <a:path w="490690" h="176381">
                <a:moveTo>
                  <a:pt x="0" y="176381"/>
                </a:moveTo>
                <a:lnTo>
                  <a:pt x="44901" y="98610"/>
                </a:lnTo>
                <a:lnTo>
                  <a:pt x="412919" y="0"/>
                </a:lnTo>
                <a:lnTo>
                  <a:pt x="490690" y="44901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15"/>
          <p:cNvSpPr/>
          <p:nvPr/>
        </p:nvSpPr>
        <p:spPr>
          <a:xfrm>
            <a:off x="9761986" y="4633279"/>
            <a:ext cx="463341" cy="454361"/>
          </a:xfrm>
          <a:custGeom>
            <a:avLst/>
            <a:gdLst/>
            <a:ahLst/>
            <a:cxnLst/>
            <a:rect l="0" t="0" r="r" b="b"/>
            <a:pathLst>
              <a:path w="463341" h="454361">
                <a:moveTo>
                  <a:pt x="0" y="98610"/>
                </a:moveTo>
                <a:lnTo>
                  <a:pt x="368018" y="0"/>
                </a:lnTo>
                <a:lnTo>
                  <a:pt x="463341" y="355750"/>
                </a:lnTo>
                <a:lnTo>
                  <a:pt x="95323" y="454361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16"/>
          <p:cNvSpPr/>
          <p:nvPr/>
        </p:nvSpPr>
        <p:spPr>
          <a:xfrm>
            <a:off x="9178007" y="4156711"/>
            <a:ext cx="2101772" cy="332557"/>
          </a:xfrm>
          <a:custGeom>
            <a:avLst/>
            <a:gdLst/>
            <a:ahLst/>
            <a:cxnLst/>
            <a:rect l="0" t="0" r="r" b="b"/>
            <a:pathLst>
              <a:path w="2101772" h="332557">
                <a:moveTo>
                  <a:pt x="0" y="256925"/>
                </a:moveTo>
                <a:lnTo>
                  <a:pt x="2092486" y="0"/>
                </a:lnTo>
                <a:lnTo>
                  <a:pt x="2101772" y="75632"/>
                </a:lnTo>
                <a:lnTo>
                  <a:pt x="9286" y="332557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Kształt 17"/>
          <p:cNvSpPr/>
          <p:nvPr/>
        </p:nvSpPr>
        <p:spPr>
          <a:xfrm>
            <a:off x="8989183" y="2683091"/>
            <a:ext cx="2282858" cy="1743150"/>
          </a:xfrm>
          <a:custGeom>
            <a:avLst/>
            <a:gdLst/>
            <a:ahLst/>
            <a:cxnLst/>
            <a:rect l="0" t="0" r="r" b="b"/>
            <a:pathLst>
              <a:path w="2282858" h="1743150">
                <a:moveTo>
                  <a:pt x="0" y="192694"/>
                </a:moveTo>
                <a:lnTo>
                  <a:pt x="1569364" y="0"/>
                </a:lnTo>
                <a:lnTo>
                  <a:pt x="1632822" y="516819"/>
                </a:lnTo>
                <a:lnTo>
                  <a:pt x="2155943" y="452588"/>
                </a:lnTo>
                <a:lnTo>
                  <a:pt x="2282858" y="1486225"/>
                </a:lnTo>
                <a:lnTo>
                  <a:pt x="190372" y="1743150"/>
                </a:lnTo>
                <a:close/>
              </a:path>
            </a:pathLst>
          </a:custGeom>
          <a:solidFill>
            <a:srgbClr val="331C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Kształt 18"/>
          <p:cNvSpPr/>
          <p:nvPr/>
        </p:nvSpPr>
        <p:spPr>
          <a:xfrm>
            <a:off x="9003336" y="2825707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Kształt 19"/>
          <p:cNvSpPr/>
          <p:nvPr/>
        </p:nvSpPr>
        <p:spPr>
          <a:xfrm>
            <a:off x="9003336" y="2886843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20"/>
          <p:cNvSpPr/>
          <p:nvPr/>
        </p:nvSpPr>
        <p:spPr>
          <a:xfrm>
            <a:off x="9445959" y="2825707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21"/>
          <p:cNvSpPr/>
          <p:nvPr/>
        </p:nvSpPr>
        <p:spPr>
          <a:xfrm>
            <a:off x="9063698" y="3262027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22"/>
          <p:cNvSpPr/>
          <p:nvPr/>
        </p:nvSpPr>
        <p:spPr>
          <a:xfrm>
            <a:off x="9074101" y="2896472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Kształt 23"/>
          <p:cNvSpPr/>
          <p:nvPr/>
        </p:nvSpPr>
        <p:spPr>
          <a:xfrm>
            <a:off x="9066793" y="3342526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24"/>
          <p:cNvSpPr/>
          <p:nvPr/>
        </p:nvSpPr>
        <p:spPr>
          <a:xfrm>
            <a:off x="9066793" y="3403661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25"/>
          <p:cNvSpPr/>
          <p:nvPr/>
        </p:nvSpPr>
        <p:spPr>
          <a:xfrm>
            <a:off x="9509416" y="3342526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26"/>
          <p:cNvSpPr/>
          <p:nvPr/>
        </p:nvSpPr>
        <p:spPr>
          <a:xfrm>
            <a:off x="9127155" y="3778846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27"/>
          <p:cNvSpPr/>
          <p:nvPr/>
        </p:nvSpPr>
        <p:spPr>
          <a:xfrm>
            <a:off x="9137559" y="3413291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28"/>
          <p:cNvSpPr/>
          <p:nvPr/>
        </p:nvSpPr>
        <p:spPr>
          <a:xfrm>
            <a:off x="9130251" y="3859344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29"/>
          <p:cNvSpPr/>
          <p:nvPr/>
        </p:nvSpPr>
        <p:spPr>
          <a:xfrm>
            <a:off x="9130251" y="3920480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30"/>
          <p:cNvSpPr/>
          <p:nvPr/>
        </p:nvSpPr>
        <p:spPr>
          <a:xfrm>
            <a:off x="9572874" y="3859344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31"/>
          <p:cNvSpPr/>
          <p:nvPr/>
        </p:nvSpPr>
        <p:spPr>
          <a:xfrm>
            <a:off x="9190613" y="4295665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32"/>
          <p:cNvSpPr/>
          <p:nvPr/>
        </p:nvSpPr>
        <p:spPr>
          <a:xfrm>
            <a:off x="9201016" y="3930110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33"/>
          <p:cNvSpPr/>
          <p:nvPr/>
        </p:nvSpPr>
        <p:spPr>
          <a:xfrm>
            <a:off x="9526457" y="2761476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34"/>
          <p:cNvSpPr/>
          <p:nvPr/>
        </p:nvSpPr>
        <p:spPr>
          <a:xfrm>
            <a:off x="9526457" y="2822611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35"/>
          <p:cNvSpPr/>
          <p:nvPr/>
        </p:nvSpPr>
        <p:spPr>
          <a:xfrm>
            <a:off x="9969080" y="2761476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36"/>
          <p:cNvSpPr/>
          <p:nvPr/>
        </p:nvSpPr>
        <p:spPr>
          <a:xfrm>
            <a:off x="9586819" y="3197796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37"/>
          <p:cNvSpPr/>
          <p:nvPr/>
        </p:nvSpPr>
        <p:spPr>
          <a:xfrm>
            <a:off x="9597223" y="2832241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38"/>
          <p:cNvSpPr/>
          <p:nvPr/>
        </p:nvSpPr>
        <p:spPr>
          <a:xfrm>
            <a:off x="9589915" y="3278294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39"/>
          <p:cNvSpPr/>
          <p:nvPr/>
        </p:nvSpPr>
        <p:spPr>
          <a:xfrm>
            <a:off x="9589915" y="3339430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40"/>
          <p:cNvSpPr/>
          <p:nvPr/>
        </p:nvSpPr>
        <p:spPr>
          <a:xfrm>
            <a:off x="10032538" y="3278294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41"/>
          <p:cNvSpPr/>
          <p:nvPr/>
        </p:nvSpPr>
        <p:spPr>
          <a:xfrm>
            <a:off x="9650277" y="3714615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42"/>
          <p:cNvSpPr/>
          <p:nvPr/>
        </p:nvSpPr>
        <p:spPr>
          <a:xfrm>
            <a:off x="9660680" y="3349060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43"/>
          <p:cNvSpPr/>
          <p:nvPr/>
        </p:nvSpPr>
        <p:spPr>
          <a:xfrm>
            <a:off x="9653372" y="3795113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44"/>
          <p:cNvSpPr/>
          <p:nvPr/>
        </p:nvSpPr>
        <p:spPr>
          <a:xfrm>
            <a:off x="9653372" y="3856249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45"/>
          <p:cNvSpPr/>
          <p:nvPr/>
        </p:nvSpPr>
        <p:spPr>
          <a:xfrm>
            <a:off x="10095995" y="3795113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Kształt 46"/>
          <p:cNvSpPr/>
          <p:nvPr/>
        </p:nvSpPr>
        <p:spPr>
          <a:xfrm>
            <a:off x="9713734" y="4231433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Kształt 47"/>
          <p:cNvSpPr/>
          <p:nvPr/>
        </p:nvSpPr>
        <p:spPr>
          <a:xfrm>
            <a:off x="9724138" y="3865879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Kształt 48"/>
          <p:cNvSpPr/>
          <p:nvPr/>
        </p:nvSpPr>
        <p:spPr>
          <a:xfrm>
            <a:off x="10049579" y="2697244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Kształt 49"/>
          <p:cNvSpPr/>
          <p:nvPr/>
        </p:nvSpPr>
        <p:spPr>
          <a:xfrm>
            <a:off x="10049579" y="2758380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ształt 50"/>
          <p:cNvSpPr/>
          <p:nvPr/>
        </p:nvSpPr>
        <p:spPr>
          <a:xfrm>
            <a:off x="10492202" y="2697244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Kształt 51"/>
          <p:cNvSpPr/>
          <p:nvPr/>
        </p:nvSpPr>
        <p:spPr>
          <a:xfrm>
            <a:off x="10109941" y="3133565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Kształt 52"/>
          <p:cNvSpPr/>
          <p:nvPr/>
        </p:nvSpPr>
        <p:spPr>
          <a:xfrm>
            <a:off x="10120344" y="2768010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Kształt 53"/>
          <p:cNvSpPr/>
          <p:nvPr/>
        </p:nvSpPr>
        <p:spPr>
          <a:xfrm>
            <a:off x="10113036" y="3214063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Kształt 54"/>
          <p:cNvSpPr/>
          <p:nvPr/>
        </p:nvSpPr>
        <p:spPr>
          <a:xfrm>
            <a:off x="10113036" y="3275199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Kształt 55"/>
          <p:cNvSpPr/>
          <p:nvPr/>
        </p:nvSpPr>
        <p:spPr>
          <a:xfrm>
            <a:off x="10555659" y="3214063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Kształt 56"/>
          <p:cNvSpPr/>
          <p:nvPr/>
        </p:nvSpPr>
        <p:spPr>
          <a:xfrm>
            <a:off x="10173398" y="3650383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Kształt 57"/>
          <p:cNvSpPr/>
          <p:nvPr/>
        </p:nvSpPr>
        <p:spPr>
          <a:xfrm>
            <a:off x="10183802" y="3284829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58"/>
          <p:cNvSpPr/>
          <p:nvPr/>
        </p:nvSpPr>
        <p:spPr>
          <a:xfrm>
            <a:off x="10176494" y="3730882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59"/>
          <p:cNvSpPr/>
          <p:nvPr/>
        </p:nvSpPr>
        <p:spPr>
          <a:xfrm>
            <a:off x="10176494" y="3792018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60"/>
          <p:cNvSpPr/>
          <p:nvPr/>
        </p:nvSpPr>
        <p:spPr>
          <a:xfrm>
            <a:off x="10619116" y="3730882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61"/>
          <p:cNvSpPr/>
          <p:nvPr/>
        </p:nvSpPr>
        <p:spPr>
          <a:xfrm>
            <a:off x="10236856" y="4167202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Kształt 62"/>
          <p:cNvSpPr/>
          <p:nvPr/>
        </p:nvSpPr>
        <p:spPr>
          <a:xfrm>
            <a:off x="10247259" y="3801647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Kształt 63"/>
          <p:cNvSpPr/>
          <p:nvPr/>
        </p:nvSpPr>
        <p:spPr>
          <a:xfrm>
            <a:off x="10636158" y="3149832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Kształt 64"/>
          <p:cNvSpPr/>
          <p:nvPr/>
        </p:nvSpPr>
        <p:spPr>
          <a:xfrm>
            <a:off x="10636158" y="3210968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65"/>
          <p:cNvSpPr/>
          <p:nvPr/>
        </p:nvSpPr>
        <p:spPr>
          <a:xfrm>
            <a:off x="11078780" y="3149832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66"/>
          <p:cNvSpPr/>
          <p:nvPr/>
        </p:nvSpPr>
        <p:spPr>
          <a:xfrm>
            <a:off x="10696520" y="3586152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67"/>
          <p:cNvSpPr/>
          <p:nvPr/>
        </p:nvSpPr>
        <p:spPr>
          <a:xfrm>
            <a:off x="10706923" y="3220597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68"/>
          <p:cNvSpPr/>
          <p:nvPr/>
        </p:nvSpPr>
        <p:spPr>
          <a:xfrm>
            <a:off x="10699615" y="3666651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61136"/>
                </a:moveTo>
                <a:lnTo>
                  <a:pt x="497911" y="0"/>
                </a:lnTo>
                <a:lnTo>
                  <a:pt x="442623" y="70765"/>
                </a:lnTo>
                <a:lnTo>
                  <a:pt x="70765" y="116424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69"/>
          <p:cNvSpPr/>
          <p:nvPr/>
        </p:nvSpPr>
        <p:spPr>
          <a:xfrm>
            <a:off x="10699615" y="3727786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0" y="0"/>
                </a:moveTo>
                <a:lnTo>
                  <a:pt x="70765" y="55288"/>
                </a:lnTo>
                <a:lnTo>
                  <a:pt x="115650" y="420843"/>
                </a:lnTo>
                <a:lnTo>
                  <a:pt x="60362" y="491608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70"/>
          <p:cNvSpPr/>
          <p:nvPr/>
        </p:nvSpPr>
        <p:spPr>
          <a:xfrm>
            <a:off x="11142238" y="3666651"/>
            <a:ext cx="115650" cy="491608"/>
          </a:xfrm>
          <a:custGeom>
            <a:avLst/>
            <a:gdLst/>
            <a:ahLst/>
            <a:cxnLst/>
            <a:rect l="0" t="0" r="r" b="b"/>
            <a:pathLst>
              <a:path w="115650" h="491608">
                <a:moveTo>
                  <a:pt x="55288" y="0"/>
                </a:moveTo>
                <a:lnTo>
                  <a:pt x="115650" y="491608"/>
                </a:lnTo>
                <a:lnTo>
                  <a:pt x="44884" y="436320"/>
                </a:lnTo>
                <a:lnTo>
                  <a:pt x="0" y="707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Kształt 71"/>
          <p:cNvSpPr/>
          <p:nvPr/>
        </p:nvSpPr>
        <p:spPr>
          <a:xfrm>
            <a:off x="10759977" y="4102971"/>
            <a:ext cx="497911" cy="116424"/>
          </a:xfrm>
          <a:custGeom>
            <a:avLst/>
            <a:gdLst/>
            <a:ahLst/>
            <a:cxnLst/>
            <a:rect l="0" t="0" r="r" b="b"/>
            <a:pathLst>
              <a:path w="497911" h="116424">
                <a:moveTo>
                  <a:pt x="0" y="116424"/>
                </a:moveTo>
                <a:lnTo>
                  <a:pt x="55288" y="45658"/>
                </a:lnTo>
                <a:lnTo>
                  <a:pt x="427145" y="0"/>
                </a:lnTo>
                <a:lnTo>
                  <a:pt x="497911" y="55288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Kształt 72"/>
          <p:cNvSpPr/>
          <p:nvPr/>
        </p:nvSpPr>
        <p:spPr>
          <a:xfrm>
            <a:off x="10770380" y="3737416"/>
            <a:ext cx="416742" cy="411213"/>
          </a:xfrm>
          <a:custGeom>
            <a:avLst/>
            <a:gdLst/>
            <a:ahLst/>
            <a:cxnLst/>
            <a:rect l="0" t="0" r="r" b="b"/>
            <a:pathLst>
              <a:path w="416742" h="411213">
                <a:moveTo>
                  <a:pt x="0" y="45658"/>
                </a:moveTo>
                <a:lnTo>
                  <a:pt x="371857" y="0"/>
                </a:lnTo>
                <a:lnTo>
                  <a:pt x="416742" y="365555"/>
                </a:lnTo>
                <a:lnTo>
                  <a:pt x="44884" y="411213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73"/>
          <p:cNvSpPr/>
          <p:nvPr/>
        </p:nvSpPr>
        <p:spPr>
          <a:xfrm>
            <a:off x="9184677" y="2768097"/>
            <a:ext cx="515239" cy="1709012"/>
          </a:xfrm>
          <a:custGeom>
            <a:avLst/>
            <a:gdLst/>
            <a:ahLst/>
            <a:cxnLst/>
            <a:rect l="0" t="0" r="r" b="b"/>
            <a:pathLst>
              <a:path w="515239" h="1709012">
                <a:moveTo>
                  <a:pt x="0" y="32503"/>
                </a:moveTo>
                <a:lnTo>
                  <a:pt x="264712" y="0"/>
                </a:lnTo>
                <a:lnTo>
                  <a:pt x="217163" y="133792"/>
                </a:lnTo>
                <a:lnTo>
                  <a:pt x="371299" y="242820"/>
                </a:lnTo>
                <a:lnTo>
                  <a:pt x="287481" y="393861"/>
                </a:lnTo>
                <a:lnTo>
                  <a:pt x="419502" y="531195"/>
                </a:lnTo>
                <a:lnTo>
                  <a:pt x="335685" y="682236"/>
                </a:lnTo>
                <a:lnTo>
                  <a:pt x="467706" y="819570"/>
                </a:lnTo>
                <a:lnTo>
                  <a:pt x="385436" y="983216"/>
                </a:lnTo>
                <a:lnTo>
                  <a:pt x="492246" y="1123646"/>
                </a:lnTo>
                <a:lnTo>
                  <a:pt x="383218" y="1277782"/>
                </a:lnTo>
                <a:lnTo>
                  <a:pt x="515239" y="1415116"/>
                </a:lnTo>
                <a:lnTo>
                  <a:pt x="431421" y="1566157"/>
                </a:lnTo>
                <a:lnTo>
                  <a:pt x="508378" y="1671866"/>
                </a:lnTo>
                <a:lnTo>
                  <a:pt x="205850" y="1709012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74"/>
          <p:cNvSpPr/>
          <p:nvPr/>
        </p:nvSpPr>
        <p:spPr>
          <a:xfrm>
            <a:off x="9186225" y="2789989"/>
            <a:ext cx="427001" cy="1674515"/>
          </a:xfrm>
          <a:custGeom>
            <a:avLst/>
            <a:gdLst/>
            <a:ahLst/>
            <a:cxnLst/>
            <a:rect l="0" t="0" r="r" b="b"/>
            <a:pathLst>
              <a:path w="427001" h="1674515">
                <a:moveTo>
                  <a:pt x="0" y="23216"/>
                </a:moveTo>
                <a:lnTo>
                  <a:pt x="189080" y="0"/>
                </a:lnTo>
                <a:lnTo>
                  <a:pt x="154136" y="132244"/>
                </a:lnTo>
                <a:lnTo>
                  <a:pt x="295667" y="242820"/>
                </a:lnTo>
                <a:lnTo>
                  <a:pt x="211849" y="393861"/>
                </a:lnTo>
                <a:lnTo>
                  <a:pt x="343870" y="531195"/>
                </a:lnTo>
                <a:lnTo>
                  <a:pt x="260053" y="682236"/>
                </a:lnTo>
                <a:lnTo>
                  <a:pt x="392074" y="819570"/>
                </a:lnTo>
                <a:lnTo>
                  <a:pt x="309804" y="983216"/>
                </a:lnTo>
                <a:lnTo>
                  <a:pt x="416614" y="1123646"/>
                </a:lnTo>
                <a:lnTo>
                  <a:pt x="307586" y="1277782"/>
                </a:lnTo>
                <a:lnTo>
                  <a:pt x="427001" y="1416664"/>
                </a:lnTo>
                <a:lnTo>
                  <a:pt x="354241" y="1553552"/>
                </a:lnTo>
                <a:lnTo>
                  <a:pt x="404439" y="1649751"/>
                </a:lnTo>
                <a:lnTo>
                  <a:pt x="202754" y="1674515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75"/>
          <p:cNvSpPr/>
          <p:nvPr/>
        </p:nvSpPr>
        <p:spPr>
          <a:xfrm>
            <a:off x="9335495" y="2986808"/>
            <a:ext cx="110129" cy="174927"/>
          </a:xfrm>
          <a:custGeom>
            <a:avLst/>
            <a:gdLst/>
            <a:ahLst/>
            <a:cxnLst/>
            <a:rect l="0" t="0" r="r" b="b"/>
            <a:pathLst>
              <a:path w="110129" h="174927">
                <a:moveTo>
                  <a:pt x="0" y="0"/>
                </a:moveTo>
                <a:lnTo>
                  <a:pt x="110129" y="63250"/>
                </a:lnTo>
                <a:lnTo>
                  <a:pt x="34274" y="174927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76"/>
          <p:cNvSpPr/>
          <p:nvPr/>
        </p:nvSpPr>
        <p:spPr>
          <a:xfrm>
            <a:off x="9385022" y="3390179"/>
            <a:ext cx="133792" cy="88461"/>
          </a:xfrm>
          <a:custGeom>
            <a:avLst/>
            <a:gdLst/>
            <a:ahLst/>
            <a:cxnLst/>
            <a:rect l="0" t="0" r="r" b="b"/>
            <a:pathLst>
              <a:path w="133792" h="88461">
                <a:moveTo>
                  <a:pt x="0" y="0"/>
                </a:moveTo>
                <a:lnTo>
                  <a:pt x="133792" y="47549"/>
                </a:lnTo>
                <a:lnTo>
                  <a:pt x="113225" y="88461"/>
                </a:lnTo>
                <a:lnTo>
                  <a:pt x="6191" y="50421"/>
                </a:lnTo>
                <a:close/>
              </a:path>
            </a:pathLst>
          </a:custGeom>
          <a:solidFill>
            <a:srgbClr val="D4D7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77"/>
          <p:cNvSpPr/>
          <p:nvPr/>
        </p:nvSpPr>
        <p:spPr>
          <a:xfrm>
            <a:off x="9426811" y="3730523"/>
            <a:ext cx="122734" cy="223801"/>
          </a:xfrm>
          <a:custGeom>
            <a:avLst/>
            <a:gdLst/>
            <a:ahLst/>
            <a:cxnLst/>
            <a:rect l="0" t="0" r="r" b="b"/>
            <a:pathLst>
              <a:path w="122734" h="223801">
                <a:moveTo>
                  <a:pt x="0" y="0"/>
                </a:moveTo>
                <a:lnTo>
                  <a:pt x="122734" y="61702"/>
                </a:lnTo>
                <a:lnTo>
                  <a:pt x="53070" y="223801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78"/>
          <p:cNvSpPr/>
          <p:nvPr/>
        </p:nvSpPr>
        <p:spPr>
          <a:xfrm>
            <a:off x="9312278" y="2575922"/>
            <a:ext cx="261840" cy="221806"/>
          </a:xfrm>
          <a:custGeom>
            <a:avLst/>
            <a:gdLst/>
            <a:ahLst/>
            <a:cxnLst/>
            <a:rect l="0" t="0" r="r" b="b"/>
            <a:pathLst>
              <a:path w="261840" h="221806">
                <a:moveTo>
                  <a:pt x="0" y="221806"/>
                </a:moveTo>
                <a:lnTo>
                  <a:pt x="20791" y="78504"/>
                </a:lnTo>
                <a:lnTo>
                  <a:pt x="139106" y="0"/>
                </a:lnTo>
                <a:lnTo>
                  <a:pt x="261840" y="61702"/>
                </a:lnTo>
                <a:lnTo>
                  <a:pt x="170284" y="149716"/>
                </a:lnTo>
                <a:lnTo>
                  <a:pt x="215838" y="208100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Kształt 79"/>
          <p:cNvSpPr/>
          <p:nvPr/>
        </p:nvSpPr>
        <p:spPr>
          <a:xfrm>
            <a:off x="9335941" y="2627891"/>
            <a:ext cx="109028" cy="154136"/>
          </a:xfrm>
          <a:custGeom>
            <a:avLst/>
            <a:gdLst/>
            <a:ahLst/>
            <a:cxnLst/>
            <a:rect l="0" t="0" r="r" b="b"/>
            <a:pathLst>
              <a:path w="109028" h="154136">
                <a:moveTo>
                  <a:pt x="0" y="154136"/>
                </a:moveTo>
                <a:lnTo>
                  <a:pt x="25434" y="48650"/>
                </a:lnTo>
                <a:lnTo>
                  <a:pt x="109028" y="0"/>
                </a:lnTo>
                <a:lnTo>
                  <a:pt x="107257" y="89785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Kształt 80"/>
          <p:cNvSpPr/>
          <p:nvPr/>
        </p:nvSpPr>
        <p:spPr>
          <a:xfrm rot="21180000">
            <a:off x="6932959" y="2917853"/>
            <a:ext cx="2489200" cy="1701800"/>
          </a:xfrm>
          <a:prstGeom prst="roundRect">
            <a:avLst>
              <a:gd name="adj" fmla="val 4478"/>
            </a:avLst>
          </a:prstGeom>
          <a:gradFill rotWithShape="1">
            <a:gsLst>
              <a:gs pos="0">
                <a:srgbClr val="2E2E2E"/>
              </a:gs>
              <a:gs pos="100000">
                <a:srgbClr val="141414"/>
              </a:gs>
            </a:gsLst>
            <a:lin ang="5400000" scaled="0"/>
          </a:gradFill>
          <a:ln>
            <a:noFill/>
          </a:ln>
          <a:effectLst>
            <a:outerShdw blurRad="254000" dist="165100" dir="5400000" algn="ctr" rotWithShape="0">
              <a:srgbClr val="000000">
                <a:alpha val="20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Linia"/>
          <p:cNvSpPr/>
          <p:nvPr/>
        </p:nvSpPr>
        <p:spPr>
          <a:xfrm rot="21180000">
            <a:off x="6940721" y="3044768"/>
            <a:ext cx="406400" cy="17018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Tekst: ?"/>
          <p:cNvSpPr txBox="1"/>
          <p:nvPr/>
        </p:nvSpPr>
        <p:spPr>
          <a:xfrm rot="21180000">
            <a:off x="7602282" y="3090277"/>
            <a:ext cx="776049" cy="1117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8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800" kern="100" dirty="0">
                <a:solidFill>
                  <a:srgbClr val="FFFFFF"/>
                </a:solidFill>
                <a:latin typeface="Lato Black"/>
                <a:cs typeface="Lato Black"/>
              </a:rPr>
              <a:t>?</a:t>
            </a:r>
            <a:endParaRPr lang="pl-PL" sz="88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76" name="Tekst: CZEKOLADA"/>
          <p:cNvSpPr txBox="1"/>
          <p:nvPr/>
        </p:nvSpPr>
        <p:spPr>
          <a:xfrm rot="21180000">
            <a:off x="7654181" y="4128446"/>
            <a:ext cx="2038766" cy="2413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900" kern="100" spc="114" dirty="0">
                <a:solidFill>
                  <a:srgbClr val="FFFFFF"/>
                </a:solidFill>
                <a:latin typeface="Lato Black"/>
                <a:cs typeface="Lato Black"/>
              </a:rPr>
              <a:t>CZEKOLADA</a:t>
            </a:r>
            <a:endParaRPr lang="pl-PL" sz="1900" kern="100" spc="114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77" name="Tekst: Produkt znam. Marki jeszcze nie wybrałam"/>
          <p:cNvSpPr txBox="1"/>
          <p:nvPr/>
        </p:nvSpPr>
        <p:spPr>
          <a:xfrm>
            <a:off x="825351" y="4721225"/>
            <a:ext cx="4358283" cy="714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8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50" kern="100" dirty="0">
                <a:solidFill>
                  <a:srgbClr val="666666"/>
                </a:solidFill>
                <a:latin typeface="Lato"/>
                <a:cs typeface="Lato"/>
              </a:rPr>
              <a:t>Produkt znam.</a:t>
            </a:r>
            <a:endParaRPr lang="pl-PL" sz="2250" kern="100" dirty="0">
              <a:solidFill>
                <a:srgbClr val="666666"/>
              </a:solidFill>
              <a:latin typeface="Lato"/>
              <a:cs typeface="Lato"/>
            </a:endParaRPr>
          </a:p>
          <a:p>
            <a:pPr algn="l">
              <a:lnSpc>
                <a:spcPts val="28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50" kern="100" dirty="0">
                <a:solidFill>
                  <a:srgbClr val="EE312F"/>
                </a:solidFill>
                <a:latin typeface="Lato"/>
                <a:cs typeface="Lato"/>
              </a:rPr>
              <a:t>Marki jeszcze nie wybrałam.</a:t>
            </a:r>
            <a:endParaRPr lang="pl-PL" sz="2250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178" name="Tekst: Plan konsumentki"/>
          <p:cNvSpPr txBox="1"/>
          <p:nvPr/>
        </p:nvSpPr>
        <p:spPr>
          <a:xfrm>
            <a:off x="825674" y="1109662"/>
            <a:ext cx="274320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666666"/>
                </a:solidFill>
                <a:latin typeface="Lato"/>
                <a:cs typeface="Lato"/>
              </a:rPr>
              <a:t>Plan konsumentki</a:t>
            </a:r>
            <a:endParaRPr lang="pl-PL" sz="1350" b="1" kern="100" cap="all" spc="189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79" name="Tekst: Potrzebuję czekolady."/>
          <p:cNvSpPr txBox="1"/>
          <p:nvPr/>
        </p:nvSpPr>
        <p:spPr>
          <a:xfrm>
            <a:off x="825674" y="1522053"/>
            <a:ext cx="3444657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Potrzebuję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czekolady.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180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181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82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183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!!Zegar – wycinek 4"/>
          <p:cNvSpPr/>
          <p:nvPr/>
        </p:nvSpPr>
        <p:spPr>
          <a:xfrm>
            <a:off x="10502900" y="404876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128524"/>
                </a:moveTo>
                <a:lnTo>
                  <a:pt x="176953" y="0"/>
                </a:lnTo>
                <a:lnTo>
                  <a:pt x="186732" y="13970"/>
                </a:lnTo>
                <a:lnTo>
                  <a:pt x="195114" y="29337"/>
                </a:lnTo>
                <a:lnTo>
                  <a:pt x="202099" y="44704"/>
                </a:lnTo>
                <a:lnTo>
                  <a:pt x="208153" y="6100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!!Zegar – wskazówka"/>
          <p:cNvSpPr/>
          <p:nvPr/>
        </p:nvSpPr>
        <p:spPr>
          <a:xfrm>
            <a:off x="10472010" y="469197"/>
            <a:ext cx="210198" cy="86123"/>
          </a:xfrm>
          <a:custGeom>
            <a:avLst/>
            <a:gdLst/>
            <a:ahLst/>
            <a:cxnLst/>
            <a:rect l="0" t="0" r="r" b="b"/>
            <a:pathLst>
              <a:path w="210198" h="86123">
                <a:moveTo>
                  <a:pt x="0" y="59550"/>
                </a:moveTo>
                <a:lnTo>
                  <a:pt x="8634" y="86123"/>
                </a:lnTo>
                <a:lnTo>
                  <a:pt x="210198" y="13286"/>
                </a:lnTo>
                <a:lnTo>
                  <a:pt x="205881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13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95" name="!!Postęp"/>
          <p:cNvSpPr/>
          <p:nvPr/>
        </p:nvSpPr>
        <p:spPr>
          <a:xfrm>
            <a:off x="0" y="6826250"/>
            <a:ext cx="6604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101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6184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9474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42763">
                                          <p:val>
                                            <p:strVal val="#ppt_y+0.01216"/>
                                          </p:val>
                                        </p:tav>
                                        <p:tav tm="46053">
                                          <p:val>
                                            <p:strVal val="#ppt_y+0.00818"/>
                                          </p:val>
                                        </p:tav>
                                        <p:tav tm="49342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55921">
                                          <p:val>
                                            <p:strVal val="#ppt_y+0.00252"/>
                                          </p:val>
                                        </p:tav>
                                        <p:tav tm="69079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868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6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144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3"/>
                                          </p:val>
                                        </p:tav>
                                        <p:tav tm="16166">
                                          <p:val>
                                            <p:strVal val="#ppt_w*0.3"/>
                                          </p:val>
                                        </p:tav>
                                        <p:tav tm="18476">
                                          <p:val>
                                            <p:strVal val="#ppt_w*0.30348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59913"/>
                                          </p:val>
                                        </p:tav>
                                        <p:tav tm="60046">
                                          <p:val>
                                            <p:strVal val="#ppt_w*0.71932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9614"/>
                                          </p:val>
                                        </p:tav>
                                        <p:tav tm="69284">
                                          <p:val>
                                            <p:strVal val="#ppt_w*1.11259"/>
                                          </p:val>
                                        </p:tav>
                                        <p:tav tm="96998">
                                          <p:val>
                                            <p:strVal val="#ppt_w*1.0027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44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3"/>
                                          </p:val>
                                        </p:tav>
                                        <p:tav tm="18476">
                                          <p:val>
                                            <p:strVal val="#ppt_h*0.30348"/>
                                          </p:val>
                                        </p:tav>
                                        <p:tav tm="57737">
                                          <p:val>
                                            <p:strVal val="#ppt_h*0.59913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71932"/>
                                          </p:val>
                                        </p:tav>
                                        <p:tav tm="66975">
                                          <p:val>
                                            <p:strVal val="#ppt_h*1.09614"/>
                                          </p:val>
                                        </p:tav>
                                        <p:tav tm="69284">
                                          <p:val>
                                            <p:strVal val="#ppt_h*1.11259"/>
                                          </p:val>
                                        </p:tav>
                                        <p:tav tm="96998">
                                          <p:val>
                                            <p:strVal val="#ppt_h*1.0027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" dur="15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63559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69915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72034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5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979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4979"/>
                                          </p:val>
                                        </p:tav>
                                        <p:tav tm="65678">
                                          <p:val>
                                            <p:strVal val="#ppt_y-0.0301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1187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459"/>
                                          </p:val>
                                        </p:tav>
                                        <p:tav tm="76271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5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5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5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" dur="15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962"/>
                                          </p:val>
                                        </p:tav>
                                        <p:tav tm="63559">
                                          <p:val>
                                            <p:strVal val="#ppt_x+0.00962"/>
                                          </p:val>
                                        </p:tav>
                                        <p:tav tm="65678">
                                          <p:val>
                                            <p:strVal val="#ppt_x+0.00718"/>
                                          </p:val>
                                        </p:tav>
                                        <p:tav tm="69915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72034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5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183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6183"/>
                                          </p:val>
                                        </p:tav>
                                        <p:tav tm="65678">
                                          <p:val>
                                            <p:strVal val="#ppt_y-0.03671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6271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5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5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5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" dur="15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63559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65678">
                                          <p:val>
                                            <p:strVal val="#ppt_x-0.0037"/>
                                          </p:val>
                                        </p:tav>
                                        <p:tav tm="67797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69915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72034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5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419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2419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0577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15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5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5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" dur="15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249"/>
                                          </p:val>
                                        </p:tav>
                                        <p:tav tm="63559">
                                          <p:val>
                                            <p:strVal val="#ppt_x+0.01249"/>
                                          </p:val>
                                        </p:tav>
                                        <p:tav tm="65678">
                                          <p:val>
                                            <p:strVal val="#ppt_x+0.007"/>
                                          </p:val>
                                        </p:tav>
                                        <p:tav tm="67797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69915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72034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80508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5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039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3039"/>
                                          </p:val>
                                        </p:tav>
                                        <p:tav tm="65678">
                                          <p:val>
                                            <p:strVal val="#ppt_y-0.01547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0411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302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388"/>
                                          </p:val>
                                        </p:tav>
                                        <p:tav tm="76271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82627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5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5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5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" dur="157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12"/>
                                          </p:val>
                                        </p:tav>
                                        <p:tav tm="63559">
                                          <p:val>
                                            <p:strVal val="#ppt_x-0.00712"/>
                                          </p:val>
                                        </p:tav>
                                        <p:tav tm="67797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69915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2034">
                                          <p:val>
                                            <p:strVal val="#ppt_x+0.00039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57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187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5187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148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423"/>
                                          </p:val>
                                        </p:tav>
                                        <p:tav tm="76271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1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157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57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57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" dur="157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63559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65678">
                                          <p:val>
                                            <p:strVal val="#ppt_x+0.00624"/>
                                          </p:val>
                                        </p:tav>
                                        <p:tav tm="69915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72034">
                                          <p:val>
                                            <p:strVal val="#ppt_x-0.00044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57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5806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5806"/>
                                          </p:val>
                                        </p:tav>
                                        <p:tav tm="65678">
                                          <p:val>
                                            <p:strVal val="#ppt_y-0.03446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1315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76271">
                                          <p:val>
                                            <p:strVal val="#ppt_y+0.00257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157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57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157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" dur="15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63559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67797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69915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995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15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113"/>
                                          </p:val>
                                        </p:tav>
                                        <p:tav tm="63559">
                                          <p:val>
                                            <p:strVal val="#ppt_y-0.04113"/>
                                          </p:val>
                                        </p:tav>
                                        <p:tav tm="65678">
                                          <p:val>
                                            <p:strVal val="#ppt_y-0.02455"/>
                                          </p:val>
                                        </p:tav>
                                        <p:tav tm="67797">
                                          <p:val>
                                            <p:strVal val="#ppt_y-0.0094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72034">
                                          <p:val>
                                            <p:strVal val="#ppt_y+0.00406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15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w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w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w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w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w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w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5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3559">
                                          <p:val>
                                            <p:strVal val="#ppt_h*0.5"/>
                                          </p:val>
                                        </p:tav>
                                        <p:tav tm="65678">
                                          <p:val>
                                            <p:strVal val="#ppt_h*0.69594"/>
                                          </p:val>
                                        </p:tav>
                                        <p:tav tm="67797">
                                          <p:val>
                                            <p:strVal val="#ppt_h*0.87595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.01074"/>
                                          </p:val>
                                        </p:tav>
                                        <p:tav tm="72034">
                                          <p:val>
                                            <p:strVal val="#ppt_h*1.03953"/>
                                          </p:val>
                                        </p:tav>
                                        <p:tav tm="76271">
                                          <p:val>
                                            <p:strVal val="#ppt_h*1.01909"/>
                                          </p:val>
                                        </p:tav>
                                        <p:tav tm="80508">
                                          <p:val>
                                            <p:strVal val="#ppt_h*1.00932"/>
                                          </p:val>
                                        </p:tav>
                                        <p:tav tm="995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15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3559">
                                          <p:val>
                                            <p:fltVal val="-30"/>
                                          </p:val>
                                        </p:tav>
                                        <p:tav tm="65678">
                                          <p:val>
                                            <p:fltVal val="-19.31"/>
                                          </p:val>
                                        </p:tav>
                                        <p:tav tm="67797">
                                          <p:val>
                                            <p:fltVal val="-9.49"/>
                                          </p:val>
                                        </p:tav>
                                        <p:tav tm="69915">
                                          <p:val>
                                            <p:fltVal val="-2.14"/>
                                          </p:val>
                                        </p:tav>
                                        <p:tav tm="72034">
                                          <p:val>
                                            <p:fltVal val="0"/>
                                          </p:val>
                                        </p:tav>
                                        <p:tav tm="995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" dur="170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4"/>
                                          </p:val>
                                        </p:tav>
                                        <p:tav tm="64579">
                                          <p:val>
                                            <p:strVal val="#ppt_x-0.0074"/>
                                          </p:val>
                                        </p:tav>
                                        <p:tav tm="66536">
                                          <p:val>
                                            <p:strVal val="#ppt_x-0.00708"/>
                                          </p:val>
                                        </p:tav>
                                        <p:tav tm="70450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72407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70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838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4838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4652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2753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1015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78278">
                                          <p:val>
                                            <p:strVal val="#ppt_y+0.00206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170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170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70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" dur="170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4579">
                                          <p:val>
                                            <p:strVal val="#ppt_x-0.00411"/>
                                          </p:val>
                                        </p:tav>
                                        <p:tav tm="66536">
                                          <p:val>
                                            <p:strVal val="#ppt_x-0.00375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70450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72407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170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373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6373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613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3633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1346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327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527"/>
                                          </p:val>
                                        </p:tav>
                                        <p:tav tm="78278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70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170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170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" dur="170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764"/>
                                          </p:val>
                                        </p:tav>
                                        <p:tav tm="66536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607"/>
                                          </p:val>
                                        </p:tav>
                                        <p:tav tm="72407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74364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170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1966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1966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1869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0979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0268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235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264"/>
                                          </p:val>
                                        </p:tav>
                                        <p:tav tm="84149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170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70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170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7" dur="170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64579">
                                          <p:val>
                                            <p:strVal val="#ppt_x+0.00554"/>
                                          </p:val>
                                        </p:tav>
                                        <p:tav tm="66536">
                                          <p:val>
                                            <p:strVal val="#ppt_x+0.00535"/>
                                          </p:val>
                                        </p:tav>
                                        <p:tav tm="70450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72407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170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723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3723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3534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1781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0445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386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42"/>
                                          </p:val>
                                        </p:tav>
                                        <p:tav tm="7827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84149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170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170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170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5" dur="170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789"/>
                                          </p:val>
                                        </p:tav>
                                        <p:tav tm="64579">
                                          <p:val>
                                            <p:strVal val="#ppt_x-0.01789"/>
                                          </p:val>
                                        </p:tav>
                                        <p:tav tm="66536">
                                          <p:val>
                                            <p:strVal val="#ppt_x-0.0173"/>
                                          </p:val>
                                        </p:tav>
                                        <p:tav tm="70450">
                                          <p:val>
                                            <p:strVal val="#ppt_x-0.00443"/>
                                          </p:val>
                                        </p:tav>
                                        <p:tav tm="72407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74364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170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261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4261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4122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1088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170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70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170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3" dur="170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71"/>
                                          </p:val>
                                        </p:tav>
                                        <p:tav tm="64579">
                                          <p:val>
                                            <p:strVal val="#ppt_x-0.00471"/>
                                          </p:val>
                                        </p:tav>
                                        <p:tav tm="66536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68493">
                                          <p:val>
                                            <p:strVal val="#ppt_x-0.00147"/>
                                          </p:val>
                                        </p:tav>
                                        <p:tav tm="70450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72407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82192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170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018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6018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5787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3426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1266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78278">
                                          <p:val>
                                            <p:strVal val="#ppt_y+0.00244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170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170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170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133">
                                          <p:stCondLst>
                                            <p:cond delay="1133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1" dur="170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618"/>
                                          </p:val>
                                        </p:tav>
                                        <p:tav tm="64579">
                                          <p:val>
                                            <p:strVal val="#ppt_x-0.00618"/>
                                          </p:val>
                                        </p:tav>
                                        <p:tav tm="66536">
                                          <p:val>
                                            <p:strVal val="#ppt_x-0.00597"/>
                                          </p:val>
                                        </p:tav>
                                        <p:tav tm="72407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80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170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992"/>
                                          </p:val>
                                        </p:tav>
                                        <p:tav tm="64579">
                                          <p:val>
                                            <p:strVal val="#ppt_y-0.03992"/>
                                          </p:val>
                                        </p:tav>
                                        <p:tav tm="66536">
                                          <p:val>
                                            <p:strVal val="#ppt_y-0.03828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02202"/>
                                          </p:val>
                                        </p:tav>
                                        <p:tav tm="70450">
                                          <p:val>
                                            <p:strVal val="#ppt_y-0.00767"/>
                                          </p:val>
                                        </p:tav>
                                        <p:tav tm="72407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74364">
                                          <p:val>
                                            <p:strVal val="#ppt_y+0.00384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99804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170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w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w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w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w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w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w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w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170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5"/>
                                          </p:val>
                                        </p:tav>
                                        <p:tav tm="64579">
                                          <p:val>
                                            <p:strVal val="#ppt_h*0.5"/>
                                          </p:val>
                                        </p:tav>
                                        <p:tav tm="66536">
                                          <p:val>
                                            <p:strVal val="#ppt_h*0.51945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71524"/>
                                          </p:val>
                                        </p:tav>
                                        <p:tav tm="70450">
                                          <p:val>
                                            <p:strVal val="#ppt_h*0.89175"/>
                                          </p:val>
                                        </p:tav>
                                        <p:tav tm="72407">
                                          <p:val>
                                            <p:strVal val="#ppt_h*1.02146"/>
                                          </p:val>
                                        </p:tav>
                                        <p:tav tm="74364">
                                          <p:val>
                                            <p:strVal val="#ppt_h*1.03806"/>
                                          </p:val>
                                        </p:tav>
                                        <p:tav tm="78278">
                                          <p:val>
                                            <p:strVal val="#ppt_h*1.01843"/>
                                          </p:val>
                                        </p:tav>
                                        <p:tav tm="82192">
                                          <p:val>
                                            <p:strVal val="#ppt_h*1.00899"/>
                                          </p:val>
                                        </p:tav>
                                        <p:tav tm="9980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170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0"/>
                                          </p:val>
                                        </p:tav>
                                        <p:tav tm="64579">
                                          <p:val>
                                            <p:fltVal val="-30"/>
                                          </p:val>
                                        </p:tav>
                                        <p:tav tm="66536">
                                          <p:val>
                                            <p:fltVal val="-28.94"/>
                                          </p:val>
                                        </p:tav>
                                        <p:tav tm="68493">
                                          <p:val>
                                            <p:fltVal val="-18.26"/>
                                          </p:val>
                                        </p:tav>
                                        <p:tav tm="70450">
                                          <p:val>
                                            <p:fltVal val="-8.63"/>
                                          </p:val>
                                        </p:tav>
                                        <p:tav tm="72407">
                                          <p:val>
                                            <p:fltVal val="-1.56"/>
                                          </p:val>
                                        </p:tav>
                                        <p:tav tm="74364">
                                          <p:val>
                                            <p:fltVal val="0"/>
                                          </p:val>
                                        </p:tav>
                                        <p:tav tm="9980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9" dur="144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97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97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3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63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5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59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61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3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9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6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25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3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6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68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2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4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8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144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65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64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39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79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6983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51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681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74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27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39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07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27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796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06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47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04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47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13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088"/>
                                          </p:val>
                                        </p:tav>
                                        <p:tav tm="60046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66975">
                                          <p:val>
                                            <p:strVal val="#ppt_y-0.00061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263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1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48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53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0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07"/>
                                          </p:val>
                                        </p:tav>
                                        <p:tav tm="90069">
                                          <p:val>
                                            <p:strVal val="#ppt_y-0.0001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144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0046">
                                          <p:val>
                                            <p:strVal val="#ppt_w*1.00198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1594">
                                          <p:val>
                                            <p:strVal val="#ppt_w*1.03186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6212">
                                          <p:val>
                                            <p:strVal val="#ppt_w*0.99372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0831">
                                          <p:val>
                                            <p:strVal val="#ppt_w*0.9803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85450">
                                          <p:val>
                                            <p:strVal val="#ppt_w*0.9931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6998">
                                          <p:val>
                                            <p:strVal val="#ppt_w*1.0013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144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6" dur="144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4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42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83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09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9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04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06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8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3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1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5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642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77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4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69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0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144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2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1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71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6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0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18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49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1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4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6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4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5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3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3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1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4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1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5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1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05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27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27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17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2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6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7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5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144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0046">
                                          <p:val>
                                            <p:strVal val="#ppt_w*1.00198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1594">
                                          <p:val>
                                            <p:strVal val="#ppt_w*1.03186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6212">
                                          <p:val>
                                            <p:strVal val="#ppt_w*0.99372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0831">
                                          <p:val>
                                            <p:strVal val="#ppt_w*0.9803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85450">
                                          <p:val>
                                            <p:strVal val="#ppt_w*0.9931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6998">
                                          <p:val>
                                            <p:strVal val="#ppt_w*1.0013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144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1594">
                                          <p:val>
                                            <p:strVal val="#ppt_h*0.95221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85450">
                                          <p:val>
                                            <p:strVal val="#ppt_h*1.0131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6998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3" dur="144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3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3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7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98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84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5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93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5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7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2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04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5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4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5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144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305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304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79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19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23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91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21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614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67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79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47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67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36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46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87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44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87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53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28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313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2245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723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35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2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3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9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227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75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91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32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144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144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0" dur="14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4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4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987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13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399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97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08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07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68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4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1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074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14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75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6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6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01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05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73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041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66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9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61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94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8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87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9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6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9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3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10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14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95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368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29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72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0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1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3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8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7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8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14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14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7" dur="144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9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92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33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58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4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54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556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3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8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6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9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4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144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49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4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9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92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03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70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01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7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89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6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7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61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61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7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3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6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335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7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117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91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317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62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1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79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0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0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2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7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6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7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144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144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4" dur="144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07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07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4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73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6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3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6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3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0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8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35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144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6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66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41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81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85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5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83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76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29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4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0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29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98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08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49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05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488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15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89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94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61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962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45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26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7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2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3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0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2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144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144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1" dur="144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1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1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86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72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43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81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4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5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1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9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4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35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144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6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5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60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00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04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721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02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5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8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60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8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8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7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7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8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7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34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8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129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931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342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81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0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7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0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1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3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83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6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7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144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144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8" dur="144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4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66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53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2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62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2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9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7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2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1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144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60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594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34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74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78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67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69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22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34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0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22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91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013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42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9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41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08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82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879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50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82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0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4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64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9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0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12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1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144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144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5" dur="14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15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15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95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681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368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939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677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041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655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68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043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128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63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14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42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41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6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6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605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8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8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51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045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6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84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048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73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83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24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811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2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908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7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211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46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5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92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3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2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1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0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72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14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14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2" dur="144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6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6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0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27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513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8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23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8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5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3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8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4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41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6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144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9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4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7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5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6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8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01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3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81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02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70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80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22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8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21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8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624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83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6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41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7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9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32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03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9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68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144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144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9" dur="144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7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7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17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42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28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38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0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1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7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48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04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20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144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21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21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96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36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40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07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38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31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84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95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637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84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5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63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04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60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03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70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44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51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87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062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81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46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04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3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15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2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28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144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144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6" dur="144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88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8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29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54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41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12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5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1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83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1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273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44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144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4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40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55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5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9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69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7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501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032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82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03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72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821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23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9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22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95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637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9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44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6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9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34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1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0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04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144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144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3" dur="144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6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6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35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21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993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31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09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0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6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41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09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181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3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144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149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14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89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292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33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00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31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2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77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889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56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77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461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561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97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53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96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635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37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762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92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86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6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9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0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81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0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1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144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144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0" dur="14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98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498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925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65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336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90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646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01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62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179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65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01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14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6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71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11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15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8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13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06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9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71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9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8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8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9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35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88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45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9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4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5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1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1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6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2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93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3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7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6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14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14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7" dur="144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2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7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96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82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5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92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5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6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2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0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5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4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293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56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144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4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37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8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12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80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11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036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6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8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64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5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5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6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33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6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4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7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3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1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6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1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6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144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144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4" dur="144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45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4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98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11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397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969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07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0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68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1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073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157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144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76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75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511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90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6994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62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693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85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38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50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18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39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07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17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5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15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58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25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099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17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6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3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3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59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4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2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144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144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1" dur="144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057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05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99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23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09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98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1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08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69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5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2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144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5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70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1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81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123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04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9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77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8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6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8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34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7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44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8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44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54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2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1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6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2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8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2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7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144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144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8" dur="144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0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0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4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69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5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6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6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4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9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7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31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1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7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7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5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144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301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300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761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15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19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87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18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610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63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75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43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64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32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42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8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404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833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50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24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277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218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649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17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3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29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77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20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74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90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144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144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5" dur="144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18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1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59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84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7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8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58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5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13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4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43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144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3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8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0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69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003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2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7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5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6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4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4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6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2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5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32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6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7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10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891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294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4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82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0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74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6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144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144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2" dur="144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6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6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05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3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17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26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28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0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59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3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9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9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67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821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144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1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04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5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5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99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671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977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0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3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5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3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3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2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23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3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2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29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3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08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84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242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0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4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89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9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8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0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64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6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144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144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9" dur="144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7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7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45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32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41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43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1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7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51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0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91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14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3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652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14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144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63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62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37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77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81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9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9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72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255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37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05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258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94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04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45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02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4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11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8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9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55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88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36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69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12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93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2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144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144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6" dur="144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9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9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3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57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4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53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5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3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8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6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1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0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5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8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144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2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17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6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00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68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9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16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4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6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44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3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3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4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1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4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3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5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093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8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268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28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8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99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9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1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6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6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6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144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144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3" dur="144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7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7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13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38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2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34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36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1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6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44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8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2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63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11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3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7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144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56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55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30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70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74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2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2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65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18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30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983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18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87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97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388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95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38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04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79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844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74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5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5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82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85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6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0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144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144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0" dur="144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87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8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2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53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539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11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4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21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8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5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15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8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144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85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7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2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6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4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51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7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00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2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804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01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9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97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20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74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203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7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61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7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5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39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0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0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97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9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6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144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144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7" dur="144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3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32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7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99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8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9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9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7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2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0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4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6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62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75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9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144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59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5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05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02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4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19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2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51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82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99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7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8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71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71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8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4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7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45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87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48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0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34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0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0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2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94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8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8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62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144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144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4" dur="144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48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47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8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14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0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1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1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8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43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75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48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5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01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22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144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18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174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92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32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36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0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34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27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80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92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80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49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59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00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56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998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66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40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47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815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988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84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5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9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17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9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14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22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144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144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1" dur="144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5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0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26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13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22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24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9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5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3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8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614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2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144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7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6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1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1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55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3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3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6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95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1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9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98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8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8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9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61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58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9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2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9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0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2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91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64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144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144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8" dur="144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4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8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07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9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03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0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3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1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6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47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576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47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9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144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11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104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85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25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29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971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277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20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73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85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53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73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42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523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93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92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59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33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701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8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89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8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87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6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8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0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144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144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5" dur="144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5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55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9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22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508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18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8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5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28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83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407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144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3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2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7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7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11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9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9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02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5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7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5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58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4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4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5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32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5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41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408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49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4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2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59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7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1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6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144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144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2" dur="144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0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0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4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68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5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63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6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4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9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74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2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1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57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697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24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49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8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144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0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5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6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73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9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4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2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3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1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1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3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9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2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9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34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36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44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6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2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5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9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61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0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6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144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144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9" dur="144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1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1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57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83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7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78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58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5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1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8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44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2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43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52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8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0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9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144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72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72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47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87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6991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58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689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8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35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469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14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35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041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1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55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11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54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21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095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20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7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2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22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573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3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2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144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144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6" dur="144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2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2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69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95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82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9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593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6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2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01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5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41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266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45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93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13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144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1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65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6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10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79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8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01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4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3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4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3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3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4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30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38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40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47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38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46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5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2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5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0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6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1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6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144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144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3" dur="144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75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7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1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41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62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37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39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11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4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0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87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0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85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042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36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99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3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5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7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144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97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97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72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12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16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83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14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60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60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71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39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60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2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3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80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36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79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46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20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6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24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212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574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24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4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24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6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73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98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144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144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0" dur="144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8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3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56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43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52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54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2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8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6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1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0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71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873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6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92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2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144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79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45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4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98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659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96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891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22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1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2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1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1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2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18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1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28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27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07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8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219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099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5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92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9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84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0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5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5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144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144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7" dur="144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3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35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76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19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058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459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56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3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08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63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4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6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95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163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45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6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144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77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767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1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1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95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63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9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86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39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1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193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39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08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18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598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16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59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2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0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045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78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168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095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7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99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9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7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8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54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4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144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144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4" dur="144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5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5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9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17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60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12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1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4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2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7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81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994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8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22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7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144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595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58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341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73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77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5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61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68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21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33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01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22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90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007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4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984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413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08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82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874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495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81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1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46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6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9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01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7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14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144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144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1" dur="144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6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62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03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29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61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2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2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10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5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3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7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83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018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94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2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48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144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78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7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53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9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9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64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953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87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0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52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0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1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09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19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1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17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0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27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14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058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193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097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36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9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9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7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9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5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5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5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144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144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8" dur="144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4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4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8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1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97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0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08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8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39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1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71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5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7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80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98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8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19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4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144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52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51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27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66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70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38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69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61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14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26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94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15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83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93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3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91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34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01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75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808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381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67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6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6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5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6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67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5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9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144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144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5" dur="144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58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5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99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25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12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2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2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9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5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31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8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7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9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66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81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49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7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08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144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4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4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9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9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0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13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3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8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67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7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5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7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3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6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3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7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3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088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1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2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8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7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8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5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" dur="144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144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2" dur="144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0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0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45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7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65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66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68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14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7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3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1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90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101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1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49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144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2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1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6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6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0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181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48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1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4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6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4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4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3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3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4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1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3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0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4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1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04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268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3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1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2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7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6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7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5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144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144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9" dur="144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1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1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85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73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81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83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5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1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9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4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31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49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76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931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7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0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3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144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14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13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88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28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32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00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30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23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76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88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56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76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45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55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96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53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96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62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37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91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87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6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92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0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7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1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144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144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6" dur="144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3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3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7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98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8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93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9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7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2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04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5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4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6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78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956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13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3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144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35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2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7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1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19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26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5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7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54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4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4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5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2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5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6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24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06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29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2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1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22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8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7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7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5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144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144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3" dur="144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1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12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53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78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6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74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76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5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0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8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4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2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4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75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917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03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28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144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07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067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81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21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25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93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2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166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69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81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493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38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48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898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46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89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5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30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6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77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92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8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82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7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4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73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8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144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144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0" dur="144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27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27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26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993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48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989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691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96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2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99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355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439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36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74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1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62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9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3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144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95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88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41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3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7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5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61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8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1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3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1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2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20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307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84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13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8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2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421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7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3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5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94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5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0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144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144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7" dur="144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7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7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1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39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62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3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3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11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6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4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01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8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0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85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038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9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33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144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86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15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1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5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29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3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61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492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28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49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18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281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69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5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68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55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36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9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3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49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8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43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9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5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144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144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4" dur="144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88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38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29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54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4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5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2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83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1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71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869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61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91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144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69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684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43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83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6987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5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6857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78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31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43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1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31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00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103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51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0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50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17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091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23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8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2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0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555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2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16"/>
                                          </p:val>
                                        </p:tav>
                                        <p:tav tm="90069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144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144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1" dur="144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34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066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553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062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764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0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59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07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42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73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893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36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9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2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144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8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87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2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2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65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4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4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7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505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62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30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508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19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29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70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71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68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1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32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39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08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3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5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8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4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9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58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144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" dur="144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8" dur="144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615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615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56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98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138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539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7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64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8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8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643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727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637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08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321"/>
                                          </p:val>
                                        </p:tav>
                                        <p:tav tm="71594">
                                          <p:val>
                                            <p:strVal val="#ppt_x+0.00444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59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406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144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489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48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23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632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67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34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65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5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11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229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90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11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801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31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87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30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97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71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32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9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7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4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4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3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9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144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144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5" dur="144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71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13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053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454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94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55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2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0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5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4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95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152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44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23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73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144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1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0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5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5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49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1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47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0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3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2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3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2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2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3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69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28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79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3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24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4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2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19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7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6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5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144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144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2" dur="144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67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67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617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459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199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6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404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70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87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348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704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78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69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18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442"/>
                                          </p:val>
                                        </p:tav>
                                        <p:tav tm="71594">
                                          <p:val>
                                            <p:strVal val="#ppt_x+0.00492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67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86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533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54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144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28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277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2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46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14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4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376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07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2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03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59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69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08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673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02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7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1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57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98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19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2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1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62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4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5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4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144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144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9" dur="144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9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32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74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114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51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55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61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8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6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61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70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614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04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273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49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96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144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10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09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851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24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28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96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27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19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72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846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525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73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41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51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9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494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923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59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333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692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83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90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7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8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8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5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8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09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144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144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6" dur="144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60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60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44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86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126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527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67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62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9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7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631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71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62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06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297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54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97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401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144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297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2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04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44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4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15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463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38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92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03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71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92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60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70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12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68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11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78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52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588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00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22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75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2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1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67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5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6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5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144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144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3" dur="144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8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8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25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67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107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508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48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609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79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5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61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9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607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03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259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8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93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144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03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02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78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17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21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89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20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12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65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77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45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66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34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44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86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42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85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52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264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578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701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95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9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7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5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25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5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94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144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144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0" dur="144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99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49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4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5165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652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4161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863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313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69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171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2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11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2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899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09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09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46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6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144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5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85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60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00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4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1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2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48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59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277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48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1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27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68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4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67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4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08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34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4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4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7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37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8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54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144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144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7" dur="144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645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64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86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428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168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569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400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6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84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31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67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757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4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66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13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38"/>
                                          </p:val>
                                        </p:tav>
                                        <p:tav tm="71594">
                                          <p:val>
                                            <p:strVal val="#ppt_x+0.00467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72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518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416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46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144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3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82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57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97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15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69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699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2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455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57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25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458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14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24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65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21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6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18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05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295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12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4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44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67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2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7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5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144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144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4" dur="144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5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01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43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083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484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24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585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5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3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587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7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84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99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211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37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36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84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144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65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64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39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79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6983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51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681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74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27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39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073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27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796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06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478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04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47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13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0881"/>
                                          </p:val>
                                        </p:tav>
                                        <p:tav tm="60046">
                                          <p:val>
                                            <p:strVal val="#ppt_y-0.00001"/>
                                          </p:val>
                                        </p:tav>
                                        <p:tav tm="66975">
                                          <p:val>
                                            <p:strVal val="#ppt_y-0.000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263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1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4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536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0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1"/>
                                          </p:val>
                                        </p:tav>
                                        <p:tav tm="90069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144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144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1" dur="144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72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57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513"/>
                                          </p:val>
                                        </p:tav>
                                        <p:tav tm="27714">
                                          <p:val>
                                            <p:strVal val="#ppt_x-0.05355"/>
                                          </p:val>
                                        </p:tav>
                                        <p:tav tm="32333">
                                          <p:val>
                                            <p:strVal val="#ppt_x-0.05095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496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936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59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76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2244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684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595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1018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1235"/>
                                          </p:val>
                                        </p:tav>
                                        <p:tav tm="73903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251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441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482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389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22"/>
                                          </p:val>
                                        </p:tav>
                                        <p:tav tm="96998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144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45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838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5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0988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028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704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011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4937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468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585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264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471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157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257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669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234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663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331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07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11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4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4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572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631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283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52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144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144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8" dur="14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18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18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59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84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71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42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8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44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5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13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46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14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89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82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35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32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72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49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55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81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012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809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015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702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801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214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78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207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75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617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77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5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403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77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31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07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9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96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6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14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14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1594">
                                          <p:val>
                                            <p:strVal val="#ppt_h*0.95221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85450">
                                          <p:val>
                                            <p:strVal val="#ppt_h*1.0131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6998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4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5" dur="144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0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0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45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7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57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2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66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299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7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32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144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39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38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13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53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57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25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55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48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01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13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81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01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70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80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21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78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21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87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62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68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16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41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674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99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32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0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01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98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67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144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144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1594">
                                          <p:val>
                                            <p:strVal val="#ppt_h*0.95221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85450">
                                          <p:val>
                                            <p:strVal val="#ppt_h*1.0131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6998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1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2" dur="144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56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5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97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22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509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18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82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51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2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84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3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40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144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866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859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612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009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049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726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032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958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489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607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286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492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179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278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691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255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684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352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094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58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134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939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352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08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297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47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0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01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135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685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7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144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144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9" dur="144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39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81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06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92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64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02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6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78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35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12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68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52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1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76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144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54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54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294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69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731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08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1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6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17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289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968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174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8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9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373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93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366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03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776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829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417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71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5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58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5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76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7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5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01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144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144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6" dur="144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1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05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777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463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403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773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3136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0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783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13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62356">
                                          <p:val>
                                            <p:strVal val="#ppt_x+0.00153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85450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144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194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187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939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337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37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053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3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285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81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934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613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81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506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60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018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58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01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68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421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83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01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833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652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723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803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419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2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144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144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2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3" dur="144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211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211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52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77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65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73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575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51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407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84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39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23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42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85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54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144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318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318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93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33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3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7004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35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627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8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92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607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81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6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901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576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500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673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41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44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246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991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544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389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56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152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293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813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942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96998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" dur="144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144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9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0" dur="144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9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5192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513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859"/>
                                          </p:val>
                                        </p:tav>
                                        <p:tav tm="36952">
                                          <p:val>
                                            <p:strVal val="#ppt_x-0.04346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855"/>
                                          </p:val>
                                        </p:tav>
                                        <p:tav tm="43880">
                                          <p:val>
                                            <p:strVal val="#ppt_x-0.03557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83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38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86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1221"/>
                                          </p:val>
                                        </p:tav>
                                        <p:tav tm="57737">
                                          <p:val>
                                            <p:strVal val="#ppt_x-0.00305"/>
                                          </p:val>
                                        </p:tav>
                                        <p:tav tm="60046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64665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66975">
                                          <p:val>
                                            <p:strVal val="#ppt_x+0.00481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80831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83141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90069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144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318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3174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92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232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1364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70041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8347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627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80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92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60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80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949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593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900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5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99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667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240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1436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2978"/>
                                          </p:val>
                                        </p:tav>
                                        <p:tav tm="69284">
                                          <p:val>
                                            <p:strVal val="#ppt_y+0.0153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391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455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3149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29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81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94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355"/>
                                          </p:val>
                                        </p:tav>
                                        <p:tav tm="96998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144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144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6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7" dur="144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704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4704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645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37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057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628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366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273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344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1899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376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57737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62356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64665">
                                          <p:val>
                                            <p:strVal val="#ppt_x-0.00405"/>
                                          </p:val>
                                        </p:tav>
                                        <p:tav tm="66975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90069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144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488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481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233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631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67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347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654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579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11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228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907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113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8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9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312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877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305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974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71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318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599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98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74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47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48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34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8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144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0046">
                                          <p:val>
                                            <p:strVal val="#ppt_w*1.00198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1594">
                                          <p:val>
                                            <p:strVal val="#ppt_w*1.03186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6212">
                                          <p:val>
                                            <p:strVal val="#ppt_w*0.99372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0831">
                                          <p:val>
                                            <p:strVal val="#ppt_w*0.9803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85450">
                                          <p:val>
                                            <p:strVal val="#ppt_w*0.9931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6998">
                                          <p:val>
                                            <p:strVal val="#ppt_w*1.0013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" dur="144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1594">
                                          <p:val>
                                            <p:strVal val="#ppt_h*0.95221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85450">
                                          <p:val>
                                            <p:strVal val="#ppt_h*1.0131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6998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3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4" dur="144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365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4365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306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031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3717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289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027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2391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005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156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037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0393"/>
                                          </p:val>
                                        </p:tav>
                                        <p:tav tm="57737">
                                          <p:val>
                                            <p:strVal val="#ppt_x+0.00523"/>
                                          </p:val>
                                        </p:tav>
                                        <p:tav tm="62356">
                                          <p:val>
                                            <p:strVal val="#ppt_x-0.00562"/>
                                          </p:val>
                                        </p:tav>
                                        <p:tav tm="64665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66975">
                                          <p:val>
                                            <p:strVal val="#ppt_x-0.01165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278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78522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80831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83141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90069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96998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144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562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555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307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705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745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21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28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653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184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302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98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187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874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974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386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951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379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048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789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842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4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746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539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55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5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881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984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62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79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2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144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144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1594">
                                          <p:val>
                                            <p:strVal val="#ppt_h*0.95221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85450">
                                          <p:val>
                                            <p:strVal val="#ppt_h*1.0131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6998">
                                          <p:val>
                                            <p:strVal val="#ppt_h*0.9987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0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1" dur="144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657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4656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598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323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009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581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319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2682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297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1852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329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0685"/>
                                          </p:val>
                                        </p:tav>
                                        <p:tav tm="57737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2356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64665">
                                          <p:val>
                                            <p:strVal val="#ppt_x-0.00482"/>
                                          </p:val>
                                        </p:tav>
                                        <p:tav tm="66975">
                                          <p:val>
                                            <p:strVal val="#ppt_x-0.00585"/>
                                          </p:val>
                                        </p:tav>
                                        <p:tav tm="73903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78522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0069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144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2623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2616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2368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766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806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9482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789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714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3246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60363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7042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3249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935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4035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8447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2012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4441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5109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85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62356">
                                          <p:val>
                                            <p:strVal val="#ppt_y+0.009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154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1867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491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539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36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908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3015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58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813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144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144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7" dur="100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8" dur="144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813"/>
                                          </p:val>
                                        </p:tav>
                                        <p:tav tm="18476">
                                          <p:val>
                                            <p:strVal val="#ppt_x-0.04813"/>
                                          </p:val>
                                        </p:tav>
                                        <p:tav tm="23095">
                                          <p:val>
                                            <p:strVal val="#ppt_x-0.04754"/>
                                          </p:val>
                                        </p:tav>
                                        <p:tav tm="30023">
                                          <p:val>
                                            <p:strVal val="#ppt_x-0.04479"/>
                                          </p:val>
                                        </p:tav>
                                        <p:tav tm="34642">
                                          <p:val>
                                            <p:strVal val="#ppt_x-0.04166"/>
                                          </p:val>
                                        </p:tav>
                                        <p:tav tm="39261">
                                          <p:val>
                                            <p:strVal val="#ppt_x-0.03737"/>
                                          </p:val>
                                        </p:tav>
                                        <p:tav tm="41570">
                                          <p:val>
                                            <p:strVal val="#ppt_x-0.03475"/>
                                          </p:val>
                                        </p:tav>
                                        <p:tav tm="46189">
                                          <p:val>
                                            <p:strVal val="#ppt_x-0.02839"/>
                                          </p:val>
                                        </p:tav>
                                        <p:tav tm="48499">
                                          <p:val>
                                            <p:strVal val="#ppt_x-0.02453"/>
                                          </p:val>
                                        </p:tav>
                                        <p:tav tm="50808">
                                          <p:val>
                                            <p:strVal val="#ppt_x-0.02008"/>
                                          </p:val>
                                        </p:tav>
                                        <p:tav tm="53118">
                                          <p:val>
                                            <p:strVal val="#ppt_x-0.01485"/>
                                          </p:val>
                                        </p:tav>
                                        <p:tav tm="55427">
                                          <p:val>
                                            <p:strVal val="#ppt_x-0.00841"/>
                                          </p:val>
                                        </p:tav>
                                        <p:tav tm="57737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64665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66975">
                                          <p:val>
                                            <p:strVal val="#ppt_x-0.00274"/>
                                          </p:val>
                                        </p:tav>
                                        <p:tav tm="76212">
                                          <p:val>
                                            <p:strVal val="#ppt_x-0.00132"/>
                                          </p:val>
                                        </p:tav>
                                        <p:tav tm="9930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144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99"/>
                                          </p:val>
                                        </p:tav>
                                        <p:tav tm="18476">
                                          <p:val>
                                            <p:strVal val="#ppt_y-0.71983"/>
                                          </p:val>
                                        </p:tav>
                                        <p:tav tm="20785">
                                          <p:val>
                                            <p:strVal val="#ppt_y-0.71736"/>
                                          </p:val>
                                        </p:tav>
                                        <p:tav tm="23095">
                                          <p:val>
                                            <p:strVal val="#ppt_y-0.71133"/>
                                          </p:val>
                                        </p:tav>
                                        <p:tav tm="25404">
                                          <p:val>
                                            <p:strVal val="#ppt_y-0.70173"/>
                                          </p:val>
                                        </p:tav>
                                        <p:tav tm="27714">
                                          <p:val>
                                            <p:strVal val="#ppt_y-0.6885"/>
                                          </p:val>
                                        </p:tav>
                                        <p:tav tm="30023">
                                          <p:val>
                                            <p:strVal val="#ppt_y-0.67156"/>
                                          </p:val>
                                        </p:tav>
                                        <p:tav tm="32333">
                                          <p:val>
                                            <p:strVal val="#ppt_y-0.65082"/>
                                          </p:val>
                                        </p:tav>
                                        <p:tav tm="34642">
                                          <p:val>
                                            <p:strVal val="#ppt_y-0.62613"/>
                                          </p:val>
                                        </p:tav>
                                        <p:tav tm="36952">
                                          <p:val>
                                            <p:strVal val="#ppt_y-0.59731"/>
                                          </p:val>
                                        </p:tav>
                                        <p:tav tm="39261">
                                          <p:val>
                                            <p:strVal val="#ppt_y-0.5641"/>
                                          </p:val>
                                        </p:tav>
                                        <p:tav tm="41570">
                                          <p:val>
                                            <p:strVal val="#ppt_y-0.52616"/>
                                          </p:val>
                                        </p:tav>
                                        <p:tav tm="43880">
                                          <p:val>
                                            <p:strVal val="#ppt_y-0.48303"/>
                                          </p:val>
                                        </p:tav>
                                        <p:tav tm="46189">
                                          <p:val>
                                            <p:strVal val="#ppt_y-0.43402"/>
                                          </p:val>
                                        </p:tav>
                                        <p:tav tm="48499">
                                          <p:val>
                                            <p:strVal val="#ppt_y-0.37815"/>
                                          </p:val>
                                        </p:tav>
                                        <p:tav tm="50808">
                                          <p:val>
                                            <p:strVal val="#ppt_y-0.31379"/>
                                          </p:val>
                                        </p:tav>
                                        <p:tav tm="53118">
                                          <p:val>
                                            <p:strVal val="#ppt_y-0.23808"/>
                                          </p:val>
                                        </p:tav>
                                        <p:tav tm="55427">
                                          <p:val>
                                            <p:strVal val="#ppt_y-0.14476"/>
                                          </p:val>
                                        </p:tav>
                                        <p:tav tm="57737">
                                          <p:val>
                                            <p:strVal val="#ppt_y-0.01218"/>
                                          </p:val>
                                        </p:tav>
                                        <p:tav tm="60046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64665">
                                          <p:val>
                                            <p:strVal val="#ppt_y+0.00503"/>
                                          </p:val>
                                        </p:tav>
                                        <p:tav tm="66975">
                                          <p:val>
                                            <p:strVal val="#ppt_y+0.0061"/>
                                          </p:val>
                                        </p:tav>
                                        <p:tav tm="71594">
                                          <p:val>
                                            <p:strVal val="#ppt_y-0.00995"/>
                                          </p:val>
                                        </p:tav>
                                        <p:tav tm="73903">
                                          <p:val>
                                            <p:strVal val="#ppt_y-0.01706"/>
                                          </p:val>
                                        </p:tav>
                                        <p:tav tm="76212">
                                          <p:val>
                                            <p:strVal val="#ppt_y-0.02268"/>
                                          </p:val>
                                        </p:tav>
                                        <p:tav tm="78522">
                                          <p:val>
                                            <p:strVal val="#ppt_y-0.02635"/>
                                          </p:val>
                                        </p:tav>
                                        <p:tav tm="80831">
                                          <p:val>
                                            <p:strVal val="#ppt_y-0.02702"/>
                                          </p:val>
                                        </p:tav>
                                        <p:tav tm="83141">
                                          <p:val>
                                            <p:strVal val="#ppt_y-0.02337"/>
                                          </p:val>
                                        </p:tav>
                                        <p:tav tm="85450">
                                          <p:val>
                                            <p:strVal val="#ppt_y-0.01676"/>
                                          </p:val>
                                        </p:tav>
                                        <p:tav tm="90069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930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144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6"/>
                                          </p:val>
                                        </p:tav>
                                        <p:tav tm="57737">
                                          <p:val>
                                            <p:strVal val="#ppt_w*0.96"/>
                                          </p:val>
                                        </p:tav>
                                        <p:tav tm="60046">
                                          <p:val>
                                            <p:strVal val="#ppt_w*1.00198"/>
                                          </p:val>
                                        </p:tav>
                                        <p:tav tm="62356">
                                          <p:val>
                                            <p:strVal val="#ppt_w*1.03836"/>
                                          </p:val>
                                        </p:tav>
                                        <p:tav tm="64665">
                                          <p:val>
                                            <p:strVal val="#ppt_w*1.06559"/>
                                          </p:val>
                                        </p:tav>
                                        <p:tav tm="66975">
                                          <p:val>
                                            <p:strVal val="#ppt_w*1.07955"/>
                                          </p:val>
                                        </p:tav>
                                        <p:tav tm="71594">
                                          <p:val>
                                            <p:strVal val="#ppt_w*1.03186"/>
                                          </p:val>
                                        </p:tav>
                                        <p:tav tm="73903">
                                          <p:val>
                                            <p:strVal val="#ppt_w*1.01057"/>
                                          </p:val>
                                        </p:tav>
                                        <p:tav tm="76212">
                                          <p:val>
                                            <p:strVal val="#ppt_w*0.99372"/>
                                          </p:val>
                                        </p:tav>
                                        <p:tav tm="78522">
                                          <p:val>
                                            <p:strVal val="#ppt_w*0.98274"/>
                                          </p:val>
                                        </p:tav>
                                        <p:tav tm="80831">
                                          <p:val>
                                            <p:strVal val="#ppt_w*0.9803"/>
                                          </p:val>
                                        </p:tav>
                                        <p:tav tm="8314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85450">
                                          <p:val>
                                            <p:strVal val="#ppt_w*0.9931"/>
                                          </p:val>
                                        </p:tav>
                                        <p:tav tm="90069">
                                          <p:val>
                                            <p:strVal val="#ppt_w*1.01435"/>
                                          </p:val>
                                        </p:tav>
                                        <p:tav tm="96998">
                                          <p:val>
                                            <p:strVal val="#ppt_w*1.0013"/>
                                          </p:val>
                                        </p:tav>
                                        <p:tav tm="9930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144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06"/>
                                          </p:val>
                                        </p:tav>
                                        <p:tav tm="57737">
                                          <p:val>
                                            <p:strVal val="#ppt_h*1.06"/>
                                          </p:val>
                                        </p:tav>
                                        <p:tav tm="60046">
                                          <p:val>
                                            <p:strVal val="#ppt_h*0.99703"/>
                                          </p:val>
                                        </p:tav>
                                        <p:tav tm="62356">
                                          <p:val>
                                            <p:strVal val="#ppt_h*0.94247"/>
                                          </p:val>
                                        </p:tav>
                                        <p:tav tm="64665">
                                          <p:val>
                                            <p:strVal val="#ppt_h*0.90161"/>
                                          </p:val>
                                        </p:tav>
                                        <p:tav tm="66975">
                                          <p:val>
                                            <p:strVal val="#ppt_h*0.88068"/>
                                          </p:val>
                                        </p:tav>
                                        <p:tav tm="73903">
                                          <p:val>
                                            <p:strVal val="#ppt_h*0.98415"/>
                                          </p:val>
                                        </p:tav>
                                        <p:tav tm="76212">
                                          <p:val>
                                            <p:strVal val="#ppt_h*1.00942"/>
                                          </p:val>
                                        </p:tav>
                                        <p:tav tm="78522">
                                          <p:val>
                                            <p:strVal val="#ppt_h*1.02589"/>
                                          </p:val>
                                        </p:tav>
                                        <p:tav tm="80831">
                                          <p:val>
                                            <p:strVal val="#ppt_h*1.02961"/>
                                          </p:val>
                                        </p:tav>
                                        <p:tav tm="83141">
                                          <p:val>
                                            <p:strVal val="#ppt_h*1.02376"/>
                                          </p:val>
                                        </p:tav>
                                        <p:tav tm="90069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9930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4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5" dur="61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8" dur="67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9" dur="192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192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192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192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192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83"/>
                                          </p:val>
                                        </p:tav>
                                        <p:tav tm="38128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192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19"/>
                                          </p:val>
                                        </p:tav>
                                        <p:tav tm="36395">
                                          <p:val>
                                            <p:strVal val="#ppt_y-0.00313"/>
                                          </p:val>
                                        </p:tav>
                                        <p:tav tm="62392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192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192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192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8"/>
                                          </p:val>
                                        </p:tav>
                                        <p:tav tm="31196">
                                          <p:val>
                                            <p:fltVal val="-18"/>
                                          </p:val>
                                        </p:tav>
                                        <p:tav tm="36395">
                                          <p:val>
                                            <p:fltVal val="-17.59"/>
                                          </p:val>
                                        </p:tav>
                                        <p:tav tm="39861">
                                          <p:val>
                                            <p:fltVal val="-16.65"/>
                                          </p:val>
                                        </p:tav>
                                        <p:tav tm="43328">
                                          <p:val>
                                            <p:fltVal val="-14.78"/>
                                          </p:val>
                                        </p:tav>
                                        <p:tav tm="50260">
                                          <p:val>
                                            <p:fltVal val="-8.2"/>
                                          </p:val>
                                        </p:tav>
                                        <p:tav tm="53726">
                                          <p:val>
                                            <p:fltVal val="-5.52"/>
                                          </p:val>
                                        </p:tav>
                                        <p:tav tm="57192">
                                          <p:val>
                                            <p:fltVal val="-3.66"/>
                                          </p:val>
                                        </p:tav>
                                        <p:tav tm="62392">
                                          <p:val>
                                            <p:fltVal val="-1.88"/>
                                          </p:val>
                                        </p:tav>
                                        <p:tav tm="67591">
                                          <p:val>
                                            <p:fltVal val="-0.84"/>
                                          </p:val>
                                        </p:tav>
                                        <p:tav tm="74523">
                                          <p:val>
                                            <p:fltVal val="-0.16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111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085"/>
                                          </p:val>
                                        </p:tav>
                                        <p:tav tm="14970">
                                          <p:val>
                                            <p:strVal val="#ppt_x-0.02085"/>
                                          </p:val>
                                        </p:tav>
                                        <p:tav tm="17964">
                                          <p:val>
                                            <p:strVal val="#ppt_x-0.01808"/>
                                          </p:val>
                                        </p:tav>
                                        <p:tav tm="20958">
                                          <p:val>
                                            <p:strVal val="#ppt_x-0.01406"/>
                                          </p:val>
                                        </p:tav>
                                        <p:tav tm="23952">
                                          <p:val>
                                            <p:strVal val="#ppt_x-0.01083"/>
                                          </p:val>
                                        </p:tav>
                                        <p:tav tm="26946">
                                          <p:val>
                                            <p:strVal val="#ppt_x-0.00831"/>
                                          </p:val>
                                        </p:tav>
                                        <p:tav tm="32934">
                                          <p:val>
                                            <p:strVal val="#ppt_x-0.00491"/>
                                          </p:val>
                                        </p:tav>
                                        <p:tav tm="41916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50898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5988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80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111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23"/>
                                          </p:val>
                                        </p:tav>
                                        <p:tav tm="14970">
                                          <p:val>
                                            <p:strVal val="#ppt_w*0.923"/>
                                          </p:val>
                                        </p:tav>
                                        <p:tav tm="17964">
                                          <p:val>
                                            <p:strVal val="#ppt_w*0.93324"/>
                                          </p:val>
                                        </p:tav>
                                        <p:tav tm="20958">
                                          <p:val>
                                            <p:strVal val="#ppt_w*0.94808"/>
                                          </p:val>
                                        </p:tav>
                                        <p:tav tm="23952">
                                          <p:val>
                                            <p:strVal val="#ppt_w*0.96003"/>
                                          </p:val>
                                        </p:tav>
                                        <p:tav tm="26946">
                                          <p:val>
                                            <p:strVal val="#ppt_w*0.96933"/>
                                          </p:val>
                                        </p:tav>
                                        <p:tav tm="29940">
                                          <p:val>
                                            <p:strVal val="#ppt_w*0.97645"/>
                                          </p:val>
                                        </p:tav>
                                        <p:tav tm="32934">
                                          <p:val>
                                            <p:strVal val="#ppt_w*0.98189"/>
                                          </p:val>
                                        </p:tav>
                                        <p:tav tm="35928">
                                          <p:val>
                                            <p:strVal val="#ppt_w*0.98604"/>
                                          </p:val>
                                        </p:tav>
                                        <p:tav tm="41916">
                                          <p:val>
                                            <p:strVal val="#ppt_w*0.9917"/>
                                          </p:val>
                                        </p:tav>
                                        <p:tav tm="50898">
                                          <p:val>
                                            <p:strVal val="#ppt_w*0.99627"/>
                                          </p:val>
                                        </p:tav>
                                        <p:tav tm="59880">
                                          <p:val>
                                            <p:strVal val="#ppt_w*0.99844"/>
                                          </p:val>
                                        </p:tav>
                                        <p:tav tm="74850">
                                          <p:val>
                                            <p:strVal val="#ppt_w*0.99976"/>
                                          </p:val>
                                        </p:tav>
                                        <p:tav tm="988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31" presetClass="entr" presetSubtype="0" fill="hold" grpId="0" nodeType="withEffect">
                                  <p:stCondLst>
                                    <p:cond delay="98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0" presetID="3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2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31" presetClass="entr" presetSubtype="0" fill="hold" grpId="0" nodeType="withEffect">
                                  <p:stCondLst>
                                    <p:cond delay="121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125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2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" presetID="31" presetClass="entr" presetSubtype="0" fill="hold" grpId="0" nodeType="withEffect">
                                  <p:stCondLst>
                                    <p:cond delay="137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" presetID="31" presetClass="entr" presetSubtype="0" fill="hold" grpId="0" nodeType="withEffect">
                                  <p:stCondLst>
                                    <p:cond delay="138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2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5" presetID="31" presetClass="entr" presetSubtype="0" fill="hold" grpId="0" nodeType="withEffect">
                                  <p:stCondLst>
                                    <p:cond delay="148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7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31" presetClass="entr" presetSubtype="0" fill="hold" grpId="0" nodeType="withEffect">
                                  <p:stCondLst>
                                    <p:cond delay="149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2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820" fill="hold" decel="100000"/>
                                        <p:tgtEl>
                                          <p:spTgt spid="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68" dur="820" decel="100000"/>
                                        <p:tgtEl>
                                          <p:spTgt spid="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9" presetID="31" presetClass="entr" presetSubtype="0" fill="hold" grpId="0" nodeType="withEffect">
                                  <p:stCondLst>
                                    <p:cond delay="165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1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31" presetClass="entr" presetSubtype="0" fill="hold" grpId="0" nodeType="withEffect">
                                  <p:stCondLst>
                                    <p:cond delay="166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6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1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6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31" presetClass="entr" presetSubtype="0" fill="hold" grpId="0" nodeType="withEffect">
                                  <p:stCondLst>
                                    <p:cond delay="175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1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178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6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1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31" presetClass="entr" presetSubtype="0" fill="hold" grpId="0" nodeType="withEffect">
                                  <p:stCondLst>
                                    <p:cond delay="192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6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1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6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1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205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6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1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3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4" presetID="31" presetClass="entr" presetSubtype="0" fill="hold" grpId="0" nodeType="withEffect">
                                  <p:stCondLst>
                                    <p:cond delay="212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6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1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2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6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1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6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1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6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31" presetClass="entr" presetSubtype="0" fill="hold" grpId="0" nodeType="withEffect">
                                  <p:stCondLst>
                                    <p:cond delay="234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1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31" presetClass="entr" presetSubtype="0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6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1" dur="820" fill="hold" decel="100000"/>
                                        <p:tgtEl>
                                          <p:spTgt spid="1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82" dur="820" decel="100000"/>
                                        <p:tgtEl>
                                          <p:spTgt spid="1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3" presetID="31" presetClass="entr" presetSubtype="0" fill="hold" grpId="0" nodeType="withEffect">
                                  <p:stCondLst>
                                    <p:cond delay="236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5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6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8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0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5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7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8" presetID="31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0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2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3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5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0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3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5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7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8" presetID="31" presetClass="entr" presetSubtype="0" fill="hold" grpId="0" nodeType="withEffect">
                                  <p:stCondLst>
                                    <p:cond delay="251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0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2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3" presetID="31" presetClass="entr" presetSubtype="0" fill="hold" grpId="0" nodeType="withEffect">
                                  <p:stCondLst>
                                    <p:cond delay="252"/>
                                  </p:stCondLst>
                                  <p:childTnLs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5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8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0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3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5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7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0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3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5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8" presetID="31" presetClass="entr" presetSubtype="0" fill="hold" grpId="0" nodeType="withEffect">
                                  <p:stCondLst>
                                    <p:cond delay="264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0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31" presetClass="entr" presetSubtype="0" fill="hold" grpId="0" nodeType="withEffect">
                                  <p:stCondLst>
                                    <p:cond delay="265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5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6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7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8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0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1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2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3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5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6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272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0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2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3" presetID="31" presetClass="entr" presetSubtype="0" fill="hold" grpId="0" nodeType="withEffect">
                                  <p:stCondLst>
                                    <p:cond delay="273"/>
                                  </p:stCondLst>
                                  <p:childTnLs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5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6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7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8" presetID="31" presetClass="entr" presetSubtype="0" fill="hold" grpId="0" nodeType="withEffect">
                                  <p:stCondLst>
                                    <p:cond delay="275"/>
                                  </p:stCondLst>
                                  <p:childTnLs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0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1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2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3" presetID="31" presetClass="entr" presetSubtype="0" fill="hold" grpId="0" nodeType="withEffect">
                                  <p:stCondLst>
                                    <p:cond delay="279"/>
                                  </p:stCondLst>
                                  <p:childTnLs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5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6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8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0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2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5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6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292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0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1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2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3" presetID="31" presetClass="entr" presetSubtype="0" fill="hold" grpId="0" nodeType="withEffect">
                                  <p:stCondLst>
                                    <p:cond delay="297"/>
                                  </p:stCondLst>
                                  <p:childTnLs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5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6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8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0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1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2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3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5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6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7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8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0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1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2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3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5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6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0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2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3" presetID="31" presetClass="entr" presetSubtype="0" fill="hold" grpId="0" nodeType="withEffect">
                                  <p:stCondLst>
                                    <p:cond delay="311"/>
                                  </p:stCondLst>
                                  <p:childTnLs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5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6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7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8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0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1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2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3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5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6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8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0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3" presetID="31" presetClass="entr" presetSubtype="0" fill="hold" grpId="0" nodeType="withEffect">
                                  <p:stCondLst>
                                    <p:cond delay="324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5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6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7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0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2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3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5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6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8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0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2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31" presetClass="entr" presetSubtype="0" fill="hold" grpId="0" nodeType="withEffect">
                                  <p:stCondLst>
                                    <p:cond delay="343"/>
                                  </p:stCondLst>
                                  <p:childTnLs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5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6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8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0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1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2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3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5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0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2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3" presetID="31" presetClass="entr" presetSubtype="0" fill="hold" grpId="0" nodeType="withEffect">
                                  <p:stCondLst>
                                    <p:cond delay="353"/>
                                  </p:stCondLst>
                                  <p:childTnLs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5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7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8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0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1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2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3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6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8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0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2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5" dur="3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8" dur="3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1" dur="3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4" dur="3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5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7" dur="3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0" dur="3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1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3" dur="3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4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6" dur="3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7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9" dur="3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0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2" dur="3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5" dur="3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8" dur="3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1" dur="3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4" dur="3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5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7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0" presetID="31" presetClass="entr" presetSubtype="0" fill="hold" grpId="0" nodeType="withEffect">
                                  <p:stCondLst>
                                    <p:cond delay="368"/>
                                  </p:stCondLst>
                                  <p:childTnLs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2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4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5" presetID="31" presetClass="entr" presetSubtype="0" fill="hold" grpId="0" nodeType="withEffect">
                                  <p:stCondLst>
                                    <p:cond delay="370"/>
                                  </p:stCondLst>
                                  <p:childTnLs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7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8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9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0" presetID="31" presetClass="entr" presetSubtype="0" fill="hold" grpId="0" nodeType="withEffect">
                                  <p:stCondLst>
                                    <p:cond delay="371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2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4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5" presetID="31" presetClass="entr" presetSubtype="0" fill="hold" grpId="0" nodeType="withEffect">
                                  <p:stCondLst>
                                    <p:cond delay="375"/>
                                  </p:stCondLst>
                                  <p:childTnLst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7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8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0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2" dur="304" fill="hold" decel="100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304" fill="hold" decel="100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4" dur="304" fill="hold" decel="100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5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7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8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9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0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1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2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3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4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5" presetID="31" presetClass="entr" presetSubtype="0" fill="hold" grpId="0" nodeType="withEffect">
                                  <p:stCondLst>
                                    <p:cond delay="392"/>
                                  </p:stCondLst>
                                  <p:childTnLs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7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8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9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0" presetID="31" presetClass="entr" presetSubtype="0" fill="hold" grpId="0" nodeType="withEffect">
                                  <p:stCondLst>
                                    <p:cond delay="394"/>
                                  </p:stCondLst>
                                  <p:childTnLs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2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5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7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8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9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0" presetID="31" presetClass="entr" presetSubtype="0" fill="hold" grpId="0" nodeType="withEffect">
                                  <p:stCondLst>
                                    <p:cond delay="407"/>
                                  </p:stCondLst>
                                  <p:childTnLs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2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4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5" presetID="31" presetClass="entr" presetSubtype="0" fill="hold" grpId="0" nodeType="withEffect">
                                  <p:stCondLst>
                                    <p:cond delay="414"/>
                                  </p:stCondLst>
                                  <p:childTnLs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7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8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0" presetID="31" presetClass="entr" presetSubtype="0" fill="hold" grpId="0" nodeType="withEffect">
                                  <p:stCondLst>
                                    <p:cond delay="416"/>
                                  </p:stCondLst>
                                  <p:childTnLst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2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5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6" dur="37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37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9" dur="37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0" dur="37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37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3" dur="37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4" dur="37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37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6" dur="37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7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8" dur="37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9" dur="37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0" dur="37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1" dur="37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3" dur="37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4" dur="37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5" dur="37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7" dur="37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37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9" dur="37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0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1" dur="37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2" dur="37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3" dur="37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5" dur="37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6" dur="37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7" dur="37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8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9" dur="37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0" dur="37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1" presetID="0" presetClass="path" presetSubtype="0" repeatCount="indefinite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2" dur="38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877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1754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3509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4386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38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877">
                                          <p:val>
                                            <p:strVal val="#ppt_y-0.0054"/>
                                          </p:val>
                                        </p:tav>
                                        <p:tav tm="1754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3509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4386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Rot by="-844994">
                                      <p:cBhvr>
                                        <p:cTn id="1164" dur="3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125139">
                                      <p:cBhvr>
                                        <p:cTn id="1165" dur="33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87628">
                                      <p:cBhvr>
                                        <p:cTn id="1166" dur="33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6348">
                                      <p:cBhvr>
                                        <p:cTn id="1167" dur="33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63831">
                                      <p:cBhvr>
                                        <p:cTn id="1168" dur="33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9" fill="hold">
                      <p:stCondLst>
                        <p:cond delay="indefinite"/>
                      </p:stCondLst>
                      <p:childTnLst>
                        <p:par>
                          <p:cTn id="1170" fill="hold">
                            <p:stCondLst>
                              <p:cond delay="0"/>
                            </p:stCondLst>
                            <p:childTnLst>
                              <p:par>
                                <p:cTn id="1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74" dur="65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8" grpId="0" animBg="1"/>
      <p:bldP spid="187" grpId="0" animBg="1"/>
      <p:bldP spid="192" grpId="0" animBg="1"/>
      <p:bldP spid="194" grpId="0" animBg="1"/>
      <p:bldP spid="195" grpId="0" animBg="1"/>
      <p:bldP spid="75" grpId="0" animBg="1"/>
      <p:bldP spid="76" grpId="0" animBg="1"/>
      <p:bldP spid="58" grpId="0" animBg="1"/>
      <p:bldP spid="78" grpId="0" animBg="1"/>
      <p:bldP spid="57" grpId="0" animBg="1"/>
      <p:bldP spid="77" grpId="0" animBg="1"/>
      <p:bldP spid="60" grpId="0" animBg="1"/>
      <p:bldP spid="59" grpId="0" animBg="1"/>
      <p:bldP spid="179" grpId="0" build="p"/>
      <p:bldP spid="40" grpId="0" animBg="1"/>
      <p:bldP spid="79" grpId="0" animBg="1"/>
      <p:bldP spid="80" grpId="0" animBg="1"/>
      <p:bldP spid="62" grpId="0" animBg="1"/>
      <p:bldP spid="42" grpId="0" animBg="1"/>
      <p:bldP spid="39" grpId="0" animBg="1"/>
      <p:bldP spid="61" grpId="0" animBg="1"/>
      <p:bldP spid="41" grpId="0" animBg="1"/>
      <p:bldP spid="82" grpId="0" animBg="1"/>
      <p:bldP spid="43" grpId="0" animBg="1"/>
      <p:bldP spid="44" grpId="0" animBg="1"/>
      <p:bldP spid="22" grpId="0" animBg="1"/>
      <p:bldP spid="63" grpId="0" animBg="1"/>
      <p:bldP spid="81" grpId="0" animBg="1"/>
      <p:bldP spid="21" grpId="0" animBg="1"/>
      <p:bldP spid="24" grpId="0" animBg="1"/>
      <p:bldP spid="46" grpId="0" animBg="1"/>
      <p:bldP spid="26" grpId="0" animBg="1"/>
      <p:bldP spid="64" grpId="0" animBg="1"/>
      <p:bldP spid="23" grpId="0" animBg="1"/>
      <p:bldP spid="4" grpId="0" animBg="1"/>
      <p:bldP spid="83" grpId="0" animBg="1"/>
      <p:bldP spid="45" grpId="0" animBg="1"/>
      <p:bldP spid="6" grpId="0" animBg="1"/>
      <p:bldP spid="25" grpId="0" animBg="1"/>
      <p:bldP spid="66" grpId="0" animBg="1"/>
      <p:bldP spid="84" grpId="0" animBg="1"/>
      <p:bldP spid="3" grpId="0" animBg="1"/>
      <p:bldP spid="65" grpId="0" animBg="1"/>
      <p:bldP spid="28" grpId="0" animBg="1"/>
      <p:bldP spid="27" grpId="0" animBg="1"/>
      <p:bldP spid="48" grpId="0" animBg="1"/>
      <p:bldP spid="5" grpId="0" animBg="1"/>
      <p:bldP spid="47" grpId="0" animBg="1"/>
      <p:bldP spid="8" grpId="0" animBg="1"/>
      <p:bldP spid="7" grpId="0" animBg="1"/>
      <p:bldP spid="86" grpId="0" animBg="1"/>
      <p:bldP spid="30" grpId="0" animBg="1"/>
      <p:bldP spid="67" grpId="0" animBg="1"/>
      <p:bldP spid="10" grpId="0" animBg="1"/>
      <p:bldP spid="85" grpId="0" animBg="1"/>
      <p:bldP spid="50" grpId="0" animBg="1"/>
      <p:bldP spid="68" grpId="0" animBg="1"/>
      <p:bldP spid="29" grpId="0" animBg="1"/>
      <p:bldP spid="9" grpId="0" animBg="1"/>
      <p:bldP spid="49" grpId="0" animBg="1"/>
      <p:bldP spid="87" grpId="0" animBg="1"/>
      <p:bldP spid="70" grpId="0" animBg="1"/>
      <p:bldP spid="31" grpId="0" animBg="1"/>
      <p:bldP spid="12" grpId="0" animBg="1"/>
      <p:bldP spid="32" grpId="0" animBg="1"/>
      <p:bldP spid="11" grpId="0" animBg="1"/>
      <p:bldP spid="88" grpId="0" animBg="1"/>
      <p:bldP spid="51" grpId="0" animBg="1"/>
      <p:bldP spid="69" grpId="0" animBg="1"/>
      <p:bldP spid="14" grpId="0" animBg="1"/>
      <p:bldP spid="52" grpId="0" animBg="1"/>
      <p:bldP spid="34" grpId="0" animBg="1"/>
      <p:bldP spid="90" grpId="0" animBg="1"/>
      <p:bldP spid="13" grpId="0" animBg="1"/>
      <p:bldP spid="33" grpId="0" animBg="1"/>
      <p:bldP spid="71" grpId="0" animBg="1"/>
      <p:bldP spid="89" grpId="0" animBg="1"/>
      <p:bldP spid="54" grpId="0" animBg="1"/>
      <p:bldP spid="72" grpId="0" animBg="1"/>
      <p:bldP spid="16" grpId="0" animBg="1"/>
      <p:bldP spid="15" grpId="0" animBg="1"/>
      <p:bldP spid="35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8" grpId="0" animBg="1"/>
      <p:bldP spid="189" grpId="0" animBg="1"/>
      <p:bldP spid="190" grpId="0" animBg="1"/>
      <p:bldP spid="191" grpId="0" animBg="1"/>
      <p:bldP spid="193" grpId="0" animBg="1"/>
      <p:bldP spid="53" grpId="0" animBg="1"/>
      <p:bldP spid="91" grpId="0" animBg="1"/>
      <p:bldP spid="36" grpId="0" animBg="1"/>
      <p:bldP spid="18" grpId="0" animBg="1"/>
      <p:bldP spid="74" grpId="0" animBg="1"/>
      <p:bldP spid="92" grpId="0" animBg="1"/>
      <p:bldP spid="73" grpId="0" animBg="1"/>
      <p:bldP spid="55" grpId="0" animBg="1"/>
      <p:bldP spid="17" grpId="0" animBg="1"/>
      <p:bldP spid="38" grpId="0" animBg="1"/>
      <p:bldP spid="56" grpId="0" animBg="1"/>
      <p:bldP spid="37" grpId="0" animBg="1"/>
      <p:bldP spid="19" grpId="0" animBg="1"/>
      <p:bldP spid="20" grpId="0" animBg="1"/>
      <p:bldP spid="177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Produkt w głowie. Marka do wyboru.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2269331" y="3009106"/>
            <a:ext cx="1970087" cy="1970087"/>
          </a:xfrm>
          <a:prstGeom prst="ellipse">
            <a:avLst/>
          </a:prstGeom>
          <a:noFill/>
          <a:ln w="74216">
            <a:solidFill>
              <a:srgbClr val="E3E3E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 rot="16200000">
            <a:off x="2269331" y="3009106"/>
            <a:ext cx="1970087" cy="1970087"/>
          </a:xfrm>
          <a:prstGeom prst="arc">
            <a:avLst>
              <a:gd name="adj1" fmla="val 0"/>
              <a:gd name="adj2" fmla="val 11880000"/>
            </a:avLst>
          </a:prstGeom>
          <a:noFill/>
          <a:ln w="74216" cap="rnd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ekst: 55 %"/>
          <p:cNvSpPr txBox="1"/>
          <p:nvPr/>
        </p:nvSpPr>
        <p:spPr>
          <a:xfrm>
            <a:off x="2370162" y="3616935"/>
            <a:ext cx="1768376" cy="9398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74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400" kern="100" spc="-518" dirty="0">
                <a:solidFill>
                  <a:srgbClr val="EE312F"/>
                </a:solidFill>
                <a:latin typeface="Lato Black"/>
                <a:cs typeface="Lato Black"/>
              </a:rPr>
              <a:t>55</a:t>
            </a:r>
            <a:r>
              <a:rPr lang="pl-PL" sz="3600" kern="100" spc="-72" dirty="0">
                <a:solidFill>
                  <a:srgbClr val="EE312F"/>
                </a:solidFill>
                <a:latin typeface="Lato Black"/>
                <a:cs typeface="Lato Black"/>
              </a:rPr>
              <a:t>%</a:t>
            </a:r>
            <a:endParaRPr lang="pl-PL" sz="3600" kern="100" spc="-72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5" name="Tekst: Wybiera konkretny produkt/markę podczas "/>
          <p:cNvSpPr txBox="1"/>
          <p:nvPr/>
        </p:nvSpPr>
        <p:spPr>
          <a:xfrm>
            <a:off x="968375" y="5241290"/>
            <a:ext cx="4572000" cy="587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23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850" kern="100" spc="-22" dirty="0">
                <a:solidFill>
                  <a:srgbClr val="151515"/>
                </a:solidFill>
                <a:latin typeface="Lato"/>
                <a:cs typeface="Lato"/>
              </a:rPr>
              <a:t>Wybiera konkretny produkt/markę</a:t>
            </a:r>
            <a:endParaRPr lang="pl-PL" sz="1850" kern="100" spc="-22" dirty="0">
              <a:solidFill>
                <a:srgbClr val="151515"/>
              </a:solidFill>
              <a:latin typeface="Lato"/>
              <a:cs typeface="Lato"/>
            </a:endParaRPr>
          </a:p>
          <a:p>
            <a:pPr algn="ctr">
              <a:lnSpc>
                <a:spcPts val="23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850" kern="100" spc="-22" dirty="0">
                <a:solidFill>
                  <a:srgbClr val="151515"/>
                </a:solidFill>
                <a:latin typeface="Lato"/>
                <a:cs typeface="Lato"/>
              </a:rPr>
              <a:t>podczas przeglądania aplikacji</a:t>
            </a:r>
            <a:endParaRPr lang="pl-PL" sz="1850" kern="100" spc="-22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6" name="Tekst: Kategoria: czekolada"/>
          <p:cNvSpPr txBox="1"/>
          <p:nvPr/>
        </p:nvSpPr>
        <p:spPr>
          <a:xfrm>
            <a:off x="7931150" y="1821815"/>
            <a:ext cx="3435350" cy="2032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666666"/>
                </a:solidFill>
                <a:latin typeface="Lato"/>
                <a:cs typeface="Lato"/>
              </a:rPr>
              <a:t>Kategoria: czekolada</a:t>
            </a:r>
            <a:endParaRPr lang="pl-PL" sz="1350" b="1" kern="100" cap="all" spc="189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7" name="Tekst: czekolada"/>
          <p:cNvSpPr txBox="1"/>
          <p:nvPr/>
        </p:nvSpPr>
        <p:spPr>
          <a:xfrm>
            <a:off x="5937250" y="2268855"/>
            <a:ext cx="184150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b="1" kern="100" dirty="0">
                <a:solidFill>
                  <a:srgbClr val="151515"/>
                </a:solidFill>
                <a:latin typeface="Lato"/>
                <a:cs typeface="Lato"/>
              </a:rPr>
              <a:t>czekolada</a:t>
            </a:r>
            <a:endParaRPr lang="pl-PL" sz="170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8" name="Linia"/>
          <p:cNvSpPr/>
          <p:nvPr/>
        </p:nvSpPr>
        <p:spPr>
          <a:xfrm>
            <a:off x="7931150" y="21780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3"/>
          <p:cNvSpPr/>
          <p:nvPr/>
        </p:nvSpPr>
        <p:spPr>
          <a:xfrm>
            <a:off x="7943850" y="2228850"/>
            <a:ext cx="3422650" cy="254000"/>
          </a:xfrm>
          <a:prstGeom prst="roundRect">
            <a:avLst>
              <a:gd name="adj" fmla="val 125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ekst: marka"/>
          <p:cNvSpPr txBox="1"/>
          <p:nvPr/>
        </p:nvSpPr>
        <p:spPr>
          <a:xfrm>
            <a:off x="5937250" y="2624455"/>
            <a:ext cx="184150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marka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1" name="Linia 2"/>
          <p:cNvSpPr/>
          <p:nvPr/>
        </p:nvSpPr>
        <p:spPr>
          <a:xfrm>
            <a:off x="7931150" y="25336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Kształt 4"/>
          <p:cNvSpPr/>
          <p:nvPr/>
        </p:nvSpPr>
        <p:spPr>
          <a:xfrm>
            <a:off x="7942883" y="2584450"/>
            <a:ext cx="1028700" cy="254000"/>
          </a:xfrm>
          <a:prstGeom prst="roundRect">
            <a:avLst>
              <a:gd name="adj" fmla="val 12500"/>
            </a:avLst>
          </a:prstGeom>
          <a:solidFill>
            <a:srgbClr val="2525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ekst: marka 2"/>
          <p:cNvSpPr txBox="1"/>
          <p:nvPr/>
        </p:nvSpPr>
        <p:spPr>
          <a:xfrm>
            <a:off x="5937250" y="2980055"/>
            <a:ext cx="184150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marka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4" name="Linia 3"/>
          <p:cNvSpPr/>
          <p:nvPr/>
        </p:nvSpPr>
        <p:spPr>
          <a:xfrm>
            <a:off x="7931150" y="28892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Kształt 5"/>
          <p:cNvSpPr/>
          <p:nvPr/>
        </p:nvSpPr>
        <p:spPr>
          <a:xfrm>
            <a:off x="7943577" y="2940050"/>
            <a:ext cx="958850" cy="254000"/>
          </a:xfrm>
          <a:prstGeom prst="roundRect">
            <a:avLst>
              <a:gd name="adj" fmla="val 12500"/>
            </a:avLst>
          </a:prstGeom>
          <a:solidFill>
            <a:srgbClr val="2525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ekst: marka 3"/>
          <p:cNvSpPr txBox="1"/>
          <p:nvPr/>
        </p:nvSpPr>
        <p:spPr>
          <a:xfrm>
            <a:off x="5937250" y="3335655"/>
            <a:ext cx="184150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marka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7" name="Linia 4"/>
          <p:cNvSpPr/>
          <p:nvPr/>
        </p:nvSpPr>
        <p:spPr>
          <a:xfrm>
            <a:off x="7931150" y="32448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Kształt 6"/>
          <p:cNvSpPr/>
          <p:nvPr/>
        </p:nvSpPr>
        <p:spPr>
          <a:xfrm>
            <a:off x="7943751" y="3295650"/>
            <a:ext cx="787400" cy="254000"/>
          </a:xfrm>
          <a:prstGeom prst="roundRect">
            <a:avLst>
              <a:gd name="adj" fmla="val 12500"/>
            </a:avLst>
          </a:prstGeom>
          <a:solidFill>
            <a:srgbClr val="2525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ekst: czekolada gorzka"/>
          <p:cNvSpPr txBox="1"/>
          <p:nvPr/>
        </p:nvSpPr>
        <p:spPr>
          <a:xfrm>
            <a:off x="5698609" y="3691255"/>
            <a:ext cx="208014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czekolada gorzka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0" name="Linia 5"/>
          <p:cNvSpPr/>
          <p:nvPr/>
        </p:nvSpPr>
        <p:spPr>
          <a:xfrm>
            <a:off x="7931150" y="36004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Kształt 7"/>
          <p:cNvSpPr/>
          <p:nvPr/>
        </p:nvSpPr>
        <p:spPr>
          <a:xfrm>
            <a:off x="7943899" y="3651250"/>
            <a:ext cx="615950" cy="254000"/>
          </a:xfrm>
          <a:prstGeom prst="roundRect">
            <a:avLst>
              <a:gd name="adj" fmla="val 125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ekst: marka 4"/>
          <p:cNvSpPr txBox="1"/>
          <p:nvPr/>
        </p:nvSpPr>
        <p:spPr>
          <a:xfrm>
            <a:off x="5937250" y="4046855"/>
            <a:ext cx="184150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marka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3" name="Linia 6"/>
          <p:cNvSpPr/>
          <p:nvPr/>
        </p:nvSpPr>
        <p:spPr>
          <a:xfrm>
            <a:off x="7931150" y="39560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Kształt 8"/>
          <p:cNvSpPr/>
          <p:nvPr/>
        </p:nvSpPr>
        <p:spPr>
          <a:xfrm>
            <a:off x="7944048" y="4006850"/>
            <a:ext cx="444500" cy="254000"/>
          </a:xfrm>
          <a:prstGeom prst="roundRect">
            <a:avLst>
              <a:gd name="adj" fmla="val 12500"/>
            </a:avLst>
          </a:prstGeom>
          <a:solidFill>
            <a:srgbClr val="2525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ekst: czekolada mleczna"/>
          <p:cNvSpPr txBox="1"/>
          <p:nvPr/>
        </p:nvSpPr>
        <p:spPr>
          <a:xfrm>
            <a:off x="5524778" y="4402455"/>
            <a:ext cx="2253972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czekolada mleczna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6" name="Linia 7"/>
          <p:cNvSpPr/>
          <p:nvPr/>
        </p:nvSpPr>
        <p:spPr>
          <a:xfrm>
            <a:off x="7931150" y="43116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Kształt 9"/>
          <p:cNvSpPr/>
          <p:nvPr/>
        </p:nvSpPr>
        <p:spPr>
          <a:xfrm>
            <a:off x="7942287" y="4362450"/>
            <a:ext cx="311150" cy="254000"/>
          </a:xfrm>
          <a:prstGeom prst="roundRect">
            <a:avLst>
              <a:gd name="adj" fmla="val 125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ekst: marka 5"/>
          <p:cNvSpPr txBox="1"/>
          <p:nvPr/>
        </p:nvSpPr>
        <p:spPr>
          <a:xfrm>
            <a:off x="5937250" y="4758055"/>
            <a:ext cx="1841500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marka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9" name="Linia 8"/>
          <p:cNvSpPr/>
          <p:nvPr/>
        </p:nvSpPr>
        <p:spPr>
          <a:xfrm>
            <a:off x="7931150" y="46672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10"/>
          <p:cNvSpPr/>
          <p:nvPr/>
        </p:nvSpPr>
        <p:spPr>
          <a:xfrm>
            <a:off x="7945189" y="4718050"/>
            <a:ext cx="254000" cy="254000"/>
          </a:xfrm>
          <a:prstGeom prst="roundRect">
            <a:avLst>
              <a:gd name="adj" fmla="val 12500"/>
            </a:avLst>
          </a:prstGeom>
          <a:solidFill>
            <a:srgbClr val="2525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ekst: biała czekolada"/>
          <p:cNvSpPr txBox="1"/>
          <p:nvPr/>
        </p:nvSpPr>
        <p:spPr>
          <a:xfrm>
            <a:off x="5905242" y="5113655"/>
            <a:ext cx="1873507" cy="215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dirty="0">
                <a:solidFill>
                  <a:srgbClr val="666666"/>
                </a:solidFill>
                <a:latin typeface="Lato"/>
                <a:cs typeface="Lato"/>
              </a:rPr>
              <a:t>biała czekolada</a:t>
            </a:r>
            <a:endParaRPr lang="pl-PL" sz="17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32" name="Linia 9"/>
          <p:cNvSpPr/>
          <p:nvPr/>
        </p:nvSpPr>
        <p:spPr>
          <a:xfrm>
            <a:off x="7931150" y="5022850"/>
            <a:ext cx="12700" cy="355600"/>
          </a:xfrm>
          <a:prstGeom prst="rect">
            <a:avLst/>
          </a:prstGeom>
          <a:solidFill>
            <a:srgbClr val="C9C9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11"/>
          <p:cNvSpPr/>
          <p:nvPr/>
        </p:nvSpPr>
        <p:spPr>
          <a:xfrm>
            <a:off x="7942982" y="5073650"/>
            <a:ext cx="241300" cy="254000"/>
          </a:xfrm>
          <a:prstGeom prst="roundRect">
            <a:avLst>
              <a:gd name="adj" fmla="val 13158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ekst: Fraza „czekolada” zdecydowanie dominując"/>
          <p:cNvSpPr txBox="1"/>
          <p:nvPr/>
        </p:nvSpPr>
        <p:spPr>
          <a:xfrm>
            <a:off x="5937250" y="5578143"/>
            <a:ext cx="5429250" cy="2393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18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450" kern="100" spc="-17" dirty="0">
                <a:solidFill>
                  <a:srgbClr val="777777"/>
                </a:solidFill>
                <a:latin typeface="Lato"/>
                <a:cs typeface="Lato"/>
              </a:rPr>
              <a:t>Fraza „czekolada” zdecydowanie dominująca</a:t>
            </a:r>
            <a:endParaRPr lang="pl-PL" sz="1450" kern="100" spc="-17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35" name="Tekst: Produkt w głowie. Marka do wyboru."/>
          <p:cNvSpPr txBox="1"/>
          <p:nvPr/>
        </p:nvSpPr>
        <p:spPr>
          <a:xfrm>
            <a:off x="824557" y="1150578"/>
            <a:ext cx="5712738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Produkt w głowie.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Marka do wyboru.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36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37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38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39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!!Zegar – wycinek 4"/>
          <p:cNvSpPr/>
          <p:nvPr/>
        </p:nvSpPr>
        <p:spPr>
          <a:xfrm>
            <a:off x="10502900" y="404876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128524"/>
                </a:moveTo>
                <a:lnTo>
                  <a:pt x="176953" y="0"/>
                </a:lnTo>
                <a:lnTo>
                  <a:pt x="186732" y="13970"/>
                </a:lnTo>
                <a:lnTo>
                  <a:pt x="195114" y="29337"/>
                </a:lnTo>
                <a:lnTo>
                  <a:pt x="202099" y="44704"/>
                </a:lnTo>
                <a:lnTo>
                  <a:pt x="208153" y="6100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!!Zegar – wycinek 5"/>
          <p:cNvSpPr/>
          <p:nvPr/>
        </p:nvSpPr>
        <p:spPr>
          <a:xfrm>
            <a:off x="10502900" y="465878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67522"/>
                </a:moveTo>
                <a:lnTo>
                  <a:pt x="208153" y="0"/>
                </a:lnTo>
                <a:lnTo>
                  <a:pt x="212810" y="16298"/>
                </a:lnTo>
                <a:lnTo>
                  <a:pt x="216069" y="33062"/>
                </a:lnTo>
                <a:lnTo>
                  <a:pt x="218398" y="50292"/>
                </a:lnTo>
                <a:lnTo>
                  <a:pt x="21886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!!Zegar – wskazówka"/>
          <p:cNvSpPr/>
          <p:nvPr/>
        </p:nvSpPr>
        <p:spPr>
          <a:xfrm>
            <a:off x="10472010" y="469197"/>
            <a:ext cx="210198" cy="86123"/>
          </a:xfrm>
          <a:custGeom>
            <a:avLst/>
            <a:gdLst/>
            <a:ahLst/>
            <a:cxnLst/>
            <a:rect l="0" t="0" r="r" b="b"/>
            <a:pathLst>
              <a:path w="210198" h="86123">
                <a:moveTo>
                  <a:pt x="0" y="59550"/>
                </a:moveTo>
                <a:lnTo>
                  <a:pt x="8634" y="86123"/>
                </a:lnTo>
                <a:lnTo>
                  <a:pt x="210198" y="13286"/>
                </a:lnTo>
                <a:lnTo>
                  <a:pt x="205881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666666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52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14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53" name="!!Postęp"/>
          <p:cNvSpPr/>
          <p:nvPr/>
        </p:nvSpPr>
        <p:spPr>
          <a:xfrm>
            <a:off x="0" y="6826250"/>
            <a:ext cx="7112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Iskra"/>
          <p:cNvSpPr/>
          <p:nvPr/>
        </p:nvSpPr>
        <p:spPr>
          <a:xfrm>
            <a:off x="18483517" y="4671847"/>
            <a:ext cx="11835" cy="10642"/>
          </a:xfrm>
          <a:custGeom>
            <a:avLst/>
            <a:gdLst/>
            <a:ahLst/>
            <a:cxnLst/>
            <a:rect l="0" t="0" r="r" b="b"/>
            <a:pathLst>
              <a:path w="11835" h="10642">
                <a:moveTo>
                  <a:pt x="8746" y="0"/>
                </a:moveTo>
                <a:lnTo>
                  <a:pt x="11835" y="10642"/>
                </a:lnTo>
                <a:lnTo>
                  <a:pt x="0" y="694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Iskra 2"/>
          <p:cNvSpPr/>
          <p:nvPr/>
        </p:nvSpPr>
        <p:spPr>
          <a:xfrm>
            <a:off x="18342444" y="5409727"/>
            <a:ext cx="21446" cy="19175"/>
          </a:xfrm>
          <a:custGeom>
            <a:avLst/>
            <a:gdLst/>
            <a:ahLst/>
            <a:cxnLst/>
            <a:rect l="0" t="0" r="r" b="b"/>
            <a:pathLst>
              <a:path w="21446" h="19175">
                <a:moveTo>
                  <a:pt x="0" y="17029"/>
                </a:moveTo>
                <a:lnTo>
                  <a:pt x="18316" y="0"/>
                </a:lnTo>
                <a:lnTo>
                  <a:pt x="21446" y="1917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Iskra 3"/>
          <p:cNvSpPr/>
          <p:nvPr/>
        </p:nvSpPr>
        <p:spPr>
          <a:xfrm>
            <a:off x="18433624" y="4862672"/>
            <a:ext cx="27957" cy="31162"/>
          </a:xfrm>
          <a:custGeom>
            <a:avLst/>
            <a:gdLst/>
            <a:ahLst/>
            <a:cxnLst/>
            <a:rect l="0" t="0" r="r" b="b"/>
            <a:pathLst>
              <a:path w="27957" h="31162">
                <a:moveTo>
                  <a:pt x="27957" y="10203"/>
                </a:moveTo>
                <a:lnTo>
                  <a:pt x="13366" y="31162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Iskra 4"/>
          <p:cNvSpPr/>
          <p:nvPr/>
        </p:nvSpPr>
        <p:spPr>
          <a:xfrm>
            <a:off x="17768097" y="4981205"/>
            <a:ext cx="17741" cy="12100"/>
          </a:xfrm>
          <a:custGeom>
            <a:avLst/>
            <a:gdLst/>
            <a:ahLst/>
            <a:cxnLst/>
            <a:rect l="0" t="0" r="r" b="b"/>
            <a:pathLst>
              <a:path w="17741" h="12100">
                <a:moveTo>
                  <a:pt x="0" y="1678"/>
                </a:moveTo>
                <a:lnTo>
                  <a:pt x="17741" y="0"/>
                </a:lnTo>
                <a:lnTo>
                  <a:pt x="7098" y="121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Iskra 5"/>
          <p:cNvSpPr/>
          <p:nvPr/>
        </p:nvSpPr>
        <p:spPr>
          <a:xfrm>
            <a:off x="17985572" y="4816697"/>
            <a:ext cx="20913" cy="23119"/>
          </a:xfrm>
          <a:custGeom>
            <a:avLst/>
            <a:gdLst/>
            <a:ahLst/>
            <a:cxnLst/>
            <a:rect l="0" t="0" r="r" b="b"/>
            <a:pathLst>
              <a:path w="20913" h="23119">
                <a:moveTo>
                  <a:pt x="5654" y="0"/>
                </a:moveTo>
                <a:lnTo>
                  <a:pt x="20913" y="21055"/>
                </a:lnTo>
                <a:lnTo>
                  <a:pt x="0" y="2311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Iskra 6"/>
          <p:cNvSpPr/>
          <p:nvPr/>
        </p:nvSpPr>
        <p:spPr>
          <a:xfrm>
            <a:off x="23367388" y="3009560"/>
            <a:ext cx="13045" cy="12859"/>
          </a:xfrm>
          <a:custGeom>
            <a:avLst/>
            <a:gdLst/>
            <a:ahLst/>
            <a:cxnLst/>
            <a:rect l="0" t="0" r="r" b="b"/>
            <a:pathLst>
              <a:path w="13045" h="12859">
                <a:moveTo>
                  <a:pt x="4805" y="12859"/>
                </a:moveTo>
                <a:lnTo>
                  <a:pt x="0" y="0"/>
                </a:lnTo>
                <a:lnTo>
                  <a:pt x="13045" y="447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Iskra 7"/>
          <p:cNvSpPr/>
          <p:nvPr/>
        </p:nvSpPr>
        <p:spPr>
          <a:xfrm>
            <a:off x="23585379" y="1980119"/>
            <a:ext cx="11707" cy="10858"/>
          </a:xfrm>
          <a:custGeom>
            <a:avLst/>
            <a:gdLst/>
            <a:ahLst/>
            <a:cxnLst/>
            <a:rect l="0" t="0" r="r" b="b"/>
            <a:pathLst>
              <a:path w="11707" h="10858">
                <a:moveTo>
                  <a:pt x="0" y="0"/>
                </a:moveTo>
                <a:lnTo>
                  <a:pt x="11707" y="593"/>
                </a:lnTo>
                <a:lnTo>
                  <a:pt x="9456" y="1085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Iskra 8"/>
          <p:cNvSpPr/>
          <p:nvPr/>
        </p:nvSpPr>
        <p:spPr>
          <a:xfrm>
            <a:off x="23339695" y="2792003"/>
            <a:ext cx="16643" cy="14325"/>
          </a:xfrm>
          <a:custGeom>
            <a:avLst/>
            <a:gdLst/>
            <a:ahLst/>
            <a:cxnLst/>
            <a:rect l="0" t="0" r="r" b="b"/>
            <a:pathLst>
              <a:path w="16643" h="14325">
                <a:moveTo>
                  <a:pt x="16643" y="9794"/>
                </a:moveTo>
                <a:lnTo>
                  <a:pt x="613" y="14325"/>
                </a:lnTo>
                <a:lnTo>
                  <a:pt x="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Iskra 9"/>
          <p:cNvSpPr/>
          <p:nvPr/>
        </p:nvSpPr>
        <p:spPr>
          <a:xfrm>
            <a:off x="23736721" y="2857937"/>
            <a:ext cx="19628" cy="25466"/>
          </a:xfrm>
          <a:custGeom>
            <a:avLst/>
            <a:gdLst/>
            <a:ahLst/>
            <a:cxnLst/>
            <a:rect l="0" t="0" r="r" b="b"/>
            <a:pathLst>
              <a:path w="19628" h="25466">
                <a:moveTo>
                  <a:pt x="0" y="25466"/>
                </a:moveTo>
                <a:lnTo>
                  <a:pt x="9136" y="0"/>
                </a:lnTo>
                <a:lnTo>
                  <a:pt x="19628" y="2386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Iskra 10"/>
          <p:cNvSpPr/>
          <p:nvPr/>
        </p:nvSpPr>
        <p:spPr>
          <a:xfrm>
            <a:off x="22637495" y="2521185"/>
            <a:ext cx="35161" cy="16626"/>
          </a:xfrm>
          <a:custGeom>
            <a:avLst/>
            <a:gdLst/>
            <a:ahLst/>
            <a:cxnLst/>
            <a:rect l="0" t="0" r="r" b="b"/>
            <a:pathLst>
              <a:path w="35161" h="16626">
                <a:moveTo>
                  <a:pt x="15748" y="0"/>
                </a:moveTo>
                <a:lnTo>
                  <a:pt x="35161" y="16396"/>
                </a:lnTo>
                <a:lnTo>
                  <a:pt x="0" y="16626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7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8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Effect transition="in" filter="wheel(1)">
                                      <p:cBhvr>
                                        <p:cTn id="12" dur="1200" decel="100000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8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" dur="87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67">
                                          <p:stCondLst>
                                            <p:cond delay="11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" dur="19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94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9878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9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92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" dur="19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9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8787">
                                          <p:val>
                                            <p:strVal val="#ppt_x+0.000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9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6395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62392">
                                          <p:val>
                                            <p:strVal val="#ppt_y+0.00313"/>
                                          </p:val>
                                        </p:tav>
                                        <p:tav tm="98787">
                                          <p:val>
                                            <p:strVal val="#ppt_y+0.003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9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19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92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31196">
                                          <p:val>
                                            <p:fltVal val="0"/>
                                          </p:val>
                                        </p:tav>
                                        <p:tav tm="36395">
                                          <p:val>
                                            <p:fltVal val="0.41"/>
                                          </p:val>
                                        </p:tav>
                                        <p:tav tm="39861">
                                          <p:val>
                                            <p:fltVal val="1.35"/>
                                          </p:val>
                                        </p:tav>
                                        <p:tav tm="43328">
                                          <p:val>
                                            <p:fltVal val="3.22"/>
                                          </p:val>
                                        </p:tav>
                                        <p:tav tm="50260">
                                          <p:val>
                                            <p:fltVal val="9.8"/>
                                          </p:val>
                                        </p:tav>
                                        <p:tav tm="53726">
                                          <p:val>
                                            <p:fltVal val="12.48"/>
                                          </p:val>
                                        </p:tav>
                                        <p:tav tm="57192">
                                          <p:val>
                                            <p:fltVal val="14.34"/>
                                          </p:val>
                                        </p:tav>
                                        <p:tav tm="62392">
                                          <p:val>
                                            <p:fltVal val="16.12"/>
                                          </p:val>
                                        </p:tav>
                                        <p:tav tm="67591">
                                          <p:val>
                                            <p:fltVal val="17.16"/>
                                          </p:val>
                                        </p:tav>
                                        <p:tav tm="74523">
                                          <p:val>
                                            <p:fltVal val="17.84"/>
                                          </p:val>
                                        </p:tav>
                                        <p:tav tm="98787">
                                          <p:val>
                                            <p:fltVal val="1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820" fill="hold" decel="1000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2" dur="820" decel="1000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2" presetClass="entr" presetSubtype="4" fill="hold" grpId="0" nodeType="withEffect">
                                  <p:stCondLst>
                                    <p:cond delay="145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820" fill="hold" decel="1000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6" dur="820" decel="1000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9" dur="567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914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29">
                                          <p:val>
                                            <p:strVal val="#ppt_x-1.27414"/>
                                          </p:val>
                                        </p:tav>
                                        <p:tav tm="4375">
                                          <p:val>
                                            <p:strVal val="#ppt_x-1.27414"/>
                                          </p:val>
                                        </p:tav>
                                        <p:tav tm="8020">
                                          <p:val>
                                            <p:strVal val="#ppt_x-1.2721"/>
                                          </p:val>
                                        </p:tav>
                                        <p:tav tm="15312">
                                          <p:val>
                                            <p:strVal val="#ppt_x-1.26443"/>
                                          </p:val>
                                        </p:tav>
                                        <p:tav tm="18957">
                                          <p:val>
                                            <p:strVal val="#ppt_x-1.26117"/>
                                          </p:val>
                                        </p:tav>
                                        <p:tav tm="22603">
                                          <p:val>
                                            <p:strVal val="#ppt_x-1.25855"/>
                                          </p:val>
                                        </p:tav>
                                        <p:tav tm="26249">
                                          <p:val>
                                            <p:strVal val="#ppt_x-1.25656"/>
                                          </p:val>
                                        </p:tav>
                                        <p:tav tm="33540">
                                          <p:val>
                                            <p:strVal val="#ppt_x-1.25391"/>
                                          </p:val>
                                        </p:tav>
                                        <p:tav tm="44477">
                                          <p:val>
                                            <p:strVal val="#ppt_x-1.25178"/>
                                          </p:val>
                                        </p:tav>
                                        <p:tav tm="59060">
                                          <p:val>
                                            <p:strVal val="#ppt_x-1.250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914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29">
                                          <p:val>
                                            <p:strVal val="#ppt_y+0.05878"/>
                                          </p:val>
                                        </p:tav>
                                        <p:tav tm="4375">
                                          <p:val>
                                            <p:strVal val="#ppt_y+0.05878"/>
                                          </p:val>
                                        </p:tav>
                                        <p:tav tm="8020">
                                          <p:val>
                                            <p:strVal val="#ppt_y+0.0536"/>
                                          </p:val>
                                        </p:tav>
                                        <p:tav tm="15312">
                                          <p:val>
                                            <p:strVal val="#ppt_y+0.03447"/>
                                          </p:val>
                                        </p:tav>
                                        <p:tav tm="18957">
                                          <p:val>
                                            <p:strVal val="#ppt_y+0.02651"/>
                                          </p:val>
                                        </p:tav>
                                        <p:tav tm="22603">
                                          <p:val>
                                            <p:strVal val="#ppt_y+0.02023"/>
                                          </p:val>
                                        </p:tav>
                                        <p:tav tm="26249">
                                          <p:val>
                                            <p:strVal val="#ppt_y+0.01547"/>
                                          </p:val>
                                        </p:tav>
                                        <p:tav tm="33540">
                                          <p:val>
                                            <p:strVal val="#ppt_y+0.00919"/>
                                          </p:val>
                                        </p:tav>
                                        <p:tav tm="44477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59060">
                                          <p:val>
                                            <p:strVal val="#ppt_y+0.00109"/>
                                          </p:val>
                                        </p:tav>
                                        <p:tav tm="77288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914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29">
                                          <p:val>
                                            <p:strVal val="#ppt_w*4.75465"/>
                                          </p:val>
                                        </p:tav>
                                        <p:tav tm="4375">
                                          <p:val>
                                            <p:strVal val="#ppt_w*4.75465"/>
                                          </p:val>
                                        </p:tav>
                                        <p:tav tm="8020">
                                          <p:val>
                                            <p:strVal val="#ppt_w*4.43187"/>
                                          </p:val>
                                        </p:tav>
                                        <p:tav tm="11666">
                                          <p:val>
                                            <p:strVal val="#ppt_w*3.81013"/>
                                          </p:val>
                                        </p:tav>
                                        <p:tav tm="15312">
                                          <p:val>
                                            <p:strVal val="#ppt_w*3.21993"/>
                                          </p:val>
                                        </p:tav>
                                        <p:tav tm="18957">
                                          <p:val>
                                            <p:strVal val="#ppt_w*2.70926"/>
                                          </p:val>
                                        </p:tav>
                                        <p:tav tm="22603">
                                          <p:val>
                                            <p:strVal val="#ppt_w*2.3039"/>
                                          </p:val>
                                        </p:tav>
                                        <p:tav tm="26249">
                                          <p:val>
                                            <p:strVal val="#ppt_w*1.99684"/>
                                          </p:val>
                                        </p:tav>
                                        <p:tav tm="29894">
                                          <p:val>
                                            <p:strVal val="#ppt_w*1.76641"/>
                                          </p:val>
                                        </p:tav>
                                        <p:tav tm="33540">
                                          <p:val>
                                            <p:strVal val="#ppt_w*1.59178"/>
                                          </p:val>
                                        </p:tav>
                                        <p:tav tm="37186">
                                          <p:val>
                                            <p:strVal val="#ppt_w*1.45736"/>
                                          </p:val>
                                        </p:tav>
                                        <p:tav tm="40831">
                                          <p:val>
                                            <p:strVal val="#ppt_w*1.3523"/>
                                          </p:val>
                                        </p:tav>
                                        <p:tav tm="44477">
                                          <p:val>
                                            <p:strVal val="#ppt_w*1.26911"/>
                                          </p:val>
                                        </p:tav>
                                        <p:tav tm="48123">
                                          <p:val>
                                            <p:strVal val="#ppt_w*1.20255"/>
                                          </p:val>
                                        </p:tav>
                                        <p:tav tm="51768">
                                          <p:val>
                                            <p:strVal val="#ppt_w*1.14891"/>
                                          </p:val>
                                        </p:tav>
                                        <p:tav tm="55414">
                                          <p:val>
                                            <p:strVal val="#ppt_w*1.10547"/>
                                          </p:val>
                                        </p:tav>
                                        <p:tav tm="59060">
                                          <p:val>
                                            <p:strVal val="#ppt_w*1.07022"/>
                                          </p:val>
                                        </p:tav>
                                        <p:tav tm="66351">
                                          <p:val>
                                            <p:strVal val="#ppt_w*1.01853"/>
                                          </p:val>
                                        </p:tav>
                                        <p:tav tm="77288">
                                          <p:val>
                                            <p:strVal val="#ppt_w*0.97383"/>
                                          </p:val>
                                        </p:tav>
                                        <p:tav tm="88225">
                                          <p:val>
                                            <p:strVal val="#ppt_w*0.95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914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29">
                                          <p:val>
                                            <p:strVal val="#ppt_h*4.75465"/>
                                          </p:val>
                                        </p:tav>
                                        <p:tav tm="4375">
                                          <p:val>
                                            <p:strVal val="#ppt_h*4.75465"/>
                                          </p:val>
                                        </p:tav>
                                        <p:tav tm="8020">
                                          <p:val>
                                            <p:strVal val="#ppt_h*4.43187"/>
                                          </p:val>
                                        </p:tav>
                                        <p:tav tm="11666">
                                          <p:val>
                                            <p:strVal val="#ppt_h*3.81013"/>
                                          </p:val>
                                        </p:tav>
                                        <p:tav tm="15312">
                                          <p:val>
                                            <p:strVal val="#ppt_h*3.21993"/>
                                          </p:val>
                                        </p:tav>
                                        <p:tav tm="18957">
                                          <p:val>
                                            <p:strVal val="#ppt_h*2.70926"/>
                                          </p:val>
                                        </p:tav>
                                        <p:tav tm="22603">
                                          <p:val>
                                            <p:strVal val="#ppt_h*2.3039"/>
                                          </p:val>
                                        </p:tav>
                                        <p:tav tm="26249">
                                          <p:val>
                                            <p:strVal val="#ppt_h*1.99684"/>
                                          </p:val>
                                        </p:tav>
                                        <p:tav tm="29894">
                                          <p:val>
                                            <p:strVal val="#ppt_h*1.76641"/>
                                          </p:val>
                                        </p:tav>
                                        <p:tav tm="33540">
                                          <p:val>
                                            <p:strVal val="#ppt_h*1.59178"/>
                                          </p:val>
                                        </p:tav>
                                        <p:tav tm="37186">
                                          <p:val>
                                            <p:strVal val="#ppt_h*1.45736"/>
                                          </p:val>
                                        </p:tav>
                                        <p:tav tm="40831">
                                          <p:val>
                                            <p:strVal val="#ppt_h*1.3523"/>
                                          </p:val>
                                        </p:tav>
                                        <p:tav tm="44477">
                                          <p:val>
                                            <p:strVal val="#ppt_h*1.26911"/>
                                          </p:val>
                                        </p:tav>
                                        <p:tav tm="48123">
                                          <p:val>
                                            <p:strVal val="#ppt_h*1.20255"/>
                                          </p:val>
                                        </p:tav>
                                        <p:tav tm="51768">
                                          <p:val>
                                            <p:strVal val="#ppt_h*1.14891"/>
                                          </p:val>
                                        </p:tav>
                                        <p:tav tm="55414">
                                          <p:val>
                                            <p:strVal val="#ppt_h*1.10547"/>
                                          </p:val>
                                        </p:tav>
                                        <p:tav tm="59060">
                                          <p:val>
                                            <p:strVal val="#ppt_h*1.07022"/>
                                          </p:val>
                                        </p:tav>
                                        <p:tav tm="66351">
                                          <p:val>
                                            <p:strVal val="#ppt_h*1.01853"/>
                                          </p:val>
                                        </p:tav>
                                        <p:tav tm="77288">
                                          <p:val>
                                            <p:strVal val="#ppt_h*0.97383"/>
                                          </p:val>
                                        </p:tav>
                                        <p:tav tm="88225">
                                          <p:val>
                                            <p:strVal val="#ppt_h*0.95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0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914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29">
                                          <p:val>
                                            <p:fltVal val="121.56"/>
                                          </p:val>
                                        </p:tav>
                                        <p:tav tm="4375">
                                          <p:val>
                                            <p:fltVal val="121.56"/>
                                          </p:val>
                                        </p:tav>
                                        <p:tav tm="8020">
                                          <p:val>
                                            <p:fltVal val="111.11"/>
                                          </p:val>
                                        </p:tav>
                                        <p:tav tm="11666">
                                          <p:val>
                                            <p:fltVal val="90.98"/>
                                          </p:val>
                                        </p:tav>
                                        <p:tav tm="15312">
                                          <p:val>
                                            <p:fltVal val="71.87"/>
                                          </p:val>
                                        </p:tav>
                                        <p:tav tm="18957">
                                          <p:val>
                                            <p:fltVal val="55.34"/>
                                          </p:val>
                                        </p:tav>
                                        <p:tav tm="22603">
                                          <p:val>
                                            <p:fltVal val="42.22"/>
                                          </p:val>
                                        </p:tav>
                                        <p:tav tm="26249">
                                          <p:val>
                                            <p:fltVal val="32.27"/>
                                          </p:val>
                                        </p:tav>
                                        <p:tav tm="29894">
                                          <p:val>
                                            <p:fltVal val="24.81"/>
                                          </p:val>
                                        </p:tav>
                                        <p:tav tm="33540">
                                          <p:val>
                                            <p:fltVal val="19.16"/>
                                          </p:val>
                                        </p:tav>
                                        <p:tav tm="37186">
                                          <p:val>
                                            <p:fltVal val="14.81"/>
                                          </p:val>
                                        </p:tav>
                                        <p:tav tm="40831">
                                          <p:val>
                                            <p:fltVal val="11.41"/>
                                          </p:val>
                                        </p:tav>
                                        <p:tav tm="44477">
                                          <p:val>
                                            <p:fltVal val="8.71"/>
                                          </p:val>
                                        </p:tav>
                                        <p:tav tm="51768">
                                          <p:val>
                                            <p:fltVal val="4.82"/>
                                          </p:val>
                                        </p:tav>
                                        <p:tav tm="59060">
                                          <p:val>
                                            <p:fltVal val="2.27"/>
                                          </p:val>
                                        </p:tav>
                                        <p:tav tm="66351">
                                          <p:val>
                                            <p:fltVal val="0.6"/>
                                          </p:val>
                                        </p:tav>
                                        <p:tav tm="77288">
                                          <p:val>
                                            <p:fltVal val="-0.85"/>
                                          </p:val>
                                        </p:tav>
                                        <p:tav tm="100000">
                                          <p:val>
                                            <p:fltVal val="-1.5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" dur="467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705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946">
                                          <p:val>
                                            <p:strVal val="#ppt_x-1.26216"/>
                                          </p:val>
                                        </p:tav>
                                        <p:tav tm="5675">
                                          <p:val>
                                            <p:strVal val="#ppt_x-1.26123"/>
                                          </p:val>
                                        </p:tav>
                                        <p:tav tm="15134">
                                          <p:val>
                                            <p:strVal val="#ppt_x-1.25648"/>
                                          </p:val>
                                        </p:tav>
                                        <p:tav tm="19864">
                                          <p:val>
                                            <p:strVal val="#ppt_x-1.25466"/>
                                          </p:val>
                                        </p:tav>
                                        <p:tav tm="24593">
                                          <p:val>
                                            <p:strVal val="#ppt_x-1.25333"/>
                                          </p:val>
                                        </p:tav>
                                        <p:tav tm="34052">
                                          <p:val>
                                            <p:strVal val="#ppt_x-1.25173"/>
                                          </p:val>
                                        </p:tav>
                                        <p:tav tm="57699">
                                          <p:val>
                                            <p:strVal val="#ppt_x-1.25022"/>
                                          </p:val>
                                        </p:tav>
                                        <p:tav tm="95534">
                                          <p:val>
                                            <p:strVal val="#ppt_x-1.24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705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946">
                                          <p:val>
                                            <p:strVal val="#ppt_y-0.04984"/>
                                          </p:val>
                                        </p:tav>
                                        <p:tav tm="5675">
                                          <p:val>
                                            <p:strVal val="#ppt_y-0.04608"/>
                                          </p:val>
                                        </p:tav>
                                        <p:tav tm="15134">
                                          <p:val>
                                            <p:strVal val="#ppt_y-0.02631"/>
                                          </p:val>
                                        </p:tav>
                                        <p:tav tm="19864">
                                          <p:val>
                                            <p:strVal val="#ppt_y-0.0187"/>
                                          </p:val>
                                        </p:tav>
                                        <p:tav tm="24593">
                                          <p:val>
                                            <p:strVal val="#ppt_y-0.01326"/>
                                          </p:val>
                                        </p:tav>
                                        <p:tav tm="34052">
                                          <p:val>
                                            <p:strVal val="#ppt_y-0.00678"/>
                                          </p:val>
                                        </p:tav>
                                        <p:tav tm="43511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57699">
                                          <p:val>
                                            <p:strVal val="#ppt_y-0.00085"/>
                                          </p:val>
                                        </p:tav>
                                        <p:tav tm="95534">
                                          <p:val>
                                            <p:strVal val="#ppt_y+0.00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705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946">
                                          <p:val>
                                            <p:strVal val="#ppt_w*4.7232"/>
                                          </p:val>
                                        </p:tav>
                                        <p:tav tm="5675">
                                          <p:val>
                                            <p:strVal val="#ppt_w*4.42792"/>
                                          </p:val>
                                        </p:tav>
                                        <p:tav tm="10405">
                                          <p:val>
                                            <p:strVal val="#ppt_w*3.6394"/>
                                          </p:val>
                                        </p:tav>
                                        <p:tav tm="15134">
                                          <p:val>
                                            <p:strVal val="#ppt_w*2.92183"/>
                                          </p:val>
                                        </p:tav>
                                        <p:tav tm="19864">
                                          <p:val>
                                            <p:strVal val="#ppt_w*2.35987"/>
                                          </p:val>
                                        </p:tav>
                                        <p:tav tm="24593">
                                          <p:val>
                                            <p:strVal val="#ppt_w*1.96187"/>
                                          </p:val>
                                        </p:tav>
                                        <p:tav tm="29322">
                                          <p:val>
                                            <p:strVal val="#ppt_w*1.68593"/>
                                          </p:val>
                                        </p:tav>
                                        <p:tav tm="34052">
                                          <p:val>
                                            <p:strVal val="#ppt_w*1.49118"/>
                                          </p:val>
                                        </p:tav>
                                        <p:tav tm="38781">
                                          <p:val>
                                            <p:strVal val="#ppt_w*1.35015"/>
                                          </p:val>
                                        </p:tav>
                                        <p:tav tm="43511">
                                          <p:val>
                                            <p:strVal val="#ppt_w*1.24571"/>
                                          </p:val>
                                        </p:tav>
                                        <p:tav tm="48240">
                                          <p:val>
                                            <p:strVal val="#ppt_w*1.16709"/>
                                          </p:val>
                                        </p:tav>
                                        <p:tav tm="52970">
                                          <p:val>
                                            <p:strVal val="#ppt_w*1.10726"/>
                                          </p:val>
                                        </p:tav>
                                        <p:tav tm="57699">
                                          <p:val>
                                            <p:strVal val="#ppt_w*1.06151"/>
                                          </p:val>
                                        </p:tav>
                                        <p:tav tm="62428">
                                          <p:val>
                                            <p:strVal val="#ppt_w*1.02654"/>
                                          </p:val>
                                        </p:tav>
                                        <p:tav tm="71887">
                                          <p:val>
                                            <p:strVal val="#ppt_w*0.98015"/>
                                          </p:val>
                                        </p:tav>
                                        <p:tav tm="81346">
                                          <p:val>
                                            <p:strVal val="#ppt_w*0.9556"/>
                                          </p:val>
                                        </p:tav>
                                        <p:tav tm="95534">
                                          <p:val>
                                            <p:strVal val="#ppt_w*0.944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705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946">
                                          <p:val>
                                            <p:strVal val="#ppt_h*4.7232"/>
                                          </p:val>
                                        </p:tav>
                                        <p:tav tm="5675">
                                          <p:val>
                                            <p:strVal val="#ppt_h*4.42792"/>
                                          </p:val>
                                        </p:tav>
                                        <p:tav tm="10405">
                                          <p:val>
                                            <p:strVal val="#ppt_h*3.6394"/>
                                          </p:val>
                                        </p:tav>
                                        <p:tav tm="15134">
                                          <p:val>
                                            <p:strVal val="#ppt_h*2.92183"/>
                                          </p:val>
                                        </p:tav>
                                        <p:tav tm="19864">
                                          <p:val>
                                            <p:strVal val="#ppt_h*2.35987"/>
                                          </p:val>
                                        </p:tav>
                                        <p:tav tm="24593">
                                          <p:val>
                                            <p:strVal val="#ppt_h*1.96187"/>
                                          </p:val>
                                        </p:tav>
                                        <p:tav tm="29322">
                                          <p:val>
                                            <p:strVal val="#ppt_h*1.68593"/>
                                          </p:val>
                                        </p:tav>
                                        <p:tav tm="34052">
                                          <p:val>
                                            <p:strVal val="#ppt_h*1.49118"/>
                                          </p:val>
                                        </p:tav>
                                        <p:tav tm="38781">
                                          <p:val>
                                            <p:strVal val="#ppt_h*1.35015"/>
                                          </p:val>
                                        </p:tav>
                                        <p:tav tm="43511">
                                          <p:val>
                                            <p:strVal val="#ppt_h*1.24571"/>
                                          </p:val>
                                        </p:tav>
                                        <p:tav tm="48240">
                                          <p:val>
                                            <p:strVal val="#ppt_h*1.16709"/>
                                          </p:val>
                                        </p:tav>
                                        <p:tav tm="52970">
                                          <p:val>
                                            <p:strVal val="#ppt_h*1.10726"/>
                                          </p:val>
                                        </p:tav>
                                        <p:tav tm="57699">
                                          <p:val>
                                            <p:strVal val="#ppt_h*1.06151"/>
                                          </p:val>
                                        </p:tav>
                                        <p:tav tm="62428">
                                          <p:val>
                                            <p:strVal val="#ppt_h*1.02654"/>
                                          </p:val>
                                        </p:tav>
                                        <p:tav tm="71887">
                                          <p:val>
                                            <p:strVal val="#ppt_h*0.98015"/>
                                          </p:val>
                                        </p:tav>
                                        <p:tav tm="81346">
                                          <p:val>
                                            <p:strVal val="#ppt_h*0.9556"/>
                                          </p:val>
                                        </p:tav>
                                        <p:tav tm="95534">
                                          <p:val>
                                            <p:strVal val="#ppt_h*0.944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705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946">
                                          <p:val>
                                            <p:fltVal val="80.71"/>
                                          </p:val>
                                        </p:tav>
                                        <p:tav tm="5675">
                                          <p:val>
                                            <p:fltVal val="74.31"/>
                                          </p:val>
                                        </p:tav>
                                        <p:tav tm="10405">
                                          <p:val>
                                            <p:fltVal val="57.22"/>
                                          </p:val>
                                        </p:tav>
                                        <p:tav tm="15134">
                                          <p:val>
                                            <p:fltVal val="41.66"/>
                                          </p:val>
                                        </p:tav>
                                        <p:tav tm="19864">
                                          <p:val>
                                            <p:fltVal val="29.48"/>
                                          </p:val>
                                        </p:tav>
                                        <p:tav tm="24593">
                                          <p:val>
                                            <p:fltVal val="20.85"/>
                                          </p:val>
                                        </p:tav>
                                        <p:tav tm="29322">
                                          <p:val>
                                            <p:fltVal val="14.87"/>
                                          </p:val>
                                        </p:tav>
                                        <p:tav tm="34052">
                                          <p:val>
                                            <p:fltVal val="10.65"/>
                                          </p:val>
                                        </p:tav>
                                        <p:tav tm="38781">
                                          <p:val>
                                            <p:fltVal val="7.59"/>
                                          </p:val>
                                        </p:tav>
                                        <p:tav tm="43511">
                                          <p:val>
                                            <p:fltVal val="5.33"/>
                                          </p:val>
                                        </p:tav>
                                        <p:tav tm="48240">
                                          <p:val>
                                            <p:fltVal val="3.62"/>
                                          </p:val>
                                        </p:tav>
                                        <p:tav tm="57699">
                                          <p:val>
                                            <p:fltVal val="1.33"/>
                                          </p:val>
                                        </p:tav>
                                        <p:tav tm="71887">
                                          <p:val>
                                            <p:fltVal val="-0.43"/>
                                          </p:val>
                                        </p:tav>
                                        <p:tav tm="95534">
                                          <p:val>
                                            <p:fltVal val="-1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7" dur="500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50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772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63">
                                          <p:val>
                                            <p:strVal val="#ppt_x-1.26997"/>
                                          </p:val>
                                        </p:tav>
                                        <p:tav tm="5179">
                                          <p:val>
                                            <p:strVal val="#ppt_x-1.26832"/>
                                          </p:val>
                                        </p:tav>
                                        <p:tav tm="13810">
                                          <p:val>
                                            <p:strVal val="#ppt_x-1.26107"/>
                                          </p:val>
                                        </p:tav>
                                        <p:tav tm="18126">
                                          <p:val>
                                            <p:strVal val="#ppt_x-1.25823"/>
                                          </p:val>
                                        </p:tav>
                                        <p:tav tm="22442">
                                          <p:val>
                                            <p:strVal val="#ppt_x-1.25608"/>
                                          </p:val>
                                        </p:tav>
                                        <p:tav tm="31073">
                                          <p:val>
                                            <p:strVal val="#ppt_x-1.25338"/>
                                          </p:val>
                                        </p:tav>
                                        <p:tav tm="39705">
                                          <p:val>
                                            <p:strVal val="#ppt_x-1.25188"/>
                                          </p:val>
                                        </p:tav>
                                        <p:tav tm="52652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6991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5810">
                                          <p:val>
                                            <p:strVal val="#ppt_x-1.249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772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63">
                                          <p:val>
                                            <p:strVal val="#ppt_y+0.02959"/>
                                          </p:val>
                                        </p:tav>
                                        <p:tav tm="5179">
                                          <p:val>
                                            <p:strVal val="#ppt_y+0.0275"/>
                                          </p:val>
                                        </p:tav>
                                        <p:tav tm="18126">
                                          <p:val>
                                            <p:strVal val="#ppt_y+0.01287"/>
                                          </p:val>
                                        </p:tav>
                                        <p:tav tm="22442">
                                          <p:val>
                                            <p:strVal val="#ppt_y+0.00949"/>
                                          </p:val>
                                        </p:tav>
                                        <p:tav tm="31073">
                                          <p:val>
                                            <p:strVal val="#ppt_y+0.00523"/>
                                          </p:val>
                                        </p:tav>
                                        <p:tav tm="39705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52652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95810">
                                          <p:val>
                                            <p:strVal val="#ppt_y-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772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63">
                                          <p:val>
                                            <p:strVal val="#ppt_w*4.77913"/>
                                          </p:val>
                                        </p:tav>
                                        <p:tav tm="5179">
                                          <p:val>
                                            <p:strVal val="#ppt_w*4.4744"/>
                                          </p:val>
                                        </p:tav>
                                        <p:tav tm="9495">
                                          <p:val>
                                            <p:strVal val="#ppt_w*3.7526"/>
                                          </p:val>
                                        </p:tav>
                                        <p:tav tm="13810">
                                          <p:val>
                                            <p:strVal val="#ppt_w*3.08171"/>
                                          </p:val>
                                        </p:tav>
                                        <p:tav tm="18126">
                                          <p:val>
                                            <p:strVal val="#ppt_w*2.53102"/>
                                          </p:val>
                                        </p:tav>
                                        <p:tav tm="22442">
                                          <p:val>
                                            <p:strVal val="#ppt_w*2.12119"/>
                                          </p:val>
                                        </p:tav>
                                        <p:tav tm="26758">
                                          <p:val>
                                            <p:strVal val="#ppt_w*1.82676"/>
                                          </p:val>
                                        </p:tav>
                                        <p:tav tm="31073">
                                          <p:val>
                                            <p:strVal val="#ppt_w*1.61393"/>
                                          </p:val>
                                        </p:tav>
                                        <p:tav tm="35389">
                                          <p:val>
                                            <p:strVal val="#ppt_w*1.45699"/>
                                          </p:val>
                                        </p:tav>
                                        <p:tav tm="39705">
                                          <p:val>
                                            <p:strVal val="#ppt_w*1.33886"/>
                                          </p:val>
                                        </p:tav>
                                        <p:tav tm="44021">
                                          <p:val>
                                            <p:strVal val="#ppt_w*1.24844"/>
                                          </p:val>
                                        </p:tav>
                                        <p:tav tm="48336">
                                          <p:val>
                                            <p:strVal val="#ppt_w*1.17834"/>
                                          </p:val>
                                        </p:tav>
                                        <p:tav tm="52652">
                                          <p:val>
                                            <p:strVal val="#ppt_w*1.12354"/>
                                          </p:val>
                                        </p:tav>
                                        <p:tav tm="56968">
                                          <p:val>
                                            <p:strVal val="#ppt_w*1.08054"/>
                                          </p:val>
                                        </p:tav>
                                        <p:tav tm="61284">
                                          <p:val>
                                            <p:strVal val="#ppt_w*1.04678"/>
                                          </p:val>
                                        </p:tav>
                                        <p:tav tm="69915">
                                          <p:val>
                                            <p:strVal val="#ppt_w*1"/>
                                          </p:val>
                                        </p:tav>
                                        <p:tav tm="82862">
                                          <p:val>
                                            <p:strVal val="#ppt_w*0.96487"/>
                                          </p:val>
                                        </p:tav>
                                        <p:tav tm="95810">
                                          <p:val>
                                            <p:strVal val="#ppt_w*0.955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772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63">
                                          <p:val>
                                            <p:strVal val="#ppt_h*4.77913"/>
                                          </p:val>
                                        </p:tav>
                                        <p:tav tm="5179">
                                          <p:val>
                                            <p:strVal val="#ppt_h*4.4744"/>
                                          </p:val>
                                        </p:tav>
                                        <p:tav tm="9495">
                                          <p:val>
                                            <p:strVal val="#ppt_h*3.7526"/>
                                          </p:val>
                                        </p:tav>
                                        <p:tav tm="13810">
                                          <p:val>
                                            <p:strVal val="#ppt_h*3.08171"/>
                                          </p:val>
                                        </p:tav>
                                        <p:tav tm="18126">
                                          <p:val>
                                            <p:strVal val="#ppt_h*2.53102"/>
                                          </p:val>
                                        </p:tav>
                                        <p:tav tm="22442">
                                          <p:val>
                                            <p:strVal val="#ppt_h*2.12119"/>
                                          </p:val>
                                        </p:tav>
                                        <p:tav tm="26758">
                                          <p:val>
                                            <p:strVal val="#ppt_h*1.82676"/>
                                          </p:val>
                                        </p:tav>
                                        <p:tav tm="31073">
                                          <p:val>
                                            <p:strVal val="#ppt_h*1.61393"/>
                                          </p:val>
                                        </p:tav>
                                        <p:tav tm="35389">
                                          <p:val>
                                            <p:strVal val="#ppt_h*1.45699"/>
                                          </p:val>
                                        </p:tav>
                                        <p:tav tm="39705">
                                          <p:val>
                                            <p:strVal val="#ppt_h*1.33886"/>
                                          </p:val>
                                        </p:tav>
                                        <p:tav tm="44021">
                                          <p:val>
                                            <p:strVal val="#ppt_h*1.24844"/>
                                          </p:val>
                                        </p:tav>
                                        <p:tav tm="48336">
                                          <p:val>
                                            <p:strVal val="#ppt_h*1.17834"/>
                                          </p:val>
                                        </p:tav>
                                        <p:tav tm="52652">
                                          <p:val>
                                            <p:strVal val="#ppt_h*1.12354"/>
                                          </p:val>
                                        </p:tav>
                                        <p:tav tm="56968">
                                          <p:val>
                                            <p:strVal val="#ppt_h*1.08054"/>
                                          </p:val>
                                        </p:tav>
                                        <p:tav tm="61284">
                                          <p:val>
                                            <p:strVal val="#ppt_h*1.04678"/>
                                          </p:val>
                                        </p:tav>
                                        <p:tav tm="69915">
                                          <p:val>
                                            <p:strVal val="#ppt_h*1"/>
                                          </p:val>
                                        </p:tav>
                                        <p:tav tm="82862">
                                          <p:val>
                                            <p:strVal val="#ppt_h*0.96487"/>
                                          </p:val>
                                        </p:tav>
                                        <p:tav tm="95810">
                                          <p:val>
                                            <p:strVal val="#ppt_h*0.955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772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63">
                                          <p:val>
                                            <p:fltVal val="-122.16"/>
                                          </p:val>
                                        </p:tav>
                                        <p:tav tm="5179">
                                          <p:val>
                                            <p:fltVal val="-112.31"/>
                                          </p:val>
                                        </p:tav>
                                        <p:tav tm="9495">
                                          <p:val>
                                            <p:fltVal val="-88.98"/>
                                          </p:val>
                                        </p:tav>
                                        <p:tav tm="13810">
                                          <p:val>
                                            <p:fltVal val="-67.29"/>
                                          </p:val>
                                        </p:tav>
                                        <p:tav tm="18126">
                                          <p:val>
                                            <p:fltVal val="-49.49"/>
                                          </p:val>
                                        </p:tav>
                                        <p:tav tm="22442">
                                          <p:val>
                                            <p:fltVal val="-36.24"/>
                                          </p:val>
                                        </p:tav>
                                        <p:tav tm="26758">
                                          <p:val>
                                            <p:fltVal val="-26.73"/>
                                          </p:val>
                                        </p:tav>
                                        <p:tav tm="31073">
                                          <p:val>
                                            <p:fltVal val="-19.85"/>
                                          </p:val>
                                        </p:tav>
                                        <p:tav tm="35389">
                                          <p:val>
                                            <p:fltVal val="-14.77"/>
                                          </p:val>
                                        </p:tav>
                                        <p:tav tm="39705">
                                          <p:val>
                                            <p:fltVal val="-10.95"/>
                                          </p:val>
                                        </p:tav>
                                        <p:tav tm="44021">
                                          <p:val>
                                            <p:fltVal val="-8.03"/>
                                          </p:val>
                                        </p:tav>
                                        <p:tav tm="52652">
                                          <p:val>
                                            <p:fltVal val="-3.99"/>
                                          </p:val>
                                        </p:tav>
                                        <p:tav tm="61284">
                                          <p:val>
                                            <p:fltVal val="-1.51"/>
                                          </p:val>
                                        </p:tav>
                                        <p:tav tm="69915">
                                          <p:val>
                                            <p:fltVal val="0"/>
                                          </p:val>
                                        </p:tav>
                                        <p:tav tm="82862">
                                          <p:val>
                                            <p:fltVal val="1.14"/>
                                          </p:val>
                                        </p:tav>
                                        <p:tav tm="95810">
                                          <p:val>
                                            <p:fltVal val="1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6" dur="533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84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x-1.21666"/>
                                          </p:val>
                                        </p:tav>
                                        <p:tav tm="4762">
                                          <p:val>
                                            <p:strVal val="#ppt_x-1.21773"/>
                                          </p:val>
                                        </p:tav>
                                        <p:tav tm="12700">
                                          <p:val>
                                            <p:strVal val="#ppt_x-1.22927"/>
                                          </p:val>
                                        </p:tav>
                                        <p:tav tm="16668">
                                          <p:val>
                                            <p:strVal val="#ppt_x-1.23424"/>
                                          </p:val>
                                        </p:tav>
                                        <p:tav tm="20637">
                                          <p:val>
                                            <p:strVal val="#ppt_x-1.23818"/>
                                          </p:val>
                                        </p:tav>
                                        <p:tav tm="24605">
                                          <p:val>
                                            <p:strVal val="#ppt_x-1.24112"/>
                                          </p:val>
                                        </p:tav>
                                        <p:tav tm="32543">
                                          <p:val>
                                            <p:strVal val="#ppt_x-1.24491"/>
                                          </p:val>
                                        </p:tav>
                                        <p:tav tm="44449">
                                          <p:val>
                                            <p:strVal val="#ppt_x-1.24784"/>
                                          </p:val>
                                        </p:tav>
                                        <p:tav tm="56354">
                                          <p:val>
                                            <p:strVal val="#ppt_x-1.24927"/>
                                          </p:val>
                                        </p:tav>
                                        <p:tav tm="72229">
                                          <p:val>
                                            <p:strVal val="#ppt_x-1.25015"/>
                                          </p:val>
                                        </p:tav>
                                        <p:tav tm="96041">
                                          <p:val>
                                            <p:strVal val="#ppt_x-1.25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84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y+0.01463"/>
                                          </p:val>
                                        </p:tav>
                                        <p:tav tm="4762">
                                          <p:val>
                                            <p:strVal val="#ppt_y+0.01419"/>
                                          </p:val>
                                        </p:tav>
                                        <p:tav tm="20637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32543">
                                          <p:val>
                                            <p:strVal val="#ppt_y+0.00229"/>
                                          </p:val>
                                        </p:tav>
                                        <p:tav tm="56354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6041">
                                          <p:val>
                                            <p:strVal val="#ppt_y-0.000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84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w*4.73525"/>
                                          </p:val>
                                        </p:tav>
                                        <p:tav tm="4762">
                                          <p:val>
                                            <p:strVal val="#ppt_w*4.61423"/>
                                          </p:val>
                                        </p:tav>
                                        <p:tav tm="8731">
                                          <p:val>
                                            <p:strVal val="#ppt_w*3.95232"/>
                                          </p:val>
                                        </p:tav>
                                        <p:tav tm="12700">
                                          <p:val>
                                            <p:strVal val="#ppt_w*3.31306"/>
                                          </p:val>
                                        </p:tav>
                                        <p:tav tm="16668">
                                          <p:val>
                                            <p:strVal val="#ppt_w*2.75441"/>
                                          </p:val>
                                        </p:tav>
                                        <p:tav tm="20637">
                                          <p:val>
                                            <p:strVal val="#ppt_w*2.31345"/>
                                          </p:val>
                                        </p:tav>
                                        <p:tav tm="24605">
                                          <p:val>
                                            <p:strVal val="#ppt_w*1.98495"/>
                                          </p:val>
                                        </p:tav>
                                        <p:tav tm="28574">
                                          <p:val>
                                            <p:strVal val="#ppt_w*1.74312"/>
                                          </p:val>
                                        </p:tav>
                                        <p:tav tm="32543">
                                          <p:val>
                                            <p:strVal val="#ppt_w*1.56303"/>
                                          </p:val>
                                        </p:tav>
                                        <p:tav tm="36511">
                                          <p:val>
                                            <p:strVal val="#ppt_w*1.4265"/>
                                          </p:val>
                                        </p:tav>
                                        <p:tav tm="40480">
                                          <p:val>
                                            <p:strVal val="#ppt_w*1.32122"/>
                                          </p:val>
                                        </p:tav>
                                        <p:tav tm="44449">
                                          <p:val>
                                            <p:strVal val="#ppt_w*1.23888"/>
                                          </p:val>
                                        </p:tav>
                                        <p:tav tm="48417">
                                          <p:val>
                                            <p:strVal val="#ppt_w*1.1738"/>
                                          </p:val>
                                        </p:tav>
                                        <p:tav tm="52386">
                                          <p:val>
                                            <p:strVal val="#ppt_w*1.12198"/>
                                          </p:val>
                                        </p:tav>
                                        <p:tav tm="56354">
                                          <p:val>
                                            <p:strVal val="#ppt_w*1.08055"/>
                                          </p:val>
                                        </p:tav>
                                        <p:tav tm="64292">
                                          <p:val>
                                            <p:strVal val="#ppt_w*1.02096"/>
                                          </p:val>
                                        </p:tav>
                                        <p:tav tm="72229">
                                          <p:val>
                                            <p:strVal val="#ppt_w*0.98357"/>
                                          </p:val>
                                        </p:tav>
                                        <p:tav tm="84135">
                                          <p:val>
                                            <p:strVal val="#ppt_w*0.95473"/>
                                          </p:val>
                                        </p:tav>
                                        <p:tav tm="96041">
                                          <p:val>
                                            <p:strVal val="#ppt_w*0.947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84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strVal val="#ppt_h*4.73525"/>
                                          </p:val>
                                        </p:tav>
                                        <p:tav tm="4762">
                                          <p:val>
                                            <p:strVal val="#ppt_h*4.61423"/>
                                          </p:val>
                                        </p:tav>
                                        <p:tav tm="8731">
                                          <p:val>
                                            <p:strVal val="#ppt_h*3.95232"/>
                                          </p:val>
                                        </p:tav>
                                        <p:tav tm="12700">
                                          <p:val>
                                            <p:strVal val="#ppt_h*3.31306"/>
                                          </p:val>
                                        </p:tav>
                                        <p:tav tm="16668">
                                          <p:val>
                                            <p:strVal val="#ppt_h*2.75441"/>
                                          </p:val>
                                        </p:tav>
                                        <p:tav tm="20637">
                                          <p:val>
                                            <p:strVal val="#ppt_h*2.31345"/>
                                          </p:val>
                                        </p:tav>
                                        <p:tav tm="24605">
                                          <p:val>
                                            <p:strVal val="#ppt_h*1.98495"/>
                                          </p:val>
                                        </p:tav>
                                        <p:tav tm="28574">
                                          <p:val>
                                            <p:strVal val="#ppt_h*1.74312"/>
                                          </p:val>
                                        </p:tav>
                                        <p:tav tm="32543">
                                          <p:val>
                                            <p:strVal val="#ppt_h*1.56303"/>
                                          </p:val>
                                        </p:tav>
                                        <p:tav tm="36511">
                                          <p:val>
                                            <p:strVal val="#ppt_h*1.4265"/>
                                          </p:val>
                                        </p:tav>
                                        <p:tav tm="40480">
                                          <p:val>
                                            <p:strVal val="#ppt_h*1.32122"/>
                                          </p:val>
                                        </p:tav>
                                        <p:tav tm="44449">
                                          <p:val>
                                            <p:strVal val="#ppt_h*1.23888"/>
                                          </p:val>
                                        </p:tav>
                                        <p:tav tm="48417">
                                          <p:val>
                                            <p:strVal val="#ppt_h*1.1738"/>
                                          </p:val>
                                        </p:tav>
                                        <p:tav tm="52386">
                                          <p:val>
                                            <p:strVal val="#ppt_h*1.12198"/>
                                          </p:val>
                                        </p:tav>
                                        <p:tav tm="56354">
                                          <p:val>
                                            <p:strVal val="#ppt_h*1.08055"/>
                                          </p:val>
                                        </p:tav>
                                        <p:tav tm="64292">
                                          <p:val>
                                            <p:strVal val="#ppt_h*1.02096"/>
                                          </p:val>
                                        </p:tav>
                                        <p:tav tm="72229">
                                          <p:val>
                                            <p:strVal val="#ppt_h*0.98357"/>
                                          </p:val>
                                        </p:tav>
                                        <p:tav tm="84135">
                                          <p:val>
                                            <p:strVal val="#ppt_h*0.95473"/>
                                          </p:val>
                                        </p:tav>
                                        <p:tav tm="96041">
                                          <p:val>
                                            <p:strVal val="#ppt_h*0.947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84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94">
                                          <p:val>
                                            <p:fltVal val="67.1"/>
                                          </p:val>
                                        </p:tav>
                                        <p:tav tm="4762">
                                          <p:val>
                                            <p:fltVal val="64.93"/>
                                          </p:val>
                                        </p:tav>
                                        <p:tav tm="12700">
                                          <p:val>
                                            <p:fltVal val="41.55"/>
                                          </p:val>
                                        </p:tav>
                                        <p:tav tm="16668">
                                          <p:val>
                                            <p:fltVal val="31.52"/>
                                          </p:val>
                                        </p:tav>
                                        <p:tav tm="20637">
                                          <p:val>
                                            <p:fltVal val="23.6"/>
                                          </p:val>
                                        </p:tav>
                                        <p:tav tm="24605">
                                          <p:val>
                                            <p:fltVal val="17.69"/>
                                          </p:val>
                                        </p:tav>
                                        <p:tav tm="28574">
                                          <p:val>
                                            <p:fltVal val="13.35"/>
                                          </p:val>
                                        </p:tav>
                                        <p:tav tm="32543">
                                          <p:val>
                                            <p:fltVal val="10.11"/>
                                          </p:val>
                                        </p:tav>
                                        <p:tav tm="36511">
                                          <p:val>
                                            <p:fltVal val="7.66"/>
                                          </p:val>
                                        </p:tav>
                                        <p:tav tm="44449">
                                          <p:val>
                                            <p:fltVal val="4.29"/>
                                          </p:val>
                                        </p:tav>
                                        <p:tav tm="56354">
                                          <p:val>
                                            <p:fltVal val="1.45"/>
                                          </p:val>
                                        </p:tav>
                                        <p:tav tm="72229">
                                          <p:val>
                                            <p:fltVal val="-0.3"/>
                                          </p:val>
                                        </p:tav>
                                        <p:tav tm="96041">
                                          <p:val>
                                            <p:fltVal val="-0.9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5" dur="533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816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817">
                                          <p:val>
                                            <p:strVal val="#ppt_x-1.23585"/>
                                          </p:val>
                                        </p:tav>
                                        <p:tav tm="4903">
                                          <p:val>
                                            <p:strVal val="#ppt_x-1.23727"/>
                                          </p:val>
                                        </p:tav>
                                        <p:tav tm="13075">
                                          <p:val>
                                            <p:strVal val="#ppt_x-1.24137"/>
                                          </p:val>
                                        </p:tav>
                                        <p:tav tm="21247">
                                          <p:val>
                                            <p:strVal val="#ppt_x-1.24478"/>
                                          </p:val>
                                        </p:tav>
                                        <p:tav tm="33505">
                                          <p:val>
                                            <p:strVal val="#ppt_x-1.24766"/>
                                          </p:val>
                                        </p:tav>
                                        <p:tav tm="45762">
                                          <p:val>
                                            <p:strVal val="#ppt_x-1.249"/>
                                          </p:val>
                                        </p:tav>
                                        <p:tav tm="58020">
                                          <p:val>
                                            <p:strVal val="#ppt_x-1.24966"/>
                                          </p:val>
                                        </p:tav>
                                        <p:tav tm="98880">
                                          <p:val>
                                            <p:strVal val="#ppt_x-1.25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816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817">
                                          <p:val>
                                            <p:strVal val="#ppt_y+0.03816"/>
                                          </p:val>
                                        </p:tav>
                                        <p:tav tm="4903">
                                          <p:val>
                                            <p:strVal val="#ppt_y+0.03479"/>
                                          </p:val>
                                        </p:tav>
                                        <p:tav tm="17161">
                                          <p:val>
                                            <p:strVal val="#ppt_y+0.01681"/>
                                          </p:val>
                                        </p:tav>
                                        <p:tav tm="21247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25333">
                                          <p:val>
                                            <p:strVal val="#ppt_y+0.00928"/>
                                          </p:val>
                                        </p:tav>
                                        <p:tav tm="33505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4576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58020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98880">
                                          <p:val>
                                            <p:strVal val="#ppt_y-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816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817">
                                          <p:val>
                                            <p:strVal val="#ppt_w*4.78849"/>
                                          </p:val>
                                        </p:tav>
                                        <p:tav tm="4903">
                                          <p:val>
                                            <p:strVal val="#ppt_w*4.36051"/>
                                          </p:val>
                                        </p:tav>
                                        <p:tav tm="8989">
                                          <p:val>
                                            <p:strVal val="#ppt_w*3.68716"/>
                                          </p:val>
                                        </p:tav>
                                        <p:tav tm="13075">
                                          <p:val>
                                            <p:strVal val="#ppt_w*3.06503"/>
                                          </p:val>
                                        </p:tav>
                                        <p:tav tm="17161">
                                          <p:val>
                                            <p:strVal val="#ppt_w*2.55012"/>
                                          </p:val>
                                        </p:tav>
                                        <p:tav tm="21247">
                                          <p:val>
                                            <p:strVal val="#ppt_w*2.15899"/>
                                          </p:val>
                                        </p:tav>
                                        <p:tav tm="25333">
                                          <p:val>
                                            <p:strVal val="#ppt_w*1.87165"/>
                                          </p:val>
                                        </p:tav>
                                        <p:tav tm="29419">
                                          <p:val>
                                            <p:strVal val="#ppt_w*1.65994"/>
                                          </p:val>
                                        </p:tav>
                                        <p:tav tm="33505">
                                          <p:val>
                                            <p:strVal val="#ppt_w*1.50137"/>
                                          </p:val>
                                        </p:tav>
                                        <p:tav tm="37591">
                                          <p:val>
                                            <p:strVal val="#ppt_w*1.38039"/>
                                          </p:val>
                                        </p:tav>
                                        <p:tav tm="41677">
                                          <p:val>
                                            <p:strVal val="#ppt_w*1.28662"/>
                                          </p:val>
                                        </p:tav>
                                        <p:tav tm="45762">
                                          <p:val>
                                            <p:strVal val="#ppt_w*1.21301"/>
                                          </p:val>
                                        </p:tav>
                                        <p:tav tm="49848">
                                          <p:val>
                                            <p:strVal val="#ppt_w*1.15473"/>
                                          </p:val>
                                        </p:tav>
                                        <p:tav tm="53934">
                                          <p:val>
                                            <p:strVal val="#ppt_w*1.10832"/>
                                          </p:val>
                                        </p:tav>
                                        <p:tav tm="62106">
                                          <p:val>
                                            <p:strVal val="#ppt_w*1.04177"/>
                                          </p:val>
                                        </p:tav>
                                        <p:tav tm="66192">
                                          <p:val>
                                            <p:strVal val="#ppt_w*1.01837"/>
                                          </p:val>
                                        </p:tav>
                                        <p:tav tm="74364">
                                          <p:val>
                                            <p:strVal val="#ppt_w*0.9858"/>
                                          </p:val>
                                        </p:tav>
                                        <p:tav tm="86622">
                                          <p:val>
                                            <p:strVal val="#ppt_w*0.96211"/>
                                          </p:val>
                                        </p:tav>
                                        <p:tav tm="98880">
                                          <p:val>
                                            <p:strVal val="#ppt_w*0.95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816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817">
                                          <p:val>
                                            <p:strVal val="#ppt_h*4.78849"/>
                                          </p:val>
                                        </p:tav>
                                        <p:tav tm="4903">
                                          <p:val>
                                            <p:strVal val="#ppt_h*4.36051"/>
                                          </p:val>
                                        </p:tav>
                                        <p:tav tm="8989">
                                          <p:val>
                                            <p:strVal val="#ppt_h*3.68716"/>
                                          </p:val>
                                        </p:tav>
                                        <p:tav tm="13075">
                                          <p:val>
                                            <p:strVal val="#ppt_h*3.06503"/>
                                          </p:val>
                                        </p:tav>
                                        <p:tav tm="17161">
                                          <p:val>
                                            <p:strVal val="#ppt_h*2.55012"/>
                                          </p:val>
                                        </p:tav>
                                        <p:tav tm="21247">
                                          <p:val>
                                            <p:strVal val="#ppt_h*2.15899"/>
                                          </p:val>
                                        </p:tav>
                                        <p:tav tm="25333">
                                          <p:val>
                                            <p:strVal val="#ppt_h*1.87165"/>
                                          </p:val>
                                        </p:tav>
                                        <p:tav tm="29419">
                                          <p:val>
                                            <p:strVal val="#ppt_h*1.65994"/>
                                          </p:val>
                                        </p:tav>
                                        <p:tav tm="33505">
                                          <p:val>
                                            <p:strVal val="#ppt_h*1.50137"/>
                                          </p:val>
                                        </p:tav>
                                        <p:tav tm="37591">
                                          <p:val>
                                            <p:strVal val="#ppt_h*1.38039"/>
                                          </p:val>
                                        </p:tav>
                                        <p:tav tm="41677">
                                          <p:val>
                                            <p:strVal val="#ppt_h*1.28662"/>
                                          </p:val>
                                        </p:tav>
                                        <p:tav tm="45762">
                                          <p:val>
                                            <p:strVal val="#ppt_h*1.21301"/>
                                          </p:val>
                                        </p:tav>
                                        <p:tav tm="49848">
                                          <p:val>
                                            <p:strVal val="#ppt_h*1.15473"/>
                                          </p:val>
                                        </p:tav>
                                        <p:tav tm="53934">
                                          <p:val>
                                            <p:strVal val="#ppt_h*1.10832"/>
                                          </p:val>
                                        </p:tav>
                                        <p:tav tm="62106">
                                          <p:val>
                                            <p:strVal val="#ppt_h*1.04177"/>
                                          </p:val>
                                        </p:tav>
                                        <p:tav tm="66192">
                                          <p:val>
                                            <p:strVal val="#ppt_h*1.01837"/>
                                          </p:val>
                                        </p:tav>
                                        <p:tav tm="74364">
                                          <p:val>
                                            <p:strVal val="#ppt_h*0.9858"/>
                                          </p:val>
                                        </p:tav>
                                        <p:tav tm="86622">
                                          <p:val>
                                            <p:strVal val="#ppt_h*0.96211"/>
                                          </p:val>
                                        </p:tav>
                                        <p:tav tm="98880">
                                          <p:val>
                                            <p:strVal val="#ppt_h*0.95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816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817">
                                          <p:val>
                                            <p:fltVal val="173.62"/>
                                          </p:val>
                                        </p:tav>
                                        <p:tav tm="4903">
                                          <p:val>
                                            <p:fltVal val="154.01"/>
                                          </p:val>
                                        </p:tav>
                                        <p:tav tm="8989">
                                          <p:val>
                                            <p:fltVal val="123.15"/>
                                          </p:val>
                                        </p:tav>
                                        <p:tav tm="13075">
                                          <p:val>
                                            <p:fltVal val="94.64"/>
                                          </p:val>
                                        </p:tav>
                                        <p:tav tm="17161">
                                          <p:val>
                                            <p:fltVal val="71.04"/>
                                          </p:val>
                                        </p:tav>
                                        <p:tav tm="21247">
                                          <p:val>
                                            <p:fltVal val="53.11"/>
                                          </p:val>
                                        </p:tav>
                                        <p:tav tm="25333">
                                          <p:val>
                                            <p:fltVal val="39.95"/>
                                          </p:val>
                                        </p:tav>
                                        <p:tav tm="29419">
                                          <p:val>
                                            <p:fltVal val="30.24"/>
                                          </p:val>
                                        </p:tav>
                                        <p:tav tm="33505">
                                          <p:val>
                                            <p:fltVal val="22.98"/>
                                          </p:val>
                                        </p:tav>
                                        <p:tav tm="37591">
                                          <p:val>
                                            <p:fltVal val="17.43"/>
                                          </p:val>
                                        </p:tav>
                                        <p:tav tm="41677">
                                          <p:val>
                                            <p:fltVal val="13.14"/>
                                          </p:val>
                                        </p:tav>
                                        <p:tav tm="45762">
                                          <p:val>
                                            <p:fltVal val="9.76"/>
                                          </p:val>
                                        </p:tav>
                                        <p:tav tm="53934">
                                          <p:val>
                                            <p:fltVal val="4.96"/>
                                          </p:val>
                                        </p:tav>
                                        <p:tav tm="62106">
                                          <p:val>
                                            <p:fltVal val="1.91"/>
                                          </p:val>
                                        </p:tav>
                                        <p:tav tm="74364">
                                          <p:val>
                                            <p:fltVal val="-0.65"/>
                                          </p:val>
                                        </p:tav>
                                        <p:tav tm="86622">
                                          <p:val>
                                            <p:fltVal val="-1.74"/>
                                          </p:val>
                                        </p:tav>
                                        <p:tav tm="98880">
                                          <p:val>
                                            <p:fltVal val="-1.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" dur="37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37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" dur="37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37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37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37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7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7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7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" dur="3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3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" dur="3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3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" dur="3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3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3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3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" dur="3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" dur="3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8" dur="65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2" dur="65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6" dur="65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0" dur="6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4" dur="6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8" dur="65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2" dur="65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6" dur="6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0" dur="65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4" dur="65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8" dur="65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2" dur="65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6" dur="65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0" dur="6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4" dur="6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8" dur="6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2" dur="6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6" dur="6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0" dur="6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4" dur="6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22" presetClass="entr" presetSubtype="8" fill="hold" grpId="0" nodeType="withEffect">
                                  <p:stCondLst>
                                    <p:cond delay="22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900" decel="10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22" presetClass="entr" presetSubtype="8" fill="hold" grpId="0" nodeType="withEffect">
                                  <p:stCondLst>
                                    <p:cond delay="29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900" decel="10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2" presetClass="entr" presetSubtype="8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900" decel="10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22" presetClass="entr" presetSubtype="8" fill="hold" grpId="0" nodeType="withEffect">
                                  <p:stCondLst>
                                    <p:cond delay="43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900" decel="100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9" dur="900" decel="100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22" presetClass="entr" presetSubtype="8" fill="hold" grpId="0" nodeType="withEffect">
                                  <p:stCondLst>
                                    <p:cond delay="57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2" dur="900" decel="100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22" presetClass="entr" presetSubtype="8" fill="hold" grpId="0" nodeType="withEffect">
                                  <p:stCondLst>
                                    <p:cond delay="64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900" decel="100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22" presetClass="entr" presetSubtype="8" fill="hold" grpId="0" nodeType="withEffect">
                                  <p:stCondLst>
                                    <p:cond delay="71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8" dur="900" decel="100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2" presetClass="entr" presetSubtype="8" fill="hold" grpId="0" nodeType="withEffect">
                                  <p:stCondLst>
                                    <p:cond delay="78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1" dur="900" decel="100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44" dur="5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89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618"/>
                                          </p:val>
                                        </p:tav>
                                        <p:tav tm="3733">
                                          <p:val>
                                            <p:strVal val="#ppt_x-1.26618"/>
                                          </p:val>
                                        </p:tav>
                                        <p:tav tm="7466">
                                          <p:val>
                                            <p:strVal val="#ppt_x-1.2647"/>
                                          </p:val>
                                        </p:tav>
                                        <p:tav tm="14932">
                                          <p:val>
                                            <p:strVal val="#ppt_x-1.25928"/>
                                          </p:val>
                                        </p:tav>
                                        <p:tav tm="22399">
                                          <p:val>
                                            <p:strVal val="#ppt_x-1.2553"/>
                                          </p:val>
                                        </p:tav>
                                        <p:tav tm="33598">
                                          <p:val>
                                            <p:strVal val="#ppt_x-1.25235"/>
                                          </p:val>
                                        </p:tav>
                                        <p:tav tm="44797">
                                          <p:val>
                                            <p:strVal val="#ppt_x-1.25106"/>
                                          </p:val>
                                        </p:tav>
                                        <p:tav tm="55996">
                                          <p:val>
                                            <p:strVal val="#ppt_x-1.25041"/>
                                          </p:val>
                                        </p:tav>
                                        <p:tav tm="97060">
                                          <p:val>
                                            <p:strVal val="#ppt_x-1.249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89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7226"/>
                                          </p:val>
                                        </p:tav>
                                        <p:tav tm="3733">
                                          <p:val>
                                            <p:strVal val="#ppt_y-0.07226"/>
                                          </p:val>
                                        </p:tav>
                                        <p:tav tm="7466">
                                          <p:val>
                                            <p:strVal val="#ppt_y-0.06587"/>
                                          </p:val>
                                        </p:tav>
                                        <p:tav tm="14932">
                                          <p:val>
                                            <p:strVal val="#ppt_y-0.04259"/>
                                          </p:val>
                                        </p:tav>
                                        <p:tav tm="18665">
                                          <p:val>
                                            <p:strVal val="#ppt_y-0.0327"/>
                                          </p:val>
                                        </p:tav>
                                        <p:tav tm="22399">
                                          <p:val>
                                            <p:strVal val="#ppt_y-0.02487"/>
                                          </p:val>
                                        </p:tav>
                                        <p:tav tm="26132">
                                          <p:val>
                                            <p:strVal val="#ppt_y-0.01896"/>
                                          </p:val>
                                        </p:tav>
                                        <p:tav tm="33598">
                                          <p:val>
                                            <p:strVal val="#ppt_y-0.0112"/>
                                          </p:val>
                                        </p:tav>
                                        <p:tav tm="44797">
                                          <p:val>
                                            <p:strVal val="#ppt_y-0.00506"/>
                                          </p:val>
                                        </p:tav>
                                        <p:tav tm="55996">
                                          <p:val>
                                            <p:strVal val="#ppt_y-0.00197"/>
                                          </p:val>
                                        </p:tav>
                                        <p:tav tm="74662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060">
                                          <p:val>
                                            <p:strVal val="#ppt_y+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89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794"/>
                                          </p:val>
                                        </p:tav>
                                        <p:tav tm="3733">
                                          <p:val>
                                            <p:strVal val="#ppt_w*4.7794"/>
                                          </p:val>
                                        </p:tav>
                                        <p:tav tm="7466">
                                          <p:val>
                                            <p:strVal val="#ppt_w*4.43409"/>
                                          </p:val>
                                        </p:tav>
                                        <p:tav tm="11199">
                                          <p:val>
                                            <p:strVal val="#ppt_w*3.79882"/>
                                          </p:val>
                                        </p:tav>
                                        <p:tav tm="14932">
                                          <p:val>
                                            <p:strVal val="#ppt_w*3.19892"/>
                                          </p:val>
                                        </p:tav>
                                        <p:tav tm="18665">
                                          <p:val>
                                            <p:strVal val="#ppt_w*2.68456"/>
                                          </p:val>
                                        </p:tav>
                                        <p:tav tm="22399">
                                          <p:val>
                                            <p:strVal val="#ppt_w*2.28017"/>
                                          </p:val>
                                        </p:tav>
                                        <p:tav tm="26132">
                                          <p:val>
                                            <p:strVal val="#ppt_w*1.976"/>
                                          </p:val>
                                        </p:tav>
                                        <p:tav tm="29865">
                                          <p:val>
                                            <p:strVal val="#ppt_w*1.74874"/>
                                          </p:val>
                                        </p:tav>
                                        <p:tav tm="33598">
                                          <p:val>
                                            <p:strVal val="#ppt_w*1.57699"/>
                                          </p:val>
                                        </p:tav>
                                        <p:tav tm="37331">
                                          <p:val>
                                            <p:strVal val="#ppt_w*1.44505"/>
                                          </p:val>
                                        </p:tav>
                                        <p:tav tm="41064">
                                          <p:val>
                                            <p:strVal val="#ppt_w*1.34212"/>
                                          </p:val>
                                        </p:tav>
                                        <p:tav tm="44797">
                                          <p:val>
                                            <p:strVal val="#ppt_w*1.26075"/>
                                          </p:val>
                                        </p:tav>
                                        <p:tav tm="48530">
                                          <p:val>
                                            <p:strVal val="#ppt_w*1.1958"/>
                                          </p:val>
                                        </p:tav>
                                        <p:tav tm="52263">
                                          <p:val>
                                            <p:strVal val="#ppt_w*1.14357"/>
                                          </p:val>
                                        </p:tav>
                                        <p:tav tm="55996">
                                          <p:val>
                                            <p:strVal val="#ppt_w*1.1014"/>
                                          </p:val>
                                        </p:tav>
                                        <p:tav tm="63463">
                                          <p:val>
                                            <p:strVal val="#ppt_w*1.03977"/>
                                          </p:val>
                                        </p:tav>
                                        <p:tav tm="67196">
                                          <p:val>
                                            <p:strVal val="#ppt_w*1.01764"/>
                                          </p:val>
                                        </p:tav>
                                        <p:tav tm="74662">
                                          <p:val>
                                            <p:strVal val="#ppt_w*0.98613"/>
                                          </p:val>
                                        </p:tav>
                                        <p:tav tm="85861">
                                          <p:val>
                                            <p:strVal val="#ppt_w*0.96185"/>
                                          </p:val>
                                        </p:tav>
                                        <p:tav tm="97060">
                                          <p:val>
                                            <p:strVal val="#ppt_w*0.955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89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794"/>
                                          </p:val>
                                        </p:tav>
                                        <p:tav tm="3733">
                                          <p:val>
                                            <p:strVal val="#ppt_h*4.7794"/>
                                          </p:val>
                                        </p:tav>
                                        <p:tav tm="7466">
                                          <p:val>
                                            <p:strVal val="#ppt_h*4.43409"/>
                                          </p:val>
                                        </p:tav>
                                        <p:tav tm="11199">
                                          <p:val>
                                            <p:strVal val="#ppt_h*3.79882"/>
                                          </p:val>
                                        </p:tav>
                                        <p:tav tm="14932">
                                          <p:val>
                                            <p:strVal val="#ppt_h*3.19892"/>
                                          </p:val>
                                        </p:tav>
                                        <p:tav tm="18665">
                                          <p:val>
                                            <p:strVal val="#ppt_h*2.68456"/>
                                          </p:val>
                                        </p:tav>
                                        <p:tav tm="22399">
                                          <p:val>
                                            <p:strVal val="#ppt_h*2.28017"/>
                                          </p:val>
                                        </p:tav>
                                        <p:tav tm="26132">
                                          <p:val>
                                            <p:strVal val="#ppt_h*1.976"/>
                                          </p:val>
                                        </p:tav>
                                        <p:tav tm="29865">
                                          <p:val>
                                            <p:strVal val="#ppt_h*1.74874"/>
                                          </p:val>
                                        </p:tav>
                                        <p:tav tm="33598">
                                          <p:val>
                                            <p:strVal val="#ppt_h*1.57699"/>
                                          </p:val>
                                        </p:tav>
                                        <p:tav tm="37331">
                                          <p:val>
                                            <p:strVal val="#ppt_h*1.44505"/>
                                          </p:val>
                                        </p:tav>
                                        <p:tav tm="41064">
                                          <p:val>
                                            <p:strVal val="#ppt_h*1.34212"/>
                                          </p:val>
                                        </p:tav>
                                        <p:tav tm="44797">
                                          <p:val>
                                            <p:strVal val="#ppt_h*1.26075"/>
                                          </p:val>
                                        </p:tav>
                                        <p:tav tm="48530">
                                          <p:val>
                                            <p:strVal val="#ppt_h*1.1958"/>
                                          </p:val>
                                        </p:tav>
                                        <p:tav tm="52263">
                                          <p:val>
                                            <p:strVal val="#ppt_h*1.14357"/>
                                          </p:val>
                                        </p:tav>
                                        <p:tav tm="55996">
                                          <p:val>
                                            <p:strVal val="#ppt_h*1.1014"/>
                                          </p:val>
                                        </p:tav>
                                        <p:tav tm="63463">
                                          <p:val>
                                            <p:strVal val="#ppt_h*1.03977"/>
                                          </p:val>
                                        </p:tav>
                                        <p:tav tm="67196">
                                          <p:val>
                                            <p:strVal val="#ppt_h*1.01764"/>
                                          </p:val>
                                        </p:tav>
                                        <p:tav tm="74662">
                                          <p:val>
                                            <p:strVal val="#ppt_h*0.98613"/>
                                          </p:val>
                                        </p:tav>
                                        <p:tav tm="85861">
                                          <p:val>
                                            <p:strVal val="#ppt_h*0.96185"/>
                                          </p:val>
                                        </p:tav>
                                        <p:tav tm="97060">
                                          <p:val>
                                            <p:strVal val="#ppt_h*0.955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89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4.94"/>
                                          </p:val>
                                        </p:tav>
                                        <p:tav tm="3733">
                                          <p:val>
                                            <p:fltVal val="-144.94"/>
                                          </p:val>
                                        </p:tav>
                                        <p:tav tm="7466">
                                          <p:val>
                                            <p:fltVal val="-131.69"/>
                                          </p:val>
                                        </p:tav>
                                        <p:tav tm="11199">
                                          <p:val>
                                            <p:fltVal val="-107.33"/>
                                          </p:val>
                                        </p:tav>
                                        <p:tav tm="14932">
                                          <p:val>
                                            <p:fltVal val="-84.33"/>
                                          </p:val>
                                        </p:tav>
                                        <p:tav tm="18665">
                                          <p:val>
                                            <p:fltVal val="-64.6"/>
                                          </p:val>
                                        </p:tav>
                                        <p:tav tm="22399">
                                          <p:val>
                                            <p:fltVal val="-49.09"/>
                                          </p:val>
                                        </p:tav>
                                        <p:tav tm="26132">
                                          <p:val>
                                            <p:fltVal val="-37.43"/>
                                          </p:val>
                                        </p:tav>
                                        <p:tav tm="29865">
                                          <p:val>
                                            <p:fltVal val="-28.71"/>
                                          </p:val>
                                        </p:tav>
                                        <p:tav tm="33598">
                                          <p:val>
                                            <p:fltVal val="-22.13"/>
                                          </p:val>
                                        </p:tav>
                                        <p:tav tm="37331">
                                          <p:val>
                                            <p:fltVal val="-17.07"/>
                                          </p:val>
                                        </p:tav>
                                        <p:tav tm="41064">
                                          <p:val>
                                            <p:fltVal val="-13.12"/>
                                          </p:val>
                                        </p:tav>
                                        <p:tav tm="44797">
                                          <p:val>
                                            <p:fltVal val="-10"/>
                                          </p:val>
                                        </p:tav>
                                        <p:tav tm="48530">
                                          <p:val>
                                            <p:fltVal val="-7.51"/>
                                          </p:val>
                                        </p:tav>
                                        <p:tav tm="55996">
                                          <p:val>
                                            <p:fltVal val="-3.89"/>
                                          </p:val>
                                        </p:tav>
                                        <p:tav tm="63463">
                                          <p:val>
                                            <p:fltVal val="-1.53"/>
                                          </p:val>
                                        </p:tav>
                                        <p:tav tm="74662">
                                          <p:val>
                                            <p:fltVal val="0.53"/>
                                          </p:val>
                                        </p:tav>
                                        <p:tav tm="85861">
                                          <p:val>
                                            <p:fltVal val="1.46"/>
                                          </p:val>
                                        </p:tav>
                                        <p:tav tm="97060">
                                          <p:val>
                                            <p:fltVal val="1.6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53" dur="6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94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278"/>
                                          </p:val>
                                        </p:tav>
                                        <p:tav tm="3547">
                                          <p:val>
                                            <p:strVal val="#ppt_x-1.28278"/>
                                          </p:val>
                                        </p:tav>
                                        <p:tav tm="7094">
                                          <p:val>
                                            <p:strVal val="#ppt_x-1.27882"/>
                                          </p:val>
                                        </p:tav>
                                        <p:tav tm="14189">
                                          <p:val>
                                            <p:strVal val="#ppt_x-1.26894"/>
                                          </p:val>
                                        </p:tav>
                                        <p:tav tm="17736">
                                          <p:val>
                                            <p:strVal val="#ppt_x-1.2648"/>
                                          </p:val>
                                        </p:tav>
                                        <p:tav tm="21283">
                                          <p:val>
                                            <p:strVal val="#ppt_x-1.26147"/>
                                          </p:val>
                                        </p:tav>
                                        <p:tav tm="24830">
                                          <p:val>
                                            <p:strVal val="#ppt_x-1.25892"/>
                                          </p:val>
                                        </p:tav>
                                        <p:tav tm="31925">
                                          <p:val>
                                            <p:strVal val="#ppt_x-1.25546"/>
                                          </p:val>
                                        </p:tav>
                                        <p:tav tm="42566">
                                          <p:val>
                                            <p:strVal val="#ppt_x-1.25262"/>
                                          </p:val>
                                        </p:tav>
                                        <p:tav tm="56755">
                                          <p:val>
                                            <p:strVal val="#ppt_x-1.25081"/>
                                          </p:val>
                                        </p:tav>
                                        <p:tav tm="74491">
                                          <p:val>
                                            <p:strVal val="#ppt_x-1.249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94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7838"/>
                                          </p:val>
                                        </p:tav>
                                        <p:tav tm="3547">
                                          <p:val>
                                            <p:strVal val="#ppt_y+0.07838"/>
                                          </p:val>
                                        </p:tav>
                                        <p:tav tm="7094">
                                          <p:val>
                                            <p:strVal val="#ppt_y+0.06906"/>
                                          </p:val>
                                        </p:tav>
                                        <p:tav tm="14189">
                                          <p:val>
                                            <p:strVal val="#ppt_y+0.0454"/>
                                          </p:val>
                                        </p:tav>
                                        <p:tav tm="17736">
                                          <p:val>
                                            <p:strVal val="#ppt_y+0.03542"/>
                                          </p:val>
                                        </p:tav>
                                        <p:tav tm="21283">
                                          <p:val>
                                            <p:strVal val="#ppt_y+0.02741"/>
                                          </p:val>
                                        </p:tav>
                                        <p:tav tm="24830">
                                          <p:val>
                                            <p:strVal val="#ppt_y+0.02126"/>
                                          </p:val>
                                        </p:tav>
                                        <p:tav tm="31925">
                                          <p:val>
                                            <p:strVal val="#ppt_y+0.01298"/>
                                          </p:val>
                                        </p:tav>
                                        <p:tav tm="42566">
                                          <p:val>
                                            <p:strVal val="#ppt_y+0.00621"/>
                                          </p:val>
                                        </p:tav>
                                        <p:tav tm="56755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74491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94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297"/>
                                          </p:val>
                                        </p:tav>
                                        <p:tav tm="3547">
                                          <p:val>
                                            <p:strVal val="#ppt_w*4.78297"/>
                                          </p:val>
                                        </p:tav>
                                        <p:tav tm="7094">
                                          <p:val>
                                            <p:strVal val="#ppt_w*4.32342"/>
                                          </p:val>
                                        </p:tav>
                                        <p:tav tm="10642">
                                          <p:val>
                                            <p:strVal val="#ppt_w*3.72933"/>
                                          </p:val>
                                        </p:tav>
                                        <p:tav tm="14189">
                                          <p:val>
                                            <p:strVal val="#ppt_w*3.17151"/>
                                          </p:val>
                                        </p:tav>
                                        <p:tav tm="17736">
                                          <p:val>
                                            <p:strVal val="#ppt_w*2.6911"/>
                                          </p:val>
                                        </p:tav>
                                        <p:tav tm="21283">
                                          <p:val>
                                            <p:strVal val="#ppt_w*2.30764"/>
                                          </p:val>
                                        </p:tav>
                                        <p:tav tm="24830">
                                          <p:val>
                                            <p:strVal val="#ppt_w*2.01367"/>
                                          </p:val>
                                        </p:tav>
                                        <p:tav tm="28378">
                                          <p:val>
                                            <p:strVal val="#ppt_w*1.79012"/>
                                          </p:val>
                                        </p:tav>
                                        <p:tav tm="31925">
                                          <p:val>
                                            <p:strVal val="#ppt_w*1.61866"/>
                                          </p:val>
                                        </p:tav>
                                        <p:tav tm="35472">
                                          <p:val>
                                            <p:strVal val="#ppt_w*1.48528"/>
                                          </p:val>
                                        </p:tav>
                                        <p:tav tm="39019">
                                          <p:val>
                                            <p:strVal val="#ppt_w*1.38005"/>
                                          </p:val>
                                        </p:tav>
                                        <p:tav tm="42566">
                                          <p:val>
                                            <p:strVal val="#ppt_w*1.296"/>
                                          </p:val>
                                        </p:tav>
                                        <p:tav tm="46114">
                                          <p:val>
                                            <p:strVal val="#ppt_w*1.2282"/>
                                          </p:val>
                                        </p:tav>
                                        <p:tav tm="49661">
                                          <p:val>
                                            <p:strVal val="#ppt_w*1.1731"/>
                                          </p:val>
                                        </p:tav>
                                        <p:tav tm="53208">
                                          <p:val>
                                            <p:strVal val="#ppt_w*1.1281"/>
                                          </p:val>
                                        </p:tav>
                                        <p:tav tm="56755">
                                          <p:val>
                                            <p:strVal val="#ppt_w*1.09124"/>
                                          </p:val>
                                        </p:tav>
                                        <p:tav tm="63850">
                                          <p:val>
                                            <p:strVal val="#ppt_w*1.03634"/>
                                          </p:val>
                                        </p:tav>
                                        <p:tav tm="74491">
                                          <p:val>
                                            <p:strVal val="#ppt_w*0.98705"/>
                                          </p:val>
                                        </p:tav>
                                        <p:tav tm="85133">
                                          <p:val>
                                            <p:strVal val="#ppt_w*0.963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6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94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297"/>
                                          </p:val>
                                        </p:tav>
                                        <p:tav tm="3547">
                                          <p:val>
                                            <p:strVal val="#ppt_h*4.78297"/>
                                          </p:val>
                                        </p:tav>
                                        <p:tav tm="7094">
                                          <p:val>
                                            <p:strVal val="#ppt_h*4.32342"/>
                                          </p:val>
                                        </p:tav>
                                        <p:tav tm="10642">
                                          <p:val>
                                            <p:strVal val="#ppt_h*3.72933"/>
                                          </p:val>
                                        </p:tav>
                                        <p:tav tm="14189">
                                          <p:val>
                                            <p:strVal val="#ppt_h*3.17151"/>
                                          </p:val>
                                        </p:tav>
                                        <p:tav tm="17736">
                                          <p:val>
                                            <p:strVal val="#ppt_h*2.6911"/>
                                          </p:val>
                                        </p:tav>
                                        <p:tav tm="21283">
                                          <p:val>
                                            <p:strVal val="#ppt_h*2.30764"/>
                                          </p:val>
                                        </p:tav>
                                        <p:tav tm="24830">
                                          <p:val>
                                            <p:strVal val="#ppt_h*2.01367"/>
                                          </p:val>
                                        </p:tav>
                                        <p:tav tm="28378">
                                          <p:val>
                                            <p:strVal val="#ppt_h*1.79012"/>
                                          </p:val>
                                        </p:tav>
                                        <p:tav tm="31925">
                                          <p:val>
                                            <p:strVal val="#ppt_h*1.61866"/>
                                          </p:val>
                                        </p:tav>
                                        <p:tav tm="35472">
                                          <p:val>
                                            <p:strVal val="#ppt_h*1.48528"/>
                                          </p:val>
                                        </p:tav>
                                        <p:tav tm="39019">
                                          <p:val>
                                            <p:strVal val="#ppt_h*1.38005"/>
                                          </p:val>
                                        </p:tav>
                                        <p:tav tm="42566">
                                          <p:val>
                                            <p:strVal val="#ppt_h*1.296"/>
                                          </p:val>
                                        </p:tav>
                                        <p:tav tm="46114">
                                          <p:val>
                                            <p:strVal val="#ppt_h*1.2282"/>
                                          </p:val>
                                        </p:tav>
                                        <p:tav tm="49661">
                                          <p:val>
                                            <p:strVal val="#ppt_h*1.1731"/>
                                          </p:val>
                                        </p:tav>
                                        <p:tav tm="53208">
                                          <p:val>
                                            <p:strVal val="#ppt_h*1.1281"/>
                                          </p:val>
                                        </p:tav>
                                        <p:tav tm="56755">
                                          <p:val>
                                            <p:strVal val="#ppt_h*1.09124"/>
                                          </p:val>
                                        </p:tav>
                                        <p:tav tm="63850">
                                          <p:val>
                                            <p:strVal val="#ppt_h*1.03634"/>
                                          </p:val>
                                        </p:tav>
                                        <p:tav tm="74491">
                                          <p:val>
                                            <p:strVal val="#ppt_h*0.98705"/>
                                          </p:val>
                                        </p:tav>
                                        <p:tav tm="85133">
                                          <p:val>
                                            <p:strVal val="#ppt_h*0.963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6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94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5.99"/>
                                          </p:val>
                                        </p:tav>
                                        <p:tav tm="3547">
                                          <p:val>
                                            <p:fltVal val="-105.99"/>
                                          </p:val>
                                        </p:tav>
                                        <p:tav tm="7094">
                                          <p:val>
                                            <p:fltVal val="-93.11"/>
                                          </p:val>
                                        </p:tav>
                                        <p:tav tm="10642">
                                          <p:val>
                                            <p:fltVal val="-76.47"/>
                                          </p:val>
                                        </p:tav>
                                        <p:tav tm="14189">
                                          <p:val>
                                            <p:fltVal val="-60.84"/>
                                          </p:val>
                                        </p:tav>
                                        <p:tav tm="17736">
                                          <p:val>
                                            <p:fltVal val="-47.38"/>
                                          </p:val>
                                        </p:tav>
                                        <p:tav tm="21283">
                                          <p:val>
                                            <p:fltVal val="-36.64"/>
                                          </p:val>
                                        </p:tav>
                                        <p:tav tm="24830">
                                          <p:val>
                                            <p:fltVal val="-28.4"/>
                                          </p:val>
                                        </p:tav>
                                        <p:tav tm="28378">
                                          <p:val>
                                            <p:fltVal val="-22.14"/>
                                          </p:val>
                                        </p:tav>
                                        <p:tav tm="31925">
                                          <p:val>
                                            <p:fltVal val="-17.33"/>
                                          </p:val>
                                        </p:tav>
                                        <p:tav tm="35472">
                                          <p:val>
                                            <p:fltVal val="-13.6"/>
                                          </p:val>
                                        </p:tav>
                                        <p:tav tm="42566">
                                          <p:val>
                                            <p:fltVal val="-8.29"/>
                                          </p:val>
                                        </p:tav>
                                        <p:tav tm="49661">
                                          <p:val>
                                            <p:fltVal val="-4.85"/>
                                          </p:val>
                                        </p:tav>
                                        <p:tav tm="56755">
                                          <p:val>
                                            <p:fltVal val="-2.56"/>
                                          </p:val>
                                        </p:tav>
                                        <p:tav tm="63850">
                                          <p:val>
                                            <p:fltVal val="-1.02"/>
                                          </p:val>
                                        </p:tav>
                                        <p:tav tm="74491">
                                          <p:val>
                                            <p:fltVal val="0.36"/>
                                          </p:val>
                                        </p:tav>
                                        <p:tav tm="85133">
                                          <p:val>
                                            <p:fltVal val="1.02"/>
                                          </p:val>
                                        </p:tav>
                                        <p:tav tm="100000">
                                          <p:val>
                                            <p:fltVal val="1.2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62" dur="5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4" dur="908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6434"/>
                                          </p:val>
                                        </p:tav>
                                        <p:tav tm="3670">
                                          <p:val>
                                            <p:strVal val="#ppt_x-1.26434"/>
                                          </p:val>
                                        </p:tav>
                                        <p:tav tm="7340">
                                          <p:val>
                                            <p:strVal val="#ppt_x-1.26238"/>
                                          </p:val>
                                        </p:tav>
                                        <p:tav tm="14680">
                                          <p:val>
                                            <p:strVal val="#ppt_x-1.25725"/>
                                          </p:val>
                                        </p:tav>
                                        <p:tav tm="18350">
                                          <p:val>
                                            <p:strVal val="#ppt_x-1.25538"/>
                                          </p:val>
                                        </p:tav>
                                        <p:tav tm="22020">
                                          <p:val>
                                            <p:strVal val="#ppt_x-1.25402"/>
                                          </p:val>
                                        </p:tav>
                                        <p:tav tm="29361">
                                          <p:val>
                                            <p:strVal val="#ppt_x-1.25233"/>
                                          </p:val>
                                        </p:tav>
                                        <p:tav tm="40371">
                                          <p:val>
                                            <p:strVal val="#ppt_x-1.25107"/>
                                          </p:val>
                                        </p:tav>
                                        <p:tav tm="55051">
                                          <p:val>
                                            <p:strVal val="#ppt_x-1.25032"/>
                                          </p:val>
                                        </p:tav>
                                        <p:tav tm="99092">
                                          <p:val>
                                            <p:strVal val="#ppt_x-1.249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908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842"/>
                                          </p:val>
                                        </p:tav>
                                        <p:tav tm="3670">
                                          <p:val>
                                            <p:strVal val="#ppt_y-0.03842"/>
                                          </p:val>
                                        </p:tav>
                                        <p:tav tm="7340">
                                          <p:val>
                                            <p:strVal val="#ppt_y-0.03362"/>
                                          </p:val>
                                        </p:tav>
                                        <p:tav tm="14680">
                                          <p:val>
                                            <p:strVal val="#ppt_y-0.02148"/>
                                          </p:val>
                                        </p:tav>
                                        <p:tav tm="22020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25691">
                                          <p:val>
                                            <p:strVal val="#ppt_y-0.01003"/>
                                          </p:val>
                                        </p:tav>
                                        <p:tav tm="33031">
                                          <p:val>
                                            <p:strVal val="#ppt_y-0.00609"/>
                                          </p:val>
                                        </p:tav>
                                        <p:tav tm="44041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58721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99092">
                                          <p:val>
                                            <p:strVal val="#ppt_y+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908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576"/>
                                          </p:val>
                                        </p:tav>
                                        <p:tav tm="3670">
                                          <p:val>
                                            <p:strVal val="#ppt_w*4.7576"/>
                                          </p:val>
                                        </p:tav>
                                        <p:tav tm="7340">
                                          <p:val>
                                            <p:strVal val="#ppt_w*4.33034"/>
                                          </p:val>
                                        </p:tav>
                                        <p:tav tm="11010">
                                          <p:val>
                                            <p:strVal val="#ppt_w*3.71487"/>
                                          </p:val>
                                        </p:tav>
                                        <p:tav tm="14680">
                                          <p:val>
                                            <p:strVal val="#ppt_w*3.13811"/>
                                          </p:val>
                                        </p:tav>
                                        <p:tav tm="18350">
                                          <p:val>
                                            <p:strVal val="#ppt_w*2.64575"/>
                                          </p:val>
                                        </p:tav>
                                        <p:tav tm="22020">
                                          <p:val>
                                            <p:strVal val="#ppt_w*2.25795"/>
                                          </p:val>
                                        </p:tav>
                                        <p:tav tm="25691">
                                          <p:val>
                                            <p:strVal val="#ppt_w*1.96449"/>
                                          </p:val>
                                        </p:tav>
                                        <p:tav tm="29361">
                                          <p:val>
                                            <p:strVal val="#ppt_w*1.74366"/>
                                          </p:val>
                                        </p:tav>
                                        <p:tav tm="33031">
                                          <p:val>
                                            <p:strVal val="#ppt_w*1.57566"/>
                                          </p:val>
                                        </p:tav>
                                        <p:tav tm="36701">
                                          <p:val>
                                            <p:strVal val="#ppt_w*1.44586"/>
                                          </p:val>
                                        </p:tav>
                                        <p:tav tm="40371">
                                          <p:val>
                                            <p:strVal val="#ppt_w*1.34406"/>
                                          </p:val>
                                        </p:tav>
                                        <p:tav tm="44041">
                                          <p:val>
                                            <p:strVal val="#ppt_w*1.26321"/>
                                          </p:val>
                                        </p:tav>
                                        <p:tav tm="47711">
                                          <p:val>
                                            <p:strVal val="#ppt_w*1.19837"/>
                                          </p:val>
                                        </p:tav>
                                        <p:tav tm="51381">
                                          <p:val>
                                            <p:strVal val="#ppt_w*1.14599"/>
                                          </p:val>
                                        </p:tav>
                                        <p:tav tm="55051">
                                          <p:val>
                                            <p:strVal val="#ppt_w*1.10351"/>
                                          </p:val>
                                        </p:tav>
                                        <p:tav tm="62391">
                                          <p:val>
                                            <p:strVal val="#ppt_w*1.04093"/>
                                          </p:val>
                                        </p:tav>
                                        <p:tav tm="66061">
                                          <p:val>
                                            <p:strVal val="#ppt_w*1.01823"/>
                                          </p:val>
                                        </p:tav>
                                        <p:tav tm="73402">
                                          <p:val>
                                            <p:strVal val="#ppt_w*0.98552"/>
                                          </p:val>
                                        </p:tav>
                                        <p:tav tm="84412">
                                          <p:val>
                                            <p:strVal val="#ppt_w*0.95935"/>
                                          </p:val>
                                        </p:tav>
                                        <p:tav tm="99092">
                                          <p:val>
                                            <p:strVal val="#ppt_w*0.95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908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576"/>
                                          </p:val>
                                        </p:tav>
                                        <p:tav tm="3670">
                                          <p:val>
                                            <p:strVal val="#ppt_h*4.7576"/>
                                          </p:val>
                                        </p:tav>
                                        <p:tav tm="7340">
                                          <p:val>
                                            <p:strVal val="#ppt_h*4.33034"/>
                                          </p:val>
                                        </p:tav>
                                        <p:tav tm="11010">
                                          <p:val>
                                            <p:strVal val="#ppt_h*3.71487"/>
                                          </p:val>
                                        </p:tav>
                                        <p:tav tm="14680">
                                          <p:val>
                                            <p:strVal val="#ppt_h*3.13811"/>
                                          </p:val>
                                        </p:tav>
                                        <p:tav tm="18350">
                                          <p:val>
                                            <p:strVal val="#ppt_h*2.64575"/>
                                          </p:val>
                                        </p:tav>
                                        <p:tav tm="22020">
                                          <p:val>
                                            <p:strVal val="#ppt_h*2.25795"/>
                                          </p:val>
                                        </p:tav>
                                        <p:tav tm="25691">
                                          <p:val>
                                            <p:strVal val="#ppt_h*1.96449"/>
                                          </p:val>
                                        </p:tav>
                                        <p:tav tm="29361">
                                          <p:val>
                                            <p:strVal val="#ppt_h*1.74366"/>
                                          </p:val>
                                        </p:tav>
                                        <p:tav tm="33031">
                                          <p:val>
                                            <p:strVal val="#ppt_h*1.57566"/>
                                          </p:val>
                                        </p:tav>
                                        <p:tav tm="36701">
                                          <p:val>
                                            <p:strVal val="#ppt_h*1.44586"/>
                                          </p:val>
                                        </p:tav>
                                        <p:tav tm="40371">
                                          <p:val>
                                            <p:strVal val="#ppt_h*1.34406"/>
                                          </p:val>
                                        </p:tav>
                                        <p:tav tm="44041">
                                          <p:val>
                                            <p:strVal val="#ppt_h*1.26321"/>
                                          </p:val>
                                        </p:tav>
                                        <p:tav tm="47711">
                                          <p:val>
                                            <p:strVal val="#ppt_h*1.19837"/>
                                          </p:val>
                                        </p:tav>
                                        <p:tav tm="51381">
                                          <p:val>
                                            <p:strVal val="#ppt_h*1.14599"/>
                                          </p:val>
                                        </p:tav>
                                        <p:tav tm="55051">
                                          <p:val>
                                            <p:strVal val="#ppt_h*1.10351"/>
                                          </p:val>
                                        </p:tav>
                                        <p:tav tm="62391">
                                          <p:val>
                                            <p:strVal val="#ppt_h*1.04093"/>
                                          </p:val>
                                        </p:tav>
                                        <p:tav tm="66061">
                                          <p:val>
                                            <p:strVal val="#ppt_h*1.01823"/>
                                          </p:val>
                                        </p:tav>
                                        <p:tav tm="73402">
                                          <p:val>
                                            <p:strVal val="#ppt_h*0.98552"/>
                                          </p:val>
                                        </p:tav>
                                        <p:tav tm="84412">
                                          <p:val>
                                            <p:strVal val="#ppt_h*0.95935"/>
                                          </p:val>
                                        </p:tav>
                                        <p:tav tm="99092">
                                          <p:val>
                                            <p:strVal val="#ppt_h*0.95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908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8.27"/>
                                          </p:val>
                                        </p:tav>
                                        <p:tav tm="3670">
                                          <p:val>
                                            <p:fltVal val="158.27"/>
                                          </p:val>
                                        </p:tav>
                                        <p:tav tm="7340">
                                          <p:val>
                                            <p:fltVal val="140.27"/>
                                          </p:val>
                                        </p:tav>
                                        <p:tav tm="11010">
                                          <p:val>
                                            <p:fltVal val="114.35"/>
                                          </p:val>
                                        </p:tav>
                                        <p:tav tm="14680">
                                          <p:val>
                                            <p:fltVal val="90.06"/>
                                          </p:val>
                                        </p:tav>
                                        <p:tav tm="18350">
                                          <p:val>
                                            <p:fltVal val="69.32"/>
                                          </p:val>
                                        </p:tav>
                                        <p:tav tm="22020">
                                          <p:val>
                                            <p:fltVal val="52.98"/>
                                          </p:val>
                                        </p:tav>
                                        <p:tav tm="25691">
                                          <p:val>
                                            <p:fltVal val="40.62"/>
                                          </p:val>
                                        </p:tav>
                                        <p:tav tm="29361">
                                          <p:val>
                                            <p:fltVal val="31.32"/>
                                          </p:val>
                                        </p:tav>
                                        <p:tav tm="33031">
                                          <p:val>
                                            <p:fltVal val="24.25"/>
                                          </p:val>
                                        </p:tav>
                                        <p:tav tm="36701">
                                          <p:val>
                                            <p:fltVal val="18.78"/>
                                          </p:val>
                                        </p:tav>
                                        <p:tav tm="40371">
                                          <p:val>
                                            <p:fltVal val="14.49"/>
                                          </p:val>
                                        </p:tav>
                                        <p:tav tm="44041">
                                          <p:val>
                                            <p:fltVal val="11.09"/>
                                          </p:val>
                                        </p:tav>
                                        <p:tav tm="47711">
                                          <p:val>
                                            <p:fltVal val="8.36"/>
                                          </p:val>
                                        </p:tav>
                                        <p:tav tm="55051">
                                          <p:val>
                                            <p:fltVal val="4.36"/>
                                          </p:val>
                                        </p:tav>
                                        <p:tav tm="62391">
                                          <p:val>
                                            <p:fltVal val="1.72"/>
                                          </p:val>
                                        </p:tav>
                                        <p:tav tm="73402">
                                          <p:val>
                                            <p:fltVal val="-0.61"/>
                                          </p:val>
                                        </p:tav>
                                        <p:tav tm="84412">
                                          <p:val>
                                            <p:fltVal val="-1.71"/>
                                          </p:val>
                                        </p:tav>
                                        <p:tav tm="99092">
                                          <p:val>
                                            <p:fltVal val="-2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71" dur="4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677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9651"/>
                                          </p:val>
                                        </p:tav>
                                        <p:tav tm="9841">
                                          <p:val>
                                            <p:strVal val="#ppt_x-1.27829"/>
                                          </p:val>
                                        </p:tav>
                                        <p:tav tm="14762">
                                          <p:val>
                                            <p:strVal val="#ppt_x-1.27033"/>
                                          </p:val>
                                        </p:tav>
                                        <p:tav tm="19682">
                                          <p:val>
                                            <p:strVal val="#ppt_x-1.26442"/>
                                          </p:val>
                                        </p:tav>
                                        <p:tav tm="24603">
                                          <p:val>
                                            <p:strVal val="#ppt_x-1.26029"/>
                                          </p:val>
                                        </p:tav>
                                        <p:tav tm="29524">
                                          <p:val>
                                            <p:strVal val="#ppt_x-1.2574"/>
                                          </p:val>
                                        </p:tav>
                                        <p:tav tm="39365">
                                          <p:val>
                                            <p:strVal val="#ppt_x-1.25382"/>
                                          </p:val>
                                        </p:tav>
                                        <p:tav tm="54127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73809">
                                          <p:val>
                                            <p:strVal val="#ppt_x-1.24979"/>
                                          </p:val>
                                        </p:tav>
                                        <p:tav tm="98412">
                                          <p:val>
                                            <p:strVal val="#ppt_x-1.249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677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798"/>
                                          </p:val>
                                        </p:tav>
                                        <p:tav tm="9841">
                                          <p:val>
                                            <p:strVal val="#ppt_y-0.02905"/>
                                          </p:val>
                                        </p:tav>
                                        <p:tav tm="14762">
                                          <p:val>
                                            <p:strVal val="#ppt_y-0.02109"/>
                                          </p:val>
                                        </p:tav>
                                        <p:tav tm="19682">
                                          <p:val>
                                            <p:strVal val="#ppt_y-0.01513"/>
                                          </p:val>
                                        </p:tav>
                                        <p:tav tm="24603">
                                          <p:val>
                                            <p:strVal val="#ppt_y-0.01089"/>
                                          </p:val>
                                        </p:tav>
                                        <p:tav tm="29524">
                                          <p:val>
                                            <p:strVal val="#ppt_y-0.00789"/>
                                          </p:val>
                                        </p:tav>
                                        <p:tav tm="39365">
                                          <p:val>
                                            <p:strVal val="#ppt_y-0.0041"/>
                                          </p:val>
                                        </p:tav>
                                        <p:tav tm="54127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73809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412">
                                          <p:val>
                                            <p:strVal val="#ppt_y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677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458"/>
                                          </p:val>
                                        </p:tav>
                                        <p:tav tm="9841">
                                          <p:val>
                                            <p:strVal val="#ppt_w*3.24519"/>
                                          </p:val>
                                        </p:tav>
                                        <p:tav tm="14762">
                                          <p:val>
                                            <p:strVal val="#ppt_w*2.60341"/>
                                          </p:val>
                                        </p:tav>
                                        <p:tav tm="19682">
                                          <p:val>
                                            <p:strVal val="#ppt_w*2.13488"/>
                                          </p:val>
                                        </p:tav>
                                        <p:tav tm="24603">
                                          <p:val>
                                            <p:strVal val="#ppt_w*1.80984"/>
                                          </p:val>
                                        </p:tav>
                                        <p:tav tm="29524">
                                          <p:val>
                                            <p:strVal val="#ppt_w*1.58275"/>
                                          </p:val>
                                        </p:tav>
                                        <p:tav tm="34444">
                                          <p:val>
                                            <p:strVal val="#ppt_w*1.4201"/>
                                          </p:val>
                                        </p:tav>
                                        <p:tav tm="39365">
                                          <p:val>
                                            <p:strVal val="#ppt_w*1.30074"/>
                                          </p:val>
                                        </p:tav>
                                        <p:tav tm="44285">
                                          <p:val>
                                            <p:strVal val="#ppt_w*1.21146"/>
                                          </p:val>
                                        </p:tav>
                                        <p:tav tm="49206">
                                          <p:val>
                                            <p:strVal val="#ppt_w*1.14381"/>
                                          </p:val>
                                        </p:tav>
                                        <p:tav tm="54127">
                                          <p:val>
                                            <p:strVal val="#ppt_w*1.09217"/>
                                          </p:val>
                                        </p:tav>
                                        <p:tav tm="59047">
                                          <p:val>
                                            <p:strVal val="#ppt_w*1.05269"/>
                                          </p:val>
                                        </p:tav>
                                        <p:tav tm="63968">
                                          <p:val>
                                            <p:strVal val="#ppt_w*1.02263"/>
                                          </p:val>
                                        </p:tav>
                                        <p:tav tm="73809">
                                          <p:val>
                                            <p:strVal val="#ppt_w*0.98333"/>
                                          </p:val>
                                        </p:tav>
                                        <p:tav tm="83650">
                                          <p:val>
                                            <p:strVal val="#ppt_w*0.96358"/>
                                          </p:val>
                                        </p:tav>
                                        <p:tav tm="98412">
                                          <p:val>
                                            <p:strVal val="#ppt_w*0.956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677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458"/>
                                          </p:val>
                                        </p:tav>
                                        <p:tav tm="9841">
                                          <p:val>
                                            <p:strVal val="#ppt_h*3.24519"/>
                                          </p:val>
                                        </p:tav>
                                        <p:tav tm="14762">
                                          <p:val>
                                            <p:strVal val="#ppt_h*2.60341"/>
                                          </p:val>
                                        </p:tav>
                                        <p:tav tm="19682">
                                          <p:val>
                                            <p:strVal val="#ppt_h*2.13488"/>
                                          </p:val>
                                        </p:tav>
                                        <p:tav tm="24603">
                                          <p:val>
                                            <p:strVal val="#ppt_h*1.80984"/>
                                          </p:val>
                                        </p:tav>
                                        <p:tav tm="29524">
                                          <p:val>
                                            <p:strVal val="#ppt_h*1.58275"/>
                                          </p:val>
                                        </p:tav>
                                        <p:tav tm="34444">
                                          <p:val>
                                            <p:strVal val="#ppt_h*1.4201"/>
                                          </p:val>
                                        </p:tav>
                                        <p:tav tm="39365">
                                          <p:val>
                                            <p:strVal val="#ppt_h*1.30074"/>
                                          </p:val>
                                        </p:tav>
                                        <p:tav tm="44285">
                                          <p:val>
                                            <p:strVal val="#ppt_h*1.21146"/>
                                          </p:val>
                                        </p:tav>
                                        <p:tav tm="49206">
                                          <p:val>
                                            <p:strVal val="#ppt_h*1.14381"/>
                                          </p:val>
                                        </p:tav>
                                        <p:tav tm="54127">
                                          <p:val>
                                            <p:strVal val="#ppt_h*1.09217"/>
                                          </p:val>
                                        </p:tav>
                                        <p:tav tm="59047">
                                          <p:val>
                                            <p:strVal val="#ppt_h*1.05269"/>
                                          </p:val>
                                        </p:tav>
                                        <p:tav tm="63968">
                                          <p:val>
                                            <p:strVal val="#ppt_h*1.02263"/>
                                          </p:val>
                                        </p:tav>
                                        <p:tav tm="73809">
                                          <p:val>
                                            <p:strVal val="#ppt_h*0.98333"/>
                                          </p:val>
                                        </p:tav>
                                        <p:tav tm="83650">
                                          <p:val>
                                            <p:strVal val="#ppt_h*0.96358"/>
                                          </p:val>
                                        </p:tav>
                                        <p:tav tm="98412">
                                          <p:val>
                                            <p:strVal val="#ppt_h*0.956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677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34"/>
                                          </p:val>
                                        </p:tav>
                                        <p:tav tm="9841">
                                          <p:val>
                                            <p:fltVal val="-70.8"/>
                                          </p:val>
                                        </p:tav>
                                        <p:tav tm="14762">
                                          <p:val>
                                            <p:fltVal val="-50.56"/>
                                          </p:val>
                                        </p:tav>
                                        <p:tav tm="19682">
                                          <p:val>
                                            <p:fltVal val="-35.79"/>
                                          </p:val>
                                        </p:tav>
                                        <p:tav tm="24603">
                                          <p:val>
                                            <p:fltVal val="-25.54"/>
                                          </p:val>
                                        </p:tav>
                                        <p:tav tm="29524">
                                          <p:val>
                                            <p:fltVal val="-18.38"/>
                                          </p:val>
                                        </p:tav>
                                        <p:tav tm="34444">
                                          <p:val>
                                            <p:fltVal val="-13.25"/>
                                          </p:val>
                                        </p:tav>
                                        <p:tav tm="39365">
                                          <p:val>
                                            <p:fltVal val="-9.48"/>
                                          </p:val>
                                        </p:tav>
                                        <p:tav tm="44285">
                                          <p:val>
                                            <p:fltVal val="-6.67"/>
                                          </p:val>
                                        </p:tav>
                                        <p:tav tm="54127">
                                          <p:val>
                                            <p:fltVal val="-2.91"/>
                                          </p:val>
                                        </p:tav>
                                        <p:tav tm="63968">
                                          <p:val>
                                            <p:fltVal val="-0.71"/>
                                          </p:val>
                                        </p:tav>
                                        <p:tav tm="73809">
                                          <p:val>
                                            <p:fltVal val="0.53"/>
                                          </p:val>
                                        </p:tav>
                                        <p:tav tm="98412">
                                          <p:val>
                                            <p:fltVal val="1.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80" dur="4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686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0737"/>
                                          </p:val>
                                        </p:tav>
                                        <p:tav tm="4859">
                                          <p:val>
                                            <p:strVal val="#ppt_x-1.21069"/>
                                          </p:val>
                                        </p:tav>
                                        <p:tav tm="9717">
                                          <p:val>
                                            <p:strVal val="#ppt_x-1.21977"/>
                                          </p:val>
                                        </p:tav>
                                        <p:tav tm="14576">
                                          <p:val>
                                            <p:strVal val="#ppt_x-1.22805"/>
                                          </p:val>
                                        </p:tav>
                                        <p:tav tm="19434">
                                          <p:val>
                                            <p:strVal val="#ppt_x-1.23451"/>
                                          </p:val>
                                        </p:tav>
                                        <p:tav tm="24293">
                                          <p:val>
                                            <p:strVal val="#ppt_x-1.23907"/>
                                          </p:val>
                                        </p:tav>
                                        <p:tav tm="29151">
                                          <p:val>
                                            <p:strVal val="#ppt_x-1.24222"/>
                                          </p:val>
                                        </p:tav>
                                        <p:tav tm="34010">
                                          <p:val>
                                            <p:strVal val="#ppt_x-1.24444"/>
                                          </p:val>
                                        </p:tav>
                                        <p:tav tm="43727">
                                          <p:val>
                                            <p:strVal val="#ppt_x-1.24723"/>
                                          </p:val>
                                        </p:tav>
                                        <p:tav tm="58302">
                                          <p:val>
                                            <p:strVal val="#ppt_x-1.24931"/>
                                          </p:val>
                                        </p:tav>
                                        <p:tav tm="72878">
                                          <p:val>
                                            <p:strVal val="#ppt_x-1.25022"/>
                                          </p:val>
                                        </p:tav>
                                        <p:tav tm="97171">
                                          <p:val>
                                            <p:strVal val="#ppt_x-1.25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686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1"/>
                                          </p:val>
                                        </p:tav>
                                        <p:tav tm="34010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7171">
                                          <p:val>
                                            <p:strVal val="#ppt_y+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686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978"/>
                                          </p:val>
                                        </p:tav>
                                        <p:tav tm="4859">
                                          <p:val>
                                            <p:strVal val="#ppt_w*4.45355"/>
                                          </p:val>
                                        </p:tav>
                                        <p:tav tm="9717">
                                          <p:val>
                                            <p:strVal val="#ppt_w*3.64547"/>
                                          </p:val>
                                        </p:tav>
                                        <p:tav tm="14576">
                                          <p:val>
                                            <p:strVal val="#ppt_w*2.91351"/>
                                          </p:val>
                                        </p:tav>
                                        <p:tav tm="19434">
                                          <p:val>
                                            <p:strVal val="#ppt_w*2.3459"/>
                                          </p:val>
                                        </p:tav>
                                        <p:tav tm="24293">
                                          <p:val>
                                            <p:strVal val="#ppt_w*1.94772"/>
                                          </p:val>
                                        </p:tav>
                                        <p:tav tm="29151">
                                          <p:val>
                                            <p:strVal val="#ppt_w*1.67345"/>
                                          </p:val>
                                        </p:tav>
                                        <p:tav tm="34010">
                                          <p:val>
                                            <p:strVal val="#ppt_w*1.48071"/>
                                          </p:val>
                                        </p:tav>
                                        <p:tav tm="38868">
                                          <p:val>
                                            <p:strVal val="#ppt_w*1.34162"/>
                                          </p:val>
                                        </p:tav>
                                        <p:tav tm="43727">
                                          <p:val>
                                            <p:strVal val="#ppt_w*1.23895"/>
                                          </p:val>
                                        </p:tav>
                                        <p:tav tm="48585">
                                          <p:val>
                                            <p:strVal val="#ppt_w*1.16193"/>
                                          </p:val>
                                        </p:tav>
                                        <p:tav tm="53444">
                                          <p:val>
                                            <p:strVal val="#ppt_w*1.10356"/>
                                          </p:val>
                                        </p:tav>
                                        <p:tav tm="58302">
                                          <p:val>
                                            <p:strVal val="#ppt_w*1.05915"/>
                                          </p:val>
                                        </p:tav>
                                        <p:tav tm="63161">
                                          <p:val>
                                            <p:strVal val="#ppt_w*1.02541"/>
                                          </p:val>
                                        </p:tav>
                                        <p:tav tm="72878">
                                          <p:val>
                                            <p:strVal val="#ppt_w*0.98121"/>
                                          </p:val>
                                        </p:tav>
                                        <p:tav tm="82595">
                                          <p:val>
                                            <p:strVal val="#ppt_w*0.95859"/>
                                          </p:val>
                                        </p:tav>
                                        <p:tav tm="97171">
                                          <p:val>
                                            <p:strVal val="#ppt_w*0.949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686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978"/>
                                          </p:val>
                                        </p:tav>
                                        <p:tav tm="4859">
                                          <p:val>
                                            <p:strVal val="#ppt_h*4.45355"/>
                                          </p:val>
                                        </p:tav>
                                        <p:tav tm="9717">
                                          <p:val>
                                            <p:strVal val="#ppt_h*3.64547"/>
                                          </p:val>
                                        </p:tav>
                                        <p:tav tm="14576">
                                          <p:val>
                                            <p:strVal val="#ppt_h*2.91351"/>
                                          </p:val>
                                        </p:tav>
                                        <p:tav tm="19434">
                                          <p:val>
                                            <p:strVal val="#ppt_h*2.3459"/>
                                          </p:val>
                                        </p:tav>
                                        <p:tav tm="24293">
                                          <p:val>
                                            <p:strVal val="#ppt_h*1.94772"/>
                                          </p:val>
                                        </p:tav>
                                        <p:tav tm="29151">
                                          <p:val>
                                            <p:strVal val="#ppt_h*1.67345"/>
                                          </p:val>
                                        </p:tav>
                                        <p:tav tm="34010">
                                          <p:val>
                                            <p:strVal val="#ppt_h*1.48071"/>
                                          </p:val>
                                        </p:tav>
                                        <p:tav tm="38868">
                                          <p:val>
                                            <p:strVal val="#ppt_h*1.34162"/>
                                          </p:val>
                                        </p:tav>
                                        <p:tav tm="43727">
                                          <p:val>
                                            <p:strVal val="#ppt_h*1.23895"/>
                                          </p:val>
                                        </p:tav>
                                        <p:tav tm="48585">
                                          <p:val>
                                            <p:strVal val="#ppt_h*1.16193"/>
                                          </p:val>
                                        </p:tav>
                                        <p:tav tm="53444">
                                          <p:val>
                                            <p:strVal val="#ppt_h*1.10356"/>
                                          </p:val>
                                        </p:tav>
                                        <p:tav tm="58302">
                                          <p:val>
                                            <p:strVal val="#ppt_h*1.05915"/>
                                          </p:val>
                                        </p:tav>
                                        <p:tav tm="63161">
                                          <p:val>
                                            <p:strVal val="#ppt_h*1.02541"/>
                                          </p:val>
                                        </p:tav>
                                        <p:tav tm="72878">
                                          <p:val>
                                            <p:strVal val="#ppt_h*0.98121"/>
                                          </p:val>
                                        </p:tav>
                                        <p:tav tm="82595">
                                          <p:val>
                                            <p:strVal val="#ppt_h*0.95859"/>
                                          </p:val>
                                        </p:tav>
                                        <p:tav tm="97171">
                                          <p:val>
                                            <p:strVal val="#ppt_h*0.949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686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0.49"/>
                                          </p:val>
                                        </p:tav>
                                        <p:tav tm="4859">
                                          <p:val>
                                            <p:fltVal val="-46.5"/>
                                          </p:val>
                                        </p:tav>
                                        <p:tav tm="9717">
                                          <p:val>
                                            <p:fltVal val="-35.62"/>
                                          </p:val>
                                        </p:tav>
                                        <p:tav tm="14576">
                                          <p:val>
                                            <p:fltVal val="-25.76"/>
                                          </p:val>
                                        </p:tav>
                                        <p:tav tm="19434">
                                          <p:val>
                                            <p:fltVal val="-18.12"/>
                                          </p:val>
                                        </p:tav>
                                        <p:tav tm="24293">
                                          <p:val>
                                            <p:fltVal val="-12.76"/>
                                          </p:val>
                                        </p:tav>
                                        <p:tav tm="29151">
                                          <p:val>
                                            <p:fltVal val="-9.07"/>
                                          </p:val>
                                        </p:tav>
                                        <p:tav tm="34010">
                                          <p:val>
                                            <p:fltVal val="-6.47"/>
                                          </p:val>
                                        </p:tav>
                                        <p:tav tm="43727">
                                          <p:val>
                                            <p:fltVal val="-3.22"/>
                                          </p:val>
                                        </p:tav>
                                        <p:tav tm="58302">
                                          <p:val>
                                            <p:fltVal val="-0.8"/>
                                          </p:val>
                                        </p:tav>
                                        <p:tav tm="72878">
                                          <p:val>
                                            <p:fltVal val="0.25"/>
                                          </p:val>
                                        </p:tav>
                                        <p:tav tm="97171">
                                          <p:val>
                                            <p:fltVal val="0.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44" grpId="0" animBg="1"/>
      <p:bldP spid="49" grpId="0" animBg="1"/>
      <p:bldP spid="51" grpId="0" animBg="1"/>
      <p:bldP spid="52" grpId="0" animBg="1"/>
      <p:bldP spid="35" grpId="0" build="p"/>
      <p:bldP spid="54" grpId="0" animBg="1"/>
      <p:bldP spid="55" grpId="0" animBg="1"/>
      <p:bldP spid="56" grpId="0" animBg="1"/>
      <p:bldP spid="57" grpId="0" animBg="1"/>
      <p:bldP spid="5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5" grpId="0" animBg="1"/>
      <p:bldP spid="46" grpId="0" animBg="1"/>
      <p:bldP spid="47" grpId="0" animBg="1"/>
      <p:bldP spid="48" grpId="0" animBg="1"/>
      <p:bldP spid="50" grpId="0" animBg="1"/>
      <p:bldP spid="6" grpId="0" animBg="1"/>
      <p:bldP spid="7" grpId="0" animBg="1"/>
      <p:bldP spid="8" grpId="0" animBg="1"/>
      <p:bldP spid="10" grpId="0" animBg="1"/>
      <p:bldP spid="11" grpId="0" animBg="1"/>
      <p:bldP spid="13" grpId="0" animBg="1"/>
      <p:bldP spid="14" grpId="0" animBg="1"/>
      <p:bldP spid="16" grpId="0" animBg="1"/>
      <p:bldP spid="17" grpId="0" animBg="1"/>
      <p:bldP spid="19" grpId="0" animBg="1"/>
      <p:bldP spid="20" grpId="0" animBg="1"/>
      <p:bldP spid="22" grpId="0" animBg="1"/>
      <p:bldP spid="23" grpId="0" animBg="1"/>
      <p:bldP spid="25" grpId="0" animBg="1"/>
      <p:bldP spid="26" grpId="0" animBg="1"/>
      <p:bldP spid="28" grpId="0" animBg="1"/>
      <p:bldP spid="29" grpId="0" animBg="1"/>
      <p:bldP spid="31" grpId="0" animBg="1"/>
      <p:bldP spid="32" grpId="0" animBg="1"/>
      <p:bldP spid="34" grpId="0" animBg="1"/>
      <p:bldP spid="9" grpId="0" animBg="1"/>
      <p:bldP spid="12" grpId="0" animBg="1"/>
      <p:bldP spid="15" grpId="0" animBg="1"/>
      <p:bldP spid="18" grpId="0" animBg="1"/>
      <p:bldP spid="21" grpId="0" animBg="1"/>
      <p:bldP spid="24" grpId="0" animBg="1"/>
      <p:bldP spid="27" grpId="0" animBg="1"/>
      <p:bldP spid="30" grpId="0" animBg="1"/>
      <p:bldP spid="33" grpId="0" animBg="1"/>
      <p:bldP spid="59" grpId="0" animBg="1"/>
      <p:bldP spid="60" grpId="0" animBg="1"/>
      <p:bldP spid="61" grpId="0" animBg="1"/>
      <p:bldP spid="62" grpId="0" animBg="1"/>
      <p:bldP spid="6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Nie wiem, od czego zacząć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Nie mam listy zakupów. Mam gości w drodz"/>
          <p:cNvSpPr txBox="1"/>
          <p:nvPr/>
        </p:nvSpPr>
        <p:spPr>
          <a:xfrm>
            <a:off x="825649" y="3252450"/>
            <a:ext cx="3772257" cy="7594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Nie mam listy zakupów.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Mam gości w drodze.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3" name="Tekst: Banner prowadzi prosto do produktów na s"/>
          <p:cNvSpPr txBox="1"/>
          <p:nvPr/>
        </p:nvSpPr>
        <p:spPr>
          <a:xfrm>
            <a:off x="824384" y="4723130"/>
            <a:ext cx="4310241" cy="698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Banner prowadzi prosto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do produktów na spotkanie.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4" name="Tekst: · Otwieram aplikację"/>
          <p:cNvSpPr txBox="1"/>
          <p:nvPr/>
        </p:nvSpPr>
        <p:spPr>
          <a:xfrm>
            <a:off x="825971" y="1268412"/>
            <a:ext cx="4686300" cy="1828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00" b="1" kern="100" cap="all" spc="96" dirty="0">
                <a:solidFill>
                  <a:srgbClr val="666666"/>
                </a:solidFill>
                <a:latin typeface="Lato"/>
                <a:cs typeface="Lato"/>
              </a:rPr>
              <a:t>· Otwieram aplikację</a:t>
            </a:r>
            <a:endParaRPr lang="pl-PL" sz="1200" b="1" kern="100" cap="all" spc="9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5" name="Tekst: „Nie wiem, od czego zacząć.”"/>
          <p:cNvSpPr txBox="1"/>
          <p:nvPr/>
        </p:nvSpPr>
        <p:spPr>
          <a:xfrm>
            <a:off x="825971" y="1651593"/>
            <a:ext cx="5777091" cy="11846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„Nie wiem, od czego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zacząć.”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6" name="!!Telefon"/>
          <p:cNvSpPr/>
          <p:nvPr/>
        </p:nvSpPr>
        <p:spPr>
          <a:xfrm>
            <a:off x="7391400" y="1198563"/>
            <a:ext cx="4076700" cy="4946650"/>
          </a:xfrm>
          <a:prstGeom prst="round2SameRect">
            <a:avLst>
              <a:gd name="adj1" fmla="val 9657"/>
              <a:gd name="adj2" fmla="val 0"/>
            </a:avLst>
          </a:prstGeom>
          <a:gradFill rotWithShape="1">
            <a:gsLst>
              <a:gs pos="0">
                <a:srgbClr val="2B2C30"/>
              </a:gs>
              <a:gs pos="18000">
                <a:srgbClr val="5B5D63"/>
              </a:gs>
              <a:gs pos="40000">
                <a:srgbClr val="2E2F33"/>
              </a:gs>
              <a:gs pos="70000">
                <a:srgbClr val="1F2023"/>
              </a:gs>
              <a:gs pos="100000">
                <a:srgbClr val="4A4C51"/>
              </a:gs>
            </a:gsLst>
            <a:lin ang="600000" scaled="0"/>
          </a:gradFill>
          <a:ln>
            <a:noFill/>
          </a:ln>
          <a:effectLst>
            <a:outerShdw blurRad="444500" dist="215900" dir="5400000" algn="ctr" rotWithShape="0">
              <a:srgbClr val="000000">
                <a:alpha val="25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!!Telefon before"/>
          <p:cNvSpPr/>
          <p:nvPr/>
        </p:nvSpPr>
        <p:spPr>
          <a:xfrm>
            <a:off x="7410450" y="1217613"/>
            <a:ext cx="4038600" cy="4924425"/>
          </a:xfrm>
          <a:prstGeom prst="round2SameRect">
            <a:avLst>
              <a:gd name="adj1" fmla="val 9277"/>
              <a:gd name="adj2" fmla="val 0"/>
            </a:avLst>
          </a:prstGeom>
          <a:solidFill>
            <a:srgbClr val="0B0B0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!!Telefon – przycisk akcji"/>
          <p:cNvSpPr/>
          <p:nvPr/>
        </p:nvSpPr>
        <p:spPr>
          <a:xfrm>
            <a:off x="7359650" y="2012950"/>
            <a:ext cx="31750" cy="2159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!!Telefon – głośniej"/>
          <p:cNvSpPr/>
          <p:nvPr/>
        </p:nvSpPr>
        <p:spPr>
          <a:xfrm>
            <a:off x="7359650" y="24066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!!Telefon – ciszej"/>
          <p:cNvSpPr/>
          <p:nvPr/>
        </p:nvSpPr>
        <p:spPr>
          <a:xfrm>
            <a:off x="7359650" y="28892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!!Telefon – zasilanie"/>
          <p:cNvSpPr/>
          <p:nvPr/>
        </p:nvSpPr>
        <p:spPr>
          <a:xfrm>
            <a:off x="11468100" y="2559050"/>
            <a:ext cx="31750" cy="6096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!!Telefon after"/>
          <p:cNvSpPr/>
          <p:nvPr/>
        </p:nvSpPr>
        <p:spPr>
          <a:xfrm>
            <a:off x="6883400" y="4999038"/>
            <a:ext cx="5092700" cy="1841500"/>
          </a:xfrm>
          <a:prstGeom prst="rect">
            <a:avLst/>
          </a:prstGeom>
          <a:gradFill rotWithShape="1">
            <a:gsLst>
              <a:gs pos="0">
                <a:srgbClr val="FFFFFF">
                  <a:alpha val="0"/>
                </a:srgbClr>
              </a:gs>
              <a:gs pos="52000">
                <a:srgbClr val="FFFFFF"/>
              </a:gs>
            </a:gsLst>
            <a:lin ang="54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!!Telefon – ekran"/>
          <p:cNvSpPr/>
          <p:nvPr/>
        </p:nvSpPr>
        <p:spPr>
          <a:xfrm>
            <a:off x="7493000" y="1300162"/>
            <a:ext cx="3873500" cy="4845050"/>
          </a:xfrm>
          <a:prstGeom prst="round2SameRect">
            <a:avLst>
              <a:gd name="adj1" fmla="val 7541"/>
              <a:gd name="adj2" fmla="val 0"/>
            </a:avLst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!!Telefon – wyspa"/>
          <p:cNvSpPr/>
          <p:nvPr/>
        </p:nvSpPr>
        <p:spPr>
          <a:xfrm>
            <a:off x="9093200" y="1320800"/>
            <a:ext cx="673100" cy="190500"/>
          </a:xfrm>
          <a:prstGeom prst="roundRect">
            <a:avLst>
              <a:gd name="adj" fmla="val 50000"/>
            </a:avLst>
          </a:prstGeom>
          <a:solidFill>
            <a:srgbClr val="05050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!!Telefon – wyspa after"/>
          <p:cNvSpPr/>
          <p:nvPr/>
        </p:nvSpPr>
        <p:spPr>
          <a:xfrm>
            <a:off x="9610725" y="1374775"/>
            <a:ext cx="82550" cy="82550"/>
          </a:xfrm>
          <a:prstGeom prst="ellipse">
            <a:avLst/>
          </a:prstGeom>
          <a:solidFill>
            <a:srgbClr val="26304F"/>
          </a:solidFill>
          <a:ln w="19050">
            <a:solidFill>
              <a:srgbClr val="15161B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!!Telefon – nagłówek"/>
          <p:cNvSpPr/>
          <p:nvPr/>
        </p:nvSpPr>
        <p:spPr>
          <a:xfrm>
            <a:off x="7493000" y="1530350"/>
            <a:ext cx="3873500" cy="406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elefon – nagłówek (wariant)"/>
          <p:cNvSpPr/>
          <p:nvPr/>
        </p:nvSpPr>
        <p:spPr>
          <a:xfrm>
            <a:off x="7493000" y="1924050"/>
            <a:ext cx="3873500" cy="12700"/>
          </a:xfrm>
          <a:prstGeom prst="rect">
            <a:avLst/>
          </a:prstGeom>
          <a:solidFill>
            <a:srgbClr val="EDED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!!Telefon – aplikacja (tekst)"/>
          <p:cNvSpPr txBox="1"/>
          <p:nvPr/>
        </p:nvSpPr>
        <p:spPr>
          <a:xfrm>
            <a:off x="7697291" y="1628775"/>
            <a:ext cx="2425779" cy="1981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00" kern="100" spc="-13" dirty="0">
                <a:solidFill>
                  <a:srgbClr val="151515"/>
                </a:solidFill>
                <a:latin typeface="Lato Black"/>
                <a:cs typeface="Lato Black"/>
              </a:rPr>
              <a:t>Aplikacja szybkich dostaw</a:t>
            </a:r>
            <a:endParaRPr lang="pl-PL" sz="1300" kern="100" spc="-13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9" name="!!Telefon – koszyk (tekst)"/>
          <p:cNvSpPr txBox="1"/>
          <p:nvPr/>
        </p:nvSpPr>
        <p:spPr>
          <a:xfrm>
            <a:off x="10998349" y="1603375"/>
            <a:ext cx="350163" cy="228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151515"/>
                </a:solidFill>
                <a:latin typeface="Segoe UI Symbol"/>
                <a:cs typeface="Segoe UI Symbol"/>
              </a:rPr>
              <a:t>▣</a:t>
            </a:r>
            <a:endParaRPr lang="pl-PL" sz="1500" kern="100" dirty="0">
              <a:solidFill>
                <a:srgbClr val="151515"/>
              </a:solidFill>
              <a:latin typeface="Segoe UI Symbol"/>
              <a:cs typeface="Segoe UI Symbol"/>
            </a:endParaRPr>
          </a:p>
        </p:txBody>
      </p:sp>
      <p:sp>
        <p:nvSpPr>
          <p:cNvPr id="20" name="!!Telefon – kontekst (tekst)"/>
          <p:cNvSpPr txBox="1"/>
          <p:nvPr/>
        </p:nvSpPr>
        <p:spPr>
          <a:xfrm>
            <a:off x="7696200" y="2089150"/>
            <a:ext cx="3467100" cy="1600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" kern="100" dirty="0">
                <a:solidFill>
                  <a:srgbClr val="777777"/>
                </a:solidFill>
                <a:latin typeface="Lato"/>
                <a:cs typeface="Lato"/>
              </a:rPr>
              <a:t>Dzień dobry!</a:t>
            </a:r>
            <a:endParaRPr lang="pl-PL" sz="1050" kern="100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21" name="!!Telefon – tytuł (tekst)"/>
          <p:cNvSpPr txBox="1"/>
          <p:nvPr/>
        </p:nvSpPr>
        <p:spPr>
          <a:xfrm>
            <a:off x="7696200" y="2297112"/>
            <a:ext cx="3467100" cy="2590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42" dirty="0">
                <a:solidFill>
                  <a:srgbClr val="1C1C1C"/>
                </a:solidFill>
                <a:latin typeface="Lato Black"/>
                <a:cs typeface="Lato Black"/>
              </a:rPr>
              <a:t>Czego dziś potrzebujesz?</a:t>
            </a:r>
            <a:endParaRPr lang="pl-PL" sz="1700" kern="100" spc="-42" dirty="0">
              <a:solidFill>
                <a:srgbClr val="1C1C1C"/>
              </a:solidFill>
              <a:latin typeface="Lato Black"/>
              <a:cs typeface="Lato Black"/>
            </a:endParaRPr>
          </a:p>
        </p:txBody>
      </p:sp>
      <p:sp>
        <p:nvSpPr>
          <p:cNvPr id="22" name="!!Telefon – wyszukiwarka"/>
          <p:cNvSpPr/>
          <p:nvPr/>
        </p:nvSpPr>
        <p:spPr>
          <a:xfrm>
            <a:off x="7696200" y="2670175"/>
            <a:ext cx="3467100" cy="342900"/>
          </a:xfrm>
          <a:prstGeom prst="roundRect">
            <a:avLst>
              <a:gd name="adj" fmla="val 18519"/>
            </a:avLst>
          </a:pr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ekst: ⌕"/>
          <p:cNvSpPr txBox="1"/>
          <p:nvPr/>
        </p:nvSpPr>
        <p:spPr>
          <a:xfrm>
            <a:off x="7810773" y="2841625"/>
            <a:ext cx="335934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777777"/>
                </a:solidFill>
                <a:latin typeface="Segoe UI Symbol"/>
                <a:cs typeface="Segoe UI Symbol"/>
              </a:rPr>
              <a:t>⌕</a:t>
            </a:r>
            <a:endParaRPr lang="pl-PL" sz="2000" kern="100" dirty="0">
              <a:solidFill>
                <a:srgbClr val="777777"/>
              </a:solidFill>
              <a:latin typeface="Segoe UI Symbol"/>
              <a:cs typeface="Segoe UI Symbol"/>
            </a:endParaRPr>
          </a:p>
        </p:txBody>
      </p:sp>
      <p:sp>
        <p:nvSpPr>
          <p:cNvPr id="24" name="Tekst: Szukaj produktów"/>
          <p:cNvSpPr txBox="1"/>
          <p:nvPr/>
        </p:nvSpPr>
        <p:spPr>
          <a:xfrm>
            <a:off x="8066137" y="2759075"/>
            <a:ext cx="1465659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777777"/>
                </a:solidFill>
                <a:latin typeface="Lato"/>
                <a:cs typeface="Lato"/>
              </a:rPr>
              <a:t>Szukaj produktów</a:t>
            </a:r>
            <a:endParaRPr lang="pl-PL" sz="1100" kern="100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25" name="Kształt"/>
          <p:cNvSpPr/>
          <p:nvPr/>
        </p:nvSpPr>
        <p:spPr>
          <a:xfrm>
            <a:off x="7696200" y="3127375"/>
            <a:ext cx="3467100" cy="1625600"/>
          </a:xfrm>
          <a:prstGeom prst="roundRect">
            <a:avLst>
              <a:gd name="adj" fmla="val 6250"/>
            </a:avLst>
          </a:prstGeom>
          <a:gradFill rotWithShape="1">
            <a:gsLst>
              <a:gs pos="0">
                <a:srgbClr val="EE312F"/>
              </a:gs>
              <a:gs pos="100000">
                <a:srgbClr val="B81D1F"/>
              </a:gs>
            </a:gsLst>
            <a:lin ang="18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ekst: Sponsorowane"/>
          <p:cNvSpPr txBox="1"/>
          <p:nvPr/>
        </p:nvSpPr>
        <p:spPr>
          <a:xfrm>
            <a:off x="7848972" y="3254375"/>
            <a:ext cx="869572" cy="1066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8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00" kern="100" spc="14" dirty="0">
                <a:solidFill>
                  <a:srgbClr val="FFFFFF">
                    <a:alpha val="78400"/>
                  </a:srgbClr>
                </a:solidFill>
                <a:latin typeface="Lato"/>
                <a:cs typeface="Lato"/>
              </a:rPr>
              <a:t>Sponsorowane</a:t>
            </a:r>
            <a:endParaRPr lang="pl-PL" sz="700" kern="100" spc="14" dirty="0">
              <a:solidFill>
                <a:srgbClr val="FFFFFF">
                  <a:alpha val="78400"/>
                </a:srgbClr>
              </a:solidFill>
              <a:latin typeface="Lato"/>
              <a:cs typeface="Lato"/>
            </a:endParaRPr>
          </a:p>
        </p:txBody>
      </p:sp>
      <p:sp>
        <p:nvSpPr>
          <p:cNvPr id="27" name="Tekst: Spotkanie ze znajomymi?"/>
          <p:cNvSpPr txBox="1"/>
          <p:nvPr/>
        </p:nvSpPr>
        <p:spPr>
          <a:xfrm>
            <a:off x="7848600" y="3470235"/>
            <a:ext cx="1841500" cy="528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spc="-50" dirty="0">
                <a:solidFill>
                  <a:srgbClr val="FFFFFF"/>
                </a:solidFill>
                <a:latin typeface="Lato Black"/>
                <a:cs typeface="Lato Black"/>
              </a:rPr>
              <a:t>Spotkanie ze</a:t>
            </a:r>
            <a:endParaRPr lang="pl-PL" sz="2000" kern="100" spc="-50" dirty="0">
              <a:solidFill>
                <a:srgbClr val="FFFFFF"/>
              </a:solidFill>
              <a:latin typeface="Lato Black"/>
              <a:cs typeface="Lato Black"/>
            </a:endParaRPr>
          </a:p>
          <a:p>
            <a:pPr algn="l">
              <a:lnSpc>
                <a:spcPts val="2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spc="-50" dirty="0">
                <a:solidFill>
                  <a:srgbClr val="FFFFFF"/>
                </a:solidFill>
                <a:latin typeface="Lato Black"/>
                <a:cs typeface="Lato Black"/>
              </a:rPr>
              <a:t>znajomymi?</a:t>
            </a:r>
            <a:endParaRPr lang="pl-PL" sz="2000" kern="100" spc="-5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8" name="Kształt 2"/>
          <p:cNvSpPr/>
          <p:nvPr/>
        </p:nvSpPr>
        <p:spPr>
          <a:xfrm>
            <a:off x="7847781" y="4367212"/>
            <a:ext cx="1174750" cy="247650"/>
          </a:xfrm>
          <a:prstGeom prst="roundRect">
            <a:avLst>
              <a:gd name="adj" fmla="val 50000"/>
            </a:avLst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ekst: Zobacz produkty →"/>
          <p:cNvSpPr txBox="1"/>
          <p:nvPr/>
        </p:nvSpPr>
        <p:spPr>
          <a:xfrm>
            <a:off x="7962081" y="4424362"/>
            <a:ext cx="1285815" cy="1295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50" kern="100" dirty="0">
                <a:solidFill>
                  <a:srgbClr val="B8201E"/>
                </a:solidFill>
                <a:latin typeface="Lato Black"/>
                <a:cs typeface="Lato Black"/>
              </a:rPr>
              <a:t>Zobacz produkty →</a:t>
            </a:r>
            <a:endParaRPr lang="pl-PL" sz="850" kern="100" dirty="0">
              <a:solidFill>
                <a:srgbClr val="B8201E"/>
              </a:solidFill>
              <a:latin typeface="Lato Black"/>
              <a:cs typeface="Lato Black"/>
            </a:endParaRPr>
          </a:p>
        </p:txBody>
      </p:sp>
      <p:sp>
        <p:nvSpPr>
          <p:cNvPr id="30" name="Kształt 3"/>
          <p:cNvSpPr/>
          <p:nvPr/>
        </p:nvSpPr>
        <p:spPr>
          <a:xfrm>
            <a:off x="9740899" y="3394075"/>
            <a:ext cx="1270000" cy="1270000"/>
          </a:xfrm>
          <a:custGeom>
            <a:avLst/>
            <a:gdLst/>
            <a:ahLst/>
            <a:cxnLst/>
            <a:rect l="0" t="0" r="r" b="b"/>
            <a:pathLst>
              <a:path w="1270000" h="1270000">
                <a:moveTo>
                  <a:pt x="1270000" y="635000"/>
                </a:moveTo>
                <a:lnTo>
                  <a:pt x="1260475" y="745490"/>
                </a:lnTo>
                <a:lnTo>
                  <a:pt x="1231900" y="852170"/>
                </a:lnTo>
                <a:lnTo>
                  <a:pt x="1184910" y="952500"/>
                </a:lnTo>
                <a:lnTo>
                  <a:pt x="1121410" y="1043305"/>
                </a:lnTo>
                <a:lnTo>
                  <a:pt x="1043305" y="1121410"/>
                </a:lnTo>
                <a:lnTo>
                  <a:pt x="952500" y="1184910"/>
                </a:lnTo>
                <a:lnTo>
                  <a:pt x="852170" y="1231900"/>
                </a:lnTo>
                <a:lnTo>
                  <a:pt x="745490" y="1260475"/>
                </a:lnTo>
                <a:lnTo>
                  <a:pt x="635000" y="1270000"/>
                </a:lnTo>
                <a:lnTo>
                  <a:pt x="524510" y="1260475"/>
                </a:lnTo>
                <a:lnTo>
                  <a:pt x="417830" y="1231900"/>
                </a:lnTo>
                <a:lnTo>
                  <a:pt x="317500" y="1184910"/>
                </a:lnTo>
                <a:lnTo>
                  <a:pt x="226695" y="1121410"/>
                </a:lnTo>
                <a:lnTo>
                  <a:pt x="148590" y="1043305"/>
                </a:lnTo>
                <a:lnTo>
                  <a:pt x="85090" y="952500"/>
                </a:lnTo>
                <a:lnTo>
                  <a:pt x="38100" y="852170"/>
                </a:lnTo>
                <a:lnTo>
                  <a:pt x="9525" y="745490"/>
                </a:lnTo>
                <a:lnTo>
                  <a:pt x="0" y="635000"/>
                </a:lnTo>
                <a:lnTo>
                  <a:pt x="9525" y="524510"/>
                </a:lnTo>
                <a:lnTo>
                  <a:pt x="38100" y="417830"/>
                </a:lnTo>
                <a:lnTo>
                  <a:pt x="85090" y="317500"/>
                </a:lnTo>
                <a:lnTo>
                  <a:pt x="148590" y="226695"/>
                </a:lnTo>
                <a:lnTo>
                  <a:pt x="226695" y="148590"/>
                </a:lnTo>
                <a:lnTo>
                  <a:pt x="317500" y="85090"/>
                </a:lnTo>
                <a:lnTo>
                  <a:pt x="417830" y="38100"/>
                </a:lnTo>
                <a:lnTo>
                  <a:pt x="524510" y="9525"/>
                </a:lnTo>
                <a:lnTo>
                  <a:pt x="635000" y="0"/>
                </a:lnTo>
                <a:lnTo>
                  <a:pt x="745490" y="9525"/>
                </a:lnTo>
                <a:lnTo>
                  <a:pt x="852170" y="38100"/>
                </a:lnTo>
                <a:lnTo>
                  <a:pt x="952500" y="85090"/>
                </a:lnTo>
                <a:lnTo>
                  <a:pt x="1043305" y="148590"/>
                </a:lnTo>
                <a:lnTo>
                  <a:pt x="1121410" y="226695"/>
                </a:lnTo>
                <a:lnTo>
                  <a:pt x="1184910" y="317500"/>
                </a:lnTo>
                <a:lnTo>
                  <a:pt x="1231900" y="417830"/>
                </a:lnTo>
                <a:lnTo>
                  <a:pt x="1260475" y="524510"/>
                </a:lnTo>
                <a:close/>
              </a:path>
            </a:pathLst>
          </a:custGeom>
          <a:solidFill>
            <a:srgbClr val="FFFFFF">
              <a:alpha val="13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4"/>
          <p:cNvSpPr/>
          <p:nvPr/>
        </p:nvSpPr>
        <p:spPr>
          <a:xfrm>
            <a:off x="9702799" y="4587875"/>
            <a:ext cx="1320800" cy="101600"/>
          </a:xfrm>
          <a:custGeom>
            <a:avLst/>
            <a:gdLst/>
            <a:ahLst/>
            <a:cxnLst/>
            <a:rect l="0" t="0" r="r" b="b"/>
            <a:pathLst>
              <a:path w="1320800" h="101600">
                <a:moveTo>
                  <a:pt x="1320800" y="50800"/>
                </a:moveTo>
                <a:lnTo>
                  <a:pt x="1310640" y="59690"/>
                </a:lnTo>
                <a:lnTo>
                  <a:pt x="1280795" y="67945"/>
                </a:lnTo>
                <a:lnTo>
                  <a:pt x="1232535" y="76200"/>
                </a:lnTo>
                <a:lnTo>
                  <a:pt x="1166495" y="83185"/>
                </a:lnTo>
                <a:lnTo>
                  <a:pt x="1084580" y="89535"/>
                </a:lnTo>
                <a:lnTo>
                  <a:pt x="990600" y="94615"/>
                </a:lnTo>
                <a:lnTo>
                  <a:pt x="886460" y="98425"/>
                </a:lnTo>
                <a:lnTo>
                  <a:pt x="775335" y="100965"/>
                </a:lnTo>
                <a:lnTo>
                  <a:pt x="660400" y="101600"/>
                </a:lnTo>
                <a:lnTo>
                  <a:pt x="545465" y="100965"/>
                </a:lnTo>
                <a:lnTo>
                  <a:pt x="434340" y="98425"/>
                </a:lnTo>
                <a:lnTo>
                  <a:pt x="330200" y="94615"/>
                </a:lnTo>
                <a:lnTo>
                  <a:pt x="236220" y="89535"/>
                </a:lnTo>
                <a:lnTo>
                  <a:pt x="154305" y="83185"/>
                </a:lnTo>
                <a:lnTo>
                  <a:pt x="88265" y="76200"/>
                </a:lnTo>
                <a:lnTo>
                  <a:pt x="40005" y="67945"/>
                </a:lnTo>
                <a:lnTo>
                  <a:pt x="10160" y="59690"/>
                </a:lnTo>
                <a:lnTo>
                  <a:pt x="0" y="50800"/>
                </a:lnTo>
                <a:lnTo>
                  <a:pt x="10160" y="41910"/>
                </a:lnTo>
                <a:lnTo>
                  <a:pt x="40005" y="33655"/>
                </a:lnTo>
                <a:lnTo>
                  <a:pt x="88265" y="25400"/>
                </a:lnTo>
                <a:lnTo>
                  <a:pt x="154305" y="18415"/>
                </a:lnTo>
                <a:lnTo>
                  <a:pt x="236220" y="12065"/>
                </a:lnTo>
                <a:lnTo>
                  <a:pt x="330200" y="6985"/>
                </a:lnTo>
                <a:lnTo>
                  <a:pt x="434340" y="3175"/>
                </a:lnTo>
                <a:lnTo>
                  <a:pt x="545465" y="635"/>
                </a:lnTo>
                <a:lnTo>
                  <a:pt x="660400" y="0"/>
                </a:lnTo>
                <a:lnTo>
                  <a:pt x="775335" y="635"/>
                </a:lnTo>
                <a:lnTo>
                  <a:pt x="886460" y="3175"/>
                </a:lnTo>
                <a:lnTo>
                  <a:pt x="990600" y="6985"/>
                </a:lnTo>
                <a:lnTo>
                  <a:pt x="1084580" y="12065"/>
                </a:lnTo>
                <a:lnTo>
                  <a:pt x="1166495" y="18415"/>
                </a:lnTo>
                <a:lnTo>
                  <a:pt x="1232535" y="25400"/>
                </a:lnTo>
                <a:lnTo>
                  <a:pt x="1280795" y="33655"/>
                </a:lnTo>
                <a:lnTo>
                  <a:pt x="1310640" y="41910"/>
                </a:lnTo>
                <a:close/>
              </a:path>
            </a:pathLst>
          </a:custGeom>
          <a:solidFill>
            <a:srgbClr val="5A0D10">
              <a:alpha val="3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5"/>
          <p:cNvSpPr/>
          <p:nvPr/>
        </p:nvSpPr>
        <p:spPr>
          <a:xfrm>
            <a:off x="10428604" y="3508375"/>
            <a:ext cx="556895" cy="977900"/>
          </a:xfrm>
          <a:custGeom>
            <a:avLst/>
            <a:gdLst/>
            <a:ahLst/>
            <a:cxnLst/>
            <a:rect l="0" t="0" r="r" b="b"/>
            <a:pathLst>
              <a:path w="556895" h="977900">
                <a:moveTo>
                  <a:pt x="128905" y="0"/>
                </a:moveTo>
                <a:lnTo>
                  <a:pt x="167640" y="37465"/>
                </a:lnTo>
                <a:lnTo>
                  <a:pt x="214630" y="12065"/>
                </a:lnTo>
                <a:lnTo>
                  <a:pt x="252730" y="49530"/>
                </a:lnTo>
                <a:lnTo>
                  <a:pt x="300355" y="24130"/>
                </a:lnTo>
                <a:lnTo>
                  <a:pt x="338455" y="61595"/>
                </a:lnTo>
                <a:lnTo>
                  <a:pt x="385445" y="36195"/>
                </a:lnTo>
                <a:lnTo>
                  <a:pt x="424180" y="73660"/>
                </a:lnTo>
                <a:lnTo>
                  <a:pt x="471170" y="48260"/>
                </a:lnTo>
                <a:lnTo>
                  <a:pt x="509270" y="85725"/>
                </a:lnTo>
                <a:lnTo>
                  <a:pt x="556895" y="60325"/>
                </a:lnTo>
                <a:lnTo>
                  <a:pt x="539115" y="275590"/>
                </a:lnTo>
                <a:lnTo>
                  <a:pt x="509905" y="527685"/>
                </a:lnTo>
                <a:lnTo>
                  <a:pt x="468630" y="778510"/>
                </a:lnTo>
                <a:lnTo>
                  <a:pt x="427355" y="977900"/>
                </a:lnTo>
                <a:lnTo>
                  <a:pt x="389255" y="940435"/>
                </a:lnTo>
                <a:lnTo>
                  <a:pt x="342265" y="965835"/>
                </a:lnTo>
                <a:lnTo>
                  <a:pt x="303530" y="928370"/>
                </a:lnTo>
                <a:lnTo>
                  <a:pt x="256540" y="953770"/>
                </a:lnTo>
                <a:lnTo>
                  <a:pt x="218440" y="916305"/>
                </a:lnTo>
                <a:lnTo>
                  <a:pt x="170815" y="942340"/>
                </a:lnTo>
                <a:lnTo>
                  <a:pt x="132715" y="904875"/>
                </a:lnTo>
                <a:lnTo>
                  <a:pt x="85725" y="930275"/>
                </a:lnTo>
                <a:lnTo>
                  <a:pt x="46990" y="892810"/>
                </a:lnTo>
                <a:lnTo>
                  <a:pt x="0" y="918210"/>
                </a:lnTo>
                <a:lnTo>
                  <a:pt x="15875" y="715010"/>
                </a:lnTo>
                <a:lnTo>
                  <a:pt x="45085" y="462915"/>
                </a:lnTo>
                <a:lnTo>
                  <a:pt x="86360" y="21209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6"/>
          <p:cNvSpPr/>
          <p:nvPr/>
        </p:nvSpPr>
        <p:spPr>
          <a:xfrm>
            <a:off x="10545444" y="3539490"/>
            <a:ext cx="435610" cy="116840"/>
          </a:xfrm>
          <a:custGeom>
            <a:avLst/>
            <a:gdLst/>
            <a:ahLst/>
            <a:cxnLst/>
            <a:rect l="0" t="0" r="r" b="b"/>
            <a:pathLst>
              <a:path w="435610" h="116840">
                <a:moveTo>
                  <a:pt x="7620" y="0"/>
                </a:moveTo>
                <a:lnTo>
                  <a:pt x="435610" y="60325"/>
                </a:lnTo>
                <a:lnTo>
                  <a:pt x="427355" y="116840"/>
                </a:lnTo>
                <a:lnTo>
                  <a:pt x="0" y="57150"/>
                </a:lnTo>
                <a:close/>
              </a:path>
            </a:pathLst>
          </a:custGeom>
          <a:solidFill>
            <a:srgbClr val="C474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7"/>
          <p:cNvSpPr/>
          <p:nvPr/>
        </p:nvSpPr>
        <p:spPr>
          <a:xfrm>
            <a:off x="10433049" y="4338320"/>
            <a:ext cx="435610" cy="116840"/>
          </a:xfrm>
          <a:custGeom>
            <a:avLst/>
            <a:gdLst/>
            <a:ahLst/>
            <a:cxnLst/>
            <a:rect l="0" t="0" r="r" b="b"/>
            <a:pathLst>
              <a:path w="435610" h="116840">
                <a:moveTo>
                  <a:pt x="8255" y="0"/>
                </a:moveTo>
                <a:lnTo>
                  <a:pt x="435610" y="60325"/>
                </a:lnTo>
                <a:lnTo>
                  <a:pt x="427355" y="116840"/>
                </a:lnTo>
                <a:lnTo>
                  <a:pt x="0" y="56515"/>
                </a:lnTo>
                <a:close/>
              </a:path>
            </a:pathLst>
          </a:custGeom>
          <a:solidFill>
            <a:srgbClr val="C474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8"/>
          <p:cNvSpPr/>
          <p:nvPr/>
        </p:nvSpPr>
        <p:spPr>
          <a:xfrm>
            <a:off x="10600689" y="3682365"/>
            <a:ext cx="286385" cy="107950"/>
          </a:xfrm>
          <a:custGeom>
            <a:avLst/>
            <a:gdLst/>
            <a:ahLst/>
            <a:cxnLst/>
            <a:rect l="0" t="0" r="r" b="b"/>
            <a:pathLst>
              <a:path w="286385" h="107950">
                <a:moveTo>
                  <a:pt x="9525" y="0"/>
                </a:moveTo>
                <a:lnTo>
                  <a:pt x="286385" y="38735"/>
                </a:lnTo>
                <a:lnTo>
                  <a:pt x="276225" y="107950"/>
                </a:lnTo>
                <a:lnTo>
                  <a:pt x="0" y="692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9"/>
          <p:cNvSpPr/>
          <p:nvPr/>
        </p:nvSpPr>
        <p:spPr>
          <a:xfrm>
            <a:off x="10530204" y="3914140"/>
            <a:ext cx="330200" cy="330200"/>
          </a:xfrm>
          <a:custGeom>
            <a:avLst/>
            <a:gdLst/>
            <a:ahLst/>
            <a:cxnLst/>
            <a:rect l="0" t="0" r="r" b="b"/>
            <a:pathLst>
              <a:path w="330200" h="330200">
                <a:moveTo>
                  <a:pt x="328930" y="187960"/>
                </a:moveTo>
                <a:lnTo>
                  <a:pt x="322580" y="215900"/>
                </a:lnTo>
                <a:lnTo>
                  <a:pt x="311150" y="242570"/>
                </a:lnTo>
                <a:lnTo>
                  <a:pt x="295275" y="266700"/>
                </a:lnTo>
                <a:lnTo>
                  <a:pt x="275590" y="287655"/>
                </a:lnTo>
                <a:lnTo>
                  <a:pt x="252730" y="304800"/>
                </a:lnTo>
                <a:lnTo>
                  <a:pt x="227330" y="318135"/>
                </a:lnTo>
                <a:lnTo>
                  <a:pt x="199390" y="326390"/>
                </a:lnTo>
                <a:lnTo>
                  <a:pt x="170815" y="330200"/>
                </a:lnTo>
                <a:lnTo>
                  <a:pt x="142240" y="328295"/>
                </a:lnTo>
                <a:lnTo>
                  <a:pt x="114300" y="321945"/>
                </a:lnTo>
                <a:lnTo>
                  <a:pt x="87630" y="310515"/>
                </a:lnTo>
                <a:lnTo>
                  <a:pt x="63500" y="295275"/>
                </a:lnTo>
                <a:lnTo>
                  <a:pt x="42545" y="275590"/>
                </a:lnTo>
                <a:lnTo>
                  <a:pt x="25400" y="252730"/>
                </a:lnTo>
                <a:lnTo>
                  <a:pt x="12065" y="226695"/>
                </a:lnTo>
                <a:lnTo>
                  <a:pt x="3810" y="199390"/>
                </a:lnTo>
                <a:lnTo>
                  <a:pt x="0" y="170815"/>
                </a:lnTo>
                <a:lnTo>
                  <a:pt x="1905" y="142240"/>
                </a:lnTo>
                <a:lnTo>
                  <a:pt x="8255" y="113665"/>
                </a:lnTo>
                <a:lnTo>
                  <a:pt x="19685" y="87630"/>
                </a:lnTo>
                <a:lnTo>
                  <a:pt x="34925" y="63500"/>
                </a:lnTo>
                <a:lnTo>
                  <a:pt x="54610" y="42545"/>
                </a:lnTo>
                <a:lnTo>
                  <a:pt x="78105" y="24765"/>
                </a:lnTo>
                <a:lnTo>
                  <a:pt x="103505" y="12065"/>
                </a:lnTo>
                <a:lnTo>
                  <a:pt x="130810" y="3810"/>
                </a:lnTo>
                <a:lnTo>
                  <a:pt x="159385" y="0"/>
                </a:lnTo>
                <a:lnTo>
                  <a:pt x="187960" y="1270"/>
                </a:lnTo>
                <a:lnTo>
                  <a:pt x="216535" y="8255"/>
                </a:lnTo>
                <a:lnTo>
                  <a:pt x="242570" y="19050"/>
                </a:lnTo>
                <a:lnTo>
                  <a:pt x="266700" y="34925"/>
                </a:lnTo>
                <a:lnTo>
                  <a:pt x="288290" y="54610"/>
                </a:lnTo>
                <a:lnTo>
                  <a:pt x="305435" y="77470"/>
                </a:lnTo>
                <a:lnTo>
                  <a:pt x="318135" y="102870"/>
                </a:lnTo>
                <a:lnTo>
                  <a:pt x="327025" y="130810"/>
                </a:lnTo>
                <a:lnTo>
                  <a:pt x="330200" y="159385"/>
                </a:lnTo>
                <a:close/>
              </a:path>
            </a:pathLst>
          </a:custGeom>
          <a:solidFill>
            <a:srgbClr val="FFF4D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10"/>
          <p:cNvSpPr/>
          <p:nvPr/>
        </p:nvSpPr>
        <p:spPr>
          <a:xfrm>
            <a:off x="10586084" y="3966210"/>
            <a:ext cx="177800" cy="173990"/>
          </a:xfrm>
          <a:custGeom>
            <a:avLst/>
            <a:gdLst/>
            <a:ahLst/>
            <a:cxnLst/>
            <a:rect l="0" t="0" r="r" b="b"/>
            <a:pathLst>
              <a:path w="177800" h="173990">
                <a:moveTo>
                  <a:pt x="0" y="161925"/>
                </a:moveTo>
                <a:lnTo>
                  <a:pt x="125095" y="0"/>
                </a:lnTo>
                <a:lnTo>
                  <a:pt x="177800" y="173990"/>
                </a:lnTo>
                <a:close/>
              </a:path>
            </a:pathLst>
          </a:custGeom>
          <a:solidFill>
            <a:srgbClr val="F6C44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Kształt 11"/>
          <p:cNvSpPr/>
          <p:nvPr/>
        </p:nvSpPr>
        <p:spPr>
          <a:xfrm>
            <a:off x="10657204" y="4041140"/>
            <a:ext cx="143510" cy="155575"/>
          </a:xfrm>
          <a:custGeom>
            <a:avLst/>
            <a:gdLst/>
            <a:ahLst/>
            <a:cxnLst/>
            <a:rect l="0" t="0" r="r" b="b"/>
            <a:pathLst>
              <a:path w="143510" h="155575">
                <a:moveTo>
                  <a:pt x="0" y="128905"/>
                </a:moveTo>
                <a:lnTo>
                  <a:pt x="133350" y="0"/>
                </a:lnTo>
                <a:lnTo>
                  <a:pt x="143510" y="155575"/>
                </a:lnTo>
                <a:close/>
              </a:path>
            </a:pathLst>
          </a:custGeom>
          <a:solidFill>
            <a:srgbClr val="E9A7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Kształt 12"/>
          <p:cNvSpPr/>
          <p:nvPr/>
        </p:nvSpPr>
        <p:spPr>
          <a:xfrm>
            <a:off x="9848849" y="3444875"/>
            <a:ext cx="114300" cy="88900"/>
          </a:xfrm>
          <a:custGeom>
            <a:avLst/>
            <a:gdLst/>
            <a:ahLst/>
            <a:cxnLst/>
            <a:rect l="0" t="0" r="r" b="b"/>
            <a:pathLst>
              <a:path w="114300" h="88900">
                <a:moveTo>
                  <a:pt x="0" y="0"/>
                </a:moveTo>
                <a:lnTo>
                  <a:pt x="114300" y="0"/>
                </a:lnTo>
                <a:lnTo>
                  <a:pt x="114300" y="88900"/>
                </a:lnTo>
                <a:lnTo>
                  <a:pt x="0" y="88900"/>
                </a:lnTo>
                <a:close/>
              </a:path>
            </a:pathLst>
          </a:custGeom>
          <a:solidFill>
            <a:srgbClr val="1F5C4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Kształt 13"/>
          <p:cNvSpPr/>
          <p:nvPr/>
        </p:nvSpPr>
        <p:spPr>
          <a:xfrm>
            <a:off x="9759949" y="3533775"/>
            <a:ext cx="292100" cy="1016000"/>
          </a:xfrm>
          <a:custGeom>
            <a:avLst/>
            <a:gdLst/>
            <a:ahLst/>
            <a:cxnLst/>
            <a:rect l="0" t="0" r="r" b="b"/>
            <a:pathLst>
              <a:path w="292100" h="1016000">
                <a:moveTo>
                  <a:pt x="101600" y="0"/>
                </a:moveTo>
                <a:lnTo>
                  <a:pt x="190500" y="0"/>
                </a:lnTo>
                <a:lnTo>
                  <a:pt x="190500" y="114300"/>
                </a:lnTo>
                <a:lnTo>
                  <a:pt x="273050" y="203200"/>
                </a:lnTo>
                <a:lnTo>
                  <a:pt x="292100" y="279400"/>
                </a:lnTo>
                <a:lnTo>
                  <a:pt x="292100" y="977900"/>
                </a:lnTo>
                <a:lnTo>
                  <a:pt x="266700" y="1016000"/>
                </a:lnTo>
                <a:lnTo>
                  <a:pt x="25400" y="1016000"/>
                </a:lnTo>
                <a:lnTo>
                  <a:pt x="0" y="977900"/>
                </a:lnTo>
                <a:lnTo>
                  <a:pt x="0" y="279400"/>
                </a:lnTo>
                <a:lnTo>
                  <a:pt x="19050" y="203200"/>
                </a:lnTo>
                <a:lnTo>
                  <a:pt x="101600" y="114300"/>
                </a:lnTo>
                <a:close/>
              </a:path>
            </a:pathLst>
          </a:custGeom>
          <a:solidFill>
            <a:srgbClr val="FFE7A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Kształt 14"/>
          <p:cNvSpPr/>
          <p:nvPr/>
        </p:nvSpPr>
        <p:spPr>
          <a:xfrm>
            <a:off x="9798049" y="3838575"/>
            <a:ext cx="38100" cy="609600"/>
          </a:xfrm>
          <a:custGeom>
            <a:avLst/>
            <a:gdLst/>
            <a:ahLst/>
            <a:cxnLst/>
            <a:rect l="0" t="0" r="r" b="b"/>
            <a:pathLst>
              <a:path w="38100" h="609600">
                <a:moveTo>
                  <a:pt x="0" y="0"/>
                </a:moveTo>
                <a:lnTo>
                  <a:pt x="38100" y="0"/>
                </a:lnTo>
                <a:lnTo>
                  <a:pt x="38100" y="609600"/>
                </a:lnTo>
                <a:lnTo>
                  <a:pt x="0" y="609600"/>
                </a:lnTo>
                <a:close/>
              </a:path>
            </a:pathLst>
          </a:custGeom>
          <a:solidFill>
            <a:srgbClr val="FFFFFF">
              <a:alpha val="5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Kształt 15"/>
          <p:cNvSpPr/>
          <p:nvPr/>
        </p:nvSpPr>
        <p:spPr>
          <a:xfrm>
            <a:off x="9759949" y="4029075"/>
            <a:ext cx="292100" cy="266700"/>
          </a:xfrm>
          <a:custGeom>
            <a:avLst/>
            <a:gdLst/>
            <a:ahLst/>
            <a:cxnLst/>
            <a:rect l="0" t="0" r="r" b="b"/>
            <a:pathLst>
              <a:path w="292100" h="266700">
                <a:moveTo>
                  <a:pt x="0" y="0"/>
                </a:moveTo>
                <a:lnTo>
                  <a:pt x="292100" y="0"/>
                </a:lnTo>
                <a:lnTo>
                  <a:pt x="292100" y="266700"/>
                </a:lnTo>
                <a:lnTo>
                  <a:pt x="0" y="266700"/>
                </a:lnTo>
                <a:close/>
              </a:path>
            </a:pathLst>
          </a:cu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Kształt 16"/>
          <p:cNvSpPr/>
          <p:nvPr/>
        </p:nvSpPr>
        <p:spPr>
          <a:xfrm>
            <a:off x="9836149" y="4092575"/>
            <a:ext cx="139700" cy="139700"/>
          </a:xfrm>
          <a:custGeom>
            <a:avLst/>
            <a:gdLst/>
            <a:ahLst/>
            <a:cxnLst/>
            <a:rect l="0" t="0" r="r" b="b"/>
            <a:pathLst>
              <a:path w="139700" h="139700">
                <a:moveTo>
                  <a:pt x="139700" y="69850"/>
                </a:moveTo>
                <a:lnTo>
                  <a:pt x="138430" y="81915"/>
                </a:lnTo>
                <a:lnTo>
                  <a:pt x="135255" y="93980"/>
                </a:lnTo>
                <a:lnTo>
                  <a:pt x="130175" y="104775"/>
                </a:lnTo>
                <a:lnTo>
                  <a:pt x="123190" y="114935"/>
                </a:lnTo>
                <a:lnTo>
                  <a:pt x="114935" y="123190"/>
                </a:lnTo>
                <a:lnTo>
                  <a:pt x="104775" y="130175"/>
                </a:lnTo>
                <a:lnTo>
                  <a:pt x="93980" y="135255"/>
                </a:lnTo>
                <a:lnTo>
                  <a:pt x="81915" y="138430"/>
                </a:lnTo>
                <a:lnTo>
                  <a:pt x="69850" y="139700"/>
                </a:lnTo>
                <a:lnTo>
                  <a:pt x="57785" y="138430"/>
                </a:lnTo>
                <a:lnTo>
                  <a:pt x="45720" y="135255"/>
                </a:lnTo>
                <a:lnTo>
                  <a:pt x="34925" y="130175"/>
                </a:lnTo>
                <a:lnTo>
                  <a:pt x="24765" y="123190"/>
                </a:lnTo>
                <a:lnTo>
                  <a:pt x="16510" y="114935"/>
                </a:lnTo>
                <a:lnTo>
                  <a:pt x="9525" y="104775"/>
                </a:lnTo>
                <a:lnTo>
                  <a:pt x="4445" y="93980"/>
                </a:lnTo>
                <a:lnTo>
                  <a:pt x="1270" y="81915"/>
                </a:lnTo>
                <a:lnTo>
                  <a:pt x="0" y="69850"/>
                </a:lnTo>
                <a:lnTo>
                  <a:pt x="1270" y="57785"/>
                </a:lnTo>
                <a:lnTo>
                  <a:pt x="4445" y="45720"/>
                </a:lnTo>
                <a:lnTo>
                  <a:pt x="9525" y="34925"/>
                </a:lnTo>
                <a:lnTo>
                  <a:pt x="16510" y="24765"/>
                </a:lnTo>
                <a:lnTo>
                  <a:pt x="24765" y="16510"/>
                </a:lnTo>
                <a:lnTo>
                  <a:pt x="34925" y="9525"/>
                </a:lnTo>
                <a:lnTo>
                  <a:pt x="45720" y="4445"/>
                </a:lnTo>
                <a:lnTo>
                  <a:pt x="57785" y="1270"/>
                </a:lnTo>
                <a:lnTo>
                  <a:pt x="69850" y="0"/>
                </a:lnTo>
                <a:lnTo>
                  <a:pt x="81915" y="1270"/>
                </a:lnTo>
                <a:lnTo>
                  <a:pt x="93980" y="4445"/>
                </a:lnTo>
                <a:lnTo>
                  <a:pt x="104775" y="9525"/>
                </a:lnTo>
                <a:lnTo>
                  <a:pt x="114935" y="16510"/>
                </a:lnTo>
                <a:lnTo>
                  <a:pt x="123190" y="24765"/>
                </a:lnTo>
                <a:lnTo>
                  <a:pt x="130175" y="34925"/>
                </a:lnTo>
                <a:lnTo>
                  <a:pt x="135255" y="45720"/>
                </a:lnTo>
                <a:lnTo>
                  <a:pt x="138430" y="57785"/>
                </a:lnTo>
                <a:close/>
              </a:path>
            </a:pathLst>
          </a:custGeom>
          <a:solidFill>
            <a:srgbClr val="F6D33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Kształt 17"/>
          <p:cNvSpPr/>
          <p:nvPr/>
        </p:nvSpPr>
        <p:spPr>
          <a:xfrm>
            <a:off x="9867899" y="4124325"/>
            <a:ext cx="76200" cy="76200"/>
          </a:xfrm>
          <a:custGeom>
            <a:avLst/>
            <a:gdLst/>
            <a:ahLst/>
            <a:cxnLst/>
            <a:rect l="0" t="0" r="r" b="b"/>
            <a:pathLst>
              <a:path w="76200" h="76200">
                <a:moveTo>
                  <a:pt x="76200" y="38100"/>
                </a:moveTo>
                <a:lnTo>
                  <a:pt x="75565" y="44450"/>
                </a:lnTo>
                <a:lnTo>
                  <a:pt x="73660" y="51435"/>
                </a:lnTo>
                <a:lnTo>
                  <a:pt x="71120" y="57150"/>
                </a:lnTo>
                <a:lnTo>
                  <a:pt x="67310" y="62865"/>
                </a:lnTo>
                <a:lnTo>
                  <a:pt x="62865" y="67310"/>
                </a:lnTo>
                <a:lnTo>
                  <a:pt x="57150" y="71120"/>
                </a:lnTo>
                <a:lnTo>
                  <a:pt x="51435" y="73660"/>
                </a:lnTo>
                <a:lnTo>
                  <a:pt x="44450" y="75565"/>
                </a:lnTo>
                <a:lnTo>
                  <a:pt x="38100" y="76200"/>
                </a:lnTo>
                <a:lnTo>
                  <a:pt x="31750" y="75565"/>
                </a:lnTo>
                <a:lnTo>
                  <a:pt x="24765" y="73660"/>
                </a:lnTo>
                <a:lnTo>
                  <a:pt x="19050" y="71120"/>
                </a:lnTo>
                <a:lnTo>
                  <a:pt x="13335" y="67310"/>
                </a:lnTo>
                <a:lnTo>
                  <a:pt x="8890" y="62865"/>
                </a:lnTo>
                <a:lnTo>
                  <a:pt x="5080" y="57150"/>
                </a:lnTo>
                <a:lnTo>
                  <a:pt x="2540" y="51435"/>
                </a:lnTo>
                <a:lnTo>
                  <a:pt x="635" y="44450"/>
                </a:lnTo>
                <a:lnTo>
                  <a:pt x="0" y="38100"/>
                </a:lnTo>
                <a:lnTo>
                  <a:pt x="635" y="31750"/>
                </a:lnTo>
                <a:lnTo>
                  <a:pt x="2540" y="24765"/>
                </a:lnTo>
                <a:lnTo>
                  <a:pt x="5080" y="19050"/>
                </a:lnTo>
                <a:lnTo>
                  <a:pt x="8890" y="13335"/>
                </a:lnTo>
                <a:lnTo>
                  <a:pt x="13335" y="8890"/>
                </a:lnTo>
                <a:lnTo>
                  <a:pt x="19050" y="5080"/>
                </a:lnTo>
                <a:lnTo>
                  <a:pt x="24765" y="2540"/>
                </a:lnTo>
                <a:lnTo>
                  <a:pt x="31750" y="635"/>
                </a:lnTo>
                <a:lnTo>
                  <a:pt x="38100" y="0"/>
                </a:lnTo>
                <a:lnTo>
                  <a:pt x="44450" y="635"/>
                </a:lnTo>
                <a:lnTo>
                  <a:pt x="51435" y="2540"/>
                </a:lnTo>
                <a:lnTo>
                  <a:pt x="57150" y="5080"/>
                </a:lnTo>
                <a:lnTo>
                  <a:pt x="62865" y="8890"/>
                </a:lnTo>
                <a:lnTo>
                  <a:pt x="67310" y="13335"/>
                </a:lnTo>
                <a:lnTo>
                  <a:pt x="71120" y="19050"/>
                </a:lnTo>
                <a:lnTo>
                  <a:pt x="73660" y="24765"/>
                </a:lnTo>
                <a:lnTo>
                  <a:pt x="75565" y="31750"/>
                </a:lnTo>
                <a:close/>
              </a:path>
            </a:pathLst>
          </a:custGeom>
          <a:solidFill>
            <a:srgbClr val="FFF3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Kształt 18"/>
          <p:cNvSpPr/>
          <p:nvPr/>
        </p:nvSpPr>
        <p:spPr>
          <a:xfrm>
            <a:off x="10096499" y="4346575"/>
            <a:ext cx="254000" cy="76200"/>
          </a:xfrm>
          <a:custGeom>
            <a:avLst/>
            <a:gdLst/>
            <a:ahLst/>
            <a:cxnLst/>
            <a:rect l="0" t="0" r="r" b="b"/>
            <a:pathLst>
              <a:path w="254000" h="76200">
                <a:moveTo>
                  <a:pt x="254000" y="38100"/>
                </a:moveTo>
                <a:lnTo>
                  <a:pt x="252095" y="44450"/>
                </a:lnTo>
                <a:lnTo>
                  <a:pt x="246380" y="51435"/>
                </a:lnTo>
                <a:lnTo>
                  <a:pt x="236855" y="57150"/>
                </a:lnTo>
                <a:lnTo>
                  <a:pt x="224155" y="62865"/>
                </a:lnTo>
                <a:lnTo>
                  <a:pt x="208915" y="67310"/>
                </a:lnTo>
                <a:lnTo>
                  <a:pt x="190500" y="71120"/>
                </a:lnTo>
                <a:lnTo>
                  <a:pt x="170180" y="73660"/>
                </a:lnTo>
                <a:lnTo>
                  <a:pt x="149225" y="75565"/>
                </a:lnTo>
                <a:lnTo>
                  <a:pt x="127000" y="76200"/>
                </a:lnTo>
                <a:lnTo>
                  <a:pt x="104775" y="75565"/>
                </a:lnTo>
                <a:lnTo>
                  <a:pt x="83820" y="73660"/>
                </a:lnTo>
                <a:lnTo>
                  <a:pt x="63500" y="71120"/>
                </a:lnTo>
                <a:lnTo>
                  <a:pt x="45085" y="67310"/>
                </a:lnTo>
                <a:lnTo>
                  <a:pt x="29845" y="62865"/>
                </a:lnTo>
                <a:lnTo>
                  <a:pt x="17145" y="57150"/>
                </a:lnTo>
                <a:lnTo>
                  <a:pt x="7620" y="51435"/>
                </a:lnTo>
                <a:lnTo>
                  <a:pt x="1905" y="44450"/>
                </a:lnTo>
                <a:lnTo>
                  <a:pt x="0" y="38100"/>
                </a:lnTo>
                <a:lnTo>
                  <a:pt x="1905" y="31750"/>
                </a:lnTo>
                <a:lnTo>
                  <a:pt x="7620" y="24765"/>
                </a:lnTo>
                <a:lnTo>
                  <a:pt x="17145" y="19050"/>
                </a:lnTo>
                <a:lnTo>
                  <a:pt x="29845" y="13335"/>
                </a:lnTo>
                <a:lnTo>
                  <a:pt x="45085" y="8890"/>
                </a:lnTo>
                <a:lnTo>
                  <a:pt x="63500" y="5080"/>
                </a:lnTo>
                <a:lnTo>
                  <a:pt x="83820" y="2540"/>
                </a:lnTo>
                <a:lnTo>
                  <a:pt x="104775" y="635"/>
                </a:lnTo>
                <a:lnTo>
                  <a:pt x="127000" y="0"/>
                </a:lnTo>
                <a:lnTo>
                  <a:pt x="149225" y="635"/>
                </a:lnTo>
                <a:lnTo>
                  <a:pt x="170180" y="2540"/>
                </a:lnTo>
                <a:lnTo>
                  <a:pt x="190500" y="5080"/>
                </a:lnTo>
                <a:lnTo>
                  <a:pt x="208915" y="8890"/>
                </a:lnTo>
                <a:lnTo>
                  <a:pt x="224155" y="13335"/>
                </a:lnTo>
                <a:lnTo>
                  <a:pt x="236855" y="19050"/>
                </a:lnTo>
                <a:lnTo>
                  <a:pt x="246380" y="24765"/>
                </a:lnTo>
                <a:lnTo>
                  <a:pt x="252095" y="31750"/>
                </a:lnTo>
                <a:close/>
              </a:path>
            </a:pathLst>
          </a:custGeom>
          <a:solidFill>
            <a:srgbClr val="2C6F9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19"/>
          <p:cNvSpPr/>
          <p:nvPr/>
        </p:nvSpPr>
        <p:spPr>
          <a:xfrm>
            <a:off x="10096499" y="3825875"/>
            <a:ext cx="254000" cy="558800"/>
          </a:xfrm>
          <a:custGeom>
            <a:avLst/>
            <a:gdLst/>
            <a:ahLst/>
            <a:cxnLst/>
            <a:rect l="0" t="0" r="r" b="b"/>
            <a:pathLst>
              <a:path w="254000" h="558800">
                <a:moveTo>
                  <a:pt x="0" y="0"/>
                </a:moveTo>
                <a:lnTo>
                  <a:pt x="254000" y="0"/>
                </a:lnTo>
                <a:lnTo>
                  <a:pt x="254000" y="558800"/>
                </a:lnTo>
                <a:lnTo>
                  <a:pt x="0" y="558800"/>
                </a:lnTo>
                <a:close/>
              </a:path>
            </a:pathLst>
          </a:custGeom>
          <a:solidFill>
            <a:srgbClr val="3A8FC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20"/>
          <p:cNvSpPr/>
          <p:nvPr/>
        </p:nvSpPr>
        <p:spPr>
          <a:xfrm>
            <a:off x="10096499" y="3952875"/>
            <a:ext cx="254000" cy="127000"/>
          </a:xfrm>
          <a:custGeom>
            <a:avLst/>
            <a:gdLst/>
            <a:ahLst/>
            <a:cxnLst/>
            <a:rect l="0" t="0" r="r" b="b"/>
            <a:pathLst>
              <a:path w="254000" h="127000">
                <a:moveTo>
                  <a:pt x="0" y="50800"/>
                </a:moveTo>
                <a:lnTo>
                  <a:pt x="254000" y="0"/>
                </a:lnTo>
                <a:lnTo>
                  <a:pt x="254000" y="76200"/>
                </a:lnTo>
                <a:lnTo>
                  <a:pt x="0" y="127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21"/>
          <p:cNvSpPr/>
          <p:nvPr/>
        </p:nvSpPr>
        <p:spPr>
          <a:xfrm>
            <a:off x="10134599" y="3876675"/>
            <a:ext cx="31750" cy="457200"/>
          </a:xfrm>
          <a:custGeom>
            <a:avLst/>
            <a:gdLst/>
            <a:ahLst/>
            <a:cxnLst/>
            <a:rect l="0" t="0" r="r" b="b"/>
            <a:pathLst>
              <a:path w="31750" h="457200">
                <a:moveTo>
                  <a:pt x="0" y="0"/>
                </a:moveTo>
                <a:lnTo>
                  <a:pt x="31750" y="0"/>
                </a:lnTo>
                <a:lnTo>
                  <a:pt x="31750" y="457200"/>
                </a:lnTo>
                <a:lnTo>
                  <a:pt x="0" y="457200"/>
                </a:lnTo>
                <a:close/>
              </a:path>
            </a:pathLst>
          </a:custGeom>
          <a:solidFill>
            <a:srgbClr val="FFFFFF">
              <a:alpha val="3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22"/>
          <p:cNvSpPr/>
          <p:nvPr/>
        </p:nvSpPr>
        <p:spPr>
          <a:xfrm>
            <a:off x="10096499" y="3787775"/>
            <a:ext cx="254000" cy="76200"/>
          </a:xfrm>
          <a:custGeom>
            <a:avLst/>
            <a:gdLst/>
            <a:ahLst/>
            <a:cxnLst/>
            <a:rect l="0" t="0" r="r" b="b"/>
            <a:pathLst>
              <a:path w="254000" h="76200">
                <a:moveTo>
                  <a:pt x="254000" y="38100"/>
                </a:moveTo>
                <a:lnTo>
                  <a:pt x="252095" y="44450"/>
                </a:lnTo>
                <a:lnTo>
                  <a:pt x="246380" y="51435"/>
                </a:lnTo>
                <a:lnTo>
                  <a:pt x="236855" y="57150"/>
                </a:lnTo>
                <a:lnTo>
                  <a:pt x="224155" y="62865"/>
                </a:lnTo>
                <a:lnTo>
                  <a:pt x="208915" y="67310"/>
                </a:lnTo>
                <a:lnTo>
                  <a:pt x="190500" y="71120"/>
                </a:lnTo>
                <a:lnTo>
                  <a:pt x="170180" y="73660"/>
                </a:lnTo>
                <a:lnTo>
                  <a:pt x="149225" y="75565"/>
                </a:lnTo>
                <a:lnTo>
                  <a:pt x="127000" y="76200"/>
                </a:lnTo>
                <a:lnTo>
                  <a:pt x="104775" y="75565"/>
                </a:lnTo>
                <a:lnTo>
                  <a:pt x="83820" y="73660"/>
                </a:lnTo>
                <a:lnTo>
                  <a:pt x="63500" y="71120"/>
                </a:lnTo>
                <a:lnTo>
                  <a:pt x="45085" y="67310"/>
                </a:lnTo>
                <a:lnTo>
                  <a:pt x="29845" y="62865"/>
                </a:lnTo>
                <a:lnTo>
                  <a:pt x="17145" y="57150"/>
                </a:lnTo>
                <a:lnTo>
                  <a:pt x="7620" y="51435"/>
                </a:lnTo>
                <a:lnTo>
                  <a:pt x="1905" y="44450"/>
                </a:lnTo>
                <a:lnTo>
                  <a:pt x="0" y="38100"/>
                </a:lnTo>
                <a:lnTo>
                  <a:pt x="1905" y="31750"/>
                </a:lnTo>
                <a:lnTo>
                  <a:pt x="7620" y="24765"/>
                </a:lnTo>
                <a:lnTo>
                  <a:pt x="17145" y="19050"/>
                </a:lnTo>
                <a:lnTo>
                  <a:pt x="29845" y="13335"/>
                </a:lnTo>
                <a:lnTo>
                  <a:pt x="45085" y="8890"/>
                </a:lnTo>
                <a:lnTo>
                  <a:pt x="63500" y="5080"/>
                </a:lnTo>
                <a:lnTo>
                  <a:pt x="83820" y="2540"/>
                </a:lnTo>
                <a:lnTo>
                  <a:pt x="104775" y="635"/>
                </a:lnTo>
                <a:lnTo>
                  <a:pt x="127000" y="0"/>
                </a:lnTo>
                <a:lnTo>
                  <a:pt x="149225" y="635"/>
                </a:lnTo>
                <a:lnTo>
                  <a:pt x="170180" y="2540"/>
                </a:lnTo>
                <a:lnTo>
                  <a:pt x="190500" y="5080"/>
                </a:lnTo>
                <a:lnTo>
                  <a:pt x="208915" y="8890"/>
                </a:lnTo>
                <a:lnTo>
                  <a:pt x="224155" y="13335"/>
                </a:lnTo>
                <a:lnTo>
                  <a:pt x="236855" y="19050"/>
                </a:lnTo>
                <a:lnTo>
                  <a:pt x="246380" y="24765"/>
                </a:lnTo>
                <a:lnTo>
                  <a:pt x="252095" y="31750"/>
                </a:lnTo>
                <a:close/>
              </a:path>
            </a:pathLst>
          </a:custGeom>
          <a:solidFill>
            <a:srgbClr val="DFE5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23"/>
          <p:cNvSpPr/>
          <p:nvPr/>
        </p:nvSpPr>
        <p:spPr>
          <a:xfrm>
            <a:off x="10134599" y="3803015"/>
            <a:ext cx="177800" cy="45720"/>
          </a:xfrm>
          <a:custGeom>
            <a:avLst/>
            <a:gdLst/>
            <a:ahLst/>
            <a:cxnLst/>
            <a:rect l="0" t="0" r="r" b="b"/>
            <a:pathLst>
              <a:path w="177800" h="45720">
                <a:moveTo>
                  <a:pt x="177800" y="22860"/>
                </a:moveTo>
                <a:lnTo>
                  <a:pt x="176530" y="26670"/>
                </a:lnTo>
                <a:lnTo>
                  <a:pt x="172720" y="30480"/>
                </a:lnTo>
                <a:lnTo>
                  <a:pt x="165735" y="34290"/>
                </a:lnTo>
                <a:lnTo>
                  <a:pt x="156845" y="37465"/>
                </a:lnTo>
                <a:lnTo>
                  <a:pt x="146050" y="40640"/>
                </a:lnTo>
                <a:lnTo>
                  <a:pt x="133350" y="42545"/>
                </a:lnTo>
                <a:lnTo>
                  <a:pt x="119380" y="44450"/>
                </a:lnTo>
                <a:lnTo>
                  <a:pt x="104140" y="45085"/>
                </a:lnTo>
                <a:lnTo>
                  <a:pt x="88900" y="45720"/>
                </a:lnTo>
                <a:lnTo>
                  <a:pt x="73660" y="45085"/>
                </a:lnTo>
                <a:lnTo>
                  <a:pt x="58420" y="44450"/>
                </a:lnTo>
                <a:lnTo>
                  <a:pt x="44450" y="42545"/>
                </a:lnTo>
                <a:lnTo>
                  <a:pt x="31750" y="40640"/>
                </a:lnTo>
                <a:lnTo>
                  <a:pt x="20955" y="37465"/>
                </a:lnTo>
                <a:lnTo>
                  <a:pt x="12065" y="34290"/>
                </a:lnTo>
                <a:lnTo>
                  <a:pt x="5080" y="30480"/>
                </a:lnTo>
                <a:lnTo>
                  <a:pt x="1270" y="26670"/>
                </a:lnTo>
                <a:lnTo>
                  <a:pt x="0" y="22860"/>
                </a:lnTo>
                <a:lnTo>
                  <a:pt x="1270" y="19050"/>
                </a:lnTo>
                <a:lnTo>
                  <a:pt x="5080" y="15240"/>
                </a:lnTo>
                <a:lnTo>
                  <a:pt x="12065" y="11430"/>
                </a:lnTo>
                <a:lnTo>
                  <a:pt x="20955" y="8255"/>
                </a:lnTo>
                <a:lnTo>
                  <a:pt x="31750" y="5080"/>
                </a:lnTo>
                <a:lnTo>
                  <a:pt x="44450" y="3175"/>
                </a:lnTo>
                <a:lnTo>
                  <a:pt x="58420" y="1270"/>
                </a:lnTo>
                <a:lnTo>
                  <a:pt x="73660" y="635"/>
                </a:lnTo>
                <a:lnTo>
                  <a:pt x="88900" y="0"/>
                </a:lnTo>
                <a:lnTo>
                  <a:pt x="104140" y="635"/>
                </a:lnTo>
                <a:lnTo>
                  <a:pt x="119380" y="1270"/>
                </a:lnTo>
                <a:lnTo>
                  <a:pt x="133350" y="3175"/>
                </a:lnTo>
                <a:lnTo>
                  <a:pt x="146050" y="5080"/>
                </a:lnTo>
                <a:lnTo>
                  <a:pt x="156845" y="8255"/>
                </a:lnTo>
                <a:lnTo>
                  <a:pt x="165735" y="11430"/>
                </a:lnTo>
                <a:lnTo>
                  <a:pt x="172720" y="15240"/>
                </a:lnTo>
                <a:lnTo>
                  <a:pt x="176530" y="19050"/>
                </a:lnTo>
                <a:close/>
              </a:path>
            </a:pathLst>
          </a:custGeom>
          <a:solidFill>
            <a:srgbClr val="B9C2C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24"/>
          <p:cNvSpPr/>
          <p:nvPr/>
        </p:nvSpPr>
        <p:spPr>
          <a:xfrm>
            <a:off x="10562589" y="4279265"/>
            <a:ext cx="231140" cy="264160"/>
          </a:xfrm>
          <a:custGeom>
            <a:avLst/>
            <a:gdLst/>
            <a:ahLst/>
            <a:cxnLst/>
            <a:rect l="0" t="0" r="r" b="b"/>
            <a:pathLst>
              <a:path w="231140" h="264160">
                <a:moveTo>
                  <a:pt x="0" y="24765"/>
                </a:moveTo>
                <a:lnTo>
                  <a:pt x="201295" y="0"/>
                </a:lnTo>
                <a:lnTo>
                  <a:pt x="231140" y="239395"/>
                </a:lnTo>
                <a:lnTo>
                  <a:pt x="29210" y="26416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25"/>
          <p:cNvSpPr/>
          <p:nvPr/>
        </p:nvSpPr>
        <p:spPr>
          <a:xfrm>
            <a:off x="10589894" y="4311015"/>
            <a:ext cx="80010" cy="97155"/>
          </a:xfrm>
          <a:custGeom>
            <a:avLst/>
            <a:gdLst/>
            <a:ahLst/>
            <a:cxnLst/>
            <a:rect l="0" t="0" r="r" b="b"/>
            <a:pathLst>
              <a:path w="80010" h="97155">
                <a:moveTo>
                  <a:pt x="0" y="8890"/>
                </a:moveTo>
                <a:lnTo>
                  <a:pt x="69215" y="0"/>
                </a:lnTo>
                <a:lnTo>
                  <a:pt x="80010" y="88265"/>
                </a:lnTo>
                <a:lnTo>
                  <a:pt x="10795" y="97155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26"/>
          <p:cNvSpPr/>
          <p:nvPr/>
        </p:nvSpPr>
        <p:spPr>
          <a:xfrm>
            <a:off x="10684509" y="4299585"/>
            <a:ext cx="80010" cy="96520"/>
          </a:xfrm>
          <a:custGeom>
            <a:avLst/>
            <a:gdLst/>
            <a:ahLst/>
            <a:cxnLst/>
            <a:rect l="0" t="0" r="r" b="b"/>
            <a:pathLst>
              <a:path w="80010" h="96520">
                <a:moveTo>
                  <a:pt x="0" y="8255"/>
                </a:moveTo>
                <a:lnTo>
                  <a:pt x="69215" y="0"/>
                </a:lnTo>
                <a:lnTo>
                  <a:pt x="80010" y="88265"/>
                </a:lnTo>
                <a:lnTo>
                  <a:pt x="10795" y="9652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27"/>
          <p:cNvSpPr/>
          <p:nvPr/>
        </p:nvSpPr>
        <p:spPr>
          <a:xfrm>
            <a:off x="10603864" y="4424680"/>
            <a:ext cx="80010" cy="96520"/>
          </a:xfrm>
          <a:custGeom>
            <a:avLst/>
            <a:gdLst/>
            <a:ahLst/>
            <a:cxnLst/>
            <a:rect l="0" t="0" r="r" b="b"/>
            <a:pathLst>
              <a:path w="80010" h="96520">
                <a:moveTo>
                  <a:pt x="0" y="8255"/>
                </a:moveTo>
                <a:lnTo>
                  <a:pt x="69215" y="0"/>
                </a:lnTo>
                <a:lnTo>
                  <a:pt x="80010" y="88265"/>
                </a:lnTo>
                <a:lnTo>
                  <a:pt x="10795" y="9652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28"/>
          <p:cNvSpPr/>
          <p:nvPr/>
        </p:nvSpPr>
        <p:spPr>
          <a:xfrm>
            <a:off x="10698479" y="4413250"/>
            <a:ext cx="80010" cy="96520"/>
          </a:xfrm>
          <a:custGeom>
            <a:avLst/>
            <a:gdLst/>
            <a:ahLst/>
            <a:cxnLst/>
            <a:rect l="0" t="0" r="r" b="b"/>
            <a:pathLst>
              <a:path w="80010" h="96520">
                <a:moveTo>
                  <a:pt x="0" y="8255"/>
                </a:moveTo>
                <a:lnTo>
                  <a:pt x="69215" y="0"/>
                </a:lnTo>
                <a:lnTo>
                  <a:pt x="80010" y="87630"/>
                </a:lnTo>
                <a:lnTo>
                  <a:pt x="10795" y="9652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29"/>
          <p:cNvSpPr/>
          <p:nvPr/>
        </p:nvSpPr>
        <p:spPr>
          <a:xfrm>
            <a:off x="10497819" y="4289425"/>
            <a:ext cx="109855" cy="274320"/>
          </a:xfrm>
          <a:custGeom>
            <a:avLst/>
            <a:gdLst/>
            <a:ahLst/>
            <a:cxnLst/>
            <a:rect l="0" t="0" r="r" b="b"/>
            <a:pathLst>
              <a:path w="109855" h="274320">
                <a:moveTo>
                  <a:pt x="0" y="9525"/>
                </a:moveTo>
                <a:lnTo>
                  <a:pt x="75565" y="0"/>
                </a:lnTo>
                <a:lnTo>
                  <a:pt x="55880" y="47625"/>
                </a:lnTo>
                <a:lnTo>
                  <a:pt x="99060" y="86995"/>
                </a:lnTo>
                <a:lnTo>
                  <a:pt x="66675" y="135890"/>
                </a:lnTo>
                <a:lnTo>
                  <a:pt x="109855" y="175260"/>
                </a:lnTo>
                <a:lnTo>
                  <a:pt x="83820" y="222885"/>
                </a:lnTo>
                <a:lnTo>
                  <a:pt x="107950" y="264795"/>
                </a:lnTo>
                <a:lnTo>
                  <a:pt x="32385" y="274320"/>
                </a:lnTo>
                <a:close/>
              </a:path>
            </a:pathLst>
          </a:cu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30"/>
          <p:cNvSpPr/>
          <p:nvPr/>
        </p:nvSpPr>
        <p:spPr>
          <a:xfrm>
            <a:off x="9855199" y="4295775"/>
            <a:ext cx="700405" cy="346710"/>
          </a:xfrm>
          <a:custGeom>
            <a:avLst/>
            <a:gdLst/>
            <a:ahLst/>
            <a:cxnLst/>
            <a:rect l="0" t="0" r="r" b="b"/>
            <a:pathLst>
              <a:path w="700405" h="346710">
                <a:moveTo>
                  <a:pt x="0" y="81915"/>
                </a:moveTo>
                <a:lnTo>
                  <a:pt x="668020" y="0"/>
                </a:lnTo>
                <a:lnTo>
                  <a:pt x="700405" y="264795"/>
                </a:lnTo>
                <a:lnTo>
                  <a:pt x="32385" y="346710"/>
                </a:lnTo>
                <a:close/>
              </a:path>
            </a:pathLst>
          </a:custGeom>
          <a:solidFill>
            <a:srgbClr val="2330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31"/>
          <p:cNvSpPr/>
          <p:nvPr/>
        </p:nvSpPr>
        <p:spPr>
          <a:xfrm>
            <a:off x="9861549" y="4346575"/>
            <a:ext cx="671830" cy="113030"/>
          </a:xfrm>
          <a:custGeom>
            <a:avLst/>
            <a:gdLst/>
            <a:ahLst/>
            <a:cxnLst/>
            <a:rect l="0" t="0" r="r" b="b"/>
            <a:pathLst>
              <a:path w="671830" h="113030">
                <a:moveTo>
                  <a:pt x="0" y="81915"/>
                </a:moveTo>
                <a:lnTo>
                  <a:pt x="668020" y="0"/>
                </a:lnTo>
                <a:lnTo>
                  <a:pt x="671830" y="31115"/>
                </a:lnTo>
                <a:lnTo>
                  <a:pt x="3810" y="113030"/>
                </a:lnTo>
                <a:close/>
              </a:path>
            </a:pathLst>
          </a:cu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32"/>
          <p:cNvSpPr/>
          <p:nvPr/>
        </p:nvSpPr>
        <p:spPr>
          <a:xfrm>
            <a:off x="9947909" y="4464050"/>
            <a:ext cx="359410" cy="99695"/>
          </a:xfrm>
          <a:custGeom>
            <a:avLst/>
            <a:gdLst/>
            <a:ahLst/>
            <a:cxnLst/>
            <a:rect l="0" t="0" r="r" b="b"/>
            <a:pathLst>
              <a:path w="359410" h="99695">
                <a:moveTo>
                  <a:pt x="0" y="43180"/>
                </a:moveTo>
                <a:lnTo>
                  <a:pt x="353060" y="0"/>
                </a:lnTo>
                <a:lnTo>
                  <a:pt x="359410" y="56515"/>
                </a:lnTo>
                <a:lnTo>
                  <a:pt x="6985" y="9969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ekst: Kategorie"/>
          <p:cNvSpPr txBox="1"/>
          <p:nvPr/>
        </p:nvSpPr>
        <p:spPr>
          <a:xfrm>
            <a:off x="7696200" y="4867275"/>
            <a:ext cx="3467100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b="1" kern="100" dirty="0">
                <a:solidFill>
                  <a:srgbClr val="777777"/>
                </a:solidFill>
                <a:latin typeface="Lato"/>
                <a:cs typeface="Lato"/>
              </a:rPr>
              <a:t>Kategorie</a:t>
            </a:r>
            <a:endParaRPr lang="pl-PL" sz="1000" b="1" kern="100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61" name="Kształt 33"/>
          <p:cNvSpPr/>
          <p:nvPr/>
        </p:nvSpPr>
        <p:spPr>
          <a:xfrm>
            <a:off x="7694613" y="5083175"/>
            <a:ext cx="812800" cy="533400"/>
          </a:xfrm>
          <a:prstGeom prst="roundRect">
            <a:avLst>
              <a:gd name="adj" fmla="val 16667"/>
            </a:avLst>
          </a:prstGeom>
          <a:solidFill>
            <a:srgbClr val="F4F2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34"/>
          <p:cNvSpPr/>
          <p:nvPr/>
        </p:nvSpPr>
        <p:spPr>
          <a:xfrm>
            <a:off x="8005763" y="5197475"/>
            <a:ext cx="190500" cy="381000"/>
          </a:xfrm>
          <a:prstGeom prst="round2SameRect">
            <a:avLst>
              <a:gd name="adj1" fmla="val 30000"/>
              <a:gd name="adj2" fmla="val 23333"/>
            </a:avLst>
          </a:prstGeom>
          <a:solidFill>
            <a:srgbClr val="C9C4B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35"/>
          <p:cNvSpPr/>
          <p:nvPr/>
        </p:nvSpPr>
        <p:spPr>
          <a:xfrm>
            <a:off x="8056563" y="5121275"/>
            <a:ext cx="88900" cy="88900"/>
          </a:xfrm>
          <a:prstGeom prst="roundRect">
            <a:avLst>
              <a:gd name="adj" fmla="val 21429"/>
            </a:avLst>
          </a:pr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ekst: Napoje"/>
          <p:cNvSpPr txBox="1"/>
          <p:nvPr/>
        </p:nvSpPr>
        <p:spPr>
          <a:xfrm>
            <a:off x="7907337" y="5667375"/>
            <a:ext cx="615077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C1C1C"/>
                </a:solidFill>
                <a:latin typeface="Lato"/>
                <a:cs typeface="Lato"/>
              </a:rPr>
              <a:t>Napoje</a:t>
            </a:r>
            <a:endParaRPr lang="pl-PL" sz="95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65" name="Kształt 36"/>
          <p:cNvSpPr/>
          <p:nvPr/>
        </p:nvSpPr>
        <p:spPr>
          <a:xfrm>
            <a:off x="8580438" y="5083175"/>
            <a:ext cx="812800" cy="533400"/>
          </a:xfrm>
          <a:prstGeom prst="roundRect">
            <a:avLst>
              <a:gd name="adj" fmla="val 16667"/>
            </a:avLst>
          </a:prstGeom>
          <a:solidFill>
            <a:srgbClr val="F4F2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Kształt 37"/>
          <p:cNvSpPr/>
          <p:nvPr/>
        </p:nvSpPr>
        <p:spPr>
          <a:xfrm>
            <a:off x="8847137" y="5165725"/>
            <a:ext cx="279400" cy="368300"/>
          </a:xfrm>
          <a:prstGeom prst="round2SameRect">
            <a:avLst>
              <a:gd name="adj1" fmla="val 15909"/>
              <a:gd name="adj2" fmla="val 22727"/>
            </a:avLst>
          </a:prstGeom>
          <a:solidFill>
            <a:srgbClr val="C9C4B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Linia"/>
          <p:cNvSpPr/>
          <p:nvPr/>
        </p:nvSpPr>
        <p:spPr>
          <a:xfrm>
            <a:off x="8847137" y="5165725"/>
            <a:ext cx="279400" cy="38100"/>
          </a:xfrm>
          <a:prstGeom prst="rect">
            <a:avLst/>
          </a:prstGeom>
          <a:solidFill>
            <a:srgbClr val="000000">
              <a:alpha val="2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Linia 2"/>
          <p:cNvSpPr/>
          <p:nvPr/>
        </p:nvSpPr>
        <p:spPr>
          <a:xfrm>
            <a:off x="8847137" y="5495925"/>
            <a:ext cx="279400" cy="38100"/>
          </a:xfrm>
          <a:prstGeom prst="rect">
            <a:avLst/>
          </a:prstGeom>
          <a:solidFill>
            <a:srgbClr val="000000">
              <a:alpha val="2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ekst: Przekąski"/>
          <p:cNvSpPr txBox="1"/>
          <p:nvPr/>
        </p:nvSpPr>
        <p:spPr>
          <a:xfrm>
            <a:off x="8729637" y="5667375"/>
            <a:ext cx="766108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C1C1C"/>
                </a:solidFill>
                <a:latin typeface="Lato"/>
                <a:cs typeface="Lato"/>
              </a:rPr>
              <a:t>Przekąski</a:t>
            </a:r>
            <a:endParaRPr lang="pl-PL" sz="95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70" name="Kształt 38"/>
          <p:cNvSpPr/>
          <p:nvPr/>
        </p:nvSpPr>
        <p:spPr>
          <a:xfrm>
            <a:off x="9466263" y="5083175"/>
            <a:ext cx="812800" cy="533400"/>
          </a:xfrm>
          <a:prstGeom prst="roundRect">
            <a:avLst>
              <a:gd name="adj" fmla="val 16667"/>
            </a:avLst>
          </a:prstGeom>
          <a:solidFill>
            <a:srgbClr val="F4F2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Kształt 39"/>
          <p:cNvSpPr/>
          <p:nvPr/>
        </p:nvSpPr>
        <p:spPr>
          <a:xfrm>
            <a:off x="9688512" y="5235575"/>
            <a:ext cx="368300" cy="228600"/>
          </a:xfrm>
          <a:prstGeom prst="roundRect">
            <a:avLst>
              <a:gd name="adj" fmla="val 13889"/>
            </a:avLst>
          </a:prstGeom>
          <a:solidFill>
            <a:srgbClr val="7A3E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Linia 3"/>
          <p:cNvSpPr/>
          <p:nvPr/>
        </p:nvSpPr>
        <p:spPr>
          <a:xfrm>
            <a:off x="9688512" y="5235575"/>
            <a:ext cx="69850" cy="2286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ekst: Słodycze"/>
          <p:cNvSpPr txBox="1"/>
          <p:nvPr/>
        </p:nvSpPr>
        <p:spPr>
          <a:xfrm>
            <a:off x="9631337" y="5667375"/>
            <a:ext cx="730269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C1C1C"/>
                </a:solidFill>
                <a:latin typeface="Lato"/>
                <a:cs typeface="Lato"/>
              </a:rPr>
              <a:t>Słodycze</a:t>
            </a:r>
            <a:endParaRPr lang="pl-PL" sz="95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74" name="Kształt 40"/>
          <p:cNvSpPr/>
          <p:nvPr/>
        </p:nvSpPr>
        <p:spPr>
          <a:xfrm>
            <a:off x="10352088" y="5083175"/>
            <a:ext cx="812800" cy="533400"/>
          </a:xfrm>
          <a:prstGeom prst="roundRect">
            <a:avLst>
              <a:gd name="adj" fmla="val 16667"/>
            </a:avLst>
          </a:prstGeom>
          <a:solidFill>
            <a:srgbClr val="F4F2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Kształt 41"/>
          <p:cNvSpPr/>
          <p:nvPr/>
        </p:nvSpPr>
        <p:spPr>
          <a:xfrm>
            <a:off x="10612437" y="5203825"/>
            <a:ext cx="292100" cy="292100"/>
          </a:xfrm>
          <a:prstGeom prst="ellipse">
            <a:avLst/>
          </a:prstGeom>
          <a:solidFill>
            <a:srgbClr val="F4D03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ekst: Owoce"/>
          <p:cNvSpPr txBox="1"/>
          <p:nvPr/>
        </p:nvSpPr>
        <p:spPr>
          <a:xfrm>
            <a:off x="10567962" y="5667375"/>
            <a:ext cx="613350" cy="1447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50" b="1" kern="100" dirty="0">
                <a:solidFill>
                  <a:srgbClr val="1C1C1C"/>
                </a:solidFill>
                <a:latin typeface="Lato"/>
                <a:cs typeface="Lato"/>
              </a:rPr>
              <a:t>Owoce</a:t>
            </a:r>
            <a:endParaRPr lang="pl-PL" sz="95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pic>
        <p:nvPicPr>
          <p:cNvPr id="77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78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79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80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!!Zegar – wycinek 4"/>
          <p:cNvSpPr/>
          <p:nvPr/>
        </p:nvSpPr>
        <p:spPr>
          <a:xfrm>
            <a:off x="10502900" y="404876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128524"/>
                </a:moveTo>
                <a:lnTo>
                  <a:pt x="176953" y="0"/>
                </a:lnTo>
                <a:lnTo>
                  <a:pt x="186732" y="13970"/>
                </a:lnTo>
                <a:lnTo>
                  <a:pt x="195114" y="29337"/>
                </a:lnTo>
                <a:lnTo>
                  <a:pt x="202099" y="44704"/>
                </a:lnTo>
                <a:lnTo>
                  <a:pt x="208153" y="6100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!!Zegar – wycinek 5"/>
          <p:cNvSpPr/>
          <p:nvPr/>
        </p:nvSpPr>
        <p:spPr>
          <a:xfrm>
            <a:off x="10502900" y="465878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67522"/>
                </a:moveTo>
                <a:lnTo>
                  <a:pt x="208153" y="0"/>
                </a:lnTo>
                <a:lnTo>
                  <a:pt x="212810" y="16298"/>
                </a:lnTo>
                <a:lnTo>
                  <a:pt x="216069" y="33062"/>
                </a:lnTo>
                <a:lnTo>
                  <a:pt x="218398" y="50292"/>
                </a:lnTo>
                <a:lnTo>
                  <a:pt x="21886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!!Zegar – wycinek 6"/>
          <p:cNvSpPr/>
          <p:nvPr/>
        </p:nvSpPr>
        <p:spPr>
          <a:xfrm>
            <a:off x="10502900" y="533400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0"/>
                </a:moveTo>
                <a:lnTo>
                  <a:pt x="218863" y="0"/>
                </a:lnTo>
                <a:lnTo>
                  <a:pt x="218398" y="17230"/>
                </a:lnTo>
                <a:lnTo>
                  <a:pt x="216069" y="34459"/>
                </a:lnTo>
                <a:lnTo>
                  <a:pt x="212810" y="51223"/>
                </a:lnTo>
                <a:lnTo>
                  <a:pt x="20815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!!Zegar – wycinek 7"/>
          <p:cNvSpPr/>
          <p:nvPr/>
        </p:nvSpPr>
        <p:spPr>
          <a:xfrm>
            <a:off x="10502900" y="533400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0"/>
                </a:moveTo>
                <a:lnTo>
                  <a:pt x="208153" y="67522"/>
                </a:lnTo>
                <a:lnTo>
                  <a:pt x="202099" y="83820"/>
                </a:lnTo>
                <a:lnTo>
                  <a:pt x="195114" y="99187"/>
                </a:lnTo>
                <a:lnTo>
                  <a:pt x="186732" y="114554"/>
                </a:lnTo>
                <a:lnTo>
                  <a:pt x="176953" y="128524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!!Zegar – wskazówka"/>
          <p:cNvSpPr/>
          <p:nvPr/>
        </p:nvSpPr>
        <p:spPr>
          <a:xfrm>
            <a:off x="10474960" y="519430"/>
            <a:ext cx="214207" cy="27940"/>
          </a:xfrm>
          <a:custGeom>
            <a:avLst/>
            <a:gdLst/>
            <a:ahLst/>
            <a:cxnLst/>
            <a:rect l="0" t="0" r="r" b="b"/>
            <a:pathLst>
              <a:path w="214207" h="27940">
                <a:moveTo>
                  <a:pt x="0" y="0"/>
                </a:moveTo>
                <a:lnTo>
                  <a:pt x="0" y="27940"/>
                </a:lnTo>
                <a:lnTo>
                  <a:pt x="214207" y="20955"/>
                </a:lnTo>
                <a:lnTo>
                  <a:pt x="214207" y="6985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15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95" name="!!Postęp"/>
          <p:cNvSpPr/>
          <p:nvPr/>
        </p:nvSpPr>
        <p:spPr>
          <a:xfrm>
            <a:off x="0" y="6826250"/>
            <a:ext cx="7620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Iskra"/>
          <p:cNvSpPr/>
          <p:nvPr/>
        </p:nvSpPr>
        <p:spPr>
          <a:xfrm>
            <a:off x="23865253" y="4195617"/>
            <a:ext cx="715948" cy="715948"/>
          </a:xfrm>
          <a:prstGeom prst="ellipse">
            <a:avLst/>
          </a:prstGeom>
          <a:noFill/>
          <a:ln w="65086">
            <a:solidFill>
              <a:srgbClr val="EE312F">
                <a:alpha val="81359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Kursor"/>
          <p:cNvSpPr/>
          <p:nvPr/>
        </p:nvSpPr>
        <p:spPr>
          <a:xfrm>
            <a:off x="24223660" y="4554012"/>
            <a:ext cx="243396" cy="379698"/>
          </a:xfrm>
          <a:custGeom>
            <a:avLst/>
            <a:gdLst/>
            <a:ahLst/>
            <a:cxnLst/>
            <a:rect l="0" t="0" r="r" b="b"/>
            <a:pathLst>
              <a:path w="243396" h="379698">
                <a:moveTo>
                  <a:pt x="0" y="0"/>
                </a:moveTo>
                <a:lnTo>
                  <a:pt x="0" y="311547"/>
                </a:lnTo>
                <a:lnTo>
                  <a:pt x="77887" y="243396"/>
                </a:lnTo>
                <a:lnTo>
                  <a:pt x="136302" y="379698"/>
                </a:lnTo>
                <a:lnTo>
                  <a:pt x="194717" y="350490"/>
                </a:lnTo>
                <a:lnTo>
                  <a:pt x="136302" y="223924"/>
                </a:lnTo>
                <a:lnTo>
                  <a:pt x="243396" y="223924"/>
                </a:lnTo>
                <a:close/>
              </a:path>
            </a:pathLst>
          </a:custGeom>
          <a:solidFill>
            <a:srgbClr val="151515"/>
          </a:solidFill>
          <a:ln w="19472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7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6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131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88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88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8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4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57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2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3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4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5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2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0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31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" dur="131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8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8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84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42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5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2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3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4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5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2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0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31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" dur="13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02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02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91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90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062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8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5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4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2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8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38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5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3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76"/>
                                          </p:val>
                                        </p:tav>
                                        <p:tav tm="25381">
                                          <p:val>
                                            <p:strVal val="#ppt_y-0.0076"/>
                                          </p:val>
                                        </p:tav>
                                        <p:tav tm="3553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48223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31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" dur="13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92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92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81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82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99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3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1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1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04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6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27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3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79"/>
                                          </p:val>
                                        </p:tav>
                                        <p:tav tm="25381">
                                          <p:val>
                                            <p:strVal val="#ppt_y-0.00762"/>
                                          </p:val>
                                        </p:tav>
                                        <p:tav tm="3553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48223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31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" dur="13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81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81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714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74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93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8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7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8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8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4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16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3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781"/>
                                          </p:val>
                                        </p:tav>
                                        <p:tav tm="25381">
                                          <p:val>
                                            <p:strVal val="#ppt_y-0.00764"/>
                                          </p:val>
                                        </p:tav>
                                        <p:tav tm="35533">
                                          <p:val>
                                            <p:strVal val="#ppt_y-0.00289"/>
                                          </p:val>
                                        </p:tav>
                                        <p:tav tm="48223">
                                          <p:val>
                                            <p:strVal val="#ppt_y-0.0008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3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" dur="13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85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85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7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77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96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0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95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9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9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5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2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3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3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" dur="131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0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20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113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26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563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199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53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1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44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38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5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131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" dur="131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7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7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7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3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2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2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4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2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0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131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" dur="131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7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17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5059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402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152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45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91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8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6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907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131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" dur="13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7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17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5059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4019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152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45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91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8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6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907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13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13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" dur="13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04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104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99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967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11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42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8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6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4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9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3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" dur="131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06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06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95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93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08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40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3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88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4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31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" dur="131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0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10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99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96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112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42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8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6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4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9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47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131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25381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48223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31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7" dur="131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10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10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99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96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11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42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8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6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4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9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48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31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67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66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131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" dur="131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0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50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90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89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05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79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5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42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2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79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37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131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8" dur="131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95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95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84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85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302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53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83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2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11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69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131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3" dur="131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86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86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76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782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96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1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9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9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54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2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131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8" dur="131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85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85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74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77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957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0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9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9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89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5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131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55"/>
                                          </p:val>
                                        </p:tav>
                                        <p:tav tm="25381">
                                          <p:val>
                                            <p:strVal val="#ppt_y-0.00538"/>
                                          </p:val>
                                        </p:tav>
                                        <p:tav tm="35533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48223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131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4" dur="131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86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86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76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78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96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31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9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9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54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2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131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25381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48223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131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0" dur="131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1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1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8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9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03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27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3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9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131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5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37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131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6" dur="131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7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7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646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9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9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5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54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6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6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3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4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131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87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089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22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06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01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131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2" dur="13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5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5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5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19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38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1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4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17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13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049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252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31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16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13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8" dur="131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9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9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3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09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8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131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921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115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23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13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131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4" dur="13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9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9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3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09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8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13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97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984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241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22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11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13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0" dur="13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8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8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89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67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98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8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21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3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13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5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647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467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6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15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7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5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13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6" dur="13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58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58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6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6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18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18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4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8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0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13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4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64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59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14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6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5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13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2" dur="13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9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9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72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0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83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2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3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7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4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13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82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71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27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2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3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13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8" dur="13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8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8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79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3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5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2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3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47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5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2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0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13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0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94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38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6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5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3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5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13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4" dur="13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0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0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1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0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4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42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3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13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5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48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17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7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29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48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13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0" dur="13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5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5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1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3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1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3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4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17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13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9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86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34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4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4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13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6" dur="13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7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7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7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5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9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7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8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4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13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7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66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25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1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3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13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2" dur="131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8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8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83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6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9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7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4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3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131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69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59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1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49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131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8" dur="131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6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6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69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5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7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8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131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9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79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31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4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131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4" dur="131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70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70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604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5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6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3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3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5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5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2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131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79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75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53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131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0" dur="131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88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88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8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6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9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79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5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2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3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131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76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7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53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131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6" dur="131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6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6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6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49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3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69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8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131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41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38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86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5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131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2" dur="13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6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4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6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8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4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13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7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71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13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8" dur="13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6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4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6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8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4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13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7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71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13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4" dur="13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6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6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4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6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8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4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13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7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71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2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19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0552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71066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13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0" dur="13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1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1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1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0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5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44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4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13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89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13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6" dur="13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7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7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74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5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8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72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13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9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13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2" dur="13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9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9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9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69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9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8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22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3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13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91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13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8" dur="13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7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7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74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5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88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72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2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0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1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13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69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63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4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3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28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13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4" dur="13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3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3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3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0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2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0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1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3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4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1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8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4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13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9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13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0" dur="13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3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63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532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60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82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20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71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3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4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81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98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34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13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9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9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9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7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13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6" dur="13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0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0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0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0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47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4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7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4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13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69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58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2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1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49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3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13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2" dur="13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1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1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19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1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5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4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6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13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51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41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13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77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28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13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8" dur="13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2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1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5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4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7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301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4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6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13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8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76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3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3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3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13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4" dur="13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9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9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9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93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3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3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09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9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13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5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45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15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77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29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48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13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0" dur="131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9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9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4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9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131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91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81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533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84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34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94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131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6" dur="13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0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0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0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4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9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4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2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4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13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21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12"/>
                                          </p:val>
                                        </p:tav>
                                        <p:tav tm="32995">
                                          <p:val>
                                            <p:strVal val="#ppt_y+0.01499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71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24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44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9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13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2" dur="13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9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9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9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9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13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8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8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6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13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8" dur="13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50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50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41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50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49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42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13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9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5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8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13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8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79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8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6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3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81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13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333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4" dur="13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86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86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8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87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73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131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58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91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100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87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8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13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5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552"/>
                                          </p:val>
                                        </p:tav>
                                        <p:tav tm="43147">
                                          <p:val>
                                            <p:strVal val="#ppt_y+0.01343"/>
                                          </p:val>
                                        </p:tav>
                                        <p:tav tm="45685">
                                          <p:val>
                                            <p:strVal val="#ppt_y+0.0120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0827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60914">
                                          <p:val>
                                            <p:strVal val="#ppt_y+0.0012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13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4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0" dur="131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414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414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31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43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9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9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3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7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91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7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131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5" dur="131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1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1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7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131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792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108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34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131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1" dur="131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4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4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2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3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8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38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1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131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792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108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34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131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7" dur="131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51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51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57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8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51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6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07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51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76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63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6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131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81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793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108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34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131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3" dur="131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8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228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136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285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57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07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6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1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49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5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131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123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46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69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73604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131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9" dur="131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9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131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12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78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94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131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5" dur="131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9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9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9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6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4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131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12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78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94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131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1" dur="13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4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4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5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77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48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63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605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75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62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6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13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123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78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94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13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7" dur="131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74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274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18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2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0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29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79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2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59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58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131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18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12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78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94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131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3" dur="131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5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225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133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284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57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0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6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16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48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5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131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164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168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283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198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53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131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9" dur="131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3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7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131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5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22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131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5" dur="131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3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7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131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5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22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" dur="131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1" dur="131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3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8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5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131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08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17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65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131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7" dur="131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3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223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13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282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57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06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1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48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5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131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502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498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19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26"/>
                                          </p:val>
                                        </p:tav>
                                        <p:tav tm="55838">
                                          <p:val>
                                            <p:strVal val="#ppt_y+0.0057"/>
                                          </p:val>
                                        </p:tav>
                                        <p:tav tm="63452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131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3" dur="131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4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4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131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9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48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51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5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863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65990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131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9" dur="131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304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304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211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346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624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4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91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67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56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62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1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131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795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784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482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51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51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863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65990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131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333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5" dur="131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22"/>
                                          </p:val>
                                        </p:tav>
                                        <p:tav tm="22843">
                                          <p:val>
                                            <p:strVal val="#ppt_x+0.0422"/>
                                          </p:val>
                                        </p:tav>
                                        <p:tav tm="25381">
                                          <p:val>
                                            <p:strVal val="#ppt_x+0.04128"/>
                                          </p:val>
                                        </p:tav>
                                        <p:tav tm="27919">
                                          <p:val>
                                            <p:strVal val="#ppt_x+0.03281"/>
                                          </p:val>
                                        </p:tav>
                                        <p:tav tm="30457">
                                          <p:val>
                                            <p:strVal val="#ppt_x+0.02573"/>
                                          </p:val>
                                        </p:tav>
                                        <p:tav tm="32995">
                                          <p:val>
                                            <p:strVal val="#ppt_x+0.02005"/>
                                          </p:val>
                                        </p:tav>
                                        <p:tav tm="35533">
                                          <p:val>
                                            <p:strVal val="#ppt_x+0.0156"/>
                                          </p:val>
                                        </p:tav>
                                        <p:tav tm="38071">
                                          <p:val>
                                            <p:strVal val="#ppt_x+0.01215"/>
                                          </p:val>
                                        </p:tav>
                                        <p:tav tm="40609">
                                          <p:val>
                                            <p:strVal val="#ppt_x+0.00948"/>
                                          </p:val>
                                        </p:tav>
                                        <p:tav tm="43147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48223">
                                          <p:val>
                                            <p:strVal val="#ppt_x+0.00453"/>
                                          </p:val>
                                        </p:tav>
                                        <p:tav tm="55838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6599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78680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898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131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37"/>
                                          </p:val>
                                        </p:tav>
                                        <p:tav tm="25381">
                                          <p:val>
                                            <p:strVal val="#ppt_y+0.01825"/>
                                          </p:val>
                                        </p:tav>
                                        <p:tav tm="35533">
                                          <p:val>
                                            <p:strVal val="#ppt_y+0.01499"/>
                                          </p:val>
                                        </p:tav>
                                        <p:tav tm="48223">
                                          <p:val>
                                            <p:strVal val="#ppt_y+0.01355"/>
                                          </p:val>
                                        </p:tav>
                                        <p:tav tm="50761">
                                          <p:val>
                                            <p:strVal val="#ppt_y+0.01254"/>
                                          </p:val>
                                        </p:tav>
                                        <p:tav tm="53299">
                                          <p:val>
                                            <p:strVal val="#ppt_y+0.00866"/>
                                          </p:val>
                                        </p:tav>
                                        <p:tav tm="58376">
                                          <p:val>
                                            <p:strVal val="#ppt_y+0.00397"/>
                                          </p:val>
                                        </p:tav>
                                        <p:tav tm="65990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9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131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.5"/>
                                          </p:val>
                                        </p:tav>
                                        <p:tav tm="25381">
                                          <p:val>
                                            <p:fltVal val="1.47"/>
                                          </p:val>
                                        </p:tav>
                                        <p:tav tm="35533">
                                          <p:val>
                                            <p:fltVal val="0.55"/>
                                          </p:val>
                                        </p:tav>
                                        <p:tav tm="48223">
                                          <p:val>
                                            <p:fltVal val="0.16"/>
                                          </p:val>
                                        </p:tav>
                                        <p:tav tm="9898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1" dur="192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94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192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192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67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7" dur="192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192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192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192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192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41594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65858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79723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83189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192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6395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60659">
                                          <p:val>
                                            <p:strVal val="#ppt_y+0.00599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6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192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192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192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31196">
                                          <p:val>
                                            <p:fltVal val="0"/>
                                          </p:val>
                                        </p:tav>
                                        <p:tav tm="36395">
                                          <p:val>
                                            <p:fltVal val="0.81"/>
                                          </p:val>
                                        </p:tav>
                                        <p:tav tm="39861">
                                          <p:val>
                                            <p:fltVal val="2.69"/>
                                          </p:val>
                                        </p:tav>
                                        <p:tav tm="43328">
                                          <p:val>
                                            <p:fltVal val="6.44"/>
                                          </p:val>
                                        </p:tav>
                                        <p:tav tm="45061">
                                          <p:val>
                                            <p:fltVal val="9.26"/>
                                          </p:val>
                                        </p:tav>
                                        <p:tav tm="50260">
                                          <p:val>
                                            <p:fltVal val="19.6"/>
                                          </p:val>
                                        </p:tav>
                                        <p:tav tm="53726">
                                          <p:val>
                                            <p:fltVal val="24.96"/>
                                          </p:val>
                                        </p:tav>
                                        <p:tav tm="57192">
                                          <p:val>
                                            <p:fltVal val="28.68"/>
                                          </p:val>
                                        </p:tav>
                                        <p:tav tm="62392">
                                          <p:val>
                                            <p:fltVal val="32.25"/>
                                          </p:val>
                                        </p:tav>
                                        <p:tav tm="67591">
                                          <p:val>
                                            <p:fltVal val="34.32"/>
                                          </p:val>
                                        </p:tav>
                                        <p:tav tm="74523">
                                          <p:val>
                                            <p:fltVal val="35.69"/>
                                          </p:val>
                                        </p:tav>
                                        <p:tav tm="100000">
                                          <p:val>
                                            <p:fltVal val="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2" dur="820" fill="hold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53" dur="820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6" dur="820" fill="hold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57" dur="820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8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9" dur="3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3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3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3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" dur="3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0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1" dur="3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3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3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3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6" dur="3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3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3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0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1" dur="3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3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5" dur="3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3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9" dur="3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3" dur="3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3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7" dur="3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3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1" dur="3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3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3" fill="hold">
                      <p:stCondLst>
                        <p:cond delay="indefinite"/>
                      </p:stCondLst>
                      <p:childTnLst>
                        <p:par>
                          <p:cTn id="504" fill="hold">
                            <p:stCondLst>
                              <p:cond delay="0"/>
                            </p:stCondLst>
                            <p:childTnLst>
                              <p:par>
                                <p:cTn id="5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300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8" dur="155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794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0086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62232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64378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6867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72961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79399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871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1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512" dur="267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4" dur="199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0608"/>
                                          </p:val>
                                        </p:tav>
                                        <p:tav tm="3344">
                                          <p:val>
                                            <p:strVal val="#ppt_x-1.00611"/>
                                          </p:val>
                                        </p:tav>
                                        <p:tav tm="5017">
                                          <p:val>
                                            <p:strVal val="#ppt_x-1.00702"/>
                                          </p:val>
                                        </p:tav>
                                        <p:tav tm="6689">
                                          <p:val>
                                            <p:strVal val="#ppt_x-1.00955"/>
                                          </p:val>
                                        </p:tav>
                                        <p:tav tm="8361">
                                          <p:val>
                                            <p:strVal val="#ppt_x-1.01427"/>
                                          </p:val>
                                        </p:tav>
                                        <p:tav tm="10033">
                                          <p:val>
                                            <p:strVal val="#ppt_x-1.02205"/>
                                          </p:val>
                                        </p:tav>
                                        <p:tav tm="11706">
                                          <p:val>
                                            <p:strVal val="#ppt_x-1.03403"/>
                                          </p:val>
                                        </p:tav>
                                        <p:tav tm="13378">
                                          <p:val>
                                            <p:strVal val="#ppt_x-1.05117"/>
                                          </p:val>
                                        </p:tav>
                                        <p:tav tm="16722">
                                          <p:val>
                                            <p:strVal val="#ppt_x-1.09324"/>
                                          </p:val>
                                        </p:tav>
                                        <p:tav tm="18395">
                                          <p:val>
                                            <p:strVal val="#ppt_x-1.12596"/>
                                          </p:val>
                                        </p:tav>
                                        <p:tav tm="20067">
                                          <p:val>
                                            <p:strVal val="#ppt_x-1.1548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7744"/>
                                          </p:val>
                                        </p:tav>
                                        <p:tav tm="23411">
                                          <p:val>
                                            <p:strVal val="#ppt_x-1.19522"/>
                                          </p:val>
                                        </p:tav>
                                        <p:tav tm="25084">
                                          <p:val>
                                            <p:strVal val="#ppt_x-1.20926"/>
                                          </p:val>
                                        </p:tav>
                                        <p:tav tm="26756">
                                          <p:val>
                                            <p:strVal val="#ppt_x-1.22036"/>
                                          </p:val>
                                        </p:tav>
                                        <p:tav tm="28428">
                                          <p:val>
                                            <p:strVal val="#ppt_x-1.22911"/>
                                          </p:val>
                                        </p:tav>
                                        <p:tav tm="30100">
                                          <p:val>
                                            <p:strVal val="#ppt_x-1.23592"/>
                                          </p:val>
                                        </p:tav>
                                        <p:tav tm="31773">
                                          <p:val>
                                            <p:strVal val="#ppt_x-1.24111"/>
                                          </p:val>
                                        </p:tav>
                                        <p:tav tm="33445">
                                          <p:val>
                                            <p:strVal val="#ppt_x-1.24494"/>
                                          </p:val>
                                        </p:tav>
                                        <p:tav tm="35117">
                                          <p:val>
                                            <p:strVal val="#ppt_x-1.24759"/>
                                          </p:val>
                                        </p:tav>
                                        <p:tav tm="36789">
                                          <p:val>
                                            <p:strVal val="#ppt_x-1.24921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40134">
                                          <p:val>
                                            <p:strVal val="#ppt_x-1.2517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4682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699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199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1102"/>
                                          </p:val>
                                        </p:tav>
                                        <p:tav tm="3344">
                                          <p:val>
                                            <p:strVal val="#ppt_y+0.31099"/>
                                          </p:val>
                                        </p:tav>
                                        <p:tav tm="5017">
                                          <p:val>
                                            <p:strVal val="#ppt_y+0.3099"/>
                                          </p:val>
                                        </p:tav>
                                        <p:tav tm="6689">
                                          <p:val>
                                            <p:strVal val="#ppt_y+0.30685"/>
                                          </p:val>
                                        </p:tav>
                                        <p:tav tm="8361">
                                          <p:val>
                                            <p:strVal val="#ppt_y+0.30116"/>
                                          </p:val>
                                        </p:tav>
                                        <p:tav tm="10033">
                                          <p:val>
                                            <p:strVal val="#ppt_y+0.2918"/>
                                          </p:val>
                                        </p:tav>
                                        <p:tav tm="11706">
                                          <p:val>
                                            <p:strVal val="#ppt_y+0.27737"/>
                                          </p:val>
                                        </p:tav>
                                        <p:tav tm="13378">
                                          <p:val>
                                            <p:strVal val="#ppt_y+0.25674"/>
                                          </p:val>
                                        </p:tav>
                                        <p:tav tm="16722">
                                          <p:val>
                                            <p:strVal val="#ppt_y+0.20608"/>
                                          </p:val>
                                        </p:tav>
                                        <p:tav tm="18395">
                                          <p:val>
                                            <p:strVal val="#ppt_y+0.16339"/>
                                          </p:val>
                                        </p:tav>
                                        <p:tav tm="20067">
                                          <p:val>
                                            <p:strVal val="#ppt_y+0.1253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557"/>
                                          </p:val>
                                        </p:tav>
                                        <p:tav tm="23411">
                                          <p:val>
                                            <p:strVal val="#ppt_y+0.07216"/>
                                          </p:val>
                                        </p:tav>
                                        <p:tav tm="25084">
                                          <p:val>
                                            <p:strVal val="#ppt_y+0.05367"/>
                                          </p:val>
                                        </p:tav>
                                        <p:tav tm="26756">
                                          <p:val>
                                            <p:strVal val="#ppt_y+0.03904"/>
                                          </p:val>
                                        </p:tav>
                                        <p:tav tm="28428">
                                          <p:val>
                                            <p:strVal val="#ppt_y+0.02752"/>
                                          </p:val>
                                        </p:tav>
                                        <p:tav tm="30100">
                                          <p:val>
                                            <p:strVal val="#ppt_y+0.01855"/>
                                          </p:val>
                                        </p:tav>
                                        <p:tav tm="31773">
                                          <p:val>
                                            <p:strVal val="#ppt_y+0.01171"/>
                                          </p:val>
                                        </p:tav>
                                        <p:tav tm="33445">
                                          <p:val>
                                            <p:strVal val="#ppt_y+0.00667"/>
                                          </p:val>
                                        </p:tav>
                                        <p:tav tm="35117">
                                          <p:val>
                                            <p:strVal val="#ppt_y+0.00318"/>
                                          </p:val>
                                        </p:tav>
                                        <p:tav tm="36789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40134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4682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699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199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"/>
                                          </p:val>
                                        </p:tav>
                                        <p:tav tm="40134">
                                          <p:val>
                                            <p:strVal val="#ppt_w*0.82545"/>
                                          </p:val>
                                        </p:tav>
                                        <p:tav tm="41806">
                                          <p:val>
                                            <p:strVal val="#ppt_w*0.907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0.96491"/>
                                          </p:val>
                                        </p:tav>
                                        <p:tav tm="45151">
                                          <p:val>
                                            <p:strVal val="#ppt_w*0.98737"/>
                                          </p:val>
                                        </p:tav>
                                        <p:tav tm="46823">
                                          <p:val>
                                            <p:strVal val="#ppt_w*0.99667"/>
                                          </p:val>
                                        </p:tav>
                                        <p:tav tm="9699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199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"/>
                                          </p:val>
                                        </p:tav>
                                        <p:tav tm="40134">
                                          <p:val>
                                            <p:strVal val="#ppt_h*0.82545"/>
                                          </p:val>
                                        </p:tav>
                                        <p:tav tm="41806">
                                          <p:val>
                                            <p:strVal val="#ppt_h*0.907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0.96491"/>
                                          </p:val>
                                        </p:tav>
                                        <p:tav tm="45151">
                                          <p:val>
                                            <p:strVal val="#ppt_h*0.98737"/>
                                          </p:val>
                                        </p:tav>
                                        <p:tav tm="46823">
                                          <p:val>
                                            <p:strVal val="#ppt_h*0.99667"/>
                                          </p:val>
                                        </p:tav>
                                        <p:tav tm="9699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8" presetID="6" presetClass="emp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9" dur="3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35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3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35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6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7" dur="3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3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35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0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1" dur="3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3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3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35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5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6" dur="3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3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5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1" dur="3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3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5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5" dur="3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3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35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5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3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35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8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9" dur="3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3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3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35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4" dur="3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" dur="3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35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7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8" dur="3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" dur="3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35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1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2" dur="3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3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35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6" dur="3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3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35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0" dur="3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3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3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5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5" dur="3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3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5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9" dur="3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3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5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3" dur="3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3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5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7" dur="3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3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5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1" dur="3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3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5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5" dur="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5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5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5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5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1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5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5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35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35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5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5" dur="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5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35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35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" dur="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5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" dur="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5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0" presetClass="path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87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35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87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1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76" dur="367">
                                          <p:stCondLst>
                                            <p:cond delay="1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38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8" dur="59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753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59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w*0.20325"/>
                                          </p:val>
                                        </p:tav>
                                        <p:tav tm="7865">
                                          <p:val>
                                            <p:strVal val="#ppt_w*0.41703"/>
                                          </p:val>
                                        </p:tav>
                                        <p:tav tm="13483">
                                          <p:val>
                                            <p:strVal val="#ppt_w*0.60132"/>
                                          </p:val>
                                        </p:tav>
                                        <p:tav tm="19101">
                                          <p:val>
                                            <p:strVal val="#ppt_w*0.73335"/>
                                          </p:val>
                                        </p:tav>
                                        <p:tav tm="24719">
                                          <p:val>
                                            <p:strVal val="#ppt_w*0.82039"/>
                                          </p:val>
                                        </p:tav>
                                        <p:tav tm="30337">
                                          <p:val>
                                            <p:strVal val="#ppt_w*0.87821"/>
                                          </p:val>
                                        </p:tav>
                                        <p:tav tm="35955">
                                          <p:val>
                                            <p:strVal val="#ppt_w*0.91789"/>
                                          </p:val>
                                        </p:tav>
                                        <p:tav tm="41573">
                                          <p:val>
                                            <p:strVal val="#ppt_w*0.94597"/>
                                          </p:val>
                                        </p:tav>
                                        <p:tav tm="52809">
                                          <p:val>
                                            <p:strVal val="#ppt_w*0.98111"/>
                                          </p:val>
                                        </p:tav>
                                        <p:tav tm="69663">
                                          <p:val>
                                            <p:strVal val="#ppt_w*1.00575"/>
                                          </p:val>
                                        </p:tav>
                                        <p:tav tm="97753">
                                          <p:val>
                                            <p:strVal val="#ppt_w*1.014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59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h*0.20325"/>
                                          </p:val>
                                        </p:tav>
                                        <p:tav tm="7865">
                                          <p:val>
                                            <p:strVal val="#ppt_h*0.41703"/>
                                          </p:val>
                                        </p:tav>
                                        <p:tav tm="13483">
                                          <p:val>
                                            <p:strVal val="#ppt_h*0.60132"/>
                                          </p:val>
                                        </p:tav>
                                        <p:tav tm="19101">
                                          <p:val>
                                            <p:strVal val="#ppt_h*0.73335"/>
                                          </p:val>
                                        </p:tav>
                                        <p:tav tm="24719">
                                          <p:val>
                                            <p:strVal val="#ppt_h*0.82039"/>
                                          </p:val>
                                        </p:tav>
                                        <p:tav tm="30337">
                                          <p:val>
                                            <p:strVal val="#ppt_h*0.87821"/>
                                          </p:val>
                                        </p:tav>
                                        <p:tav tm="35955">
                                          <p:val>
                                            <p:strVal val="#ppt_h*0.91789"/>
                                          </p:val>
                                        </p:tav>
                                        <p:tav tm="41573">
                                          <p:val>
                                            <p:strVal val="#ppt_h*0.94597"/>
                                          </p:val>
                                        </p:tav>
                                        <p:tav tm="52809">
                                          <p:val>
                                            <p:strVal val="#ppt_h*0.98111"/>
                                          </p:val>
                                        </p:tav>
                                        <p:tav tm="69663">
                                          <p:val>
                                            <p:strVal val="#ppt_h*1.00575"/>
                                          </p:val>
                                        </p:tav>
                                        <p:tav tm="97753">
                                          <p:val>
                                            <p:strVal val="#ppt_h*1.014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86" grpId="0" animBg="1"/>
      <p:bldP spid="87" grpId="0" animBg="1"/>
      <p:bldP spid="92" grpId="0" animBg="1"/>
      <p:bldP spid="94" grpId="0" animBg="1"/>
      <p:bldP spid="5" grpId="0" build="p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8" grpId="0" animBg="1"/>
      <p:bldP spid="89" grpId="0" animBg="1"/>
      <p:bldP spid="90" grpId="0" animBg="1"/>
      <p:bldP spid="91" grpId="0" animBg="1"/>
      <p:bldP spid="93" grpId="0" animBg="1"/>
      <p:bldP spid="3" grpId="0" animBg="1"/>
      <p:bldP spid="97" grpId="0" animBg="1"/>
      <p:bldP spid="9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Gdzie są przekąski?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Wpisuję kategorię. Nie wpisuję marki."/>
          <p:cNvSpPr txBox="1"/>
          <p:nvPr/>
        </p:nvSpPr>
        <p:spPr>
          <a:xfrm>
            <a:off x="826542" y="3252450"/>
            <a:ext cx="3004780" cy="7594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Wpisuję kategorię.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Nie wpisuję marki.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3" name="Tekst: Sponsorowany produkt odpowiada na moje p"/>
          <p:cNvSpPr txBox="1"/>
          <p:nvPr/>
        </p:nvSpPr>
        <p:spPr>
          <a:xfrm>
            <a:off x="827038" y="4723130"/>
            <a:ext cx="4331851" cy="698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Sponsorowany produkt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odpowiada na moje pytanie.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4" name="Tekst: · Wyszukuję"/>
          <p:cNvSpPr txBox="1"/>
          <p:nvPr/>
        </p:nvSpPr>
        <p:spPr>
          <a:xfrm>
            <a:off x="826368" y="1268412"/>
            <a:ext cx="2635250" cy="1828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00" b="1" kern="100" cap="all" spc="96" dirty="0">
                <a:solidFill>
                  <a:srgbClr val="666666"/>
                </a:solidFill>
                <a:latin typeface="Lato"/>
                <a:cs typeface="Lato"/>
              </a:rPr>
              <a:t>· Wyszukuję</a:t>
            </a:r>
            <a:endParaRPr lang="pl-PL" sz="1200" b="1" kern="100" cap="all" spc="9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5" name="Tekst: „Gdzie są przekąski?”"/>
          <p:cNvSpPr txBox="1"/>
          <p:nvPr/>
        </p:nvSpPr>
        <p:spPr>
          <a:xfrm>
            <a:off x="826368" y="1651593"/>
            <a:ext cx="3316784" cy="11846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„Gdzie są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przekąski?”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6" name="!!Telefon"/>
          <p:cNvSpPr/>
          <p:nvPr/>
        </p:nvSpPr>
        <p:spPr>
          <a:xfrm>
            <a:off x="7391400" y="1201713"/>
            <a:ext cx="4076700" cy="4540250"/>
          </a:xfrm>
          <a:prstGeom prst="round2SameRect">
            <a:avLst>
              <a:gd name="adj1" fmla="val 9657"/>
              <a:gd name="adj2" fmla="val 0"/>
            </a:avLst>
          </a:prstGeom>
          <a:gradFill rotWithShape="1">
            <a:gsLst>
              <a:gs pos="0">
                <a:srgbClr val="2B2C30"/>
              </a:gs>
              <a:gs pos="18000">
                <a:srgbClr val="5B5D63"/>
              </a:gs>
              <a:gs pos="40000">
                <a:srgbClr val="2E2F33"/>
              </a:gs>
              <a:gs pos="70000">
                <a:srgbClr val="1F2023"/>
              </a:gs>
              <a:gs pos="100000">
                <a:srgbClr val="4A4C51"/>
              </a:gs>
            </a:gsLst>
            <a:lin ang="600000" scaled="0"/>
          </a:gradFill>
          <a:ln>
            <a:noFill/>
          </a:ln>
          <a:effectLst>
            <a:outerShdw blurRad="444500" dist="215900" dir="5400000" algn="ctr" rotWithShape="0">
              <a:srgbClr val="000000">
                <a:alpha val="25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!!Telefon before"/>
          <p:cNvSpPr/>
          <p:nvPr/>
        </p:nvSpPr>
        <p:spPr>
          <a:xfrm>
            <a:off x="7410450" y="1220763"/>
            <a:ext cx="4038600" cy="4524324"/>
          </a:xfrm>
          <a:prstGeom prst="round2SameRect">
            <a:avLst>
              <a:gd name="adj1" fmla="val 9277"/>
              <a:gd name="adj2" fmla="val 0"/>
            </a:avLst>
          </a:prstGeom>
          <a:solidFill>
            <a:srgbClr val="0B0B0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!!Telefon – przycisk akcji"/>
          <p:cNvSpPr/>
          <p:nvPr/>
        </p:nvSpPr>
        <p:spPr>
          <a:xfrm>
            <a:off x="7359650" y="2012950"/>
            <a:ext cx="31750" cy="2159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!!Telefon – głośniej"/>
          <p:cNvSpPr/>
          <p:nvPr/>
        </p:nvSpPr>
        <p:spPr>
          <a:xfrm>
            <a:off x="7359650" y="24066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!!Telefon – ciszej"/>
          <p:cNvSpPr/>
          <p:nvPr/>
        </p:nvSpPr>
        <p:spPr>
          <a:xfrm>
            <a:off x="7359650" y="28892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!!Telefon – zasilanie"/>
          <p:cNvSpPr/>
          <p:nvPr/>
        </p:nvSpPr>
        <p:spPr>
          <a:xfrm>
            <a:off x="11468100" y="2559050"/>
            <a:ext cx="31750" cy="6096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!!Telefon after"/>
          <p:cNvSpPr/>
          <p:nvPr/>
        </p:nvSpPr>
        <p:spPr>
          <a:xfrm>
            <a:off x="6883400" y="4602087"/>
            <a:ext cx="5092700" cy="1841500"/>
          </a:xfrm>
          <a:prstGeom prst="rect">
            <a:avLst/>
          </a:prstGeom>
          <a:gradFill rotWithShape="1">
            <a:gsLst>
              <a:gs pos="0">
                <a:srgbClr val="FFFFFF">
                  <a:alpha val="0"/>
                </a:srgbClr>
              </a:gs>
              <a:gs pos="52000">
                <a:srgbClr val="FFFFFF"/>
              </a:gs>
            </a:gsLst>
            <a:lin ang="54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!!Telefon – ekran"/>
          <p:cNvSpPr/>
          <p:nvPr/>
        </p:nvSpPr>
        <p:spPr>
          <a:xfrm>
            <a:off x="7493000" y="1303313"/>
            <a:ext cx="3873500" cy="4438650"/>
          </a:xfrm>
          <a:prstGeom prst="round2SameRect">
            <a:avLst>
              <a:gd name="adj1" fmla="val 7541"/>
              <a:gd name="adj2" fmla="val 0"/>
            </a:avLst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!!Telefon – wyspa"/>
          <p:cNvSpPr/>
          <p:nvPr/>
        </p:nvSpPr>
        <p:spPr>
          <a:xfrm>
            <a:off x="9093200" y="1320800"/>
            <a:ext cx="673100" cy="190500"/>
          </a:xfrm>
          <a:prstGeom prst="roundRect">
            <a:avLst>
              <a:gd name="adj" fmla="val 50000"/>
            </a:avLst>
          </a:prstGeom>
          <a:solidFill>
            <a:srgbClr val="05050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!!Telefon – wyspa after"/>
          <p:cNvSpPr/>
          <p:nvPr/>
        </p:nvSpPr>
        <p:spPr>
          <a:xfrm>
            <a:off x="9610725" y="1374775"/>
            <a:ext cx="82550" cy="82550"/>
          </a:xfrm>
          <a:prstGeom prst="ellipse">
            <a:avLst/>
          </a:prstGeom>
          <a:solidFill>
            <a:srgbClr val="26304F"/>
          </a:solidFill>
          <a:ln w="19050">
            <a:solidFill>
              <a:srgbClr val="15161B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!!Telefon – nagłówek"/>
          <p:cNvSpPr/>
          <p:nvPr/>
        </p:nvSpPr>
        <p:spPr>
          <a:xfrm>
            <a:off x="7493000" y="1530350"/>
            <a:ext cx="3873500" cy="406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elefon – nagłówek (wariant)"/>
          <p:cNvSpPr/>
          <p:nvPr/>
        </p:nvSpPr>
        <p:spPr>
          <a:xfrm>
            <a:off x="7493000" y="1924050"/>
            <a:ext cx="3873500" cy="12700"/>
          </a:xfrm>
          <a:prstGeom prst="rect">
            <a:avLst/>
          </a:prstGeom>
          <a:solidFill>
            <a:srgbClr val="EDED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!!Telefon – aplikacja (tekst)"/>
          <p:cNvSpPr txBox="1"/>
          <p:nvPr/>
        </p:nvSpPr>
        <p:spPr>
          <a:xfrm>
            <a:off x="7697291" y="1628775"/>
            <a:ext cx="2425779" cy="1981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00" kern="100" spc="-13" dirty="0">
                <a:solidFill>
                  <a:srgbClr val="151515"/>
                </a:solidFill>
                <a:latin typeface="Lato Black"/>
                <a:cs typeface="Lato Black"/>
              </a:rPr>
              <a:t>Aplikacja szybkich dostaw</a:t>
            </a:r>
            <a:endParaRPr lang="pl-PL" sz="1300" kern="100" spc="-13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9" name="!!Telefon – koszyk (tekst)"/>
          <p:cNvSpPr txBox="1"/>
          <p:nvPr/>
        </p:nvSpPr>
        <p:spPr>
          <a:xfrm>
            <a:off x="10998349" y="1603375"/>
            <a:ext cx="350163" cy="228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151515"/>
                </a:solidFill>
                <a:latin typeface="Segoe UI Symbol"/>
                <a:cs typeface="Segoe UI Symbol"/>
              </a:rPr>
              <a:t>▣</a:t>
            </a:r>
            <a:endParaRPr lang="pl-PL" sz="1500" kern="100" dirty="0">
              <a:solidFill>
                <a:srgbClr val="151515"/>
              </a:solidFill>
              <a:latin typeface="Segoe UI Symbol"/>
              <a:cs typeface="Segoe UI Symbol"/>
            </a:endParaRPr>
          </a:p>
        </p:txBody>
      </p:sp>
      <p:sp>
        <p:nvSpPr>
          <p:cNvPr id="20" name="!!Telefon – kontekst (tekst)"/>
          <p:cNvSpPr txBox="1"/>
          <p:nvPr/>
        </p:nvSpPr>
        <p:spPr>
          <a:xfrm>
            <a:off x="7696200" y="2089150"/>
            <a:ext cx="3467100" cy="1600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" kern="100" dirty="0">
                <a:solidFill>
                  <a:srgbClr val="777777"/>
                </a:solidFill>
                <a:latin typeface="Lato"/>
                <a:cs typeface="Lato"/>
              </a:rPr>
              <a:t>Na spotkanie</a:t>
            </a:r>
            <a:endParaRPr lang="pl-PL" sz="1050" kern="100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21" name="!!Telefon – tytuł (tekst)"/>
          <p:cNvSpPr txBox="1"/>
          <p:nvPr/>
        </p:nvSpPr>
        <p:spPr>
          <a:xfrm>
            <a:off x="7696200" y="2297112"/>
            <a:ext cx="3467100" cy="2590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42" dirty="0">
                <a:solidFill>
                  <a:srgbClr val="1C1C1C"/>
                </a:solidFill>
                <a:latin typeface="Lato Black"/>
                <a:cs typeface="Lato Black"/>
              </a:rPr>
              <a:t>Znajdź produkt</a:t>
            </a:r>
            <a:endParaRPr lang="pl-PL" sz="1700" kern="100" spc="-42" dirty="0">
              <a:solidFill>
                <a:srgbClr val="1C1C1C"/>
              </a:solidFill>
              <a:latin typeface="Lato Black"/>
              <a:cs typeface="Lato Black"/>
            </a:endParaRPr>
          </a:p>
        </p:txBody>
      </p:sp>
      <p:sp>
        <p:nvSpPr>
          <p:cNvPr id="22" name="!!Telefon – wyszukiwarka"/>
          <p:cNvSpPr/>
          <p:nvPr/>
        </p:nvSpPr>
        <p:spPr>
          <a:xfrm>
            <a:off x="7696200" y="2671440"/>
            <a:ext cx="3467100" cy="387350"/>
          </a:xfrm>
          <a:prstGeom prst="roundRect">
            <a:avLst>
              <a:gd name="adj" fmla="val 16393"/>
            </a:avLst>
          </a:pr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ekst: ⌕"/>
          <p:cNvSpPr txBox="1"/>
          <p:nvPr/>
        </p:nvSpPr>
        <p:spPr>
          <a:xfrm>
            <a:off x="7810773" y="2865090"/>
            <a:ext cx="335934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777777"/>
                </a:solidFill>
                <a:latin typeface="Segoe UI Symbol"/>
                <a:cs typeface="Segoe UI Symbol"/>
              </a:rPr>
              <a:t>⌕</a:t>
            </a:r>
            <a:endParaRPr lang="pl-PL" sz="2000" kern="100" dirty="0">
              <a:solidFill>
                <a:srgbClr val="777777"/>
              </a:solidFill>
              <a:latin typeface="Segoe UI Symbol"/>
              <a:cs typeface="Segoe UI Symbol"/>
            </a:endParaRPr>
          </a:p>
        </p:txBody>
      </p:sp>
      <p:sp>
        <p:nvSpPr>
          <p:cNvPr id="24" name="Tekst: przekąski"/>
          <p:cNvSpPr txBox="1"/>
          <p:nvPr/>
        </p:nvSpPr>
        <p:spPr>
          <a:xfrm>
            <a:off x="8064624" y="2769865"/>
            <a:ext cx="1111508" cy="2095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b="1" kern="100" dirty="0">
                <a:solidFill>
                  <a:srgbClr val="1C1C1C"/>
                </a:solidFill>
                <a:latin typeface="Lato"/>
                <a:cs typeface="Lato"/>
              </a:rPr>
              <a:t>przekąski</a:t>
            </a:r>
            <a:endParaRPr lang="pl-PL" sz="15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5" name="Kształt"/>
          <p:cNvSpPr/>
          <p:nvPr/>
        </p:nvSpPr>
        <p:spPr>
          <a:xfrm>
            <a:off x="7696200" y="3173065"/>
            <a:ext cx="3467100" cy="679450"/>
          </a:xfrm>
          <a:prstGeom prst="rect">
            <a:avLst/>
          </a:prstGeom>
          <a:solidFill>
            <a:srgbClr val="FD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Linia"/>
          <p:cNvSpPr/>
          <p:nvPr/>
        </p:nvSpPr>
        <p:spPr>
          <a:xfrm>
            <a:off x="7696200" y="3173065"/>
            <a:ext cx="3467100" cy="63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Linia 2"/>
          <p:cNvSpPr/>
          <p:nvPr/>
        </p:nvSpPr>
        <p:spPr>
          <a:xfrm>
            <a:off x="11156950" y="3173065"/>
            <a:ext cx="6350" cy="6794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Linia 3"/>
          <p:cNvSpPr/>
          <p:nvPr/>
        </p:nvSpPr>
        <p:spPr>
          <a:xfrm>
            <a:off x="7696200" y="3846165"/>
            <a:ext cx="3467100" cy="63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Linia 4"/>
          <p:cNvSpPr/>
          <p:nvPr/>
        </p:nvSpPr>
        <p:spPr>
          <a:xfrm>
            <a:off x="7696200" y="3173065"/>
            <a:ext cx="31750" cy="6794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2"/>
          <p:cNvSpPr/>
          <p:nvPr/>
        </p:nvSpPr>
        <p:spPr>
          <a:xfrm>
            <a:off x="7856537" y="3384996"/>
            <a:ext cx="288925" cy="261144"/>
          </a:xfrm>
          <a:custGeom>
            <a:avLst/>
            <a:gdLst/>
            <a:ahLst/>
            <a:cxnLst/>
            <a:rect l="0" t="0" r="r" b="b"/>
            <a:pathLst>
              <a:path w="288925" h="261144">
                <a:moveTo>
                  <a:pt x="22225" y="0"/>
                </a:moveTo>
                <a:lnTo>
                  <a:pt x="11112" y="33337"/>
                </a:lnTo>
                <a:lnTo>
                  <a:pt x="2778" y="83344"/>
                </a:lnTo>
                <a:lnTo>
                  <a:pt x="0" y="133350"/>
                </a:lnTo>
                <a:lnTo>
                  <a:pt x="2778" y="183356"/>
                </a:lnTo>
                <a:lnTo>
                  <a:pt x="11112" y="227806"/>
                </a:lnTo>
                <a:lnTo>
                  <a:pt x="22225" y="261144"/>
                </a:lnTo>
                <a:lnTo>
                  <a:pt x="266700" y="261144"/>
                </a:lnTo>
                <a:lnTo>
                  <a:pt x="277812" y="227806"/>
                </a:lnTo>
                <a:lnTo>
                  <a:pt x="286147" y="183356"/>
                </a:lnTo>
                <a:lnTo>
                  <a:pt x="288925" y="133350"/>
                </a:lnTo>
                <a:lnTo>
                  <a:pt x="286147" y="83344"/>
                </a:lnTo>
                <a:lnTo>
                  <a:pt x="277812" y="33337"/>
                </a:lnTo>
                <a:lnTo>
                  <a:pt x="266700" y="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3"/>
          <p:cNvSpPr/>
          <p:nvPr/>
        </p:nvSpPr>
        <p:spPr>
          <a:xfrm>
            <a:off x="7856537" y="3384996"/>
            <a:ext cx="72231" cy="261144"/>
          </a:xfrm>
          <a:custGeom>
            <a:avLst/>
            <a:gdLst/>
            <a:ahLst/>
            <a:cxnLst/>
            <a:rect l="0" t="0" r="r" b="b"/>
            <a:pathLst>
              <a:path w="72231" h="261144">
                <a:moveTo>
                  <a:pt x="22225" y="0"/>
                </a:moveTo>
                <a:lnTo>
                  <a:pt x="11112" y="33337"/>
                </a:lnTo>
                <a:lnTo>
                  <a:pt x="2778" y="83344"/>
                </a:lnTo>
                <a:lnTo>
                  <a:pt x="0" y="133350"/>
                </a:lnTo>
                <a:lnTo>
                  <a:pt x="2778" y="183356"/>
                </a:lnTo>
                <a:lnTo>
                  <a:pt x="11112" y="227806"/>
                </a:lnTo>
                <a:lnTo>
                  <a:pt x="22225" y="261144"/>
                </a:lnTo>
                <a:lnTo>
                  <a:pt x="72231" y="261144"/>
                </a:lnTo>
                <a:lnTo>
                  <a:pt x="72231" y="0"/>
                </a:lnTo>
                <a:close/>
              </a:path>
            </a:pathLst>
          </a:custGeom>
          <a:solidFill>
            <a:srgbClr val="EBA14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4"/>
          <p:cNvSpPr/>
          <p:nvPr/>
        </p:nvSpPr>
        <p:spPr>
          <a:xfrm>
            <a:off x="8056562" y="3384996"/>
            <a:ext cx="88900" cy="261144"/>
          </a:xfrm>
          <a:custGeom>
            <a:avLst/>
            <a:gdLst/>
            <a:ahLst/>
            <a:cxnLst/>
            <a:rect l="0" t="0" r="r" b="b"/>
            <a:pathLst>
              <a:path w="88900" h="261144">
                <a:moveTo>
                  <a:pt x="0" y="0"/>
                </a:moveTo>
                <a:lnTo>
                  <a:pt x="0" y="261144"/>
                </a:lnTo>
                <a:lnTo>
                  <a:pt x="66675" y="261144"/>
                </a:lnTo>
                <a:lnTo>
                  <a:pt x="77787" y="227806"/>
                </a:lnTo>
                <a:lnTo>
                  <a:pt x="86122" y="183356"/>
                </a:lnTo>
                <a:lnTo>
                  <a:pt x="88900" y="133350"/>
                </a:lnTo>
                <a:lnTo>
                  <a:pt x="86122" y="83344"/>
                </a:lnTo>
                <a:lnTo>
                  <a:pt x="77787" y="33337"/>
                </a:lnTo>
                <a:lnTo>
                  <a:pt x="66675" y="0"/>
                </a:lnTo>
                <a:close/>
              </a:path>
            </a:pathLst>
          </a:custGeom>
          <a:solidFill>
            <a:srgbClr val="D686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5"/>
          <p:cNvSpPr/>
          <p:nvPr/>
        </p:nvSpPr>
        <p:spPr>
          <a:xfrm>
            <a:off x="8101012" y="3384996"/>
            <a:ext cx="44450" cy="261144"/>
          </a:xfrm>
          <a:custGeom>
            <a:avLst/>
            <a:gdLst/>
            <a:ahLst/>
            <a:cxnLst/>
            <a:rect l="0" t="0" r="r" b="b"/>
            <a:pathLst>
              <a:path w="44450" h="261144">
                <a:moveTo>
                  <a:pt x="0" y="0"/>
                </a:moveTo>
                <a:lnTo>
                  <a:pt x="0" y="261144"/>
                </a:lnTo>
                <a:lnTo>
                  <a:pt x="22225" y="261144"/>
                </a:lnTo>
                <a:lnTo>
                  <a:pt x="33337" y="227806"/>
                </a:lnTo>
                <a:lnTo>
                  <a:pt x="41672" y="183356"/>
                </a:lnTo>
                <a:lnTo>
                  <a:pt x="44450" y="133350"/>
                </a:lnTo>
                <a:lnTo>
                  <a:pt x="41672" y="83344"/>
                </a:lnTo>
                <a:lnTo>
                  <a:pt x="33337" y="33337"/>
                </a:lnTo>
                <a:lnTo>
                  <a:pt x="22225" y="0"/>
                </a:lnTo>
                <a:close/>
              </a:path>
            </a:pathLst>
          </a:custGeom>
          <a:solidFill>
            <a:srgbClr val="C474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6"/>
          <p:cNvSpPr/>
          <p:nvPr/>
        </p:nvSpPr>
        <p:spPr>
          <a:xfrm>
            <a:off x="7862093" y="3346103"/>
            <a:ext cx="277812" cy="38894"/>
          </a:xfrm>
          <a:custGeom>
            <a:avLst/>
            <a:gdLst/>
            <a:ahLst/>
            <a:cxnLst/>
            <a:rect l="0" t="0" r="r" b="b"/>
            <a:pathLst>
              <a:path w="277812" h="38894">
                <a:moveTo>
                  <a:pt x="0" y="0"/>
                </a:moveTo>
                <a:lnTo>
                  <a:pt x="27781" y="16669"/>
                </a:lnTo>
                <a:lnTo>
                  <a:pt x="55562" y="0"/>
                </a:lnTo>
                <a:lnTo>
                  <a:pt x="83344" y="16669"/>
                </a:lnTo>
                <a:lnTo>
                  <a:pt x="111125" y="0"/>
                </a:lnTo>
                <a:lnTo>
                  <a:pt x="138906" y="16669"/>
                </a:lnTo>
                <a:lnTo>
                  <a:pt x="166687" y="0"/>
                </a:lnTo>
                <a:lnTo>
                  <a:pt x="194469" y="16669"/>
                </a:lnTo>
                <a:lnTo>
                  <a:pt x="222250" y="0"/>
                </a:lnTo>
                <a:lnTo>
                  <a:pt x="250031" y="16669"/>
                </a:lnTo>
                <a:lnTo>
                  <a:pt x="277812" y="0"/>
                </a:lnTo>
                <a:lnTo>
                  <a:pt x="277812" y="38894"/>
                </a:lnTo>
                <a:lnTo>
                  <a:pt x="0" y="38894"/>
                </a:lnTo>
                <a:close/>
              </a:path>
            </a:pathLst>
          </a:custGeom>
          <a:solidFill>
            <a:srgbClr val="B566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7"/>
          <p:cNvSpPr/>
          <p:nvPr/>
        </p:nvSpPr>
        <p:spPr>
          <a:xfrm>
            <a:off x="7862093" y="3646140"/>
            <a:ext cx="277812" cy="33337"/>
          </a:xfrm>
          <a:custGeom>
            <a:avLst/>
            <a:gdLst/>
            <a:ahLst/>
            <a:cxnLst/>
            <a:rect l="0" t="0" r="r" b="b"/>
            <a:pathLst>
              <a:path w="277812" h="33337">
                <a:moveTo>
                  <a:pt x="0" y="0"/>
                </a:moveTo>
                <a:lnTo>
                  <a:pt x="277812" y="0"/>
                </a:lnTo>
                <a:lnTo>
                  <a:pt x="277812" y="33337"/>
                </a:lnTo>
                <a:lnTo>
                  <a:pt x="250031" y="16669"/>
                </a:lnTo>
                <a:lnTo>
                  <a:pt x="222250" y="33337"/>
                </a:lnTo>
                <a:lnTo>
                  <a:pt x="194469" y="16669"/>
                </a:lnTo>
                <a:lnTo>
                  <a:pt x="166687" y="33337"/>
                </a:lnTo>
                <a:lnTo>
                  <a:pt x="138906" y="16669"/>
                </a:lnTo>
                <a:lnTo>
                  <a:pt x="111125" y="33337"/>
                </a:lnTo>
                <a:lnTo>
                  <a:pt x="83344" y="16669"/>
                </a:lnTo>
                <a:lnTo>
                  <a:pt x="55562" y="33337"/>
                </a:lnTo>
                <a:lnTo>
                  <a:pt x="27781" y="16669"/>
                </a:lnTo>
                <a:lnTo>
                  <a:pt x="0" y="33337"/>
                </a:lnTo>
                <a:close/>
              </a:path>
            </a:pathLst>
          </a:custGeom>
          <a:solidFill>
            <a:srgbClr val="B566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8"/>
          <p:cNvSpPr/>
          <p:nvPr/>
        </p:nvSpPr>
        <p:spPr>
          <a:xfrm>
            <a:off x="7931546" y="3482231"/>
            <a:ext cx="138906" cy="138906"/>
          </a:xfrm>
          <a:custGeom>
            <a:avLst/>
            <a:gdLst/>
            <a:ahLst/>
            <a:cxnLst/>
            <a:rect l="0" t="0" r="r" b="b"/>
            <a:pathLst>
              <a:path w="138906" h="138906">
                <a:moveTo>
                  <a:pt x="138906" y="69453"/>
                </a:moveTo>
                <a:lnTo>
                  <a:pt x="137795" y="81677"/>
                </a:lnTo>
                <a:lnTo>
                  <a:pt x="134461" y="93345"/>
                </a:lnTo>
                <a:lnTo>
                  <a:pt x="129461" y="104457"/>
                </a:lnTo>
                <a:lnTo>
                  <a:pt x="122793" y="113903"/>
                </a:lnTo>
                <a:lnTo>
                  <a:pt x="113903" y="122793"/>
                </a:lnTo>
                <a:lnTo>
                  <a:pt x="104457" y="129461"/>
                </a:lnTo>
                <a:lnTo>
                  <a:pt x="93345" y="134461"/>
                </a:lnTo>
                <a:lnTo>
                  <a:pt x="81677" y="137795"/>
                </a:lnTo>
                <a:lnTo>
                  <a:pt x="69453" y="138906"/>
                </a:lnTo>
                <a:lnTo>
                  <a:pt x="57229" y="137795"/>
                </a:lnTo>
                <a:lnTo>
                  <a:pt x="45561" y="134461"/>
                </a:lnTo>
                <a:lnTo>
                  <a:pt x="35004" y="129461"/>
                </a:lnTo>
                <a:lnTo>
                  <a:pt x="25003" y="122793"/>
                </a:lnTo>
                <a:lnTo>
                  <a:pt x="16113" y="113903"/>
                </a:lnTo>
                <a:lnTo>
                  <a:pt x="9446" y="104457"/>
                </a:lnTo>
                <a:lnTo>
                  <a:pt x="4445" y="93345"/>
                </a:lnTo>
                <a:lnTo>
                  <a:pt x="1111" y="81677"/>
                </a:lnTo>
                <a:lnTo>
                  <a:pt x="0" y="69453"/>
                </a:lnTo>
                <a:lnTo>
                  <a:pt x="1111" y="57229"/>
                </a:lnTo>
                <a:lnTo>
                  <a:pt x="4445" y="45561"/>
                </a:lnTo>
                <a:lnTo>
                  <a:pt x="9446" y="35004"/>
                </a:lnTo>
                <a:lnTo>
                  <a:pt x="16113" y="25003"/>
                </a:lnTo>
                <a:lnTo>
                  <a:pt x="25003" y="16113"/>
                </a:lnTo>
                <a:lnTo>
                  <a:pt x="34449" y="9446"/>
                </a:lnTo>
                <a:lnTo>
                  <a:pt x="45561" y="4445"/>
                </a:lnTo>
                <a:lnTo>
                  <a:pt x="57229" y="1111"/>
                </a:lnTo>
                <a:lnTo>
                  <a:pt x="69453" y="0"/>
                </a:lnTo>
                <a:lnTo>
                  <a:pt x="81677" y="1111"/>
                </a:lnTo>
                <a:lnTo>
                  <a:pt x="93345" y="4445"/>
                </a:lnTo>
                <a:lnTo>
                  <a:pt x="104457" y="9446"/>
                </a:lnTo>
                <a:lnTo>
                  <a:pt x="113903" y="16113"/>
                </a:lnTo>
                <a:lnTo>
                  <a:pt x="122793" y="25003"/>
                </a:lnTo>
                <a:lnTo>
                  <a:pt x="129461" y="34449"/>
                </a:lnTo>
                <a:lnTo>
                  <a:pt x="134461" y="45561"/>
                </a:lnTo>
                <a:lnTo>
                  <a:pt x="137795" y="57229"/>
                </a:lnTo>
                <a:close/>
              </a:path>
            </a:pathLst>
          </a:custGeom>
          <a:solidFill>
            <a:srgbClr val="FFF4D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9"/>
          <p:cNvSpPr/>
          <p:nvPr/>
        </p:nvSpPr>
        <p:spPr>
          <a:xfrm>
            <a:off x="7953771" y="3501678"/>
            <a:ext cx="75009" cy="77787"/>
          </a:xfrm>
          <a:custGeom>
            <a:avLst/>
            <a:gdLst/>
            <a:ahLst/>
            <a:cxnLst/>
            <a:rect l="0" t="0" r="r" b="b"/>
            <a:pathLst>
              <a:path w="75009" h="77787">
                <a:moveTo>
                  <a:pt x="0" y="77787"/>
                </a:moveTo>
                <a:lnTo>
                  <a:pt x="41672" y="0"/>
                </a:lnTo>
                <a:lnTo>
                  <a:pt x="75009" y="72231"/>
                </a:lnTo>
                <a:close/>
              </a:path>
            </a:pathLst>
          </a:custGeom>
          <a:solidFill>
            <a:srgbClr val="F6C44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Kształt 10"/>
          <p:cNvSpPr/>
          <p:nvPr/>
        </p:nvSpPr>
        <p:spPr>
          <a:xfrm>
            <a:off x="7987109" y="3532237"/>
            <a:ext cx="63897" cy="66675"/>
          </a:xfrm>
          <a:custGeom>
            <a:avLst/>
            <a:gdLst/>
            <a:ahLst/>
            <a:cxnLst/>
            <a:rect l="0" t="0" r="r" b="b"/>
            <a:pathLst>
              <a:path w="63897" h="66675">
                <a:moveTo>
                  <a:pt x="0" y="63897"/>
                </a:moveTo>
                <a:lnTo>
                  <a:pt x="50006" y="0"/>
                </a:lnTo>
                <a:lnTo>
                  <a:pt x="63897" y="66675"/>
                </a:lnTo>
                <a:close/>
              </a:path>
            </a:pathLst>
          </a:custGeom>
          <a:solidFill>
            <a:srgbClr val="E9A7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ekst: A"/>
          <p:cNvSpPr txBox="1"/>
          <p:nvPr/>
        </p:nvSpPr>
        <p:spPr>
          <a:xfrm>
            <a:off x="7823200" y="3392140"/>
            <a:ext cx="355600" cy="952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" kern="100" dirty="0">
                <a:solidFill>
                  <a:srgbClr val="FFFFFF"/>
                </a:solidFill>
                <a:latin typeface="Lato Black"/>
                <a:cs typeface="Lato Black"/>
              </a:rPr>
              <a:t>A</a:t>
            </a:r>
            <a:endParaRPr lang="pl-PL" sz="75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40" name="Tekst: Sponsorowane 200 g"/>
          <p:cNvSpPr txBox="1"/>
          <p:nvPr/>
        </p:nvSpPr>
        <p:spPr>
          <a:xfrm>
            <a:off x="8273628" y="3268315"/>
            <a:ext cx="1993900" cy="48700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" kern="100" spc="15" dirty="0">
                <a:solidFill>
                  <a:srgbClr val="7A7A7A"/>
                </a:solidFill>
                <a:latin typeface="Lato"/>
                <a:cs typeface="Lato"/>
              </a:rPr>
              <a:t>Sponsorowane</a:t>
            </a:r>
            <a:endParaRPr lang="pl-PL" sz="750" kern="100" spc="15" dirty="0">
              <a:solidFill>
                <a:srgbClr val="7A7A7A"/>
              </a:solidFill>
              <a:latin typeface="Lato"/>
              <a:cs typeface="Lato"/>
            </a:endParaRPr>
          </a:p>
          <a:p>
            <a:pPr algn="l">
              <a:lnSpc>
                <a:spcPts val="1125"/>
              </a:lnSpc>
              <a:spcBef>
                <a:spcPts val="181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6A6A6A"/>
                </a:solidFill>
                <a:latin typeface="Lato"/>
                <a:cs typeface="Lato"/>
              </a:rPr>
              <a:t>200 g</a:t>
            </a:r>
            <a:endParaRPr lang="pl-PL" sz="900" kern="100" dirty="0">
              <a:solidFill>
                <a:srgbClr val="6A6A6A"/>
              </a:solidFill>
              <a:latin typeface="Lato"/>
              <a:cs typeface="Lato"/>
            </a:endParaRPr>
          </a:p>
        </p:txBody>
      </p:sp>
      <p:sp>
        <p:nvSpPr>
          <p:cNvPr id="41" name="Tekst: Nachosy solone · marka A"/>
          <p:cNvSpPr txBox="1"/>
          <p:nvPr/>
        </p:nvSpPr>
        <p:spPr>
          <a:xfrm>
            <a:off x="8273628" y="3417540"/>
            <a:ext cx="215390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C1C1C"/>
                </a:solidFill>
                <a:latin typeface="Lato"/>
                <a:cs typeface="Lato"/>
              </a:rPr>
              <a:t>Nachosy solone · marka A</a:t>
            </a:r>
            <a:endParaRPr lang="pl-PL" sz="115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42" name="Tekst: 8,99 zł"/>
          <p:cNvSpPr txBox="1"/>
          <p:nvPr/>
        </p:nvSpPr>
        <p:spPr>
          <a:xfrm>
            <a:off x="10356428" y="343024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8,99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43" name="Kształt 11"/>
          <p:cNvSpPr/>
          <p:nvPr/>
        </p:nvSpPr>
        <p:spPr>
          <a:xfrm>
            <a:off x="10864850" y="341119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ekst: +"/>
          <p:cNvSpPr txBox="1"/>
          <p:nvPr/>
        </p:nvSpPr>
        <p:spPr>
          <a:xfrm>
            <a:off x="10864850" y="3425478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45" name="Linia 5"/>
          <p:cNvSpPr/>
          <p:nvPr/>
        </p:nvSpPr>
        <p:spPr>
          <a:xfrm>
            <a:off x="7696200" y="4390975"/>
            <a:ext cx="3467100" cy="635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12"/>
          <p:cNvSpPr/>
          <p:nvPr/>
        </p:nvSpPr>
        <p:spPr>
          <a:xfrm>
            <a:off x="7735887" y="4012356"/>
            <a:ext cx="288925" cy="261144"/>
          </a:xfrm>
          <a:custGeom>
            <a:avLst/>
            <a:gdLst/>
            <a:ahLst/>
            <a:cxnLst/>
            <a:rect l="0" t="0" r="r" b="b"/>
            <a:pathLst>
              <a:path w="288925" h="261144">
                <a:moveTo>
                  <a:pt x="22225" y="0"/>
                </a:moveTo>
                <a:lnTo>
                  <a:pt x="11112" y="33337"/>
                </a:lnTo>
                <a:lnTo>
                  <a:pt x="2778" y="83344"/>
                </a:lnTo>
                <a:lnTo>
                  <a:pt x="0" y="133350"/>
                </a:lnTo>
                <a:lnTo>
                  <a:pt x="2778" y="183356"/>
                </a:lnTo>
                <a:lnTo>
                  <a:pt x="11112" y="227806"/>
                </a:lnTo>
                <a:lnTo>
                  <a:pt x="22225" y="261144"/>
                </a:lnTo>
                <a:lnTo>
                  <a:pt x="266700" y="261144"/>
                </a:lnTo>
                <a:lnTo>
                  <a:pt x="277812" y="227806"/>
                </a:lnTo>
                <a:lnTo>
                  <a:pt x="286147" y="183356"/>
                </a:lnTo>
                <a:lnTo>
                  <a:pt x="288925" y="133350"/>
                </a:lnTo>
                <a:lnTo>
                  <a:pt x="286147" y="83344"/>
                </a:lnTo>
                <a:lnTo>
                  <a:pt x="277812" y="33337"/>
                </a:lnTo>
                <a:lnTo>
                  <a:pt x="266700" y="0"/>
                </a:lnTo>
                <a:close/>
              </a:path>
            </a:pathLst>
          </a:custGeom>
          <a:solidFill>
            <a:srgbClr val="2330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13"/>
          <p:cNvSpPr/>
          <p:nvPr/>
        </p:nvSpPr>
        <p:spPr>
          <a:xfrm>
            <a:off x="7735887" y="4012356"/>
            <a:ext cx="72231" cy="261144"/>
          </a:xfrm>
          <a:custGeom>
            <a:avLst/>
            <a:gdLst/>
            <a:ahLst/>
            <a:cxnLst/>
            <a:rect l="0" t="0" r="r" b="b"/>
            <a:pathLst>
              <a:path w="72231" h="261144">
                <a:moveTo>
                  <a:pt x="22225" y="0"/>
                </a:moveTo>
                <a:lnTo>
                  <a:pt x="11112" y="33337"/>
                </a:lnTo>
                <a:lnTo>
                  <a:pt x="2778" y="83344"/>
                </a:lnTo>
                <a:lnTo>
                  <a:pt x="0" y="133350"/>
                </a:lnTo>
                <a:lnTo>
                  <a:pt x="2778" y="183356"/>
                </a:lnTo>
                <a:lnTo>
                  <a:pt x="11112" y="227806"/>
                </a:lnTo>
                <a:lnTo>
                  <a:pt x="22225" y="261144"/>
                </a:lnTo>
                <a:lnTo>
                  <a:pt x="72231" y="261144"/>
                </a:lnTo>
                <a:lnTo>
                  <a:pt x="72231" y="0"/>
                </a:lnTo>
                <a:close/>
              </a:path>
            </a:pathLst>
          </a:custGeom>
          <a:solidFill>
            <a:srgbClr val="2D3C7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14"/>
          <p:cNvSpPr/>
          <p:nvPr/>
        </p:nvSpPr>
        <p:spPr>
          <a:xfrm>
            <a:off x="7935912" y="4012356"/>
            <a:ext cx="88900" cy="261144"/>
          </a:xfrm>
          <a:custGeom>
            <a:avLst/>
            <a:gdLst/>
            <a:ahLst/>
            <a:cxnLst/>
            <a:rect l="0" t="0" r="r" b="b"/>
            <a:pathLst>
              <a:path w="88900" h="261144">
                <a:moveTo>
                  <a:pt x="0" y="0"/>
                </a:moveTo>
                <a:lnTo>
                  <a:pt x="0" y="261144"/>
                </a:lnTo>
                <a:lnTo>
                  <a:pt x="66675" y="261144"/>
                </a:lnTo>
                <a:lnTo>
                  <a:pt x="77787" y="227806"/>
                </a:lnTo>
                <a:lnTo>
                  <a:pt x="86122" y="183356"/>
                </a:lnTo>
                <a:lnTo>
                  <a:pt x="88900" y="133350"/>
                </a:lnTo>
                <a:lnTo>
                  <a:pt x="86122" y="83344"/>
                </a:lnTo>
                <a:lnTo>
                  <a:pt x="77787" y="33337"/>
                </a:lnTo>
                <a:lnTo>
                  <a:pt x="66675" y="0"/>
                </a:lnTo>
                <a:close/>
              </a:path>
            </a:pathLst>
          </a:custGeom>
          <a:solidFill>
            <a:srgbClr val="1D285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15"/>
          <p:cNvSpPr/>
          <p:nvPr/>
        </p:nvSpPr>
        <p:spPr>
          <a:xfrm>
            <a:off x="7980362" y="4012356"/>
            <a:ext cx="44450" cy="261144"/>
          </a:xfrm>
          <a:custGeom>
            <a:avLst/>
            <a:gdLst/>
            <a:ahLst/>
            <a:cxnLst/>
            <a:rect l="0" t="0" r="r" b="b"/>
            <a:pathLst>
              <a:path w="44450" h="261144">
                <a:moveTo>
                  <a:pt x="0" y="0"/>
                </a:moveTo>
                <a:lnTo>
                  <a:pt x="0" y="261144"/>
                </a:lnTo>
                <a:lnTo>
                  <a:pt x="22225" y="261144"/>
                </a:lnTo>
                <a:lnTo>
                  <a:pt x="33337" y="227806"/>
                </a:lnTo>
                <a:lnTo>
                  <a:pt x="41672" y="183356"/>
                </a:lnTo>
                <a:lnTo>
                  <a:pt x="44450" y="133350"/>
                </a:lnTo>
                <a:lnTo>
                  <a:pt x="41672" y="83344"/>
                </a:lnTo>
                <a:lnTo>
                  <a:pt x="33337" y="33337"/>
                </a:lnTo>
                <a:lnTo>
                  <a:pt x="22225" y="0"/>
                </a:lnTo>
                <a:close/>
              </a:path>
            </a:pathLst>
          </a:custGeom>
          <a:solidFill>
            <a:srgbClr val="161D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16"/>
          <p:cNvSpPr/>
          <p:nvPr/>
        </p:nvSpPr>
        <p:spPr>
          <a:xfrm>
            <a:off x="7741443" y="3973463"/>
            <a:ext cx="277812" cy="38894"/>
          </a:xfrm>
          <a:custGeom>
            <a:avLst/>
            <a:gdLst/>
            <a:ahLst/>
            <a:cxnLst/>
            <a:rect l="0" t="0" r="r" b="b"/>
            <a:pathLst>
              <a:path w="277812" h="38894">
                <a:moveTo>
                  <a:pt x="0" y="0"/>
                </a:moveTo>
                <a:lnTo>
                  <a:pt x="27781" y="16669"/>
                </a:lnTo>
                <a:lnTo>
                  <a:pt x="55562" y="0"/>
                </a:lnTo>
                <a:lnTo>
                  <a:pt x="83344" y="16669"/>
                </a:lnTo>
                <a:lnTo>
                  <a:pt x="111125" y="0"/>
                </a:lnTo>
                <a:lnTo>
                  <a:pt x="138906" y="16669"/>
                </a:lnTo>
                <a:lnTo>
                  <a:pt x="166687" y="0"/>
                </a:lnTo>
                <a:lnTo>
                  <a:pt x="194469" y="16669"/>
                </a:lnTo>
                <a:lnTo>
                  <a:pt x="222250" y="0"/>
                </a:lnTo>
                <a:lnTo>
                  <a:pt x="250031" y="16669"/>
                </a:lnTo>
                <a:lnTo>
                  <a:pt x="277812" y="0"/>
                </a:lnTo>
                <a:lnTo>
                  <a:pt x="277812" y="38894"/>
                </a:lnTo>
                <a:lnTo>
                  <a:pt x="0" y="38894"/>
                </a:lnTo>
                <a:close/>
              </a:path>
            </a:pathLst>
          </a:custGeom>
          <a:solidFill>
            <a:srgbClr val="12183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17"/>
          <p:cNvSpPr/>
          <p:nvPr/>
        </p:nvSpPr>
        <p:spPr>
          <a:xfrm>
            <a:off x="7741443" y="4273500"/>
            <a:ext cx="277812" cy="33337"/>
          </a:xfrm>
          <a:custGeom>
            <a:avLst/>
            <a:gdLst/>
            <a:ahLst/>
            <a:cxnLst/>
            <a:rect l="0" t="0" r="r" b="b"/>
            <a:pathLst>
              <a:path w="277812" h="33337">
                <a:moveTo>
                  <a:pt x="0" y="0"/>
                </a:moveTo>
                <a:lnTo>
                  <a:pt x="277812" y="0"/>
                </a:lnTo>
                <a:lnTo>
                  <a:pt x="277812" y="33337"/>
                </a:lnTo>
                <a:lnTo>
                  <a:pt x="250031" y="16669"/>
                </a:lnTo>
                <a:lnTo>
                  <a:pt x="222250" y="33337"/>
                </a:lnTo>
                <a:lnTo>
                  <a:pt x="194469" y="16669"/>
                </a:lnTo>
                <a:lnTo>
                  <a:pt x="166687" y="33337"/>
                </a:lnTo>
                <a:lnTo>
                  <a:pt x="138906" y="16669"/>
                </a:lnTo>
                <a:lnTo>
                  <a:pt x="111125" y="33337"/>
                </a:lnTo>
                <a:lnTo>
                  <a:pt x="83344" y="16669"/>
                </a:lnTo>
                <a:lnTo>
                  <a:pt x="55562" y="33337"/>
                </a:lnTo>
                <a:lnTo>
                  <a:pt x="27781" y="16669"/>
                </a:lnTo>
                <a:lnTo>
                  <a:pt x="0" y="33337"/>
                </a:lnTo>
                <a:close/>
              </a:path>
            </a:pathLst>
          </a:custGeom>
          <a:solidFill>
            <a:srgbClr val="12183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18"/>
          <p:cNvSpPr/>
          <p:nvPr/>
        </p:nvSpPr>
        <p:spPr>
          <a:xfrm>
            <a:off x="7810896" y="4109591"/>
            <a:ext cx="138906" cy="138906"/>
          </a:xfrm>
          <a:custGeom>
            <a:avLst/>
            <a:gdLst/>
            <a:ahLst/>
            <a:cxnLst/>
            <a:rect l="0" t="0" r="r" b="b"/>
            <a:pathLst>
              <a:path w="138906" h="138906">
                <a:moveTo>
                  <a:pt x="138906" y="69453"/>
                </a:moveTo>
                <a:lnTo>
                  <a:pt x="137795" y="81677"/>
                </a:lnTo>
                <a:lnTo>
                  <a:pt x="134461" y="93345"/>
                </a:lnTo>
                <a:lnTo>
                  <a:pt x="129461" y="104457"/>
                </a:lnTo>
                <a:lnTo>
                  <a:pt x="122793" y="113903"/>
                </a:lnTo>
                <a:lnTo>
                  <a:pt x="113903" y="122793"/>
                </a:lnTo>
                <a:lnTo>
                  <a:pt x="104457" y="129461"/>
                </a:lnTo>
                <a:lnTo>
                  <a:pt x="93345" y="134461"/>
                </a:lnTo>
                <a:lnTo>
                  <a:pt x="81677" y="137795"/>
                </a:lnTo>
                <a:lnTo>
                  <a:pt x="69453" y="138906"/>
                </a:lnTo>
                <a:lnTo>
                  <a:pt x="57229" y="137795"/>
                </a:lnTo>
                <a:lnTo>
                  <a:pt x="45561" y="134461"/>
                </a:lnTo>
                <a:lnTo>
                  <a:pt x="35004" y="129461"/>
                </a:lnTo>
                <a:lnTo>
                  <a:pt x="25003" y="122793"/>
                </a:lnTo>
                <a:lnTo>
                  <a:pt x="16113" y="113903"/>
                </a:lnTo>
                <a:lnTo>
                  <a:pt x="9446" y="104457"/>
                </a:lnTo>
                <a:lnTo>
                  <a:pt x="4445" y="93345"/>
                </a:lnTo>
                <a:lnTo>
                  <a:pt x="1111" y="81677"/>
                </a:lnTo>
                <a:lnTo>
                  <a:pt x="0" y="69453"/>
                </a:lnTo>
                <a:lnTo>
                  <a:pt x="1111" y="57229"/>
                </a:lnTo>
                <a:lnTo>
                  <a:pt x="4445" y="45561"/>
                </a:lnTo>
                <a:lnTo>
                  <a:pt x="9446" y="35004"/>
                </a:lnTo>
                <a:lnTo>
                  <a:pt x="16113" y="25003"/>
                </a:lnTo>
                <a:lnTo>
                  <a:pt x="25003" y="16113"/>
                </a:lnTo>
                <a:lnTo>
                  <a:pt x="34449" y="9446"/>
                </a:lnTo>
                <a:lnTo>
                  <a:pt x="45561" y="4445"/>
                </a:lnTo>
                <a:lnTo>
                  <a:pt x="57229" y="1111"/>
                </a:lnTo>
                <a:lnTo>
                  <a:pt x="69453" y="0"/>
                </a:lnTo>
                <a:lnTo>
                  <a:pt x="81677" y="1111"/>
                </a:lnTo>
                <a:lnTo>
                  <a:pt x="93345" y="4445"/>
                </a:lnTo>
                <a:lnTo>
                  <a:pt x="104457" y="9446"/>
                </a:lnTo>
                <a:lnTo>
                  <a:pt x="113903" y="16113"/>
                </a:lnTo>
                <a:lnTo>
                  <a:pt x="122793" y="25003"/>
                </a:lnTo>
                <a:lnTo>
                  <a:pt x="129461" y="34449"/>
                </a:lnTo>
                <a:lnTo>
                  <a:pt x="134461" y="45561"/>
                </a:lnTo>
                <a:lnTo>
                  <a:pt x="137795" y="57229"/>
                </a:lnTo>
                <a:close/>
              </a:path>
            </a:pathLst>
          </a:custGeom>
          <a:solidFill>
            <a:srgbClr val="FFF4D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19"/>
          <p:cNvSpPr/>
          <p:nvPr/>
        </p:nvSpPr>
        <p:spPr>
          <a:xfrm>
            <a:off x="7813119" y="4127926"/>
            <a:ext cx="90011" cy="68897"/>
          </a:xfrm>
          <a:custGeom>
            <a:avLst/>
            <a:gdLst/>
            <a:ahLst/>
            <a:cxnLst/>
            <a:rect l="0" t="0" r="r" b="b"/>
            <a:pathLst>
              <a:path w="90011" h="68897">
                <a:moveTo>
                  <a:pt x="88344" y="15002"/>
                </a:moveTo>
                <a:lnTo>
                  <a:pt x="90011" y="26114"/>
                </a:lnTo>
                <a:lnTo>
                  <a:pt x="86122" y="37782"/>
                </a:lnTo>
                <a:lnTo>
                  <a:pt x="77787" y="49451"/>
                </a:lnTo>
                <a:lnTo>
                  <a:pt x="65008" y="58896"/>
                </a:lnTo>
                <a:lnTo>
                  <a:pt x="50006" y="65564"/>
                </a:lnTo>
                <a:lnTo>
                  <a:pt x="34449" y="68897"/>
                </a:lnTo>
                <a:lnTo>
                  <a:pt x="20002" y="67231"/>
                </a:lnTo>
                <a:lnTo>
                  <a:pt x="8890" y="62230"/>
                </a:lnTo>
                <a:lnTo>
                  <a:pt x="1667" y="53896"/>
                </a:lnTo>
                <a:lnTo>
                  <a:pt x="0" y="42783"/>
                </a:lnTo>
                <a:lnTo>
                  <a:pt x="3889" y="31115"/>
                </a:lnTo>
                <a:lnTo>
                  <a:pt x="12224" y="19447"/>
                </a:lnTo>
                <a:lnTo>
                  <a:pt x="25003" y="10001"/>
                </a:lnTo>
                <a:lnTo>
                  <a:pt x="40005" y="3334"/>
                </a:lnTo>
                <a:lnTo>
                  <a:pt x="55562" y="0"/>
                </a:lnTo>
                <a:lnTo>
                  <a:pt x="70009" y="1667"/>
                </a:lnTo>
                <a:lnTo>
                  <a:pt x="81121" y="6667"/>
                </a:lnTo>
                <a:close/>
              </a:path>
            </a:pathLst>
          </a:custGeom>
          <a:solidFill>
            <a:srgbClr val="F2B84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20"/>
          <p:cNvSpPr/>
          <p:nvPr/>
        </p:nvSpPr>
        <p:spPr>
          <a:xfrm>
            <a:off x="7845901" y="4151818"/>
            <a:ext cx="91122" cy="65564"/>
          </a:xfrm>
          <a:custGeom>
            <a:avLst/>
            <a:gdLst/>
            <a:ahLst/>
            <a:cxnLst/>
            <a:rect l="0" t="0" r="r" b="b"/>
            <a:pathLst>
              <a:path w="91122" h="65564">
                <a:moveTo>
                  <a:pt x="90567" y="47228"/>
                </a:moveTo>
                <a:lnTo>
                  <a:pt x="84455" y="56674"/>
                </a:lnTo>
                <a:lnTo>
                  <a:pt x="73898" y="62786"/>
                </a:lnTo>
                <a:lnTo>
                  <a:pt x="59452" y="65564"/>
                </a:lnTo>
                <a:lnTo>
                  <a:pt x="43894" y="64452"/>
                </a:lnTo>
                <a:lnTo>
                  <a:pt x="28337" y="59452"/>
                </a:lnTo>
                <a:lnTo>
                  <a:pt x="15002" y="51117"/>
                </a:lnTo>
                <a:lnTo>
                  <a:pt x="5001" y="40561"/>
                </a:lnTo>
                <a:lnTo>
                  <a:pt x="0" y="29448"/>
                </a:lnTo>
                <a:lnTo>
                  <a:pt x="556" y="18336"/>
                </a:lnTo>
                <a:lnTo>
                  <a:pt x="6667" y="8890"/>
                </a:lnTo>
                <a:lnTo>
                  <a:pt x="17224" y="2778"/>
                </a:lnTo>
                <a:lnTo>
                  <a:pt x="31671" y="0"/>
                </a:lnTo>
                <a:lnTo>
                  <a:pt x="47228" y="1111"/>
                </a:lnTo>
                <a:lnTo>
                  <a:pt x="62786" y="6112"/>
                </a:lnTo>
                <a:lnTo>
                  <a:pt x="76121" y="14446"/>
                </a:lnTo>
                <a:lnTo>
                  <a:pt x="86122" y="25003"/>
                </a:lnTo>
                <a:lnTo>
                  <a:pt x="91122" y="36116"/>
                </a:lnTo>
                <a:close/>
              </a:path>
            </a:pathLst>
          </a:custGeom>
          <a:solidFill>
            <a:srgbClr val="E9A03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21"/>
          <p:cNvSpPr/>
          <p:nvPr/>
        </p:nvSpPr>
        <p:spPr>
          <a:xfrm>
            <a:off x="7836455" y="4151818"/>
            <a:ext cx="10001" cy="10001"/>
          </a:xfrm>
          <a:custGeom>
            <a:avLst/>
            <a:gdLst/>
            <a:ahLst/>
            <a:cxnLst/>
            <a:rect l="0" t="0" r="r" b="b"/>
            <a:pathLst>
              <a:path w="10001" h="10001">
                <a:moveTo>
                  <a:pt x="10001" y="5001"/>
                </a:moveTo>
                <a:lnTo>
                  <a:pt x="10001" y="6112"/>
                </a:lnTo>
                <a:lnTo>
                  <a:pt x="9446" y="6667"/>
                </a:lnTo>
                <a:lnTo>
                  <a:pt x="9446" y="7779"/>
                </a:lnTo>
                <a:lnTo>
                  <a:pt x="8890" y="8334"/>
                </a:lnTo>
                <a:lnTo>
                  <a:pt x="8334" y="8890"/>
                </a:lnTo>
                <a:lnTo>
                  <a:pt x="7223" y="9446"/>
                </a:lnTo>
                <a:lnTo>
                  <a:pt x="6667" y="9446"/>
                </a:lnTo>
                <a:lnTo>
                  <a:pt x="6112" y="10001"/>
                </a:lnTo>
                <a:lnTo>
                  <a:pt x="5001" y="10001"/>
                </a:lnTo>
                <a:lnTo>
                  <a:pt x="3889" y="10001"/>
                </a:lnTo>
                <a:lnTo>
                  <a:pt x="3334" y="9446"/>
                </a:lnTo>
                <a:lnTo>
                  <a:pt x="2778" y="9446"/>
                </a:lnTo>
                <a:lnTo>
                  <a:pt x="1667" y="8890"/>
                </a:lnTo>
                <a:lnTo>
                  <a:pt x="1111" y="8334"/>
                </a:lnTo>
                <a:lnTo>
                  <a:pt x="556" y="7779"/>
                </a:lnTo>
                <a:lnTo>
                  <a:pt x="556" y="6667"/>
                </a:lnTo>
                <a:lnTo>
                  <a:pt x="0" y="6112"/>
                </a:lnTo>
                <a:lnTo>
                  <a:pt x="0" y="5001"/>
                </a:lnTo>
                <a:lnTo>
                  <a:pt x="0" y="3889"/>
                </a:lnTo>
                <a:lnTo>
                  <a:pt x="556" y="3334"/>
                </a:lnTo>
                <a:lnTo>
                  <a:pt x="556" y="2222"/>
                </a:lnTo>
                <a:lnTo>
                  <a:pt x="1111" y="1667"/>
                </a:lnTo>
                <a:lnTo>
                  <a:pt x="1667" y="1111"/>
                </a:lnTo>
                <a:lnTo>
                  <a:pt x="2778" y="556"/>
                </a:lnTo>
                <a:lnTo>
                  <a:pt x="3334" y="556"/>
                </a:lnTo>
                <a:lnTo>
                  <a:pt x="3889" y="0"/>
                </a:lnTo>
                <a:lnTo>
                  <a:pt x="5001" y="0"/>
                </a:lnTo>
                <a:lnTo>
                  <a:pt x="6112" y="0"/>
                </a:lnTo>
                <a:lnTo>
                  <a:pt x="6667" y="556"/>
                </a:lnTo>
                <a:lnTo>
                  <a:pt x="7223" y="556"/>
                </a:lnTo>
                <a:lnTo>
                  <a:pt x="8334" y="1111"/>
                </a:lnTo>
                <a:lnTo>
                  <a:pt x="8890" y="1667"/>
                </a:lnTo>
                <a:lnTo>
                  <a:pt x="9446" y="2222"/>
                </a:lnTo>
                <a:lnTo>
                  <a:pt x="9446" y="3334"/>
                </a:lnTo>
                <a:lnTo>
                  <a:pt x="10001" y="3889"/>
                </a:lnTo>
                <a:close/>
              </a:path>
            </a:pathLst>
          </a:custGeom>
          <a:solidFill>
            <a:srgbClr val="C737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22"/>
          <p:cNvSpPr/>
          <p:nvPr/>
        </p:nvSpPr>
        <p:spPr>
          <a:xfrm>
            <a:off x="7858680" y="4143484"/>
            <a:ext cx="10001" cy="10001"/>
          </a:xfrm>
          <a:custGeom>
            <a:avLst/>
            <a:gdLst/>
            <a:ahLst/>
            <a:cxnLst/>
            <a:rect l="0" t="0" r="r" b="b"/>
            <a:pathLst>
              <a:path w="10001" h="10001">
                <a:moveTo>
                  <a:pt x="10001" y="5001"/>
                </a:moveTo>
                <a:lnTo>
                  <a:pt x="10001" y="6112"/>
                </a:lnTo>
                <a:lnTo>
                  <a:pt x="9446" y="6667"/>
                </a:lnTo>
                <a:lnTo>
                  <a:pt x="9446" y="7779"/>
                </a:lnTo>
                <a:lnTo>
                  <a:pt x="8890" y="8334"/>
                </a:lnTo>
                <a:lnTo>
                  <a:pt x="8334" y="8890"/>
                </a:lnTo>
                <a:lnTo>
                  <a:pt x="7223" y="9446"/>
                </a:lnTo>
                <a:lnTo>
                  <a:pt x="6667" y="9446"/>
                </a:lnTo>
                <a:lnTo>
                  <a:pt x="6112" y="10001"/>
                </a:lnTo>
                <a:lnTo>
                  <a:pt x="5001" y="10001"/>
                </a:lnTo>
                <a:lnTo>
                  <a:pt x="3889" y="10001"/>
                </a:lnTo>
                <a:lnTo>
                  <a:pt x="3334" y="9446"/>
                </a:lnTo>
                <a:lnTo>
                  <a:pt x="2778" y="9446"/>
                </a:lnTo>
                <a:lnTo>
                  <a:pt x="1667" y="8890"/>
                </a:lnTo>
                <a:lnTo>
                  <a:pt x="1111" y="8334"/>
                </a:lnTo>
                <a:lnTo>
                  <a:pt x="556" y="7779"/>
                </a:lnTo>
                <a:lnTo>
                  <a:pt x="556" y="6667"/>
                </a:lnTo>
                <a:lnTo>
                  <a:pt x="0" y="6112"/>
                </a:lnTo>
                <a:lnTo>
                  <a:pt x="0" y="5001"/>
                </a:lnTo>
                <a:lnTo>
                  <a:pt x="0" y="3889"/>
                </a:lnTo>
                <a:lnTo>
                  <a:pt x="556" y="3334"/>
                </a:lnTo>
                <a:lnTo>
                  <a:pt x="556" y="2222"/>
                </a:lnTo>
                <a:lnTo>
                  <a:pt x="1111" y="1667"/>
                </a:lnTo>
                <a:lnTo>
                  <a:pt x="1667" y="1111"/>
                </a:lnTo>
                <a:lnTo>
                  <a:pt x="2778" y="556"/>
                </a:lnTo>
                <a:lnTo>
                  <a:pt x="3334" y="556"/>
                </a:lnTo>
                <a:lnTo>
                  <a:pt x="3889" y="0"/>
                </a:lnTo>
                <a:lnTo>
                  <a:pt x="5001" y="0"/>
                </a:lnTo>
                <a:lnTo>
                  <a:pt x="6112" y="0"/>
                </a:lnTo>
                <a:lnTo>
                  <a:pt x="6667" y="556"/>
                </a:lnTo>
                <a:lnTo>
                  <a:pt x="7223" y="556"/>
                </a:lnTo>
                <a:lnTo>
                  <a:pt x="8334" y="1111"/>
                </a:lnTo>
                <a:lnTo>
                  <a:pt x="8890" y="1667"/>
                </a:lnTo>
                <a:lnTo>
                  <a:pt x="9446" y="2222"/>
                </a:lnTo>
                <a:lnTo>
                  <a:pt x="9446" y="3334"/>
                </a:lnTo>
                <a:lnTo>
                  <a:pt x="10001" y="3889"/>
                </a:lnTo>
                <a:close/>
              </a:path>
            </a:pathLst>
          </a:custGeom>
          <a:solidFill>
            <a:srgbClr val="C737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23"/>
          <p:cNvSpPr/>
          <p:nvPr/>
        </p:nvSpPr>
        <p:spPr>
          <a:xfrm>
            <a:off x="7869792" y="4162931"/>
            <a:ext cx="10001" cy="10001"/>
          </a:xfrm>
          <a:custGeom>
            <a:avLst/>
            <a:gdLst/>
            <a:ahLst/>
            <a:cxnLst/>
            <a:rect l="0" t="0" r="r" b="b"/>
            <a:pathLst>
              <a:path w="10001" h="10001">
                <a:moveTo>
                  <a:pt x="10001" y="5001"/>
                </a:moveTo>
                <a:lnTo>
                  <a:pt x="10001" y="6112"/>
                </a:lnTo>
                <a:lnTo>
                  <a:pt x="9446" y="6667"/>
                </a:lnTo>
                <a:lnTo>
                  <a:pt x="9446" y="7779"/>
                </a:lnTo>
                <a:lnTo>
                  <a:pt x="8890" y="8334"/>
                </a:lnTo>
                <a:lnTo>
                  <a:pt x="8334" y="8890"/>
                </a:lnTo>
                <a:lnTo>
                  <a:pt x="7223" y="9446"/>
                </a:lnTo>
                <a:lnTo>
                  <a:pt x="6667" y="9446"/>
                </a:lnTo>
                <a:lnTo>
                  <a:pt x="6112" y="10001"/>
                </a:lnTo>
                <a:lnTo>
                  <a:pt x="5001" y="10001"/>
                </a:lnTo>
                <a:lnTo>
                  <a:pt x="3889" y="10001"/>
                </a:lnTo>
                <a:lnTo>
                  <a:pt x="3334" y="9446"/>
                </a:lnTo>
                <a:lnTo>
                  <a:pt x="2778" y="9446"/>
                </a:lnTo>
                <a:lnTo>
                  <a:pt x="1667" y="8890"/>
                </a:lnTo>
                <a:lnTo>
                  <a:pt x="1111" y="8334"/>
                </a:lnTo>
                <a:lnTo>
                  <a:pt x="556" y="7779"/>
                </a:lnTo>
                <a:lnTo>
                  <a:pt x="556" y="6667"/>
                </a:lnTo>
                <a:lnTo>
                  <a:pt x="0" y="6112"/>
                </a:lnTo>
                <a:lnTo>
                  <a:pt x="0" y="5001"/>
                </a:lnTo>
                <a:lnTo>
                  <a:pt x="0" y="3889"/>
                </a:lnTo>
                <a:lnTo>
                  <a:pt x="556" y="3334"/>
                </a:lnTo>
                <a:lnTo>
                  <a:pt x="556" y="2222"/>
                </a:lnTo>
                <a:lnTo>
                  <a:pt x="1111" y="1667"/>
                </a:lnTo>
                <a:lnTo>
                  <a:pt x="1667" y="1111"/>
                </a:lnTo>
                <a:lnTo>
                  <a:pt x="2778" y="556"/>
                </a:lnTo>
                <a:lnTo>
                  <a:pt x="3334" y="556"/>
                </a:lnTo>
                <a:lnTo>
                  <a:pt x="3889" y="0"/>
                </a:lnTo>
                <a:lnTo>
                  <a:pt x="5001" y="0"/>
                </a:lnTo>
                <a:lnTo>
                  <a:pt x="6112" y="0"/>
                </a:lnTo>
                <a:lnTo>
                  <a:pt x="6667" y="556"/>
                </a:lnTo>
                <a:lnTo>
                  <a:pt x="7223" y="556"/>
                </a:lnTo>
                <a:lnTo>
                  <a:pt x="8334" y="1111"/>
                </a:lnTo>
                <a:lnTo>
                  <a:pt x="8890" y="1667"/>
                </a:lnTo>
                <a:lnTo>
                  <a:pt x="9446" y="2222"/>
                </a:lnTo>
                <a:lnTo>
                  <a:pt x="9446" y="3334"/>
                </a:lnTo>
                <a:lnTo>
                  <a:pt x="10001" y="3889"/>
                </a:lnTo>
                <a:close/>
              </a:path>
            </a:pathLst>
          </a:custGeom>
          <a:solidFill>
            <a:srgbClr val="C737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24"/>
          <p:cNvSpPr/>
          <p:nvPr/>
        </p:nvSpPr>
        <p:spPr>
          <a:xfrm>
            <a:off x="7880905" y="4176821"/>
            <a:ext cx="10001" cy="10001"/>
          </a:xfrm>
          <a:custGeom>
            <a:avLst/>
            <a:gdLst/>
            <a:ahLst/>
            <a:cxnLst/>
            <a:rect l="0" t="0" r="r" b="b"/>
            <a:pathLst>
              <a:path w="10001" h="10001">
                <a:moveTo>
                  <a:pt x="10001" y="5001"/>
                </a:moveTo>
                <a:lnTo>
                  <a:pt x="10001" y="6112"/>
                </a:lnTo>
                <a:lnTo>
                  <a:pt x="9446" y="6667"/>
                </a:lnTo>
                <a:lnTo>
                  <a:pt x="9446" y="7779"/>
                </a:lnTo>
                <a:lnTo>
                  <a:pt x="8890" y="8334"/>
                </a:lnTo>
                <a:lnTo>
                  <a:pt x="8334" y="8890"/>
                </a:lnTo>
                <a:lnTo>
                  <a:pt x="7779" y="9446"/>
                </a:lnTo>
                <a:lnTo>
                  <a:pt x="6667" y="9446"/>
                </a:lnTo>
                <a:lnTo>
                  <a:pt x="6112" y="10001"/>
                </a:lnTo>
                <a:lnTo>
                  <a:pt x="5001" y="10001"/>
                </a:lnTo>
                <a:lnTo>
                  <a:pt x="3889" y="10001"/>
                </a:lnTo>
                <a:lnTo>
                  <a:pt x="3334" y="9446"/>
                </a:lnTo>
                <a:lnTo>
                  <a:pt x="2222" y="9446"/>
                </a:lnTo>
                <a:lnTo>
                  <a:pt x="1667" y="8890"/>
                </a:lnTo>
                <a:lnTo>
                  <a:pt x="1111" y="8334"/>
                </a:lnTo>
                <a:lnTo>
                  <a:pt x="556" y="7779"/>
                </a:lnTo>
                <a:lnTo>
                  <a:pt x="556" y="6667"/>
                </a:lnTo>
                <a:lnTo>
                  <a:pt x="0" y="6112"/>
                </a:lnTo>
                <a:lnTo>
                  <a:pt x="0" y="5001"/>
                </a:lnTo>
                <a:lnTo>
                  <a:pt x="0" y="3889"/>
                </a:lnTo>
                <a:lnTo>
                  <a:pt x="556" y="3334"/>
                </a:lnTo>
                <a:lnTo>
                  <a:pt x="556" y="2222"/>
                </a:lnTo>
                <a:lnTo>
                  <a:pt x="1111" y="1667"/>
                </a:lnTo>
                <a:lnTo>
                  <a:pt x="1667" y="1111"/>
                </a:lnTo>
                <a:lnTo>
                  <a:pt x="2222" y="556"/>
                </a:lnTo>
                <a:lnTo>
                  <a:pt x="3334" y="556"/>
                </a:lnTo>
                <a:lnTo>
                  <a:pt x="3889" y="0"/>
                </a:lnTo>
                <a:lnTo>
                  <a:pt x="5001" y="0"/>
                </a:lnTo>
                <a:lnTo>
                  <a:pt x="6112" y="0"/>
                </a:lnTo>
                <a:lnTo>
                  <a:pt x="6667" y="556"/>
                </a:lnTo>
                <a:lnTo>
                  <a:pt x="7779" y="556"/>
                </a:lnTo>
                <a:lnTo>
                  <a:pt x="8334" y="1111"/>
                </a:lnTo>
                <a:lnTo>
                  <a:pt x="8890" y="1667"/>
                </a:lnTo>
                <a:lnTo>
                  <a:pt x="9446" y="2222"/>
                </a:lnTo>
                <a:lnTo>
                  <a:pt x="9446" y="3334"/>
                </a:lnTo>
                <a:lnTo>
                  <a:pt x="10001" y="3889"/>
                </a:lnTo>
                <a:close/>
              </a:path>
            </a:pathLst>
          </a:custGeom>
          <a:solidFill>
            <a:srgbClr val="C737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25"/>
          <p:cNvSpPr/>
          <p:nvPr/>
        </p:nvSpPr>
        <p:spPr>
          <a:xfrm>
            <a:off x="7903130" y="4185156"/>
            <a:ext cx="10001" cy="10001"/>
          </a:xfrm>
          <a:custGeom>
            <a:avLst/>
            <a:gdLst/>
            <a:ahLst/>
            <a:cxnLst/>
            <a:rect l="0" t="0" r="r" b="b"/>
            <a:pathLst>
              <a:path w="10001" h="10001">
                <a:moveTo>
                  <a:pt x="10001" y="5001"/>
                </a:moveTo>
                <a:lnTo>
                  <a:pt x="10001" y="6112"/>
                </a:lnTo>
                <a:lnTo>
                  <a:pt x="9446" y="6667"/>
                </a:lnTo>
                <a:lnTo>
                  <a:pt x="9446" y="7779"/>
                </a:lnTo>
                <a:lnTo>
                  <a:pt x="8890" y="8334"/>
                </a:lnTo>
                <a:lnTo>
                  <a:pt x="8334" y="8890"/>
                </a:lnTo>
                <a:lnTo>
                  <a:pt x="7779" y="9446"/>
                </a:lnTo>
                <a:lnTo>
                  <a:pt x="6667" y="9446"/>
                </a:lnTo>
                <a:lnTo>
                  <a:pt x="6112" y="10001"/>
                </a:lnTo>
                <a:lnTo>
                  <a:pt x="5001" y="10001"/>
                </a:lnTo>
                <a:lnTo>
                  <a:pt x="3889" y="10001"/>
                </a:lnTo>
                <a:lnTo>
                  <a:pt x="3334" y="9446"/>
                </a:lnTo>
                <a:lnTo>
                  <a:pt x="2222" y="9446"/>
                </a:lnTo>
                <a:lnTo>
                  <a:pt x="1667" y="8890"/>
                </a:lnTo>
                <a:lnTo>
                  <a:pt x="1111" y="8334"/>
                </a:lnTo>
                <a:lnTo>
                  <a:pt x="556" y="7779"/>
                </a:lnTo>
                <a:lnTo>
                  <a:pt x="556" y="6667"/>
                </a:lnTo>
                <a:lnTo>
                  <a:pt x="0" y="6112"/>
                </a:lnTo>
                <a:lnTo>
                  <a:pt x="0" y="5001"/>
                </a:lnTo>
                <a:lnTo>
                  <a:pt x="0" y="3889"/>
                </a:lnTo>
                <a:lnTo>
                  <a:pt x="556" y="3334"/>
                </a:lnTo>
                <a:lnTo>
                  <a:pt x="556" y="2222"/>
                </a:lnTo>
                <a:lnTo>
                  <a:pt x="1111" y="1667"/>
                </a:lnTo>
                <a:lnTo>
                  <a:pt x="1667" y="1111"/>
                </a:lnTo>
                <a:lnTo>
                  <a:pt x="2222" y="556"/>
                </a:lnTo>
                <a:lnTo>
                  <a:pt x="3334" y="556"/>
                </a:lnTo>
                <a:lnTo>
                  <a:pt x="3889" y="0"/>
                </a:lnTo>
                <a:lnTo>
                  <a:pt x="5001" y="0"/>
                </a:lnTo>
                <a:lnTo>
                  <a:pt x="6112" y="0"/>
                </a:lnTo>
                <a:lnTo>
                  <a:pt x="6667" y="556"/>
                </a:lnTo>
                <a:lnTo>
                  <a:pt x="7779" y="556"/>
                </a:lnTo>
                <a:lnTo>
                  <a:pt x="8334" y="1111"/>
                </a:lnTo>
                <a:lnTo>
                  <a:pt x="8890" y="1667"/>
                </a:lnTo>
                <a:lnTo>
                  <a:pt x="9446" y="2222"/>
                </a:lnTo>
                <a:lnTo>
                  <a:pt x="9446" y="3334"/>
                </a:lnTo>
                <a:lnTo>
                  <a:pt x="10001" y="3889"/>
                </a:lnTo>
                <a:close/>
              </a:path>
            </a:pathLst>
          </a:custGeom>
          <a:solidFill>
            <a:srgbClr val="C737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Kształt 26"/>
          <p:cNvSpPr/>
          <p:nvPr/>
        </p:nvSpPr>
        <p:spPr>
          <a:xfrm>
            <a:off x="7886461" y="4193490"/>
            <a:ext cx="10001" cy="10001"/>
          </a:xfrm>
          <a:custGeom>
            <a:avLst/>
            <a:gdLst/>
            <a:ahLst/>
            <a:cxnLst/>
            <a:rect l="0" t="0" r="r" b="b"/>
            <a:pathLst>
              <a:path w="10001" h="10001">
                <a:moveTo>
                  <a:pt x="10001" y="5001"/>
                </a:moveTo>
                <a:lnTo>
                  <a:pt x="10001" y="6112"/>
                </a:lnTo>
                <a:lnTo>
                  <a:pt x="9446" y="6667"/>
                </a:lnTo>
                <a:lnTo>
                  <a:pt x="9446" y="7779"/>
                </a:lnTo>
                <a:lnTo>
                  <a:pt x="8890" y="8334"/>
                </a:lnTo>
                <a:lnTo>
                  <a:pt x="8334" y="8890"/>
                </a:lnTo>
                <a:lnTo>
                  <a:pt x="7779" y="9446"/>
                </a:lnTo>
                <a:lnTo>
                  <a:pt x="6667" y="9446"/>
                </a:lnTo>
                <a:lnTo>
                  <a:pt x="6112" y="10001"/>
                </a:lnTo>
                <a:lnTo>
                  <a:pt x="5001" y="10001"/>
                </a:lnTo>
                <a:lnTo>
                  <a:pt x="3889" y="10001"/>
                </a:lnTo>
                <a:lnTo>
                  <a:pt x="3334" y="9446"/>
                </a:lnTo>
                <a:lnTo>
                  <a:pt x="2222" y="9446"/>
                </a:lnTo>
                <a:lnTo>
                  <a:pt x="1667" y="8890"/>
                </a:lnTo>
                <a:lnTo>
                  <a:pt x="1111" y="8334"/>
                </a:lnTo>
                <a:lnTo>
                  <a:pt x="556" y="7779"/>
                </a:lnTo>
                <a:lnTo>
                  <a:pt x="556" y="6667"/>
                </a:lnTo>
                <a:lnTo>
                  <a:pt x="0" y="6112"/>
                </a:lnTo>
                <a:lnTo>
                  <a:pt x="0" y="5001"/>
                </a:lnTo>
                <a:lnTo>
                  <a:pt x="0" y="3889"/>
                </a:lnTo>
                <a:lnTo>
                  <a:pt x="556" y="3334"/>
                </a:lnTo>
                <a:lnTo>
                  <a:pt x="556" y="2222"/>
                </a:lnTo>
                <a:lnTo>
                  <a:pt x="1111" y="1667"/>
                </a:lnTo>
                <a:lnTo>
                  <a:pt x="1667" y="1111"/>
                </a:lnTo>
                <a:lnTo>
                  <a:pt x="2222" y="556"/>
                </a:lnTo>
                <a:lnTo>
                  <a:pt x="3334" y="556"/>
                </a:lnTo>
                <a:lnTo>
                  <a:pt x="3889" y="0"/>
                </a:lnTo>
                <a:lnTo>
                  <a:pt x="5001" y="0"/>
                </a:lnTo>
                <a:lnTo>
                  <a:pt x="6112" y="0"/>
                </a:lnTo>
                <a:lnTo>
                  <a:pt x="6667" y="556"/>
                </a:lnTo>
                <a:lnTo>
                  <a:pt x="7779" y="556"/>
                </a:lnTo>
                <a:lnTo>
                  <a:pt x="8334" y="1111"/>
                </a:lnTo>
                <a:lnTo>
                  <a:pt x="8890" y="1667"/>
                </a:lnTo>
                <a:lnTo>
                  <a:pt x="9446" y="2222"/>
                </a:lnTo>
                <a:lnTo>
                  <a:pt x="9446" y="3334"/>
                </a:lnTo>
                <a:lnTo>
                  <a:pt x="10001" y="3889"/>
                </a:lnTo>
                <a:close/>
              </a:path>
            </a:pathLst>
          </a:custGeom>
          <a:solidFill>
            <a:srgbClr val="C7372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Kształt 27"/>
          <p:cNvSpPr/>
          <p:nvPr/>
        </p:nvSpPr>
        <p:spPr>
          <a:xfrm>
            <a:off x="7897018" y="4201269"/>
            <a:ext cx="50006" cy="47228"/>
          </a:xfrm>
          <a:custGeom>
            <a:avLst/>
            <a:gdLst/>
            <a:ahLst/>
            <a:cxnLst/>
            <a:rect l="0" t="0" r="r" b="b"/>
            <a:pathLst>
              <a:path w="50006" h="47228">
                <a:moveTo>
                  <a:pt x="0" y="16669"/>
                </a:moveTo>
                <a:lnTo>
                  <a:pt x="25003" y="0"/>
                </a:lnTo>
                <a:lnTo>
                  <a:pt x="50006" y="11112"/>
                </a:lnTo>
                <a:lnTo>
                  <a:pt x="41672" y="41672"/>
                </a:lnTo>
                <a:lnTo>
                  <a:pt x="16669" y="47228"/>
                </a:lnTo>
                <a:lnTo>
                  <a:pt x="2778" y="36116"/>
                </a:lnTo>
                <a:close/>
              </a:path>
            </a:pathLst>
          </a:custGeom>
          <a:solidFill>
            <a:srgbClr val="D934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28"/>
          <p:cNvSpPr/>
          <p:nvPr/>
        </p:nvSpPr>
        <p:spPr>
          <a:xfrm>
            <a:off x="7905352" y="4207936"/>
            <a:ext cx="19447" cy="21114"/>
          </a:xfrm>
          <a:custGeom>
            <a:avLst/>
            <a:gdLst/>
            <a:ahLst/>
            <a:cxnLst/>
            <a:rect l="0" t="0" r="r" b="b"/>
            <a:pathLst>
              <a:path w="19447" h="21114">
                <a:moveTo>
                  <a:pt x="0" y="10001"/>
                </a:moveTo>
                <a:lnTo>
                  <a:pt x="16669" y="0"/>
                </a:lnTo>
                <a:lnTo>
                  <a:pt x="19447" y="12779"/>
                </a:lnTo>
                <a:lnTo>
                  <a:pt x="5556" y="21114"/>
                </a:lnTo>
                <a:close/>
              </a:path>
            </a:pathLst>
          </a:custGeom>
          <a:solidFill>
            <a:srgbClr val="EF5A4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29"/>
          <p:cNvSpPr/>
          <p:nvPr/>
        </p:nvSpPr>
        <p:spPr>
          <a:xfrm>
            <a:off x="7920354" y="4184600"/>
            <a:ext cx="15557" cy="21114"/>
          </a:xfrm>
          <a:custGeom>
            <a:avLst/>
            <a:gdLst/>
            <a:ahLst/>
            <a:cxnLst/>
            <a:rect l="0" t="0" r="r" b="b"/>
            <a:pathLst>
              <a:path w="15557" h="21114">
                <a:moveTo>
                  <a:pt x="0" y="19447"/>
                </a:moveTo>
                <a:lnTo>
                  <a:pt x="7223" y="0"/>
                </a:lnTo>
                <a:lnTo>
                  <a:pt x="15557" y="3334"/>
                </a:lnTo>
                <a:lnTo>
                  <a:pt x="7779" y="21114"/>
                </a:lnTo>
                <a:close/>
              </a:path>
            </a:pathLst>
          </a:custGeom>
          <a:solidFill>
            <a:srgbClr val="3F8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ekst: B"/>
          <p:cNvSpPr txBox="1"/>
          <p:nvPr/>
        </p:nvSpPr>
        <p:spPr>
          <a:xfrm>
            <a:off x="7702550" y="4019500"/>
            <a:ext cx="355600" cy="952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" kern="100" dirty="0">
                <a:solidFill>
                  <a:srgbClr val="FFFFFF"/>
                </a:solidFill>
                <a:latin typeface="Lato Black"/>
                <a:cs typeface="Lato Black"/>
              </a:rPr>
              <a:t>B</a:t>
            </a:r>
            <a:endParaRPr lang="pl-PL" sz="75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65" name="Tekst: Chipsy paprykowe · marka B"/>
          <p:cNvSpPr txBox="1"/>
          <p:nvPr/>
        </p:nvSpPr>
        <p:spPr>
          <a:xfrm>
            <a:off x="8152978" y="3971850"/>
            <a:ext cx="22632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Chipsy paprykowe · marka B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66" name="Tekst: 150 g"/>
          <p:cNvSpPr txBox="1"/>
          <p:nvPr/>
        </p:nvSpPr>
        <p:spPr>
          <a:xfrm>
            <a:off x="8152978" y="4169965"/>
            <a:ext cx="22098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150 g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67" name="Tekst: 6,99 zł"/>
          <p:cNvSpPr txBox="1"/>
          <p:nvPr/>
        </p:nvSpPr>
        <p:spPr>
          <a:xfrm>
            <a:off x="10451678" y="40576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6,99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68" name="Kształt 30"/>
          <p:cNvSpPr/>
          <p:nvPr/>
        </p:nvSpPr>
        <p:spPr>
          <a:xfrm>
            <a:off x="10960100" y="403855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ekst: + 2"/>
          <p:cNvSpPr txBox="1"/>
          <p:nvPr/>
        </p:nvSpPr>
        <p:spPr>
          <a:xfrm>
            <a:off x="10960100" y="4052838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70" name="Linia 6"/>
          <p:cNvSpPr/>
          <p:nvPr/>
        </p:nvSpPr>
        <p:spPr>
          <a:xfrm>
            <a:off x="7696200" y="4898975"/>
            <a:ext cx="3467100" cy="635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Kształt 31"/>
          <p:cNvSpPr/>
          <p:nvPr/>
        </p:nvSpPr>
        <p:spPr>
          <a:xfrm>
            <a:off x="7791449" y="4503688"/>
            <a:ext cx="177800" cy="288925"/>
          </a:xfrm>
          <a:custGeom>
            <a:avLst/>
            <a:gdLst/>
            <a:ahLst/>
            <a:cxnLst/>
            <a:rect l="0" t="0" r="r" b="b"/>
            <a:pathLst>
              <a:path w="177800" h="288925">
                <a:moveTo>
                  <a:pt x="11112" y="0"/>
                </a:moveTo>
                <a:lnTo>
                  <a:pt x="166687" y="0"/>
                </a:lnTo>
                <a:lnTo>
                  <a:pt x="175022" y="77787"/>
                </a:lnTo>
                <a:lnTo>
                  <a:pt x="177800" y="144462"/>
                </a:lnTo>
                <a:lnTo>
                  <a:pt x="175022" y="211137"/>
                </a:lnTo>
                <a:lnTo>
                  <a:pt x="166687" y="288925"/>
                </a:lnTo>
                <a:lnTo>
                  <a:pt x="11112" y="288925"/>
                </a:lnTo>
                <a:lnTo>
                  <a:pt x="2778" y="211137"/>
                </a:lnTo>
                <a:lnTo>
                  <a:pt x="0" y="144462"/>
                </a:lnTo>
                <a:lnTo>
                  <a:pt x="2778" y="77787"/>
                </a:lnTo>
                <a:close/>
              </a:path>
            </a:pathLst>
          </a:cu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Kształt 32"/>
          <p:cNvSpPr/>
          <p:nvPr/>
        </p:nvSpPr>
        <p:spPr>
          <a:xfrm>
            <a:off x="7791449" y="4503688"/>
            <a:ext cx="44450" cy="288925"/>
          </a:xfrm>
          <a:custGeom>
            <a:avLst/>
            <a:gdLst/>
            <a:ahLst/>
            <a:cxnLst/>
            <a:rect l="0" t="0" r="r" b="b"/>
            <a:pathLst>
              <a:path w="44450" h="288925">
                <a:moveTo>
                  <a:pt x="11112" y="0"/>
                </a:moveTo>
                <a:lnTo>
                  <a:pt x="44450" y="0"/>
                </a:lnTo>
                <a:lnTo>
                  <a:pt x="44450" y="288925"/>
                </a:lnTo>
                <a:lnTo>
                  <a:pt x="11112" y="288925"/>
                </a:lnTo>
                <a:lnTo>
                  <a:pt x="2778" y="211137"/>
                </a:lnTo>
                <a:lnTo>
                  <a:pt x="0" y="144462"/>
                </a:lnTo>
                <a:lnTo>
                  <a:pt x="2778" y="77787"/>
                </a:lnTo>
                <a:close/>
              </a:path>
            </a:pathLst>
          </a:custGeom>
          <a:solidFill>
            <a:srgbClr val="3A8F6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Kształt 33"/>
          <p:cNvSpPr/>
          <p:nvPr/>
        </p:nvSpPr>
        <p:spPr>
          <a:xfrm>
            <a:off x="7930356" y="4503688"/>
            <a:ext cx="38894" cy="288925"/>
          </a:xfrm>
          <a:custGeom>
            <a:avLst/>
            <a:gdLst/>
            <a:ahLst/>
            <a:cxnLst/>
            <a:rect l="0" t="0" r="r" b="b"/>
            <a:pathLst>
              <a:path w="38894" h="288925">
                <a:moveTo>
                  <a:pt x="0" y="0"/>
                </a:moveTo>
                <a:lnTo>
                  <a:pt x="27781" y="0"/>
                </a:lnTo>
                <a:lnTo>
                  <a:pt x="36116" y="77787"/>
                </a:lnTo>
                <a:lnTo>
                  <a:pt x="38894" y="144462"/>
                </a:lnTo>
                <a:lnTo>
                  <a:pt x="36116" y="211137"/>
                </a:lnTo>
                <a:lnTo>
                  <a:pt x="27781" y="288925"/>
                </a:lnTo>
                <a:lnTo>
                  <a:pt x="0" y="288925"/>
                </a:lnTo>
                <a:close/>
              </a:path>
            </a:pathLst>
          </a:custGeom>
          <a:solidFill>
            <a:srgbClr val="276B4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Kształt 34"/>
          <p:cNvSpPr/>
          <p:nvPr/>
        </p:nvSpPr>
        <p:spPr>
          <a:xfrm>
            <a:off x="7802562" y="4464794"/>
            <a:ext cx="155575" cy="38894"/>
          </a:xfrm>
          <a:custGeom>
            <a:avLst/>
            <a:gdLst/>
            <a:ahLst/>
            <a:cxnLst/>
            <a:rect l="0" t="0" r="r" b="b"/>
            <a:pathLst>
              <a:path w="155575" h="38894">
                <a:moveTo>
                  <a:pt x="0" y="0"/>
                </a:moveTo>
                <a:lnTo>
                  <a:pt x="19447" y="16669"/>
                </a:lnTo>
                <a:lnTo>
                  <a:pt x="38894" y="0"/>
                </a:lnTo>
                <a:lnTo>
                  <a:pt x="58341" y="16669"/>
                </a:lnTo>
                <a:lnTo>
                  <a:pt x="77787" y="0"/>
                </a:lnTo>
                <a:lnTo>
                  <a:pt x="97234" y="16669"/>
                </a:lnTo>
                <a:lnTo>
                  <a:pt x="116681" y="0"/>
                </a:lnTo>
                <a:lnTo>
                  <a:pt x="136128" y="16669"/>
                </a:lnTo>
                <a:lnTo>
                  <a:pt x="155575" y="0"/>
                </a:lnTo>
                <a:lnTo>
                  <a:pt x="155575" y="38894"/>
                </a:lnTo>
                <a:lnTo>
                  <a:pt x="0" y="38894"/>
                </a:lnTo>
                <a:close/>
              </a:path>
            </a:pathLst>
          </a:custGeom>
          <a:solidFill>
            <a:srgbClr val="1F5C4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Kształt 35"/>
          <p:cNvSpPr/>
          <p:nvPr/>
        </p:nvSpPr>
        <p:spPr>
          <a:xfrm>
            <a:off x="7802562" y="4792613"/>
            <a:ext cx="155575" cy="38894"/>
          </a:xfrm>
          <a:custGeom>
            <a:avLst/>
            <a:gdLst/>
            <a:ahLst/>
            <a:cxnLst/>
            <a:rect l="0" t="0" r="r" b="b"/>
            <a:pathLst>
              <a:path w="155575" h="38894">
                <a:moveTo>
                  <a:pt x="0" y="0"/>
                </a:moveTo>
                <a:lnTo>
                  <a:pt x="155575" y="0"/>
                </a:lnTo>
                <a:lnTo>
                  <a:pt x="155575" y="38894"/>
                </a:lnTo>
                <a:lnTo>
                  <a:pt x="136128" y="22225"/>
                </a:lnTo>
                <a:lnTo>
                  <a:pt x="116681" y="38894"/>
                </a:lnTo>
                <a:lnTo>
                  <a:pt x="97234" y="22225"/>
                </a:lnTo>
                <a:lnTo>
                  <a:pt x="77787" y="38894"/>
                </a:lnTo>
                <a:lnTo>
                  <a:pt x="58341" y="22225"/>
                </a:lnTo>
                <a:lnTo>
                  <a:pt x="38894" y="38894"/>
                </a:lnTo>
                <a:lnTo>
                  <a:pt x="19447" y="22225"/>
                </a:lnTo>
                <a:lnTo>
                  <a:pt x="0" y="38894"/>
                </a:lnTo>
                <a:close/>
              </a:path>
            </a:pathLst>
          </a:custGeom>
          <a:solidFill>
            <a:srgbClr val="1F5C4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Kształt 36"/>
          <p:cNvSpPr/>
          <p:nvPr/>
        </p:nvSpPr>
        <p:spPr>
          <a:xfrm>
            <a:off x="7824787" y="4598144"/>
            <a:ext cx="111125" cy="172244"/>
          </a:xfrm>
          <a:custGeom>
            <a:avLst/>
            <a:gdLst/>
            <a:ahLst/>
            <a:cxnLst/>
            <a:rect l="0" t="0" r="r" b="b"/>
            <a:pathLst>
              <a:path w="111125" h="172244">
                <a:moveTo>
                  <a:pt x="11112" y="0"/>
                </a:moveTo>
                <a:lnTo>
                  <a:pt x="100012" y="0"/>
                </a:lnTo>
                <a:lnTo>
                  <a:pt x="111125" y="11112"/>
                </a:lnTo>
                <a:lnTo>
                  <a:pt x="111125" y="161131"/>
                </a:lnTo>
                <a:lnTo>
                  <a:pt x="100012" y="172244"/>
                </a:lnTo>
                <a:lnTo>
                  <a:pt x="11112" y="172244"/>
                </a:lnTo>
                <a:lnTo>
                  <a:pt x="0" y="161131"/>
                </a:lnTo>
                <a:lnTo>
                  <a:pt x="0" y="11112"/>
                </a:lnTo>
                <a:close/>
              </a:path>
            </a:pathLst>
          </a:custGeom>
          <a:solidFill>
            <a:srgbClr val="EEF4E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Kształt 37"/>
          <p:cNvSpPr/>
          <p:nvPr/>
        </p:nvSpPr>
        <p:spPr>
          <a:xfrm>
            <a:off x="7833121" y="4625925"/>
            <a:ext cx="41116" cy="133350"/>
          </a:xfrm>
          <a:custGeom>
            <a:avLst/>
            <a:gdLst/>
            <a:ahLst/>
            <a:cxnLst/>
            <a:rect l="0" t="0" r="r" b="b"/>
            <a:pathLst>
              <a:path w="41116" h="133350">
                <a:moveTo>
                  <a:pt x="0" y="133350"/>
                </a:moveTo>
                <a:lnTo>
                  <a:pt x="14446" y="133350"/>
                </a:lnTo>
                <a:lnTo>
                  <a:pt x="41116" y="0"/>
                </a:lnTo>
                <a:lnTo>
                  <a:pt x="26670" y="0"/>
                </a:lnTo>
                <a:close/>
              </a:path>
            </a:pathLst>
          </a:custGeom>
          <a:solidFill>
            <a:srgbClr val="D9A0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Kształt 38"/>
          <p:cNvSpPr/>
          <p:nvPr/>
        </p:nvSpPr>
        <p:spPr>
          <a:xfrm>
            <a:off x="7852568" y="4609256"/>
            <a:ext cx="45006" cy="152797"/>
          </a:xfrm>
          <a:custGeom>
            <a:avLst/>
            <a:gdLst/>
            <a:ahLst/>
            <a:cxnLst/>
            <a:rect l="0" t="0" r="r" b="b"/>
            <a:pathLst>
              <a:path w="45006" h="152797">
                <a:moveTo>
                  <a:pt x="0" y="152797"/>
                </a:moveTo>
                <a:lnTo>
                  <a:pt x="14446" y="152797"/>
                </a:lnTo>
                <a:lnTo>
                  <a:pt x="45006" y="0"/>
                </a:lnTo>
                <a:lnTo>
                  <a:pt x="30559" y="0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Kształt 39"/>
          <p:cNvSpPr/>
          <p:nvPr/>
        </p:nvSpPr>
        <p:spPr>
          <a:xfrm>
            <a:off x="7872015" y="4617591"/>
            <a:ext cx="41672" cy="136128"/>
          </a:xfrm>
          <a:custGeom>
            <a:avLst/>
            <a:gdLst/>
            <a:ahLst/>
            <a:cxnLst/>
            <a:rect l="0" t="0" r="r" b="b"/>
            <a:pathLst>
              <a:path w="41672" h="136128">
                <a:moveTo>
                  <a:pt x="0" y="136128"/>
                </a:moveTo>
                <a:lnTo>
                  <a:pt x="14446" y="136128"/>
                </a:lnTo>
                <a:lnTo>
                  <a:pt x="41672" y="0"/>
                </a:lnTo>
                <a:lnTo>
                  <a:pt x="27226" y="0"/>
                </a:lnTo>
                <a:close/>
              </a:path>
            </a:pathLst>
          </a:custGeom>
          <a:solidFill>
            <a:srgbClr val="D9A0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Kształt 40"/>
          <p:cNvSpPr/>
          <p:nvPr/>
        </p:nvSpPr>
        <p:spPr>
          <a:xfrm>
            <a:off x="7891462" y="4625925"/>
            <a:ext cx="41672" cy="136128"/>
          </a:xfrm>
          <a:custGeom>
            <a:avLst/>
            <a:gdLst/>
            <a:ahLst/>
            <a:cxnLst/>
            <a:rect l="0" t="0" r="r" b="b"/>
            <a:pathLst>
              <a:path w="41672" h="136128">
                <a:moveTo>
                  <a:pt x="0" y="136128"/>
                </a:moveTo>
                <a:lnTo>
                  <a:pt x="14446" y="136128"/>
                </a:lnTo>
                <a:lnTo>
                  <a:pt x="41672" y="0"/>
                </a:lnTo>
                <a:lnTo>
                  <a:pt x="27226" y="0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Kształt 41"/>
          <p:cNvSpPr/>
          <p:nvPr/>
        </p:nvSpPr>
        <p:spPr>
          <a:xfrm>
            <a:off x="7860902" y="4670375"/>
            <a:ext cx="23336" cy="44450"/>
          </a:xfrm>
          <a:custGeom>
            <a:avLst/>
            <a:gdLst/>
            <a:ahLst/>
            <a:cxnLst/>
            <a:rect l="0" t="0" r="r" b="b"/>
            <a:pathLst>
              <a:path w="23336" h="44450">
                <a:moveTo>
                  <a:pt x="0" y="44450"/>
                </a:moveTo>
                <a:lnTo>
                  <a:pt x="14446" y="44450"/>
                </a:lnTo>
                <a:lnTo>
                  <a:pt x="23336" y="0"/>
                </a:lnTo>
                <a:lnTo>
                  <a:pt x="8890" y="0"/>
                </a:lnTo>
                <a:close/>
              </a:path>
            </a:pathLst>
          </a:custGeom>
          <a:solidFill>
            <a:srgbClr val="CF945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Kształt 42"/>
          <p:cNvSpPr/>
          <p:nvPr/>
        </p:nvSpPr>
        <p:spPr>
          <a:xfrm>
            <a:off x="7837566" y="4727605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1667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1667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Kształt 43"/>
          <p:cNvSpPr/>
          <p:nvPr/>
        </p:nvSpPr>
        <p:spPr>
          <a:xfrm>
            <a:off x="7846456" y="4666486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2222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2222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Kształt 44"/>
          <p:cNvSpPr/>
          <p:nvPr/>
        </p:nvSpPr>
        <p:spPr>
          <a:xfrm>
            <a:off x="7859791" y="4710936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1667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1667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Kształt 45"/>
          <p:cNvSpPr/>
          <p:nvPr/>
        </p:nvSpPr>
        <p:spPr>
          <a:xfrm>
            <a:off x="7867570" y="4644261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1667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1667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Kształt 46"/>
          <p:cNvSpPr/>
          <p:nvPr/>
        </p:nvSpPr>
        <p:spPr>
          <a:xfrm>
            <a:off x="7882016" y="4733161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1667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1667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Kształt 47"/>
          <p:cNvSpPr/>
          <p:nvPr/>
        </p:nvSpPr>
        <p:spPr>
          <a:xfrm>
            <a:off x="7890906" y="4666486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2222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2222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Kształt 48"/>
          <p:cNvSpPr/>
          <p:nvPr/>
        </p:nvSpPr>
        <p:spPr>
          <a:xfrm>
            <a:off x="7902019" y="4627592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2222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2222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Kształt 49"/>
          <p:cNvSpPr/>
          <p:nvPr/>
        </p:nvSpPr>
        <p:spPr>
          <a:xfrm>
            <a:off x="7876460" y="4694267"/>
            <a:ext cx="7779" cy="7779"/>
          </a:xfrm>
          <a:custGeom>
            <a:avLst/>
            <a:gdLst/>
            <a:ahLst/>
            <a:cxnLst/>
            <a:rect l="0" t="0" r="r" b="b"/>
            <a:pathLst>
              <a:path w="7779" h="7779">
                <a:moveTo>
                  <a:pt x="7779" y="3889"/>
                </a:moveTo>
                <a:lnTo>
                  <a:pt x="7779" y="4445"/>
                </a:lnTo>
                <a:lnTo>
                  <a:pt x="7779" y="5001"/>
                </a:lnTo>
                <a:lnTo>
                  <a:pt x="7223" y="6112"/>
                </a:lnTo>
                <a:lnTo>
                  <a:pt x="6667" y="6112"/>
                </a:lnTo>
                <a:lnTo>
                  <a:pt x="6112" y="6667"/>
                </a:lnTo>
                <a:lnTo>
                  <a:pt x="6112" y="7223"/>
                </a:lnTo>
                <a:lnTo>
                  <a:pt x="5001" y="7779"/>
                </a:lnTo>
                <a:lnTo>
                  <a:pt x="4445" y="7779"/>
                </a:lnTo>
                <a:lnTo>
                  <a:pt x="3889" y="7779"/>
                </a:lnTo>
                <a:lnTo>
                  <a:pt x="3334" y="7779"/>
                </a:lnTo>
                <a:lnTo>
                  <a:pt x="2778" y="7779"/>
                </a:lnTo>
                <a:lnTo>
                  <a:pt x="1667" y="7223"/>
                </a:lnTo>
                <a:lnTo>
                  <a:pt x="1667" y="6667"/>
                </a:lnTo>
                <a:lnTo>
                  <a:pt x="1111" y="6112"/>
                </a:lnTo>
                <a:lnTo>
                  <a:pt x="556" y="6112"/>
                </a:lnTo>
                <a:lnTo>
                  <a:pt x="0" y="5001"/>
                </a:lnTo>
                <a:lnTo>
                  <a:pt x="0" y="4445"/>
                </a:lnTo>
                <a:lnTo>
                  <a:pt x="0" y="3889"/>
                </a:lnTo>
                <a:lnTo>
                  <a:pt x="0" y="3334"/>
                </a:lnTo>
                <a:lnTo>
                  <a:pt x="0" y="2778"/>
                </a:lnTo>
                <a:lnTo>
                  <a:pt x="556" y="1667"/>
                </a:lnTo>
                <a:lnTo>
                  <a:pt x="1111" y="1667"/>
                </a:lnTo>
                <a:lnTo>
                  <a:pt x="1667" y="1111"/>
                </a:lnTo>
                <a:lnTo>
                  <a:pt x="1667" y="556"/>
                </a:lnTo>
                <a:lnTo>
                  <a:pt x="2778" y="0"/>
                </a:lnTo>
                <a:lnTo>
                  <a:pt x="3334" y="0"/>
                </a:lnTo>
                <a:lnTo>
                  <a:pt x="3889" y="0"/>
                </a:lnTo>
                <a:lnTo>
                  <a:pt x="4445" y="0"/>
                </a:lnTo>
                <a:lnTo>
                  <a:pt x="5001" y="0"/>
                </a:lnTo>
                <a:lnTo>
                  <a:pt x="6112" y="556"/>
                </a:lnTo>
                <a:lnTo>
                  <a:pt x="6112" y="1111"/>
                </a:lnTo>
                <a:lnTo>
                  <a:pt x="6667" y="1667"/>
                </a:lnTo>
                <a:lnTo>
                  <a:pt x="7223" y="1667"/>
                </a:lnTo>
                <a:lnTo>
                  <a:pt x="7779" y="2778"/>
                </a:lnTo>
                <a:lnTo>
                  <a:pt x="7779" y="33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Kształt 50"/>
          <p:cNvSpPr/>
          <p:nvPr/>
        </p:nvSpPr>
        <p:spPr>
          <a:xfrm>
            <a:off x="7916465" y="4609256"/>
            <a:ext cx="19447" cy="161131"/>
          </a:xfrm>
          <a:custGeom>
            <a:avLst/>
            <a:gdLst/>
            <a:ahLst/>
            <a:cxnLst/>
            <a:rect l="0" t="0" r="r" b="b"/>
            <a:pathLst>
              <a:path w="19447" h="161131">
                <a:moveTo>
                  <a:pt x="0" y="0"/>
                </a:moveTo>
                <a:lnTo>
                  <a:pt x="19447" y="0"/>
                </a:lnTo>
                <a:lnTo>
                  <a:pt x="19447" y="150019"/>
                </a:lnTo>
                <a:lnTo>
                  <a:pt x="8334" y="161131"/>
                </a:lnTo>
                <a:lnTo>
                  <a:pt x="0" y="161131"/>
                </a:lnTo>
                <a:close/>
              </a:path>
            </a:pathLst>
          </a:custGeom>
          <a:solidFill>
            <a:srgbClr val="FFFFFF">
              <a:alpha val="4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ekst: C"/>
          <p:cNvSpPr txBox="1"/>
          <p:nvPr/>
        </p:nvSpPr>
        <p:spPr>
          <a:xfrm>
            <a:off x="7702550" y="4517340"/>
            <a:ext cx="355600" cy="762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00" kern="100" dirty="0">
                <a:solidFill>
                  <a:srgbClr val="FFFFFF"/>
                </a:solidFill>
                <a:latin typeface="Lato Black"/>
                <a:cs typeface="Lato Black"/>
              </a:rPr>
              <a:t>C</a:t>
            </a:r>
            <a:endParaRPr lang="pl-PL" sz="6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92" name="Tekst: Paluszki solone · marka C"/>
          <p:cNvSpPr txBox="1"/>
          <p:nvPr/>
        </p:nvSpPr>
        <p:spPr>
          <a:xfrm>
            <a:off x="8152978" y="4479850"/>
            <a:ext cx="22098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Paluszki solone · marka C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93" name="Tekst: 200 g"/>
          <p:cNvSpPr txBox="1"/>
          <p:nvPr/>
        </p:nvSpPr>
        <p:spPr>
          <a:xfrm>
            <a:off x="8152978" y="4677966"/>
            <a:ext cx="22098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200 g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94" name="Tekst: 4,49 zł"/>
          <p:cNvSpPr txBox="1"/>
          <p:nvPr/>
        </p:nvSpPr>
        <p:spPr>
          <a:xfrm>
            <a:off x="10451678" y="45656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4,49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95" name="Kształt 51"/>
          <p:cNvSpPr/>
          <p:nvPr/>
        </p:nvSpPr>
        <p:spPr>
          <a:xfrm>
            <a:off x="10960100" y="454655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Tekst: + 3"/>
          <p:cNvSpPr txBox="1"/>
          <p:nvPr/>
        </p:nvSpPr>
        <p:spPr>
          <a:xfrm>
            <a:off x="10960100" y="4560838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97" name="Linia 7"/>
          <p:cNvSpPr/>
          <p:nvPr/>
        </p:nvSpPr>
        <p:spPr>
          <a:xfrm>
            <a:off x="7696200" y="5406975"/>
            <a:ext cx="3467100" cy="635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52"/>
          <p:cNvSpPr/>
          <p:nvPr/>
        </p:nvSpPr>
        <p:spPr>
          <a:xfrm>
            <a:off x="7774781" y="5111700"/>
            <a:ext cx="55562" cy="222250"/>
          </a:xfrm>
          <a:custGeom>
            <a:avLst/>
            <a:gdLst/>
            <a:ahLst/>
            <a:cxnLst/>
            <a:rect l="0" t="0" r="r" b="b"/>
            <a:pathLst>
              <a:path w="55562" h="222250">
                <a:moveTo>
                  <a:pt x="0" y="0"/>
                </a:moveTo>
                <a:lnTo>
                  <a:pt x="35560" y="0"/>
                </a:lnTo>
                <a:lnTo>
                  <a:pt x="55562" y="222250"/>
                </a:lnTo>
                <a:lnTo>
                  <a:pt x="30559" y="222250"/>
                </a:lnTo>
                <a:close/>
              </a:path>
            </a:pathLst>
          </a:custGeom>
          <a:solidFill>
            <a:srgbClr val="7A3E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53"/>
          <p:cNvSpPr/>
          <p:nvPr/>
        </p:nvSpPr>
        <p:spPr>
          <a:xfrm>
            <a:off x="7810341" y="5111700"/>
            <a:ext cx="45006" cy="222250"/>
          </a:xfrm>
          <a:custGeom>
            <a:avLst/>
            <a:gdLst/>
            <a:ahLst/>
            <a:cxnLst/>
            <a:rect l="0" t="0" r="r" b="b"/>
            <a:pathLst>
              <a:path w="45006" h="222250">
                <a:moveTo>
                  <a:pt x="0" y="0"/>
                </a:moveTo>
                <a:lnTo>
                  <a:pt x="35560" y="0"/>
                </a:lnTo>
                <a:lnTo>
                  <a:pt x="45006" y="222250"/>
                </a:lnTo>
                <a:lnTo>
                  <a:pt x="20002" y="222250"/>
                </a:lnTo>
                <a:close/>
              </a:path>
            </a:pathLst>
          </a:custGeom>
          <a:solidFill>
            <a:srgbClr val="FFF4E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54"/>
          <p:cNvSpPr/>
          <p:nvPr/>
        </p:nvSpPr>
        <p:spPr>
          <a:xfrm>
            <a:off x="7845901" y="5111700"/>
            <a:ext cx="35560" cy="222250"/>
          </a:xfrm>
          <a:custGeom>
            <a:avLst/>
            <a:gdLst/>
            <a:ahLst/>
            <a:cxnLst/>
            <a:rect l="0" t="0" r="r" b="b"/>
            <a:pathLst>
              <a:path w="35560" h="222250">
                <a:moveTo>
                  <a:pt x="0" y="0"/>
                </a:moveTo>
                <a:lnTo>
                  <a:pt x="35560" y="0"/>
                </a:lnTo>
                <a:lnTo>
                  <a:pt x="34449" y="222250"/>
                </a:lnTo>
                <a:lnTo>
                  <a:pt x="9446" y="222250"/>
                </a:lnTo>
                <a:close/>
              </a:path>
            </a:pathLst>
          </a:custGeom>
          <a:solidFill>
            <a:srgbClr val="7A3E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55"/>
          <p:cNvSpPr/>
          <p:nvPr/>
        </p:nvSpPr>
        <p:spPr>
          <a:xfrm>
            <a:off x="7880349" y="5111700"/>
            <a:ext cx="36671" cy="222250"/>
          </a:xfrm>
          <a:custGeom>
            <a:avLst/>
            <a:gdLst/>
            <a:ahLst/>
            <a:cxnLst/>
            <a:rect l="0" t="0" r="r" b="b"/>
            <a:pathLst>
              <a:path w="36671" h="222250">
                <a:moveTo>
                  <a:pt x="1111" y="0"/>
                </a:moveTo>
                <a:lnTo>
                  <a:pt x="36671" y="0"/>
                </a:lnTo>
                <a:lnTo>
                  <a:pt x="25003" y="222250"/>
                </a:lnTo>
                <a:lnTo>
                  <a:pt x="0" y="222250"/>
                </a:lnTo>
                <a:close/>
              </a:path>
            </a:pathLst>
          </a:custGeom>
          <a:solidFill>
            <a:srgbClr val="F1E6D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56"/>
          <p:cNvSpPr/>
          <p:nvPr/>
        </p:nvSpPr>
        <p:spPr>
          <a:xfrm>
            <a:off x="7905352" y="5111700"/>
            <a:ext cx="47228" cy="222250"/>
          </a:xfrm>
          <a:custGeom>
            <a:avLst/>
            <a:gdLst/>
            <a:ahLst/>
            <a:cxnLst/>
            <a:rect l="0" t="0" r="r" b="b"/>
            <a:pathLst>
              <a:path w="47228" h="222250">
                <a:moveTo>
                  <a:pt x="11668" y="0"/>
                </a:moveTo>
                <a:lnTo>
                  <a:pt x="47228" y="0"/>
                </a:lnTo>
                <a:lnTo>
                  <a:pt x="25003" y="222250"/>
                </a:lnTo>
                <a:lnTo>
                  <a:pt x="0" y="222250"/>
                </a:lnTo>
                <a:close/>
              </a:path>
            </a:pathLst>
          </a:custGeom>
          <a:solidFill>
            <a:srgbClr val="65321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57"/>
          <p:cNvSpPr/>
          <p:nvPr/>
        </p:nvSpPr>
        <p:spPr>
          <a:xfrm>
            <a:off x="7930356" y="5111700"/>
            <a:ext cx="57785" cy="222250"/>
          </a:xfrm>
          <a:custGeom>
            <a:avLst/>
            <a:gdLst/>
            <a:ahLst/>
            <a:cxnLst/>
            <a:rect l="0" t="0" r="r" b="b"/>
            <a:pathLst>
              <a:path w="57785" h="222250">
                <a:moveTo>
                  <a:pt x="22225" y="0"/>
                </a:moveTo>
                <a:lnTo>
                  <a:pt x="57785" y="0"/>
                </a:lnTo>
                <a:lnTo>
                  <a:pt x="25003" y="222250"/>
                </a:lnTo>
                <a:lnTo>
                  <a:pt x="0" y="222250"/>
                </a:lnTo>
                <a:close/>
              </a:path>
            </a:pathLst>
          </a:custGeom>
          <a:solidFill>
            <a:srgbClr val="F1E6D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58"/>
          <p:cNvSpPr/>
          <p:nvPr/>
        </p:nvSpPr>
        <p:spPr>
          <a:xfrm>
            <a:off x="7772002" y="5079474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59"/>
          <p:cNvSpPr/>
          <p:nvPr/>
        </p:nvSpPr>
        <p:spPr>
          <a:xfrm>
            <a:off x="7771447" y="5076696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2224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FF1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60"/>
          <p:cNvSpPr/>
          <p:nvPr/>
        </p:nvSpPr>
        <p:spPr>
          <a:xfrm>
            <a:off x="7778670" y="5083363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556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61"/>
          <p:cNvSpPr/>
          <p:nvPr/>
        </p:nvSpPr>
        <p:spPr>
          <a:xfrm>
            <a:off x="7816452" y="5068362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62"/>
          <p:cNvSpPr/>
          <p:nvPr/>
        </p:nvSpPr>
        <p:spPr>
          <a:xfrm>
            <a:off x="7815897" y="5065583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2224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8E7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63"/>
          <p:cNvSpPr/>
          <p:nvPr/>
        </p:nvSpPr>
        <p:spPr>
          <a:xfrm>
            <a:off x="7823120" y="5072251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556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Kształt 64"/>
          <p:cNvSpPr/>
          <p:nvPr/>
        </p:nvSpPr>
        <p:spPr>
          <a:xfrm>
            <a:off x="7860902" y="5079474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Kształt 65"/>
          <p:cNvSpPr/>
          <p:nvPr/>
        </p:nvSpPr>
        <p:spPr>
          <a:xfrm>
            <a:off x="7860347" y="5076696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2224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FF1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Kształt 66"/>
          <p:cNvSpPr/>
          <p:nvPr/>
        </p:nvSpPr>
        <p:spPr>
          <a:xfrm>
            <a:off x="7867570" y="5083363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556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67"/>
          <p:cNvSpPr/>
          <p:nvPr/>
        </p:nvSpPr>
        <p:spPr>
          <a:xfrm>
            <a:off x="7905352" y="5068362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68"/>
          <p:cNvSpPr/>
          <p:nvPr/>
        </p:nvSpPr>
        <p:spPr>
          <a:xfrm>
            <a:off x="7904797" y="5065583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2224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8E7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69"/>
          <p:cNvSpPr/>
          <p:nvPr/>
        </p:nvSpPr>
        <p:spPr>
          <a:xfrm>
            <a:off x="7912020" y="5072251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224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5556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224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556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Kształt 70"/>
          <p:cNvSpPr/>
          <p:nvPr/>
        </p:nvSpPr>
        <p:spPr>
          <a:xfrm>
            <a:off x="7944246" y="5085030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71"/>
          <p:cNvSpPr/>
          <p:nvPr/>
        </p:nvSpPr>
        <p:spPr>
          <a:xfrm>
            <a:off x="7943691" y="5082252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2224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FF1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72"/>
          <p:cNvSpPr/>
          <p:nvPr/>
        </p:nvSpPr>
        <p:spPr>
          <a:xfrm>
            <a:off x="7950914" y="5088920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224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5556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224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556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73"/>
          <p:cNvSpPr/>
          <p:nvPr/>
        </p:nvSpPr>
        <p:spPr>
          <a:xfrm>
            <a:off x="7794227" y="5035024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74"/>
          <p:cNvSpPr/>
          <p:nvPr/>
        </p:nvSpPr>
        <p:spPr>
          <a:xfrm>
            <a:off x="7793672" y="5032246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1668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8E7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75"/>
          <p:cNvSpPr/>
          <p:nvPr/>
        </p:nvSpPr>
        <p:spPr>
          <a:xfrm>
            <a:off x="7800895" y="5038913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001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76"/>
          <p:cNvSpPr/>
          <p:nvPr/>
        </p:nvSpPr>
        <p:spPr>
          <a:xfrm>
            <a:off x="7844234" y="5023912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77"/>
          <p:cNvSpPr/>
          <p:nvPr/>
        </p:nvSpPr>
        <p:spPr>
          <a:xfrm>
            <a:off x="7843678" y="5021133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1668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FF1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78"/>
          <p:cNvSpPr/>
          <p:nvPr/>
        </p:nvSpPr>
        <p:spPr>
          <a:xfrm>
            <a:off x="7850901" y="5027801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001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79"/>
          <p:cNvSpPr/>
          <p:nvPr/>
        </p:nvSpPr>
        <p:spPr>
          <a:xfrm>
            <a:off x="7888684" y="5029468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80"/>
          <p:cNvSpPr/>
          <p:nvPr/>
        </p:nvSpPr>
        <p:spPr>
          <a:xfrm>
            <a:off x="7888128" y="5026690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1668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8E7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81"/>
          <p:cNvSpPr/>
          <p:nvPr/>
        </p:nvSpPr>
        <p:spPr>
          <a:xfrm>
            <a:off x="7895351" y="5033357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224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5556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224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001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82"/>
          <p:cNvSpPr/>
          <p:nvPr/>
        </p:nvSpPr>
        <p:spPr>
          <a:xfrm>
            <a:off x="7927577" y="5046137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83"/>
          <p:cNvSpPr/>
          <p:nvPr/>
        </p:nvSpPr>
        <p:spPr>
          <a:xfrm>
            <a:off x="7927022" y="5043358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2224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FF1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84"/>
          <p:cNvSpPr/>
          <p:nvPr/>
        </p:nvSpPr>
        <p:spPr>
          <a:xfrm>
            <a:off x="7934245" y="5050026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224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5556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224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556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85"/>
          <p:cNvSpPr/>
          <p:nvPr/>
        </p:nvSpPr>
        <p:spPr>
          <a:xfrm>
            <a:off x="7860902" y="4985018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86"/>
          <p:cNvSpPr/>
          <p:nvPr/>
        </p:nvSpPr>
        <p:spPr>
          <a:xfrm>
            <a:off x="7860347" y="4982240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1668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8E7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87"/>
          <p:cNvSpPr/>
          <p:nvPr/>
        </p:nvSpPr>
        <p:spPr>
          <a:xfrm>
            <a:off x="7867570" y="4988907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001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001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88"/>
          <p:cNvSpPr/>
          <p:nvPr/>
        </p:nvSpPr>
        <p:spPr>
          <a:xfrm>
            <a:off x="7816452" y="4993352"/>
            <a:ext cx="55562" cy="51117"/>
          </a:xfrm>
          <a:custGeom>
            <a:avLst/>
            <a:gdLst/>
            <a:ahLst/>
            <a:cxnLst/>
            <a:rect l="0" t="0" r="r" b="b"/>
            <a:pathLst>
              <a:path w="55562" h="51117">
                <a:moveTo>
                  <a:pt x="55562" y="25559"/>
                </a:moveTo>
                <a:lnTo>
                  <a:pt x="55007" y="30004"/>
                </a:lnTo>
                <a:lnTo>
                  <a:pt x="53896" y="34449"/>
                </a:lnTo>
                <a:lnTo>
                  <a:pt x="51673" y="38338"/>
                </a:lnTo>
                <a:lnTo>
                  <a:pt x="48895" y="42227"/>
                </a:lnTo>
                <a:lnTo>
                  <a:pt x="45561" y="45006"/>
                </a:lnTo>
                <a:lnTo>
                  <a:pt x="41672" y="47784"/>
                </a:lnTo>
                <a:lnTo>
                  <a:pt x="37227" y="49451"/>
                </a:lnTo>
                <a:lnTo>
                  <a:pt x="32782" y="50562"/>
                </a:lnTo>
                <a:lnTo>
                  <a:pt x="27781" y="51117"/>
                </a:lnTo>
                <a:lnTo>
                  <a:pt x="22781" y="50562"/>
                </a:lnTo>
                <a:lnTo>
                  <a:pt x="18336" y="49451"/>
                </a:lnTo>
                <a:lnTo>
                  <a:pt x="13891" y="47784"/>
                </a:lnTo>
                <a:lnTo>
                  <a:pt x="10001" y="45006"/>
                </a:lnTo>
                <a:lnTo>
                  <a:pt x="6667" y="42227"/>
                </a:lnTo>
                <a:lnTo>
                  <a:pt x="3889" y="38338"/>
                </a:lnTo>
                <a:lnTo>
                  <a:pt x="1667" y="34449"/>
                </a:lnTo>
                <a:lnTo>
                  <a:pt x="556" y="30004"/>
                </a:lnTo>
                <a:lnTo>
                  <a:pt x="0" y="25559"/>
                </a:lnTo>
                <a:lnTo>
                  <a:pt x="556" y="21114"/>
                </a:lnTo>
                <a:lnTo>
                  <a:pt x="1667" y="16669"/>
                </a:lnTo>
                <a:lnTo>
                  <a:pt x="3889" y="12779"/>
                </a:lnTo>
                <a:lnTo>
                  <a:pt x="6667" y="8890"/>
                </a:lnTo>
                <a:lnTo>
                  <a:pt x="10001" y="6112"/>
                </a:lnTo>
                <a:lnTo>
                  <a:pt x="13891" y="3334"/>
                </a:lnTo>
                <a:lnTo>
                  <a:pt x="18336" y="1667"/>
                </a:lnTo>
                <a:lnTo>
                  <a:pt x="22781" y="556"/>
                </a:lnTo>
                <a:lnTo>
                  <a:pt x="27781" y="0"/>
                </a:lnTo>
                <a:lnTo>
                  <a:pt x="32782" y="556"/>
                </a:lnTo>
                <a:lnTo>
                  <a:pt x="37227" y="1667"/>
                </a:lnTo>
                <a:lnTo>
                  <a:pt x="41672" y="3334"/>
                </a:lnTo>
                <a:lnTo>
                  <a:pt x="45561" y="6112"/>
                </a:lnTo>
                <a:lnTo>
                  <a:pt x="48895" y="8890"/>
                </a:lnTo>
                <a:lnTo>
                  <a:pt x="51673" y="12779"/>
                </a:lnTo>
                <a:lnTo>
                  <a:pt x="53896" y="16669"/>
                </a:lnTo>
                <a:lnTo>
                  <a:pt x="55007" y="21114"/>
                </a:lnTo>
                <a:close/>
              </a:path>
            </a:pathLst>
          </a:custGeom>
          <a:solidFill>
            <a:srgbClr val="E7CF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89"/>
          <p:cNvSpPr/>
          <p:nvPr/>
        </p:nvSpPr>
        <p:spPr>
          <a:xfrm>
            <a:off x="7815897" y="4990574"/>
            <a:ext cx="51117" cy="47784"/>
          </a:xfrm>
          <a:custGeom>
            <a:avLst/>
            <a:gdLst/>
            <a:ahLst/>
            <a:cxnLst/>
            <a:rect l="0" t="0" r="r" b="b"/>
            <a:pathLst>
              <a:path w="51117" h="47784">
                <a:moveTo>
                  <a:pt x="51117" y="23892"/>
                </a:moveTo>
                <a:lnTo>
                  <a:pt x="50562" y="27781"/>
                </a:lnTo>
                <a:lnTo>
                  <a:pt x="49451" y="32226"/>
                </a:lnTo>
                <a:lnTo>
                  <a:pt x="47784" y="35560"/>
                </a:lnTo>
                <a:lnTo>
                  <a:pt x="45006" y="39449"/>
                </a:lnTo>
                <a:lnTo>
                  <a:pt x="42227" y="42227"/>
                </a:lnTo>
                <a:lnTo>
                  <a:pt x="38338" y="44450"/>
                </a:lnTo>
                <a:lnTo>
                  <a:pt x="34449" y="46117"/>
                </a:lnTo>
                <a:lnTo>
                  <a:pt x="30004" y="47228"/>
                </a:lnTo>
                <a:lnTo>
                  <a:pt x="25559" y="47784"/>
                </a:lnTo>
                <a:lnTo>
                  <a:pt x="21114" y="47228"/>
                </a:lnTo>
                <a:lnTo>
                  <a:pt x="16669" y="46117"/>
                </a:lnTo>
                <a:lnTo>
                  <a:pt x="12779" y="44450"/>
                </a:lnTo>
                <a:lnTo>
                  <a:pt x="8890" y="42227"/>
                </a:lnTo>
                <a:lnTo>
                  <a:pt x="6112" y="39449"/>
                </a:lnTo>
                <a:lnTo>
                  <a:pt x="3334" y="35560"/>
                </a:lnTo>
                <a:lnTo>
                  <a:pt x="1667" y="32226"/>
                </a:lnTo>
                <a:lnTo>
                  <a:pt x="556" y="27781"/>
                </a:lnTo>
                <a:lnTo>
                  <a:pt x="0" y="23892"/>
                </a:lnTo>
                <a:lnTo>
                  <a:pt x="556" y="20002"/>
                </a:lnTo>
                <a:lnTo>
                  <a:pt x="1667" y="15557"/>
                </a:lnTo>
                <a:lnTo>
                  <a:pt x="3334" y="11668"/>
                </a:lnTo>
                <a:lnTo>
                  <a:pt x="6112" y="8334"/>
                </a:lnTo>
                <a:lnTo>
                  <a:pt x="8890" y="5556"/>
                </a:lnTo>
                <a:lnTo>
                  <a:pt x="12779" y="3334"/>
                </a:lnTo>
                <a:lnTo>
                  <a:pt x="16669" y="1667"/>
                </a:lnTo>
                <a:lnTo>
                  <a:pt x="21114" y="556"/>
                </a:lnTo>
                <a:lnTo>
                  <a:pt x="25559" y="0"/>
                </a:lnTo>
                <a:lnTo>
                  <a:pt x="30004" y="556"/>
                </a:lnTo>
                <a:lnTo>
                  <a:pt x="34449" y="1667"/>
                </a:lnTo>
                <a:lnTo>
                  <a:pt x="38338" y="3334"/>
                </a:lnTo>
                <a:lnTo>
                  <a:pt x="42227" y="5556"/>
                </a:lnTo>
                <a:lnTo>
                  <a:pt x="45006" y="8334"/>
                </a:lnTo>
                <a:lnTo>
                  <a:pt x="47784" y="11668"/>
                </a:lnTo>
                <a:lnTo>
                  <a:pt x="49451" y="15557"/>
                </a:lnTo>
                <a:lnTo>
                  <a:pt x="50562" y="20002"/>
                </a:lnTo>
                <a:close/>
              </a:path>
            </a:pathLst>
          </a:custGeom>
          <a:solidFill>
            <a:srgbClr val="FFF1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90"/>
          <p:cNvSpPr/>
          <p:nvPr/>
        </p:nvSpPr>
        <p:spPr>
          <a:xfrm>
            <a:off x="7823120" y="4997242"/>
            <a:ext cx="23336" cy="21114"/>
          </a:xfrm>
          <a:custGeom>
            <a:avLst/>
            <a:gdLst/>
            <a:ahLst/>
            <a:cxnLst/>
            <a:rect l="0" t="0" r="r" b="b"/>
            <a:pathLst>
              <a:path w="23336" h="21114">
                <a:moveTo>
                  <a:pt x="23336" y="10557"/>
                </a:moveTo>
                <a:lnTo>
                  <a:pt x="23336" y="12224"/>
                </a:lnTo>
                <a:lnTo>
                  <a:pt x="22781" y="13891"/>
                </a:lnTo>
                <a:lnTo>
                  <a:pt x="21669" y="16113"/>
                </a:lnTo>
                <a:lnTo>
                  <a:pt x="20558" y="17224"/>
                </a:lnTo>
                <a:lnTo>
                  <a:pt x="18891" y="18891"/>
                </a:lnTo>
                <a:lnTo>
                  <a:pt x="17780" y="19447"/>
                </a:lnTo>
                <a:lnTo>
                  <a:pt x="15557" y="20558"/>
                </a:lnTo>
                <a:lnTo>
                  <a:pt x="13891" y="21114"/>
                </a:lnTo>
                <a:lnTo>
                  <a:pt x="11668" y="21114"/>
                </a:lnTo>
                <a:lnTo>
                  <a:pt x="9446" y="21114"/>
                </a:lnTo>
                <a:lnTo>
                  <a:pt x="7779" y="20558"/>
                </a:lnTo>
                <a:lnTo>
                  <a:pt x="6112" y="19447"/>
                </a:lnTo>
                <a:lnTo>
                  <a:pt x="4445" y="18891"/>
                </a:lnTo>
                <a:lnTo>
                  <a:pt x="2778" y="17224"/>
                </a:lnTo>
                <a:lnTo>
                  <a:pt x="1667" y="16113"/>
                </a:lnTo>
                <a:lnTo>
                  <a:pt x="556" y="13891"/>
                </a:lnTo>
                <a:lnTo>
                  <a:pt x="0" y="12224"/>
                </a:lnTo>
                <a:lnTo>
                  <a:pt x="0" y="10557"/>
                </a:lnTo>
                <a:lnTo>
                  <a:pt x="0" y="8890"/>
                </a:lnTo>
                <a:lnTo>
                  <a:pt x="556" y="7223"/>
                </a:lnTo>
                <a:lnTo>
                  <a:pt x="1667" y="5556"/>
                </a:lnTo>
                <a:lnTo>
                  <a:pt x="2778" y="3889"/>
                </a:lnTo>
                <a:lnTo>
                  <a:pt x="4445" y="2222"/>
                </a:lnTo>
                <a:lnTo>
                  <a:pt x="6112" y="1667"/>
                </a:lnTo>
                <a:lnTo>
                  <a:pt x="7779" y="556"/>
                </a:lnTo>
                <a:lnTo>
                  <a:pt x="9446" y="0"/>
                </a:lnTo>
                <a:lnTo>
                  <a:pt x="11668" y="0"/>
                </a:lnTo>
                <a:lnTo>
                  <a:pt x="13891" y="0"/>
                </a:lnTo>
                <a:lnTo>
                  <a:pt x="15557" y="556"/>
                </a:lnTo>
                <a:lnTo>
                  <a:pt x="17780" y="1667"/>
                </a:lnTo>
                <a:lnTo>
                  <a:pt x="18891" y="2222"/>
                </a:lnTo>
                <a:lnTo>
                  <a:pt x="20558" y="3889"/>
                </a:lnTo>
                <a:lnTo>
                  <a:pt x="21669" y="5001"/>
                </a:lnTo>
                <a:lnTo>
                  <a:pt x="22781" y="7223"/>
                </a:lnTo>
                <a:lnTo>
                  <a:pt x="23336" y="8890"/>
                </a:lnTo>
                <a:close/>
              </a:path>
            </a:pathLst>
          </a:custGeom>
          <a:solidFill>
            <a:srgbClr val="FFFD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91"/>
          <p:cNvSpPr/>
          <p:nvPr/>
        </p:nvSpPr>
        <p:spPr>
          <a:xfrm>
            <a:off x="7827565" y="5175597"/>
            <a:ext cx="105569" cy="105569"/>
          </a:xfrm>
          <a:custGeom>
            <a:avLst/>
            <a:gdLst/>
            <a:ahLst/>
            <a:cxnLst/>
            <a:rect l="0" t="0" r="r" b="b"/>
            <a:pathLst>
              <a:path w="105569" h="105569">
                <a:moveTo>
                  <a:pt x="105569" y="52784"/>
                </a:moveTo>
                <a:lnTo>
                  <a:pt x="105013" y="61674"/>
                </a:lnTo>
                <a:lnTo>
                  <a:pt x="102235" y="70564"/>
                </a:lnTo>
                <a:lnTo>
                  <a:pt x="98346" y="79454"/>
                </a:lnTo>
                <a:lnTo>
                  <a:pt x="93345" y="86677"/>
                </a:lnTo>
                <a:lnTo>
                  <a:pt x="86677" y="93345"/>
                </a:lnTo>
                <a:lnTo>
                  <a:pt x="79454" y="98346"/>
                </a:lnTo>
                <a:lnTo>
                  <a:pt x="70564" y="102235"/>
                </a:lnTo>
                <a:lnTo>
                  <a:pt x="61674" y="105013"/>
                </a:lnTo>
                <a:lnTo>
                  <a:pt x="52784" y="105569"/>
                </a:lnTo>
                <a:lnTo>
                  <a:pt x="43894" y="105013"/>
                </a:lnTo>
                <a:lnTo>
                  <a:pt x="35004" y="102235"/>
                </a:lnTo>
                <a:lnTo>
                  <a:pt x="26670" y="98346"/>
                </a:lnTo>
                <a:lnTo>
                  <a:pt x="18891" y="93345"/>
                </a:lnTo>
                <a:lnTo>
                  <a:pt x="12224" y="86677"/>
                </a:lnTo>
                <a:lnTo>
                  <a:pt x="7223" y="79454"/>
                </a:lnTo>
                <a:lnTo>
                  <a:pt x="3334" y="70564"/>
                </a:lnTo>
                <a:lnTo>
                  <a:pt x="556" y="61674"/>
                </a:lnTo>
                <a:lnTo>
                  <a:pt x="0" y="52784"/>
                </a:lnTo>
                <a:lnTo>
                  <a:pt x="556" y="43894"/>
                </a:lnTo>
                <a:lnTo>
                  <a:pt x="3334" y="35004"/>
                </a:lnTo>
                <a:lnTo>
                  <a:pt x="7223" y="26670"/>
                </a:lnTo>
                <a:lnTo>
                  <a:pt x="12224" y="18891"/>
                </a:lnTo>
                <a:lnTo>
                  <a:pt x="18891" y="12224"/>
                </a:lnTo>
                <a:lnTo>
                  <a:pt x="26114" y="7223"/>
                </a:lnTo>
                <a:lnTo>
                  <a:pt x="35004" y="3334"/>
                </a:lnTo>
                <a:lnTo>
                  <a:pt x="43894" y="556"/>
                </a:lnTo>
                <a:lnTo>
                  <a:pt x="52784" y="0"/>
                </a:lnTo>
                <a:lnTo>
                  <a:pt x="61674" y="556"/>
                </a:lnTo>
                <a:lnTo>
                  <a:pt x="70564" y="3334"/>
                </a:lnTo>
                <a:lnTo>
                  <a:pt x="79454" y="7223"/>
                </a:lnTo>
                <a:lnTo>
                  <a:pt x="86677" y="12224"/>
                </a:lnTo>
                <a:lnTo>
                  <a:pt x="93345" y="18891"/>
                </a:lnTo>
                <a:lnTo>
                  <a:pt x="98346" y="26114"/>
                </a:lnTo>
                <a:lnTo>
                  <a:pt x="102235" y="35004"/>
                </a:lnTo>
                <a:lnTo>
                  <a:pt x="105013" y="43894"/>
                </a:lnTo>
                <a:close/>
              </a:path>
            </a:pathLst>
          </a:custGeom>
          <a:solidFill>
            <a:srgbClr val="FFF4E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92"/>
          <p:cNvSpPr/>
          <p:nvPr/>
        </p:nvSpPr>
        <p:spPr>
          <a:xfrm>
            <a:off x="7837011" y="5185043"/>
            <a:ext cx="86677" cy="86677"/>
          </a:xfrm>
          <a:custGeom>
            <a:avLst/>
            <a:gdLst/>
            <a:ahLst/>
            <a:cxnLst/>
            <a:rect l="0" t="0" r="r" b="b"/>
            <a:pathLst>
              <a:path w="86677" h="86677">
                <a:moveTo>
                  <a:pt x="86677" y="43339"/>
                </a:moveTo>
                <a:lnTo>
                  <a:pt x="86122" y="51117"/>
                </a:lnTo>
                <a:lnTo>
                  <a:pt x="83899" y="58341"/>
                </a:lnTo>
                <a:lnTo>
                  <a:pt x="81121" y="65008"/>
                </a:lnTo>
                <a:lnTo>
                  <a:pt x="76676" y="71120"/>
                </a:lnTo>
                <a:lnTo>
                  <a:pt x="71120" y="76676"/>
                </a:lnTo>
                <a:lnTo>
                  <a:pt x="65008" y="81121"/>
                </a:lnTo>
                <a:lnTo>
                  <a:pt x="58341" y="83899"/>
                </a:lnTo>
                <a:lnTo>
                  <a:pt x="51117" y="86122"/>
                </a:lnTo>
                <a:lnTo>
                  <a:pt x="43339" y="86677"/>
                </a:lnTo>
                <a:lnTo>
                  <a:pt x="35560" y="86122"/>
                </a:lnTo>
                <a:lnTo>
                  <a:pt x="28337" y="83899"/>
                </a:lnTo>
                <a:lnTo>
                  <a:pt x="21669" y="81121"/>
                </a:lnTo>
                <a:lnTo>
                  <a:pt x="15557" y="76676"/>
                </a:lnTo>
                <a:lnTo>
                  <a:pt x="10001" y="71120"/>
                </a:lnTo>
                <a:lnTo>
                  <a:pt x="5556" y="65008"/>
                </a:lnTo>
                <a:lnTo>
                  <a:pt x="2778" y="58341"/>
                </a:lnTo>
                <a:lnTo>
                  <a:pt x="556" y="51117"/>
                </a:lnTo>
                <a:lnTo>
                  <a:pt x="0" y="43339"/>
                </a:lnTo>
                <a:lnTo>
                  <a:pt x="556" y="35560"/>
                </a:lnTo>
                <a:lnTo>
                  <a:pt x="2778" y="28337"/>
                </a:lnTo>
                <a:lnTo>
                  <a:pt x="5556" y="21669"/>
                </a:lnTo>
                <a:lnTo>
                  <a:pt x="10001" y="15557"/>
                </a:lnTo>
                <a:lnTo>
                  <a:pt x="15557" y="10001"/>
                </a:lnTo>
                <a:lnTo>
                  <a:pt x="21669" y="5556"/>
                </a:lnTo>
                <a:lnTo>
                  <a:pt x="28337" y="2778"/>
                </a:lnTo>
                <a:lnTo>
                  <a:pt x="35560" y="556"/>
                </a:lnTo>
                <a:lnTo>
                  <a:pt x="43339" y="0"/>
                </a:lnTo>
                <a:lnTo>
                  <a:pt x="51117" y="556"/>
                </a:lnTo>
                <a:lnTo>
                  <a:pt x="58341" y="2778"/>
                </a:lnTo>
                <a:lnTo>
                  <a:pt x="65008" y="5556"/>
                </a:lnTo>
                <a:lnTo>
                  <a:pt x="71120" y="10001"/>
                </a:lnTo>
                <a:lnTo>
                  <a:pt x="76676" y="15557"/>
                </a:lnTo>
                <a:lnTo>
                  <a:pt x="81121" y="21669"/>
                </a:lnTo>
                <a:lnTo>
                  <a:pt x="83899" y="28337"/>
                </a:lnTo>
                <a:lnTo>
                  <a:pt x="86122" y="35560"/>
                </a:lnTo>
                <a:close/>
              </a:path>
            </a:pathLst>
          </a:custGeom>
          <a:solidFill>
            <a:srgbClr val="7A3E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Tekst: D"/>
          <p:cNvSpPr txBox="1"/>
          <p:nvPr/>
        </p:nvSpPr>
        <p:spPr>
          <a:xfrm>
            <a:off x="7702550" y="5193615"/>
            <a:ext cx="355600" cy="762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00" kern="100" dirty="0">
                <a:solidFill>
                  <a:srgbClr val="FFFFFF"/>
                </a:solidFill>
                <a:latin typeface="Lato Black"/>
                <a:cs typeface="Lato Black"/>
              </a:rPr>
              <a:t>D</a:t>
            </a:r>
            <a:endParaRPr lang="pl-PL" sz="6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40" name="Tekst: Popcorn maślany · marka D"/>
          <p:cNvSpPr txBox="1"/>
          <p:nvPr/>
        </p:nvSpPr>
        <p:spPr>
          <a:xfrm>
            <a:off x="8152978" y="4987851"/>
            <a:ext cx="22098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Popcorn maślany · marka D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41" name="Tekst: 90 g"/>
          <p:cNvSpPr txBox="1"/>
          <p:nvPr/>
        </p:nvSpPr>
        <p:spPr>
          <a:xfrm>
            <a:off x="8152978" y="5185965"/>
            <a:ext cx="22098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90 g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42" name="Tekst: 5,49 zł"/>
          <p:cNvSpPr txBox="1"/>
          <p:nvPr/>
        </p:nvSpPr>
        <p:spPr>
          <a:xfrm>
            <a:off x="10451678" y="50736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5,49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43" name="Kształt 93"/>
          <p:cNvSpPr/>
          <p:nvPr/>
        </p:nvSpPr>
        <p:spPr>
          <a:xfrm>
            <a:off x="10960100" y="505455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Tekst: + 4"/>
          <p:cNvSpPr txBox="1"/>
          <p:nvPr/>
        </p:nvSpPr>
        <p:spPr>
          <a:xfrm>
            <a:off x="10960100" y="5068838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pic>
        <p:nvPicPr>
          <p:cNvPr id="145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146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47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148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!!Zegar – wycinek 4"/>
          <p:cNvSpPr/>
          <p:nvPr/>
        </p:nvSpPr>
        <p:spPr>
          <a:xfrm>
            <a:off x="10502900" y="404876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128524"/>
                </a:moveTo>
                <a:lnTo>
                  <a:pt x="176953" y="0"/>
                </a:lnTo>
                <a:lnTo>
                  <a:pt x="186732" y="13970"/>
                </a:lnTo>
                <a:lnTo>
                  <a:pt x="195114" y="29337"/>
                </a:lnTo>
                <a:lnTo>
                  <a:pt x="202099" y="44704"/>
                </a:lnTo>
                <a:lnTo>
                  <a:pt x="208153" y="6100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!!Zegar – wycinek 5"/>
          <p:cNvSpPr/>
          <p:nvPr/>
        </p:nvSpPr>
        <p:spPr>
          <a:xfrm>
            <a:off x="10502900" y="465878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67522"/>
                </a:moveTo>
                <a:lnTo>
                  <a:pt x="208153" y="0"/>
                </a:lnTo>
                <a:lnTo>
                  <a:pt x="212810" y="16298"/>
                </a:lnTo>
                <a:lnTo>
                  <a:pt x="216069" y="33062"/>
                </a:lnTo>
                <a:lnTo>
                  <a:pt x="218398" y="50292"/>
                </a:lnTo>
                <a:lnTo>
                  <a:pt x="21886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!!Zegar – wycinek 6"/>
          <p:cNvSpPr/>
          <p:nvPr/>
        </p:nvSpPr>
        <p:spPr>
          <a:xfrm>
            <a:off x="10502900" y="533400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0"/>
                </a:moveTo>
                <a:lnTo>
                  <a:pt x="218863" y="0"/>
                </a:lnTo>
                <a:lnTo>
                  <a:pt x="218398" y="17230"/>
                </a:lnTo>
                <a:lnTo>
                  <a:pt x="216069" y="34459"/>
                </a:lnTo>
                <a:lnTo>
                  <a:pt x="212810" y="51223"/>
                </a:lnTo>
                <a:lnTo>
                  <a:pt x="20815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!!Zegar – wycinek 7"/>
          <p:cNvSpPr/>
          <p:nvPr/>
        </p:nvSpPr>
        <p:spPr>
          <a:xfrm>
            <a:off x="10502900" y="533400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0"/>
                </a:moveTo>
                <a:lnTo>
                  <a:pt x="208153" y="67522"/>
                </a:lnTo>
                <a:lnTo>
                  <a:pt x="202099" y="83820"/>
                </a:lnTo>
                <a:lnTo>
                  <a:pt x="195114" y="99187"/>
                </a:lnTo>
                <a:lnTo>
                  <a:pt x="186732" y="114554"/>
                </a:lnTo>
                <a:lnTo>
                  <a:pt x="176953" y="128524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!!Zegar – wycinek 8"/>
          <p:cNvSpPr/>
          <p:nvPr/>
        </p:nvSpPr>
        <p:spPr>
          <a:xfrm>
            <a:off x="10502900" y="533400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0"/>
                </a:moveTo>
                <a:lnTo>
                  <a:pt x="176953" y="128524"/>
                </a:lnTo>
                <a:lnTo>
                  <a:pt x="166243" y="142028"/>
                </a:lnTo>
                <a:lnTo>
                  <a:pt x="154601" y="154601"/>
                </a:lnTo>
                <a:lnTo>
                  <a:pt x="142028" y="166243"/>
                </a:lnTo>
                <a:lnTo>
                  <a:pt x="128524" y="1769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!!Zegar – wycinek 9"/>
          <p:cNvSpPr/>
          <p:nvPr/>
        </p:nvSpPr>
        <p:spPr>
          <a:xfrm>
            <a:off x="10502900" y="533400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0"/>
                </a:moveTo>
                <a:lnTo>
                  <a:pt x="128524" y="176953"/>
                </a:lnTo>
                <a:lnTo>
                  <a:pt x="114554" y="186732"/>
                </a:lnTo>
                <a:lnTo>
                  <a:pt x="99187" y="195114"/>
                </a:lnTo>
                <a:lnTo>
                  <a:pt x="83820" y="202099"/>
                </a:lnTo>
                <a:lnTo>
                  <a:pt x="67522" y="2081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!!Zegar – wskazówka"/>
          <p:cNvSpPr/>
          <p:nvPr/>
        </p:nvSpPr>
        <p:spPr>
          <a:xfrm>
            <a:off x="10472084" y="505675"/>
            <a:ext cx="185614" cy="142860"/>
          </a:xfrm>
          <a:custGeom>
            <a:avLst/>
            <a:gdLst/>
            <a:ahLst/>
            <a:cxnLst/>
            <a:rect l="0" t="0" r="r" b="b"/>
            <a:pathLst>
              <a:path w="185614" h="142860">
                <a:moveTo>
                  <a:pt x="16423" y="0"/>
                </a:moveTo>
                <a:lnTo>
                  <a:pt x="0" y="22604"/>
                </a:lnTo>
                <a:lnTo>
                  <a:pt x="177403" y="142860"/>
                </a:lnTo>
                <a:lnTo>
                  <a:pt x="185614" y="131558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16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65" name="!!Postęp"/>
          <p:cNvSpPr/>
          <p:nvPr/>
        </p:nvSpPr>
        <p:spPr>
          <a:xfrm>
            <a:off x="-25" y="6826250"/>
            <a:ext cx="8128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7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6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192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8838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9878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92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8838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878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92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92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67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" dur="192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8787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92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88388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878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92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92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" dur="192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8128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62392">
                                          <p:val>
                                            <p:strVal val="#ppt_x-0.0027"/>
                                          </p:val>
                                        </p:tav>
                                        <p:tav tm="98787">
                                          <p:val>
                                            <p:strVal val="#ppt_x-0.003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92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6395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55459">
                                          <p:val>
                                            <p:strVal val="#ppt_y+0.00341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.0041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519"/>
                                          </p:val>
                                        </p:tav>
                                        <p:tav tm="98787">
                                          <p:val>
                                            <p:strVal val="#ppt_y+0.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92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w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192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1854">
                                          <p:val>
                                            <p:strVal val="#ppt_h*1.00518"/>
                                          </p:val>
                                        </p:tav>
                                        <p:tav tm="98787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92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31196">
                                          <p:val>
                                            <p:fltVal val="0"/>
                                          </p:val>
                                        </p:tav>
                                        <p:tav tm="36395">
                                          <p:val>
                                            <p:fltVal val="0.81"/>
                                          </p:val>
                                        </p:tav>
                                        <p:tav tm="39861">
                                          <p:val>
                                            <p:fltVal val="2.69"/>
                                          </p:val>
                                        </p:tav>
                                        <p:tav tm="43328">
                                          <p:val>
                                            <p:fltVal val="6.44"/>
                                          </p:val>
                                        </p:tav>
                                        <p:tav tm="45061">
                                          <p:val>
                                            <p:fltVal val="9.26"/>
                                          </p:val>
                                        </p:tav>
                                        <p:tav tm="50260">
                                          <p:val>
                                            <p:fltVal val="19.6"/>
                                          </p:val>
                                        </p:tav>
                                        <p:tav tm="53726">
                                          <p:val>
                                            <p:fltVal val="24.96"/>
                                          </p:val>
                                        </p:tav>
                                        <p:tav tm="57192">
                                          <p:val>
                                            <p:fltVal val="28.68"/>
                                          </p:val>
                                        </p:tav>
                                        <p:tav tm="62392">
                                          <p:val>
                                            <p:fltVal val="32.25"/>
                                          </p:val>
                                        </p:tav>
                                        <p:tav tm="67591">
                                          <p:val>
                                            <p:fltVal val="34.32"/>
                                          </p:val>
                                        </p:tav>
                                        <p:tav tm="74523">
                                          <p:val>
                                            <p:fltVal val="35.69"/>
                                          </p:val>
                                        </p:tav>
                                        <p:tav tm="98787">
                                          <p:val>
                                            <p:fltVal val="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820" fill="hold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9" dur="820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820" fill="hold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3" dur="820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grpId="0" nodeType="withEffect">
                                  <p:stCondLst>
                                    <p:cond delay="360"/>
                                  </p:stCondLst>
                                  <p:iterate type="lt">
                                    <p:tmAbs val="73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" dur="37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7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7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7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7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37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7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7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37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37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7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7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7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" dur="37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37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7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7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37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7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7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" dur="37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7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7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" dur="37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7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7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7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7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7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7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7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7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7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7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7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7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37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7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7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37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7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5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25547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29197">
                                          <p:val>
                                            <p:strVal val="#ppt_y+0.02249"/>
                                          </p:val>
                                        </p:tav>
                                        <p:tav tm="32847">
                                          <p:val>
                                            <p:strVal val="#ppt_y+0.01565"/>
                                          </p:val>
                                        </p:tav>
                                        <p:tav tm="36496">
                                          <p:val>
                                            <p:strVal val="#ppt_y+0.01068"/>
                                          </p:val>
                                        </p:tav>
                                        <p:tav tm="40146">
                                          <p:val>
                                            <p:strVal val="#ppt_y+0.00727"/>
                                          </p:val>
                                        </p:tav>
                                        <p:tav tm="43796">
                                          <p:val>
                                            <p:strVal val="#ppt_y+0.00498"/>
                                          </p:val>
                                        </p:tav>
                                        <p:tav tm="51095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65693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9" dur="59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3" dur="59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7" dur="59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1" dur="59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5" dur="59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9" dur="59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3" dur="59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7" dur="59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1" dur="59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5" dur="59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9" dur="59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3" dur="59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7" dur="59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1" dur="59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5" dur="59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9" dur="59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3" dur="59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7" dur="59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1" dur="59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2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5" dur="59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5618">
                                          <p:val>
                                            <p:strVal val="#ppt_y+0.00997"/>
                                          </p:val>
                                        </p:tav>
                                        <p:tav tm="11236">
                                          <p:val>
                                            <p:strVal val="#ppt_y+0.00654"/>
                                          </p:val>
                                        </p:tav>
                                        <p:tav tm="16854">
                                          <p:val>
                                            <p:strVal val="#ppt_y+0.00427"/>
                                          </p:val>
                                        </p:tav>
                                        <p:tav tm="28090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50562">
                                          <p:val>
                                            <p:strVal val="#ppt_y+0.00031"/>
                                          </p:val>
                                        </p:tav>
                                        <p:tav tm="9550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9" dur="68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3" dur="68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7" dur="68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1" dur="68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5" dur="68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9" dur="68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3" dur="68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7" dur="68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1" dur="68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5" dur="68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9" dur="68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3" dur="68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7" dur="68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1" dur="68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5" dur="68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9" dur="68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3" dur="68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7" dur="68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1" dur="68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5" dur="68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9" dur="68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3" dur="68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7" dur="68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1" dur="68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267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5" dur="68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9756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14634">
                                          <p:val>
                                            <p:strVal val="#ppt_y+0.01322"/>
                                          </p:val>
                                        </p:tav>
                                        <p:tav tm="19512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390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9268">
                                          <p:val>
                                            <p:strVal val="#ppt_y+0.00377"/>
                                          </p:val>
                                        </p:tav>
                                        <p:tav tm="39024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58537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9756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9" dur="77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3" dur="77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7" dur="7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1" dur="77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5" dur="7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9" dur="7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3" dur="7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7" dur="7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1" dur="77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5" dur="7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9" dur="7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3" dur="7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7" dur="7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1" dur="7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5" dur="7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9" dur="7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3" dur="77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7" dur="77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1" dur="7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5" dur="7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9" dur="7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3" dur="7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7" dur="77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1" dur="7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5" dur="7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9" dur="7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267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3" dur="7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21552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172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34483">
                                          <p:val>
                                            <p:strVal val="#ppt_y+0.00506"/>
                                          </p:val>
                                        </p:tav>
                                        <p:tav tm="47414">
                                          <p:val>
                                            <p:strVal val="#ppt_y+0.00144"/>
                                          </p:val>
                                        </p:tav>
                                        <p:tav tm="64655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913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7" dur="86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1" dur="86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5" dur="86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9" dur="86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3" dur="86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7" dur="86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1" dur="86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5" dur="86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9" dur="86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3" dur="86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7" dur="86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1" dur="86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5" dur="86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9" dur="86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3" dur="86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7" dur="86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1" dur="86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5" dur="86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9" dur="86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3" dur="86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7" dur="86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1" dur="86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5" dur="86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9" dur="86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3" dur="86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7" dur="86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1" dur="86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5" dur="86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9" dur="86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3" dur="86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7" dur="86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1" dur="86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5" dur="86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9" dur="86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3" dur="86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7" dur="86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1" dur="86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5" dur="86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9" dur="86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3" dur="86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7" dur="86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1" dur="86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5" dur="86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9" dur="86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2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3" dur="86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6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7" dur="86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1" dur="86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4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5" dur="86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0888">
                                          <p:val>
                                            <p:strVal val="#ppt_y+0.01481"/>
                                          </p:val>
                                        </p:tav>
                                        <p:tav tm="38610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4247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54054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9498">
                                          <p:val>
                                            <p:strVal val="#ppt_y+0.0002"/>
                                          </p:val>
                                        </p:tav>
                                        <p:tav tm="965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156" grpId="0" animBg="1"/>
      <p:bldP spid="157" grpId="0" animBg="1"/>
      <p:bldP spid="162" grpId="0" animBg="1"/>
      <p:bldP spid="164" grpId="0" animBg="1"/>
      <p:bldP spid="5" grpId="0" build="p"/>
      <p:bldP spid="24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8" grpId="0" animBg="1"/>
      <p:bldP spid="159" grpId="0" animBg="1"/>
      <p:bldP spid="160" grpId="0" animBg="1"/>
      <p:bldP spid="161" grpId="0" animBg="1"/>
      <p:bldP spid="163" grpId="0" animBg="1"/>
      <p:bldP spid="3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Które kupić?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Cztery czekolady. Widzę wariant, gramatu"/>
          <p:cNvSpPr txBox="1"/>
          <p:nvPr/>
        </p:nvSpPr>
        <p:spPr>
          <a:xfrm>
            <a:off x="825574" y="3252450"/>
            <a:ext cx="5204638" cy="7594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Cztery czekolady. Widzę wariant,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gramaturę i cenę.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3" name="Tekst: Wybieram tę, przy której nie muszę zgady"/>
          <p:cNvSpPr txBox="1"/>
          <p:nvPr/>
        </p:nvSpPr>
        <p:spPr>
          <a:xfrm>
            <a:off x="824979" y="4723130"/>
            <a:ext cx="3846850" cy="698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Wybieram tę, przy której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nie muszę zgadywać.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4" name="Tekst: · Wybieram"/>
          <p:cNvSpPr txBox="1"/>
          <p:nvPr/>
        </p:nvSpPr>
        <p:spPr>
          <a:xfrm>
            <a:off x="826715" y="1268412"/>
            <a:ext cx="1689100" cy="1828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00" b="1" kern="100" cap="all" spc="96" dirty="0">
                <a:solidFill>
                  <a:srgbClr val="666666"/>
                </a:solidFill>
                <a:latin typeface="Lato"/>
                <a:cs typeface="Lato"/>
              </a:rPr>
              <a:t>· Wybieram</a:t>
            </a:r>
            <a:endParaRPr lang="pl-PL" sz="1200" b="1" kern="100" cap="all" spc="9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5" name="Tekst: „Które kupić?”"/>
          <p:cNvSpPr txBox="1"/>
          <p:nvPr/>
        </p:nvSpPr>
        <p:spPr>
          <a:xfrm>
            <a:off x="826715" y="1651593"/>
            <a:ext cx="2182237" cy="11846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„Które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kupić?”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6" name="!!Telefon"/>
          <p:cNvSpPr/>
          <p:nvPr/>
        </p:nvSpPr>
        <p:spPr>
          <a:xfrm>
            <a:off x="7391400" y="1198562"/>
            <a:ext cx="4076700" cy="5187950"/>
          </a:xfrm>
          <a:prstGeom prst="round2SameRect">
            <a:avLst>
              <a:gd name="adj1" fmla="val 9657"/>
              <a:gd name="adj2" fmla="val 0"/>
            </a:avLst>
          </a:prstGeom>
          <a:gradFill rotWithShape="1">
            <a:gsLst>
              <a:gs pos="0">
                <a:srgbClr val="2B2C30"/>
              </a:gs>
              <a:gs pos="18000">
                <a:srgbClr val="5B5D63"/>
              </a:gs>
              <a:gs pos="40000">
                <a:srgbClr val="2E2F33"/>
              </a:gs>
              <a:gs pos="70000">
                <a:srgbClr val="1F2023"/>
              </a:gs>
              <a:gs pos="100000">
                <a:srgbClr val="4A4C51"/>
              </a:gs>
            </a:gsLst>
            <a:lin ang="600000" scaled="0"/>
          </a:gradFill>
          <a:ln>
            <a:noFill/>
          </a:ln>
          <a:effectLst>
            <a:outerShdw blurRad="444500" dist="215900" dir="5400000" algn="ctr" rotWithShape="0">
              <a:srgbClr val="000000">
                <a:alpha val="25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!!Telefon before"/>
          <p:cNvSpPr/>
          <p:nvPr/>
        </p:nvSpPr>
        <p:spPr>
          <a:xfrm>
            <a:off x="7410450" y="1217612"/>
            <a:ext cx="4038600" cy="5165725"/>
          </a:xfrm>
          <a:prstGeom prst="round2SameRect">
            <a:avLst>
              <a:gd name="adj1" fmla="val 9277"/>
              <a:gd name="adj2" fmla="val 0"/>
            </a:avLst>
          </a:prstGeom>
          <a:solidFill>
            <a:srgbClr val="0B0B0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!!Telefon – przycisk akcji"/>
          <p:cNvSpPr/>
          <p:nvPr/>
        </p:nvSpPr>
        <p:spPr>
          <a:xfrm>
            <a:off x="7359650" y="2012950"/>
            <a:ext cx="31750" cy="2159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!!Telefon – głośniej"/>
          <p:cNvSpPr/>
          <p:nvPr/>
        </p:nvSpPr>
        <p:spPr>
          <a:xfrm>
            <a:off x="7359650" y="24066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!!Telefon – ciszej"/>
          <p:cNvSpPr/>
          <p:nvPr/>
        </p:nvSpPr>
        <p:spPr>
          <a:xfrm>
            <a:off x="7359650" y="28892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!!Telefon – zasilanie"/>
          <p:cNvSpPr/>
          <p:nvPr/>
        </p:nvSpPr>
        <p:spPr>
          <a:xfrm>
            <a:off x="11468100" y="2559050"/>
            <a:ext cx="31750" cy="6096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!!Telefon after"/>
          <p:cNvSpPr/>
          <p:nvPr/>
        </p:nvSpPr>
        <p:spPr>
          <a:xfrm>
            <a:off x="6883400" y="5240337"/>
            <a:ext cx="5092700" cy="1841500"/>
          </a:xfrm>
          <a:prstGeom prst="rect">
            <a:avLst/>
          </a:prstGeom>
          <a:gradFill rotWithShape="1">
            <a:gsLst>
              <a:gs pos="0">
                <a:srgbClr val="FFFFFF">
                  <a:alpha val="0"/>
                </a:srgbClr>
              </a:gs>
              <a:gs pos="52000">
                <a:srgbClr val="FFFFFF"/>
              </a:gs>
            </a:gsLst>
            <a:lin ang="54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!!Telefon – ekran"/>
          <p:cNvSpPr/>
          <p:nvPr/>
        </p:nvSpPr>
        <p:spPr>
          <a:xfrm>
            <a:off x="7493000" y="1300162"/>
            <a:ext cx="3873500" cy="5086350"/>
          </a:xfrm>
          <a:prstGeom prst="round2SameRect">
            <a:avLst>
              <a:gd name="adj1" fmla="val 7541"/>
              <a:gd name="adj2" fmla="val 0"/>
            </a:avLst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!!Telefon – wyspa"/>
          <p:cNvSpPr/>
          <p:nvPr/>
        </p:nvSpPr>
        <p:spPr>
          <a:xfrm>
            <a:off x="9093200" y="1320800"/>
            <a:ext cx="673100" cy="190500"/>
          </a:xfrm>
          <a:prstGeom prst="roundRect">
            <a:avLst>
              <a:gd name="adj" fmla="val 50000"/>
            </a:avLst>
          </a:prstGeom>
          <a:solidFill>
            <a:srgbClr val="05050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!!Telefon – wyspa after"/>
          <p:cNvSpPr/>
          <p:nvPr/>
        </p:nvSpPr>
        <p:spPr>
          <a:xfrm>
            <a:off x="9610725" y="1374775"/>
            <a:ext cx="82550" cy="82550"/>
          </a:xfrm>
          <a:prstGeom prst="ellipse">
            <a:avLst/>
          </a:prstGeom>
          <a:solidFill>
            <a:srgbClr val="26304F"/>
          </a:solidFill>
          <a:ln w="19050">
            <a:solidFill>
              <a:srgbClr val="15161B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!!Telefon – nagłówek"/>
          <p:cNvSpPr/>
          <p:nvPr/>
        </p:nvSpPr>
        <p:spPr>
          <a:xfrm>
            <a:off x="7493000" y="1530350"/>
            <a:ext cx="3873500" cy="406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elefon – nagłówek (wariant)"/>
          <p:cNvSpPr/>
          <p:nvPr/>
        </p:nvSpPr>
        <p:spPr>
          <a:xfrm>
            <a:off x="7493000" y="1924050"/>
            <a:ext cx="3873500" cy="12700"/>
          </a:xfrm>
          <a:prstGeom prst="rect">
            <a:avLst/>
          </a:prstGeom>
          <a:solidFill>
            <a:srgbClr val="EDED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!!Telefon – aplikacja (tekst)"/>
          <p:cNvSpPr txBox="1"/>
          <p:nvPr/>
        </p:nvSpPr>
        <p:spPr>
          <a:xfrm>
            <a:off x="7697291" y="1628775"/>
            <a:ext cx="2425779" cy="1981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00" kern="100" spc="-13" dirty="0">
                <a:solidFill>
                  <a:srgbClr val="151515"/>
                </a:solidFill>
                <a:latin typeface="Lato Black"/>
                <a:cs typeface="Lato Black"/>
              </a:rPr>
              <a:t>Aplikacja szybkich dostaw</a:t>
            </a:r>
            <a:endParaRPr lang="pl-PL" sz="1300" kern="100" spc="-13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9" name="!!Telefon – koszyk (tekst)"/>
          <p:cNvSpPr txBox="1"/>
          <p:nvPr/>
        </p:nvSpPr>
        <p:spPr>
          <a:xfrm>
            <a:off x="10998349" y="1603375"/>
            <a:ext cx="350163" cy="228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151515"/>
                </a:solidFill>
                <a:latin typeface="Segoe UI Symbol"/>
                <a:cs typeface="Segoe UI Symbol"/>
              </a:rPr>
              <a:t>▣</a:t>
            </a:r>
            <a:endParaRPr lang="pl-PL" sz="1500" kern="100" dirty="0">
              <a:solidFill>
                <a:srgbClr val="151515"/>
              </a:solidFill>
              <a:latin typeface="Segoe UI Symbol"/>
              <a:cs typeface="Segoe UI Symbol"/>
            </a:endParaRPr>
          </a:p>
        </p:txBody>
      </p:sp>
      <p:sp>
        <p:nvSpPr>
          <p:cNvPr id="20" name="!!Telefon – kontekst (tekst)"/>
          <p:cNvSpPr txBox="1"/>
          <p:nvPr/>
        </p:nvSpPr>
        <p:spPr>
          <a:xfrm>
            <a:off x="7696200" y="2089150"/>
            <a:ext cx="3467100" cy="1600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" kern="100" dirty="0">
                <a:solidFill>
                  <a:srgbClr val="777777"/>
                </a:solidFill>
                <a:latin typeface="Lato"/>
                <a:cs typeface="Lato"/>
              </a:rPr>
              <a:t>Słodycze</a:t>
            </a:r>
            <a:endParaRPr lang="pl-PL" sz="1050" kern="100" dirty="0">
              <a:solidFill>
                <a:srgbClr val="777777"/>
              </a:solidFill>
              <a:latin typeface="Lato"/>
              <a:cs typeface="Lato"/>
            </a:endParaRPr>
          </a:p>
        </p:txBody>
      </p:sp>
      <p:sp>
        <p:nvSpPr>
          <p:cNvPr id="21" name="!!Telefon – tytuł (tekst)"/>
          <p:cNvSpPr txBox="1"/>
          <p:nvPr/>
        </p:nvSpPr>
        <p:spPr>
          <a:xfrm>
            <a:off x="7696200" y="2297112"/>
            <a:ext cx="3467100" cy="2590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42" dirty="0">
                <a:solidFill>
                  <a:srgbClr val="1C1C1C"/>
                </a:solidFill>
                <a:latin typeface="Lato Black"/>
                <a:cs typeface="Lato Black"/>
              </a:rPr>
              <a:t>Czekolady</a:t>
            </a:r>
            <a:endParaRPr lang="pl-PL" sz="1700" kern="100" spc="-42" dirty="0">
              <a:solidFill>
                <a:srgbClr val="1C1C1C"/>
              </a:solidFill>
              <a:latin typeface="Lato Black"/>
              <a:cs typeface="Lato Black"/>
            </a:endParaRPr>
          </a:p>
        </p:txBody>
      </p:sp>
      <p:sp>
        <p:nvSpPr>
          <p:cNvPr id="22" name="Kształt"/>
          <p:cNvSpPr/>
          <p:nvPr/>
        </p:nvSpPr>
        <p:spPr>
          <a:xfrm>
            <a:off x="7699375" y="2673350"/>
            <a:ext cx="1682750" cy="1441450"/>
          </a:xfrm>
          <a:prstGeom prst="roundRect">
            <a:avLst>
              <a:gd name="adj" fmla="val 6140"/>
            </a:avLst>
          </a:prstGeom>
          <a:solidFill>
            <a:srgbClr val="FDE4E4"/>
          </a:solidFill>
          <a:ln w="6350">
            <a:solidFill>
              <a:srgbClr val="FAC1C1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Kształt 2"/>
          <p:cNvSpPr/>
          <p:nvPr/>
        </p:nvSpPr>
        <p:spPr>
          <a:xfrm>
            <a:off x="7693025" y="2667000"/>
            <a:ext cx="1695450" cy="1454150"/>
          </a:xfrm>
          <a:prstGeom prst="roundRect">
            <a:avLst>
              <a:gd name="adj" fmla="val 6332"/>
            </a:avLst>
          </a:prstGeom>
          <a:noFill/>
          <a:ln w="1905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Kształt 3"/>
          <p:cNvSpPr/>
          <p:nvPr/>
        </p:nvSpPr>
        <p:spPr>
          <a:xfrm>
            <a:off x="7791450" y="2752725"/>
            <a:ext cx="1498600" cy="635000"/>
          </a:xfrm>
          <a:prstGeom prst="roundRect">
            <a:avLst>
              <a:gd name="adj" fmla="val 10000"/>
            </a:avLst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Kształt 4"/>
          <p:cNvSpPr/>
          <p:nvPr/>
        </p:nvSpPr>
        <p:spPr>
          <a:xfrm>
            <a:off x="8712891" y="3202276"/>
            <a:ext cx="458678" cy="85682"/>
          </a:xfrm>
          <a:custGeom>
            <a:avLst/>
            <a:gdLst/>
            <a:ahLst/>
            <a:cxnLst/>
            <a:rect l="0" t="0" r="r" b="b"/>
            <a:pathLst>
              <a:path w="458678" h="85682">
                <a:moveTo>
                  <a:pt x="0" y="47790"/>
                </a:moveTo>
                <a:lnTo>
                  <a:pt x="454695" y="0"/>
                </a:lnTo>
                <a:lnTo>
                  <a:pt x="458678" y="37891"/>
                </a:lnTo>
                <a:lnTo>
                  <a:pt x="3983" y="85682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Kształt 5"/>
          <p:cNvSpPr/>
          <p:nvPr/>
        </p:nvSpPr>
        <p:spPr>
          <a:xfrm>
            <a:off x="8670411" y="2798102"/>
            <a:ext cx="498503" cy="464595"/>
          </a:xfrm>
          <a:custGeom>
            <a:avLst/>
            <a:gdLst/>
            <a:ahLst/>
            <a:cxnLst/>
            <a:rect l="0" t="0" r="r" b="b"/>
            <a:pathLst>
              <a:path w="498503" h="464595">
                <a:moveTo>
                  <a:pt x="0" y="47790"/>
                </a:moveTo>
                <a:lnTo>
                  <a:pt x="454695" y="0"/>
                </a:lnTo>
                <a:lnTo>
                  <a:pt x="498503" y="416804"/>
                </a:lnTo>
                <a:lnTo>
                  <a:pt x="43808" y="464595"/>
                </a:lnTo>
                <a:close/>
              </a:path>
            </a:pathLst>
          </a:custGeom>
          <a:solidFill>
            <a:srgbClr val="331C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Kształt 6"/>
          <p:cNvSpPr/>
          <p:nvPr/>
        </p:nvSpPr>
        <p:spPr>
          <a:xfrm>
            <a:off x="8677390" y="2836942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Kształt 7"/>
          <p:cNvSpPr/>
          <p:nvPr/>
        </p:nvSpPr>
        <p:spPr>
          <a:xfrm>
            <a:off x="8677390" y="285154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Kształt 8"/>
          <p:cNvSpPr/>
          <p:nvPr/>
        </p:nvSpPr>
        <p:spPr>
          <a:xfrm>
            <a:off x="8796544" y="2836942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9"/>
          <p:cNvSpPr/>
          <p:nvPr/>
        </p:nvSpPr>
        <p:spPr>
          <a:xfrm>
            <a:off x="8690665" y="294346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10"/>
          <p:cNvSpPr/>
          <p:nvPr/>
        </p:nvSpPr>
        <p:spPr>
          <a:xfrm>
            <a:off x="8701816" y="286136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11"/>
          <p:cNvSpPr/>
          <p:nvPr/>
        </p:nvSpPr>
        <p:spPr>
          <a:xfrm>
            <a:off x="8691992" y="297587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12"/>
          <p:cNvSpPr/>
          <p:nvPr/>
        </p:nvSpPr>
        <p:spPr>
          <a:xfrm>
            <a:off x="8691992" y="299047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13"/>
          <p:cNvSpPr/>
          <p:nvPr/>
        </p:nvSpPr>
        <p:spPr>
          <a:xfrm>
            <a:off x="8811147" y="297587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14"/>
          <p:cNvSpPr/>
          <p:nvPr/>
        </p:nvSpPr>
        <p:spPr>
          <a:xfrm>
            <a:off x="8705268" y="308240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15"/>
          <p:cNvSpPr/>
          <p:nvPr/>
        </p:nvSpPr>
        <p:spPr>
          <a:xfrm>
            <a:off x="8716419" y="3000303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16"/>
          <p:cNvSpPr/>
          <p:nvPr/>
        </p:nvSpPr>
        <p:spPr>
          <a:xfrm>
            <a:off x="8706595" y="31148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Kształt 17"/>
          <p:cNvSpPr/>
          <p:nvPr/>
        </p:nvSpPr>
        <p:spPr>
          <a:xfrm>
            <a:off x="8706595" y="31294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Kształt 18"/>
          <p:cNvSpPr/>
          <p:nvPr/>
        </p:nvSpPr>
        <p:spPr>
          <a:xfrm>
            <a:off x="8825750" y="31148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Kształt 19"/>
          <p:cNvSpPr/>
          <p:nvPr/>
        </p:nvSpPr>
        <p:spPr>
          <a:xfrm>
            <a:off x="8719870" y="322133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Kształt 20"/>
          <p:cNvSpPr/>
          <p:nvPr/>
        </p:nvSpPr>
        <p:spPr>
          <a:xfrm>
            <a:off x="8731021" y="313923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Kształt 21"/>
          <p:cNvSpPr/>
          <p:nvPr/>
        </p:nvSpPr>
        <p:spPr>
          <a:xfrm>
            <a:off x="8828955" y="28210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Kształt 22"/>
          <p:cNvSpPr/>
          <p:nvPr/>
        </p:nvSpPr>
        <p:spPr>
          <a:xfrm>
            <a:off x="8828955" y="28356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Kształt 23"/>
          <p:cNvSpPr/>
          <p:nvPr/>
        </p:nvSpPr>
        <p:spPr>
          <a:xfrm>
            <a:off x="8948110" y="28210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Kształt 24"/>
          <p:cNvSpPr/>
          <p:nvPr/>
        </p:nvSpPr>
        <p:spPr>
          <a:xfrm>
            <a:off x="8842230" y="292753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25"/>
          <p:cNvSpPr/>
          <p:nvPr/>
        </p:nvSpPr>
        <p:spPr>
          <a:xfrm>
            <a:off x="8853381" y="284543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26"/>
          <p:cNvSpPr/>
          <p:nvPr/>
        </p:nvSpPr>
        <p:spPr>
          <a:xfrm>
            <a:off x="8843558" y="295994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27"/>
          <p:cNvSpPr/>
          <p:nvPr/>
        </p:nvSpPr>
        <p:spPr>
          <a:xfrm>
            <a:off x="8843558" y="297454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28"/>
          <p:cNvSpPr/>
          <p:nvPr/>
        </p:nvSpPr>
        <p:spPr>
          <a:xfrm>
            <a:off x="8962712" y="295994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29"/>
          <p:cNvSpPr/>
          <p:nvPr/>
        </p:nvSpPr>
        <p:spPr>
          <a:xfrm>
            <a:off x="8856833" y="306647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30"/>
          <p:cNvSpPr/>
          <p:nvPr/>
        </p:nvSpPr>
        <p:spPr>
          <a:xfrm>
            <a:off x="8867984" y="298437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31"/>
          <p:cNvSpPr/>
          <p:nvPr/>
        </p:nvSpPr>
        <p:spPr>
          <a:xfrm>
            <a:off x="8858160" y="30988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32"/>
          <p:cNvSpPr/>
          <p:nvPr/>
        </p:nvSpPr>
        <p:spPr>
          <a:xfrm>
            <a:off x="8858160" y="311348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33"/>
          <p:cNvSpPr/>
          <p:nvPr/>
        </p:nvSpPr>
        <p:spPr>
          <a:xfrm>
            <a:off x="8977315" y="30988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34"/>
          <p:cNvSpPr/>
          <p:nvPr/>
        </p:nvSpPr>
        <p:spPr>
          <a:xfrm>
            <a:off x="8871435" y="32054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35"/>
          <p:cNvSpPr/>
          <p:nvPr/>
        </p:nvSpPr>
        <p:spPr>
          <a:xfrm>
            <a:off x="8882587" y="312330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36"/>
          <p:cNvSpPr/>
          <p:nvPr/>
        </p:nvSpPr>
        <p:spPr>
          <a:xfrm>
            <a:off x="8980520" y="28050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37"/>
          <p:cNvSpPr/>
          <p:nvPr/>
        </p:nvSpPr>
        <p:spPr>
          <a:xfrm>
            <a:off x="8980520" y="281968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38"/>
          <p:cNvSpPr/>
          <p:nvPr/>
        </p:nvSpPr>
        <p:spPr>
          <a:xfrm>
            <a:off x="9099675" y="28050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Kształt 39"/>
          <p:cNvSpPr/>
          <p:nvPr/>
        </p:nvSpPr>
        <p:spPr>
          <a:xfrm>
            <a:off x="8993795" y="29116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Kształt 40"/>
          <p:cNvSpPr/>
          <p:nvPr/>
        </p:nvSpPr>
        <p:spPr>
          <a:xfrm>
            <a:off x="9004947" y="282950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41"/>
          <p:cNvSpPr/>
          <p:nvPr/>
        </p:nvSpPr>
        <p:spPr>
          <a:xfrm>
            <a:off x="8995123" y="294401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42"/>
          <p:cNvSpPr/>
          <p:nvPr/>
        </p:nvSpPr>
        <p:spPr>
          <a:xfrm>
            <a:off x="8995123" y="295861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Kształt 43"/>
          <p:cNvSpPr/>
          <p:nvPr/>
        </p:nvSpPr>
        <p:spPr>
          <a:xfrm>
            <a:off x="9114277" y="294401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Kształt 44"/>
          <p:cNvSpPr/>
          <p:nvPr/>
        </p:nvSpPr>
        <p:spPr>
          <a:xfrm>
            <a:off x="9008398" y="305054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Kształt 45"/>
          <p:cNvSpPr/>
          <p:nvPr/>
        </p:nvSpPr>
        <p:spPr>
          <a:xfrm>
            <a:off x="9019549" y="296844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Kształt 46"/>
          <p:cNvSpPr/>
          <p:nvPr/>
        </p:nvSpPr>
        <p:spPr>
          <a:xfrm>
            <a:off x="9009725" y="308295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Kształt 47"/>
          <p:cNvSpPr/>
          <p:nvPr/>
        </p:nvSpPr>
        <p:spPr>
          <a:xfrm>
            <a:off x="9009725" y="309755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Kształt 48"/>
          <p:cNvSpPr/>
          <p:nvPr/>
        </p:nvSpPr>
        <p:spPr>
          <a:xfrm>
            <a:off x="9128880" y="308295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Kształt 49"/>
          <p:cNvSpPr/>
          <p:nvPr/>
        </p:nvSpPr>
        <p:spPr>
          <a:xfrm>
            <a:off x="9023000" y="318947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Kształt 50"/>
          <p:cNvSpPr/>
          <p:nvPr/>
        </p:nvSpPr>
        <p:spPr>
          <a:xfrm>
            <a:off x="9034152" y="310737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Kształt 51"/>
          <p:cNvSpPr/>
          <p:nvPr/>
        </p:nvSpPr>
        <p:spPr>
          <a:xfrm>
            <a:off x="8719605" y="2817332"/>
            <a:ext cx="161806" cy="465315"/>
          </a:xfrm>
          <a:custGeom>
            <a:avLst/>
            <a:gdLst/>
            <a:ahLst/>
            <a:cxnLst/>
            <a:rect l="0" t="0" r="r" b="b"/>
            <a:pathLst>
              <a:path w="161806" h="465315">
                <a:moveTo>
                  <a:pt x="0" y="10620"/>
                </a:moveTo>
                <a:lnTo>
                  <a:pt x="101043" y="0"/>
                </a:lnTo>
                <a:lnTo>
                  <a:pt x="80429" y="46862"/>
                </a:lnTo>
                <a:lnTo>
                  <a:pt x="136261" y="92073"/>
                </a:lnTo>
                <a:lnTo>
                  <a:pt x="97364" y="147241"/>
                </a:lnTo>
                <a:lnTo>
                  <a:pt x="153196" y="192453"/>
                </a:lnTo>
                <a:lnTo>
                  <a:pt x="114299" y="247621"/>
                </a:lnTo>
                <a:lnTo>
                  <a:pt x="157501" y="294160"/>
                </a:lnTo>
                <a:lnTo>
                  <a:pt x="112289" y="349992"/>
                </a:lnTo>
                <a:lnTo>
                  <a:pt x="161806" y="395867"/>
                </a:lnTo>
                <a:lnTo>
                  <a:pt x="129888" y="456687"/>
                </a:lnTo>
                <a:lnTo>
                  <a:pt x="47790" y="465315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Kształt 52"/>
          <p:cNvSpPr/>
          <p:nvPr/>
        </p:nvSpPr>
        <p:spPr>
          <a:xfrm>
            <a:off x="8720269" y="2826302"/>
            <a:ext cx="136545" cy="450030"/>
          </a:xfrm>
          <a:custGeom>
            <a:avLst/>
            <a:gdLst/>
            <a:ahLst/>
            <a:cxnLst/>
            <a:rect l="0" t="0" r="r" b="b"/>
            <a:pathLst>
              <a:path w="136545" h="450030">
                <a:moveTo>
                  <a:pt x="0" y="7965"/>
                </a:moveTo>
                <a:lnTo>
                  <a:pt x="75783" y="0"/>
                </a:lnTo>
                <a:lnTo>
                  <a:pt x="61483" y="46198"/>
                </a:lnTo>
                <a:lnTo>
                  <a:pt x="111000" y="92073"/>
                </a:lnTo>
                <a:lnTo>
                  <a:pt x="78419" y="146577"/>
                </a:lnTo>
                <a:lnTo>
                  <a:pt x="127935" y="192453"/>
                </a:lnTo>
                <a:lnTo>
                  <a:pt x="95354" y="246957"/>
                </a:lnTo>
                <a:lnTo>
                  <a:pt x="132240" y="294160"/>
                </a:lnTo>
                <a:lnTo>
                  <a:pt x="93343" y="349328"/>
                </a:lnTo>
                <a:lnTo>
                  <a:pt x="136545" y="395867"/>
                </a:lnTo>
                <a:lnTo>
                  <a:pt x="109615" y="443392"/>
                </a:lnTo>
                <a:lnTo>
                  <a:pt x="46463" y="450030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Kształt 53"/>
          <p:cNvSpPr/>
          <p:nvPr/>
        </p:nvSpPr>
        <p:spPr>
          <a:xfrm>
            <a:off x="8800679" y="2991825"/>
            <a:ext cx="29243" cy="63152"/>
          </a:xfrm>
          <a:custGeom>
            <a:avLst/>
            <a:gdLst/>
            <a:ahLst/>
            <a:cxnLst/>
            <a:rect l="0" t="0" r="r" b="b"/>
            <a:pathLst>
              <a:path w="29243" h="63152">
                <a:moveTo>
                  <a:pt x="0" y="0"/>
                </a:moveTo>
                <a:lnTo>
                  <a:pt x="29243" y="35236"/>
                </a:lnTo>
                <a:lnTo>
                  <a:pt x="6638" y="63152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Kształt 54"/>
          <p:cNvSpPr/>
          <p:nvPr/>
        </p:nvSpPr>
        <p:spPr>
          <a:xfrm>
            <a:off x="8783421" y="2751525"/>
            <a:ext cx="97061" cy="81434"/>
          </a:xfrm>
          <a:custGeom>
            <a:avLst/>
            <a:gdLst/>
            <a:ahLst/>
            <a:cxnLst/>
            <a:rect l="0" t="0" r="r" b="b"/>
            <a:pathLst>
              <a:path w="97061" h="81434">
                <a:moveTo>
                  <a:pt x="0" y="76105"/>
                </a:moveTo>
                <a:lnTo>
                  <a:pt x="7320" y="24256"/>
                </a:lnTo>
                <a:lnTo>
                  <a:pt x="55851" y="0"/>
                </a:lnTo>
                <a:lnTo>
                  <a:pt x="97061" y="27594"/>
                </a:lnTo>
                <a:lnTo>
                  <a:pt x="56173" y="63816"/>
                </a:lnTo>
                <a:lnTo>
                  <a:pt x="70795" y="81434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Kształt 55"/>
          <p:cNvSpPr/>
          <p:nvPr/>
        </p:nvSpPr>
        <p:spPr>
          <a:xfrm rot="21240000">
            <a:off x="7919424" y="2847510"/>
            <a:ext cx="889000" cy="482600"/>
          </a:xfrm>
          <a:prstGeom prst="roundRect">
            <a:avLst>
              <a:gd name="adj" fmla="val 7895"/>
            </a:avLst>
          </a:prstGeom>
          <a:solidFill>
            <a:srgbClr val="23305E"/>
          </a:solidFill>
          <a:ln>
            <a:noFill/>
          </a:ln>
          <a:effectLst>
            <a:outerShdw blurRad="76200" dist="50800" dir="5400000" algn="ctr" rotWithShape="0">
              <a:srgbClr val="000000">
                <a:alpha val="133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Linia"/>
          <p:cNvSpPr/>
          <p:nvPr/>
        </p:nvSpPr>
        <p:spPr>
          <a:xfrm rot="21240000">
            <a:off x="7921511" y="2887335"/>
            <a:ext cx="127000" cy="4826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ekst: B"/>
          <p:cNvSpPr txBox="1"/>
          <p:nvPr/>
        </p:nvSpPr>
        <p:spPr>
          <a:xfrm rot="21240000">
            <a:off x="8114906" y="2905494"/>
            <a:ext cx="354688" cy="2540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FFFFFF"/>
                </a:solidFill>
                <a:latin typeface="Lato Black"/>
                <a:cs typeface="Lato Black"/>
              </a:rPr>
              <a:t>B</a:t>
            </a:r>
            <a:endParaRPr lang="pl-PL" sz="20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79" name="Tekst: Z ORZECHAMI"/>
          <p:cNvSpPr txBox="1"/>
          <p:nvPr/>
        </p:nvSpPr>
        <p:spPr>
          <a:xfrm rot="21240000">
            <a:off x="8136385" y="3149416"/>
            <a:ext cx="886480" cy="990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7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50" kern="100" spc="33" dirty="0">
                <a:solidFill>
                  <a:srgbClr val="FFFFFF"/>
                </a:solidFill>
                <a:latin typeface="Lato Black"/>
                <a:cs typeface="Lato Black"/>
              </a:rPr>
              <a:t>Z ORZECHAMI</a:t>
            </a:r>
            <a:endParaRPr lang="pl-PL" sz="650" kern="100" spc="33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80" name="Tekst: Czekolada z orzechami"/>
          <p:cNvSpPr txBox="1"/>
          <p:nvPr/>
        </p:nvSpPr>
        <p:spPr>
          <a:xfrm>
            <a:off x="7791450" y="3451225"/>
            <a:ext cx="1689021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b="1" kern="100" dirty="0">
                <a:solidFill>
                  <a:srgbClr val="1C1C1C"/>
                </a:solidFill>
                <a:latin typeface="Lato"/>
                <a:cs typeface="Lato"/>
              </a:rPr>
              <a:t>Czekolada z orzechami</a:t>
            </a:r>
            <a:endParaRPr lang="pl-PL" sz="10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81" name="Tekst: marka B · 100 g"/>
          <p:cNvSpPr txBox="1"/>
          <p:nvPr/>
        </p:nvSpPr>
        <p:spPr>
          <a:xfrm>
            <a:off x="7791450" y="3621087"/>
            <a:ext cx="1498600" cy="1219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00" kern="100" dirty="0">
                <a:solidFill>
                  <a:srgbClr val="888888"/>
                </a:solidFill>
                <a:latin typeface="Lato"/>
                <a:cs typeface="Lato"/>
              </a:rPr>
              <a:t>marka B · 100 g</a:t>
            </a:r>
            <a:endParaRPr lang="pl-PL" sz="8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82" name="Tekst: 6,49 zł"/>
          <p:cNvSpPr txBox="1"/>
          <p:nvPr/>
        </p:nvSpPr>
        <p:spPr>
          <a:xfrm>
            <a:off x="7791871" y="3822700"/>
            <a:ext cx="656331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6,49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83" name="Kształt 56"/>
          <p:cNvSpPr/>
          <p:nvPr/>
        </p:nvSpPr>
        <p:spPr>
          <a:xfrm>
            <a:off x="9086850" y="3803650"/>
            <a:ext cx="203200" cy="203200"/>
          </a:xfrm>
          <a:prstGeom prst="ellipse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ekst: +"/>
          <p:cNvSpPr txBox="1"/>
          <p:nvPr/>
        </p:nvSpPr>
        <p:spPr>
          <a:xfrm>
            <a:off x="9086850" y="3817937"/>
            <a:ext cx="254079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85" name="Tekst: ✓"/>
          <p:cNvSpPr txBox="1"/>
          <p:nvPr/>
        </p:nvSpPr>
        <p:spPr>
          <a:xfrm>
            <a:off x="9086850" y="3803650"/>
            <a:ext cx="203200" cy="2032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kern="100" dirty="0">
                <a:solidFill>
                  <a:srgbClr val="FFFFFF"/>
                </a:solidFill>
                <a:latin typeface="Segoe UI Symbol"/>
                <a:cs typeface="Segoe UI Symbol"/>
              </a:rPr>
              <a:t>✓</a:t>
            </a:r>
            <a:endParaRPr lang="pl-PL" sz="1000" kern="100" dirty="0">
              <a:solidFill>
                <a:srgbClr val="FFFFFF"/>
              </a:solidFill>
              <a:latin typeface="Segoe UI Symbol"/>
              <a:cs typeface="Segoe UI Symbol"/>
            </a:endParaRPr>
          </a:p>
        </p:txBody>
      </p:sp>
      <p:sp>
        <p:nvSpPr>
          <p:cNvPr id="86" name="Kształt 57"/>
          <p:cNvSpPr/>
          <p:nvPr/>
        </p:nvSpPr>
        <p:spPr>
          <a:xfrm>
            <a:off x="9477375" y="2673350"/>
            <a:ext cx="1682750" cy="1441450"/>
          </a:xfrm>
          <a:prstGeom prst="roundRect">
            <a:avLst>
              <a:gd name="adj" fmla="val 6140"/>
            </a:avLst>
          </a:prstGeom>
          <a:noFill/>
          <a:ln w="6350">
            <a:solidFill>
              <a:srgbClr val="E6E6E6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Kształt 58"/>
          <p:cNvSpPr/>
          <p:nvPr/>
        </p:nvSpPr>
        <p:spPr>
          <a:xfrm>
            <a:off x="9569450" y="2752725"/>
            <a:ext cx="1498600" cy="635000"/>
          </a:xfrm>
          <a:prstGeom prst="roundRect">
            <a:avLst>
              <a:gd name="adj" fmla="val 10000"/>
            </a:avLst>
          </a:prstGeom>
          <a:solidFill>
            <a:srgbClr val="F6F3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Kształt 59"/>
          <p:cNvSpPr/>
          <p:nvPr/>
        </p:nvSpPr>
        <p:spPr>
          <a:xfrm>
            <a:off x="10490891" y="3202276"/>
            <a:ext cx="458678" cy="85682"/>
          </a:xfrm>
          <a:custGeom>
            <a:avLst/>
            <a:gdLst/>
            <a:ahLst/>
            <a:cxnLst/>
            <a:rect l="0" t="0" r="r" b="b"/>
            <a:pathLst>
              <a:path w="458678" h="85682">
                <a:moveTo>
                  <a:pt x="0" y="47790"/>
                </a:moveTo>
                <a:lnTo>
                  <a:pt x="454695" y="0"/>
                </a:lnTo>
                <a:lnTo>
                  <a:pt x="458678" y="37891"/>
                </a:lnTo>
                <a:lnTo>
                  <a:pt x="3983" y="85682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Kształt 60"/>
          <p:cNvSpPr/>
          <p:nvPr/>
        </p:nvSpPr>
        <p:spPr>
          <a:xfrm>
            <a:off x="10448411" y="2798102"/>
            <a:ext cx="498503" cy="464595"/>
          </a:xfrm>
          <a:custGeom>
            <a:avLst/>
            <a:gdLst/>
            <a:ahLst/>
            <a:cxnLst/>
            <a:rect l="0" t="0" r="r" b="b"/>
            <a:pathLst>
              <a:path w="498503" h="464595">
                <a:moveTo>
                  <a:pt x="0" y="47790"/>
                </a:moveTo>
                <a:lnTo>
                  <a:pt x="454695" y="0"/>
                </a:lnTo>
                <a:lnTo>
                  <a:pt x="498503" y="416804"/>
                </a:lnTo>
                <a:lnTo>
                  <a:pt x="43808" y="464595"/>
                </a:lnTo>
                <a:close/>
              </a:path>
            </a:pathLst>
          </a:custGeom>
          <a:solidFill>
            <a:srgbClr val="331C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Kształt 61"/>
          <p:cNvSpPr/>
          <p:nvPr/>
        </p:nvSpPr>
        <p:spPr>
          <a:xfrm>
            <a:off x="10455390" y="2836942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Kształt 62"/>
          <p:cNvSpPr/>
          <p:nvPr/>
        </p:nvSpPr>
        <p:spPr>
          <a:xfrm>
            <a:off x="10455390" y="285154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Kształt 63"/>
          <p:cNvSpPr/>
          <p:nvPr/>
        </p:nvSpPr>
        <p:spPr>
          <a:xfrm>
            <a:off x="10574544" y="2836942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Kształt 64"/>
          <p:cNvSpPr/>
          <p:nvPr/>
        </p:nvSpPr>
        <p:spPr>
          <a:xfrm>
            <a:off x="10468665" y="294346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Kształt 65"/>
          <p:cNvSpPr/>
          <p:nvPr/>
        </p:nvSpPr>
        <p:spPr>
          <a:xfrm>
            <a:off x="10479816" y="286136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Kształt 66"/>
          <p:cNvSpPr/>
          <p:nvPr/>
        </p:nvSpPr>
        <p:spPr>
          <a:xfrm>
            <a:off x="10469992" y="297587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Kształt 67"/>
          <p:cNvSpPr/>
          <p:nvPr/>
        </p:nvSpPr>
        <p:spPr>
          <a:xfrm>
            <a:off x="10469992" y="299047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Kształt 68"/>
          <p:cNvSpPr/>
          <p:nvPr/>
        </p:nvSpPr>
        <p:spPr>
          <a:xfrm>
            <a:off x="10589147" y="297587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69"/>
          <p:cNvSpPr/>
          <p:nvPr/>
        </p:nvSpPr>
        <p:spPr>
          <a:xfrm>
            <a:off x="10483268" y="308240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70"/>
          <p:cNvSpPr/>
          <p:nvPr/>
        </p:nvSpPr>
        <p:spPr>
          <a:xfrm>
            <a:off x="10494419" y="3000303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71"/>
          <p:cNvSpPr/>
          <p:nvPr/>
        </p:nvSpPr>
        <p:spPr>
          <a:xfrm>
            <a:off x="10484595" y="31148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72"/>
          <p:cNvSpPr/>
          <p:nvPr/>
        </p:nvSpPr>
        <p:spPr>
          <a:xfrm>
            <a:off x="10484595" y="31294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73"/>
          <p:cNvSpPr/>
          <p:nvPr/>
        </p:nvSpPr>
        <p:spPr>
          <a:xfrm>
            <a:off x="10603750" y="31148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74"/>
          <p:cNvSpPr/>
          <p:nvPr/>
        </p:nvSpPr>
        <p:spPr>
          <a:xfrm>
            <a:off x="10497870" y="322133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75"/>
          <p:cNvSpPr/>
          <p:nvPr/>
        </p:nvSpPr>
        <p:spPr>
          <a:xfrm>
            <a:off x="10509021" y="313923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76"/>
          <p:cNvSpPr/>
          <p:nvPr/>
        </p:nvSpPr>
        <p:spPr>
          <a:xfrm>
            <a:off x="10606955" y="28210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77"/>
          <p:cNvSpPr/>
          <p:nvPr/>
        </p:nvSpPr>
        <p:spPr>
          <a:xfrm>
            <a:off x="10606955" y="28356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78"/>
          <p:cNvSpPr/>
          <p:nvPr/>
        </p:nvSpPr>
        <p:spPr>
          <a:xfrm>
            <a:off x="10726110" y="28210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79"/>
          <p:cNvSpPr/>
          <p:nvPr/>
        </p:nvSpPr>
        <p:spPr>
          <a:xfrm>
            <a:off x="10620230" y="292753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80"/>
          <p:cNvSpPr/>
          <p:nvPr/>
        </p:nvSpPr>
        <p:spPr>
          <a:xfrm>
            <a:off x="10631381" y="284543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Kształt 81"/>
          <p:cNvSpPr/>
          <p:nvPr/>
        </p:nvSpPr>
        <p:spPr>
          <a:xfrm>
            <a:off x="10621558" y="295994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Kształt 82"/>
          <p:cNvSpPr/>
          <p:nvPr/>
        </p:nvSpPr>
        <p:spPr>
          <a:xfrm>
            <a:off x="10621558" y="297454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Kształt 83"/>
          <p:cNvSpPr/>
          <p:nvPr/>
        </p:nvSpPr>
        <p:spPr>
          <a:xfrm>
            <a:off x="10740712" y="295994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84"/>
          <p:cNvSpPr/>
          <p:nvPr/>
        </p:nvSpPr>
        <p:spPr>
          <a:xfrm>
            <a:off x="10634833" y="306647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85"/>
          <p:cNvSpPr/>
          <p:nvPr/>
        </p:nvSpPr>
        <p:spPr>
          <a:xfrm>
            <a:off x="10645984" y="298437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86"/>
          <p:cNvSpPr/>
          <p:nvPr/>
        </p:nvSpPr>
        <p:spPr>
          <a:xfrm>
            <a:off x="10636160" y="30988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Kształt 87"/>
          <p:cNvSpPr/>
          <p:nvPr/>
        </p:nvSpPr>
        <p:spPr>
          <a:xfrm>
            <a:off x="10636160" y="311348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88"/>
          <p:cNvSpPr/>
          <p:nvPr/>
        </p:nvSpPr>
        <p:spPr>
          <a:xfrm>
            <a:off x="10755315" y="30988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89"/>
          <p:cNvSpPr/>
          <p:nvPr/>
        </p:nvSpPr>
        <p:spPr>
          <a:xfrm>
            <a:off x="10649435" y="32054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90"/>
          <p:cNvSpPr/>
          <p:nvPr/>
        </p:nvSpPr>
        <p:spPr>
          <a:xfrm>
            <a:off x="10660587" y="312330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91"/>
          <p:cNvSpPr/>
          <p:nvPr/>
        </p:nvSpPr>
        <p:spPr>
          <a:xfrm>
            <a:off x="10758520" y="28050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92"/>
          <p:cNvSpPr/>
          <p:nvPr/>
        </p:nvSpPr>
        <p:spPr>
          <a:xfrm>
            <a:off x="10758520" y="281968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93"/>
          <p:cNvSpPr/>
          <p:nvPr/>
        </p:nvSpPr>
        <p:spPr>
          <a:xfrm>
            <a:off x="10877675" y="28050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94"/>
          <p:cNvSpPr/>
          <p:nvPr/>
        </p:nvSpPr>
        <p:spPr>
          <a:xfrm>
            <a:off x="10771795" y="29116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95"/>
          <p:cNvSpPr/>
          <p:nvPr/>
        </p:nvSpPr>
        <p:spPr>
          <a:xfrm>
            <a:off x="10782946" y="282950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96"/>
          <p:cNvSpPr/>
          <p:nvPr/>
        </p:nvSpPr>
        <p:spPr>
          <a:xfrm>
            <a:off x="10773123" y="294401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97"/>
          <p:cNvSpPr/>
          <p:nvPr/>
        </p:nvSpPr>
        <p:spPr>
          <a:xfrm>
            <a:off x="10773123" y="295861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98"/>
          <p:cNvSpPr/>
          <p:nvPr/>
        </p:nvSpPr>
        <p:spPr>
          <a:xfrm>
            <a:off x="10892277" y="294401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99"/>
          <p:cNvSpPr/>
          <p:nvPr/>
        </p:nvSpPr>
        <p:spPr>
          <a:xfrm>
            <a:off x="10786398" y="305054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100"/>
          <p:cNvSpPr/>
          <p:nvPr/>
        </p:nvSpPr>
        <p:spPr>
          <a:xfrm>
            <a:off x="10797549" y="296844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101"/>
          <p:cNvSpPr/>
          <p:nvPr/>
        </p:nvSpPr>
        <p:spPr>
          <a:xfrm>
            <a:off x="10787725" y="308295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102"/>
          <p:cNvSpPr/>
          <p:nvPr/>
        </p:nvSpPr>
        <p:spPr>
          <a:xfrm>
            <a:off x="10787725" y="309755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103"/>
          <p:cNvSpPr/>
          <p:nvPr/>
        </p:nvSpPr>
        <p:spPr>
          <a:xfrm>
            <a:off x="10906880" y="308295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104"/>
          <p:cNvSpPr/>
          <p:nvPr/>
        </p:nvSpPr>
        <p:spPr>
          <a:xfrm>
            <a:off x="10801000" y="318947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105"/>
          <p:cNvSpPr/>
          <p:nvPr/>
        </p:nvSpPr>
        <p:spPr>
          <a:xfrm>
            <a:off x="10812152" y="310737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106"/>
          <p:cNvSpPr/>
          <p:nvPr/>
        </p:nvSpPr>
        <p:spPr>
          <a:xfrm>
            <a:off x="10497605" y="2817332"/>
            <a:ext cx="161806" cy="465315"/>
          </a:xfrm>
          <a:custGeom>
            <a:avLst/>
            <a:gdLst/>
            <a:ahLst/>
            <a:cxnLst/>
            <a:rect l="0" t="0" r="r" b="b"/>
            <a:pathLst>
              <a:path w="161806" h="465315">
                <a:moveTo>
                  <a:pt x="0" y="10620"/>
                </a:moveTo>
                <a:lnTo>
                  <a:pt x="101043" y="0"/>
                </a:lnTo>
                <a:lnTo>
                  <a:pt x="80429" y="46862"/>
                </a:lnTo>
                <a:lnTo>
                  <a:pt x="136261" y="92073"/>
                </a:lnTo>
                <a:lnTo>
                  <a:pt x="97364" y="147241"/>
                </a:lnTo>
                <a:lnTo>
                  <a:pt x="153196" y="192453"/>
                </a:lnTo>
                <a:lnTo>
                  <a:pt x="114299" y="247621"/>
                </a:lnTo>
                <a:lnTo>
                  <a:pt x="157501" y="294160"/>
                </a:lnTo>
                <a:lnTo>
                  <a:pt x="112289" y="349992"/>
                </a:lnTo>
                <a:lnTo>
                  <a:pt x="161806" y="395867"/>
                </a:lnTo>
                <a:lnTo>
                  <a:pt x="129888" y="456687"/>
                </a:lnTo>
                <a:lnTo>
                  <a:pt x="47790" y="465315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107"/>
          <p:cNvSpPr/>
          <p:nvPr/>
        </p:nvSpPr>
        <p:spPr>
          <a:xfrm>
            <a:off x="10498269" y="2826302"/>
            <a:ext cx="136545" cy="450030"/>
          </a:xfrm>
          <a:custGeom>
            <a:avLst/>
            <a:gdLst/>
            <a:ahLst/>
            <a:cxnLst/>
            <a:rect l="0" t="0" r="r" b="b"/>
            <a:pathLst>
              <a:path w="136545" h="450030">
                <a:moveTo>
                  <a:pt x="0" y="7965"/>
                </a:moveTo>
                <a:lnTo>
                  <a:pt x="75783" y="0"/>
                </a:lnTo>
                <a:lnTo>
                  <a:pt x="61483" y="46198"/>
                </a:lnTo>
                <a:lnTo>
                  <a:pt x="111000" y="92073"/>
                </a:lnTo>
                <a:lnTo>
                  <a:pt x="78419" y="146577"/>
                </a:lnTo>
                <a:lnTo>
                  <a:pt x="127935" y="192453"/>
                </a:lnTo>
                <a:lnTo>
                  <a:pt x="95354" y="246957"/>
                </a:lnTo>
                <a:lnTo>
                  <a:pt x="132240" y="294160"/>
                </a:lnTo>
                <a:lnTo>
                  <a:pt x="93343" y="349328"/>
                </a:lnTo>
                <a:lnTo>
                  <a:pt x="136545" y="395867"/>
                </a:lnTo>
                <a:lnTo>
                  <a:pt x="109615" y="443392"/>
                </a:lnTo>
                <a:lnTo>
                  <a:pt x="46463" y="450030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108"/>
          <p:cNvSpPr/>
          <p:nvPr/>
        </p:nvSpPr>
        <p:spPr>
          <a:xfrm>
            <a:off x="10578679" y="2991825"/>
            <a:ext cx="29243" cy="63152"/>
          </a:xfrm>
          <a:custGeom>
            <a:avLst/>
            <a:gdLst/>
            <a:ahLst/>
            <a:cxnLst/>
            <a:rect l="0" t="0" r="r" b="b"/>
            <a:pathLst>
              <a:path w="29243" h="63152">
                <a:moveTo>
                  <a:pt x="0" y="0"/>
                </a:moveTo>
                <a:lnTo>
                  <a:pt x="29243" y="35236"/>
                </a:lnTo>
                <a:lnTo>
                  <a:pt x="6638" y="63152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109"/>
          <p:cNvSpPr/>
          <p:nvPr/>
        </p:nvSpPr>
        <p:spPr>
          <a:xfrm>
            <a:off x="10561421" y="2751525"/>
            <a:ext cx="97061" cy="81434"/>
          </a:xfrm>
          <a:custGeom>
            <a:avLst/>
            <a:gdLst/>
            <a:ahLst/>
            <a:cxnLst/>
            <a:rect l="0" t="0" r="r" b="b"/>
            <a:pathLst>
              <a:path w="97061" h="81434">
                <a:moveTo>
                  <a:pt x="0" y="76105"/>
                </a:moveTo>
                <a:lnTo>
                  <a:pt x="7320" y="24256"/>
                </a:lnTo>
                <a:lnTo>
                  <a:pt x="55851" y="0"/>
                </a:lnTo>
                <a:lnTo>
                  <a:pt x="97061" y="27594"/>
                </a:lnTo>
                <a:lnTo>
                  <a:pt x="56173" y="63816"/>
                </a:lnTo>
                <a:lnTo>
                  <a:pt x="70795" y="81434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Kształt 110"/>
          <p:cNvSpPr/>
          <p:nvPr/>
        </p:nvSpPr>
        <p:spPr>
          <a:xfrm rot="21240000">
            <a:off x="9697424" y="2847510"/>
            <a:ext cx="889000" cy="482600"/>
          </a:xfrm>
          <a:prstGeom prst="roundRect">
            <a:avLst>
              <a:gd name="adj" fmla="val 7895"/>
            </a:avLst>
          </a:prstGeom>
          <a:solidFill>
            <a:srgbClr val="E2932B"/>
          </a:solidFill>
          <a:ln>
            <a:noFill/>
          </a:ln>
          <a:effectLst>
            <a:outerShdw blurRad="76200" dist="50800" dir="5400000" algn="ctr" rotWithShape="0">
              <a:srgbClr val="000000">
                <a:alpha val="133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Linia 2"/>
          <p:cNvSpPr/>
          <p:nvPr/>
        </p:nvSpPr>
        <p:spPr>
          <a:xfrm rot="21240000">
            <a:off x="9699511" y="2887335"/>
            <a:ext cx="127000" cy="4826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Tekst: A"/>
          <p:cNvSpPr txBox="1"/>
          <p:nvPr/>
        </p:nvSpPr>
        <p:spPr>
          <a:xfrm rot="21240000">
            <a:off x="9894576" y="2904702"/>
            <a:ext cx="366415" cy="2540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FFFFFF"/>
                </a:solidFill>
                <a:latin typeface="Lato Black"/>
                <a:cs typeface="Lato Black"/>
              </a:rPr>
              <a:t>A</a:t>
            </a:r>
            <a:endParaRPr lang="pl-PL" sz="20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42" name="Tekst: GORZKA 70%"/>
          <p:cNvSpPr txBox="1"/>
          <p:nvPr/>
        </p:nvSpPr>
        <p:spPr>
          <a:xfrm rot="21240000">
            <a:off x="9914849" y="3152130"/>
            <a:ext cx="833914" cy="990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7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50" kern="100" spc="33" dirty="0">
                <a:solidFill>
                  <a:srgbClr val="FFFFFF"/>
                </a:solidFill>
                <a:latin typeface="Lato Black"/>
                <a:cs typeface="Lato Black"/>
              </a:rPr>
              <a:t>GORZKA 70%</a:t>
            </a:r>
            <a:endParaRPr lang="pl-PL" sz="650" kern="100" spc="33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43" name="Tekst: Czekolada gorzka 70%"/>
          <p:cNvSpPr txBox="1"/>
          <p:nvPr/>
        </p:nvSpPr>
        <p:spPr>
          <a:xfrm>
            <a:off x="9569450" y="3451225"/>
            <a:ext cx="1675448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b="1" kern="100" dirty="0">
                <a:solidFill>
                  <a:srgbClr val="1C1C1C"/>
                </a:solidFill>
                <a:latin typeface="Lato"/>
                <a:cs typeface="Lato"/>
              </a:rPr>
              <a:t>Czekolada gorzka 70%</a:t>
            </a:r>
            <a:endParaRPr lang="pl-PL" sz="10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44" name="Tekst: marka A · 100 g"/>
          <p:cNvSpPr txBox="1"/>
          <p:nvPr/>
        </p:nvSpPr>
        <p:spPr>
          <a:xfrm>
            <a:off x="9569450" y="3621087"/>
            <a:ext cx="1498600" cy="1219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00" kern="100" dirty="0">
                <a:solidFill>
                  <a:srgbClr val="888888"/>
                </a:solidFill>
                <a:latin typeface="Lato"/>
                <a:cs typeface="Lato"/>
              </a:rPr>
              <a:t>marka A · 100 g</a:t>
            </a:r>
            <a:endParaRPr lang="pl-PL" sz="8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45" name="Tekst: 7,29 zł"/>
          <p:cNvSpPr txBox="1"/>
          <p:nvPr/>
        </p:nvSpPr>
        <p:spPr>
          <a:xfrm>
            <a:off x="9569871" y="38227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7,29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46" name="Kształt 111"/>
          <p:cNvSpPr/>
          <p:nvPr/>
        </p:nvSpPr>
        <p:spPr>
          <a:xfrm>
            <a:off x="10864850" y="380365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Tekst: + 2"/>
          <p:cNvSpPr txBox="1"/>
          <p:nvPr/>
        </p:nvSpPr>
        <p:spPr>
          <a:xfrm>
            <a:off x="10864850" y="3817937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48" name="Kształt 112"/>
          <p:cNvSpPr/>
          <p:nvPr/>
        </p:nvSpPr>
        <p:spPr>
          <a:xfrm>
            <a:off x="7699375" y="4210050"/>
            <a:ext cx="1682750" cy="1441450"/>
          </a:xfrm>
          <a:prstGeom prst="roundRect">
            <a:avLst>
              <a:gd name="adj" fmla="val 6140"/>
            </a:avLst>
          </a:prstGeom>
          <a:noFill/>
          <a:ln w="6350">
            <a:solidFill>
              <a:srgbClr val="E6E6E6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Kształt 113"/>
          <p:cNvSpPr/>
          <p:nvPr/>
        </p:nvSpPr>
        <p:spPr>
          <a:xfrm>
            <a:off x="7791450" y="4289425"/>
            <a:ext cx="1498600" cy="635000"/>
          </a:xfrm>
          <a:prstGeom prst="roundRect">
            <a:avLst>
              <a:gd name="adj" fmla="val 10000"/>
            </a:avLst>
          </a:prstGeom>
          <a:solidFill>
            <a:srgbClr val="F6F3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Kształt 114"/>
          <p:cNvSpPr/>
          <p:nvPr/>
        </p:nvSpPr>
        <p:spPr>
          <a:xfrm>
            <a:off x="8712891" y="4738976"/>
            <a:ext cx="458678" cy="85682"/>
          </a:xfrm>
          <a:custGeom>
            <a:avLst/>
            <a:gdLst/>
            <a:ahLst/>
            <a:cxnLst/>
            <a:rect l="0" t="0" r="r" b="b"/>
            <a:pathLst>
              <a:path w="458678" h="85682">
                <a:moveTo>
                  <a:pt x="0" y="47790"/>
                </a:moveTo>
                <a:lnTo>
                  <a:pt x="454695" y="0"/>
                </a:lnTo>
                <a:lnTo>
                  <a:pt x="458678" y="37891"/>
                </a:lnTo>
                <a:lnTo>
                  <a:pt x="3983" y="85682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115"/>
          <p:cNvSpPr/>
          <p:nvPr/>
        </p:nvSpPr>
        <p:spPr>
          <a:xfrm>
            <a:off x="8670411" y="4334802"/>
            <a:ext cx="498503" cy="464595"/>
          </a:xfrm>
          <a:custGeom>
            <a:avLst/>
            <a:gdLst/>
            <a:ahLst/>
            <a:cxnLst/>
            <a:rect l="0" t="0" r="r" b="b"/>
            <a:pathLst>
              <a:path w="498503" h="464595">
                <a:moveTo>
                  <a:pt x="0" y="47790"/>
                </a:moveTo>
                <a:lnTo>
                  <a:pt x="454695" y="0"/>
                </a:lnTo>
                <a:lnTo>
                  <a:pt x="498503" y="416804"/>
                </a:lnTo>
                <a:lnTo>
                  <a:pt x="43808" y="464595"/>
                </a:lnTo>
                <a:close/>
              </a:path>
            </a:pathLst>
          </a:custGeom>
          <a:solidFill>
            <a:srgbClr val="331C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116"/>
          <p:cNvSpPr/>
          <p:nvPr/>
        </p:nvSpPr>
        <p:spPr>
          <a:xfrm>
            <a:off x="8677390" y="437364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117"/>
          <p:cNvSpPr/>
          <p:nvPr/>
        </p:nvSpPr>
        <p:spPr>
          <a:xfrm>
            <a:off x="8677390" y="438824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118"/>
          <p:cNvSpPr/>
          <p:nvPr/>
        </p:nvSpPr>
        <p:spPr>
          <a:xfrm>
            <a:off x="8796544" y="437364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Kształt 119"/>
          <p:cNvSpPr/>
          <p:nvPr/>
        </p:nvSpPr>
        <p:spPr>
          <a:xfrm>
            <a:off x="8690665" y="448016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Kształt 120"/>
          <p:cNvSpPr/>
          <p:nvPr/>
        </p:nvSpPr>
        <p:spPr>
          <a:xfrm>
            <a:off x="8701816" y="439806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Kształt 121"/>
          <p:cNvSpPr/>
          <p:nvPr/>
        </p:nvSpPr>
        <p:spPr>
          <a:xfrm>
            <a:off x="8691992" y="451257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122"/>
          <p:cNvSpPr/>
          <p:nvPr/>
        </p:nvSpPr>
        <p:spPr>
          <a:xfrm>
            <a:off x="8691992" y="452717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123"/>
          <p:cNvSpPr/>
          <p:nvPr/>
        </p:nvSpPr>
        <p:spPr>
          <a:xfrm>
            <a:off x="8811147" y="451257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124"/>
          <p:cNvSpPr/>
          <p:nvPr/>
        </p:nvSpPr>
        <p:spPr>
          <a:xfrm>
            <a:off x="8705268" y="461910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125"/>
          <p:cNvSpPr/>
          <p:nvPr/>
        </p:nvSpPr>
        <p:spPr>
          <a:xfrm>
            <a:off x="8716419" y="4537003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126"/>
          <p:cNvSpPr/>
          <p:nvPr/>
        </p:nvSpPr>
        <p:spPr>
          <a:xfrm>
            <a:off x="8706595" y="46515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127"/>
          <p:cNvSpPr/>
          <p:nvPr/>
        </p:nvSpPr>
        <p:spPr>
          <a:xfrm>
            <a:off x="8706595" y="46661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Kształt 128"/>
          <p:cNvSpPr/>
          <p:nvPr/>
        </p:nvSpPr>
        <p:spPr>
          <a:xfrm>
            <a:off x="8825750" y="46515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Kształt 129"/>
          <p:cNvSpPr/>
          <p:nvPr/>
        </p:nvSpPr>
        <p:spPr>
          <a:xfrm>
            <a:off x="8719870" y="475803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130"/>
          <p:cNvSpPr/>
          <p:nvPr/>
        </p:nvSpPr>
        <p:spPr>
          <a:xfrm>
            <a:off x="8731021" y="467593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131"/>
          <p:cNvSpPr/>
          <p:nvPr/>
        </p:nvSpPr>
        <p:spPr>
          <a:xfrm>
            <a:off x="8828955" y="43577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132"/>
          <p:cNvSpPr/>
          <p:nvPr/>
        </p:nvSpPr>
        <p:spPr>
          <a:xfrm>
            <a:off x="8828955" y="43723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133"/>
          <p:cNvSpPr/>
          <p:nvPr/>
        </p:nvSpPr>
        <p:spPr>
          <a:xfrm>
            <a:off x="8948110" y="43577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134"/>
          <p:cNvSpPr/>
          <p:nvPr/>
        </p:nvSpPr>
        <p:spPr>
          <a:xfrm>
            <a:off x="8842230" y="446423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135"/>
          <p:cNvSpPr/>
          <p:nvPr/>
        </p:nvSpPr>
        <p:spPr>
          <a:xfrm>
            <a:off x="8853381" y="438213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Kształt 136"/>
          <p:cNvSpPr/>
          <p:nvPr/>
        </p:nvSpPr>
        <p:spPr>
          <a:xfrm>
            <a:off x="8843558" y="449664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Kształt 137"/>
          <p:cNvSpPr/>
          <p:nvPr/>
        </p:nvSpPr>
        <p:spPr>
          <a:xfrm>
            <a:off x="8843558" y="451124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Kształt 138"/>
          <p:cNvSpPr/>
          <p:nvPr/>
        </p:nvSpPr>
        <p:spPr>
          <a:xfrm>
            <a:off x="8962712" y="449664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Kształt 139"/>
          <p:cNvSpPr/>
          <p:nvPr/>
        </p:nvSpPr>
        <p:spPr>
          <a:xfrm>
            <a:off x="8856833" y="460317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Kształt 140"/>
          <p:cNvSpPr/>
          <p:nvPr/>
        </p:nvSpPr>
        <p:spPr>
          <a:xfrm>
            <a:off x="8867984" y="452107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Kształt 141"/>
          <p:cNvSpPr/>
          <p:nvPr/>
        </p:nvSpPr>
        <p:spPr>
          <a:xfrm>
            <a:off x="8858160" y="46355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Kształt 142"/>
          <p:cNvSpPr/>
          <p:nvPr/>
        </p:nvSpPr>
        <p:spPr>
          <a:xfrm>
            <a:off x="8858160" y="465018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Kształt 143"/>
          <p:cNvSpPr/>
          <p:nvPr/>
        </p:nvSpPr>
        <p:spPr>
          <a:xfrm>
            <a:off x="8977315" y="46355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Kształt 144"/>
          <p:cNvSpPr/>
          <p:nvPr/>
        </p:nvSpPr>
        <p:spPr>
          <a:xfrm>
            <a:off x="8871435" y="47421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Kształt 145"/>
          <p:cNvSpPr/>
          <p:nvPr/>
        </p:nvSpPr>
        <p:spPr>
          <a:xfrm>
            <a:off x="8882587" y="466000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Kształt 146"/>
          <p:cNvSpPr/>
          <p:nvPr/>
        </p:nvSpPr>
        <p:spPr>
          <a:xfrm>
            <a:off x="8980520" y="43417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Kształt 147"/>
          <p:cNvSpPr/>
          <p:nvPr/>
        </p:nvSpPr>
        <p:spPr>
          <a:xfrm>
            <a:off x="8980520" y="435638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Kształt 148"/>
          <p:cNvSpPr/>
          <p:nvPr/>
        </p:nvSpPr>
        <p:spPr>
          <a:xfrm>
            <a:off x="9099675" y="43417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Kształt 149"/>
          <p:cNvSpPr/>
          <p:nvPr/>
        </p:nvSpPr>
        <p:spPr>
          <a:xfrm>
            <a:off x="8993795" y="44483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Kształt 150"/>
          <p:cNvSpPr/>
          <p:nvPr/>
        </p:nvSpPr>
        <p:spPr>
          <a:xfrm>
            <a:off x="9004947" y="436620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Kształt 151"/>
          <p:cNvSpPr/>
          <p:nvPr/>
        </p:nvSpPr>
        <p:spPr>
          <a:xfrm>
            <a:off x="8995123" y="448071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Kształt 152"/>
          <p:cNvSpPr/>
          <p:nvPr/>
        </p:nvSpPr>
        <p:spPr>
          <a:xfrm>
            <a:off x="8995123" y="449531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Kształt 153"/>
          <p:cNvSpPr/>
          <p:nvPr/>
        </p:nvSpPr>
        <p:spPr>
          <a:xfrm>
            <a:off x="9114277" y="448071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Kształt 154"/>
          <p:cNvSpPr/>
          <p:nvPr/>
        </p:nvSpPr>
        <p:spPr>
          <a:xfrm>
            <a:off x="9008398" y="458724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Kształt 155"/>
          <p:cNvSpPr/>
          <p:nvPr/>
        </p:nvSpPr>
        <p:spPr>
          <a:xfrm>
            <a:off x="9019549" y="450514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Kształt 156"/>
          <p:cNvSpPr/>
          <p:nvPr/>
        </p:nvSpPr>
        <p:spPr>
          <a:xfrm>
            <a:off x="9009725" y="461965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Kształt 157"/>
          <p:cNvSpPr/>
          <p:nvPr/>
        </p:nvSpPr>
        <p:spPr>
          <a:xfrm>
            <a:off x="9009725" y="463425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Kształt 158"/>
          <p:cNvSpPr/>
          <p:nvPr/>
        </p:nvSpPr>
        <p:spPr>
          <a:xfrm>
            <a:off x="9128880" y="461965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Kształt 159"/>
          <p:cNvSpPr/>
          <p:nvPr/>
        </p:nvSpPr>
        <p:spPr>
          <a:xfrm>
            <a:off x="9023000" y="472617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Kształt 160"/>
          <p:cNvSpPr/>
          <p:nvPr/>
        </p:nvSpPr>
        <p:spPr>
          <a:xfrm>
            <a:off x="9034152" y="464407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7" name="Kształt 161"/>
          <p:cNvSpPr/>
          <p:nvPr/>
        </p:nvSpPr>
        <p:spPr>
          <a:xfrm>
            <a:off x="8719605" y="4354032"/>
            <a:ext cx="161806" cy="465315"/>
          </a:xfrm>
          <a:custGeom>
            <a:avLst/>
            <a:gdLst/>
            <a:ahLst/>
            <a:cxnLst/>
            <a:rect l="0" t="0" r="r" b="b"/>
            <a:pathLst>
              <a:path w="161806" h="465315">
                <a:moveTo>
                  <a:pt x="0" y="10620"/>
                </a:moveTo>
                <a:lnTo>
                  <a:pt x="101043" y="0"/>
                </a:lnTo>
                <a:lnTo>
                  <a:pt x="80429" y="46862"/>
                </a:lnTo>
                <a:lnTo>
                  <a:pt x="136261" y="92073"/>
                </a:lnTo>
                <a:lnTo>
                  <a:pt x="97364" y="147241"/>
                </a:lnTo>
                <a:lnTo>
                  <a:pt x="153196" y="192453"/>
                </a:lnTo>
                <a:lnTo>
                  <a:pt x="114299" y="247621"/>
                </a:lnTo>
                <a:lnTo>
                  <a:pt x="157501" y="294160"/>
                </a:lnTo>
                <a:lnTo>
                  <a:pt x="112289" y="349992"/>
                </a:lnTo>
                <a:lnTo>
                  <a:pt x="161806" y="395867"/>
                </a:lnTo>
                <a:lnTo>
                  <a:pt x="129888" y="456687"/>
                </a:lnTo>
                <a:lnTo>
                  <a:pt x="47790" y="465315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8" name="Kształt 162"/>
          <p:cNvSpPr/>
          <p:nvPr/>
        </p:nvSpPr>
        <p:spPr>
          <a:xfrm>
            <a:off x="8720269" y="4363002"/>
            <a:ext cx="136545" cy="450030"/>
          </a:xfrm>
          <a:custGeom>
            <a:avLst/>
            <a:gdLst/>
            <a:ahLst/>
            <a:cxnLst/>
            <a:rect l="0" t="0" r="r" b="b"/>
            <a:pathLst>
              <a:path w="136545" h="450030">
                <a:moveTo>
                  <a:pt x="0" y="7965"/>
                </a:moveTo>
                <a:lnTo>
                  <a:pt x="75783" y="0"/>
                </a:lnTo>
                <a:lnTo>
                  <a:pt x="61483" y="46198"/>
                </a:lnTo>
                <a:lnTo>
                  <a:pt x="111000" y="92073"/>
                </a:lnTo>
                <a:lnTo>
                  <a:pt x="78419" y="146577"/>
                </a:lnTo>
                <a:lnTo>
                  <a:pt x="127935" y="192453"/>
                </a:lnTo>
                <a:lnTo>
                  <a:pt x="95354" y="246957"/>
                </a:lnTo>
                <a:lnTo>
                  <a:pt x="132240" y="294160"/>
                </a:lnTo>
                <a:lnTo>
                  <a:pt x="93343" y="349328"/>
                </a:lnTo>
                <a:lnTo>
                  <a:pt x="136545" y="395867"/>
                </a:lnTo>
                <a:lnTo>
                  <a:pt x="109615" y="443392"/>
                </a:lnTo>
                <a:lnTo>
                  <a:pt x="46463" y="450030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9" name="Kształt 163"/>
          <p:cNvSpPr/>
          <p:nvPr/>
        </p:nvSpPr>
        <p:spPr>
          <a:xfrm>
            <a:off x="8800679" y="4528525"/>
            <a:ext cx="29243" cy="63152"/>
          </a:xfrm>
          <a:custGeom>
            <a:avLst/>
            <a:gdLst/>
            <a:ahLst/>
            <a:cxnLst/>
            <a:rect l="0" t="0" r="r" b="b"/>
            <a:pathLst>
              <a:path w="29243" h="63152">
                <a:moveTo>
                  <a:pt x="0" y="0"/>
                </a:moveTo>
                <a:lnTo>
                  <a:pt x="29243" y="35236"/>
                </a:lnTo>
                <a:lnTo>
                  <a:pt x="6638" y="63152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0" name="Kształt 164"/>
          <p:cNvSpPr/>
          <p:nvPr/>
        </p:nvSpPr>
        <p:spPr>
          <a:xfrm>
            <a:off x="8783421" y="4288225"/>
            <a:ext cx="97061" cy="81434"/>
          </a:xfrm>
          <a:custGeom>
            <a:avLst/>
            <a:gdLst/>
            <a:ahLst/>
            <a:cxnLst/>
            <a:rect l="0" t="0" r="r" b="b"/>
            <a:pathLst>
              <a:path w="97061" h="81434">
                <a:moveTo>
                  <a:pt x="0" y="76105"/>
                </a:moveTo>
                <a:lnTo>
                  <a:pt x="7320" y="24256"/>
                </a:lnTo>
                <a:lnTo>
                  <a:pt x="55851" y="0"/>
                </a:lnTo>
                <a:lnTo>
                  <a:pt x="97061" y="27594"/>
                </a:lnTo>
                <a:lnTo>
                  <a:pt x="56173" y="63816"/>
                </a:lnTo>
                <a:lnTo>
                  <a:pt x="70795" y="81434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1" name="Kształt 165"/>
          <p:cNvSpPr/>
          <p:nvPr/>
        </p:nvSpPr>
        <p:spPr>
          <a:xfrm rot="21240000">
            <a:off x="7919424" y="4384210"/>
            <a:ext cx="889000" cy="482600"/>
          </a:xfrm>
          <a:prstGeom prst="roundRect">
            <a:avLst>
              <a:gd name="adj" fmla="val 7895"/>
            </a:avLst>
          </a:prstGeom>
          <a:solidFill>
            <a:srgbClr val="2F7D5B"/>
          </a:solidFill>
          <a:ln>
            <a:noFill/>
          </a:ln>
          <a:effectLst>
            <a:outerShdw blurRad="76200" dist="50800" dir="5400000" algn="ctr" rotWithShape="0">
              <a:srgbClr val="000000">
                <a:alpha val="133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2" name="Linia 3"/>
          <p:cNvSpPr/>
          <p:nvPr/>
        </p:nvSpPr>
        <p:spPr>
          <a:xfrm rot="21240000">
            <a:off x="7921511" y="4424036"/>
            <a:ext cx="127000" cy="4826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Tekst: C"/>
          <p:cNvSpPr txBox="1"/>
          <p:nvPr/>
        </p:nvSpPr>
        <p:spPr>
          <a:xfrm rot="21240000">
            <a:off x="8117500" y="4441993"/>
            <a:ext cx="353318" cy="2540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FFFFFF"/>
                </a:solidFill>
                <a:latin typeface="Lato Black"/>
                <a:cs typeface="Lato Black"/>
              </a:rPr>
              <a:t>C</a:t>
            </a:r>
            <a:endParaRPr lang="pl-PL" sz="20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04" name="Tekst: MLECZNA"/>
          <p:cNvSpPr txBox="1"/>
          <p:nvPr/>
        </p:nvSpPr>
        <p:spPr>
          <a:xfrm rot="21240000">
            <a:off x="8134735" y="4698191"/>
            <a:ext cx="660024" cy="990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7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50" kern="100" spc="33" dirty="0">
                <a:solidFill>
                  <a:srgbClr val="FFFFFF"/>
                </a:solidFill>
                <a:latin typeface="Lato Black"/>
                <a:cs typeface="Lato Black"/>
              </a:rPr>
              <a:t>MLECZNA</a:t>
            </a:r>
            <a:endParaRPr lang="pl-PL" sz="650" kern="100" spc="33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05" name="Tekst: Czekolada mleczna"/>
          <p:cNvSpPr txBox="1"/>
          <p:nvPr/>
        </p:nvSpPr>
        <p:spPr>
          <a:xfrm>
            <a:off x="7791450" y="4987925"/>
            <a:ext cx="1498600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b="1" kern="100" dirty="0">
                <a:solidFill>
                  <a:srgbClr val="1C1C1C"/>
                </a:solidFill>
                <a:latin typeface="Lato"/>
                <a:cs typeface="Lato"/>
              </a:rPr>
              <a:t>Czekolada mleczna</a:t>
            </a:r>
            <a:endParaRPr lang="pl-PL" sz="10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06" name="Tekst: marka C · 90 g"/>
          <p:cNvSpPr txBox="1"/>
          <p:nvPr/>
        </p:nvSpPr>
        <p:spPr>
          <a:xfrm>
            <a:off x="7791450" y="5157787"/>
            <a:ext cx="1498600" cy="1219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00" kern="100" dirty="0">
                <a:solidFill>
                  <a:srgbClr val="888888"/>
                </a:solidFill>
                <a:latin typeface="Lato"/>
                <a:cs typeface="Lato"/>
              </a:rPr>
              <a:t>marka C · 90 g</a:t>
            </a:r>
            <a:endParaRPr lang="pl-PL" sz="8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207" name="Tekst: 5,49 zł"/>
          <p:cNvSpPr txBox="1"/>
          <p:nvPr/>
        </p:nvSpPr>
        <p:spPr>
          <a:xfrm>
            <a:off x="7791871" y="5359400"/>
            <a:ext cx="656331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5,49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08" name="Kształt 166"/>
          <p:cNvSpPr/>
          <p:nvPr/>
        </p:nvSpPr>
        <p:spPr>
          <a:xfrm>
            <a:off x="9086850" y="534035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9" name="Tekst: + 3"/>
          <p:cNvSpPr txBox="1"/>
          <p:nvPr/>
        </p:nvSpPr>
        <p:spPr>
          <a:xfrm>
            <a:off x="9086850" y="5354637"/>
            <a:ext cx="254079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210" name="Kształt 167"/>
          <p:cNvSpPr/>
          <p:nvPr/>
        </p:nvSpPr>
        <p:spPr>
          <a:xfrm>
            <a:off x="9477375" y="4210050"/>
            <a:ext cx="1682750" cy="1441450"/>
          </a:xfrm>
          <a:prstGeom prst="roundRect">
            <a:avLst>
              <a:gd name="adj" fmla="val 6140"/>
            </a:avLst>
          </a:prstGeom>
          <a:noFill/>
          <a:ln w="6350">
            <a:solidFill>
              <a:srgbClr val="E6E6E6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1" name="Kształt 168"/>
          <p:cNvSpPr/>
          <p:nvPr/>
        </p:nvSpPr>
        <p:spPr>
          <a:xfrm>
            <a:off x="9569450" y="4289425"/>
            <a:ext cx="1498600" cy="635000"/>
          </a:xfrm>
          <a:prstGeom prst="roundRect">
            <a:avLst>
              <a:gd name="adj" fmla="val 10000"/>
            </a:avLst>
          </a:prstGeom>
          <a:solidFill>
            <a:srgbClr val="F6F3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2" name="Kształt 169"/>
          <p:cNvSpPr/>
          <p:nvPr/>
        </p:nvSpPr>
        <p:spPr>
          <a:xfrm>
            <a:off x="10490891" y="4738976"/>
            <a:ext cx="458678" cy="85682"/>
          </a:xfrm>
          <a:custGeom>
            <a:avLst/>
            <a:gdLst/>
            <a:ahLst/>
            <a:cxnLst/>
            <a:rect l="0" t="0" r="r" b="b"/>
            <a:pathLst>
              <a:path w="458678" h="85682">
                <a:moveTo>
                  <a:pt x="0" y="47790"/>
                </a:moveTo>
                <a:lnTo>
                  <a:pt x="454695" y="0"/>
                </a:lnTo>
                <a:lnTo>
                  <a:pt x="458678" y="37891"/>
                </a:lnTo>
                <a:lnTo>
                  <a:pt x="3983" y="85682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3" name="Kształt 170"/>
          <p:cNvSpPr/>
          <p:nvPr/>
        </p:nvSpPr>
        <p:spPr>
          <a:xfrm>
            <a:off x="10448411" y="4334802"/>
            <a:ext cx="498503" cy="464595"/>
          </a:xfrm>
          <a:custGeom>
            <a:avLst/>
            <a:gdLst/>
            <a:ahLst/>
            <a:cxnLst/>
            <a:rect l="0" t="0" r="r" b="b"/>
            <a:pathLst>
              <a:path w="498503" h="464595">
                <a:moveTo>
                  <a:pt x="0" y="47790"/>
                </a:moveTo>
                <a:lnTo>
                  <a:pt x="454695" y="0"/>
                </a:lnTo>
                <a:lnTo>
                  <a:pt x="498503" y="416804"/>
                </a:lnTo>
                <a:lnTo>
                  <a:pt x="43808" y="464595"/>
                </a:lnTo>
                <a:close/>
              </a:path>
            </a:pathLst>
          </a:custGeom>
          <a:solidFill>
            <a:srgbClr val="331C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4" name="Kształt 171"/>
          <p:cNvSpPr/>
          <p:nvPr/>
        </p:nvSpPr>
        <p:spPr>
          <a:xfrm>
            <a:off x="10455390" y="437364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5" name="Kształt 172"/>
          <p:cNvSpPr/>
          <p:nvPr/>
        </p:nvSpPr>
        <p:spPr>
          <a:xfrm>
            <a:off x="10455390" y="438824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6" name="Kształt 173"/>
          <p:cNvSpPr/>
          <p:nvPr/>
        </p:nvSpPr>
        <p:spPr>
          <a:xfrm>
            <a:off x="10574544" y="437364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7" name="Kształt 174"/>
          <p:cNvSpPr/>
          <p:nvPr/>
        </p:nvSpPr>
        <p:spPr>
          <a:xfrm>
            <a:off x="10468665" y="448016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8" name="Kształt 175"/>
          <p:cNvSpPr/>
          <p:nvPr/>
        </p:nvSpPr>
        <p:spPr>
          <a:xfrm>
            <a:off x="10479816" y="439806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9" name="Kształt 176"/>
          <p:cNvSpPr/>
          <p:nvPr/>
        </p:nvSpPr>
        <p:spPr>
          <a:xfrm>
            <a:off x="10469992" y="451257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0" name="Kształt 177"/>
          <p:cNvSpPr/>
          <p:nvPr/>
        </p:nvSpPr>
        <p:spPr>
          <a:xfrm>
            <a:off x="10469992" y="452717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1" name="Kształt 178"/>
          <p:cNvSpPr/>
          <p:nvPr/>
        </p:nvSpPr>
        <p:spPr>
          <a:xfrm>
            <a:off x="10589147" y="451257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2" name="Kształt 179"/>
          <p:cNvSpPr/>
          <p:nvPr/>
        </p:nvSpPr>
        <p:spPr>
          <a:xfrm>
            <a:off x="10483268" y="461910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3" name="Kształt 180"/>
          <p:cNvSpPr/>
          <p:nvPr/>
        </p:nvSpPr>
        <p:spPr>
          <a:xfrm>
            <a:off x="10494419" y="4537003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4" name="Kształt 181"/>
          <p:cNvSpPr/>
          <p:nvPr/>
        </p:nvSpPr>
        <p:spPr>
          <a:xfrm>
            <a:off x="10484595" y="46515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5" name="Kształt 182"/>
          <p:cNvSpPr/>
          <p:nvPr/>
        </p:nvSpPr>
        <p:spPr>
          <a:xfrm>
            <a:off x="10484595" y="46661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6" name="Kształt 183"/>
          <p:cNvSpPr/>
          <p:nvPr/>
        </p:nvSpPr>
        <p:spPr>
          <a:xfrm>
            <a:off x="10603750" y="46515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7" name="Kształt 184"/>
          <p:cNvSpPr/>
          <p:nvPr/>
        </p:nvSpPr>
        <p:spPr>
          <a:xfrm>
            <a:off x="10497870" y="475803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8" name="Kształt 185"/>
          <p:cNvSpPr/>
          <p:nvPr/>
        </p:nvSpPr>
        <p:spPr>
          <a:xfrm>
            <a:off x="10509021" y="467593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9" name="Kształt 186"/>
          <p:cNvSpPr/>
          <p:nvPr/>
        </p:nvSpPr>
        <p:spPr>
          <a:xfrm>
            <a:off x="10606955" y="435771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0" name="Kształt 187"/>
          <p:cNvSpPr/>
          <p:nvPr/>
        </p:nvSpPr>
        <p:spPr>
          <a:xfrm>
            <a:off x="10606955" y="437231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1" name="Kształt 188"/>
          <p:cNvSpPr/>
          <p:nvPr/>
        </p:nvSpPr>
        <p:spPr>
          <a:xfrm>
            <a:off x="10726110" y="435771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2" name="Kształt 189"/>
          <p:cNvSpPr/>
          <p:nvPr/>
        </p:nvSpPr>
        <p:spPr>
          <a:xfrm>
            <a:off x="10620230" y="446423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3" name="Kształt 190"/>
          <p:cNvSpPr/>
          <p:nvPr/>
        </p:nvSpPr>
        <p:spPr>
          <a:xfrm>
            <a:off x="10631381" y="438213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4" name="Kształt 191"/>
          <p:cNvSpPr/>
          <p:nvPr/>
        </p:nvSpPr>
        <p:spPr>
          <a:xfrm>
            <a:off x="10621558" y="449664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5" name="Kształt 192"/>
          <p:cNvSpPr/>
          <p:nvPr/>
        </p:nvSpPr>
        <p:spPr>
          <a:xfrm>
            <a:off x="10621558" y="451124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6" name="Kształt 193"/>
          <p:cNvSpPr/>
          <p:nvPr/>
        </p:nvSpPr>
        <p:spPr>
          <a:xfrm>
            <a:off x="10740712" y="449664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7" name="Kształt 194"/>
          <p:cNvSpPr/>
          <p:nvPr/>
        </p:nvSpPr>
        <p:spPr>
          <a:xfrm>
            <a:off x="10634833" y="460317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8" name="Kształt 195"/>
          <p:cNvSpPr/>
          <p:nvPr/>
        </p:nvSpPr>
        <p:spPr>
          <a:xfrm>
            <a:off x="10645984" y="452107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9" name="Kształt 196"/>
          <p:cNvSpPr/>
          <p:nvPr/>
        </p:nvSpPr>
        <p:spPr>
          <a:xfrm>
            <a:off x="10636160" y="46355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0" name="Kształt 197"/>
          <p:cNvSpPr/>
          <p:nvPr/>
        </p:nvSpPr>
        <p:spPr>
          <a:xfrm>
            <a:off x="10636160" y="465018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1" name="Kształt 198"/>
          <p:cNvSpPr/>
          <p:nvPr/>
        </p:nvSpPr>
        <p:spPr>
          <a:xfrm>
            <a:off x="10755315" y="46355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2" name="Kształt 199"/>
          <p:cNvSpPr/>
          <p:nvPr/>
        </p:nvSpPr>
        <p:spPr>
          <a:xfrm>
            <a:off x="10649435" y="47421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3" name="Kształt 200"/>
          <p:cNvSpPr/>
          <p:nvPr/>
        </p:nvSpPr>
        <p:spPr>
          <a:xfrm>
            <a:off x="10660587" y="466000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4" name="Kształt 201"/>
          <p:cNvSpPr/>
          <p:nvPr/>
        </p:nvSpPr>
        <p:spPr>
          <a:xfrm>
            <a:off x="10758520" y="434178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5" name="Kształt 202"/>
          <p:cNvSpPr/>
          <p:nvPr/>
        </p:nvSpPr>
        <p:spPr>
          <a:xfrm>
            <a:off x="10758520" y="4356384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6" name="Kształt 203"/>
          <p:cNvSpPr/>
          <p:nvPr/>
        </p:nvSpPr>
        <p:spPr>
          <a:xfrm>
            <a:off x="10877675" y="434178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7" name="Kształt 204"/>
          <p:cNvSpPr/>
          <p:nvPr/>
        </p:nvSpPr>
        <p:spPr>
          <a:xfrm>
            <a:off x="10771795" y="444830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8" name="Kształt 205"/>
          <p:cNvSpPr/>
          <p:nvPr/>
        </p:nvSpPr>
        <p:spPr>
          <a:xfrm>
            <a:off x="10782946" y="4366208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9" name="Kształt 206"/>
          <p:cNvSpPr/>
          <p:nvPr/>
        </p:nvSpPr>
        <p:spPr>
          <a:xfrm>
            <a:off x="10773123" y="4480716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0" name="Kształt 207"/>
          <p:cNvSpPr/>
          <p:nvPr/>
        </p:nvSpPr>
        <p:spPr>
          <a:xfrm>
            <a:off x="10773123" y="4495319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1" name="Kształt 208"/>
          <p:cNvSpPr/>
          <p:nvPr/>
        </p:nvSpPr>
        <p:spPr>
          <a:xfrm>
            <a:off x="10892277" y="4480716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2" name="Kształt 209"/>
          <p:cNvSpPr/>
          <p:nvPr/>
        </p:nvSpPr>
        <p:spPr>
          <a:xfrm>
            <a:off x="10786398" y="4587240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3" name="Kształt 210"/>
          <p:cNvSpPr/>
          <p:nvPr/>
        </p:nvSpPr>
        <p:spPr>
          <a:xfrm>
            <a:off x="10797549" y="4505142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4" name="Kształt 211"/>
          <p:cNvSpPr/>
          <p:nvPr/>
        </p:nvSpPr>
        <p:spPr>
          <a:xfrm>
            <a:off x="10787725" y="4619651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14603"/>
                </a:moveTo>
                <a:lnTo>
                  <a:pt x="138935" y="0"/>
                </a:lnTo>
                <a:lnTo>
                  <a:pt x="119155" y="24426"/>
                </a:lnTo>
                <a:lnTo>
                  <a:pt x="24426" y="34383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5" name="Kształt 212"/>
          <p:cNvSpPr/>
          <p:nvPr/>
        </p:nvSpPr>
        <p:spPr>
          <a:xfrm>
            <a:off x="10787725" y="4634253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0" y="0"/>
                </a:moveTo>
                <a:lnTo>
                  <a:pt x="24426" y="19780"/>
                </a:lnTo>
                <a:lnTo>
                  <a:pt x="33055" y="101878"/>
                </a:lnTo>
                <a:lnTo>
                  <a:pt x="13275" y="126304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6" name="Kształt 213"/>
          <p:cNvSpPr/>
          <p:nvPr/>
        </p:nvSpPr>
        <p:spPr>
          <a:xfrm>
            <a:off x="10906880" y="4619651"/>
            <a:ext cx="33055" cy="126304"/>
          </a:xfrm>
          <a:custGeom>
            <a:avLst/>
            <a:gdLst/>
            <a:ahLst/>
            <a:cxnLst/>
            <a:rect l="0" t="0" r="r" b="b"/>
            <a:pathLst>
              <a:path w="33055" h="126304">
                <a:moveTo>
                  <a:pt x="19780" y="0"/>
                </a:moveTo>
                <a:lnTo>
                  <a:pt x="33055" y="126304"/>
                </a:lnTo>
                <a:lnTo>
                  <a:pt x="8629" y="106524"/>
                </a:lnTo>
                <a:lnTo>
                  <a:pt x="0" y="24426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7" name="Kształt 214"/>
          <p:cNvSpPr/>
          <p:nvPr/>
        </p:nvSpPr>
        <p:spPr>
          <a:xfrm>
            <a:off x="10801000" y="4726175"/>
            <a:ext cx="138935" cy="34383"/>
          </a:xfrm>
          <a:custGeom>
            <a:avLst/>
            <a:gdLst/>
            <a:ahLst/>
            <a:cxnLst/>
            <a:rect l="0" t="0" r="r" b="b"/>
            <a:pathLst>
              <a:path w="138935" h="34383">
                <a:moveTo>
                  <a:pt x="0" y="34383"/>
                </a:moveTo>
                <a:lnTo>
                  <a:pt x="19780" y="9956"/>
                </a:lnTo>
                <a:lnTo>
                  <a:pt x="114508" y="0"/>
                </a:lnTo>
                <a:lnTo>
                  <a:pt x="138935" y="1978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8" name="Kształt 215"/>
          <p:cNvSpPr/>
          <p:nvPr/>
        </p:nvSpPr>
        <p:spPr>
          <a:xfrm>
            <a:off x="10812152" y="4644077"/>
            <a:ext cx="103357" cy="92054"/>
          </a:xfrm>
          <a:custGeom>
            <a:avLst/>
            <a:gdLst/>
            <a:ahLst/>
            <a:cxnLst/>
            <a:rect l="0" t="0" r="r" b="b"/>
            <a:pathLst>
              <a:path w="103357" h="92054">
                <a:moveTo>
                  <a:pt x="0" y="9956"/>
                </a:moveTo>
                <a:lnTo>
                  <a:pt x="94728" y="0"/>
                </a:lnTo>
                <a:lnTo>
                  <a:pt x="103357" y="82098"/>
                </a:lnTo>
                <a:lnTo>
                  <a:pt x="8629" y="92054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9" name="Kształt 216"/>
          <p:cNvSpPr/>
          <p:nvPr/>
        </p:nvSpPr>
        <p:spPr>
          <a:xfrm>
            <a:off x="10497605" y="4354032"/>
            <a:ext cx="161806" cy="465315"/>
          </a:xfrm>
          <a:custGeom>
            <a:avLst/>
            <a:gdLst/>
            <a:ahLst/>
            <a:cxnLst/>
            <a:rect l="0" t="0" r="r" b="b"/>
            <a:pathLst>
              <a:path w="161806" h="465315">
                <a:moveTo>
                  <a:pt x="0" y="10620"/>
                </a:moveTo>
                <a:lnTo>
                  <a:pt x="101043" y="0"/>
                </a:lnTo>
                <a:lnTo>
                  <a:pt x="80429" y="46862"/>
                </a:lnTo>
                <a:lnTo>
                  <a:pt x="136261" y="92073"/>
                </a:lnTo>
                <a:lnTo>
                  <a:pt x="97364" y="147241"/>
                </a:lnTo>
                <a:lnTo>
                  <a:pt x="153196" y="192453"/>
                </a:lnTo>
                <a:lnTo>
                  <a:pt x="114299" y="247621"/>
                </a:lnTo>
                <a:lnTo>
                  <a:pt x="157501" y="294160"/>
                </a:lnTo>
                <a:lnTo>
                  <a:pt x="112289" y="349992"/>
                </a:lnTo>
                <a:lnTo>
                  <a:pt x="161806" y="395867"/>
                </a:lnTo>
                <a:lnTo>
                  <a:pt x="129888" y="456687"/>
                </a:lnTo>
                <a:lnTo>
                  <a:pt x="47790" y="465315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0" name="Kształt 217"/>
          <p:cNvSpPr/>
          <p:nvPr/>
        </p:nvSpPr>
        <p:spPr>
          <a:xfrm>
            <a:off x="10498269" y="4363002"/>
            <a:ext cx="136545" cy="450030"/>
          </a:xfrm>
          <a:custGeom>
            <a:avLst/>
            <a:gdLst/>
            <a:ahLst/>
            <a:cxnLst/>
            <a:rect l="0" t="0" r="r" b="b"/>
            <a:pathLst>
              <a:path w="136545" h="450030">
                <a:moveTo>
                  <a:pt x="0" y="7965"/>
                </a:moveTo>
                <a:lnTo>
                  <a:pt x="75783" y="0"/>
                </a:lnTo>
                <a:lnTo>
                  <a:pt x="61483" y="46198"/>
                </a:lnTo>
                <a:lnTo>
                  <a:pt x="111000" y="92073"/>
                </a:lnTo>
                <a:lnTo>
                  <a:pt x="78419" y="146577"/>
                </a:lnTo>
                <a:lnTo>
                  <a:pt x="127935" y="192453"/>
                </a:lnTo>
                <a:lnTo>
                  <a:pt x="95354" y="246957"/>
                </a:lnTo>
                <a:lnTo>
                  <a:pt x="132240" y="294160"/>
                </a:lnTo>
                <a:lnTo>
                  <a:pt x="93343" y="349328"/>
                </a:lnTo>
                <a:lnTo>
                  <a:pt x="136545" y="395867"/>
                </a:lnTo>
                <a:lnTo>
                  <a:pt x="109615" y="443392"/>
                </a:lnTo>
                <a:lnTo>
                  <a:pt x="46463" y="450030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1" name="Kształt 218"/>
          <p:cNvSpPr/>
          <p:nvPr/>
        </p:nvSpPr>
        <p:spPr>
          <a:xfrm>
            <a:off x="10578679" y="4528525"/>
            <a:ext cx="29243" cy="63152"/>
          </a:xfrm>
          <a:custGeom>
            <a:avLst/>
            <a:gdLst/>
            <a:ahLst/>
            <a:cxnLst/>
            <a:rect l="0" t="0" r="r" b="b"/>
            <a:pathLst>
              <a:path w="29243" h="63152">
                <a:moveTo>
                  <a:pt x="0" y="0"/>
                </a:moveTo>
                <a:lnTo>
                  <a:pt x="29243" y="35236"/>
                </a:lnTo>
                <a:lnTo>
                  <a:pt x="6638" y="63152"/>
                </a:lnTo>
                <a:close/>
              </a:path>
            </a:pathLst>
          </a:custGeom>
          <a:solidFill>
            <a:srgbClr val="F6F7F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2" name="Kształt 219"/>
          <p:cNvSpPr/>
          <p:nvPr/>
        </p:nvSpPr>
        <p:spPr>
          <a:xfrm>
            <a:off x="10561421" y="4288225"/>
            <a:ext cx="97061" cy="81434"/>
          </a:xfrm>
          <a:custGeom>
            <a:avLst/>
            <a:gdLst/>
            <a:ahLst/>
            <a:cxnLst/>
            <a:rect l="0" t="0" r="r" b="b"/>
            <a:pathLst>
              <a:path w="97061" h="81434">
                <a:moveTo>
                  <a:pt x="0" y="76105"/>
                </a:moveTo>
                <a:lnTo>
                  <a:pt x="7320" y="24256"/>
                </a:lnTo>
                <a:lnTo>
                  <a:pt x="55851" y="0"/>
                </a:lnTo>
                <a:lnTo>
                  <a:pt x="97061" y="27594"/>
                </a:lnTo>
                <a:lnTo>
                  <a:pt x="56173" y="63816"/>
                </a:lnTo>
                <a:lnTo>
                  <a:pt x="70795" y="81434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3" name="Kształt 220"/>
          <p:cNvSpPr/>
          <p:nvPr/>
        </p:nvSpPr>
        <p:spPr>
          <a:xfrm rot="21240000">
            <a:off x="9697424" y="4384210"/>
            <a:ext cx="889000" cy="482600"/>
          </a:xfrm>
          <a:prstGeom prst="roundRect">
            <a:avLst>
              <a:gd name="adj" fmla="val 7895"/>
            </a:avLst>
          </a:prstGeom>
          <a:solidFill>
            <a:srgbClr val="7A3E22"/>
          </a:solidFill>
          <a:ln>
            <a:noFill/>
          </a:ln>
          <a:effectLst>
            <a:outerShdw blurRad="76200" dist="50800" dir="5400000" algn="ctr" rotWithShape="0">
              <a:srgbClr val="000000">
                <a:alpha val="133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4" name="Linia 4"/>
          <p:cNvSpPr/>
          <p:nvPr/>
        </p:nvSpPr>
        <p:spPr>
          <a:xfrm rot="21240000">
            <a:off x="9699511" y="4424036"/>
            <a:ext cx="127000" cy="4826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5" name="Tekst: D"/>
          <p:cNvSpPr txBox="1"/>
          <p:nvPr/>
        </p:nvSpPr>
        <p:spPr>
          <a:xfrm rot="21240000">
            <a:off x="9895661" y="4440343"/>
            <a:ext cx="384393" cy="2540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000" kern="100" dirty="0">
                <a:solidFill>
                  <a:srgbClr val="FFFFFF"/>
                </a:solidFill>
                <a:latin typeface="Lato Black"/>
                <a:cs typeface="Lato Black"/>
              </a:rPr>
              <a:t>D</a:t>
            </a:r>
            <a:endParaRPr lang="pl-PL" sz="20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66" name="Tekst: Z KARMELEM"/>
          <p:cNvSpPr txBox="1"/>
          <p:nvPr/>
        </p:nvSpPr>
        <p:spPr>
          <a:xfrm rot="21240000">
            <a:off x="9911989" y="4688689"/>
            <a:ext cx="842308" cy="990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7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50" kern="100" spc="33" dirty="0">
                <a:solidFill>
                  <a:srgbClr val="FFFFFF"/>
                </a:solidFill>
                <a:latin typeface="Lato Black"/>
                <a:cs typeface="Lato Black"/>
              </a:rPr>
              <a:t>Z KARMELEM</a:t>
            </a:r>
            <a:endParaRPr lang="pl-PL" sz="650" kern="100" spc="33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67" name="Tekst: Czekolada z karmelem"/>
          <p:cNvSpPr txBox="1"/>
          <p:nvPr/>
        </p:nvSpPr>
        <p:spPr>
          <a:xfrm>
            <a:off x="9569450" y="4987925"/>
            <a:ext cx="1663006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b="1" kern="100" dirty="0">
                <a:solidFill>
                  <a:srgbClr val="1C1C1C"/>
                </a:solidFill>
                <a:latin typeface="Lato"/>
                <a:cs typeface="Lato"/>
              </a:rPr>
              <a:t>Czekolada z karmelem</a:t>
            </a:r>
            <a:endParaRPr lang="pl-PL" sz="10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68" name="Tekst: marka D · 100 g"/>
          <p:cNvSpPr txBox="1"/>
          <p:nvPr/>
        </p:nvSpPr>
        <p:spPr>
          <a:xfrm>
            <a:off x="9569450" y="5157787"/>
            <a:ext cx="1498600" cy="1219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800" kern="100" dirty="0">
                <a:solidFill>
                  <a:srgbClr val="888888"/>
                </a:solidFill>
                <a:latin typeface="Lato"/>
                <a:cs typeface="Lato"/>
              </a:rPr>
              <a:t>marka D · 100 g</a:t>
            </a:r>
            <a:endParaRPr lang="pl-PL" sz="8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269" name="Tekst: 6,99 zł"/>
          <p:cNvSpPr txBox="1"/>
          <p:nvPr/>
        </p:nvSpPr>
        <p:spPr>
          <a:xfrm>
            <a:off x="9569871" y="53594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6,99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70" name="Kształt 221"/>
          <p:cNvSpPr/>
          <p:nvPr/>
        </p:nvSpPr>
        <p:spPr>
          <a:xfrm>
            <a:off x="10864850" y="5340350"/>
            <a:ext cx="203200" cy="203200"/>
          </a:xfrm>
          <a:prstGeom prst="ellipse">
            <a:avLst/>
          </a:prstGeom>
          <a:solidFill>
            <a:srgbClr val="F1F1F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1" name="Tekst: + 4"/>
          <p:cNvSpPr txBox="1"/>
          <p:nvPr/>
        </p:nvSpPr>
        <p:spPr>
          <a:xfrm>
            <a:off x="10864850" y="5354637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272" name="Kształt 222"/>
          <p:cNvSpPr/>
          <p:nvPr/>
        </p:nvSpPr>
        <p:spPr>
          <a:xfrm>
            <a:off x="7696200" y="5743575"/>
            <a:ext cx="3467100" cy="311150"/>
          </a:xfrm>
          <a:prstGeom prst="roundRect">
            <a:avLst>
              <a:gd name="adj" fmla="val 18367"/>
            </a:avLst>
          </a:prstGeom>
          <a:solidFill>
            <a:srgbClr val="FD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3" name="Tekst: Dodano do koszyka: czekolada z orzechami"/>
          <p:cNvSpPr txBox="1"/>
          <p:nvPr/>
        </p:nvSpPr>
        <p:spPr>
          <a:xfrm>
            <a:off x="7797800" y="5819775"/>
            <a:ext cx="3263900" cy="1600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" b="1" kern="100" dirty="0">
                <a:solidFill>
                  <a:srgbClr val="B8201E"/>
                </a:solidFill>
                <a:latin typeface="Lato"/>
                <a:cs typeface="Lato"/>
              </a:rPr>
              <a:t>Dodano do koszyka: czekolada z orzechami</a:t>
            </a:r>
            <a:endParaRPr lang="pl-PL" sz="1050" b="1" kern="100" dirty="0">
              <a:solidFill>
                <a:srgbClr val="B8201E"/>
              </a:solidFill>
              <a:latin typeface="Lato"/>
              <a:cs typeface="Lato"/>
            </a:endParaRPr>
          </a:p>
        </p:txBody>
      </p:sp>
      <p:sp>
        <p:nvSpPr>
          <p:cNvPr id="274" name="Kształt 223"/>
          <p:cNvSpPr/>
          <p:nvPr/>
        </p:nvSpPr>
        <p:spPr>
          <a:xfrm>
            <a:off x="7790606" y="2752725"/>
            <a:ext cx="666750" cy="152400"/>
          </a:xfrm>
          <a:prstGeom prst="roundRect">
            <a:avLst>
              <a:gd name="adj" fmla="val 25000"/>
            </a:avLst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5" name="Tekst: Sponsorowane"/>
          <p:cNvSpPr txBox="1"/>
          <p:nvPr/>
        </p:nvSpPr>
        <p:spPr>
          <a:xfrm>
            <a:off x="7841406" y="2778125"/>
            <a:ext cx="828556" cy="990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7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50" b="1" kern="100" spc="13" dirty="0">
                <a:solidFill>
                  <a:srgbClr val="FFFFFF"/>
                </a:solidFill>
                <a:latin typeface="Lato"/>
                <a:cs typeface="Lato"/>
              </a:rPr>
              <a:t>Sponsorowane</a:t>
            </a:r>
            <a:endParaRPr lang="pl-PL" sz="650" b="1" kern="100" spc="13" dirty="0">
              <a:solidFill>
                <a:srgbClr val="FFFFFF"/>
              </a:solidFill>
              <a:latin typeface="Lato"/>
              <a:cs typeface="Lato"/>
            </a:endParaRPr>
          </a:p>
        </p:txBody>
      </p:sp>
      <p:pic>
        <p:nvPicPr>
          <p:cNvPr id="276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277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278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279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0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1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2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3" name="!!Zegar – wycinek 4"/>
          <p:cNvSpPr/>
          <p:nvPr/>
        </p:nvSpPr>
        <p:spPr>
          <a:xfrm>
            <a:off x="10502900" y="404876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128524"/>
                </a:moveTo>
                <a:lnTo>
                  <a:pt x="176953" y="0"/>
                </a:lnTo>
                <a:lnTo>
                  <a:pt x="186732" y="13970"/>
                </a:lnTo>
                <a:lnTo>
                  <a:pt x="195114" y="29337"/>
                </a:lnTo>
                <a:lnTo>
                  <a:pt x="202099" y="44704"/>
                </a:lnTo>
                <a:lnTo>
                  <a:pt x="208153" y="6100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4" name="!!Zegar – wycinek 5"/>
          <p:cNvSpPr/>
          <p:nvPr/>
        </p:nvSpPr>
        <p:spPr>
          <a:xfrm>
            <a:off x="10502900" y="465878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67522"/>
                </a:moveTo>
                <a:lnTo>
                  <a:pt x="208153" y="0"/>
                </a:lnTo>
                <a:lnTo>
                  <a:pt x="212810" y="16298"/>
                </a:lnTo>
                <a:lnTo>
                  <a:pt x="216069" y="33062"/>
                </a:lnTo>
                <a:lnTo>
                  <a:pt x="218398" y="50292"/>
                </a:lnTo>
                <a:lnTo>
                  <a:pt x="21886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5" name="!!Zegar – wycinek 6"/>
          <p:cNvSpPr/>
          <p:nvPr/>
        </p:nvSpPr>
        <p:spPr>
          <a:xfrm>
            <a:off x="10502900" y="533400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0"/>
                </a:moveTo>
                <a:lnTo>
                  <a:pt x="218863" y="0"/>
                </a:lnTo>
                <a:lnTo>
                  <a:pt x="218398" y="17230"/>
                </a:lnTo>
                <a:lnTo>
                  <a:pt x="216069" y="34459"/>
                </a:lnTo>
                <a:lnTo>
                  <a:pt x="212810" y="51223"/>
                </a:lnTo>
                <a:lnTo>
                  <a:pt x="20815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6" name="!!Zegar – wycinek 7"/>
          <p:cNvSpPr/>
          <p:nvPr/>
        </p:nvSpPr>
        <p:spPr>
          <a:xfrm>
            <a:off x="10502900" y="533400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0"/>
                </a:moveTo>
                <a:lnTo>
                  <a:pt x="208153" y="67522"/>
                </a:lnTo>
                <a:lnTo>
                  <a:pt x="202099" y="83820"/>
                </a:lnTo>
                <a:lnTo>
                  <a:pt x="195114" y="99187"/>
                </a:lnTo>
                <a:lnTo>
                  <a:pt x="186732" y="114554"/>
                </a:lnTo>
                <a:lnTo>
                  <a:pt x="176953" y="128524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7" name="!!Zegar – wycinek 8"/>
          <p:cNvSpPr/>
          <p:nvPr/>
        </p:nvSpPr>
        <p:spPr>
          <a:xfrm>
            <a:off x="10502900" y="533400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0"/>
                </a:moveTo>
                <a:lnTo>
                  <a:pt x="176953" y="128524"/>
                </a:lnTo>
                <a:lnTo>
                  <a:pt x="166243" y="142028"/>
                </a:lnTo>
                <a:lnTo>
                  <a:pt x="154601" y="154601"/>
                </a:lnTo>
                <a:lnTo>
                  <a:pt x="142028" y="166243"/>
                </a:lnTo>
                <a:lnTo>
                  <a:pt x="128524" y="1769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8" name="!!Zegar – wycinek 9"/>
          <p:cNvSpPr/>
          <p:nvPr/>
        </p:nvSpPr>
        <p:spPr>
          <a:xfrm>
            <a:off x="10502900" y="533400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0"/>
                </a:moveTo>
                <a:lnTo>
                  <a:pt x="128524" y="176953"/>
                </a:lnTo>
                <a:lnTo>
                  <a:pt x="114554" y="186732"/>
                </a:lnTo>
                <a:lnTo>
                  <a:pt x="99187" y="195114"/>
                </a:lnTo>
                <a:lnTo>
                  <a:pt x="83820" y="202099"/>
                </a:lnTo>
                <a:lnTo>
                  <a:pt x="67522" y="2081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9" name="!!Zegar – wycinek 10"/>
          <p:cNvSpPr/>
          <p:nvPr/>
        </p:nvSpPr>
        <p:spPr>
          <a:xfrm>
            <a:off x="10502900" y="533400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0"/>
                </a:moveTo>
                <a:lnTo>
                  <a:pt x="67522" y="208153"/>
                </a:lnTo>
                <a:lnTo>
                  <a:pt x="51223" y="212810"/>
                </a:lnTo>
                <a:lnTo>
                  <a:pt x="34459" y="216069"/>
                </a:lnTo>
                <a:lnTo>
                  <a:pt x="17230" y="218398"/>
                </a:lnTo>
                <a:lnTo>
                  <a:pt x="0" y="21886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0" name="!!Zegar – wycinek 11"/>
          <p:cNvSpPr/>
          <p:nvPr/>
        </p:nvSpPr>
        <p:spPr>
          <a:xfrm>
            <a:off x="10435378" y="533400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67522" y="0"/>
                </a:moveTo>
                <a:lnTo>
                  <a:pt x="67522" y="218863"/>
                </a:lnTo>
                <a:lnTo>
                  <a:pt x="50292" y="218398"/>
                </a:lnTo>
                <a:lnTo>
                  <a:pt x="33062" y="216069"/>
                </a:lnTo>
                <a:lnTo>
                  <a:pt x="16298" y="212810"/>
                </a:lnTo>
                <a:lnTo>
                  <a:pt x="0" y="2081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1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2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3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4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5" name="!!Zegar – wskazówka"/>
          <p:cNvSpPr/>
          <p:nvPr/>
        </p:nvSpPr>
        <p:spPr>
          <a:xfrm>
            <a:off x="10480979" y="502510"/>
            <a:ext cx="86123" cy="210198"/>
          </a:xfrm>
          <a:custGeom>
            <a:avLst/>
            <a:gdLst/>
            <a:ahLst/>
            <a:cxnLst/>
            <a:rect l="0" t="0" r="r" b="b"/>
            <a:pathLst>
              <a:path w="86123" h="210198">
                <a:moveTo>
                  <a:pt x="26573" y="0"/>
                </a:moveTo>
                <a:lnTo>
                  <a:pt x="0" y="8634"/>
                </a:lnTo>
                <a:lnTo>
                  <a:pt x="72837" y="210198"/>
                </a:lnTo>
                <a:lnTo>
                  <a:pt x="86123" y="205881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6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7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17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98" name="!!Postęp"/>
          <p:cNvSpPr/>
          <p:nvPr/>
        </p:nvSpPr>
        <p:spPr>
          <a:xfrm>
            <a:off x="0" y="6826250"/>
            <a:ext cx="8636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9" name="Iskra"/>
          <p:cNvSpPr/>
          <p:nvPr/>
        </p:nvSpPr>
        <p:spPr>
          <a:xfrm>
            <a:off x="24070475" y="3547276"/>
            <a:ext cx="715948" cy="715948"/>
          </a:xfrm>
          <a:prstGeom prst="ellipse">
            <a:avLst/>
          </a:prstGeom>
          <a:noFill/>
          <a:ln w="65086">
            <a:solidFill>
              <a:srgbClr val="EE312F">
                <a:alpha val="81359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0" name="Kursor"/>
          <p:cNvSpPr/>
          <p:nvPr/>
        </p:nvSpPr>
        <p:spPr>
          <a:xfrm>
            <a:off x="24428883" y="3905671"/>
            <a:ext cx="243396" cy="379698"/>
          </a:xfrm>
          <a:custGeom>
            <a:avLst/>
            <a:gdLst/>
            <a:ahLst/>
            <a:cxnLst/>
            <a:rect l="0" t="0" r="r" b="b"/>
            <a:pathLst>
              <a:path w="243396" h="379698">
                <a:moveTo>
                  <a:pt x="0" y="0"/>
                </a:moveTo>
                <a:lnTo>
                  <a:pt x="0" y="311547"/>
                </a:lnTo>
                <a:lnTo>
                  <a:pt x="77887" y="243396"/>
                </a:lnTo>
                <a:lnTo>
                  <a:pt x="136302" y="379698"/>
                </a:lnTo>
                <a:lnTo>
                  <a:pt x="194717" y="350490"/>
                </a:lnTo>
                <a:lnTo>
                  <a:pt x="136302" y="223924"/>
                </a:lnTo>
                <a:lnTo>
                  <a:pt x="243396" y="223924"/>
                </a:lnTo>
                <a:close/>
              </a:path>
            </a:pathLst>
          </a:custGeom>
          <a:solidFill>
            <a:srgbClr val="151515"/>
          </a:solidFill>
          <a:ln w="19472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7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6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192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8388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92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923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67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" dur="192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88388">
                                          <p:val>
                                            <p:strVal val="#ppt_y+0.0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92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923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192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6395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43328">
                                          <p:val>
                                            <p:strVal val="#ppt_x-0.00069"/>
                                          </p:val>
                                        </p:tav>
                                        <p:tav tm="53726">
                                          <p:val>
                                            <p:strVal val="#ppt_x-0.00273"/>
                                          </p:val>
                                        </p:tav>
                                        <p:tav tm="62392">
                                          <p:val>
                                            <p:strVal val="#ppt_x-0.00351"/>
                                          </p:val>
                                        </p:tav>
                                        <p:tav tm="83189">
                                          <p:val>
                                            <p:strVal val="#ppt_x-0.004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3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92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8527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79723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88388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92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92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923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31196">
                                          <p:val>
                                            <p:fltVal val="0"/>
                                          </p:val>
                                        </p:tav>
                                        <p:tav tm="36395">
                                          <p:val>
                                            <p:fltVal val="0.81"/>
                                          </p:val>
                                        </p:tav>
                                        <p:tav tm="39861">
                                          <p:val>
                                            <p:fltVal val="2.69"/>
                                          </p:val>
                                        </p:tav>
                                        <p:tav tm="43328">
                                          <p:val>
                                            <p:fltVal val="6.44"/>
                                          </p:val>
                                        </p:tav>
                                        <p:tav tm="45061">
                                          <p:val>
                                            <p:fltVal val="9.26"/>
                                          </p:val>
                                        </p:tav>
                                        <p:tav tm="50260">
                                          <p:val>
                                            <p:fltVal val="19.6"/>
                                          </p:val>
                                        </p:tav>
                                        <p:tav tm="53726">
                                          <p:val>
                                            <p:fltVal val="24.96"/>
                                          </p:val>
                                        </p:tav>
                                        <p:tav tm="57192">
                                          <p:val>
                                            <p:fltVal val="28.68"/>
                                          </p:val>
                                        </p:tav>
                                        <p:tav tm="62392">
                                          <p:val>
                                            <p:fltVal val="32.25"/>
                                          </p:val>
                                        </p:tav>
                                        <p:tav tm="67591">
                                          <p:val>
                                            <p:fltVal val="34.32"/>
                                          </p:val>
                                        </p:tav>
                                        <p:tav tm="74523">
                                          <p:val>
                                            <p:fltVal val="35.69"/>
                                          </p:val>
                                        </p:tav>
                                        <p:tav tm="100000">
                                          <p:val>
                                            <p:fltVal val="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820" fill="hold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7" dur="820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820" fill="hold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1" dur="820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" dur="37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73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37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7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73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7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7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7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373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" dur="37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7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37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73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37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7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7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73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37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7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73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37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7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73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" dur="37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7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7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73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7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7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7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373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" dur="37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7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37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373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" dur="37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37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373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37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37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373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" dur="37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37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373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37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7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73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" dur="37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373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1" dur="190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4799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6550">
                                          <p:val>
                                            <p:strVal val="#ppt_y+0.02024"/>
                                          </p:val>
                                        </p:tav>
                                        <p:tav tm="68301">
                                          <p:val>
                                            <p:strVal val="#ppt_y+0.01397"/>
                                          </p:val>
                                        </p:tav>
                                        <p:tav tm="70053">
                                          <p:val>
                                            <p:strVal val="#ppt_y+0.00952"/>
                                          </p:val>
                                        </p:tav>
                                        <p:tav tm="71804">
                                          <p:val>
                                            <p:strVal val="#ppt_y+0.00649"/>
                                          </p:val>
                                        </p:tav>
                                        <p:tav tm="75306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78809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84063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98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233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" dur="118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3803">
                                          <p:val>
                                            <p:strVal val="#ppt_w*0"/>
                                          </p:val>
                                        </p:tav>
                                        <p:tav tm="67606">
                                          <p:val>
                                            <p:strVal val="#ppt_w*0"/>
                                          </p:val>
                                        </p:tav>
                                        <p:tav tm="70423">
                                          <p:val>
                                            <p:strVal val="#ppt_w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w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w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w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118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3803">
                                          <p:val>
                                            <p:strVal val="#ppt_h*0"/>
                                          </p:val>
                                        </p:tav>
                                        <p:tav tm="67606">
                                          <p:val>
                                            <p:strVal val="#ppt_h*0"/>
                                          </p:val>
                                        </p:tav>
                                        <p:tav tm="70423">
                                          <p:val>
                                            <p:strVal val="#ppt_h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h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h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h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4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20" dur="400" fill="hold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1" dur="118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3803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67606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4507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859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118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3803">
                                          <p:val>
                                            <p:strVal val="#ppt_w*0"/>
                                          </p:val>
                                        </p:tav>
                                        <p:tav tm="67606">
                                          <p:val>
                                            <p:strVal val="#ppt_w*0"/>
                                          </p:val>
                                        </p:tav>
                                        <p:tav tm="70423">
                                          <p:val>
                                            <p:strVal val="#ppt_w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w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w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w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118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3803">
                                          <p:val>
                                            <p:strVal val="#ppt_h*0"/>
                                          </p:val>
                                        </p:tav>
                                        <p:tav tm="67606">
                                          <p:val>
                                            <p:strVal val="#ppt_h*0"/>
                                          </p:val>
                                        </p:tav>
                                        <p:tav tm="70423">
                                          <p:val>
                                            <p:strVal val="#ppt_h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h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h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h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118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67606">
                                          <p:val>
                                            <p:strVal val="#ppt_w*0"/>
                                          </p:val>
                                        </p:tav>
                                        <p:tav tm="70423">
                                          <p:val>
                                            <p:strVal val="#ppt_w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w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w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w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118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67606">
                                          <p:val>
                                            <p:strVal val="#ppt_h*0"/>
                                          </p:val>
                                        </p:tav>
                                        <p:tav tm="70423">
                                          <p:val>
                                            <p:strVal val="#ppt_h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h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h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h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300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1" dur="1633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9184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1224">
                                          <p:val>
                                            <p:strVal val="#ppt_y+0.01953"/>
                                          </p:val>
                                        </p:tav>
                                        <p:tav tm="63265">
                                          <p:val>
                                            <p:strVal val="#ppt_y+0.01345"/>
                                          </p:val>
                                        </p:tav>
                                        <p:tav tm="65306">
                                          <p:val>
                                            <p:strVal val="#ppt_y+0.00916"/>
                                          </p:val>
                                        </p:tav>
                                        <p:tav tm="67347">
                                          <p:val>
                                            <p:strVal val="#ppt_y+0.00625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1633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300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5" dur="1633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9184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1224">
                                          <p:val>
                                            <p:strVal val="#ppt_y+0.01953"/>
                                          </p:val>
                                        </p:tav>
                                        <p:tav tm="63265">
                                          <p:val>
                                            <p:strVal val="#ppt_y+0.01345"/>
                                          </p:val>
                                        </p:tav>
                                        <p:tav tm="65306">
                                          <p:val>
                                            <p:strVal val="#ppt_y+0.00916"/>
                                          </p:val>
                                        </p:tav>
                                        <p:tav tm="67347">
                                          <p:val>
                                            <p:strVal val="#ppt_y+0.00625"/>
                                          </p:val>
                                        </p:tav>
                                        <p:tav tm="71429">
                                          <p:val>
                                            <p:strVal val="#ppt_y+0.00293"/>
                                          </p:val>
                                        </p:tav>
                                        <p:tav tm="81633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39" dur="267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199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2292"/>
                                          </p:val>
                                        </p:tav>
                                        <p:tav tm="3344">
                                          <p:val>
                                            <p:strVal val="#ppt_x-1.02294"/>
                                          </p:val>
                                        </p:tav>
                                        <p:tav tm="5017">
                                          <p:val>
                                            <p:strVal val="#ppt_x-1.02376"/>
                                          </p:val>
                                        </p:tav>
                                        <p:tav tm="6689">
                                          <p:val>
                                            <p:strVal val="#ppt_x-1.02606"/>
                                          </p:val>
                                        </p:tav>
                                        <p:tav tm="8361">
                                          <p:val>
                                            <p:strVal val="#ppt_x-1.03034"/>
                                          </p:val>
                                        </p:tav>
                                        <p:tav tm="10033">
                                          <p:val>
                                            <p:strVal val="#ppt_x-1.0374"/>
                                          </p:val>
                                        </p:tav>
                                        <p:tav tm="11706">
                                          <p:val>
                                            <p:strVal val="#ppt_x-1.04827"/>
                                          </p:val>
                                        </p:tav>
                                        <p:tav tm="13378">
                                          <p:val>
                                            <p:strVal val="#ppt_x-1.06382"/>
                                          </p:val>
                                        </p:tav>
                                        <p:tav tm="16722">
                                          <p:val>
                                            <p:strVal val="#ppt_x-1.10199"/>
                                          </p:val>
                                        </p:tav>
                                        <p:tav tm="18395">
                                          <p:val>
                                            <p:strVal val="#ppt_x-1.13277"/>
                                          </p:val>
                                        </p:tav>
                                        <p:tav tm="20067">
                                          <p:val>
                                            <p:strVal val="#ppt_x-1.1600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18143"/>
                                          </p:val>
                                        </p:tav>
                                        <p:tav tm="23411">
                                          <p:val>
                                            <p:strVal val="#ppt_x-1.19823"/>
                                          </p:val>
                                        </p:tav>
                                        <p:tav tm="25084">
                                          <p:val>
                                            <p:strVal val="#ppt_x-1.2115"/>
                                          </p:val>
                                        </p:tav>
                                        <p:tav tm="26756">
                                          <p:val>
                                            <p:strVal val="#ppt_x-1.22199"/>
                                          </p:val>
                                        </p:tav>
                                        <p:tav tm="28428">
                                          <p:val>
                                            <p:strVal val="#ppt_x-1.23025"/>
                                          </p:val>
                                        </p:tav>
                                        <p:tav tm="30100">
                                          <p:val>
                                            <p:strVal val="#ppt_x-1.23669"/>
                                          </p:val>
                                        </p:tav>
                                        <p:tav tm="31773">
                                          <p:val>
                                            <p:strVal val="#ppt_x-1.2416"/>
                                          </p:val>
                                        </p:tav>
                                        <p:tav tm="33445">
                                          <p:val>
                                            <p:strVal val="#ppt_x-1.24522"/>
                                          </p:val>
                                        </p:tav>
                                        <p:tav tm="35117">
                                          <p:val>
                                            <p:strVal val="#ppt_x-1.24772"/>
                                          </p:val>
                                        </p:tav>
                                        <p:tav tm="36789">
                                          <p:val>
                                            <p:strVal val="#ppt_x-1.24926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4994"/>
                                          </p:val>
                                        </p:tav>
                                        <p:tav tm="40134">
                                          <p:val>
                                            <p:strVal val="#ppt_x-1.2517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4682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699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199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0556"/>
                                          </p:val>
                                        </p:tav>
                                        <p:tav tm="3344">
                                          <p:val>
                                            <p:strVal val="#ppt_y+0.40551"/>
                                          </p:val>
                                        </p:tav>
                                        <p:tav tm="5017">
                                          <p:val>
                                            <p:strVal val="#ppt_y+0.40395"/>
                                          </p:val>
                                        </p:tav>
                                        <p:tav tm="6689">
                                          <p:val>
                                            <p:strVal val="#ppt_y+0.39958"/>
                                          </p:val>
                                        </p:tav>
                                        <p:tav tm="8361">
                                          <p:val>
                                            <p:strVal val="#ppt_y+0.39143"/>
                                          </p:val>
                                        </p:tav>
                                        <p:tav tm="10033">
                                          <p:val>
                                            <p:strVal val="#ppt_y+0.37802"/>
                                          </p:val>
                                        </p:tav>
                                        <p:tav tm="11706">
                                          <p:val>
                                            <p:strVal val="#ppt_y+0.35735"/>
                                          </p:val>
                                        </p:tav>
                                        <p:tav tm="13378">
                                          <p:val>
                                            <p:strVal val="#ppt_y+0.32779"/>
                                          </p:val>
                                        </p:tav>
                                        <p:tav tm="16722">
                                          <p:val>
                                            <p:strVal val="#ppt_y+0.2552"/>
                                          </p:val>
                                        </p:tav>
                                        <p:tav tm="18395">
                                          <p:val>
                                            <p:strVal val="#ppt_y+0.20166"/>
                                          </p:val>
                                        </p:tav>
                                        <p:tav tm="20067">
                                          <p:val>
                                            <p:strVal val="#ppt_y+0.1547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11795"/>
                                          </p:val>
                                        </p:tav>
                                        <p:tav tm="23411">
                                          <p:val>
                                            <p:strVal val="#ppt_y+0.08906"/>
                                          </p:val>
                                        </p:tav>
                                        <p:tav tm="25084">
                                          <p:val>
                                            <p:strVal val="#ppt_y+0.06624"/>
                                          </p:val>
                                        </p:tav>
                                        <p:tav tm="26756">
                                          <p:val>
                                            <p:strVal val="#ppt_y+0.04818"/>
                                          </p:val>
                                        </p:tav>
                                        <p:tav tm="28428">
                                          <p:val>
                                            <p:strVal val="#ppt_y+0.03397"/>
                                          </p:val>
                                        </p:tav>
                                        <p:tav tm="30100">
                                          <p:val>
                                            <p:strVal val="#ppt_y+0.02289"/>
                                          </p:val>
                                        </p:tav>
                                        <p:tav tm="31773">
                                          <p:val>
                                            <p:strVal val="#ppt_y+0.01445"/>
                                          </p:val>
                                        </p:tav>
                                        <p:tav tm="33445">
                                          <p:val>
                                            <p:strVal val="#ppt_y+0.00823"/>
                                          </p:val>
                                        </p:tav>
                                        <p:tav tm="35117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36789">
                                          <p:val>
                                            <p:strVal val="#ppt_y+0.00128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40134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4682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699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199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"/>
                                          </p:val>
                                        </p:tav>
                                        <p:tav tm="40134">
                                          <p:val>
                                            <p:strVal val="#ppt_w*0.82545"/>
                                          </p:val>
                                        </p:tav>
                                        <p:tav tm="41806">
                                          <p:val>
                                            <p:strVal val="#ppt_w*0.907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0.96491"/>
                                          </p:val>
                                        </p:tav>
                                        <p:tav tm="45151">
                                          <p:val>
                                            <p:strVal val="#ppt_w*0.98737"/>
                                          </p:val>
                                        </p:tav>
                                        <p:tav tm="46823">
                                          <p:val>
                                            <p:strVal val="#ppt_w*0.99667"/>
                                          </p:val>
                                        </p:tav>
                                        <p:tav tm="9699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1993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"/>
                                          </p:val>
                                        </p:tav>
                                        <p:tav tm="40134">
                                          <p:val>
                                            <p:strVal val="#ppt_h*0.82545"/>
                                          </p:val>
                                        </p:tav>
                                        <p:tav tm="41806">
                                          <p:val>
                                            <p:strVal val="#ppt_h*0.907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0.96491"/>
                                          </p:val>
                                        </p:tav>
                                        <p:tav tm="45151">
                                          <p:val>
                                            <p:strVal val="#ppt_h*0.98737"/>
                                          </p:val>
                                        </p:tav>
                                        <p:tav tm="46823">
                                          <p:val>
                                            <p:strVal val="#ppt_h*0.99667"/>
                                          </p:val>
                                        </p:tav>
                                        <p:tav tm="9699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13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7" dur="367">
                                          <p:stCondLst>
                                            <p:cond delay="13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8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9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753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9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w*0.20325"/>
                                          </p:val>
                                        </p:tav>
                                        <p:tav tm="7865">
                                          <p:val>
                                            <p:strVal val="#ppt_w*0.41703"/>
                                          </p:val>
                                        </p:tav>
                                        <p:tav tm="13483">
                                          <p:val>
                                            <p:strVal val="#ppt_w*0.60132"/>
                                          </p:val>
                                        </p:tav>
                                        <p:tav tm="19101">
                                          <p:val>
                                            <p:strVal val="#ppt_w*0.73335"/>
                                          </p:val>
                                        </p:tav>
                                        <p:tav tm="24719">
                                          <p:val>
                                            <p:strVal val="#ppt_w*0.82039"/>
                                          </p:val>
                                        </p:tav>
                                        <p:tav tm="30337">
                                          <p:val>
                                            <p:strVal val="#ppt_w*0.87821"/>
                                          </p:val>
                                        </p:tav>
                                        <p:tav tm="35955">
                                          <p:val>
                                            <p:strVal val="#ppt_w*0.91789"/>
                                          </p:val>
                                        </p:tav>
                                        <p:tav tm="41573">
                                          <p:val>
                                            <p:strVal val="#ppt_w*0.94597"/>
                                          </p:val>
                                        </p:tav>
                                        <p:tav tm="52809">
                                          <p:val>
                                            <p:strVal val="#ppt_w*0.98111"/>
                                          </p:val>
                                        </p:tav>
                                        <p:tav tm="69663">
                                          <p:val>
                                            <p:strVal val="#ppt_w*1.00575"/>
                                          </p:val>
                                        </p:tav>
                                        <p:tav tm="97753">
                                          <p:val>
                                            <p:strVal val="#ppt_w*1.014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593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h*0.20325"/>
                                          </p:val>
                                        </p:tav>
                                        <p:tav tm="7865">
                                          <p:val>
                                            <p:strVal val="#ppt_h*0.41703"/>
                                          </p:val>
                                        </p:tav>
                                        <p:tav tm="13483">
                                          <p:val>
                                            <p:strVal val="#ppt_h*0.60132"/>
                                          </p:val>
                                        </p:tav>
                                        <p:tav tm="19101">
                                          <p:val>
                                            <p:strVal val="#ppt_h*0.73335"/>
                                          </p:val>
                                        </p:tav>
                                        <p:tav tm="24719">
                                          <p:val>
                                            <p:strVal val="#ppt_h*0.82039"/>
                                          </p:val>
                                        </p:tav>
                                        <p:tav tm="30337">
                                          <p:val>
                                            <p:strVal val="#ppt_h*0.87821"/>
                                          </p:val>
                                        </p:tav>
                                        <p:tav tm="35955">
                                          <p:val>
                                            <p:strVal val="#ppt_h*0.91789"/>
                                          </p:val>
                                        </p:tav>
                                        <p:tav tm="41573">
                                          <p:val>
                                            <p:strVal val="#ppt_h*0.94597"/>
                                          </p:val>
                                        </p:tav>
                                        <p:tav tm="52809">
                                          <p:val>
                                            <p:strVal val="#ppt_h*0.98111"/>
                                          </p:val>
                                        </p:tav>
                                        <p:tav tm="69663">
                                          <p:val>
                                            <p:strVal val="#ppt_h*1.00575"/>
                                          </p:val>
                                        </p:tav>
                                        <p:tav tm="97753">
                                          <p:val>
                                            <p:strVal val="#ppt_h*1.014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289" grpId="0" animBg="1"/>
      <p:bldP spid="290" grpId="0" animBg="1"/>
      <p:bldP spid="295" grpId="0" animBg="1"/>
      <p:bldP spid="297" grpId="0" animBg="1"/>
      <p:bldP spid="5" grpId="0" build="p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286" grpId="0" animBg="1"/>
      <p:bldP spid="287" grpId="0" animBg="1"/>
      <p:bldP spid="288" grpId="0" animBg="1"/>
      <p:bldP spid="291" grpId="0" animBg="1"/>
      <p:bldP spid="292" grpId="0" animBg="1"/>
      <p:bldP spid="293" grpId="0" animBg="1"/>
      <p:bldP spid="294" grpId="0" animBg="1"/>
      <p:bldP spid="296" grpId="0" animBg="1"/>
      <p:bldP spid="3" grpId="0" animBg="1"/>
      <p:bldP spid="23" grpId="0" animBg="1"/>
      <p:bldP spid="83" grpId="0" animBg="1"/>
      <p:bldP spid="84" grpId="0" animBg="1"/>
      <p:bldP spid="85" grpId="0" animBg="1"/>
      <p:bldP spid="272" grpId="0" animBg="1"/>
      <p:bldP spid="273" grpId="0" animBg="1"/>
      <p:bldP spid="300" grpId="0" animBg="1"/>
      <p:bldP spid="29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Nie szukałam, ale tego mi brakowało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Nachosy są. Czegoś do nich brakuje."/>
          <p:cNvSpPr txBox="1"/>
          <p:nvPr/>
        </p:nvSpPr>
        <p:spPr>
          <a:xfrm>
            <a:off x="824334" y="3252450"/>
            <a:ext cx="3784342" cy="7594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Nachosy są.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  <a:p>
            <a:pPr algn="l">
              <a:lnSpc>
                <a:spcPts val="299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300" kern="100" dirty="0">
                <a:solidFill>
                  <a:srgbClr val="151515"/>
                </a:solidFill>
                <a:latin typeface="Lato"/>
                <a:cs typeface="Lato"/>
              </a:rPr>
              <a:t>Czegoś do nich brakuje.</a:t>
            </a:r>
            <a:endParaRPr lang="pl-PL" sz="2300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3" name="Tekst: Trafne uzupełnienie: dip do nachosów."/>
          <p:cNvSpPr txBox="1"/>
          <p:nvPr/>
        </p:nvSpPr>
        <p:spPr>
          <a:xfrm>
            <a:off x="825301" y="4723130"/>
            <a:ext cx="3184683" cy="698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Trafne uzupełnienie: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00" b="1" kern="100" dirty="0">
                <a:solidFill>
                  <a:srgbClr val="EE312F"/>
                </a:solidFill>
                <a:latin typeface="Lato"/>
                <a:cs typeface="Lato"/>
              </a:rPr>
              <a:t>dip do nachosów.</a:t>
            </a:r>
            <a:endParaRPr lang="pl-PL" sz="2200" b="1" kern="100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4" name="Tekst: · Sprawdzam koszyk"/>
          <p:cNvSpPr txBox="1"/>
          <p:nvPr/>
        </p:nvSpPr>
        <p:spPr>
          <a:xfrm>
            <a:off x="826442" y="1268412"/>
            <a:ext cx="5372100" cy="1828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200" b="1" kern="100" cap="all" spc="96" dirty="0">
                <a:solidFill>
                  <a:srgbClr val="666666"/>
                </a:solidFill>
                <a:latin typeface="Lato"/>
                <a:cs typeface="Lato"/>
              </a:rPr>
              <a:t>· Sprawdzam koszyk</a:t>
            </a:r>
            <a:endParaRPr lang="pl-PL" sz="1200" b="1" kern="100" cap="all" spc="9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5" name="Tekst: „Nie szukałam, ale tego mi brakowało.”"/>
          <p:cNvSpPr txBox="1"/>
          <p:nvPr/>
        </p:nvSpPr>
        <p:spPr>
          <a:xfrm>
            <a:off x="826442" y="1651593"/>
            <a:ext cx="6601182" cy="11846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„Nie szukałam,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6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400" kern="100" spc="-154" dirty="0">
                <a:solidFill>
                  <a:srgbClr val="151515"/>
                </a:solidFill>
                <a:latin typeface="Lato Black"/>
                <a:cs typeface="Lato Black"/>
              </a:rPr>
              <a:t>ale tego mi brakowało.”</a:t>
            </a:r>
            <a:endParaRPr lang="pl-PL" sz="4400" kern="100" spc="-15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6" name="!!Telefon"/>
          <p:cNvSpPr/>
          <p:nvPr/>
        </p:nvSpPr>
        <p:spPr>
          <a:xfrm>
            <a:off x="7391400" y="1200150"/>
            <a:ext cx="4076700" cy="4584700"/>
          </a:xfrm>
          <a:prstGeom prst="round2SameRect">
            <a:avLst>
              <a:gd name="adj1" fmla="val 9657"/>
              <a:gd name="adj2" fmla="val 0"/>
            </a:avLst>
          </a:prstGeom>
          <a:gradFill rotWithShape="1">
            <a:gsLst>
              <a:gs pos="0">
                <a:srgbClr val="2B2C30"/>
              </a:gs>
              <a:gs pos="18000">
                <a:srgbClr val="5B5D63"/>
              </a:gs>
              <a:gs pos="40000">
                <a:srgbClr val="2E2F33"/>
              </a:gs>
              <a:gs pos="70000">
                <a:srgbClr val="1F2023"/>
              </a:gs>
              <a:gs pos="100000">
                <a:srgbClr val="4A4C51"/>
              </a:gs>
            </a:gsLst>
            <a:lin ang="600000" scaled="0"/>
          </a:gradFill>
          <a:ln>
            <a:noFill/>
          </a:ln>
          <a:effectLst>
            <a:outerShdw blurRad="444500" dist="215900" dir="5400000" algn="ctr" rotWithShape="0">
              <a:srgbClr val="000000">
                <a:alpha val="25000"/>
              </a:srgbClr>
            </a:outerShdw>
          </a:effectLst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!!Telefon before"/>
          <p:cNvSpPr/>
          <p:nvPr/>
        </p:nvSpPr>
        <p:spPr>
          <a:xfrm>
            <a:off x="7410450" y="1219200"/>
            <a:ext cx="4038600" cy="4565650"/>
          </a:xfrm>
          <a:prstGeom prst="round2SameRect">
            <a:avLst>
              <a:gd name="adj1" fmla="val 9277"/>
              <a:gd name="adj2" fmla="val 0"/>
            </a:avLst>
          </a:prstGeom>
          <a:solidFill>
            <a:srgbClr val="0B0B0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!!Telefon – przycisk akcji"/>
          <p:cNvSpPr/>
          <p:nvPr/>
        </p:nvSpPr>
        <p:spPr>
          <a:xfrm>
            <a:off x="7359650" y="2012950"/>
            <a:ext cx="31750" cy="2159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!!Telefon – głośniej"/>
          <p:cNvSpPr/>
          <p:nvPr/>
        </p:nvSpPr>
        <p:spPr>
          <a:xfrm>
            <a:off x="7359650" y="24066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!!Telefon – ciszej"/>
          <p:cNvSpPr/>
          <p:nvPr/>
        </p:nvSpPr>
        <p:spPr>
          <a:xfrm>
            <a:off x="7359650" y="2889250"/>
            <a:ext cx="31750" cy="3937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!!Telefon – zasilanie"/>
          <p:cNvSpPr/>
          <p:nvPr/>
        </p:nvSpPr>
        <p:spPr>
          <a:xfrm>
            <a:off x="11468100" y="2559050"/>
            <a:ext cx="31750" cy="609600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3A3B40"/>
              </a:gs>
              <a:gs pos="50000">
                <a:srgbClr val="6A6C72"/>
              </a:gs>
              <a:gs pos="100000">
                <a:srgbClr val="3A3B40"/>
              </a:gs>
            </a:gsLst>
            <a:lin ang="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!!Telefon after"/>
          <p:cNvSpPr/>
          <p:nvPr/>
        </p:nvSpPr>
        <p:spPr>
          <a:xfrm>
            <a:off x="6883400" y="4641850"/>
            <a:ext cx="5092700" cy="1841500"/>
          </a:xfrm>
          <a:prstGeom prst="rect">
            <a:avLst/>
          </a:prstGeom>
          <a:gradFill rotWithShape="1">
            <a:gsLst>
              <a:gs pos="0">
                <a:srgbClr val="FFFFFF">
                  <a:alpha val="0"/>
                </a:srgbClr>
              </a:gs>
              <a:gs pos="52000">
                <a:srgbClr val="FFFFFF"/>
              </a:gs>
            </a:gsLst>
            <a:lin ang="5400000" scaled="0"/>
          </a:gra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!!Telefon – ekran"/>
          <p:cNvSpPr/>
          <p:nvPr/>
        </p:nvSpPr>
        <p:spPr>
          <a:xfrm>
            <a:off x="7493000" y="1301750"/>
            <a:ext cx="3873500" cy="4483100"/>
          </a:xfrm>
          <a:prstGeom prst="round2SameRect">
            <a:avLst>
              <a:gd name="adj1" fmla="val 7541"/>
              <a:gd name="adj2" fmla="val 0"/>
            </a:avLst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!!Telefon – wyspa"/>
          <p:cNvSpPr/>
          <p:nvPr/>
        </p:nvSpPr>
        <p:spPr>
          <a:xfrm>
            <a:off x="9093200" y="1320800"/>
            <a:ext cx="673100" cy="190500"/>
          </a:xfrm>
          <a:prstGeom prst="roundRect">
            <a:avLst>
              <a:gd name="adj" fmla="val 50000"/>
            </a:avLst>
          </a:prstGeom>
          <a:solidFill>
            <a:srgbClr val="05050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!!Telefon – wyspa after"/>
          <p:cNvSpPr/>
          <p:nvPr/>
        </p:nvSpPr>
        <p:spPr>
          <a:xfrm>
            <a:off x="9610725" y="1374775"/>
            <a:ext cx="82550" cy="82550"/>
          </a:xfrm>
          <a:prstGeom prst="ellipse">
            <a:avLst/>
          </a:prstGeom>
          <a:solidFill>
            <a:srgbClr val="26304F"/>
          </a:solidFill>
          <a:ln w="19050">
            <a:solidFill>
              <a:srgbClr val="15161B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!!Telefon – nagłówek"/>
          <p:cNvSpPr/>
          <p:nvPr/>
        </p:nvSpPr>
        <p:spPr>
          <a:xfrm>
            <a:off x="7493000" y="1530350"/>
            <a:ext cx="3873500" cy="406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elefon – nagłówek (wariant)"/>
          <p:cNvSpPr/>
          <p:nvPr/>
        </p:nvSpPr>
        <p:spPr>
          <a:xfrm>
            <a:off x="7493000" y="1924050"/>
            <a:ext cx="3873500" cy="12700"/>
          </a:xfrm>
          <a:prstGeom prst="rect">
            <a:avLst/>
          </a:prstGeom>
          <a:solidFill>
            <a:srgbClr val="EDED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!!Telefon – aplikacja (tekst)"/>
          <p:cNvSpPr txBox="1"/>
          <p:nvPr/>
        </p:nvSpPr>
        <p:spPr>
          <a:xfrm>
            <a:off x="7697291" y="1628775"/>
            <a:ext cx="2425779" cy="1981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56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00" kern="100" spc="-13" dirty="0">
                <a:solidFill>
                  <a:srgbClr val="151515"/>
                </a:solidFill>
                <a:latin typeface="Lato Black"/>
                <a:cs typeface="Lato Black"/>
              </a:rPr>
              <a:t>Aplikacja szybkich dostaw</a:t>
            </a:r>
            <a:endParaRPr lang="pl-PL" sz="1300" kern="100" spc="-13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9" name="!!Telefon – koszyk (tekst)"/>
          <p:cNvSpPr txBox="1"/>
          <p:nvPr/>
        </p:nvSpPr>
        <p:spPr>
          <a:xfrm>
            <a:off x="10998349" y="1603375"/>
            <a:ext cx="350163" cy="2286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151515"/>
                </a:solidFill>
                <a:latin typeface="Segoe UI Symbol"/>
                <a:cs typeface="Segoe UI Symbol"/>
              </a:rPr>
              <a:t>▣</a:t>
            </a:r>
            <a:endParaRPr lang="pl-PL" sz="1500" kern="100" dirty="0">
              <a:solidFill>
                <a:srgbClr val="151515"/>
              </a:solidFill>
              <a:latin typeface="Segoe UI Symbol"/>
              <a:cs typeface="Segoe UI Symbol"/>
            </a:endParaRPr>
          </a:p>
        </p:txBody>
      </p:sp>
      <p:sp>
        <p:nvSpPr>
          <p:cNvPr id="20" name="!!Telefon – tytuł (tekst)"/>
          <p:cNvSpPr txBox="1"/>
          <p:nvPr/>
        </p:nvSpPr>
        <p:spPr>
          <a:xfrm>
            <a:off x="7696200" y="2087562"/>
            <a:ext cx="3467100" cy="2590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42" dirty="0">
                <a:solidFill>
                  <a:srgbClr val="1C1C1C"/>
                </a:solidFill>
                <a:latin typeface="Lato Black"/>
                <a:cs typeface="Lato Black"/>
              </a:rPr>
              <a:t>Mój koszyk</a:t>
            </a:r>
            <a:endParaRPr lang="pl-PL" sz="1700" kern="100" spc="-42" dirty="0">
              <a:solidFill>
                <a:srgbClr val="1C1C1C"/>
              </a:solidFill>
              <a:latin typeface="Lato Black"/>
              <a:cs typeface="Lato Black"/>
            </a:endParaRPr>
          </a:p>
        </p:txBody>
      </p:sp>
      <p:sp>
        <p:nvSpPr>
          <p:cNvPr id="21" name="Linia"/>
          <p:cNvSpPr/>
          <p:nvPr/>
        </p:nvSpPr>
        <p:spPr>
          <a:xfrm>
            <a:off x="7696200" y="2962275"/>
            <a:ext cx="3467100" cy="635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Kształt"/>
          <p:cNvSpPr/>
          <p:nvPr/>
        </p:nvSpPr>
        <p:spPr>
          <a:xfrm>
            <a:off x="7785100" y="2559050"/>
            <a:ext cx="190500" cy="381000"/>
          </a:xfrm>
          <a:prstGeom prst="round2SameRect">
            <a:avLst>
              <a:gd name="adj1" fmla="val 30000"/>
              <a:gd name="adj2" fmla="val 23333"/>
            </a:avLst>
          </a:pr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Kształt 2"/>
          <p:cNvSpPr/>
          <p:nvPr/>
        </p:nvSpPr>
        <p:spPr>
          <a:xfrm>
            <a:off x="7835900" y="2482850"/>
            <a:ext cx="88900" cy="88900"/>
          </a:xfrm>
          <a:prstGeom prst="roundRect">
            <a:avLst>
              <a:gd name="adj" fmla="val 21429"/>
            </a:avLst>
          </a:pr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ekst: C"/>
          <p:cNvSpPr txBox="1"/>
          <p:nvPr/>
        </p:nvSpPr>
        <p:spPr>
          <a:xfrm>
            <a:off x="7832725" y="2694940"/>
            <a:ext cx="262889" cy="1397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FFFFFF"/>
                </a:solidFill>
                <a:latin typeface="Lato Black"/>
                <a:cs typeface="Lato Black"/>
              </a:rPr>
              <a:t>C</a:t>
            </a:r>
            <a:endParaRPr lang="pl-PL" sz="11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5" name="Tekst: Lemoniada · marka C"/>
          <p:cNvSpPr txBox="1"/>
          <p:nvPr/>
        </p:nvSpPr>
        <p:spPr>
          <a:xfrm>
            <a:off x="8152978" y="2543150"/>
            <a:ext cx="25019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Lemoniada · marka C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6" name="Tekst: 1 l"/>
          <p:cNvSpPr txBox="1"/>
          <p:nvPr/>
        </p:nvSpPr>
        <p:spPr>
          <a:xfrm>
            <a:off x="8152978" y="2741265"/>
            <a:ext cx="25019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1 l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27" name="Tekst: 7,99 zł"/>
          <p:cNvSpPr txBox="1"/>
          <p:nvPr/>
        </p:nvSpPr>
        <p:spPr>
          <a:xfrm>
            <a:off x="10743778" y="26289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7,99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28" name="Linia 2"/>
          <p:cNvSpPr/>
          <p:nvPr/>
        </p:nvSpPr>
        <p:spPr>
          <a:xfrm>
            <a:off x="7696200" y="3470275"/>
            <a:ext cx="3467100" cy="635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Kształt 3"/>
          <p:cNvSpPr/>
          <p:nvPr/>
        </p:nvSpPr>
        <p:spPr>
          <a:xfrm>
            <a:off x="7735887" y="3091656"/>
            <a:ext cx="288925" cy="261144"/>
          </a:xfrm>
          <a:custGeom>
            <a:avLst/>
            <a:gdLst/>
            <a:ahLst/>
            <a:cxnLst/>
            <a:rect l="0" t="0" r="r" b="b"/>
            <a:pathLst>
              <a:path w="288925" h="261144">
                <a:moveTo>
                  <a:pt x="22225" y="0"/>
                </a:moveTo>
                <a:lnTo>
                  <a:pt x="11112" y="33337"/>
                </a:lnTo>
                <a:lnTo>
                  <a:pt x="2778" y="83344"/>
                </a:lnTo>
                <a:lnTo>
                  <a:pt x="0" y="133350"/>
                </a:lnTo>
                <a:lnTo>
                  <a:pt x="2778" y="183356"/>
                </a:lnTo>
                <a:lnTo>
                  <a:pt x="11112" y="227806"/>
                </a:lnTo>
                <a:lnTo>
                  <a:pt x="22225" y="261144"/>
                </a:lnTo>
                <a:lnTo>
                  <a:pt x="266700" y="261144"/>
                </a:lnTo>
                <a:lnTo>
                  <a:pt x="277812" y="227806"/>
                </a:lnTo>
                <a:lnTo>
                  <a:pt x="286147" y="183356"/>
                </a:lnTo>
                <a:lnTo>
                  <a:pt x="288925" y="133350"/>
                </a:lnTo>
                <a:lnTo>
                  <a:pt x="286147" y="83344"/>
                </a:lnTo>
                <a:lnTo>
                  <a:pt x="277812" y="33337"/>
                </a:lnTo>
                <a:lnTo>
                  <a:pt x="266700" y="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4"/>
          <p:cNvSpPr/>
          <p:nvPr/>
        </p:nvSpPr>
        <p:spPr>
          <a:xfrm>
            <a:off x="7735887" y="3091656"/>
            <a:ext cx="72231" cy="261144"/>
          </a:xfrm>
          <a:custGeom>
            <a:avLst/>
            <a:gdLst/>
            <a:ahLst/>
            <a:cxnLst/>
            <a:rect l="0" t="0" r="r" b="b"/>
            <a:pathLst>
              <a:path w="72231" h="261144">
                <a:moveTo>
                  <a:pt x="22225" y="0"/>
                </a:moveTo>
                <a:lnTo>
                  <a:pt x="11112" y="33337"/>
                </a:lnTo>
                <a:lnTo>
                  <a:pt x="2778" y="83344"/>
                </a:lnTo>
                <a:lnTo>
                  <a:pt x="0" y="133350"/>
                </a:lnTo>
                <a:lnTo>
                  <a:pt x="2778" y="183356"/>
                </a:lnTo>
                <a:lnTo>
                  <a:pt x="11112" y="227806"/>
                </a:lnTo>
                <a:lnTo>
                  <a:pt x="22225" y="261144"/>
                </a:lnTo>
                <a:lnTo>
                  <a:pt x="72231" y="261144"/>
                </a:lnTo>
                <a:lnTo>
                  <a:pt x="72231" y="0"/>
                </a:lnTo>
                <a:close/>
              </a:path>
            </a:pathLst>
          </a:custGeom>
          <a:solidFill>
            <a:srgbClr val="EBA14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5"/>
          <p:cNvSpPr/>
          <p:nvPr/>
        </p:nvSpPr>
        <p:spPr>
          <a:xfrm>
            <a:off x="7935912" y="3091656"/>
            <a:ext cx="88900" cy="261144"/>
          </a:xfrm>
          <a:custGeom>
            <a:avLst/>
            <a:gdLst/>
            <a:ahLst/>
            <a:cxnLst/>
            <a:rect l="0" t="0" r="r" b="b"/>
            <a:pathLst>
              <a:path w="88900" h="261144">
                <a:moveTo>
                  <a:pt x="0" y="0"/>
                </a:moveTo>
                <a:lnTo>
                  <a:pt x="0" y="261144"/>
                </a:lnTo>
                <a:lnTo>
                  <a:pt x="66675" y="261144"/>
                </a:lnTo>
                <a:lnTo>
                  <a:pt x="77787" y="227806"/>
                </a:lnTo>
                <a:lnTo>
                  <a:pt x="86122" y="183356"/>
                </a:lnTo>
                <a:lnTo>
                  <a:pt x="88900" y="133350"/>
                </a:lnTo>
                <a:lnTo>
                  <a:pt x="86122" y="83344"/>
                </a:lnTo>
                <a:lnTo>
                  <a:pt x="77787" y="33337"/>
                </a:lnTo>
                <a:lnTo>
                  <a:pt x="66675" y="0"/>
                </a:lnTo>
                <a:close/>
              </a:path>
            </a:pathLst>
          </a:custGeom>
          <a:solidFill>
            <a:srgbClr val="D686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6"/>
          <p:cNvSpPr/>
          <p:nvPr/>
        </p:nvSpPr>
        <p:spPr>
          <a:xfrm>
            <a:off x="7980362" y="3091656"/>
            <a:ext cx="44450" cy="261144"/>
          </a:xfrm>
          <a:custGeom>
            <a:avLst/>
            <a:gdLst/>
            <a:ahLst/>
            <a:cxnLst/>
            <a:rect l="0" t="0" r="r" b="b"/>
            <a:pathLst>
              <a:path w="44450" h="261144">
                <a:moveTo>
                  <a:pt x="0" y="0"/>
                </a:moveTo>
                <a:lnTo>
                  <a:pt x="0" y="261144"/>
                </a:lnTo>
                <a:lnTo>
                  <a:pt x="22225" y="261144"/>
                </a:lnTo>
                <a:lnTo>
                  <a:pt x="33337" y="227806"/>
                </a:lnTo>
                <a:lnTo>
                  <a:pt x="41672" y="183356"/>
                </a:lnTo>
                <a:lnTo>
                  <a:pt x="44450" y="133350"/>
                </a:lnTo>
                <a:lnTo>
                  <a:pt x="41672" y="83344"/>
                </a:lnTo>
                <a:lnTo>
                  <a:pt x="33337" y="33337"/>
                </a:lnTo>
                <a:lnTo>
                  <a:pt x="22225" y="0"/>
                </a:lnTo>
                <a:close/>
              </a:path>
            </a:pathLst>
          </a:custGeom>
          <a:solidFill>
            <a:srgbClr val="C474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7"/>
          <p:cNvSpPr/>
          <p:nvPr/>
        </p:nvSpPr>
        <p:spPr>
          <a:xfrm>
            <a:off x="7741443" y="3052762"/>
            <a:ext cx="277812" cy="38894"/>
          </a:xfrm>
          <a:custGeom>
            <a:avLst/>
            <a:gdLst/>
            <a:ahLst/>
            <a:cxnLst/>
            <a:rect l="0" t="0" r="r" b="b"/>
            <a:pathLst>
              <a:path w="277812" h="38894">
                <a:moveTo>
                  <a:pt x="0" y="0"/>
                </a:moveTo>
                <a:lnTo>
                  <a:pt x="27781" y="16669"/>
                </a:lnTo>
                <a:lnTo>
                  <a:pt x="55562" y="0"/>
                </a:lnTo>
                <a:lnTo>
                  <a:pt x="83344" y="16669"/>
                </a:lnTo>
                <a:lnTo>
                  <a:pt x="111125" y="0"/>
                </a:lnTo>
                <a:lnTo>
                  <a:pt x="138906" y="16669"/>
                </a:lnTo>
                <a:lnTo>
                  <a:pt x="166687" y="0"/>
                </a:lnTo>
                <a:lnTo>
                  <a:pt x="194469" y="16669"/>
                </a:lnTo>
                <a:lnTo>
                  <a:pt x="222250" y="0"/>
                </a:lnTo>
                <a:lnTo>
                  <a:pt x="250031" y="16669"/>
                </a:lnTo>
                <a:lnTo>
                  <a:pt x="277812" y="0"/>
                </a:lnTo>
                <a:lnTo>
                  <a:pt x="277812" y="38894"/>
                </a:lnTo>
                <a:lnTo>
                  <a:pt x="0" y="38894"/>
                </a:lnTo>
                <a:close/>
              </a:path>
            </a:pathLst>
          </a:custGeom>
          <a:solidFill>
            <a:srgbClr val="B566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8"/>
          <p:cNvSpPr/>
          <p:nvPr/>
        </p:nvSpPr>
        <p:spPr>
          <a:xfrm>
            <a:off x="7741443" y="3352800"/>
            <a:ext cx="277812" cy="33337"/>
          </a:xfrm>
          <a:custGeom>
            <a:avLst/>
            <a:gdLst/>
            <a:ahLst/>
            <a:cxnLst/>
            <a:rect l="0" t="0" r="r" b="b"/>
            <a:pathLst>
              <a:path w="277812" h="33337">
                <a:moveTo>
                  <a:pt x="0" y="0"/>
                </a:moveTo>
                <a:lnTo>
                  <a:pt x="277812" y="0"/>
                </a:lnTo>
                <a:lnTo>
                  <a:pt x="277812" y="33337"/>
                </a:lnTo>
                <a:lnTo>
                  <a:pt x="250031" y="16669"/>
                </a:lnTo>
                <a:lnTo>
                  <a:pt x="222250" y="33337"/>
                </a:lnTo>
                <a:lnTo>
                  <a:pt x="194469" y="16669"/>
                </a:lnTo>
                <a:lnTo>
                  <a:pt x="166687" y="33337"/>
                </a:lnTo>
                <a:lnTo>
                  <a:pt x="138906" y="16669"/>
                </a:lnTo>
                <a:lnTo>
                  <a:pt x="111125" y="33337"/>
                </a:lnTo>
                <a:lnTo>
                  <a:pt x="83344" y="16669"/>
                </a:lnTo>
                <a:lnTo>
                  <a:pt x="55562" y="33337"/>
                </a:lnTo>
                <a:lnTo>
                  <a:pt x="27781" y="16669"/>
                </a:lnTo>
                <a:lnTo>
                  <a:pt x="0" y="33337"/>
                </a:lnTo>
                <a:close/>
              </a:path>
            </a:pathLst>
          </a:custGeom>
          <a:solidFill>
            <a:srgbClr val="B566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9"/>
          <p:cNvSpPr/>
          <p:nvPr/>
        </p:nvSpPr>
        <p:spPr>
          <a:xfrm>
            <a:off x="7810896" y="3188891"/>
            <a:ext cx="138906" cy="138906"/>
          </a:xfrm>
          <a:custGeom>
            <a:avLst/>
            <a:gdLst/>
            <a:ahLst/>
            <a:cxnLst/>
            <a:rect l="0" t="0" r="r" b="b"/>
            <a:pathLst>
              <a:path w="138906" h="138906">
                <a:moveTo>
                  <a:pt x="138906" y="69453"/>
                </a:moveTo>
                <a:lnTo>
                  <a:pt x="137795" y="81677"/>
                </a:lnTo>
                <a:lnTo>
                  <a:pt x="134461" y="93345"/>
                </a:lnTo>
                <a:lnTo>
                  <a:pt x="129461" y="104457"/>
                </a:lnTo>
                <a:lnTo>
                  <a:pt x="122793" y="113903"/>
                </a:lnTo>
                <a:lnTo>
                  <a:pt x="113903" y="122793"/>
                </a:lnTo>
                <a:lnTo>
                  <a:pt x="104457" y="129461"/>
                </a:lnTo>
                <a:lnTo>
                  <a:pt x="93345" y="134461"/>
                </a:lnTo>
                <a:lnTo>
                  <a:pt x="81677" y="137795"/>
                </a:lnTo>
                <a:lnTo>
                  <a:pt x="69453" y="138906"/>
                </a:lnTo>
                <a:lnTo>
                  <a:pt x="57229" y="137795"/>
                </a:lnTo>
                <a:lnTo>
                  <a:pt x="45561" y="134461"/>
                </a:lnTo>
                <a:lnTo>
                  <a:pt x="35004" y="129461"/>
                </a:lnTo>
                <a:lnTo>
                  <a:pt x="25003" y="122793"/>
                </a:lnTo>
                <a:lnTo>
                  <a:pt x="16113" y="113903"/>
                </a:lnTo>
                <a:lnTo>
                  <a:pt x="9446" y="104457"/>
                </a:lnTo>
                <a:lnTo>
                  <a:pt x="4445" y="93345"/>
                </a:lnTo>
                <a:lnTo>
                  <a:pt x="1111" y="81677"/>
                </a:lnTo>
                <a:lnTo>
                  <a:pt x="0" y="69453"/>
                </a:lnTo>
                <a:lnTo>
                  <a:pt x="1111" y="57229"/>
                </a:lnTo>
                <a:lnTo>
                  <a:pt x="4445" y="45561"/>
                </a:lnTo>
                <a:lnTo>
                  <a:pt x="9446" y="35004"/>
                </a:lnTo>
                <a:lnTo>
                  <a:pt x="16113" y="25003"/>
                </a:lnTo>
                <a:lnTo>
                  <a:pt x="25003" y="16113"/>
                </a:lnTo>
                <a:lnTo>
                  <a:pt x="34449" y="9446"/>
                </a:lnTo>
                <a:lnTo>
                  <a:pt x="45561" y="4445"/>
                </a:lnTo>
                <a:lnTo>
                  <a:pt x="57229" y="1111"/>
                </a:lnTo>
                <a:lnTo>
                  <a:pt x="69453" y="0"/>
                </a:lnTo>
                <a:lnTo>
                  <a:pt x="81677" y="1111"/>
                </a:lnTo>
                <a:lnTo>
                  <a:pt x="93345" y="4445"/>
                </a:lnTo>
                <a:lnTo>
                  <a:pt x="104457" y="9446"/>
                </a:lnTo>
                <a:lnTo>
                  <a:pt x="113903" y="16113"/>
                </a:lnTo>
                <a:lnTo>
                  <a:pt x="122793" y="25003"/>
                </a:lnTo>
                <a:lnTo>
                  <a:pt x="129461" y="34449"/>
                </a:lnTo>
                <a:lnTo>
                  <a:pt x="134461" y="45561"/>
                </a:lnTo>
                <a:lnTo>
                  <a:pt x="137795" y="57229"/>
                </a:lnTo>
                <a:close/>
              </a:path>
            </a:pathLst>
          </a:custGeom>
          <a:solidFill>
            <a:srgbClr val="FFF4D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10"/>
          <p:cNvSpPr/>
          <p:nvPr/>
        </p:nvSpPr>
        <p:spPr>
          <a:xfrm>
            <a:off x="7833121" y="3208337"/>
            <a:ext cx="75009" cy="77787"/>
          </a:xfrm>
          <a:custGeom>
            <a:avLst/>
            <a:gdLst/>
            <a:ahLst/>
            <a:cxnLst/>
            <a:rect l="0" t="0" r="r" b="b"/>
            <a:pathLst>
              <a:path w="75009" h="77787">
                <a:moveTo>
                  <a:pt x="0" y="77787"/>
                </a:moveTo>
                <a:lnTo>
                  <a:pt x="41672" y="0"/>
                </a:lnTo>
                <a:lnTo>
                  <a:pt x="75009" y="72231"/>
                </a:lnTo>
                <a:close/>
              </a:path>
            </a:pathLst>
          </a:custGeom>
          <a:solidFill>
            <a:srgbClr val="F6C44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11"/>
          <p:cNvSpPr/>
          <p:nvPr/>
        </p:nvSpPr>
        <p:spPr>
          <a:xfrm>
            <a:off x="7866459" y="3238897"/>
            <a:ext cx="63897" cy="66675"/>
          </a:xfrm>
          <a:custGeom>
            <a:avLst/>
            <a:gdLst/>
            <a:ahLst/>
            <a:cxnLst/>
            <a:rect l="0" t="0" r="r" b="b"/>
            <a:pathLst>
              <a:path w="63897" h="66675">
                <a:moveTo>
                  <a:pt x="0" y="63897"/>
                </a:moveTo>
                <a:lnTo>
                  <a:pt x="50006" y="0"/>
                </a:lnTo>
                <a:lnTo>
                  <a:pt x="63897" y="66675"/>
                </a:lnTo>
                <a:close/>
              </a:path>
            </a:pathLst>
          </a:custGeom>
          <a:solidFill>
            <a:srgbClr val="E9A7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ekst: A"/>
          <p:cNvSpPr txBox="1"/>
          <p:nvPr/>
        </p:nvSpPr>
        <p:spPr>
          <a:xfrm>
            <a:off x="7702550" y="3098800"/>
            <a:ext cx="355600" cy="952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" kern="100" dirty="0">
                <a:solidFill>
                  <a:srgbClr val="FFFFFF"/>
                </a:solidFill>
                <a:latin typeface="Lato Black"/>
                <a:cs typeface="Lato Black"/>
              </a:rPr>
              <a:t>A</a:t>
            </a:r>
            <a:endParaRPr lang="pl-PL" sz="75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39" name="Tekst: Nachosy solone · marka A"/>
          <p:cNvSpPr txBox="1"/>
          <p:nvPr/>
        </p:nvSpPr>
        <p:spPr>
          <a:xfrm>
            <a:off x="8152978" y="3051150"/>
            <a:ext cx="25019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Nachosy solone · marka A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40" name="Tekst: 200 g"/>
          <p:cNvSpPr txBox="1"/>
          <p:nvPr/>
        </p:nvSpPr>
        <p:spPr>
          <a:xfrm>
            <a:off x="8152978" y="3249265"/>
            <a:ext cx="25019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200 g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41" name="Tekst: 8,99 zł"/>
          <p:cNvSpPr txBox="1"/>
          <p:nvPr/>
        </p:nvSpPr>
        <p:spPr>
          <a:xfrm>
            <a:off x="10743778" y="31369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8,99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42" name="Linia 3"/>
          <p:cNvSpPr/>
          <p:nvPr/>
        </p:nvSpPr>
        <p:spPr>
          <a:xfrm>
            <a:off x="7696200" y="3978275"/>
            <a:ext cx="3467100" cy="635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Kształt 12"/>
          <p:cNvSpPr/>
          <p:nvPr/>
        </p:nvSpPr>
        <p:spPr>
          <a:xfrm>
            <a:off x="7867650" y="3810000"/>
            <a:ext cx="190500" cy="25400"/>
          </a:xfrm>
          <a:custGeom>
            <a:avLst/>
            <a:gdLst/>
            <a:ahLst/>
            <a:cxnLst/>
            <a:rect l="0" t="0" r="r" b="b"/>
            <a:pathLst>
              <a:path w="190500" h="25400">
                <a:moveTo>
                  <a:pt x="0" y="0"/>
                </a:moveTo>
                <a:lnTo>
                  <a:pt x="190500" y="0"/>
                </a:lnTo>
                <a:lnTo>
                  <a:pt x="190500" y="25400"/>
                </a:lnTo>
                <a:lnTo>
                  <a:pt x="0" y="25400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Kształt 13"/>
          <p:cNvSpPr/>
          <p:nvPr/>
        </p:nvSpPr>
        <p:spPr>
          <a:xfrm>
            <a:off x="7867650" y="3632200"/>
            <a:ext cx="190500" cy="190500"/>
          </a:xfrm>
          <a:custGeom>
            <a:avLst/>
            <a:gdLst/>
            <a:ahLst/>
            <a:cxnLst/>
            <a:rect l="0" t="0" r="r" b="b"/>
            <a:pathLst>
              <a:path w="190500" h="190500">
                <a:moveTo>
                  <a:pt x="0" y="0"/>
                </a:moveTo>
                <a:lnTo>
                  <a:pt x="190500" y="0"/>
                </a:lnTo>
                <a:lnTo>
                  <a:pt x="190500" y="190500"/>
                </a:lnTo>
                <a:lnTo>
                  <a:pt x="0" y="190500"/>
                </a:lnTo>
                <a:close/>
              </a:path>
            </a:pathLst>
          </a:custGeom>
          <a:solidFill>
            <a:srgbClr val="331C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Kształt 14"/>
          <p:cNvSpPr/>
          <p:nvPr/>
        </p:nvSpPr>
        <p:spPr>
          <a:xfrm>
            <a:off x="7870825" y="36353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15"/>
          <p:cNvSpPr/>
          <p:nvPr/>
        </p:nvSpPr>
        <p:spPr>
          <a:xfrm>
            <a:off x="7870825" y="3635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16"/>
          <p:cNvSpPr/>
          <p:nvPr/>
        </p:nvSpPr>
        <p:spPr>
          <a:xfrm>
            <a:off x="7916545" y="3635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17"/>
          <p:cNvSpPr/>
          <p:nvPr/>
        </p:nvSpPr>
        <p:spPr>
          <a:xfrm>
            <a:off x="7870825" y="36810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18"/>
          <p:cNvSpPr/>
          <p:nvPr/>
        </p:nvSpPr>
        <p:spPr>
          <a:xfrm>
            <a:off x="7882255" y="36468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19"/>
          <p:cNvSpPr/>
          <p:nvPr/>
        </p:nvSpPr>
        <p:spPr>
          <a:xfrm>
            <a:off x="7870825" y="36988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20"/>
          <p:cNvSpPr/>
          <p:nvPr/>
        </p:nvSpPr>
        <p:spPr>
          <a:xfrm>
            <a:off x="7870825" y="36988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21"/>
          <p:cNvSpPr/>
          <p:nvPr/>
        </p:nvSpPr>
        <p:spPr>
          <a:xfrm>
            <a:off x="7916545" y="36988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22"/>
          <p:cNvSpPr/>
          <p:nvPr/>
        </p:nvSpPr>
        <p:spPr>
          <a:xfrm>
            <a:off x="7870825" y="37445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23"/>
          <p:cNvSpPr/>
          <p:nvPr/>
        </p:nvSpPr>
        <p:spPr>
          <a:xfrm>
            <a:off x="7882255" y="37103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24"/>
          <p:cNvSpPr/>
          <p:nvPr/>
        </p:nvSpPr>
        <p:spPr>
          <a:xfrm>
            <a:off x="7870825" y="37623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25"/>
          <p:cNvSpPr/>
          <p:nvPr/>
        </p:nvSpPr>
        <p:spPr>
          <a:xfrm>
            <a:off x="7870825" y="3762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26"/>
          <p:cNvSpPr/>
          <p:nvPr/>
        </p:nvSpPr>
        <p:spPr>
          <a:xfrm>
            <a:off x="7916545" y="3762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27"/>
          <p:cNvSpPr/>
          <p:nvPr/>
        </p:nvSpPr>
        <p:spPr>
          <a:xfrm>
            <a:off x="7870825" y="38080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28"/>
          <p:cNvSpPr/>
          <p:nvPr/>
        </p:nvSpPr>
        <p:spPr>
          <a:xfrm>
            <a:off x="7882255" y="37738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Kształt 29"/>
          <p:cNvSpPr/>
          <p:nvPr/>
        </p:nvSpPr>
        <p:spPr>
          <a:xfrm>
            <a:off x="7934325" y="36353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Kształt 30"/>
          <p:cNvSpPr/>
          <p:nvPr/>
        </p:nvSpPr>
        <p:spPr>
          <a:xfrm>
            <a:off x="7934325" y="3635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31"/>
          <p:cNvSpPr/>
          <p:nvPr/>
        </p:nvSpPr>
        <p:spPr>
          <a:xfrm>
            <a:off x="7980045" y="3635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32"/>
          <p:cNvSpPr/>
          <p:nvPr/>
        </p:nvSpPr>
        <p:spPr>
          <a:xfrm>
            <a:off x="7934325" y="36810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Kształt 33"/>
          <p:cNvSpPr/>
          <p:nvPr/>
        </p:nvSpPr>
        <p:spPr>
          <a:xfrm>
            <a:off x="7945755" y="36468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Kształt 34"/>
          <p:cNvSpPr/>
          <p:nvPr/>
        </p:nvSpPr>
        <p:spPr>
          <a:xfrm>
            <a:off x="7934325" y="36988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Kształt 35"/>
          <p:cNvSpPr/>
          <p:nvPr/>
        </p:nvSpPr>
        <p:spPr>
          <a:xfrm>
            <a:off x="7934325" y="36988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Kształt 36"/>
          <p:cNvSpPr/>
          <p:nvPr/>
        </p:nvSpPr>
        <p:spPr>
          <a:xfrm>
            <a:off x="7980045" y="36988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Kształt 37"/>
          <p:cNvSpPr/>
          <p:nvPr/>
        </p:nvSpPr>
        <p:spPr>
          <a:xfrm>
            <a:off x="7934325" y="37445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Kształt 38"/>
          <p:cNvSpPr/>
          <p:nvPr/>
        </p:nvSpPr>
        <p:spPr>
          <a:xfrm>
            <a:off x="7945755" y="37103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Kształt 39"/>
          <p:cNvSpPr/>
          <p:nvPr/>
        </p:nvSpPr>
        <p:spPr>
          <a:xfrm>
            <a:off x="7934325" y="37623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Kształt 40"/>
          <p:cNvSpPr/>
          <p:nvPr/>
        </p:nvSpPr>
        <p:spPr>
          <a:xfrm>
            <a:off x="7934325" y="3762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Kształt 41"/>
          <p:cNvSpPr/>
          <p:nvPr/>
        </p:nvSpPr>
        <p:spPr>
          <a:xfrm>
            <a:off x="7980045" y="3762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Kształt 42"/>
          <p:cNvSpPr/>
          <p:nvPr/>
        </p:nvSpPr>
        <p:spPr>
          <a:xfrm>
            <a:off x="7934325" y="38080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Kształt 43"/>
          <p:cNvSpPr/>
          <p:nvPr/>
        </p:nvSpPr>
        <p:spPr>
          <a:xfrm>
            <a:off x="7945755" y="37738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Kształt 44"/>
          <p:cNvSpPr/>
          <p:nvPr/>
        </p:nvSpPr>
        <p:spPr>
          <a:xfrm>
            <a:off x="7997825" y="36353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Kształt 45"/>
          <p:cNvSpPr/>
          <p:nvPr/>
        </p:nvSpPr>
        <p:spPr>
          <a:xfrm>
            <a:off x="7997825" y="3635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Kształt 46"/>
          <p:cNvSpPr/>
          <p:nvPr/>
        </p:nvSpPr>
        <p:spPr>
          <a:xfrm>
            <a:off x="8043545" y="3635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Kształt 47"/>
          <p:cNvSpPr/>
          <p:nvPr/>
        </p:nvSpPr>
        <p:spPr>
          <a:xfrm>
            <a:off x="7997825" y="36810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Kształt 48"/>
          <p:cNvSpPr/>
          <p:nvPr/>
        </p:nvSpPr>
        <p:spPr>
          <a:xfrm>
            <a:off x="8009255" y="36468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Kształt 49"/>
          <p:cNvSpPr/>
          <p:nvPr/>
        </p:nvSpPr>
        <p:spPr>
          <a:xfrm>
            <a:off x="7997825" y="36988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Kształt 50"/>
          <p:cNvSpPr/>
          <p:nvPr/>
        </p:nvSpPr>
        <p:spPr>
          <a:xfrm>
            <a:off x="7997825" y="36988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Kształt 51"/>
          <p:cNvSpPr/>
          <p:nvPr/>
        </p:nvSpPr>
        <p:spPr>
          <a:xfrm>
            <a:off x="8043545" y="36988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Kształt 52"/>
          <p:cNvSpPr/>
          <p:nvPr/>
        </p:nvSpPr>
        <p:spPr>
          <a:xfrm>
            <a:off x="7997825" y="37445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Kształt 53"/>
          <p:cNvSpPr/>
          <p:nvPr/>
        </p:nvSpPr>
        <p:spPr>
          <a:xfrm>
            <a:off x="8009255" y="37103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Kształt 54"/>
          <p:cNvSpPr/>
          <p:nvPr/>
        </p:nvSpPr>
        <p:spPr>
          <a:xfrm>
            <a:off x="7997825" y="376237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0"/>
                </a:moveTo>
                <a:lnTo>
                  <a:pt x="57150" y="0"/>
                </a:lnTo>
                <a:lnTo>
                  <a:pt x="45720" y="11430"/>
                </a:lnTo>
                <a:lnTo>
                  <a:pt x="11430" y="11430"/>
                </a:lnTo>
                <a:close/>
              </a:path>
            </a:pathLst>
          </a:custGeom>
          <a:solidFill>
            <a:srgbClr val="855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Kształt 55"/>
          <p:cNvSpPr/>
          <p:nvPr/>
        </p:nvSpPr>
        <p:spPr>
          <a:xfrm>
            <a:off x="7997825" y="3762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0" y="0"/>
                </a:moveTo>
                <a:lnTo>
                  <a:pt x="11430" y="11430"/>
                </a:lnTo>
                <a:lnTo>
                  <a:pt x="11430" y="4572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Kształt 56"/>
          <p:cNvSpPr/>
          <p:nvPr/>
        </p:nvSpPr>
        <p:spPr>
          <a:xfrm>
            <a:off x="8043545" y="3762375"/>
            <a:ext cx="11430" cy="57150"/>
          </a:xfrm>
          <a:custGeom>
            <a:avLst/>
            <a:gdLst/>
            <a:ahLst/>
            <a:cxnLst/>
            <a:rect l="0" t="0" r="r" b="b"/>
            <a:pathLst>
              <a:path w="11430" h="57150">
                <a:moveTo>
                  <a:pt x="11430" y="0"/>
                </a:moveTo>
                <a:lnTo>
                  <a:pt x="11430" y="57150"/>
                </a:lnTo>
                <a:lnTo>
                  <a:pt x="0" y="45720"/>
                </a:lnTo>
                <a:lnTo>
                  <a:pt x="0" y="1143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Kształt 57"/>
          <p:cNvSpPr/>
          <p:nvPr/>
        </p:nvSpPr>
        <p:spPr>
          <a:xfrm>
            <a:off x="7997825" y="3808095"/>
            <a:ext cx="57150" cy="11430"/>
          </a:xfrm>
          <a:custGeom>
            <a:avLst/>
            <a:gdLst/>
            <a:ahLst/>
            <a:cxnLst/>
            <a:rect l="0" t="0" r="r" b="b"/>
            <a:pathLst>
              <a:path w="57150" h="11430">
                <a:moveTo>
                  <a:pt x="0" y="11430"/>
                </a:moveTo>
                <a:lnTo>
                  <a:pt x="11430" y="0"/>
                </a:lnTo>
                <a:lnTo>
                  <a:pt x="45720" y="0"/>
                </a:lnTo>
                <a:lnTo>
                  <a:pt x="57150" y="11430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Kształt 58"/>
          <p:cNvSpPr/>
          <p:nvPr/>
        </p:nvSpPr>
        <p:spPr>
          <a:xfrm>
            <a:off x="8009255" y="3773805"/>
            <a:ext cx="34290" cy="34290"/>
          </a:xfrm>
          <a:custGeom>
            <a:avLst/>
            <a:gdLst/>
            <a:ahLst/>
            <a:cxnLst/>
            <a:rect l="0" t="0" r="r" b="b"/>
            <a:pathLst>
              <a:path w="34290" h="34290">
                <a:moveTo>
                  <a:pt x="0" y="0"/>
                </a:moveTo>
                <a:lnTo>
                  <a:pt x="34290" y="0"/>
                </a:lnTo>
                <a:lnTo>
                  <a:pt x="34290" y="34290"/>
                </a:lnTo>
                <a:lnTo>
                  <a:pt x="0" y="3429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Kształt 59"/>
          <p:cNvSpPr/>
          <p:nvPr/>
        </p:nvSpPr>
        <p:spPr>
          <a:xfrm>
            <a:off x="7893050" y="3622675"/>
            <a:ext cx="57150" cy="212725"/>
          </a:xfrm>
          <a:custGeom>
            <a:avLst/>
            <a:gdLst/>
            <a:ahLst/>
            <a:cxnLst/>
            <a:rect l="0" t="0" r="r" b="b"/>
            <a:pathLst>
              <a:path w="57150" h="212725">
                <a:moveTo>
                  <a:pt x="0" y="0"/>
                </a:moveTo>
                <a:lnTo>
                  <a:pt x="44450" y="0"/>
                </a:lnTo>
                <a:lnTo>
                  <a:pt x="34925" y="22225"/>
                </a:lnTo>
                <a:lnTo>
                  <a:pt x="53975" y="47625"/>
                </a:lnTo>
                <a:lnTo>
                  <a:pt x="38100" y="73025"/>
                </a:lnTo>
                <a:lnTo>
                  <a:pt x="57150" y="98425"/>
                </a:lnTo>
                <a:lnTo>
                  <a:pt x="41275" y="123825"/>
                </a:lnTo>
                <a:lnTo>
                  <a:pt x="57150" y="149225"/>
                </a:lnTo>
                <a:lnTo>
                  <a:pt x="38100" y="174625"/>
                </a:lnTo>
                <a:lnTo>
                  <a:pt x="53975" y="193675"/>
                </a:lnTo>
                <a:lnTo>
                  <a:pt x="41275" y="212725"/>
                </a:lnTo>
                <a:lnTo>
                  <a:pt x="0" y="212725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Kształt 60"/>
          <p:cNvSpPr/>
          <p:nvPr/>
        </p:nvSpPr>
        <p:spPr>
          <a:xfrm>
            <a:off x="7893050" y="3625850"/>
            <a:ext cx="44450" cy="206375"/>
          </a:xfrm>
          <a:custGeom>
            <a:avLst/>
            <a:gdLst/>
            <a:ahLst/>
            <a:cxnLst/>
            <a:rect l="0" t="0" r="r" b="b"/>
            <a:pathLst>
              <a:path w="44450" h="206375">
                <a:moveTo>
                  <a:pt x="0" y="0"/>
                </a:moveTo>
                <a:lnTo>
                  <a:pt x="34925" y="0"/>
                </a:lnTo>
                <a:lnTo>
                  <a:pt x="28575" y="22225"/>
                </a:lnTo>
                <a:lnTo>
                  <a:pt x="41275" y="47625"/>
                </a:lnTo>
                <a:lnTo>
                  <a:pt x="28575" y="73025"/>
                </a:lnTo>
                <a:lnTo>
                  <a:pt x="44450" y="98425"/>
                </a:lnTo>
                <a:lnTo>
                  <a:pt x="31750" y="123825"/>
                </a:lnTo>
                <a:lnTo>
                  <a:pt x="44450" y="149225"/>
                </a:lnTo>
                <a:lnTo>
                  <a:pt x="28575" y="174625"/>
                </a:lnTo>
                <a:lnTo>
                  <a:pt x="41275" y="196850"/>
                </a:lnTo>
                <a:lnTo>
                  <a:pt x="31750" y="206375"/>
                </a:lnTo>
                <a:lnTo>
                  <a:pt x="0" y="206375"/>
                </a:lnTo>
                <a:close/>
              </a:path>
            </a:pathLst>
          </a:custGeom>
          <a:solidFill>
            <a:srgbClr val="E8EAE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Kształt 61"/>
          <p:cNvSpPr/>
          <p:nvPr/>
        </p:nvSpPr>
        <p:spPr>
          <a:xfrm>
            <a:off x="7912100" y="3594100"/>
            <a:ext cx="44450" cy="36830"/>
          </a:xfrm>
          <a:custGeom>
            <a:avLst/>
            <a:gdLst/>
            <a:ahLst/>
            <a:cxnLst/>
            <a:rect l="0" t="0" r="r" b="b"/>
            <a:pathLst>
              <a:path w="44450" h="36830">
                <a:moveTo>
                  <a:pt x="0" y="31750"/>
                </a:moveTo>
                <a:lnTo>
                  <a:pt x="6350" y="9525"/>
                </a:lnTo>
                <a:lnTo>
                  <a:pt x="28575" y="0"/>
                </a:lnTo>
                <a:lnTo>
                  <a:pt x="44450" y="13970"/>
                </a:lnTo>
                <a:lnTo>
                  <a:pt x="25400" y="28575"/>
                </a:lnTo>
                <a:lnTo>
                  <a:pt x="30480" y="36830"/>
                </a:lnTo>
                <a:close/>
              </a:path>
            </a:pathLst>
          </a:custGeom>
          <a:solidFill>
            <a:srgbClr val="C9CC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Kształt 62"/>
          <p:cNvSpPr/>
          <p:nvPr/>
        </p:nvSpPr>
        <p:spPr>
          <a:xfrm>
            <a:off x="7696200" y="3613150"/>
            <a:ext cx="228600" cy="228600"/>
          </a:xfrm>
          <a:prstGeom prst="roundRect">
            <a:avLst>
              <a:gd name="adj" fmla="val 13889"/>
            </a:avLst>
          </a:prstGeom>
          <a:solidFill>
            <a:srgbClr val="2330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Linia 4"/>
          <p:cNvSpPr/>
          <p:nvPr/>
        </p:nvSpPr>
        <p:spPr>
          <a:xfrm>
            <a:off x="7696200" y="3613150"/>
            <a:ext cx="57150" cy="228600"/>
          </a:xfrm>
          <a:prstGeom prst="rect">
            <a:avLst/>
          </a:pr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Tekst: B"/>
          <p:cNvSpPr txBox="1"/>
          <p:nvPr/>
        </p:nvSpPr>
        <p:spPr>
          <a:xfrm>
            <a:off x="7791425" y="3672840"/>
            <a:ext cx="263664" cy="1397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FFFFFF"/>
                </a:solidFill>
                <a:latin typeface="Lato Black"/>
                <a:cs typeface="Lato Black"/>
              </a:rPr>
              <a:t>B</a:t>
            </a:r>
            <a:endParaRPr lang="pl-PL" sz="11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96" name="Tekst: Czekolada z orzechami · marka B"/>
          <p:cNvSpPr txBox="1"/>
          <p:nvPr/>
        </p:nvSpPr>
        <p:spPr>
          <a:xfrm>
            <a:off x="8152978" y="3559150"/>
            <a:ext cx="2583954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Czekolada z orzechami · marka B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97" name="Tekst: 100 g"/>
          <p:cNvSpPr txBox="1"/>
          <p:nvPr/>
        </p:nvSpPr>
        <p:spPr>
          <a:xfrm>
            <a:off x="8152978" y="3757265"/>
            <a:ext cx="25019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100 g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98" name="Tekst: 6,49 zł"/>
          <p:cNvSpPr txBox="1"/>
          <p:nvPr/>
        </p:nvSpPr>
        <p:spPr>
          <a:xfrm>
            <a:off x="10743778" y="3644900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6,49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99" name="Kształt 63"/>
          <p:cNvSpPr/>
          <p:nvPr/>
        </p:nvSpPr>
        <p:spPr>
          <a:xfrm>
            <a:off x="7696200" y="4086225"/>
            <a:ext cx="3467100" cy="762000"/>
          </a:xfrm>
          <a:prstGeom prst="roundRect">
            <a:avLst>
              <a:gd name="adj" fmla="val 3333"/>
            </a:avLst>
          </a:prstGeom>
          <a:solidFill>
            <a:srgbClr val="FCD6D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Linia 5"/>
          <p:cNvSpPr/>
          <p:nvPr/>
        </p:nvSpPr>
        <p:spPr>
          <a:xfrm>
            <a:off x="7696200" y="4086225"/>
            <a:ext cx="3467100" cy="63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Linia 6"/>
          <p:cNvSpPr/>
          <p:nvPr/>
        </p:nvSpPr>
        <p:spPr>
          <a:xfrm>
            <a:off x="11156950" y="4086225"/>
            <a:ext cx="6350" cy="76200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Linia 7"/>
          <p:cNvSpPr/>
          <p:nvPr/>
        </p:nvSpPr>
        <p:spPr>
          <a:xfrm>
            <a:off x="7696200" y="4841875"/>
            <a:ext cx="3467100" cy="6350"/>
          </a:xfrm>
          <a:prstGeom prst="rect">
            <a:avLst/>
          </a:prstGeom>
          <a:solidFill>
            <a:srgbClr val="FAC1C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Linia 8"/>
          <p:cNvSpPr/>
          <p:nvPr/>
        </p:nvSpPr>
        <p:spPr>
          <a:xfrm>
            <a:off x="7696200" y="4086225"/>
            <a:ext cx="31750" cy="76200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Tekst: Pasuje do Twojego koszyka"/>
          <p:cNvSpPr txBox="1"/>
          <p:nvPr/>
        </p:nvSpPr>
        <p:spPr>
          <a:xfrm>
            <a:off x="7817395" y="4168775"/>
            <a:ext cx="1990130" cy="152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b="1" kern="100" dirty="0">
                <a:solidFill>
                  <a:srgbClr val="1C1C1C"/>
                </a:solidFill>
                <a:latin typeface="Lato"/>
                <a:cs typeface="Lato"/>
              </a:rPr>
              <a:t>Pasuje do Twojego koszyka</a:t>
            </a:r>
            <a:endParaRPr lang="pl-PL" sz="10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05" name="Tekst: Sponsorowane"/>
          <p:cNvSpPr txBox="1"/>
          <p:nvPr/>
        </p:nvSpPr>
        <p:spPr>
          <a:xfrm>
            <a:off x="10427196" y="4197350"/>
            <a:ext cx="920830" cy="1143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750" kern="100" spc="15" dirty="0">
                <a:solidFill>
                  <a:srgbClr val="7A7A7A"/>
                </a:solidFill>
                <a:latin typeface="Lato"/>
                <a:cs typeface="Lato"/>
              </a:rPr>
              <a:t>Sponsorowane</a:t>
            </a:r>
            <a:endParaRPr lang="pl-PL" sz="750" kern="100" spc="15" dirty="0">
              <a:solidFill>
                <a:srgbClr val="7A7A7A"/>
              </a:solidFill>
              <a:latin typeface="Lato"/>
              <a:cs typeface="Lato"/>
            </a:endParaRPr>
          </a:p>
        </p:txBody>
      </p:sp>
      <p:sp>
        <p:nvSpPr>
          <p:cNvPr id="106" name="Kształt 64"/>
          <p:cNvSpPr/>
          <p:nvPr/>
        </p:nvSpPr>
        <p:spPr>
          <a:xfrm>
            <a:off x="7848600" y="4454525"/>
            <a:ext cx="304800" cy="292100"/>
          </a:xfrm>
          <a:prstGeom prst="roundRect">
            <a:avLst>
              <a:gd name="adj" fmla="val 19565"/>
            </a:avLst>
          </a:pr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65"/>
          <p:cNvSpPr/>
          <p:nvPr/>
        </p:nvSpPr>
        <p:spPr>
          <a:xfrm>
            <a:off x="7835900" y="4397375"/>
            <a:ext cx="330200" cy="69850"/>
          </a:xfrm>
          <a:prstGeom prst="roundRect">
            <a:avLst>
              <a:gd name="adj" fmla="val 36364"/>
            </a:avLst>
          </a:pr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Tekst: A 2"/>
          <p:cNvSpPr txBox="1"/>
          <p:nvPr/>
        </p:nvSpPr>
        <p:spPr>
          <a:xfrm>
            <a:off x="7953350" y="4545965"/>
            <a:ext cx="270093" cy="1397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FFFFFF"/>
                </a:solidFill>
                <a:latin typeface="Lato Black"/>
                <a:cs typeface="Lato Black"/>
              </a:rPr>
              <a:t>A</a:t>
            </a:r>
            <a:endParaRPr lang="pl-PL" sz="1100" kern="10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09" name="Tekst: Dip salsa · marka A"/>
          <p:cNvSpPr txBox="1"/>
          <p:nvPr/>
        </p:nvSpPr>
        <p:spPr>
          <a:xfrm>
            <a:off x="8273628" y="4406875"/>
            <a:ext cx="1993900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Dip salsa · marka A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10" name="Tekst: 200 g · do nachosów"/>
          <p:cNvSpPr txBox="1"/>
          <p:nvPr/>
        </p:nvSpPr>
        <p:spPr>
          <a:xfrm>
            <a:off x="8273628" y="4604990"/>
            <a:ext cx="1993900" cy="137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dirty="0">
                <a:solidFill>
                  <a:srgbClr val="888888"/>
                </a:solidFill>
                <a:latin typeface="Lato"/>
                <a:cs typeface="Lato"/>
              </a:rPr>
              <a:t>200 g · do nachosów</a:t>
            </a:r>
            <a:endParaRPr lang="pl-PL" sz="900" kern="100" dirty="0">
              <a:solidFill>
                <a:srgbClr val="888888"/>
              </a:solidFill>
              <a:latin typeface="Lato"/>
              <a:cs typeface="Lato"/>
            </a:endParaRPr>
          </a:p>
        </p:txBody>
      </p:sp>
      <p:sp>
        <p:nvSpPr>
          <p:cNvPr id="111" name="Tekst: 2,59 zł"/>
          <p:cNvSpPr txBox="1"/>
          <p:nvPr/>
        </p:nvSpPr>
        <p:spPr>
          <a:xfrm>
            <a:off x="10356428" y="4492625"/>
            <a:ext cx="656332" cy="1676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b="1" kern="100" dirty="0">
                <a:solidFill>
                  <a:srgbClr val="1C1C1C"/>
                </a:solidFill>
                <a:latin typeface="Lato"/>
                <a:cs typeface="Lato"/>
              </a:rPr>
              <a:t>2,59 zł</a:t>
            </a:r>
            <a:endParaRPr lang="pl-PL" sz="1100" b="1" kern="100" dirty="0">
              <a:solidFill>
                <a:srgbClr val="1C1C1C"/>
              </a:solidFill>
              <a:latin typeface="Lato"/>
              <a:cs typeface="Lato"/>
            </a:endParaRPr>
          </a:p>
        </p:txBody>
      </p:sp>
      <p:sp>
        <p:nvSpPr>
          <p:cNvPr id="112" name="Kształt 66"/>
          <p:cNvSpPr/>
          <p:nvPr/>
        </p:nvSpPr>
        <p:spPr>
          <a:xfrm>
            <a:off x="10864850" y="4473575"/>
            <a:ext cx="203200" cy="203200"/>
          </a:xfrm>
          <a:prstGeom prst="ellipse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Tekst: +"/>
          <p:cNvSpPr txBox="1"/>
          <p:nvPr/>
        </p:nvSpPr>
        <p:spPr>
          <a:xfrm>
            <a:off x="26104850" y="4487862"/>
            <a:ext cx="25408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151515"/>
                </a:solidFill>
                <a:latin typeface="Lato"/>
                <a:cs typeface="Lato"/>
              </a:rPr>
              <a:t>+</a:t>
            </a:r>
            <a:endParaRPr lang="pl-PL" sz="1150" b="1" kern="100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114" name="Tekst: ✓"/>
          <p:cNvSpPr txBox="1"/>
          <p:nvPr/>
        </p:nvSpPr>
        <p:spPr>
          <a:xfrm>
            <a:off x="10864850" y="4473575"/>
            <a:ext cx="203200" cy="2032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ctr">
            <a:noAutofit/>
          </a:bodyPr>
          <a:lstStyle/>
          <a:p>
            <a:pPr algn="ctr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00" kern="100" dirty="0">
                <a:solidFill>
                  <a:srgbClr val="FFFFFF"/>
                </a:solidFill>
                <a:latin typeface="Segoe UI Symbol"/>
                <a:cs typeface="Segoe UI Symbol"/>
              </a:rPr>
              <a:t>✓</a:t>
            </a:r>
            <a:endParaRPr lang="pl-PL" sz="1000" kern="100" dirty="0">
              <a:solidFill>
                <a:srgbClr val="FFFFFF"/>
              </a:solidFill>
              <a:latin typeface="Segoe UI Symbol"/>
              <a:cs typeface="Segoe UI Symbol"/>
            </a:endParaRPr>
          </a:p>
        </p:txBody>
      </p:sp>
      <p:sp>
        <p:nvSpPr>
          <p:cNvPr id="115" name="Kształt 67"/>
          <p:cNvSpPr/>
          <p:nvPr/>
        </p:nvSpPr>
        <p:spPr>
          <a:xfrm>
            <a:off x="7696200" y="5062537"/>
            <a:ext cx="3467100" cy="393700"/>
          </a:xfrm>
          <a:prstGeom prst="roundRect">
            <a:avLst>
              <a:gd name="adj" fmla="val 16129"/>
            </a:avLst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Tekst: Przejdź do podsumowania"/>
          <p:cNvSpPr txBox="1"/>
          <p:nvPr/>
        </p:nvSpPr>
        <p:spPr>
          <a:xfrm>
            <a:off x="7804150" y="5170488"/>
            <a:ext cx="3251200" cy="1752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13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50" b="1" kern="100" dirty="0">
                <a:solidFill>
                  <a:srgbClr val="FFFFFF"/>
                </a:solidFill>
                <a:latin typeface="Lato"/>
                <a:cs typeface="Lato"/>
              </a:rPr>
              <a:t>Przejdź do podsumowania</a:t>
            </a:r>
            <a:endParaRPr lang="pl-PL" sz="115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pic>
        <p:nvPicPr>
          <p:cNvPr id="117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118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19" name="!!Zegar – napis"/>
          <p:cNvSpPr txBox="1"/>
          <p:nvPr/>
        </p:nvSpPr>
        <p:spPr>
          <a:xfrm>
            <a:off x="9093368" y="393700"/>
            <a:ext cx="1028581" cy="27432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Goście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  <a:p>
            <a:pPr algn="r">
              <a:lnSpc>
                <a:spcPts val="108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00" kern="100" cap="all" spc="108" dirty="0">
                <a:solidFill>
                  <a:srgbClr val="777777"/>
                </a:solidFill>
                <a:latin typeface="Lato Black"/>
                <a:cs typeface="Lato Black"/>
              </a:rPr>
              <a:t>w drodze</a:t>
            </a:r>
            <a:endParaRPr lang="pl-PL" sz="900" kern="100" cap="all" spc="108" dirty="0">
              <a:solidFill>
                <a:srgbClr val="777777"/>
              </a:solidFill>
              <a:latin typeface="Lato Black"/>
              <a:cs typeface="Lato Black"/>
            </a:endParaRPr>
          </a:p>
        </p:txBody>
      </p:sp>
      <p:sp>
        <p:nvSpPr>
          <p:cNvPr id="120" name="!!Zegar – tarcza"/>
          <p:cNvSpPr/>
          <p:nvPr/>
        </p:nvSpPr>
        <p:spPr>
          <a:xfrm>
            <a:off x="10251440" y="281940"/>
            <a:ext cx="502920" cy="502920"/>
          </a:xfrm>
          <a:prstGeom prst="ellipse">
            <a:avLst/>
          </a:prstGeom>
          <a:solidFill>
            <a:srgbClr val="FFFFFF"/>
          </a:solidFill>
          <a:ln w="23283">
            <a:solidFill>
              <a:srgbClr val="15151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!!Zegar – wycinek 1"/>
          <p:cNvSpPr/>
          <p:nvPr/>
        </p:nvSpPr>
        <p:spPr>
          <a:xfrm>
            <a:off x="10502900" y="314537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218863"/>
                </a:moveTo>
                <a:lnTo>
                  <a:pt x="0" y="0"/>
                </a:lnTo>
                <a:lnTo>
                  <a:pt x="17230" y="466"/>
                </a:lnTo>
                <a:lnTo>
                  <a:pt x="34459" y="2794"/>
                </a:lnTo>
                <a:lnTo>
                  <a:pt x="51223" y="6054"/>
                </a:lnTo>
                <a:lnTo>
                  <a:pt x="67522" y="1071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!!Zegar – wycinek 2"/>
          <p:cNvSpPr/>
          <p:nvPr/>
        </p:nvSpPr>
        <p:spPr>
          <a:xfrm>
            <a:off x="10502900" y="325247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208153"/>
                </a:moveTo>
                <a:lnTo>
                  <a:pt x="67522" y="0"/>
                </a:lnTo>
                <a:lnTo>
                  <a:pt x="83820" y="6054"/>
                </a:lnTo>
                <a:lnTo>
                  <a:pt x="99187" y="13039"/>
                </a:lnTo>
                <a:lnTo>
                  <a:pt x="114554" y="21421"/>
                </a:lnTo>
                <a:lnTo>
                  <a:pt x="128524" y="31200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!!Zegar – wycinek 3"/>
          <p:cNvSpPr/>
          <p:nvPr/>
        </p:nvSpPr>
        <p:spPr>
          <a:xfrm>
            <a:off x="10502900" y="356447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176953"/>
                </a:moveTo>
                <a:lnTo>
                  <a:pt x="128524" y="0"/>
                </a:lnTo>
                <a:lnTo>
                  <a:pt x="142028" y="10710"/>
                </a:lnTo>
                <a:lnTo>
                  <a:pt x="154601" y="22352"/>
                </a:lnTo>
                <a:lnTo>
                  <a:pt x="166243" y="34925"/>
                </a:lnTo>
                <a:lnTo>
                  <a:pt x="176953" y="48429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!!Zegar – wycinek 4"/>
          <p:cNvSpPr/>
          <p:nvPr/>
        </p:nvSpPr>
        <p:spPr>
          <a:xfrm>
            <a:off x="10502900" y="404876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128524"/>
                </a:moveTo>
                <a:lnTo>
                  <a:pt x="176953" y="0"/>
                </a:lnTo>
                <a:lnTo>
                  <a:pt x="186732" y="13970"/>
                </a:lnTo>
                <a:lnTo>
                  <a:pt x="195114" y="29337"/>
                </a:lnTo>
                <a:lnTo>
                  <a:pt x="202099" y="44704"/>
                </a:lnTo>
                <a:lnTo>
                  <a:pt x="208153" y="6100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!!Zegar – wycinek 5"/>
          <p:cNvSpPr/>
          <p:nvPr/>
        </p:nvSpPr>
        <p:spPr>
          <a:xfrm>
            <a:off x="10502900" y="465878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67522"/>
                </a:moveTo>
                <a:lnTo>
                  <a:pt x="208153" y="0"/>
                </a:lnTo>
                <a:lnTo>
                  <a:pt x="212810" y="16298"/>
                </a:lnTo>
                <a:lnTo>
                  <a:pt x="216069" y="33062"/>
                </a:lnTo>
                <a:lnTo>
                  <a:pt x="218398" y="50292"/>
                </a:lnTo>
                <a:lnTo>
                  <a:pt x="21886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!!Zegar – wycinek 6"/>
          <p:cNvSpPr/>
          <p:nvPr/>
        </p:nvSpPr>
        <p:spPr>
          <a:xfrm>
            <a:off x="10502900" y="533400"/>
            <a:ext cx="218863" cy="67522"/>
          </a:xfrm>
          <a:custGeom>
            <a:avLst/>
            <a:gdLst/>
            <a:ahLst/>
            <a:cxnLst/>
            <a:rect l="0" t="0" r="r" b="b"/>
            <a:pathLst>
              <a:path w="218863" h="67522">
                <a:moveTo>
                  <a:pt x="0" y="0"/>
                </a:moveTo>
                <a:lnTo>
                  <a:pt x="218863" y="0"/>
                </a:lnTo>
                <a:lnTo>
                  <a:pt x="218398" y="17230"/>
                </a:lnTo>
                <a:lnTo>
                  <a:pt x="216069" y="34459"/>
                </a:lnTo>
                <a:lnTo>
                  <a:pt x="212810" y="51223"/>
                </a:lnTo>
                <a:lnTo>
                  <a:pt x="208153" y="67522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!!Zegar – wycinek 7"/>
          <p:cNvSpPr/>
          <p:nvPr/>
        </p:nvSpPr>
        <p:spPr>
          <a:xfrm>
            <a:off x="10502900" y="533400"/>
            <a:ext cx="208153" cy="128524"/>
          </a:xfrm>
          <a:custGeom>
            <a:avLst/>
            <a:gdLst/>
            <a:ahLst/>
            <a:cxnLst/>
            <a:rect l="0" t="0" r="r" b="b"/>
            <a:pathLst>
              <a:path w="208153" h="128524">
                <a:moveTo>
                  <a:pt x="0" y="0"/>
                </a:moveTo>
                <a:lnTo>
                  <a:pt x="208153" y="67522"/>
                </a:lnTo>
                <a:lnTo>
                  <a:pt x="202099" y="83820"/>
                </a:lnTo>
                <a:lnTo>
                  <a:pt x="195114" y="99187"/>
                </a:lnTo>
                <a:lnTo>
                  <a:pt x="186732" y="114554"/>
                </a:lnTo>
                <a:lnTo>
                  <a:pt x="176953" y="128524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!!Zegar – wycinek 8"/>
          <p:cNvSpPr/>
          <p:nvPr/>
        </p:nvSpPr>
        <p:spPr>
          <a:xfrm>
            <a:off x="10502900" y="533400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0" y="0"/>
                </a:moveTo>
                <a:lnTo>
                  <a:pt x="176953" y="128524"/>
                </a:lnTo>
                <a:lnTo>
                  <a:pt x="166243" y="142028"/>
                </a:lnTo>
                <a:lnTo>
                  <a:pt x="154601" y="154601"/>
                </a:lnTo>
                <a:lnTo>
                  <a:pt x="142028" y="166243"/>
                </a:lnTo>
                <a:lnTo>
                  <a:pt x="128524" y="1769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!!Zegar – wycinek 9"/>
          <p:cNvSpPr/>
          <p:nvPr/>
        </p:nvSpPr>
        <p:spPr>
          <a:xfrm>
            <a:off x="10502900" y="533400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0" y="0"/>
                </a:moveTo>
                <a:lnTo>
                  <a:pt x="128524" y="176953"/>
                </a:lnTo>
                <a:lnTo>
                  <a:pt x="114554" y="186732"/>
                </a:lnTo>
                <a:lnTo>
                  <a:pt x="99187" y="195114"/>
                </a:lnTo>
                <a:lnTo>
                  <a:pt x="83820" y="202099"/>
                </a:lnTo>
                <a:lnTo>
                  <a:pt x="67522" y="2081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!!Zegar – wycinek 10"/>
          <p:cNvSpPr/>
          <p:nvPr/>
        </p:nvSpPr>
        <p:spPr>
          <a:xfrm>
            <a:off x="10502900" y="533400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0" y="0"/>
                </a:moveTo>
                <a:lnTo>
                  <a:pt x="67522" y="208153"/>
                </a:lnTo>
                <a:lnTo>
                  <a:pt x="51223" y="212810"/>
                </a:lnTo>
                <a:lnTo>
                  <a:pt x="34459" y="216069"/>
                </a:lnTo>
                <a:lnTo>
                  <a:pt x="17230" y="218398"/>
                </a:lnTo>
                <a:lnTo>
                  <a:pt x="0" y="21886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!!Zegar – wycinek 11"/>
          <p:cNvSpPr/>
          <p:nvPr/>
        </p:nvSpPr>
        <p:spPr>
          <a:xfrm>
            <a:off x="10435378" y="533400"/>
            <a:ext cx="67522" cy="218863"/>
          </a:xfrm>
          <a:custGeom>
            <a:avLst/>
            <a:gdLst/>
            <a:ahLst/>
            <a:cxnLst/>
            <a:rect l="0" t="0" r="r" b="b"/>
            <a:pathLst>
              <a:path w="67522" h="218863">
                <a:moveTo>
                  <a:pt x="67522" y="0"/>
                </a:moveTo>
                <a:lnTo>
                  <a:pt x="67522" y="218863"/>
                </a:lnTo>
                <a:lnTo>
                  <a:pt x="50292" y="218398"/>
                </a:lnTo>
                <a:lnTo>
                  <a:pt x="33062" y="216069"/>
                </a:lnTo>
                <a:lnTo>
                  <a:pt x="16298" y="212810"/>
                </a:lnTo>
                <a:lnTo>
                  <a:pt x="0" y="2081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!!Zegar – wycinek 12"/>
          <p:cNvSpPr/>
          <p:nvPr/>
        </p:nvSpPr>
        <p:spPr>
          <a:xfrm>
            <a:off x="10374376" y="533400"/>
            <a:ext cx="128524" cy="208153"/>
          </a:xfrm>
          <a:custGeom>
            <a:avLst/>
            <a:gdLst/>
            <a:ahLst/>
            <a:cxnLst/>
            <a:rect l="0" t="0" r="r" b="b"/>
            <a:pathLst>
              <a:path w="128524" h="208153">
                <a:moveTo>
                  <a:pt x="128524" y="0"/>
                </a:moveTo>
                <a:lnTo>
                  <a:pt x="61002" y="208153"/>
                </a:lnTo>
                <a:lnTo>
                  <a:pt x="44704" y="202099"/>
                </a:lnTo>
                <a:lnTo>
                  <a:pt x="29337" y="195114"/>
                </a:lnTo>
                <a:lnTo>
                  <a:pt x="13970" y="186732"/>
                </a:lnTo>
                <a:lnTo>
                  <a:pt x="0" y="176953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!!Zegar – wycinek 13"/>
          <p:cNvSpPr/>
          <p:nvPr/>
        </p:nvSpPr>
        <p:spPr>
          <a:xfrm>
            <a:off x="10325946" y="533400"/>
            <a:ext cx="176953" cy="176953"/>
          </a:xfrm>
          <a:custGeom>
            <a:avLst/>
            <a:gdLst/>
            <a:ahLst/>
            <a:cxnLst/>
            <a:rect l="0" t="0" r="r" b="b"/>
            <a:pathLst>
              <a:path w="176953" h="176953">
                <a:moveTo>
                  <a:pt x="176953" y="0"/>
                </a:moveTo>
                <a:lnTo>
                  <a:pt x="48429" y="176953"/>
                </a:lnTo>
                <a:lnTo>
                  <a:pt x="34925" y="166243"/>
                </a:lnTo>
                <a:lnTo>
                  <a:pt x="22352" y="154601"/>
                </a:lnTo>
                <a:lnTo>
                  <a:pt x="10710" y="142028"/>
                </a:lnTo>
                <a:lnTo>
                  <a:pt x="0" y="128524"/>
                </a:lnTo>
                <a:close/>
              </a:path>
            </a:pathLst>
          </a:custGeom>
          <a:solidFill>
            <a:srgbClr val="EE312F"/>
          </a:solidFill>
          <a:ln w="3725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!!Zegar – kreska 1"/>
          <p:cNvSpPr/>
          <p:nvPr/>
        </p:nvSpPr>
        <p:spPr>
          <a:xfrm>
            <a:off x="10491258" y="295910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0" y="46567"/>
                </a:moveTo>
                <a:lnTo>
                  <a:pt x="23283" y="46567"/>
                </a:lnTo>
                <a:lnTo>
                  <a:pt x="232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!!Zegar – kreska 2"/>
          <p:cNvSpPr/>
          <p:nvPr/>
        </p:nvSpPr>
        <p:spPr>
          <a:xfrm>
            <a:off x="10693823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0" y="0"/>
                </a:moveTo>
                <a:lnTo>
                  <a:pt x="0" y="23283"/>
                </a:lnTo>
                <a:lnTo>
                  <a:pt x="46567" y="23283"/>
                </a:lnTo>
                <a:lnTo>
                  <a:pt x="46567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!!Zegar – kreska 3"/>
          <p:cNvSpPr/>
          <p:nvPr/>
        </p:nvSpPr>
        <p:spPr>
          <a:xfrm>
            <a:off x="10491258" y="724323"/>
            <a:ext cx="23283" cy="46567"/>
          </a:xfrm>
          <a:custGeom>
            <a:avLst/>
            <a:gdLst/>
            <a:ahLst/>
            <a:cxnLst/>
            <a:rect l="0" t="0" r="r" b="b"/>
            <a:pathLst>
              <a:path w="23283" h="46567">
                <a:moveTo>
                  <a:pt x="23283" y="0"/>
                </a:moveTo>
                <a:lnTo>
                  <a:pt x="0" y="0"/>
                </a:lnTo>
                <a:lnTo>
                  <a:pt x="0" y="46567"/>
                </a:lnTo>
                <a:lnTo>
                  <a:pt x="23283" y="4656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!!Zegar – kreska 4"/>
          <p:cNvSpPr/>
          <p:nvPr/>
        </p:nvSpPr>
        <p:spPr>
          <a:xfrm>
            <a:off x="10265410" y="521758"/>
            <a:ext cx="46567" cy="23283"/>
          </a:xfrm>
          <a:custGeom>
            <a:avLst/>
            <a:gdLst/>
            <a:ahLst/>
            <a:cxnLst/>
            <a:rect l="0" t="0" r="r" b="b"/>
            <a:pathLst>
              <a:path w="46567" h="23283">
                <a:moveTo>
                  <a:pt x="46567" y="23283"/>
                </a:moveTo>
                <a:lnTo>
                  <a:pt x="46567" y="0"/>
                </a:lnTo>
                <a:lnTo>
                  <a:pt x="0" y="0"/>
                </a:lnTo>
                <a:lnTo>
                  <a:pt x="0" y="232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!!Zegar – wskazówka"/>
          <p:cNvSpPr/>
          <p:nvPr/>
        </p:nvSpPr>
        <p:spPr>
          <a:xfrm>
            <a:off x="10438697" y="502510"/>
            <a:ext cx="86123" cy="210198"/>
          </a:xfrm>
          <a:custGeom>
            <a:avLst/>
            <a:gdLst/>
            <a:ahLst/>
            <a:cxnLst/>
            <a:rect l="0" t="0" r="r" b="b"/>
            <a:pathLst>
              <a:path w="86123" h="210198">
                <a:moveTo>
                  <a:pt x="86123" y="8634"/>
                </a:moveTo>
                <a:lnTo>
                  <a:pt x="59550" y="0"/>
                </a:lnTo>
                <a:lnTo>
                  <a:pt x="0" y="205881"/>
                </a:lnTo>
                <a:lnTo>
                  <a:pt x="13286" y="210198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!!Zegar – oś"/>
          <p:cNvSpPr/>
          <p:nvPr/>
        </p:nvSpPr>
        <p:spPr>
          <a:xfrm>
            <a:off x="10474960" y="505460"/>
            <a:ext cx="55880" cy="55880"/>
          </a:xfrm>
          <a:prstGeom prst="ellipse">
            <a:avLst/>
          </a:pr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18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41" name="!!Postęp"/>
          <p:cNvSpPr/>
          <p:nvPr/>
        </p:nvSpPr>
        <p:spPr>
          <a:xfrm>
            <a:off x="0" y="6826250"/>
            <a:ext cx="9144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Iskra"/>
          <p:cNvSpPr/>
          <p:nvPr/>
        </p:nvSpPr>
        <p:spPr>
          <a:xfrm>
            <a:off x="25848474" y="4331501"/>
            <a:ext cx="715948" cy="715948"/>
          </a:xfrm>
          <a:prstGeom prst="ellipse">
            <a:avLst/>
          </a:prstGeom>
          <a:noFill/>
          <a:ln w="65086">
            <a:solidFill>
              <a:srgbClr val="EE312F">
                <a:alpha val="81359"/>
              </a:srgbClr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ursor"/>
          <p:cNvSpPr/>
          <p:nvPr/>
        </p:nvSpPr>
        <p:spPr>
          <a:xfrm>
            <a:off x="26206884" y="4689896"/>
            <a:ext cx="243396" cy="379698"/>
          </a:xfrm>
          <a:custGeom>
            <a:avLst/>
            <a:gdLst/>
            <a:ahLst/>
            <a:cxnLst/>
            <a:rect l="0" t="0" r="r" b="b"/>
            <a:pathLst>
              <a:path w="243396" h="379698">
                <a:moveTo>
                  <a:pt x="0" y="0"/>
                </a:moveTo>
                <a:lnTo>
                  <a:pt x="0" y="311547"/>
                </a:lnTo>
                <a:lnTo>
                  <a:pt x="77887" y="243396"/>
                </a:lnTo>
                <a:lnTo>
                  <a:pt x="136302" y="379698"/>
                </a:lnTo>
                <a:lnTo>
                  <a:pt x="194717" y="350490"/>
                </a:lnTo>
                <a:lnTo>
                  <a:pt x="136302" y="223924"/>
                </a:lnTo>
                <a:lnTo>
                  <a:pt x="243396" y="223924"/>
                </a:lnTo>
                <a:close/>
              </a:path>
            </a:pathLst>
          </a:custGeom>
          <a:solidFill>
            <a:srgbClr val="151515"/>
          </a:solidFill>
          <a:ln w="19472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7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61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13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59809">
                                          <p:val>
                                            <p:strVal val="#ppt_x+0"/>
                                          </p:val>
                                        </p:tav>
                                        <p:tav tm="62201">
                                          <p:val>
                                            <p:strVal val="#ppt_x+0.002"/>
                                          </p:val>
                                        </p:tav>
                                        <p:tav tm="64593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66986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69378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9808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3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9809">
                                          <p:val>
                                            <p:strVal val="#ppt_y+0"/>
                                          </p:val>
                                        </p:tav>
                                        <p:tav tm="64593">
                                          <p:val>
                                            <p:strVal val="#ppt_y-0.00393"/>
                                          </p:val>
                                        </p:tav>
                                        <p:tav tm="66986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69378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980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3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59809">
                                          <p:val>
                                            <p:strVal val="#ppt_w*1"/>
                                          </p:val>
                                        </p:tav>
                                        <p:tav tm="62201">
                                          <p:val>
                                            <p:strVal val="#ppt_w*1.2852"/>
                                          </p:val>
                                        </p:tav>
                                        <p:tav tm="64593">
                                          <p:val>
                                            <p:strVal val="#ppt_w*1.43892"/>
                                          </p:val>
                                        </p:tav>
                                        <p:tav tm="66986">
                                          <p:val>
                                            <p:strVal val="#ppt_w*1.03669"/>
                                          </p:val>
                                        </p:tav>
                                        <p:tav tm="69378">
                                          <p:val>
                                            <p:strVal val="#ppt_w*0.91931"/>
                                          </p:val>
                                        </p:tav>
                                        <p:tav tm="71770">
                                          <p:val>
                                            <p:strVal val="#ppt_w*0.94509"/>
                                          </p:val>
                                        </p:tav>
                                        <p:tav tm="74163">
                                          <p:val>
                                            <p:strVal val="#ppt_w*0.96213"/>
                                          </p:val>
                                        </p:tav>
                                        <p:tav tm="78947">
                                          <p:val>
                                            <p:strVal val="#ppt_w*0.98203"/>
                                          </p:val>
                                        </p:tav>
                                        <p:tav tm="86124">
                                          <p:val>
                                            <p:strVal val="#ppt_w*0.99512"/>
                                          </p:val>
                                        </p:tav>
                                        <p:tav tm="9808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3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9809">
                                          <p:val>
                                            <p:strVal val="#ppt_h*1"/>
                                          </p:val>
                                        </p:tav>
                                        <p:tav tm="62201">
                                          <p:val>
                                            <p:strVal val="#ppt_h*1.2852"/>
                                          </p:val>
                                        </p:tav>
                                        <p:tav tm="64593">
                                          <p:val>
                                            <p:strVal val="#ppt_h*1.43892"/>
                                          </p:val>
                                        </p:tav>
                                        <p:tav tm="66986">
                                          <p:val>
                                            <p:strVal val="#ppt_h*1.03669"/>
                                          </p:val>
                                        </p:tav>
                                        <p:tav tm="69378">
                                          <p:val>
                                            <p:strVal val="#ppt_h*0.91931"/>
                                          </p:val>
                                        </p:tav>
                                        <p:tav tm="71770">
                                          <p:val>
                                            <p:strVal val="#ppt_h*0.94509"/>
                                          </p:val>
                                        </p:tav>
                                        <p:tav tm="74163">
                                          <p:val>
                                            <p:strVal val="#ppt_h*0.96212"/>
                                          </p:val>
                                        </p:tav>
                                        <p:tav tm="78947">
                                          <p:val>
                                            <p:strVal val="#ppt_h*0.98203"/>
                                          </p:val>
                                        </p:tav>
                                        <p:tav tm="86124">
                                          <p:val>
                                            <p:strVal val="#ppt_h*0.99512"/>
                                          </p:val>
                                        </p:tav>
                                        <p:tav tm="9808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39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59809">
                                          <p:val>
                                            <p:fltVal val="0"/>
                                          </p:val>
                                        </p:tav>
                                        <p:tav tm="62201">
                                          <p:val>
                                            <p:fltVal val="-6.22"/>
                                          </p:val>
                                        </p:tav>
                                        <p:tav tm="64593">
                                          <p:val>
                                            <p:fltVal val="-9.95"/>
                                          </p:val>
                                        </p:tav>
                                        <p:tav tm="66986">
                                          <p:val>
                                            <p:fltVal val="-2.52"/>
                                          </p:val>
                                        </p:tav>
                                        <p:tav tm="69378">
                                          <p:val>
                                            <p:fltVal val="0"/>
                                          </p:val>
                                        </p:tav>
                                        <p:tav tm="9808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" dur="99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3355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57047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7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99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705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10705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10618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10235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09505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841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7002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252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0874"/>
                                          </p:val>
                                        </p:tav>
                                        <p:tav tm="57047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77181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99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6846">
                                          <p:val>
                                            <p:strVal val="#ppt_w*0.86123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3557">
                                          <p:val>
                                            <p:strVal val="#ppt_w*0.87693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40268">
                                          <p:val>
                                            <p:strVal val="#ppt_w*0.91224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3691">
                                          <p:val>
                                            <p:strVal val="#ppt_w*0.99877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60403">
                                          <p:val>
                                            <p:strVal val="#ppt_w*1.01697"/>
                                          </p:val>
                                        </p:tav>
                                        <p:tav tm="70470">
                                          <p:val>
                                            <p:strVal val="#ppt_w*1.00775"/>
                                          </p:val>
                                        </p:tav>
                                        <p:tav tm="80537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99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99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" dur="99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23"/>
                                          </p:val>
                                        </p:tav>
                                        <p:tav tm="23490">
                                          <p:val>
                                            <p:strVal val="#ppt_x+0.01823"/>
                                          </p:val>
                                        </p:tav>
                                        <p:tav tm="30201">
                                          <p:val>
                                            <p:strVal val="#ppt_x+0.01736"/>
                                          </p:val>
                                        </p:tav>
                                        <p:tav tm="33557">
                                          <p:val>
                                            <p:strVal val="#ppt_x+0.016"/>
                                          </p:val>
                                        </p:tav>
                                        <p:tav tm="36913">
                                          <p:val>
                                            <p:strVal val="#ppt_x+0.01396"/>
                                          </p:val>
                                        </p:tav>
                                        <p:tav tm="50336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57047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60403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80537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7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99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02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08902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0883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08514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07913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7016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5872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082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1003"/>
                                          </p:val>
                                        </p:tav>
                                        <p:tav tm="57047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99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99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99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" dur="99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14"/>
                                          </p:val>
                                        </p:tav>
                                        <p:tav tm="23490">
                                          <p:val>
                                            <p:strVal val="#ppt_x+0.01714"/>
                                          </p:val>
                                        </p:tav>
                                        <p:tav tm="30201">
                                          <p:val>
                                            <p:strVal val="#ppt_x+0.01631"/>
                                          </p:val>
                                        </p:tav>
                                        <p:tav tm="33557">
                                          <p:val>
                                            <p:strVal val="#ppt_x+0.01503"/>
                                          </p:val>
                                        </p:tav>
                                        <p:tav tm="36913">
                                          <p:val>
                                            <p:strVal val="#ppt_x+0.01312"/>
                                          </p:val>
                                        </p:tav>
                                        <p:tav tm="50336">
                                          <p:val>
                                            <p:strVal val="#ppt_x+0.00256"/>
                                          </p:val>
                                        </p:tav>
                                        <p:tav tm="57047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60403">
                                          <p:val>
                                            <p:strVal val="#ppt_x-0.00191"/>
                                          </p:val>
                                        </p:tav>
                                        <p:tav tm="80537">
                                          <p:val>
                                            <p:strVal val="#ppt_x-0.0003"/>
                                          </p:val>
                                        </p:tav>
                                        <p:tav tm="97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99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442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08442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08374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08076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07509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6663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5585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015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0999"/>
                                          </p:val>
                                        </p:tav>
                                        <p:tav tm="57047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085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99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99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99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" dur="99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33"/>
                                          </p:val>
                                        </p:tav>
                                        <p:tav tm="23490">
                                          <p:val>
                                            <p:strVal val="#ppt_x+0.01733"/>
                                          </p:val>
                                        </p:tav>
                                        <p:tav tm="30201">
                                          <p:val>
                                            <p:strVal val="#ppt_x+0.0165"/>
                                          </p:val>
                                        </p:tav>
                                        <p:tav tm="33557">
                                          <p:val>
                                            <p:strVal val="#ppt_x+0.01521"/>
                                          </p:val>
                                        </p:tav>
                                        <p:tav tm="36913">
                                          <p:val>
                                            <p:strVal val="#ppt_x+0.01327"/>
                                          </p:val>
                                        </p:tav>
                                        <p:tav tm="50336">
                                          <p:val>
                                            <p:strVal val="#ppt_x+0.00251"/>
                                          </p:val>
                                        </p:tav>
                                        <p:tav tm="57047">
                                          <p:val>
                                            <p:strVal val="#ppt_x-0.00195"/>
                                          </p:val>
                                        </p:tav>
                                        <p:tav tm="60403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0537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7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99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07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09007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08934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08614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08005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7097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5938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092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0996"/>
                                          </p:val>
                                        </p:tav>
                                        <p:tav tm="57047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99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99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99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" dur="99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981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09981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099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09546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08869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7855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6551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148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087"/>
                                          </p:val>
                                        </p:tav>
                                        <p:tav tm="57047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444"/>
                                          </p:val>
                                        </p:tav>
                                        <p:tav tm="77181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99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6846">
                                          <p:val>
                                            <p:strVal val="#ppt_w*0.86123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3557">
                                          <p:val>
                                            <p:strVal val="#ppt_w*0.87693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40268">
                                          <p:val>
                                            <p:strVal val="#ppt_w*0.91224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60403">
                                          <p:val>
                                            <p:strVal val="#ppt_w*1.01697"/>
                                          </p:val>
                                        </p:tav>
                                        <p:tav tm="70470">
                                          <p:val>
                                            <p:strVal val="#ppt_w*1.00775"/>
                                          </p:val>
                                        </p:tav>
                                        <p:tav tm="80537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99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99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" dur="99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30201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57047">
                                          <p:val>
                                            <p:strVal val="#ppt_x-0.00015"/>
                                          </p:val>
                                        </p:tav>
                                        <p:tav tm="97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99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36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1036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10276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09907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09202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8145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6787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203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0873"/>
                                          </p:val>
                                        </p:tav>
                                        <p:tav tm="57047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77181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99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6846">
                                          <p:val>
                                            <p:strVal val="#ppt_w*0.86123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3557">
                                          <p:val>
                                            <p:strVal val="#ppt_w*0.87693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40268">
                                          <p:val>
                                            <p:strVal val="#ppt_w*0.91224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60403">
                                          <p:val>
                                            <p:strVal val="#ppt_w*1.01697"/>
                                          </p:val>
                                        </p:tav>
                                        <p:tav tm="70470">
                                          <p:val>
                                            <p:strVal val="#ppt_w*1.00775"/>
                                          </p:val>
                                        </p:tav>
                                        <p:tav tm="80537">
                                          <p:val>
                                            <p:strVal val="#ppt_w*1.00261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99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99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2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" dur="99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915"/>
                                          </p:val>
                                        </p:tav>
                                        <p:tav tm="23490">
                                          <p:val>
                                            <p:strVal val="#ppt_x-0.01915"/>
                                          </p:val>
                                        </p:tav>
                                        <p:tav tm="30201">
                                          <p:val>
                                            <p:strVal val="#ppt_x-0.01823"/>
                                          </p:val>
                                        </p:tav>
                                        <p:tav tm="33557">
                                          <p:val>
                                            <p:strVal val="#ppt_x-0.0168"/>
                                          </p:val>
                                        </p:tav>
                                        <p:tav tm="36913">
                                          <p:val>
                                            <p:strVal val="#ppt_x-0.01467"/>
                                          </p:val>
                                        </p:tav>
                                        <p:tav tm="50336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57047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60403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80537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731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99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618"/>
                                          </p:val>
                                        </p:tav>
                                        <p:tav tm="23490">
                                          <p:val>
                                            <p:strVal val="#ppt_y-0.11618"/>
                                          </p:val>
                                        </p:tav>
                                        <p:tav tm="26846">
                                          <p:val>
                                            <p:strVal val="#ppt_y-0.11524"/>
                                          </p:val>
                                        </p:tav>
                                        <p:tav tm="30201">
                                          <p:val>
                                            <p:strVal val="#ppt_y-0.1111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10316"/>
                                          </p:val>
                                        </p:tav>
                                        <p:tav tm="36913">
                                          <p:val>
                                            <p:strVal val="#ppt_y-0.09123"/>
                                          </p:val>
                                        </p:tav>
                                        <p:tav tm="40268">
                                          <p:val>
                                            <p:strVal val="#ppt_y-0.07578"/>
                                          </p:val>
                                        </p:tav>
                                        <p:tav tm="50336">
                                          <p:val>
                                            <p:strVal val="#ppt_y-0.02287"/>
                                          </p:val>
                                        </p:tav>
                                        <p:tav tm="53691">
                                          <p:val>
                                            <p:strVal val="#ppt_y-0.00729"/>
                                          </p:val>
                                        </p:tav>
                                        <p:tav tm="57047">
                                          <p:val>
                                            <p:strVal val="#ppt_y+0.00641"/>
                                          </p:val>
                                        </p:tav>
                                        <p:tav tm="60403">
                                          <p:val>
                                            <p:strVal val="#ppt_y+0.00831"/>
                                          </p:val>
                                        </p:tav>
                                        <p:tav tm="67114">
                                          <p:val>
                                            <p:strVal val="#ppt_y+0.00503"/>
                                          </p:val>
                                        </p:tav>
                                        <p:tav tm="77181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87248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73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99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w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w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w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w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99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2349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0201">
                                          <p:val>
                                            <p:strVal val="#ppt_h*0.86662"/>
                                          </p:val>
                                        </p:tav>
                                        <p:tav tm="36913">
                                          <p:val>
                                            <p:strVal val="#ppt_h*0.89238"/>
                                          </p:val>
                                        </p:tav>
                                        <p:tav tm="50336">
                                          <p:val>
                                            <p:strVal val="#ppt_h*0.9793"/>
                                          </p:val>
                                        </p:tav>
                                        <p:tav tm="57047">
                                          <p:val>
                                            <p:strVal val="#ppt_h*1.01579"/>
                                          </p:val>
                                        </p:tav>
                                        <p:tav tm="9731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99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0201">
                                          <p:val>
                                            <p:fltVal val="-3.79"/>
                                          </p:val>
                                        </p:tav>
                                        <p:tav tm="36913">
                                          <p:val>
                                            <p:fltVal val="-2.99"/>
                                          </p:val>
                                        </p:tav>
                                        <p:tav tm="57047">
                                          <p:val>
                                            <p:fltVal val="0.87"/>
                                          </p:val>
                                        </p:tav>
                                        <p:tav tm="9731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7" dur="11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11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705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10705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10657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10339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968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8657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7303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548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36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103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558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11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5294">
                                          <p:val>
                                            <p:strVal val="#ppt_w*0.86068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1176">
                                          <p:val>
                                            <p:strVal val="#ppt_w*0.87445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47059">
                                          <p:val>
                                            <p:strVal val="#ppt_w*0.90799"/>
                                          </p:val>
                                        </p:tav>
                                        <p:tav tm="55882">
                                          <p:val>
                                            <p:strVal val="#ppt_w*0.97513"/>
                                          </p:val>
                                        </p:tav>
                                        <p:tav tm="58824">
                                          <p:val>
                                            <p:strVal val="#ppt_w*0.99507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6"/>
                                          </p:val>
                                        </p:tav>
                                        <p:tav tm="70588">
                                          <p:val>
                                            <p:strVal val="#ppt_w*1.0108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8"/>
                                          </p:val>
                                        </p:tav>
                                        <p:tav tm="88235">
                                          <p:val>
                                            <p:strVal val="#ppt_w*1.000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1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13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" dur="11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06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806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738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617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428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59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11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29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829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789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529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7991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16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068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0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205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49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3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11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1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113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" dur="113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32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932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86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73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528"/>
                                          </p:val>
                                        </p:tav>
                                        <p:tav tm="47059">
                                          <p:val>
                                            <p:strVal val="#ppt_x+0.01263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113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34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734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695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437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7906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084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006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291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211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71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113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113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113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1" dur="113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89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689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626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512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336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113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17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917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877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613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807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23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126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1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99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3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113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113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113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9" dur="113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63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663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601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46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06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113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36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936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896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632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8088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245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139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14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98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25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113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113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113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7" dur="113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32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732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667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55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369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05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113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518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518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48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23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7713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6914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5865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247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94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77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113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113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113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5" dur="113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78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878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808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682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486"/>
                                          </p:val>
                                        </p:tav>
                                        <p:tav tm="47059">
                                          <p:val>
                                            <p:strVal val="#ppt_x+0.01228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113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134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9134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9093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823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8265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401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268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55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215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113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113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13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3" dur="113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23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823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755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633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443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63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113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04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904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864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601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8058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219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117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15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207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43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113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113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113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1" dur="113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29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829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761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638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447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2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113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72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872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833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571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803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194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096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1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207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47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113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113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113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9" dur="113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09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809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741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62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431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113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48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948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908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644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8098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254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146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32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207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113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113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7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113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7" dur="113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8"/>
                                          </p:val>
                                        </p:tav>
                                        <p:tav tm="32353">
                                          <p:val>
                                            <p:strVal val="#ppt_x+0.01768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1702"/>
                                          </p:val>
                                        </p:tav>
                                        <p:tav tm="41176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44118">
                                          <p:val>
                                            <p:strVal val="#ppt_x+0.01398"/>
                                          </p:val>
                                        </p:tav>
                                        <p:tav tm="55882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61765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7941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113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672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8672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8633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8378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7851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7036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5966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274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99"/>
                                          </p:val>
                                        </p:tav>
                                        <p:tav tm="61765">
                                          <p:val>
                                            <p:strVal val="#ppt_y-0.00263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1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113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113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113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5" dur="113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981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9981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09936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09642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9032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8084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683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42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13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465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113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5294">
                                          <p:val>
                                            <p:strVal val="#ppt_w*0.86068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1176">
                                          <p:val>
                                            <p:strVal val="#ppt_w*0.87445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47059">
                                          <p:val>
                                            <p:strVal val="#ppt_w*0.90799"/>
                                          </p:val>
                                        </p:tav>
                                        <p:tav tm="55882">
                                          <p:val>
                                            <p:strVal val="#ppt_w*0.97513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6"/>
                                          </p:val>
                                        </p:tav>
                                        <p:tav tm="70588">
                                          <p:val>
                                            <p:strVal val="#ppt_w*1.0108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8"/>
                                          </p:val>
                                        </p:tav>
                                        <p:tav tm="88235">
                                          <p:val>
                                            <p:strVal val="#ppt_w*1.000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113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113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2" dur="113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38235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64706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113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36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1036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10313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10006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09371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8383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7078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488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126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512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113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5294">
                                          <p:val>
                                            <p:strVal val="#ppt_w*0.86068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1176">
                                          <p:val>
                                            <p:strVal val="#ppt_w*0.87445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47059">
                                          <p:val>
                                            <p:strVal val="#ppt_w*0.90799"/>
                                          </p:val>
                                        </p:tav>
                                        <p:tav tm="55882">
                                          <p:val>
                                            <p:strVal val="#ppt_w*0.97513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6"/>
                                          </p:val>
                                        </p:tav>
                                        <p:tav tm="70588">
                                          <p:val>
                                            <p:strVal val="#ppt_w*1.01087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8"/>
                                          </p:val>
                                        </p:tav>
                                        <p:tav tm="88235">
                                          <p:val>
                                            <p:strVal val="#ppt_w*1.000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113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113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300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0" dur="113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915"/>
                                          </p:val>
                                        </p:tav>
                                        <p:tav tm="32353">
                                          <p:val>
                                            <p:strVal val="#ppt_x-0.01915"/>
                                          </p:val>
                                        </p:tav>
                                        <p:tav tm="38235">
                                          <p:val>
                                            <p:strVal val="#ppt_x-0.01843"/>
                                          </p:val>
                                        </p:tav>
                                        <p:tav tm="41176">
                                          <p:val>
                                            <p:strVal val="#ppt_x-0.01714"/>
                                          </p:val>
                                        </p:tav>
                                        <p:tav tm="44118">
                                          <p:val>
                                            <p:strVal val="#ppt_x-0.01515"/>
                                          </p:val>
                                        </p:tav>
                                        <p:tav tm="47059">
                                          <p:val>
                                            <p:strVal val="#ppt_x-0.01252"/>
                                          </p:val>
                                        </p:tav>
                                        <p:tav tm="55882">
                                          <p:val>
                                            <p:strVal val="#ppt_x-0.00335"/>
                                          </p:val>
                                        </p:tav>
                                        <p:tav tm="61765">
                                          <p:val>
                                            <p:strVal val="#ppt_x+0.00168"/>
                                          </p:val>
                                        </p:tav>
                                        <p:tav tm="64706">
                                          <p:val>
                                            <p:strVal val="#ppt_x+0.00238"/>
                                          </p:val>
                                        </p:tav>
                                        <p:tav tm="79412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113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618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11618"/>
                                          </p:val>
                                        </p:tav>
                                        <p:tav tm="35294">
                                          <p:val>
                                            <p:strVal val="#ppt_y-0.11566"/>
                                          </p:val>
                                        </p:tav>
                                        <p:tav tm="38235">
                                          <p:val>
                                            <p:strVal val="#ppt_y-0.11221"/>
                                          </p:val>
                                        </p:tav>
                                        <p:tav tm="41176">
                                          <p:val>
                                            <p:strVal val="#ppt_y-0.10507"/>
                                          </p:val>
                                        </p:tav>
                                        <p:tav tm="44118">
                                          <p:val>
                                            <p:strVal val="#ppt_y-0.09392"/>
                                          </p:val>
                                        </p:tav>
                                        <p:tav tm="47059">
                                          <p:val>
                                            <p:strVal val="#ppt_y-0.0791"/>
                                          </p:val>
                                        </p:tav>
                                        <p:tav tm="55882">
                                          <p:val>
                                            <p:strVal val="#ppt_y-0.0262"/>
                                          </p:val>
                                        </p:tav>
                                        <p:tav tm="58824">
                                          <p:val>
                                            <p:strVal val="#ppt_y-0.01026"/>
                                          </p:val>
                                        </p:tav>
                                        <p:tav tm="61765">
                                          <p:val>
                                            <p:strVal val="#ppt_y+0.00382"/>
                                          </p:val>
                                        </p:tav>
                                        <p:tav tm="64706">
                                          <p:val>
                                            <p:strVal val="#ppt_y+0.00871"/>
                                          </p:val>
                                        </p:tav>
                                        <p:tav tm="70588">
                                          <p:val>
                                            <p:strVal val="#ppt_y+0.00531"/>
                                          </p:val>
                                        </p:tav>
                                        <p:tav tm="79412">
                                          <p:val>
                                            <p:strVal val="#ppt_y+0.00208"/>
                                          </p:val>
                                        </p:tav>
                                        <p:tav tm="88235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113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w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w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w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w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w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113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86"/>
                                          </p:val>
                                        </p:tav>
                                        <p:tav tm="38235">
                                          <p:val>
                                            <p:strVal val="#ppt_h*0.86517"/>
                                          </p:val>
                                        </p:tav>
                                        <p:tav tm="44118">
                                          <p:val>
                                            <p:strVal val="#ppt_h*0.8889"/>
                                          </p:val>
                                        </p:tav>
                                        <p:tav tm="6176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64706">
                                          <p:val>
                                            <p:strVal val="#ppt_h*1.01776"/>
                                          </p:val>
                                        </p:tav>
                                        <p:tav tm="79412">
                                          <p:val>
                                            <p:strVal val="#ppt_h*1.00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113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38235">
                                          <p:val>
                                            <p:fltVal val="-3.84"/>
                                          </p:val>
                                        </p:tav>
                                        <p:tav tm="44118">
                                          <p:val>
                                            <p:fltVal val="-3.1"/>
                                          </p:val>
                                        </p:tav>
                                        <p:tav tm="61765">
                                          <p:val>
                                            <p:fltVal val="0.77"/>
                                          </p:val>
                                        </p:tav>
                                        <p:tav tm="64706">
                                          <p:val>
                                            <p:fltVal val="0.89"/>
                                          </p:val>
                                        </p:tav>
                                        <p:tav tm="79412">
                                          <p:val>
                                            <p:fltVal val="0.21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8" dur="12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12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705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10705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1068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10428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984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88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759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84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5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584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12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9267">
                                          <p:val>
                                            <p:strVal val="#ppt_w*0.86"/>
                                          </p:val>
                                        </p:tav>
                                        <p:tav tm="41885">
                                          <p:val>
                                            <p:strVal val="#ppt_w*0.8603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7120">
                                          <p:val>
                                            <p:strVal val="#ppt_w*0.87219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52356">
                                          <p:val>
                                            <p:strVal val="#ppt_w*0.90386"/>
                                          </p:val>
                                        </p:tav>
                                        <p:tav tm="60209">
                                          <p:val>
                                            <p:strVal val="#ppt_w*0.97087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73298">
                                          <p:val>
                                            <p:strVal val="#ppt_w*1.01145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89005">
                                          <p:val>
                                            <p:strVal val="#ppt_w*1.001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12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127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6" dur="12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5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5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05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99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12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9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9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7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5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6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6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84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8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2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12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12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127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4" dur="127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08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08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6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5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92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6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127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95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95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78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6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8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0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4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127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127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127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2" dur="12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9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8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17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88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12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66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66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64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43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7969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1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18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0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8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12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12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127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0" dur="12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7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7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27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4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1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12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68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68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671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46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799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3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0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0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4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12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12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127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8" dur="12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2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2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75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7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05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78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12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2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2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11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04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3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6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3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1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12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12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127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6" dur="12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12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0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0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6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12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56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56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3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3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5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8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5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1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7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3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12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12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127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4" dur="127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01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9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26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9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127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0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0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691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48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1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51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21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1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4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5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127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127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127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2" dur="12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71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71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21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14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43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1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12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9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9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7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6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89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1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7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9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9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12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12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127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0" dur="127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09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809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57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4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74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3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127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2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2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9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1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41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9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36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127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127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127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8" dur="127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5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5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06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99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127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6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6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43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32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5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7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2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2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127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127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127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6" dur="127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93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9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43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35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61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25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127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8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8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5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7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9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4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8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5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127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127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127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4" dur="127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82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82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32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25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52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18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1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127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23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1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3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58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11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3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127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127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127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2" dur="127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02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802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43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6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31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127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2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2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0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9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09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2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6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56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7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127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127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127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0" dur="127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8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88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78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99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5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127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5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5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3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2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3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4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8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63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2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127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127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127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8" dur="127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8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8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36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2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56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21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6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127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9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9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7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6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7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8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1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6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9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4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127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127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127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6" dur="127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2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82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73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64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87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4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4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127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19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19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01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8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9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0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3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2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127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127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127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4" dur="127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13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81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53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7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39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4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127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7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7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5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4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5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6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01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66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127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127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127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2" dur="127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66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18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5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127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1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1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69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49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58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2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1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399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7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127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127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127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0" dur="127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03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0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55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53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8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6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127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4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4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2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2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45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8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4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1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8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127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127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127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8" dur="127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03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4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127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8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8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6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5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8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13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7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3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127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127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127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6" dur="127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88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88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4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75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53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127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1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1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9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8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07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3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9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3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5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127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127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127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4" dur="127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2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66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45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127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6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6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4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3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6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9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4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127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127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127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2" dur="127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9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9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49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4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82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59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127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4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4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31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2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6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1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3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7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8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127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127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127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0" dur="127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3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3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86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8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13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85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127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75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75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58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4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65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8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3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4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9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127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127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127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8" dur="127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81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81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34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7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49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127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15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15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98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86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0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6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127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127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127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6" dur="127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19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19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71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68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01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75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7" dur="127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4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4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2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1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27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4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8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5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127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127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127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4" dur="127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08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08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6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5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92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6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127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95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95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78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6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8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0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4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5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127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127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127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2" dur="127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28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28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79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7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0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81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127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62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4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7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0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64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5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127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127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127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0" dur="127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6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66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16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1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9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0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127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0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0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8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7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85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9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2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71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9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127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127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127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8" dur="12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13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1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64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6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96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" dur="12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4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4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2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14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2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2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5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7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8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12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12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127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6" dur="127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51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01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9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27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9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9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127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7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7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5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4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47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7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84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2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127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127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127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4" dur="12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39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39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9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8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17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89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4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12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2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2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0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9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0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11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3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74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8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7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12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12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127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2" dur="12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4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29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09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12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72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72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5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4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7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0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6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1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398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" dur="12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12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127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0" dur="12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29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29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83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2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3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12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99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99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82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74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9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26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84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7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" dur="12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12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127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8" dur="12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576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576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31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28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" dur="12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39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39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22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1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3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5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1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31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9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12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12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127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6" dur="127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1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1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68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15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127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6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6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4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3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58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81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38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127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127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127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4" dur="12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03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0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5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0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12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19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19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02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9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1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4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98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8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1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12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12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127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2" dur="12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23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23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7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22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3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12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04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04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86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7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9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11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5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6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6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8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12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12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127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0" dur="12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61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61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14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53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35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2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7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12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3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3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13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0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1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33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74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5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9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8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12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12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127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8" dur="12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0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0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6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1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09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12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7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7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53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4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5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66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0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58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8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12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12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127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6" dur="12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4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4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9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41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2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12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9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9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81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6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78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88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6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4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12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12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127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4" dur="12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3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3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88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31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1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2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12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951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951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933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72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23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88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5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09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05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77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12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12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127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2" dur="12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5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5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0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4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3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8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12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35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35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1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1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18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4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73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4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399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12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12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127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0" dur="127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92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92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44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543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79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5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127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6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6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4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2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3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64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7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7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127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127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127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8" dur="127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39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39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59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35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2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7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127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10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10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8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68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7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73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92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8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6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39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127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127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127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6" dur="12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2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66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4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12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1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1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112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9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98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95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51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9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39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12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12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127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4" dur="12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6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6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18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57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138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" dur="12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08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908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06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84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35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55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478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8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7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12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12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127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2" dur="12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57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5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07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02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1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12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63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63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35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5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7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2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12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12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127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0" dur="12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4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64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14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0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06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29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12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5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5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4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2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48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37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23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1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2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3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12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12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127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8" dur="127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685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685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637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372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9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1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" dur="127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632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632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61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411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7943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18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169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494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396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3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2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127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127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7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127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6" dur="12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886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886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832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719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536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88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16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45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" dur="12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762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762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74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537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061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94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5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2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4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41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12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12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127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4" dur="12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986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986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929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81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618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357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58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" dur="12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68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68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6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464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799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232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205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15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6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5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05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12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12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127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1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2" dur="12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39267">
                                          <p:val>
                                            <p:strVal val="#ppt_x+0.01762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1712"/>
                                          </p:val>
                                        </p:tav>
                                        <p:tav tm="47120">
                                          <p:val>
                                            <p:strVal val="#ppt_x+0.01606"/>
                                          </p:val>
                                        </p:tav>
                                        <p:tav tm="49738">
                                          <p:val>
                                            <p:strVal val="#ppt_x+0.01435"/>
                                          </p:val>
                                        </p:tav>
                                        <p:tav tm="52356">
                                          <p:val>
                                            <p:strVal val="#ppt_x+0.01204"/>
                                          </p:val>
                                        </p:tav>
                                        <p:tav tm="62827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65445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81152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12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8892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08892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887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8664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818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7401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6347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548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413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" dur="12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12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127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9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0" dur="12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44503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68063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12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017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10017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09997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09759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9214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832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712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707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361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174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12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12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9267">
                                          <p:val>
                                            <p:strVal val="#ppt_w*0.86"/>
                                          </p:val>
                                        </p:tav>
                                        <p:tav tm="41885">
                                          <p:val>
                                            <p:strVal val="#ppt_w*0.8603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7120">
                                          <p:val>
                                            <p:strVal val="#ppt_w*0.87219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52356">
                                          <p:val>
                                            <p:strVal val="#ppt_w*0.90386"/>
                                          </p:val>
                                        </p:tav>
                                        <p:tav tm="60209">
                                          <p:val>
                                            <p:strVal val="#ppt_w*0.97087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73298">
                                          <p:val>
                                            <p:strVal val="#ppt_w*1.01145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89005">
                                          <p:val>
                                            <p:strVal val="#ppt_w*1.001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12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127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8" dur="12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44503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68063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12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036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1036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10339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10093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09526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8609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73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77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386"/>
                                          </p:val>
                                        </p:tav>
                                        <p:tav tm="65445">
                                          <p:val>
                                            <p:strVal val="#ppt_y-0.0015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133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12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39267">
                                          <p:val>
                                            <p:strVal val="#ppt_w*0.86"/>
                                          </p:val>
                                        </p:tav>
                                        <p:tav tm="41885">
                                          <p:val>
                                            <p:strVal val="#ppt_w*0.8603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7120">
                                          <p:val>
                                            <p:strVal val="#ppt_w*0.87219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52356">
                                          <p:val>
                                            <p:strVal val="#ppt_w*0.90386"/>
                                          </p:val>
                                        </p:tav>
                                        <p:tav tm="60209">
                                          <p:val>
                                            <p:strVal val="#ppt_w*0.97087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73298">
                                          <p:val>
                                            <p:strVal val="#ppt_w*1.01145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89005">
                                          <p:val>
                                            <p:strVal val="#ppt_w*1.0011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12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127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5" dur="300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6" dur="12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915"/>
                                          </p:val>
                                        </p:tav>
                                        <p:tav tm="39267">
                                          <p:val>
                                            <p:strVal val="#ppt_x-0.01915"/>
                                          </p:val>
                                        </p:tav>
                                        <p:tav tm="44503">
                                          <p:val>
                                            <p:strVal val="#ppt_x-0.01861"/>
                                          </p:val>
                                        </p:tav>
                                        <p:tav tm="47120">
                                          <p:val>
                                            <p:strVal val="#ppt_x-0.01746"/>
                                          </p:val>
                                        </p:tav>
                                        <p:tav tm="49738">
                                          <p:val>
                                            <p:strVal val="#ppt_x-0.0156"/>
                                          </p:val>
                                        </p:tav>
                                        <p:tav tm="52356">
                                          <p:val>
                                            <p:strVal val="#ppt_x-0.01308"/>
                                          </p:val>
                                        </p:tav>
                                        <p:tav tm="62827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65445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68063">
                                          <p:val>
                                            <p:strVal val="#ppt_x+0.00249"/>
                                          </p:val>
                                        </p:tav>
                                        <p:tav tm="81152">
                                          <p:val>
                                            <p:strVal val="#ppt_x+0.00062"/>
                                          </p:val>
                                        </p:tav>
                                        <p:tav tm="994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12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618"/>
                                          </p:val>
                                        </p:tav>
                                        <p:tav tm="39267">
                                          <p:val>
                                            <p:strVal val="#ppt_y-0.11618"/>
                                          </p:val>
                                        </p:tav>
                                        <p:tav tm="41885">
                                          <p:val>
                                            <p:strVal val="#ppt_y-0.11595"/>
                                          </p:val>
                                        </p:tav>
                                        <p:tav tm="44503">
                                          <p:val>
                                            <p:strVal val="#ppt_y-0.11318"/>
                                          </p:val>
                                        </p:tav>
                                        <p:tav tm="47120">
                                          <p:val>
                                            <p:strVal val="#ppt_y-0.10682"/>
                                          </p:val>
                                        </p:tav>
                                        <p:tav tm="49738">
                                          <p:val>
                                            <p:strVal val="#ppt_y-0.09647"/>
                                          </p:val>
                                        </p:tav>
                                        <p:tav tm="52356">
                                          <p:val>
                                            <p:strVal val="#ppt_y-0.08231"/>
                                          </p:val>
                                        </p:tav>
                                        <p:tav tm="54974">
                                          <p:val>
                                            <p:strVal val="#ppt_y-0.06536"/>
                                          </p:val>
                                        </p:tav>
                                        <p:tav tm="60209">
                                          <p:val>
                                            <p:strVal val="#ppt_y-0.02959"/>
                                          </p:val>
                                        </p:tav>
                                        <p:tav tm="62827">
                                          <p:val>
                                            <p:strVal val="#ppt_y-0.0133"/>
                                          </p:val>
                                        </p:tav>
                                        <p:tav tm="65445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68063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73298">
                                          <p:val>
                                            <p:strVal val="#ppt_y+0.0056"/>
                                          </p:val>
                                        </p:tav>
                                        <p:tav tm="81152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89005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994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12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w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w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w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w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w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w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12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6"/>
                                          </p:val>
                                        </p:tav>
                                        <p:tav tm="44503">
                                          <p:val>
                                            <p:strVal val="#ppt_h*0.86391"/>
                                          </p:val>
                                        </p:tav>
                                        <p:tav tm="49738">
                                          <p:val>
                                            <p:strVal val="#ppt_h*0.8856"/>
                                          </p:val>
                                        </p:tav>
                                        <p:tav tm="62827">
                                          <p:val>
                                            <p:strVal val="#ppt_h*0.99127"/>
                                          </p:val>
                                        </p:tav>
                                        <p:tav tm="65445">
                                          <p:val>
                                            <p:strVal val="#ppt_h*1.00928"/>
                                          </p:val>
                                        </p:tav>
                                        <p:tav tm="68063">
                                          <p:val>
                                            <p:strVal val="#ppt_h*1.01859"/>
                                          </p:val>
                                        </p:tav>
                                        <p:tav tm="81152">
                                          <p:val>
                                            <p:strVal val="#ppt_h*1.0046"/>
                                          </p:val>
                                        </p:tav>
                                        <p:tav tm="994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127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"/>
                                          </p:val>
                                        </p:tav>
                                        <p:tav tm="44503">
                                          <p:val>
                                            <p:fltVal val="-3.88"/>
                                          </p:val>
                                        </p:tav>
                                        <p:tav tm="49738">
                                          <p:val>
                                            <p:fltVal val="-3.2"/>
                                          </p:val>
                                        </p:tav>
                                        <p:tav tm="62827">
                                          <p:val>
                                            <p:fltVal val="0.1"/>
                                          </p:val>
                                        </p:tav>
                                        <p:tav tm="68063">
                                          <p:val>
                                            <p:fltVal val="0.93"/>
                                          </p:val>
                                        </p:tav>
                                        <p:tav tm="81152">
                                          <p:val>
                                            <p:fltVal val="0.23"/>
                                          </p:val>
                                        </p:tav>
                                        <p:tav tm="9947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4" dur="157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7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8" dur="157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2" dur="157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5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6" dur="157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9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0" dur="157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4" dur="157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8" dur="157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2" dur="157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6" dur="157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9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0" dur="157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3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4" dur="157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8" dur="157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2" dur="157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5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6" dur="157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0" dur="157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57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157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59322">
                                          <p:val>
                                            <p:strVal val="#ppt_y+0.01667"/>
                                          </p:val>
                                        </p:tav>
                                        <p:tav tm="63559">
                                          <p:val>
                                            <p:strVal val="#ppt_y+0.00843"/>
                                          </p:val>
                                        </p:tav>
                                        <p:tav tm="65678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69915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0508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5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4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5" dur="192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192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159"/>
                                          </p:val>
                                        </p:tav>
                                        <p:tav tm="88388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192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192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67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2" dur="192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9723">
                                          <p:val>
                                            <p:strVal val="#ppt_x+0"/>
                                          </p:val>
                                        </p:tav>
                                        <p:tav tm="83189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88388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192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9723">
                                          <p:val>
                                            <p:strVal val="#ppt_y+0"/>
                                          </p:val>
                                        </p:tav>
                                        <p:tav tm="83189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8838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" dur="192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192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7" dur="192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36395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60659">
                                          <p:val>
                                            <p:strVal val="#ppt_x-0.00291"/>
                                          </p:val>
                                        </p:tav>
                                        <p:tav tm="79723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83189">
                                          <p:val>
                                            <p:strVal val="#ppt_x-0.003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3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192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38128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64125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3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192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723">
                                          <p:val>
                                            <p:strVal val="#ppt_w*1"/>
                                          </p:val>
                                        </p:tav>
                                        <p:tav tm="81456">
                                          <p:val>
                                            <p:strVal val="#ppt_w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w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w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w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w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w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192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723">
                                          <p:val>
                                            <p:strVal val="#ppt_h*1"/>
                                          </p:val>
                                        </p:tav>
                                        <p:tav tm="81456">
                                          <p:val>
                                            <p:strVal val="#ppt_h*1.0694"/>
                                          </p:val>
                                        </p:tav>
                                        <p:tav tm="83189">
                                          <p:val>
                                            <p:strVal val="#ppt_h*1.10457"/>
                                          </p:val>
                                        </p:tav>
                                        <p:tav tm="84922">
                                          <p:val>
                                            <p:strVal val="#ppt_h*1.05596"/>
                                          </p:val>
                                        </p:tav>
                                        <p:tav tm="86655">
                                          <p:val>
                                            <p:strVal val="#ppt_h*1.03127"/>
                                          </p:val>
                                        </p:tav>
                                        <p:tav tm="88388">
                                          <p:val>
                                            <p:strVal val="#ppt_h*1.01778"/>
                                          </p:val>
                                        </p:tav>
                                        <p:tav tm="93588">
                                          <p:val>
                                            <p:strVal val="#ppt_h*1.002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192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31196">
                                          <p:val>
                                            <p:fltVal val="0"/>
                                          </p:val>
                                        </p:tav>
                                        <p:tav tm="36395">
                                          <p:val>
                                            <p:fltVal val="0.81"/>
                                          </p:val>
                                        </p:tav>
                                        <p:tav tm="39861">
                                          <p:val>
                                            <p:fltVal val="2.69"/>
                                          </p:val>
                                        </p:tav>
                                        <p:tav tm="43328">
                                          <p:val>
                                            <p:fltVal val="6.44"/>
                                          </p:val>
                                        </p:tav>
                                        <p:tav tm="45061">
                                          <p:val>
                                            <p:fltVal val="9.26"/>
                                          </p:val>
                                        </p:tav>
                                        <p:tav tm="50260">
                                          <p:val>
                                            <p:fltVal val="19.6"/>
                                          </p:val>
                                        </p:tav>
                                        <p:tav tm="53726">
                                          <p:val>
                                            <p:fltVal val="24.96"/>
                                          </p:val>
                                        </p:tav>
                                        <p:tav tm="57192">
                                          <p:val>
                                            <p:fltVal val="28.68"/>
                                          </p:val>
                                        </p:tav>
                                        <p:tav tm="62392">
                                          <p:val>
                                            <p:fltVal val="32.25"/>
                                          </p:val>
                                        </p:tav>
                                        <p:tav tm="67591">
                                          <p:val>
                                            <p:fltVal val="34.32"/>
                                          </p:val>
                                        </p:tav>
                                        <p:tav tm="74523">
                                          <p:val>
                                            <p:fltVal val="35.69"/>
                                          </p:val>
                                        </p:tav>
                                        <p:tav tm="100000">
                                          <p:val>
                                            <p:fltVal val="3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4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5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820" fill="hold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28" dur="820" decel="100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9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1" dur="820" fill="hold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32" dur="820" decel="100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3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7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7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7" dur="37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37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7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1" dur="37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2" dur="37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7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7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7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7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7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9" dur="37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0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7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7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37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4" dur="37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5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6" dur="37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37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37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37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37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37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3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37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37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6" dur="37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7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9" dur="37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0" dur="37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7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7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7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7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7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37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7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7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37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2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7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7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5" dur="37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6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7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7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9" dur="37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0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7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7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3" dur="37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4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7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7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7" dur="37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8" presetID="0" presetClass="pat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7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7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37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2" presetID="6" presetClass="emph" presetSubtype="0" fill="hold" grpId="0" nodeType="withEffect">
                                  <p:stCondLst>
                                    <p:cond delay="15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7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06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7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6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5" fill="hold">
                      <p:stCondLst>
                        <p:cond delay="indefinite"/>
                      </p:stCondLst>
                      <p:childTnLst>
                        <p:par>
                          <p:cTn id="806" fill="hold">
                            <p:stCondLst>
                              <p:cond delay="0"/>
                            </p:stCondLst>
                            <p:childTnLst>
                              <p:par>
                                <p:cTn id="8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9" dur="300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0" dur="190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4799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66550">
                                          <p:val>
                                            <p:strVal val="#ppt_y+0.02024"/>
                                          </p:val>
                                        </p:tav>
                                        <p:tav tm="68301">
                                          <p:val>
                                            <p:strVal val="#ppt_y+0.01397"/>
                                          </p:val>
                                        </p:tav>
                                        <p:tav tm="70053">
                                          <p:val>
                                            <p:strVal val="#ppt_y+0.00952"/>
                                          </p:val>
                                        </p:tav>
                                        <p:tav tm="71804">
                                          <p:val>
                                            <p:strVal val="#ppt_y+0.00649"/>
                                          </p:val>
                                        </p:tav>
                                        <p:tav tm="75306">
                                          <p:val>
                                            <p:strVal val="#ppt_y+0.00305"/>
                                          </p:val>
                                        </p:tav>
                                        <p:tav tm="78809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84063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982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1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2" dur="118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3803">
                                          <p:val>
                                            <p:strVal val="#ppt_w*0"/>
                                          </p:val>
                                        </p:tav>
                                        <p:tav tm="67606">
                                          <p:val>
                                            <p:strVal val="#ppt_w*0"/>
                                          </p:val>
                                        </p:tav>
                                        <p:tav tm="70423">
                                          <p:val>
                                            <p:strVal val="#ppt_w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w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w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w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3" dur="118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3803">
                                          <p:val>
                                            <p:strVal val="#ppt_h*0"/>
                                          </p:val>
                                        </p:tav>
                                        <p:tav tm="67606">
                                          <p:val>
                                            <p:strVal val="#ppt_h*0"/>
                                          </p:val>
                                        </p:tav>
                                        <p:tav tm="70423">
                                          <p:val>
                                            <p:strVal val="#ppt_h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h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h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h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6" dur="11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67606">
                                          <p:val>
                                            <p:strVal val="#ppt_w*0"/>
                                          </p:val>
                                        </p:tav>
                                        <p:tav tm="70423">
                                          <p:val>
                                            <p:strVal val="#ppt_w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w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w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w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7" dur="118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67606">
                                          <p:val>
                                            <p:strVal val="#ppt_h*0"/>
                                          </p:val>
                                        </p:tav>
                                        <p:tav tm="70423">
                                          <p:val>
                                            <p:strVal val="#ppt_h*0.18478"/>
                                          </p:val>
                                        </p:tav>
                                        <p:tav tm="84507">
                                          <p:val>
                                            <p:strVal val="#ppt_h*1.27174"/>
                                          </p:val>
                                        </p:tav>
                                        <p:tav tm="87324">
                                          <p:val>
                                            <p:strVal val="#ppt_h*1.29589"/>
                                          </p:val>
                                        </p:tav>
                                        <p:tav tm="95775">
                                          <p:val>
                                            <p:strVal val="#ppt_h*1.04227"/>
                                          </p:val>
                                        </p:tav>
                                        <p:tav tm="985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0" dur="133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821" dur="267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3" dur="19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6875"/>
                                          </p:val>
                                        </p:tav>
                                        <p:tav tm="6689">
                                          <p:val>
                                            <p:strVal val="#ppt_x-1.16911"/>
                                          </p:val>
                                        </p:tav>
                                        <p:tav tm="10033">
                                          <p:val>
                                            <p:strVal val="#ppt_x-1.1704"/>
                                          </p:val>
                                        </p:tav>
                                        <p:tav tm="13378">
                                          <p:val>
                                            <p:strVal val="#ppt_x-1.17341"/>
                                          </p:val>
                                        </p:tav>
                                        <p:tav tm="16722">
                                          <p:val>
                                            <p:strVal val="#ppt_x-1.17776"/>
                                          </p:val>
                                        </p:tav>
                                        <p:tav tm="20067">
                                          <p:val>
                                            <p:strVal val="#ppt_x-1.2053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21596"/>
                                          </p:val>
                                        </p:tav>
                                        <p:tav tm="23411">
                                          <p:val>
                                            <p:strVal val="#ppt_x-1.2243"/>
                                          </p:val>
                                        </p:tav>
                                        <p:tav tm="25084">
                                          <p:val>
                                            <p:strVal val="#ppt_x-1.23089"/>
                                          </p:val>
                                        </p:tav>
                                        <p:tav tm="26756">
                                          <p:val>
                                            <p:strVal val="#ppt_x-1.2361"/>
                                          </p:val>
                                        </p:tav>
                                        <p:tav tm="28428">
                                          <p:val>
                                            <p:strVal val="#ppt_x-1.2402"/>
                                          </p:val>
                                        </p:tav>
                                        <p:tav tm="30100">
                                          <p:val>
                                            <p:strVal val="#ppt_x-1.24339"/>
                                          </p:val>
                                        </p:tav>
                                        <p:tav tm="31773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33445">
                                          <p:val>
                                            <p:strVal val="#ppt_x-1.24763"/>
                                          </p:val>
                                        </p:tav>
                                        <p:tav tm="35117">
                                          <p:val>
                                            <p:strVal val="#ppt_x-1.24887"/>
                                          </p:val>
                                        </p:tav>
                                        <p:tav tm="38462">
                                          <p:val>
                                            <p:strVal val="#ppt_x-1.24997"/>
                                          </p:val>
                                        </p:tav>
                                        <p:tav tm="40134">
                                          <p:val>
                                            <p:strVal val="#ppt_x-1.2517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46823">
                                          <p:val>
                                            <p:strVal val="#ppt_x-1.25003"/>
                                          </p:val>
                                        </p:tav>
                                        <p:tav tm="9699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19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912"/>
                                          </p:val>
                                        </p:tav>
                                        <p:tav tm="3344">
                                          <p:val>
                                            <p:strVal val="#ppt_y+0.29118"/>
                                          </p:val>
                                        </p:tav>
                                        <p:tav tm="5017">
                                          <p:val>
                                            <p:strVal val="#ppt_y+0.29018"/>
                                          </p:val>
                                        </p:tav>
                                        <p:tav tm="6689">
                                          <p:val>
                                            <p:strVal val="#ppt_y+0.28741"/>
                                          </p:val>
                                        </p:tav>
                                        <p:tav tm="8361">
                                          <p:val>
                                            <p:strVal val="#ppt_y+0.28224"/>
                                          </p:val>
                                        </p:tav>
                                        <p:tav tm="10033">
                                          <p:val>
                                            <p:strVal val="#ppt_y+0.27373"/>
                                          </p:val>
                                        </p:tav>
                                        <p:tav tm="11706">
                                          <p:val>
                                            <p:strVal val="#ppt_y+0.26061"/>
                                          </p:val>
                                        </p:tav>
                                        <p:tav tm="13378">
                                          <p:val>
                                            <p:strVal val="#ppt_y+0.24185"/>
                                          </p:val>
                                        </p:tav>
                                        <p:tav tm="16722">
                                          <p:val>
                                            <p:strVal val="#ppt_y+0.19579"/>
                                          </p:val>
                                        </p:tav>
                                        <p:tav tm="18395">
                                          <p:val>
                                            <p:strVal val="#ppt_y+0.15537"/>
                                          </p:val>
                                        </p:tav>
                                        <p:tav tm="20067">
                                          <p:val>
                                            <p:strVal val="#ppt_y+0.119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9088"/>
                                          </p:val>
                                        </p:tav>
                                        <p:tav tm="23411">
                                          <p:val>
                                            <p:strVal val="#ppt_y+0.06862"/>
                                          </p:val>
                                        </p:tav>
                                        <p:tav tm="25084">
                                          <p:val>
                                            <p:strVal val="#ppt_y+0.05103"/>
                                          </p:val>
                                        </p:tav>
                                        <p:tav tm="26756">
                                          <p:val>
                                            <p:strVal val="#ppt_y+0.03712"/>
                                          </p:val>
                                        </p:tav>
                                        <p:tav tm="28428">
                                          <p:val>
                                            <p:strVal val="#ppt_y+0.02617"/>
                                          </p:val>
                                        </p:tav>
                                        <p:tav tm="30100">
                                          <p:val>
                                            <p:strVal val="#ppt_y+0.01764"/>
                                          </p:val>
                                        </p:tav>
                                        <p:tav tm="31773">
                                          <p:val>
                                            <p:strVal val="#ppt_y+0.01113"/>
                                          </p:val>
                                        </p:tav>
                                        <p:tav tm="33445">
                                          <p:val>
                                            <p:strVal val="#ppt_y+0.00634"/>
                                          </p:val>
                                        </p:tav>
                                        <p:tav tm="35117">
                                          <p:val>
                                            <p:strVal val="#ppt_y+0.00302"/>
                                          </p:val>
                                        </p:tav>
                                        <p:tav tm="36789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38462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40134">
                                          <p:val>
                                            <p:strVal val="#ppt_y-0.00483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46823">
                                          <p:val>
                                            <p:strVal val="#ppt_y-0.00009"/>
                                          </p:val>
                                        </p:tav>
                                        <p:tav tm="9699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19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38462">
                                          <p:val>
                                            <p:strVal val="#ppt_w*1"/>
                                          </p:val>
                                        </p:tav>
                                        <p:tav tm="40134">
                                          <p:val>
                                            <p:strVal val="#ppt_w*0.82545"/>
                                          </p:val>
                                        </p:tav>
                                        <p:tav tm="41806">
                                          <p:val>
                                            <p:strVal val="#ppt_w*0.90747"/>
                                          </p:val>
                                        </p:tav>
                                        <p:tav tm="43478">
                                          <p:val>
                                            <p:strVal val="#ppt_w*0.96491"/>
                                          </p:val>
                                        </p:tav>
                                        <p:tav tm="45151">
                                          <p:val>
                                            <p:strVal val="#ppt_w*0.98737"/>
                                          </p:val>
                                        </p:tav>
                                        <p:tav tm="46823">
                                          <p:val>
                                            <p:strVal val="#ppt_w*0.99667"/>
                                          </p:val>
                                        </p:tav>
                                        <p:tav tm="9699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199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38462">
                                          <p:val>
                                            <p:strVal val="#ppt_h*1"/>
                                          </p:val>
                                        </p:tav>
                                        <p:tav tm="40134">
                                          <p:val>
                                            <p:strVal val="#ppt_h*0.82545"/>
                                          </p:val>
                                        </p:tav>
                                        <p:tav tm="41806">
                                          <p:val>
                                            <p:strVal val="#ppt_h*0.90747"/>
                                          </p:val>
                                        </p:tav>
                                        <p:tav tm="43478">
                                          <p:val>
                                            <p:strVal val="#ppt_h*0.96491"/>
                                          </p:val>
                                        </p:tav>
                                        <p:tav tm="45151">
                                          <p:val>
                                            <p:strVal val="#ppt_h*0.98737"/>
                                          </p:val>
                                        </p:tav>
                                        <p:tav tm="46823">
                                          <p:val>
                                            <p:strVal val="#ppt_h*0.99667"/>
                                          </p:val>
                                        </p:tav>
                                        <p:tav tm="9699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7" presetID="10" presetClass="entr" presetSubtype="0" fill="hold" grpId="0" nodeType="withEffect">
                                  <p:stCondLst>
                                    <p:cond delay="82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3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29" dur="367">
                                          <p:stCondLst>
                                            <p:cond delay="13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38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1" dur="5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753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5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w*0.20325"/>
                                          </p:val>
                                        </p:tav>
                                        <p:tav tm="7865">
                                          <p:val>
                                            <p:strVal val="#ppt_w*0.41703"/>
                                          </p:val>
                                        </p:tav>
                                        <p:tav tm="13483">
                                          <p:val>
                                            <p:strVal val="#ppt_w*0.60132"/>
                                          </p:val>
                                        </p:tav>
                                        <p:tav tm="19101">
                                          <p:val>
                                            <p:strVal val="#ppt_w*0.73335"/>
                                          </p:val>
                                        </p:tav>
                                        <p:tav tm="24719">
                                          <p:val>
                                            <p:strVal val="#ppt_w*0.82039"/>
                                          </p:val>
                                        </p:tav>
                                        <p:tav tm="30337">
                                          <p:val>
                                            <p:strVal val="#ppt_w*0.87821"/>
                                          </p:val>
                                        </p:tav>
                                        <p:tav tm="35955">
                                          <p:val>
                                            <p:strVal val="#ppt_w*0.91789"/>
                                          </p:val>
                                        </p:tav>
                                        <p:tav tm="41573">
                                          <p:val>
                                            <p:strVal val="#ppt_w*0.94597"/>
                                          </p:val>
                                        </p:tav>
                                        <p:tav tm="52809">
                                          <p:val>
                                            <p:strVal val="#ppt_w*0.98111"/>
                                          </p:val>
                                        </p:tav>
                                        <p:tav tm="69663">
                                          <p:val>
                                            <p:strVal val="#ppt_w*1.00575"/>
                                          </p:val>
                                        </p:tav>
                                        <p:tav tm="97753">
                                          <p:val>
                                            <p:strVal val="#ppt_w*1.014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59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2247">
                                          <p:val>
                                            <p:strVal val="#ppt_h*0.20325"/>
                                          </p:val>
                                        </p:tav>
                                        <p:tav tm="7865">
                                          <p:val>
                                            <p:strVal val="#ppt_h*0.41703"/>
                                          </p:val>
                                        </p:tav>
                                        <p:tav tm="13483">
                                          <p:val>
                                            <p:strVal val="#ppt_h*0.60132"/>
                                          </p:val>
                                        </p:tav>
                                        <p:tav tm="19101">
                                          <p:val>
                                            <p:strVal val="#ppt_h*0.73335"/>
                                          </p:val>
                                        </p:tav>
                                        <p:tav tm="24719">
                                          <p:val>
                                            <p:strVal val="#ppt_h*0.82039"/>
                                          </p:val>
                                        </p:tav>
                                        <p:tav tm="30337">
                                          <p:val>
                                            <p:strVal val="#ppt_h*0.87821"/>
                                          </p:val>
                                        </p:tav>
                                        <p:tav tm="35955">
                                          <p:val>
                                            <p:strVal val="#ppt_h*0.91789"/>
                                          </p:val>
                                        </p:tav>
                                        <p:tav tm="41573">
                                          <p:val>
                                            <p:strVal val="#ppt_h*0.94597"/>
                                          </p:val>
                                        </p:tav>
                                        <p:tav tm="52809">
                                          <p:val>
                                            <p:strVal val="#ppt_h*0.98111"/>
                                          </p:val>
                                        </p:tav>
                                        <p:tav tm="69663">
                                          <p:val>
                                            <p:strVal val="#ppt_h*1.00575"/>
                                          </p:val>
                                        </p:tav>
                                        <p:tav tm="97753">
                                          <p:val>
                                            <p:strVal val="#ppt_h*1.014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19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32" grpId="0" animBg="1"/>
      <p:bldP spid="133" grpId="0" animBg="1"/>
      <p:bldP spid="138" grpId="0" animBg="1"/>
      <p:bldP spid="140" grpId="0" animBg="1"/>
      <p:bldP spid="5" grpId="0" build="p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4" grpId="0" animBg="1"/>
      <p:bldP spid="135" grpId="0" animBg="1"/>
      <p:bldP spid="136" grpId="0" animBg="1"/>
      <p:bldP spid="137" grpId="0" animBg="1"/>
      <p:bldP spid="139" grpId="0" animBg="1"/>
      <p:bldP spid="3" grpId="0" animBg="1"/>
      <p:bldP spid="114" grpId="0" animBg="1"/>
      <p:bldP spid="143" grpId="0" animBg="1"/>
      <p:bldP spid="14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Formaty poznaliście, zanim padły nazwy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825500" y="4380210"/>
            <a:ext cx="10541000" cy="12700"/>
          </a:xfrm>
          <a:prstGeom prst="rect">
            <a:avLst/>
          </a:prstGeom>
          <a:solidFill>
            <a:srgbClr val="DDDD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>
            <a:off x="825500" y="4381500"/>
            <a:ext cx="7403998" cy="1270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ekst: 01"/>
          <p:cNvSpPr txBox="1"/>
          <p:nvPr/>
        </p:nvSpPr>
        <p:spPr>
          <a:xfrm>
            <a:off x="825500" y="3067665"/>
            <a:ext cx="3238500" cy="533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200" kern="100" spc="-210" dirty="0">
                <a:solidFill>
                  <a:srgbClr val="EE312F"/>
                </a:solidFill>
                <a:latin typeface="Lato Black"/>
                <a:cs typeface="Lato Black"/>
              </a:rPr>
              <a:t>01</a:t>
            </a:r>
            <a:endParaRPr lang="pl-PL" sz="4200" kern="100" spc="-21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5" name="Tekst: Pokazać produkt"/>
          <p:cNvSpPr txBox="1"/>
          <p:nvPr/>
        </p:nvSpPr>
        <p:spPr>
          <a:xfrm>
            <a:off x="825500" y="3676650"/>
            <a:ext cx="3238500" cy="4114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2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700" kern="100" spc="-94" dirty="0">
                <a:solidFill>
                  <a:srgbClr val="151515"/>
                </a:solidFill>
                <a:latin typeface="Lato Black"/>
                <a:cs typeface="Lato Black"/>
              </a:rPr>
              <a:t>Pokazać produkt</a:t>
            </a:r>
            <a:endParaRPr lang="pl-PL" sz="2700" kern="100" spc="-9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6" name="Kształt 3"/>
          <p:cNvSpPr/>
          <p:nvPr/>
        </p:nvSpPr>
        <p:spPr>
          <a:xfrm>
            <a:off x="844550" y="4305300"/>
            <a:ext cx="165100" cy="1651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ekst: „Nie wiem, od czego zacząć.”"/>
          <p:cNvSpPr txBox="1"/>
          <p:nvPr/>
        </p:nvSpPr>
        <p:spPr>
          <a:xfrm>
            <a:off x="825500" y="4689475"/>
            <a:ext cx="3238500" cy="2476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9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666666"/>
                </a:solidFill>
                <a:latin typeface="Lato"/>
                <a:cs typeface="Lato"/>
              </a:rPr>
              <a:t>„Nie wiem, od czego zacząć.”</a:t>
            </a:r>
            <a:endParaRPr lang="pl-PL" sz="15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8" name="Tekst: Banner"/>
          <p:cNvSpPr txBox="1"/>
          <p:nvPr/>
        </p:nvSpPr>
        <p:spPr>
          <a:xfrm>
            <a:off x="825500" y="5060305"/>
            <a:ext cx="3238500" cy="2590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25" dirty="0">
                <a:solidFill>
                  <a:srgbClr val="EE312F"/>
                </a:solidFill>
                <a:latin typeface="Lato Black"/>
                <a:cs typeface="Lato Black"/>
              </a:rPr>
              <a:t>Banner</a:t>
            </a:r>
            <a:endParaRPr lang="pl-PL" sz="1700" kern="100" spc="-25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9" name="Tekst: 02"/>
          <p:cNvSpPr txBox="1"/>
          <p:nvPr/>
        </p:nvSpPr>
        <p:spPr>
          <a:xfrm>
            <a:off x="4476750" y="3067665"/>
            <a:ext cx="3238500" cy="533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200" kern="100" spc="-210" dirty="0">
                <a:solidFill>
                  <a:srgbClr val="EE312F"/>
                </a:solidFill>
                <a:latin typeface="Lato Black"/>
                <a:cs typeface="Lato Black"/>
              </a:rPr>
              <a:t>02</a:t>
            </a:r>
            <a:endParaRPr lang="pl-PL" sz="4200" kern="100" spc="-21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10" name="Tekst: Pomóc wybrać"/>
          <p:cNvSpPr txBox="1"/>
          <p:nvPr/>
        </p:nvSpPr>
        <p:spPr>
          <a:xfrm>
            <a:off x="4476750" y="3676650"/>
            <a:ext cx="3238500" cy="4114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2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700" kern="100" spc="-94" dirty="0">
                <a:solidFill>
                  <a:srgbClr val="151515"/>
                </a:solidFill>
                <a:latin typeface="Lato Black"/>
                <a:cs typeface="Lato Black"/>
              </a:rPr>
              <a:t>Pomóc wybrać</a:t>
            </a:r>
            <a:endParaRPr lang="pl-PL" sz="2700" kern="100" spc="-9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1" name="Kształt 4"/>
          <p:cNvSpPr/>
          <p:nvPr/>
        </p:nvSpPr>
        <p:spPr>
          <a:xfrm>
            <a:off x="4495800" y="4305300"/>
            <a:ext cx="165100" cy="1651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ekst: „Gdzie są przekąski?” „Które kupić?”"/>
          <p:cNvSpPr txBox="1"/>
          <p:nvPr/>
        </p:nvSpPr>
        <p:spPr>
          <a:xfrm>
            <a:off x="4476750" y="4689475"/>
            <a:ext cx="3238500" cy="4953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9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666666"/>
                </a:solidFill>
                <a:latin typeface="Lato"/>
                <a:cs typeface="Lato"/>
              </a:rPr>
              <a:t>„Gdzie są przekąski?”</a:t>
            </a:r>
            <a:endParaRPr lang="pl-PL" sz="1500" kern="100" dirty="0">
              <a:solidFill>
                <a:srgbClr val="666666"/>
              </a:solidFill>
              <a:latin typeface="Lato"/>
              <a:cs typeface="Lato"/>
            </a:endParaRPr>
          </a:p>
          <a:p>
            <a:pPr algn="l">
              <a:lnSpc>
                <a:spcPts val="19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666666"/>
                </a:solidFill>
                <a:latin typeface="Lato"/>
                <a:cs typeface="Lato"/>
              </a:rPr>
              <a:t>„Które kupić?”</a:t>
            </a:r>
            <a:endParaRPr lang="pl-PL" sz="15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3" name="Tekst: Produkt sponsorowany, packshot, wariant,"/>
          <p:cNvSpPr txBox="1"/>
          <p:nvPr/>
        </p:nvSpPr>
        <p:spPr>
          <a:xfrm>
            <a:off x="4476750" y="5307310"/>
            <a:ext cx="3238500" cy="518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25" dirty="0">
                <a:solidFill>
                  <a:srgbClr val="EE312F"/>
                </a:solidFill>
                <a:latin typeface="Lato Black"/>
                <a:cs typeface="Lato Black"/>
              </a:rPr>
              <a:t>Produkt sponsorowany,</a:t>
            </a:r>
            <a:endParaRPr lang="pl-PL" sz="1700" kern="100" spc="-25" dirty="0">
              <a:solidFill>
                <a:srgbClr val="EE312F"/>
              </a:solidFill>
              <a:latin typeface="Lato Black"/>
              <a:cs typeface="Lato Black"/>
            </a:endParaRPr>
          </a:p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25" dirty="0">
                <a:solidFill>
                  <a:srgbClr val="EE312F"/>
                </a:solidFill>
                <a:latin typeface="Lato Black"/>
                <a:cs typeface="Lato Black"/>
              </a:rPr>
              <a:t>packshot, wariant, cena</a:t>
            </a:r>
            <a:endParaRPr lang="pl-PL" sz="1700" kern="100" spc="-25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14" name="Tekst: 03"/>
          <p:cNvSpPr txBox="1"/>
          <p:nvPr/>
        </p:nvSpPr>
        <p:spPr>
          <a:xfrm>
            <a:off x="8128000" y="3067665"/>
            <a:ext cx="3238500" cy="533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200" kern="100" spc="-210" dirty="0">
                <a:solidFill>
                  <a:srgbClr val="EE312F"/>
                </a:solidFill>
                <a:latin typeface="Lato Black"/>
                <a:cs typeface="Lato Black"/>
              </a:rPr>
              <a:t>03</a:t>
            </a:r>
            <a:endParaRPr lang="pl-PL" sz="4200" kern="100" spc="-21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15" name="Tekst: Domknąć zakup"/>
          <p:cNvSpPr txBox="1"/>
          <p:nvPr/>
        </p:nvSpPr>
        <p:spPr>
          <a:xfrm>
            <a:off x="8128000" y="3676650"/>
            <a:ext cx="3238500" cy="41148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2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700" kern="100" spc="-94" dirty="0">
                <a:solidFill>
                  <a:srgbClr val="151515"/>
                </a:solidFill>
                <a:latin typeface="Lato Black"/>
                <a:cs typeface="Lato Black"/>
              </a:rPr>
              <a:t>Domknąć zakup</a:t>
            </a:r>
            <a:endParaRPr lang="pl-PL" sz="2700" kern="100" spc="-94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6" name="Kształt 5"/>
          <p:cNvSpPr/>
          <p:nvPr/>
        </p:nvSpPr>
        <p:spPr>
          <a:xfrm>
            <a:off x="8147050" y="4305300"/>
            <a:ext cx="165100" cy="1651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ekst: „Nie szukałam, ale tego mi brakowało.”"/>
          <p:cNvSpPr txBox="1"/>
          <p:nvPr/>
        </p:nvSpPr>
        <p:spPr>
          <a:xfrm>
            <a:off x="8128000" y="4689475"/>
            <a:ext cx="4006512" cy="2476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9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500" kern="100" dirty="0">
                <a:solidFill>
                  <a:srgbClr val="666666"/>
                </a:solidFill>
                <a:latin typeface="Lato"/>
                <a:cs typeface="Lato"/>
              </a:rPr>
              <a:t>„Nie szukałam, ale tego mi brakowało.”</a:t>
            </a:r>
            <a:endParaRPr lang="pl-PL" sz="15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8" name="Tekst: Rekomendacja przy koszyku"/>
          <p:cNvSpPr txBox="1"/>
          <p:nvPr/>
        </p:nvSpPr>
        <p:spPr>
          <a:xfrm>
            <a:off x="8128000" y="5059660"/>
            <a:ext cx="3238500" cy="51816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25" dirty="0">
                <a:solidFill>
                  <a:srgbClr val="EE312F"/>
                </a:solidFill>
                <a:latin typeface="Lato Black"/>
                <a:cs typeface="Lato Black"/>
              </a:rPr>
              <a:t>Rekomendacja</a:t>
            </a:r>
            <a:endParaRPr lang="pl-PL" sz="1700" kern="100" spc="-25" dirty="0">
              <a:solidFill>
                <a:srgbClr val="EE312F"/>
              </a:solidFill>
              <a:latin typeface="Lato Black"/>
              <a:cs typeface="Lato Black"/>
            </a:endParaRPr>
          </a:p>
          <a:p>
            <a:pPr algn="l">
              <a:lnSpc>
                <a:spcPts val="204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kern="100" spc="-25" dirty="0">
                <a:solidFill>
                  <a:srgbClr val="EE312F"/>
                </a:solidFill>
                <a:latin typeface="Lato Black"/>
                <a:cs typeface="Lato Black"/>
              </a:rPr>
              <a:t>przy koszyku</a:t>
            </a:r>
            <a:endParaRPr lang="pl-PL" sz="1700" kern="100" spc="-25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19" name="Tekst: Retail Media działa wewnątrz decyzji"/>
          <p:cNvSpPr txBox="1"/>
          <p:nvPr/>
        </p:nvSpPr>
        <p:spPr>
          <a:xfrm>
            <a:off x="826467" y="1109662"/>
            <a:ext cx="5478542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666666"/>
                </a:solidFill>
                <a:latin typeface="Lato"/>
                <a:cs typeface="Lato"/>
              </a:rPr>
              <a:t>Retail Media działa wewnątrz decyzji</a:t>
            </a:r>
            <a:endParaRPr lang="pl-PL" sz="1350" b="1" kern="100" cap="all" spc="189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0" name="Tekst: Formaty poznaliście, zanim padły nazwy."/>
          <p:cNvSpPr txBox="1"/>
          <p:nvPr/>
        </p:nvSpPr>
        <p:spPr>
          <a:xfrm>
            <a:off x="826467" y="1522053"/>
            <a:ext cx="6296442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Formaty poznaliście,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zanim padły nazwy.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21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22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23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666666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4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19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5" name="!!Postęp"/>
          <p:cNvSpPr/>
          <p:nvPr/>
        </p:nvSpPr>
        <p:spPr>
          <a:xfrm>
            <a:off x="0" y="6826250"/>
            <a:ext cx="9652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30364"/>
                                          </p:val>
                                        </p:tav>
                                        <p:tav tm="29197">
                                          <p:val>
                                            <p:strVal val="#ppt_x-0.30325"/>
                                          </p:val>
                                        </p:tav>
                                        <p:tav tm="51095">
                                          <p:val>
                                            <p:strVal val="#ppt_x-0.30076"/>
                                          </p:val>
                                        </p:tav>
                                        <p:tav tm="62044">
                                          <p:val>
                                            <p:strVal val="#ppt_x-0.30007"/>
                                          </p:val>
                                        </p:tav>
                                        <p:tav tm="98540">
                                          <p:val>
                                            <p:strVal val="#ppt_x-0.299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18248">
                                          <p:val>
                                            <p:strVal val="#ppt_w*0.0001"/>
                                          </p:val>
                                        </p:tav>
                                        <p:tav tm="29197">
                                          <p:val>
                                            <p:strVal val="#ppt_w*0.0013"/>
                                          </p:val>
                                        </p:tav>
                                        <p:tav tm="36496">
                                          <p:val>
                                            <p:strVal val="#ppt_w*0.00352"/>
                                          </p:val>
                                        </p:tav>
                                        <p:tav tm="51095">
                                          <p:val>
                                            <p:strVal val="#ppt_w*0.00948"/>
                                          </p:val>
                                        </p:tav>
                                        <p:tav tm="62044">
                                          <p:val>
                                            <p:strVal val="#ppt_w*0.01176"/>
                                          </p:val>
                                        </p:tav>
                                        <p:tav tm="76642">
                                          <p:val>
                                            <p:strVal val="#ppt_w*0.01317"/>
                                          </p:val>
                                        </p:tav>
                                        <p:tav tm="98540">
                                          <p:val>
                                            <p:strVal val="#ppt_w*0.013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10949">
                                          <p:val>
                                            <p:strVal val="#ppt_h*0"/>
                                          </p:val>
                                        </p:tav>
                                        <p:tav tm="14599">
                                          <p:val>
                                            <p:strVal val="#ppt_h*1"/>
                                          </p:val>
                                        </p:tav>
                                        <p:tav tm="9854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8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87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" dur="125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18617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3936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26596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31915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37234">
                                          <p:val>
                                            <p:strVal val="#ppt_y+0.00157"/>
                                          </p:val>
                                        </p:tav>
                                        <p:tav tm="53191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25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58511">
                                          <p:val>
                                            <p:strVal val="#ppt_w*0.2"/>
                                          </p:val>
                                        </p:tav>
                                        <p:tav tm="61170">
                                          <p:val>
                                            <p:strVal val="#ppt_w*0.32143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9250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1.4217"/>
                                          </p:val>
                                        </p:tav>
                                        <p:tav tm="69149">
                                          <p:val>
                                            <p:strVal val="#ppt_w*1.29278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18901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1242"/>
                                          </p:val>
                                        </p:tav>
                                        <p:tav tm="77128">
                                          <p:val>
                                            <p:strVal val="#ppt_w*1.0818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5319"/>
                                          </p:val>
                                        </p:tav>
                                        <p:tav tm="85106">
                                          <p:val>
                                            <p:strVal val="#ppt_w*1.02012"/>
                                          </p:val>
                                        </p:tav>
                                        <p:tav tm="90426">
                                          <p:val>
                                            <p:strVal val="#ppt_w*1.00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25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58511">
                                          <p:val>
                                            <p:strVal val="#ppt_h*0.2"/>
                                          </p:val>
                                        </p:tav>
                                        <p:tav tm="61170">
                                          <p:val>
                                            <p:strVal val="#ppt_h*0.32143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9250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1.4217"/>
                                          </p:val>
                                        </p:tav>
                                        <p:tav tm="69149">
                                          <p:val>
                                            <p:strVal val="#ppt_h*1.29278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18901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1242"/>
                                          </p:val>
                                        </p:tav>
                                        <p:tav tm="77128">
                                          <p:val>
                                            <p:strVal val="#ppt_h*1.0818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5319"/>
                                          </p:val>
                                        </p:tav>
                                        <p:tav tm="85106">
                                          <p:val>
                                            <p:strVal val="#ppt_h*1.02012"/>
                                          </p:val>
                                        </p:tav>
                                        <p:tav tm="90426">
                                          <p:val>
                                            <p:strVal val="#ppt_h*1.00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" dur="87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" dur="87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" dur="61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820" fill="hold" decel="1000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4" dur="820" decel="1000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2" presetClass="entr" presetSubtype="4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820" fill="hold" decel="1000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8" dur="820" decel="1000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9949"/>
                                          </p:val>
                                        </p:tav>
                                        <p:tav tm="14599">
                                          <p:val>
                                            <p:strVal val="#ppt_x-0.29941"/>
                                          </p:val>
                                        </p:tav>
                                        <p:tav tm="18248">
                                          <p:val>
                                            <p:strVal val="#ppt_x-0.29845"/>
                                          </p:val>
                                        </p:tav>
                                        <p:tav tm="21898">
                                          <p:val>
                                            <p:strVal val="#ppt_x-0.29611"/>
                                          </p:val>
                                        </p:tav>
                                        <p:tav tm="25547">
                                          <p:val>
                                            <p:strVal val="#ppt_x-0.29194"/>
                                          </p:val>
                                        </p:tav>
                                        <p:tav tm="29197">
                                          <p:val>
                                            <p:strVal val="#ppt_x-0.28527"/>
                                          </p:val>
                                        </p:tav>
                                        <p:tav tm="32847">
                                          <p:val>
                                            <p:strVal val="#ppt_x-0.27521"/>
                                          </p:val>
                                        </p:tav>
                                        <p:tav tm="36496">
                                          <p:val>
                                            <p:strVal val="#ppt_x-0.26096"/>
                                          </p:val>
                                        </p:tav>
                                        <p:tav tm="43796">
                                          <p:val>
                                            <p:strVal val="#ppt_x-0.22475"/>
                                          </p:val>
                                        </p:tav>
                                        <p:tav tm="47445">
                                          <p:val>
                                            <p:strVal val="#ppt_x-0.20867"/>
                                          </p:val>
                                        </p:tav>
                                        <p:tav tm="51095">
                                          <p:val>
                                            <p:strVal val="#ppt_x-0.19567"/>
                                          </p:val>
                                        </p:tav>
                                        <p:tav tm="54745">
                                          <p:val>
                                            <p:strVal val="#ppt_x-0.18535"/>
                                          </p:val>
                                        </p:tav>
                                        <p:tav tm="58394">
                                          <p:val>
                                            <p:strVal val="#ppt_x-0.17715"/>
                                          </p:val>
                                        </p:tav>
                                        <p:tav tm="62044">
                                          <p:val>
                                            <p:strVal val="#ppt_x-0.17061"/>
                                          </p:val>
                                        </p:tav>
                                        <p:tav tm="65693">
                                          <p:val>
                                            <p:strVal val="#ppt_x-0.16536"/>
                                          </p:val>
                                        </p:tav>
                                        <p:tav tm="69343">
                                          <p:val>
                                            <p:strVal val="#ppt_x-0.16117"/>
                                          </p:val>
                                        </p:tav>
                                        <p:tav tm="72993">
                                          <p:val>
                                            <p:strVal val="#ppt_x-0.15784"/>
                                          </p:val>
                                        </p:tav>
                                        <p:tav tm="76642">
                                          <p:val>
                                            <p:strVal val="#ppt_x-0.15522"/>
                                          </p:val>
                                        </p:tav>
                                        <p:tav tm="80292">
                                          <p:val>
                                            <p:strVal val="#ppt_x-0.15321"/>
                                          </p:val>
                                        </p:tav>
                                        <p:tav tm="87591">
                                          <p:val>
                                            <p:strVal val="#ppt_x-0.15069"/>
                                          </p:val>
                                        </p:tav>
                                        <p:tav tm="91241">
                                          <p:val>
                                            <p:strVal val="#ppt_x-0.15006"/>
                                          </p:val>
                                        </p:tav>
                                        <p:tav tm="98540">
                                          <p:val>
                                            <p:strVal val="#ppt_x-0.149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1367"/>
                                          </p:val>
                                        </p:tav>
                                        <p:tav tm="14599">
                                          <p:val>
                                            <p:strVal val="#ppt_w*0.01393"/>
                                          </p:val>
                                        </p:tav>
                                        <p:tav tm="18248">
                                          <p:val>
                                            <p:strVal val="#ppt_w*0.01711"/>
                                          </p:val>
                                        </p:tav>
                                        <p:tav tm="21898">
                                          <p:val>
                                            <p:strVal val="#ppt_w*0.02481"/>
                                          </p:val>
                                        </p:tav>
                                        <p:tav tm="25547">
                                          <p:val>
                                            <p:strVal val="#ppt_w*0.03854"/>
                                          </p:val>
                                        </p:tav>
                                        <p:tav tm="29197">
                                          <p:val>
                                            <p:strVal val="#ppt_w*0.06049"/>
                                          </p:val>
                                        </p:tav>
                                        <p:tav tm="32847">
                                          <p:val>
                                            <p:strVal val="#ppt_w*0.09363"/>
                                          </p:val>
                                        </p:tav>
                                        <p:tav tm="36496">
                                          <p:val>
                                            <p:strVal val="#ppt_w*0.14057"/>
                                          </p:val>
                                        </p:tav>
                                        <p:tav tm="40146">
                                          <p:val>
                                            <p:strVal val="#ppt_w*0.19925"/>
                                          </p:val>
                                        </p:tav>
                                        <p:tav tm="43796">
                                          <p:val>
                                            <p:strVal val="#ppt_w*0.25982"/>
                                          </p:val>
                                        </p:tav>
                                        <p:tav tm="47445">
                                          <p:val>
                                            <p:strVal val="#ppt_w*0.31277"/>
                                          </p:val>
                                        </p:tav>
                                        <p:tav tm="51095">
                                          <p:val>
                                            <p:strVal val="#ppt_w*0.3556"/>
                                          </p:val>
                                        </p:tav>
                                        <p:tav tm="54745">
                                          <p:val>
                                            <p:strVal val="#ppt_w*0.38958"/>
                                          </p:val>
                                        </p:tav>
                                        <p:tav tm="58394">
                                          <p:val>
                                            <p:strVal val="#ppt_w*0.41658"/>
                                          </p:val>
                                        </p:tav>
                                        <p:tav tm="62044">
                                          <p:val>
                                            <p:strVal val="#ppt_w*0.43814"/>
                                          </p:val>
                                        </p:tav>
                                        <p:tav tm="65693">
                                          <p:val>
                                            <p:strVal val="#ppt_w*0.4554"/>
                                          </p:val>
                                        </p:tav>
                                        <p:tav tm="69343">
                                          <p:val>
                                            <p:strVal val="#ppt_w*0.4692"/>
                                          </p:val>
                                        </p:tav>
                                        <p:tav tm="72993">
                                          <p:val>
                                            <p:strVal val="#ppt_w*0.48018"/>
                                          </p:val>
                                        </p:tav>
                                        <p:tav tm="76642">
                                          <p:val>
                                            <p:strVal val="#ppt_w*0.4888"/>
                                          </p:val>
                                        </p:tav>
                                        <p:tav tm="80292">
                                          <p:val>
                                            <p:strVal val="#ppt_w*0.49541"/>
                                          </p:val>
                                        </p:tav>
                                        <p:tav tm="83942">
                                          <p:val>
                                            <p:strVal val="#ppt_w*0.50031"/>
                                          </p:val>
                                        </p:tav>
                                        <p:tav tm="87591">
                                          <p:val>
                                            <p:strVal val="#ppt_w*0.50372"/>
                                          </p:val>
                                        </p:tav>
                                        <p:tav tm="91241">
                                          <p:val>
                                            <p:strVal val="#ppt_w*0.50581"/>
                                          </p:val>
                                        </p:tav>
                                        <p:tav tm="94891">
                                          <p:val>
                                            <p:strVal val="#ppt_w*0.50675"/>
                                          </p:val>
                                        </p:tav>
                                        <p:tav tm="98540">
                                          <p:val>
                                            <p:strVal val="#ppt_w*0.5068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" dur="65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" dur="65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" dur="1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2660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5319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7979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13298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18617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3457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1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58511">
                                          <p:val>
                                            <p:strVal val="#ppt_w*0.2"/>
                                          </p:val>
                                        </p:tav>
                                        <p:tav tm="61170">
                                          <p:val>
                                            <p:strVal val="#ppt_w*0.32143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9250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1.4217"/>
                                          </p:val>
                                        </p:tav>
                                        <p:tav tm="69149">
                                          <p:val>
                                            <p:strVal val="#ppt_w*1.29278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18901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1242"/>
                                          </p:val>
                                        </p:tav>
                                        <p:tav tm="77128">
                                          <p:val>
                                            <p:strVal val="#ppt_w*1.0818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5319"/>
                                          </p:val>
                                        </p:tav>
                                        <p:tav tm="85106">
                                          <p:val>
                                            <p:strVal val="#ppt_w*1.02012"/>
                                          </p:val>
                                        </p:tav>
                                        <p:tav tm="90426">
                                          <p:val>
                                            <p:strVal val="#ppt_w*1.00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125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58511">
                                          <p:val>
                                            <p:strVal val="#ppt_h*0.2"/>
                                          </p:val>
                                        </p:tav>
                                        <p:tav tm="61170">
                                          <p:val>
                                            <p:strVal val="#ppt_h*0.32143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9250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1.4217"/>
                                          </p:val>
                                        </p:tav>
                                        <p:tav tm="69149">
                                          <p:val>
                                            <p:strVal val="#ppt_h*1.29278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18901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1242"/>
                                          </p:val>
                                        </p:tav>
                                        <p:tav tm="77128">
                                          <p:val>
                                            <p:strVal val="#ppt_h*1.0818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5319"/>
                                          </p:val>
                                        </p:tav>
                                        <p:tav tm="85106">
                                          <p:val>
                                            <p:strVal val="#ppt_h*1.02012"/>
                                          </p:val>
                                        </p:tav>
                                        <p:tav tm="90426">
                                          <p:val>
                                            <p:strVal val="#ppt_h*1.00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" dur="65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5" dur="65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0" presetClass="pat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4975"/>
                                          </p:val>
                                        </p:tav>
                                        <p:tav tm="14599">
                                          <p:val>
                                            <p:strVal val="#ppt_x-0.14967"/>
                                          </p:val>
                                        </p:tav>
                                        <p:tav tm="18248">
                                          <p:val>
                                            <p:strVal val="#ppt_x-0.1487"/>
                                          </p:val>
                                        </p:tav>
                                        <p:tav tm="21898">
                                          <p:val>
                                            <p:strVal val="#ppt_x-0.14636"/>
                                          </p:val>
                                        </p:tav>
                                        <p:tav tm="25547">
                                          <p:val>
                                            <p:strVal val="#ppt_x-0.14219"/>
                                          </p:val>
                                        </p:tav>
                                        <p:tav tm="29197">
                                          <p:val>
                                            <p:strVal val="#ppt_x-0.13553"/>
                                          </p:val>
                                        </p:tav>
                                        <p:tav tm="32847">
                                          <p:val>
                                            <p:strVal val="#ppt_x-0.12547"/>
                                          </p:val>
                                        </p:tav>
                                        <p:tav tm="36496">
                                          <p:val>
                                            <p:strVal val="#ppt_x-0.11121"/>
                                          </p:val>
                                        </p:tav>
                                        <p:tav tm="43796">
                                          <p:val>
                                            <p:strVal val="#ppt_x-0.075"/>
                                          </p:val>
                                        </p:tav>
                                        <p:tav tm="47445">
                                          <p:val>
                                            <p:strVal val="#ppt_x-0.05893"/>
                                          </p:val>
                                        </p:tav>
                                        <p:tav tm="51095">
                                          <p:val>
                                            <p:strVal val="#ppt_x-0.04592"/>
                                          </p:val>
                                        </p:tav>
                                        <p:tav tm="54745">
                                          <p:val>
                                            <p:strVal val="#ppt_x-0.0356"/>
                                          </p:val>
                                        </p:tav>
                                        <p:tav tm="58394">
                                          <p:val>
                                            <p:strVal val="#ppt_x-0.0274"/>
                                          </p:val>
                                        </p:tav>
                                        <p:tav tm="62044">
                                          <p:val>
                                            <p:strVal val="#ppt_x-0.02086"/>
                                          </p:val>
                                        </p:tav>
                                        <p:tav tm="65693">
                                          <p:val>
                                            <p:strVal val="#ppt_x-0.01562"/>
                                          </p:val>
                                        </p:tav>
                                        <p:tav tm="69343">
                                          <p:val>
                                            <p:strVal val="#ppt_x-0.01143"/>
                                          </p:val>
                                        </p:tav>
                                        <p:tav tm="72993">
                                          <p:val>
                                            <p:strVal val="#ppt_x-0.00809"/>
                                          </p:val>
                                        </p:tav>
                                        <p:tav tm="76642">
                                          <p:val>
                                            <p:strVal val="#ppt_x-0.00548"/>
                                          </p:val>
                                        </p:tav>
                                        <p:tav tm="80292">
                                          <p:val>
                                            <p:strVal val="#ppt_x-0.00347"/>
                                          </p:val>
                                        </p:tav>
                                        <p:tav tm="87591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91241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9854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91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50683"/>
                                          </p:val>
                                        </p:tav>
                                        <p:tav tm="14599">
                                          <p:val>
                                            <p:strVal val="#ppt_w*0.50709"/>
                                          </p:val>
                                        </p:tav>
                                        <p:tav tm="18248">
                                          <p:val>
                                            <p:strVal val="#ppt_w*0.51028"/>
                                          </p:val>
                                        </p:tav>
                                        <p:tav tm="21898">
                                          <p:val>
                                            <p:strVal val="#ppt_w*0.51798"/>
                                          </p:val>
                                        </p:tav>
                                        <p:tav tm="25547">
                                          <p:val>
                                            <p:strVal val="#ppt_w*0.5317"/>
                                          </p:val>
                                        </p:tav>
                                        <p:tav tm="29197">
                                          <p:val>
                                            <p:strVal val="#ppt_w*0.55366"/>
                                          </p:val>
                                        </p:tav>
                                        <p:tav tm="32847">
                                          <p:val>
                                            <p:strVal val="#ppt_w*0.5868"/>
                                          </p:val>
                                        </p:tav>
                                        <p:tav tm="36496">
                                          <p:val>
                                            <p:strVal val="#ppt_w*0.63373"/>
                                          </p:val>
                                        </p:tav>
                                        <p:tav tm="40146">
                                          <p:val>
                                            <p:strVal val="#ppt_w*0.69242"/>
                                          </p:val>
                                        </p:tav>
                                        <p:tav tm="43796">
                                          <p:val>
                                            <p:strVal val="#ppt_w*0.75298"/>
                                          </p:val>
                                        </p:tav>
                                        <p:tav tm="47445">
                                          <p:val>
                                            <p:strVal val="#ppt_w*0.80594"/>
                                          </p:val>
                                        </p:tav>
                                        <p:tav tm="51095">
                                          <p:val>
                                            <p:strVal val="#ppt_w*0.84877"/>
                                          </p:val>
                                        </p:tav>
                                        <p:tav tm="54745">
                                          <p:val>
                                            <p:strVal val="#ppt_w*0.88275"/>
                                          </p:val>
                                        </p:tav>
                                        <p:tav tm="58394">
                                          <p:val>
                                            <p:strVal val="#ppt_w*0.90975"/>
                                          </p:val>
                                        </p:tav>
                                        <p:tav tm="62044">
                                          <p:val>
                                            <p:strVal val="#ppt_w*0.9313"/>
                                          </p:val>
                                        </p:tav>
                                        <p:tav tm="65693">
                                          <p:val>
                                            <p:strVal val="#ppt_w*0.94856"/>
                                          </p:val>
                                        </p:tav>
                                        <p:tav tm="69343">
                                          <p:val>
                                            <p:strVal val="#ppt_w*0.96237"/>
                                          </p:val>
                                        </p:tav>
                                        <p:tav tm="72993">
                                          <p:val>
                                            <p:strVal val="#ppt_w*0.97335"/>
                                          </p:val>
                                        </p:tav>
                                        <p:tav tm="76642">
                                          <p:val>
                                            <p:strVal val="#ppt_w*0.98196"/>
                                          </p:val>
                                        </p:tav>
                                        <p:tav tm="80292">
                                          <p:val>
                                            <p:strVal val="#ppt_w*0.98858"/>
                                          </p:val>
                                        </p:tav>
                                        <p:tav tm="83942">
                                          <p:val>
                                            <p:strVal val="#ppt_w*0.99348"/>
                                          </p:val>
                                        </p:tav>
                                        <p:tav tm="87591">
                                          <p:val>
                                            <p:strVal val="#ppt_w*0.99688"/>
                                          </p:val>
                                        </p:tav>
                                        <p:tav tm="91241">
                                          <p:val>
                                            <p:strVal val="#ppt_w*0.99898"/>
                                          </p:val>
                                        </p:tav>
                                        <p:tav tm="94891">
                                          <p:val>
                                            <p:strVal val="#ppt_w*0.99992"/>
                                          </p:val>
                                        </p:tav>
                                        <p:tav tm="9854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" dur="65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" dur="65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" dur="1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2660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5319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7979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13298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18617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3457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1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"/>
                                          </p:val>
                                        </p:tav>
                                        <p:tav tm="58511">
                                          <p:val>
                                            <p:strVal val="#ppt_w*0.2"/>
                                          </p:val>
                                        </p:tav>
                                        <p:tav tm="61170">
                                          <p:val>
                                            <p:strVal val="#ppt_w*0.32143"/>
                                          </p:val>
                                        </p:tav>
                                        <p:tav tm="63830">
                                          <p:val>
                                            <p:strVal val="#ppt_w*0.92506"/>
                                          </p:val>
                                        </p:tav>
                                        <p:tav tm="66489">
                                          <p:val>
                                            <p:strVal val="#ppt_w*1.4217"/>
                                          </p:val>
                                        </p:tav>
                                        <p:tav tm="69149">
                                          <p:val>
                                            <p:strVal val="#ppt_w*1.29278"/>
                                          </p:val>
                                        </p:tav>
                                        <p:tav tm="71809">
                                          <p:val>
                                            <p:strVal val="#ppt_w*1.18901"/>
                                          </p:val>
                                        </p:tav>
                                        <p:tav tm="74468">
                                          <p:val>
                                            <p:strVal val="#ppt_w*1.1242"/>
                                          </p:val>
                                        </p:tav>
                                        <p:tav tm="77128">
                                          <p:val>
                                            <p:strVal val="#ppt_w*1.0818"/>
                                          </p:val>
                                        </p:tav>
                                        <p:tav tm="79787">
                                          <p:val>
                                            <p:strVal val="#ppt_w*1.05319"/>
                                          </p:val>
                                        </p:tav>
                                        <p:tav tm="85106">
                                          <p:val>
                                            <p:strVal val="#ppt_w*1.02012"/>
                                          </p:val>
                                        </p:tav>
                                        <p:tav tm="90426">
                                          <p:val>
                                            <p:strVal val="#ppt_w*1.00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125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"/>
                                          </p:val>
                                        </p:tav>
                                        <p:tav tm="58511">
                                          <p:val>
                                            <p:strVal val="#ppt_h*0.2"/>
                                          </p:val>
                                        </p:tav>
                                        <p:tav tm="61170">
                                          <p:val>
                                            <p:strVal val="#ppt_h*0.32143"/>
                                          </p:val>
                                        </p:tav>
                                        <p:tav tm="63830">
                                          <p:val>
                                            <p:strVal val="#ppt_h*0.92506"/>
                                          </p:val>
                                        </p:tav>
                                        <p:tav tm="66489">
                                          <p:val>
                                            <p:strVal val="#ppt_h*1.4217"/>
                                          </p:val>
                                        </p:tav>
                                        <p:tav tm="69149">
                                          <p:val>
                                            <p:strVal val="#ppt_h*1.29278"/>
                                          </p:val>
                                        </p:tav>
                                        <p:tav tm="71809">
                                          <p:val>
                                            <p:strVal val="#ppt_h*1.18901"/>
                                          </p:val>
                                        </p:tav>
                                        <p:tav tm="74468">
                                          <p:val>
                                            <p:strVal val="#ppt_h*1.1242"/>
                                          </p:val>
                                        </p:tav>
                                        <p:tav tm="77128">
                                          <p:val>
                                            <p:strVal val="#ppt_h*1.0818"/>
                                          </p:val>
                                        </p:tav>
                                        <p:tav tm="79787">
                                          <p:val>
                                            <p:strVal val="#ppt_h*1.05319"/>
                                          </p:val>
                                        </p:tav>
                                        <p:tav tm="85106">
                                          <p:val>
                                            <p:strVal val="#ppt_h*1.02012"/>
                                          </p:val>
                                        </p:tav>
                                        <p:tav tm="90426">
                                          <p:val>
                                            <p:strVal val="#ppt_h*1.005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8" dur="65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2" dur="65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9693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9" grpId="0" animBg="1"/>
      <p:bldP spid="23" grpId="0" animBg="1"/>
      <p:bldP spid="24" grpId="0" animBg="1"/>
      <p:bldP spid="20" grpId="0" build="p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Trafność pomaga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2050653" y="2685653"/>
            <a:ext cx="2375694" cy="2375694"/>
          </a:xfrm>
          <a:prstGeom prst="ellipse">
            <a:avLst/>
          </a:prstGeom>
          <a:noFill/>
          <a:ln w="89495">
            <a:solidFill>
              <a:srgbClr val="E3E3E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 rot="16200000">
            <a:off x="2050653" y="2685653"/>
            <a:ext cx="2375694" cy="2375694"/>
          </a:xfrm>
          <a:prstGeom prst="arc">
            <a:avLst>
              <a:gd name="adj1" fmla="val 0"/>
              <a:gd name="adj2" fmla="val 10368000"/>
            </a:avLst>
          </a:prstGeom>
          <a:noFill/>
          <a:ln w="89495" cap="rnd">
            <a:solidFill>
              <a:srgbClr val="252525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ekst: 48 %"/>
          <p:cNvSpPr txBox="1"/>
          <p:nvPr/>
        </p:nvSpPr>
        <p:spPr>
          <a:xfrm>
            <a:off x="2183611" y="3405137"/>
            <a:ext cx="2109728" cy="11684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9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9200" kern="100" spc="-644" dirty="0">
                <a:solidFill>
                  <a:srgbClr val="252525"/>
                </a:solidFill>
                <a:latin typeface="Lato Black"/>
                <a:cs typeface="Lato Black"/>
              </a:rPr>
              <a:t>48</a:t>
            </a:r>
            <a:r>
              <a:rPr lang="pl-PL" sz="4100" kern="100" spc="-82" dirty="0">
                <a:solidFill>
                  <a:srgbClr val="252525"/>
                </a:solidFill>
                <a:latin typeface="Lato Black"/>
                <a:cs typeface="Lato Black"/>
              </a:rPr>
              <a:t>%</a:t>
            </a:r>
            <a:endParaRPr lang="pl-PL" sz="4100" kern="100" spc="-82" dirty="0">
              <a:solidFill>
                <a:srgbClr val="252525"/>
              </a:solidFill>
              <a:latin typeface="Lato Black"/>
              <a:cs typeface="Lato Black"/>
            </a:endParaRPr>
          </a:p>
        </p:txBody>
      </p:sp>
      <p:sp>
        <p:nvSpPr>
          <p:cNvPr id="5" name="Tekst: Dopasowane rekomendacje pomagają szybcie"/>
          <p:cNvSpPr txBox="1"/>
          <p:nvPr/>
        </p:nvSpPr>
        <p:spPr>
          <a:xfrm>
            <a:off x="952500" y="5368290"/>
            <a:ext cx="4572000" cy="58737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ctr">
              <a:lnSpc>
                <a:spcPts val="23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850" kern="100" spc="-22" dirty="0">
                <a:solidFill>
                  <a:srgbClr val="151515"/>
                </a:solidFill>
                <a:latin typeface="Lato"/>
                <a:cs typeface="Lato"/>
              </a:rPr>
              <a:t>Dopasowane rekomendacje</a:t>
            </a:r>
            <a:endParaRPr lang="pl-PL" sz="1850" kern="100" spc="-22" dirty="0">
              <a:solidFill>
                <a:srgbClr val="151515"/>
              </a:solidFill>
              <a:latin typeface="Lato"/>
              <a:cs typeface="Lato"/>
            </a:endParaRPr>
          </a:p>
          <a:p>
            <a:pPr algn="ctr">
              <a:lnSpc>
                <a:spcPts val="231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850" kern="100" spc="-22" dirty="0">
                <a:solidFill>
                  <a:srgbClr val="151515"/>
                </a:solidFill>
                <a:latin typeface="Lato"/>
                <a:cs typeface="Lato"/>
              </a:rPr>
              <a:t>pomagają szybciej znaleźć produkt</a:t>
            </a:r>
            <a:endParaRPr lang="pl-PL" sz="1850" kern="100" spc="-22" dirty="0">
              <a:solidFill>
                <a:srgbClr val="151515"/>
              </a:solidFill>
              <a:latin typeface="Lato"/>
              <a:cs typeface="Lato"/>
            </a:endParaRPr>
          </a:p>
        </p:txBody>
      </p:sp>
      <p:sp>
        <p:nvSpPr>
          <p:cNvPr id="6" name="Tekst: Właściwy kontekst"/>
          <p:cNvSpPr txBox="1"/>
          <p:nvPr/>
        </p:nvSpPr>
        <p:spPr>
          <a:xfrm>
            <a:off x="6762750" y="2951162"/>
            <a:ext cx="428625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EE312F"/>
                </a:solidFill>
                <a:latin typeface="Lato"/>
                <a:cs typeface="Lato"/>
              </a:rPr>
              <a:t>Właściwy kontekst</a:t>
            </a:r>
            <a:endParaRPr lang="pl-PL" sz="1350" b="1" kern="100" cap="all" spc="189" dirty="0">
              <a:solidFill>
                <a:srgbClr val="EE312F"/>
              </a:solidFill>
              <a:latin typeface="Lato"/>
              <a:cs typeface="Lato"/>
            </a:endParaRPr>
          </a:p>
        </p:txBody>
      </p:sp>
      <p:sp>
        <p:nvSpPr>
          <p:cNvPr id="7" name="Tekst: Pasuje do tego, co klient robi TERAZ."/>
          <p:cNvSpPr txBox="1"/>
          <p:nvPr/>
        </p:nvSpPr>
        <p:spPr>
          <a:xfrm>
            <a:off x="6762750" y="3354128"/>
            <a:ext cx="4286250" cy="153619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403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08" dirty="0">
                <a:solidFill>
                  <a:srgbClr val="151515"/>
                </a:solidFill>
                <a:latin typeface="Lato Black"/>
                <a:cs typeface="Lato Black"/>
              </a:rPr>
              <a:t>Pasuje do tego,</a:t>
            </a:r>
            <a:endParaRPr lang="pl-PL" sz="3600" kern="100" spc="-10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03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08" dirty="0">
                <a:solidFill>
                  <a:srgbClr val="151515"/>
                </a:solidFill>
                <a:latin typeface="Lato Black"/>
                <a:cs typeface="Lato Black"/>
              </a:rPr>
              <a:t>co klient</a:t>
            </a:r>
            <a:endParaRPr lang="pl-PL" sz="3600" kern="100" spc="-10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403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08" dirty="0">
                <a:solidFill>
                  <a:srgbClr val="151515"/>
                </a:solidFill>
                <a:latin typeface="Lato Black"/>
                <a:cs typeface="Lato Black"/>
              </a:rPr>
              <a:t>robi </a:t>
            </a:r>
            <a:r>
              <a:rPr lang="pl-PL" sz="3600" kern="100" spc="-108" dirty="0">
                <a:solidFill>
                  <a:srgbClr val="EE312F"/>
                </a:solidFill>
                <a:latin typeface="Lato Black"/>
                <a:cs typeface="Lato Black"/>
              </a:rPr>
              <a:t>TERAZ.</a:t>
            </a:r>
            <a:endParaRPr lang="pl-PL" sz="3600" kern="100" spc="-108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8" name="Kształt 3"/>
          <p:cNvSpPr/>
          <p:nvPr/>
        </p:nvSpPr>
        <p:spPr>
          <a:xfrm>
            <a:off x="6762750" y="5146030"/>
            <a:ext cx="1651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ekst: Trafność pomaga."/>
          <p:cNvSpPr txBox="1"/>
          <p:nvPr/>
        </p:nvSpPr>
        <p:spPr>
          <a:xfrm>
            <a:off x="824061" y="1152885"/>
            <a:ext cx="5475327" cy="64312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Trafność pomaga.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10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11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2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666666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3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20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4" name="!!Postęp"/>
          <p:cNvSpPr/>
          <p:nvPr/>
        </p:nvSpPr>
        <p:spPr>
          <a:xfrm>
            <a:off x="0" y="6826250"/>
            <a:ext cx="10160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Iskra"/>
          <p:cNvSpPr/>
          <p:nvPr/>
        </p:nvSpPr>
        <p:spPr>
          <a:xfrm>
            <a:off x="18786822" y="4867221"/>
            <a:ext cx="31475" cy="19822"/>
          </a:xfrm>
          <a:custGeom>
            <a:avLst/>
            <a:gdLst/>
            <a:ahLst/>
            <a:cxnLst/>
            <a:rect l="0" t="0" r="r" b="b"/>
            <a:pathLst>
              <a:path w="31475" h="19822">
                <a:moveTo>
                  <a:pt x="31475" y="14170"/>
                </a:moveTo>
                <a:lnTo>
                  <a:pt x="0" y="19822"/>
                </a:lnTo>
                <a:lnTo>
                  <a:pt x="10917" y="0"/>
                </a:lnTo>
                <a:close/>
              </a:path>
            </a:pathLst>
          </a:custGeom>
          <a:solidFill>
            <a:srgbClr val="EE312F">
              <a:alpha val="97025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Iskra 2"/>
          <p:cNvSpPr/>
          <p:nvPr/>
        </p:nvSpPr>
        <p:spPr>
          <a:xfrm>
            <a:off x="19087048" y="5117804"/>
            <a:ext cx="12023" cy="10824"/>
          </a:xfrm>
          <a:custGeom>
            <a:avLst/>
            <a:gdLst/>
            <a:ahLst/>
            <a:cxnLst/>
            <a:rect l="0" t="0" r="r" b="b"/>
            <a:pathLst>
              <a:path w="12023" h="10824">
                <a:moveTo>
                  <a:pt x="12023" y="10262"/>
                </a:moveTo>
                <a:lnTo>
                  <a:pt x="0" y="10824"/>
                </a:lnTo>
                <a:lnTo>
                  <a:pt x="619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Iskra 3"/>
          <p:cNvSpPr/>
          <p:nvPr/>
        </p:nvSpPr>
        <p:spPr>
          <a:xfrm>
            <a:off x="18512831" y="4565056"/>
            <a:ext cx="18511" cy="20987"/>
          </a:xfrm>
          <a:custGeom>
            <a:avLst/>
            <a:gdLst/>
            <a:ahLst/>
            <a:cxnLst/>
            <a:rect l="0" t="0" r="r" b="b"/>
            <a:pathLst>
              <a:path w="18511" h="20987">
                <a:moveTo>
                  <a:pt x="6756" y="0"/>
                </a:moveTo>
                <a:lnTo>
                  <a:pt x="18511" y="20987"/>
                </a:lnTo>
                <a:lnTo>
                  <a:pt x="0" y="13696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Iskra 4"/>
          <p:cNvSpPr/>
          <p:nvPr/>
        </p:nvSpPr>
        <p:spPr>
          <a:xfrm>
            <a:off x="18176670" y="5555735"/>
            <a:ext cx="23446" cy="23001"/>
          </a:xfrm>
          <a:custGeom>
            <a:avLst/>
            <a:gdLst/>
            <a:ahLst/>
            <a:cxnLst/>
            <a:rect l="0" t="0" r="r" b="b"/>
            <a:pathLst>
              <a:path w="23446" h="23001">
                <a:moveTo>
                  <a:pt x="0" y="0"/>
                </a:moveTo>
                <a:lnTo>
                  <a:pt x="23446" y="13027"/>
                </a:lnTo>
                <a:lnTo>
                  <a:pt x="3690" y="2300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Iskra 5"/>
          <p:cNvSpPr/>
          <p:nvPr/>
        </p:nvSpPr>
        <p:spPr>
          <a:xfrm>
            <a:off x="18967881" y="5017278"/>
            <a:ext cx="10687" cy="11657"/>
          </a:xfrm>
          <a:custGeom>
            <a:avLst/>
            <a:gdLst/>
            <a:ahLst/>
            <a:cxnLst/>
            <a:rect l="0" t="0" r="r" b="b"/>
            <a:pathLst>
              <a:path w="10687" h="11657">
                <a:moveTo>
                  <a:pt x="0" y="1948"/>
                </a:moveTo>
                <a:lnTo>
                  <a:pt x="9210" y="0"/>
                </a:lnTo>
                <a:lnTo>
                  <a:pt x="10687" y="1165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87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8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Effect transition="in" filter="wheel(1)">
                                      <p:cBhvr>
                                        <p:cTn id="12" dur="1200" decel="100000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87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" dur="87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26718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34351">
                                          <p:val>
                                            <p:strVal val="#ppt_y+0.01124"/>
                                          </p:val>
                                        </p:tav>
                                        <p:tav tm="38168">
                                          <p:val>
                                            <p:strVal val="#ppt_y+0.00755"/>
                                          </p:val>
                                        </p:tav>
                                        <p:tav tm="41985">
                                          <p:val>
                                            <p:strVal val="#ppt_y+0.00509"/>
                                          </p:val>
                                        </p:tav>
                                        <p:tav tm="49618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64885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9237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820" fill="hold" decel="100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0" dur="820" decel="100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3" dur="433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4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699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953">
                                          <p:val>
                                            <p:strVal val="#ppt_x-1.26182"/>
                                          </p:val>
                                        </p:tav>
                                        <p:tav tm="15252">
                                          <p:val>
                                            <p:strVal val="#ppt_x-1.25516"/>
                                          </p:val>
                                        </p:tav>
                                        <p:tav tm="20019">
                                          <p:val>
                                            <p:strVal val="#ppt_x-1.25374"/>
                                          </p:val>
                                        </p:tav>
                                        <p:tav tm="29551">
                                          <p:val>
                                            <p:strVal val="#ppt_x-1.25199"/>
                                          </p:val>
                                        </p:tav>
                                        <p:tav tm="53383">
                                          <p:val>
                                            <p:strVal val="#ppt_x-1.25033"/>
                                          </p:val>
                                        </p:tav>
                                        <p:tav tm="96280">
                                          <p:val>
                                            <p:strVal val="#ppt_x-1.249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699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953">
                                          <p:val>
                                            <p:strVal val="#ppt_y+0.04566"/>
                                          </p:val>
                                        </p:tav>
                                        <p:tav tm="10486">
                                          <p:val>
                                            <p:strVal val="#ppt_y+0.02601"/>
                                          </p:val>
                                        </p:tav>
                                        <p:tav tm="15252">
                                          <p:val>
                                            <p:strVal val="#ppt_y+0.01851"/>
                                          </p:val>
                                        </p:tav>
                                        <p:tav tm="20019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29551">
                                          <p:val>
                                            <p:strVal val="#ppt_y+0.00682"/>
                                          </p:val>
                                        </p:tav>
                                        <p:tav tm="39084">
                                          <p:val>
                                            <p:strVal val="#ppt_y+0.00356"/>
                                          </p:val>
                                        </p:tav>
                                        <p:tav tm="53383">
                                          <p:val>
                                            <p:strVal val="#ppt_y+0.00111"/>
                                          </p:val>
                                        </p:tav>
                                        <p:tav tm="72448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96280">
                                          <p:val>
                                            <p:strVal val="#ppt_y-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699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953">
                                          <p:val>
                                            <p:strVal val="#ppt_w*4.64534"/>
                                          </p:val>
                                        </p:tav>
                                        <p:tav tm="5720">
                                          <p:val>
                                            <p:strVal val="#ppt_w*3.87223"/>
                                          </p:val>
                                        </p:tav>
                                        <p:tav tm="10486">
                                          <p:val>
                                            <p:strVal val="#ppt_w*3.14183"/>
                                          </p:val>
                                        </p:tav>
                                        <p:tav tm="15252">
                                          <p:val>
                                            <p:strVal val="#ppt_w*2.54124"/>
                                          </p:val>
                                        </p:tav>
                                        <p:tav tm="20019">
                                          <p:val>
                                            <p:strVal val="#ppt_w*2.10193"/>
                                          </p:val>
                                        </p:tav>
                                        <p:tav tm="24785">
                                          <p:val>
                                            <p:strVal val="#ppt_w*1.79381"/>
                                          </p:val>
                                        </p:tav>
                                        <p:tav tm="29551">
                                          <p:val>
                                            <p:strVal val="#ppt_w*1.57591"/>
                                          </p:val>
                                        </p:tav>
                                        <p:tav tm="34318">
                                          <p:val>
                                            <p:strVal val="#ppt_w*1.41818"/>
                                          </p:val>
                                        </p:tav>
                                        <p:tav tm="39084">
                                          <p:val>
                                            <p:strVal val="#ppt_w*1.30134"/>
                                          </p:val>
                                        </p:tav>
                                        <p:tav tm="43850">
                                          <p:val>
                                            <p:strVal val="#ppt_w*1.21323"/>
                                          </p:val>
                                        </p:tav>
                                        <p:tav tm="48617">
                                          <p:val>
                                            <p:strVal val="#ppt_w*1.14592"/>
                                          </p:val>
                                        </p:tav>
                                        <p:tav tm="53383">
                                          <p:val>
                                            <p:strVal val="#ppt_w*1.09412"/>
                                          </p:val>
                                        </p:tav>
                                        <p:tav tm="58149">
                                          <p:val>
                                            <p:strVal val="#ppt_w*1.05416"/>
                                          </p:val>
                                        </p:tav>
                                        <p:tav tm="62916">
                                          <p:val>
                                            <p:strVal val="#ppt_w*1.02343"/>
                                          </p:val>
                                        </p:tav>
                                        <p:tav tm="72448">
                                          <p:val>
                                            <p:strVal val="#ppt_w*0.98245"/>
                                          </p:val>
                                        </p:tav>
                                        <p:tav tm="81981">
                                          <p:val>
                                            <p:strVal val="#ppt_w*0.96082"/>
                                          </p:val>
                                        </p:tav>
                                        <p:tav tm="96280">
                                          <p:val>
                                            <p:strVal val="#ppt_w*0.95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699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953">
                                          <p:val>
                                            <p:strVal val="#ppt_h*4.64534"/>
                                          </p:val>
                                        </p:tav>
                                        <p:tav tm="5720">
                                          <p:val>
                                            <p:strVal val="#ppt_h*3.87223"/>
                                          </p:val>
                                        </p:tav>
                                        <p:tav tm="10486">
                                          <p:val>
                                            <p:strVal val="#ppt_h*3.14183"/>
                                          </p:val>
                                        </p:tav>
                                        <p:tav tm="15252">
                                          <p:val>
                                            <p:strVal val="#ppt_h*2.54124"/>
                                          </p:val>
                                        </p:tav>
                                        <p:tav tm="20019">
                                          <p:val>
                                            <p:strVal val="#ppt_h*2.10193"/>
                                          </p:val>
                                        </p:tav>
                                        <p:tav tm="24785">
                                          <p:val>
                                            <p:strVal val="#ppt_h*1.79381"/>
                                          </p:val>
                                        </p:tav>
                                        <p:tav tm="29551">
                                          <p:val>
                                            <p:strVal val="#ppt_h*1.57591"/>
                                          </p:val>
                                        </p:tav>
                                        <p:tav tm="34318">
                                          <p:val>
                                            <p:strVal val="#ppt_h*1.41818"/>
                                          </p:val>
                                        </p:tav>
                                        <p:tav tm="39084">
                                          <p:val>
                                            <p:strVal val="#ppt_h*1.30134"/>
                                          </p:val>
                                        </p:tav>
                                        <p:tav tm="43850">
                                          <p:val>
                                            <p:strVal val="#ppt_h*1.21323"/>
                                          </p:val>
                                        </p:tav>
                                        <p:tav tm="48617">
                                          <p:val>
                                            <p:strVal val="#ppt_h*1.14592"/>
                                          </p:val>
                                        </p:tav>
                                        <p:tav tm="53383">
                                          <p:val>
                                            <p:strVal val="#ppt_h*1.09412"/>
                                          </p:val>
                                        </p:tav>
                                        <p:tav tm="58149">
                                          <p:val>
                                            <p:strVal val="#ppt_h*1.05416"/>
                                          </p:val>
                                        </p:tav>
                                        <p:tav tm="62916">
                                          <p:val>
                                            <p:strVal val="#ppt_h*1.02343"/>
                                          </p:val>
                                        </p:tav>
                                        <p:tav tm="72448">
                                          <p:val>
                                            <p:strVal val="#ppt_h*0.98245"/>
                                          </p:val>
                                        </p:tav>
                                        <p:tav tm="81981">
                                          <p:val>
                                            <p:strVal val="#ppt_h*0.96082"/>
                                          </p:val>
                                        </p:tav>
                                        <p:tav tm="96280">
                                          <p:val>
                                            <p:strVal val="#ppt_h*0.951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699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953">
                                          <p:val>
                                            <p:fltVal val="63.91"/>
                                          </p:val>
                                        </p:tav>
                                        <p:tav tm="5720">
                                          <p:val>
                                            <p:fltVal val="50.35"/>
                                          </p:val>
                                        </p:tav>
                                        <p:tav tm="10486">
                                          <p:val>
                                            <p:fltVal val="37.55"/>
                                          </p:val>
                                        </p:tav>
                                        <p:tav tm="15252">
                                          <p:val>
                                            <p:fltVal val="27.02"/>
                                          </p:val>
                                        </p:tav>
                                        <p:tav tm="20019">
                                          <p:val>
                                            <p:fltVal val="19.32"/>
                                          </p:val>
                                        </p:tav>
                                        <p:tav tm="24785">
                                          <p:val>
                                            <p:fltVal val="13.92"/>
                                          </p:val>
                                        </p:tav>
                                        <p:tav tm="29551">
                                          <p:val>
                                            <p:fltVal val="10.1"/>
                                          </p:val>
                                        </p:tav>
                                        <p:tav tm="34318">
                                          <p:val>
                                            <p:fltVal val="7.33"/>
                                          </p:val>
                                        </p:tav>
                                        <p:tav tm="39084">
                                          <p:val>
                                            <p:fltVal val="5.28"/>
                                          </p:val>
                                        </p:tav>
                                        <p:tav tm="43850">
                                          <p:val>
                                            <p:fltVal val="3.74"/>
                                          </p:val>
                                        </p:tav>
                                        <p:tav tm="53383">
                                          <p:val>
                                            <p:fltVal val="1.65"/>
                                          </p:val>
                                        </p:tav>
                                        <p:tav tm="72448">
                                          <p:val>
                                            <p:fltVal val="-0.31"/>
                                          </p:val>
                                        </p:tav>
                                        <p:tav tm="96280">
                                          <p:val>
                                            <p:fltVal val="-0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2" dur="600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60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91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32">
                                          <p:val>
                                            <p:strVal val="#ppt_x-1.28905"/>
                                          </p:val>
                                        </p:tav>
                                        <p:tav tm="4391">
                                          <p:val>
                                            <p:strVal val="#ppt_x-1.28834"/>
                                          </p:val>
                                        </p:tav>
                                        <p:tav tm="11710">
                                          <p:val>
                                            <p:strVal val="#ppt_x-1.27567"/>
                                          </p:val>
                                        </p:tav>
                                        <p:tav tm="15369">
                                          <p:val>
                                            <p:strVal val="#ppt_x-1.26994"/>
                                          </p:val>
                                        </p:tav>
                                        <p:tav tm="19029">
                                          <p:val>
                                            <p:strVal val="#ppt_x-1.26525"/>
                                          </p:val>
                                        </p:tav>
                                        <p:tav tm="22688">
                                          <p:val>
                                            <p:strVal val="#ppt_x-1.26165"/>
                                          </p:val>
                                        </p:tav>
                                        <p:tav tm="26347">
                                          <p:val>
                                            <p:strVal val="#ppt_x-1.25895"/>
                                          </p:val>
                                        </p:tav>
                                        <p:tav tm="33666">
                                          <p:val>
                                            <p:strVal val="#ppt_x-1.25537"/>
                                          </p:val>
                                        </p:tav>
                                        <p:tav tm="44644">
                                          <p:val>
                                            <p:strVal val="#ppt_x-1.25247"/>
                                          </p:val>
                                        </p:tav>
                                        <p:tav tm="59281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77578">
                                          <p:val>
                                            <p:strVal val="#ppt_x-1.2497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91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32">
                                          <p:val>
                                            <p:strVal val="#ppt_y+0.01189"/>
                                          </p:val>
                                        </p:tav>
                                        <p:tav tm="4391">
                                          <p:val>
                                            <p:strVal val="#ppt_y+0.0116"/>
                                          </p:val>
                                        </p:tav>
                                        <p:tav tm="11710">
                                          <p:val>
                                            <p:strVal val="#ppt_y+0.00701"/>
                                          </p:val>
                                        </p:tav>
                                        <p:tav tm="19029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30007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55622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91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32">
                                          <p:val>
                                            <p:strVal val="#ppt_w*4.77314"/>
                                          </p:val>
                                        </p:tav>
                                        <p:tav tm="4391">
                                          <p:val>
                                            <p:strVal val="#ppt_w*4.70337"/>
                                          </p:val>
                                        </p:tav>
                                        <p:tav tm="8051">
                                          <p:val>
                                            <p:strVal val="#ppt_w*4.09087"/>
                                          </p:val>
                                        </p:tav>
                                        <p:tav tm="11710">
                                          <p:val>
                                            <p:strVal val="#ppt_w*3.49035"/>
                                          </p:val>
                                        </p:tav>
                                        <p:tav tm="15369">
                                          <p:val>
                                            <p:strVal val="#ppt_w*2.94665"/>
                                          </p:val>
                                        </p:tav>
                                        <p:tav tm="19029">
                                          <p:val>
                                            <p:strVal val="#ppt_w*2.49735"/>
                                          </p:val>
                                        </p:tav>
                                        <p:tav tm="22688">
                                          <p:val>
                                            <p:strVal val="#ppt_w*2.14941"/>
                                          </p:val>
                                        </p:tav>
                                        <p:tav tm="26347">
                                          <p:val>
                                            <p:strVal val="#ppt_w*1.88656"/>
                                          </p:val>
                                        </p:tav>
                                        <p:tav tm="30007">
                                          <p:val>
                                            <p:strVal val="#ppt_w*1.68756"/>
                                          </p:val>
                                        </p:tav>
                                        <p:tav tm="33666">
                                          <p:val>
                                            <p:strVal val="#ppt_w*1.53492"/>
                                          </p:val>
                                        </p:tav>
                                        <p:tav tm="37325">
                                          <p:val>
                                            <p:strVal val="#ppt_w*1.41602"/>
                                          </p:val>
                                        </p:tav>
                                        <p:tav tm="40985">
                                          <p:val>
                                            <p:strVal val="#ppt_w*1.32211"/>
                                          </p:val>
                                        </p:tav>
                                        <p:tav tm="44644">
                                          <p:val>
                                            <p:strVal val="#ppt_w*1.24708"/>
                                          </p:val>
                                        </p:tav>
                                        <p:tav tm="48303">
                                          <p:val>
                                            <p:strVal val="#ppt_w*1.18661"/>
                                          </p:val>
                                        </p:tav>
                                        <p:tav tm="51963">
                                          <p:val>
                                            <p:strVal val="#ppt_w*1.13757"/>
                                          </p:val>
                                        </p:tav>
                                        <p:tav tm="59281">
                                          <p:val>
                                            <p:strVal val="#ppt_w*1.06514"/>
                                          </p:val>
                                        </p:tav>
                                        <p:tav tm="66600">
                                          <p:val>
                                            <p:strVal val="#ppt_w*1.01723"/>
                                          </p:val>
                                        </p:tav>
                                        <p:tav tm="77578">
                                          <p:val>
                                            <p:strVal val="#ppt_w*0.97564"/>
                                          </p:val>
                                        </p:tav>
                                        <p:tav tm="88556">
                                          <p:val>
                                            <p:strVal val="#ppt_w*0.957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54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91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32">
                                          <p:val>
                                            <p:strVal val="#ppt_h*4.77314"/>
                                          </p:val>
                                        </p:tav>
                                        <p:tav tm="4391">
                                          <p:val>
                                            <p:strVal val="#ppt_h*4.70337"/>
                                          </p:val>
                                        </p:tav>
                                        <p:tav tm="8051">
                                          <p:val>
                                            <p:strVal val="#ppt_h*4.09087"/>
                                          </p:val>
                                        </p:tav>
                                        <p:tav tm="11710">
                                          <p:val>
                                            <p:strVal val="#ppt_h*3.49035"/>
                                          </p:val>
                                        </p:tav>
                                        <p:tav tm="15369">
                                          <p:val>
                                            <p:strVal val="#ppt_h*2.94665"/>
                                          </p:val>
                                        </p:tav>
                                        <p:tav tm="19029">
                                          <p:val>
                                            <p:strVal val="#ppt_h*2.49735"/>
                                          </p:val>
                                        </p:tav>
                                        <p:tav tm="22688">
                                          <p:val>
                                            <p:strVal val="#ppt_h*2.14941"/>
                                          </p:val>
                                        </p:tav>
                                        <p:tav tm="26347">
                                          <p:val>
                                            <p:strVal val="#ppt_h*1.88656"/>
                                          </p:val>
                                        </p:tav>
                                        <p:tav tm="30007">
                                          <p:val>
                                            <p:strVal val="#ppt_h*1.68756"/>
                                          </p:val>
                                        </p:tav>
                                        <p:tav tm="33666">
                                          <p:val>
                                            <p:strVal val="#ppt_h*1.53492"/>
                                          </p:val>
                                        </p:tav>
                                        <p:tav tm="37325">
                                          <p:val>
                                            <p:strVal val="#ppt_h*1.41602"/>
                                          </p:val>
                                        </p:tav>
                                        <p:tav tm="40985">
                                          <p:val>
                                            <p:strVal val="#ppt_h*1.32211"/>
                                          </p:val>
                                        </p:tav>
                                        <p:tav tm="44644">
                                          <p:val>
                                            <p:strVal val="#ppt_h*1.24708"/>
                                          </p:val>
                                        </p:tav>
                                        <p:tav tm="48303">
                                          <p:val>
                                            <p:strVal val="#ppt_h*1.18661"/>
                                          </p:val>
                                        </p:tav>
                                        <p:tav tm="51963">
                                          <p:val>
                                            <p:strVal val="#ppt_h*1.13757"/>
                                          </p:val>
                                        </p:tav>
                                        <p:tav tm="59281">
                                          <p:val>
                                            <p:strVal val="#ppt_h*1.06514"/>
                                          </p:val>
                                        </p:tav>
                                        <p:tav tm="66600">
                                          <p:val>
                                            <p:strVal val="#ppt_h*1.01723"/>
                                          </p:val>
                                        </p:tav>
                                        <p:tav tm="77578">
                                          <p:val>
                                            <p:strVal val="#ppt_h*0.97564"/>
                                          </p:val>
                                        </p:tav>
                                        <p:tav tm="88556">
                                          <p:val>
                                            <p:strVal val="#ppt_h*0.95774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54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91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32">
                                          <p:val>
                                            <p:fltVal val="-153.88"/>
                                          </p:val>
                                        </p:tav>
                                        <p:tav tm="4391">
                                          <p:val>
                                            <p:fltVal val="-151.03"/>
                                          </p:val>
                                        </p:tav>
                                        <p:tav tm="11710">
                                          <p:val>
                                            <p:fltVal val="-101.56"/>
                                          </p:val>
                                        </p:tav>
                                        <p:tav tm="15369">
                                          <p:val>
                                            <p:fltVal val="-79.39"/>
                                          </p:val>
                                        </p:tav>
                                        <p:tav tm="19029">
                                          <p:val>
                                            <p:fltVal val="-61.06"/>
                                          </p:val>
                                        </p:tav>
                                        <p:tav tm="22688">
                                          <p:val>
                                            <p:fltVal val="-46.87"/>
                                          </p:val>
                                        </p:tav>
                                        <p:tav tm="26347">
                                          <p:val>
                                            <p:fltVal val="-36.16"/>
                                          </p:val>
                                        </p:tav>
                                        <p:tav tm="30007">
                                          <p:val>
                                            <p:fltVal val="-28.04"/>
                                          </p:val>
                                        </p:tav>
                                        <p:tav tm="33666">
                                          <p:val>
                                            <p:fltVal val="-21.81"/>
                                          </p:val>
                                        </p:tav>
                                        <p:tav tm="37325">
                                          <p:val>
                                            <p:fltVal val="-16.97"/>
                                          </p:val>
                                        </p:tav>
                                        <p:tav tm="40985">
                                          <p:val>
                                            <p:fltVal val="-13.14"/>
                                          </p:val>
                                        </p:tav>
                                        <p:tav tm="44644">
                                          <p:val>
                                            <p:fltVal val="-10.08"/>
                                          </p:val>
                                        </p:tav>
                                        <p:tav tm="51963">
                                          <p:val>
                                            <p:fltVal val="-5.61"/>
                                          </p:val>
                                        </p:tav>
                                        <p:tav tm="59281">
                                          <p:val>
                                            <p:fltVal val="-2.66"/>
                                          </p:val>
                                        </p:tav>
                                        <p:tav tm="66600">
                                          <p:val>
                                            <p:fltVal val="-0.7"/>
                                          </p:val>
                                        </p:tav>
                                        <p:tav tm="77578">
                                          <p:val>
                                            <p:fltVal val="0.99"/>
                                          </p:val>
                                        </p:tav>
                                        <p:tav tm="88556">
                                          <p:val>
                                            <p:fltVal val="1.72"/>
                                          </p:val>
                                        </p:tav>
                                        <p:tav tm="100000">
                                          <p:val>
                                            <p:fltVal val="1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1" dur="567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57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894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45">
                                          <p:val>
                                            <p:strVal val="#ppt_x-1.24127"/>
                                          </p:val>
                                        </p:tav>
                                        <p:tav tm="4473">
                                          <p:val>
                                            <p:strVal val="#ppt_x-1.24215"/>
                                          </p:val>
                                        </p:tav>
                                        <p:tav tm="15655">
                                          <p:val>
                                            <p:strVal val="#ppt_x-1.24614"/>
                                          </p:val>
                                        </p:tav>
                                        <p:tav tm="23110">
                                          <p:val>
                                            <p:strVal val="#ppt_x-1.24774"/>
                                          </p:val>
                                        </p:tav>
                                        <p:tav tm="30565">
                                          <p:val>
                                            <p:strVal val="#ppt_x-1.24864"/>
                                          </p:val>
                                        </p:tav>
                                        <p:tav tm="52929">
                                          <p:val>
                                            <p:strVal val="#ppt_x-1.24973"/>
                                          </p:val>
                                        </p:tav>
                                        <p:tav tm="97658">
                                          <p:val>
                                            <p:strVal val="#ppt_x-1.25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894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45">
                                          <p:val>
                                            <p:strVal val="#ppt_y+0.09062"/>
                                          </p:val>
                                        </p:tav>
                                        <p:tav tm="4473">
                                          <p:val>
                                            <p:strVal val="#ppt_y+0.08186"/>
                                          </p:val>
                                        </p:tav>
                                        <p:tav tm="11928">
                                          <p:val>
                                            <p:strVal val="#ppt_y+0.05331"/>
                                          </p:val>
                                        </p:tav>
                                        <p:tav tm="15655">
                                          <p:val>
                                            <p:strVal val="#ppt_y+0.04131"/>
                                          </p:val>
                                        </p:tav>
                                        <p:tav tm="19382">
                                          <p:val>
                                            <p:strVal val="#ppt_y+0.03174"/>
                                          </p:val>
                                        </p:tav>
                                        <p:tav tm="23110">
                                          <p:val>
                                            <p:strVal val="#ppt_y+0.02446"/>
                                          </p:val>
                                        </p:tav>
                                        <p:tav tm="26837">
                                          <p:val>
                                            <p:strVal val="#ppt_y+0.01896"/>
                                          </p:val>
                                        </p:tav>
                                        <p:tav tm="30565">
                                          <p:val>
                                            <p:strVal val="#ppt_y+0.01477"/>
                                          </p:val>
                                        </p:tav>
                                        <p:tav tm="34292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41747">
                                          <p:val>
                                            <p:strVal val="#ppt_y+0.00698"/>
                                          </p:val>
                                        </p:tav>
                                        <p:tav tm="52929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71566">
                                          <p:val>
                                            <p:strVal val="#ppt_y+0"/>
                                          </p:val>
                                        </p:tav>
                                        <p:tav tm="97658">
                                          <p:val>
                                            <p:strVal val="#ppt_y-0.000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894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45">
                                          <p:val>
                                            <p:strVal val="#ppt_w*4.80764"/>
                                          </p:val>
                                        </p:tav>
                                        <p:tav tm="4473">
                                          <p:val>
                                            <p:strVal val="#ppt_w*4.44065"/>
                                          </p:val>
                                        </p:tav>
                                        <p:tav tm="8200">
                                          <p:val>
                                            <p:strVal val="#ppt_w*3.82427"/>
                                          </p:val>
                                        </p:tav>
                                        <p:tav tm="11928">
                                          <p:val>
                                            <p:strVal val="#ppt_w*3.24069"/>
                                          </p:val>
                                        </p:tav>
                                        <p:tav tm="15655">
                                          <p:val>
                                            <p:strVal val="#ppt_w*2.7357"/>
                                          </p:val>
                                        </p:tav>
                                        <p:tav tm="19382">
                                          <p:val>
                                            <p:strVal val="#ppt_w*2.33341"/>
                                          </p:val>
                                        </p:tav>
                                        <p:tav tm="23110">
                                          <p:val>
                                            <p:strVal val="#ppt_w*2.02703"/>
                                          </p:val>
                                        </p:tav>
                                        <p:tav tm="26837">
                                          <p:val>
                                            <p:strVal val="#ppt_w*1.7959"/>
                                          </p:val>
                                        </p:tav>
                                        <p:tav tm="30565">
                                          <p:val>
                                            <p:strVal val="#ppt_w*1.61995"/>
                                          </p:val>
                                        </p:tav>
                                        <p:tav tm="34292">
                                          <p:val>
                                            <p:strVal val="#ppt_w*1.48399"/>
                                          </p:val>
                                        </p:tav>
                                        <p:tav tm="38019">
                                          <p:val>
                                            <p:strVal val="#ppt_w*1.37735"/>
                                          </p:val>
                                        </p:tav>
                                        <p:tav tm="41747">
                                          <p:val>
                                            <p:strVal val="#ppt_w*1.29264"/>
                                          </p:val>
                                        </p:tav>
                                        <p:tav tm="45474">
                                          <p:val>
                                            <p:strVal val="#ppt_w*1.22466"/>
                                          </p:val>
                                        </p:tav>
                                        <p:tav tm="49202">
                                          <p:val>
                                            <p:strVal val="#ppt_w*1.16969"/>
                                          </p:val>
                                        </p:tav>
                                        <p:tav tm="52929">
                                          <p:val>
                                            <p:strVal val="#ppt_w*1.12502"/>
                                          </p:val>
                                        </p:tav>
                                        <p:tav tm="60384">
                                          <p:val>
                                            <p:strVal val="#ppt_w*1.05902"/>
                                          </p:val>
                                        </p:tav>
                                        <p:tav tm="64111">
                                          <p:val>
                                            <p:strVal val="#ppt_w*1.03496"/>
                                          </p:val>
                                        </p:tav>
                                        <p:tav tm="71566">
                                          <p:val>
                                            <p:strVal val="#ppt_w*1"/>
                                          </p:val>
                                        </p:tav>
                                        <p:tav tm="82748">
                                          <p:val>
                                            <p:strVal val="#ppt_w*0.97135"/>
                                          </p:val>
                                        </p:tav>
                                        <p:tav tm="97658">
                                          <p:val>
                                            <p:strVal val="#ppt_w*0.961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894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45">
                                          <p:val>
                                            <p:strVal val="#ppt_h*4.80764"/>
                                          </p:val>
                                        </p:tav>
                                        <p:tav tm="4473">
                                          <p:val>
                                            <p:strVal val="#ppt_h*4.44065"/>
                                          </p:val>
                                        </p:tav>
                                        <p:tav tm="8200">
                                          <p:val>
                                            <p:strVal val="#ppt_h*3.82427"/>
                                          </p:val>
                                        </p:tav>
                                        <p:tav tm="11928">
                                          <p:val>
                                            <p:strVal val="#ppt_h*3.24069"/>
                                          </p:val>
                                        </p:tav>
                                        <p:tav tm="15655">
                                          <p:val>
                                            <p:strVal val="#ppt_h*2.7357"/>
                                          </p:val>
                                        </p:tav>
                                        <p:tav tm="19382">
                                          <p:val>
                                            <p:strVal val="#ppt_h*2.33341"/>
                                          </p:val>
                                        </p:tav>
                                        <p:tav tm="23110">
                                          <p:val>
                                            <p:strVal val="#ppt_h*2.02703"/>
                                          </p:val>
                                        </p:tav>
                                        <p:tav tm="26837">
                                          <p:val>
                                            <p:strVal val="#ppt_h*1.7959"/>
                                          </p:val>
                                        </p:tav>
                                        <p:tav tm="30565">
                                          <p:val>
                                            <p:strVal val="#ppt_h*1.61995"/>
                                          </p:val>
                                        </p:tav>
                                        <p:tav tm="34292">
                                          <p:val>
                                            <p:strVal val="#ppt_h*1.48399"/>
                                          </p:val>
                                        </p:tav>
                                        <p:tav tm="38019">
                                          <p:val>
                                            <p:strVal val="#ppt_h*1.37735"/>
                                          </p:val>
                                        </p:tav>
                                        <p:tav tm="41747">
                                          <p:val>
                                            <p:strVal val="#ppt_h*1.29264"/>
                                          </p:val>
                                        </p:tav>
                                        <p:tav tm="45474">
                                          <p:val>
                                            <p:strVal val="#ppt_h*1.22466"/>
                                          </p:val>
                                        </p:tav>
                                        <p:tav tm="49202">
                                          <p:val>
                                            <p:strVal val="#ppt_h*1.16969"/>
                                          </p:val>
                                        </p:tav>
                                        <p:tav tm="52929">
                                          <p:val>
                                            <p:strVal val="#ppt_h*1.12502"/>
                                          </p:val>
                                        </p:tav>
                                        <p:tav tm="60384">
                                          <p:val>
                                            <p:strVal val="#ppt_h*1.05902"/>
                                          </p:val>
                                        </p:tav>
                                        <p:tav tm="64111">
                                          <p:val>
                                            <p:strVal val="#ppt_h*1.03496"/>
                                          </p:val>
                                        </p:tav>
                                        <p:tav tm="71566">
                                          <p:val>
                                            <p:strVal val="#ppt_h*1"/>
                                          </p:val>
                                        </p:tav>
                                        <p:tav tm="82748">
                                          <p:val>
                                            <p:strVal val="#ppt_h*0.97135"/>
                                          </p:val>
                                        </p:tav>
                                        <p:tav tm="97658">
                                          <p:val>
                                            <p:strVal val="#ppt_h*0.961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894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45">
                                          <p:val>
                                            <p:fltVal val="57.79"/>
                                          </p:val>
                                        </p:tav>
                                        <p:tav tm="4473">
                                          <p:val>
                                            <p:fltVal val="52.22"/>
                                          </p:val>
                                        </p:tav>
                                        <p:tav tm="11928">
                                          <p:val>
                                            <p:fltVal val="34.01"/>
                                          </p:val>
                                        </p:tav>
                                        <p:tav tm="15655">
                                          <p:val>
                                            <p:fltVal val="26.34"/>
                                          </p:val>
                                        </p:tav>
                                        <p:tav tm="19382">
                                          <p:val>
                                            <p:fltVal val="20.24"/>
                                          </p:val>
                                        </p:tav>
                                        <p:tav tm="23110">
                                          <p:val>
                                            <p:fltVal val="15.59"/>
                                          </p:val>
                                        </p:tav>
                                        <p:tav tm="26837">
                                          <p:val>
                                            <p:fltVal val="12.08"/>
                                          </p:val>
                                        </p:tav>
                                        <p:tav tm="30565">
                                          <p:val>
                                            <p:fltVal val="9.41"/>
                                          </p:val>
                                        </p:tav>
                                        <p:tav tm="34292">
                                          <p:val>
                                            <p:fltVal val="7.35"/>
                                          </p:val>
                                        </p:tav>
                                        <p:tav tm="41747">
                                          <p:val>
                                            <p:fltVal val="4.44"/>
                                          </p:val>
                                        </p:tav>
                                        <p:tav tm="52929">
                                          <p:val>
                                            <p:fltVal val="1.9"/>
                                          </p:val>
                                        </p:tav>
                                        <p:tav tm="71566">
                                          <p:val>
                                            <p:fltVal val="0"/>
                                          </p:val>
                                        </p:tav>
                                        <p:tav tm="97658">
                                          <p:val>
                                            <p:fltVal val="-0.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" dur="567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57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902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x-1.21531"/>
                                          </p:val>
                                        </p:tav>
                                        <p:tav tm="8132">
                                          <p:val>
                                            <p:strVal val="#ppt_x-1.22577"/>
                                          </p:val>
                                        </p:tav>
                                        <p:tav tm="11828">
                                          <p:val>
                                            <p:strVal val="#ppt_x-1.23062"/>
                                          </p:val>
                                        </p:tav>
                                        <p:tav tm="15524">
                                          <p:val>
                                            <p:strVal val="#ppt_x-1.23477"/>
                                          </p:val>
                                        </p:tav>
                                        <p:tav tm="19220">
                                          <p:val>
                                            <p:strVal val="#ppt_x-1.23812"/>
                                          </p:val>
                                        </p:tav>
                                        <p:tav tm="22916">
                                          <p:val>
                                            <p:strVal val="#ppt_x-1.24072"/>
                                          </p:val>
                                        </p:tav>
                                        <p:tav tm="30309">
                                          <p:val>
                                            <p:strVal val="#ppt_x-1.24428"/>
                                          </p:val>
                                        </p:tav>
                                        <p:tav tm="41397">
                                          <p:val>
                                            <p:strVal val="#ppt_x-1.24724"/>
                                          </p:val>
                                        </p:tav>
                                        <p:tav tm="56182">
                                          <p:val>
                                            <p:strVal val="#ppt_x-1.24915"/>
                                          </p:val>
                                        </p:tav>
                                        <p:tav tm="74663">
                                          <p:val>
                                            <p:strVal val="#ppt_x-1.25012"/>
                                          </p:val>
                                        </p:tav>
                                        <p:tav tm="96840">
                                          <p:val>
                                            <p:strVal val="#ppt_x-1.25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902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y-0.05258"/>
                                          </p:val>
                                        </p:tav>
                                        <p:tav tm="15524">
                                          <p:val>
                                            <p:strVal val="#ppt_y-0.02379"/>
                                          </p:val>
                                        </p:tav>
                                        <p:tav tm="19220">
                                          <p:val>
                                            <p:strVal val="#ppt_y-0.0184"/>
                                          </p:val>
                                        </p:tav>
                                        <p:tav tm="22916">
                                          <p:val>
                                            <p:strVal val="#ppt_y-0.01426"/>
                                          </p:val>
                                        </p:tav>
                                        <p:tav tm="30309">
                                          <p:val>
                                            <p:strVal val="#ppt_y-0.00867"/>
                                          </p:val>
                                        </p:tav>
                                        <p:tav tm="41397">
                                          <p:val>
                                            <p:strVal val="#ppt_y-0.00413"/>
                                          </p:val>
                                        </p:tav>
                                        <p:tav tm="56182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74663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6840">
                                          <p:val>
                                            <p:strVal val="#ppt_y+0.000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902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w*4.8025"/>
                                          </p:val>
                                        </p:tav>
                                        <p:tav tm="4435">
                                          <p:val>
                                            <p:strVal val="#ppt_w*4.24009"/>
                                          </p:val>
                                        </p:tav>
                                        <p:tav tm="8132">
                                          <p:val>
                                            <p:strVal val="#ppt_w*3.64277"/>
                                          </p:val>
                                        </p:tav>
                                        <p:tav tm="11828">
                                          <p:val>
                                            <p:strVal val="#ppt_w*3.09013"/>
                                          </p:val>
                                        </p:tav>
                                        <p:tav tm="15524">
                                          <p:val>
                                            <p:strVal val="#ppt_w*2.62206"/>
                                          </p:val>
                                        </p:tav>
                                        <p:tav tm="19220">
                                          <p:val>
                                            <p:strVal val="#ppt_w*2.25297"/>
                                          </p:val>
                                        </p:tav>
                                        <p:tav tm="22916">
                                          <p:val>
                                            <p:strVal val="#ppt_w*1.97154"/>
                                          </p:val>
                                        </p:tav>
                                        <p:tav tm="26612">
                                          <p:val>
                                            <p:strVal val="#ppt_w*1.75774"/>
                                          </p:val>
                                        </p:tav>
                                        <p:tav tm="30309">
                                          <p:val>
                                            <p:strVal val="#ppt_w*1.59359"/>
                                          </p:val>
                                        </p:tav>
                                        <p:tav tm="34005">
                                          <p:val>
                                            <p:strVal val="#ppt_w*1.46572"/>
                                          </p:val>
                                        </p:tav>
                                        <p:tav tm="37701">
                                          <p:val>
                                            <p:strVal val="#ppt_w*1.3647"/>
                                          </p:val>
                                        </p:tav>
                                        <p:tav tm="41397">
                                          <p:val>
                                            <p:strVal val="#ppt_w*1.28393"/>
                                          </p:val>
                                        </p:tav>
                                        <p:tav tm="45093">
                                          <p:val>
                                            <p:strVal val="#ppt_w*1.21875"/>
                                          </p:val>
                                        </p:tav>
                                        <p:tav tm="48789">
                                          <p:val>
                                            <p:strVal val="#ppt_w*1.16577"/>
                                          </p:val>
                                        </p:tav>
                                        <p:tav tm="56182">
                                          <p:val>
                                            <p:strVal val="#ppt_w*1.08714"/>
                                          </p:val>
                                        </p:tav>
                                        <p:tav tm="63574">
                                          <p:val>
                                            <p:strVal val="#ppt_w*1.03457"/>
                                          </p:val>
                                        </p:tav>
                                        <p:tav tm="74663">
                                          <p:val>
                                            <p:strVal val="#ppt_w*0.98779"/>
                                          </p:val>
                                        </p:tav>
                                        <p:tav tm="85751">
                                          <p:val>
                                            <p:strVal val="#ppt_w*0.96608"/>
                                          </p:val>
                                        </p:tav>
                                        <p:tav tm="96840">
                                          <p:val>
                                            <p:strVal val="#ppt_w*0.96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902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strVal val="#ppt_h*4.8025"/>
                                          </p:val>
                                        </p:tav>
                                        <p:tav tm="4435">
                                          <p:val>
                                            <p:strVal val="#ppt_h*4.24009"/>
                                          </p:val>
                                        </p:tav>
                                        <p:tav tm="8132">
                                          <p:val>
                                            <p:strVal val="#ppt_h*3.64277"/>
                                          </p:val>
                                        </p:tav>
                                        <p:tav tm="11828">
                                          <p:val>
                                            <p:strVal val="#ppt_h*3.09013"/>
                                          </p:val>
                                        </p:tav>
                                        <p:tav tm="15524">
                                          <p:val>
                                            <p:strVal val="#ppt_h*2.62206"/>
                                          </p:val>
                                        </p:tav>
                                        <p:tav tm="19220">
                                          <p:val>
                                            <p:strVal val="#ppt_h*2.25297"/>
                                          </p:val>
                                        </p:tav>
                                        <p:tav tm="22916">
                                          <p:val>
                                            <p:strVal val="#ppt_h*1.97154"/>
                                          </p:val>
                                        </p:tav>
                                        <p:tav tm="26612">
                                          <p:val>
                                            <p:strVal val="#ppt_h*1.75774"/>
                                          </p:val>
                                        </p:tav>
                                        <p:tav tm="30309">
                                          <p:val>
                                            <p:strVal val="#ppt_h*1.59359"/>
                                          </p:val>
                                        </p:tav>
                                        <p:tav tm="34005">
                                          <p:val>
                                            <p:strVal val="#ppt_h*1.46572"/>
                                          </p:val>
                                        </p:tav>
                                        <p:tav tm="37701">
                                          <p:val>
                                            <p:strVal val="#ppt_h*1.3647"/>
                                          </p:val>
                                        </p:tav>
                                        <p:tav tm="41397">
                                          <p:val>
                                            <p:strVal val="#ppt_h*1.28393"/>
                                          </p:val>
                                        </p:tav>
                                        <p:tav tm="45093">
                                          <p:val>
                                            <p:strVal val="#ppt_h*1.21875"/>
                                          </p:val>
                                        </p:tav>
                                        <p:tav tm="48789">
                                          <p:val>
                                            <p:strVal val="#ppt_h*1.16577"/>
                                          </p:val>
                                        </p:tav>
                                        <p:tav tm="56182">
                                          <p:val>
                                            <p:strVal val="#ppt_h*1.08714"/>
                                          </p:val>
                                        </p:tav>
                                        <p:tav tm="63574">
                                          <p:val>
                                            <p:strVal val="#ppt_h*1.03457"/>
                                          </p:val>
                                        </p:tav>
                                        <p:tav tm="74663">
                                          <p:val>
                                            <p:strVal val="#ppt_h*0.98779"/>
                                          </p:val>
                                        </p:tav>
                                        <p:tav tm="85751">
                                          <p:val>
                                            <p:strVal val="#ppt_h*0.96608"/>
                                          </p:val>
                                        </p:tav>
                                        <p:tav tm="96840">
                                          <p:val>
                                            <p:strVal val="#ppt_h*0.96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902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739">
                                          <p:val>
                                            <p:fltVal val="-173.49"/>
                                          </p:val>
                                        </p:tav>
                                        <p:tav tm="4435">
                                          <p:val>
                                            <p:fltVal val="-147.83"/>
                                          </p:val>
                                        </p:tav>
                                        <p:tav tm="8132">
                                          <p:val>
                                            <p:fltVal val="-120.58"/>
                                          </p:val>
                                        </p:tav>
                                        <p:tav tm="11828">
                                          <p:val>
                                            <p:fltVal val="-95.36"/>
                                          </p:val>
                                        </p:tav>
                                        <p:tav tm="15524">
                                          <p:val>
                                            <p:fltVal val="-74.01"/>
                                          </p:val>
                                        </p:tav>
                                        <p:tav tm="19220">
                                          <p:val>
                                            <p:fltVal val="-57.17"/>
                                          </p:val>
                                        </p:tav>
                                        <p:tav tm="22916">
                                          <p:val>
                                            <p:fltVal val="-44.33"/>
                                          </p:val>
                                        </p:tav>
                                        <p:tav tm="26612">
                                          <p:val>
                                            <p:fltVal val="-34.57"/>
                                          </p:val>
                                        </p:tav>
                                        <p:tav tm="30309">
                                          <p:val>
                                            <p:fltVal val="-27.08"/>
                                          </p:val>
                                        </p:tav>
                                        <p:tav tm="34005">
                                          <p:val>
                                            <p:fltVal val="-21.25"/>
                                          </p:val>
                                        </p:tav>
                                        <p:tav tm="37701">
                                          <p:val>
                                            <p:fltVal val="-16.64"/>
                                          </p:val>
                                        </p:tav>
                                        <p:tav tm="41397">
                                          <p:val>
                                            <p:fltVal val="-12.95"/>
                                          </p:val>
                                        </p:tav>
                                        <p:tav tm="48789">
                                          <p:val>
                                            <p:fltVal val="-7.56"/>
                                          </p:val>
                                        </p:tav>
                                        <p:tav tm="56182">
                                          <p:val>
                                            <p:fltVal val="-3.98"/>
                                          </p:val>
                                        </p:tav>
                                        <p:tav tm="63574">
                                          <p:val>
                                            <p:fltVal val="-1.58"/>
                                          </p:val>
                                        </p:tav>
                                        <p:tav tm="74663">
                                          <p:val>
                                            <p:fltVal val="0.56"/>
                                          </p:val>
                                        </p:tav>
                                        <p:tav tm="85751">
                                          <p:val>
                                            <p:fltVal val="1.55"/>
                                          </p:val>
                                        </p:tav>
                                        <p:tav tm="96840">
                                          <p:val>
                                            <p:fltVal val="1.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136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7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9" dur="433">
                                          <p:stCondLst>
                                            <p:cond delay="4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73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722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923">
                                          <p:val>
                                            <p:strVal val="#ppt_x-1.27768"/>
                                          </p:val>
                                        </p:tav>
                                        <p:tav tm="5537">
                                          <p:val>
                                            <p:strVal val="#ppt_x-1.27768"/>
                                          </p:val>
                                        </p:tav>
                                        <p:tav tm="10151">
                                          <p:val>
                                            <p:strVal val="#ppt_x-1.27494"/>
                                          </p:val>
                                        </p:tav>
                                        <p:tav tm="14765">
                                          <p:val>
                                            <p:strVal val="#ppt_x-1.26903"/>
                                          </p:val>
                                        </p:tav>
                                        <p:tav tm="19379">
                                          <p:val>
                                            <p:strVal val="#ppt_x-1.26376"/>
                                          </p:val>
                                        </p:tav>
                                        <p:tav tm="23994">
                                          <p:val>
                                            <p:strVal val="#ppt_x-1.2597"/>
                                          </p:val>
                                        </p:tav>
                                        <p:tav tm="28608">
                                          <p:val>
                                            <p:strVal val="#ppt_x-1.25686"/>
                                          </p:val>
                                        </p:tav>
                                        <p:tav tm="37836">
                                          <p:val>
                                            <p:strVal val="#ppt_x-1.2535"/>
                                          </p:val>
                                        </p:tav>
                                        <p:tav tm="47064">
                                          <p:val>
                                            <p:strVal val="#ppt_x-1.25174"/>
                                          </p:val>
                                        </p:tav>
                                        <p:tav tm="60907">
                                          <p:val>
                                            <p:strVal val="#ppt_x-1.25043"/>
                                          </p:val>
                                        </p:tav>
                                        <p:tav tm="97820">
                                          <p:val>
                                            <p:strVal val="#ppt_x-1.249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722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923">
                                          <p:val>
                                            <p:strVal val="#ppt_y+0.02666"/>
                                          </p:val>
                                        </p:tav>
                                        <p:tav tm="5537">
                                          <p:val>
                                            <p:strVal val="#ppt_y+0.02666"/>
                                          </p:val>
                                        </p:tav>
                                        <p:tav tm="10151">
                                          <p:val>
                                            <p:strVal val="#ppt_y+0.02415"/>
                                          </p:val>
                                        </p:tav>
                                        <p:tav tm="19379">
                                          <p:val>
                                            <p:strVal val="#ppt_y+0.01353"/>
                                          </p:val>
                                        </p:tav>
                                        <p:tav tm="23994">
                                          <p:val>
                                            <p:strVal val="#ppt_y+0.00956"/>
                                          </p:val>
                                        </p:tav>
                                        <p:tav tm="28608">
                                          <p:val>
                                            <p:strVal val="#ppt_y+0.00676"/>
                                          </p:val>
                                        </p:tav>
                                        <p:tav tm="37836">
                                          <p:val>
                                            <p:strVal val="#ppt_y+0.00345"/>
                                          </p:val>
                                        </p:tav>
                                        <p:tav tm="60907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97820">
                                          <p:val>
                                            <p:strVal val="#ppt_y-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722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923">
                                          <p:val>
                                            <p:strVal val="#ppt_w*4.76055"/>
                                          </p:val>
                                        </p:tav>
                                        <p:tav tm="5537">
                                          <p:val>
                                            <p:strVal val="#ppt_w*4.76055"/>
                                          </p:val>
                                        </p:tav>
                                        <p:tav tm="10151">
                                          <p:val>
                                            <p:strVal val="#ppt_w*4.38714"/>
                                          </p:val>
                                        </p:tav>
                                        <p:tav tm="14765">
                                          <p:val>
                                            <p:strVal val="#ppt_w*3.57918"/>
                                          </p:val>
                                        </p:tav>
                                        <p:tav tm="19379">
                                          <p:val>
                                            <p:strVal val="#ppt_w*2.85779"/>
                                          </p:val>
                                        </p:tav>
                                        <p:tav tm="23994">
                                          <p:val>
                                            <p:strVal val="#ppt_w*2.30588"/>
                                          </p:val>
                                        </p:tav>
                                        <p:tav tm="28608">
                                          <p:val>
                                            <p:strVal val="#ppt_w*1.9207"/>
                                          </p:val>
                                        </p:tav>
                                        <p:tav tm="33222">
                                          <p:val>
                                            <p:strVal val="#ppt_w*1.65521"/>
                                          </p:val>
                                        </p:tav>
                                        <p:tav tm="37836">
                                          <p:val>
                                            <p:strVal val="#ppt_w*1.4682"/>
                                          </p:val>
                                        </p:tav>
                                        <p:tav tm="42450">
                                          <p:val>
                                            <p:strVal val="#ppt_w*1.33295"/>
                                          </p:val>
                                        </p:tav>
                                        <p:tav tm="47064">
                                          <p:val>
                                            <p:strVal val="#ppt_w*1.23295"/>
                                          </p:val>
                                        </p:tav>
                                        <p:tav tm="51679">
                                          <p:val>
                                            <p:strVal val="#ppt_w*1.15786"/>
                                          </p:val>
                                        </p:tav>
                                        <p:tav tm="56293">
                                          <p:val>
                                            <p:strVal val="#ppt_w*1.10092"/>
                                          </p:val>
                                        </p:tav>
                                        <p:tav tm="60907">
                                          <p:val>
                                            <p:strVal val="#ppt_w*1.0576"/>
                                          </p:val>
                                        </p:tav>
                                        <p:tav tm="65521">
                                          <p:val>
                                            <p:strVal val="#ppt_w*1.02472"/>
                                          </p:val>
                                        </p:tav>
                                        <p:tav tm="74749">
                                          <p:val>
                                            <p:strVal val="#ppt_w*0.98177"/>
                                          </p:val>
                                        </p:tav>
                                        <p:tav tm="83978">
                                          <p:val>
                                            <p:strVal val="#ppt_w*0.96"/>
                                          </p:val>
                                        </p:tav>
                                        <p:tav tm="97820">
                                          <p:val>
                                            <p:strVal val="#ppt_w*0.952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722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923">
                                          <p:val>
                                            <p:strVal val="#ppt_h*4.76055"/>
                                          </p:val>
                                        </p:tav>
                                        <p:tav tm="5537">
                                          <p:val>
                                            <p:strVal val="#ppt_h*4.76055"/>
                                          </p:val>
                                        </p:tav>
                                        <p:tav tm="10151">
                                          <p:val>
                                            <p:strVal val="#ppt_h*4.38714"/>
                                          </p:val>
                                        </p:tav>
                                        <p:tav tm="14765">
                                          <p:val>
                                            <p:strVal val="#ppt_h*3.57918"/>
                                          </p:val>
                                        </p:tav>
                                        <p:tav tm="19379">
                                          <p:val>
                                            <p:strVal val="#ppt_h*2.85779"/>
                                          </p:val>
                                        </p:tav>
                                        <p:tav tm="23994">
                                          <p:val>
                                            <p:strVal val="#ppt_h*2.30588"/>
                                          </p:val>
                                        </p:tav>
                                        <p:tav tm="28608">
                                          <p:val>
                                            <p:strVal val="#ppt_h*1.9207"/>
                                          </p:val>
                                        </p:tav>
                                        <p:tav tm="33222">
                                          <p:val>
                                            <p:strVal val="#ppt_h*1.65521"/>
                                          </p:val>
                                        </p:tav>
                                        <p:tav tm="37836">
                                          <p:val>
                                            <p:strVal val="#ppt_h*1.4682"/>
                                          </p:val>
                                        </p:tav>
                                        <p:tav tm="42450">
                                          <p:val>
                                            <p:strVal val="#ppt_h*1.33295"/>
                                          </p:val>
                                        </p:tav>
                                        <p:tav tm="47064">
                                          <p:val>
                                            <p:strVal val="#ppt_h*1.23295"/>
                                          </p:val>
                                        </p:tav>
                                        <p:tav tm="51679">
                                          <p:val>
                                            <p:strVal val="#ppt_h*1.15786"/>
                                          </p:val>
                                        </p:tav>
                                        <p:tav tm="56293">
                                          <p:val>
                                            <p:strVal val="#ppt_h*1.10092"/>
                                          </p:val>
                                        </p:tav>
                                        <p:tav tm="60907">
                                          <p:val>
                                            <p:strVal val="#ppt_h*1.0576"/>
                                          </p:val>
                                        </p:tav>
                                        <p:tav tm="65521">
                                          <p:val>
                                            <p:strVal val="#ppt_h*1.02472"/>
                                          </p:val>
                                        </p:tav>
                                        <p:tav tm="74749">
                                          <p:val>
                                            <p:strVal val="#ppt_h*0.98177"/>
                                          </p:val>
                                        </p:tav>
                                        <p:tav tm="83978">
                                          <p:val>
                                            <p:strVal val="#ppt_h*0.96"/>
                                          </p:val>
                                        </p:tav>
                                        <p:tav tm="97820">
                                          <p:val>
                                            <p:strVal val="#ppt_h*0.952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722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923">
                                          <p:val>
                                            <p:fltVal val="-85.39"/>
                                          </p:val>
                                        </p:tav>
                                        <p:tav tm="5537">
                                          <p:val>
                                            <p:fltVal val="-85.39"/>
                                          </p:val>
                                        </p:tav>
                                        <p:tav tm="10151">
                                          <p:val>
                                            <p:fltVal val="-76.91"/>
                                          </p:val>
                                        </p:tav>
                                        <p:tav tm="14765">
                                          <p:val>
                                            <p:fltVal val="-58.56"/>
                                          </p:val>
                                        </p:tav>
                                        <p:tav tm="19379">
                                          <p:val>
                                            <p:fltVal val="-42.18"/>
                                          </p:val>
                                        </p:tav>
                                        <p:tav tm="23994">
                                          <p:val>
                                            <p:fltVal val="-29.65"/>
                                          </p:val>
                                        </p:tav>
                                        <p:tav tm="28608">
                                          <p:val>
                                            <p:fltVal val="-20.9"/>
                                          </p:val>
                                        </p:tav>
                                        <p:tav tm="33222">
                                          <p:val>
                                            <p:fltVal val="-14.88"/>
                                          </p:val>
                                        </p:tav>
                                        <p:tav tm="37836">
                                          <p:val>
                                            <p:fltVal val="-10.63"/>
                                          </p:val>
                                        </p:tav>
                                        <p:tav tm="42450">
                                          <p:val>
                                            <p:fltVal val="-7.56"/>
                                          </p:val>
                                        </p:tav>
                                        <p:tav tm="47064">
                                          <p:val>
                                            <p:fltVal val="-5.29"/>
                                          </p:val>
                                        </p:tav>
                                        <p:tav tm="51679">
                                          <p:val>
                                            <p:fltVal val="-3.58"/>
                                          </p:val>
                                        </p:tav>
                                        <p:tav tm="60907">
                                          <p:val>
                                            <p:fltVal val="-1.31"/>
                                          </p:val>
                                        </p:tav>
                                        <p:tav tm="74749">
                                          <p:val>
                                            <p:fltVal val="0.41"/>
                                          </p:val>
                                        </p:tav>
                                        <p:tav tm="97820">
                                          <p:val>
                                            <p:fltVal val="1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" dur="65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" dur="65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3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" dur="65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407"/>
                                          </p:val>
                                        </p:tav>
                                        <p:tav tm="5102">
                                          <p:val>
                                            <p:strVal val="#ppt_y+0.01686"/>
                                          </p:val>
                                        </p:tav>
                                        <p:tav tm="10204">
                                          <p:val>
                                            <p:strVal val="#ppt_y+0.01153"/>
                                          </p:val>
                                        </p:tav>
                                        <p:tav tm="15306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25510">
                                          <p:val>
                                            <p:strVal val="#ppt_y+0.00368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51020">
                                          <p:val>
                                            <p:strVal val="#ppt_y+0.00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12" grpId="0" animBg="1"/>
      <p:bldP spid="13" grpId="0" animBg="1"/>
      <p:bldP spid="9" grpId="0" build="p"/>
      <p:bldP spid="15" grpId="0" animBg="1"/>
      <p:bldP spid="16" grpId="0" animBg="1"/>
      <p:bldP spid="17" grpId="0" animBg="1"/>
      <p:bldP spid="18" grpId="0" animBg="1"/>
      <p:bldP spid="19" grpId="0" animBg="1"/>
      <p:bldP spid="6" grpId="0" animBg="1"/>
      <p:bldP spid="7" grpId="0" animBg="1"/>
      <p:bldP spid="8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Nie tylko wyświetlić. Pomóc wybrać.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ia"/>
          <p:cNvSpPr/>
          <p:nvPr/>
        </p:nvSpPr>
        <p:spPr>
          <a:xfrm>
            <a:off x="825500" y="2952750"/>
            <a:ext cx="10541000" cy="6350"/>
          </a:xfrm>
          <a:prstGeom prst="rect">
            <a:avLst/>
          </a:prstGeom>
          <a:solidFill>
            <a:srgbClr val="DDDD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ekst: 01"/>
          <p:cNvSpPr txBox="1"/>
          <p:nvPr/>
        </p:nvSpPr>
        <p:spPr>
          <a:xfrm>
            <a:off x="825500" y="3178175"/>
            <a:ext cx="635000" cy="342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50" kern="100" dirty="0">
                <a:solidFill>
                  <a:srgbClr val="EE312F"/>
                </a:solidFill>
                <a:latin typeface="Lato Black"/>
                <a:cs typeface="Lato Black"/>
              </a:rPr>
              <a:t>01</a:t>
            </a:r>
            <a:endParaRPr lang="pl-PL" sz="2250" kern="10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4" name="Tekst: Zacznij od potrzeby"/>
          <p:cNvSpPr txBox="1"/>
          <p:nvPr/>
        </p:nvSpPr>
        <p:spPr>
          <a:xfrm>
            <a:off x="1687612" y="3190875"/>
            <a:ext cx="3303508" cy="3492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500" kern="100" spc="-62" dirty="0">
                <a:solidFill>
                  <a:srgbClr val="151515"/>
                </a:solidFill>
                <a:latin typeface="Lato Black"/>
                <a:cs typeface="Lato Black"/>
              </a:rPr>
              <a:t>Zacznij od potrzeby</a:t>
            </a:r>
            <a:endParaRPr lang="pl-PL" sz="2500" kern="100" spc="-62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5" name="Kształt"/>
          <p:cNvSpPr/>
          <p:nvPr/>
        </p:nvSpPr>
        <p:spPr>
          <a:xfrm>
            <a:off x="16065500" y="2946400"/>
            <a:ext cx="10541000" cy="190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Linia 2"/>
          <p:cNvSpPr/>
          <p:nvPr/>
        </p:nvSpPr>
        <p:spPr>
          <a:xfrm>
            <a:off x="825500" y="3740150"/>
            <a:ext cx="10541000" cy="6350"/>
          </a:xfrm>
          <a:prstGeom prst="rect">
            <a:avLst/>
          </a:prstGeom>
          <a:solidFill>
            <a:srgbClr val="DDDD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ekst: 02"/>
          <p:cNvSpPr txBox="1"/>
          <p:nvPr/>
        </p:nvSpPr>
        <p:spPr>
          <a:xfrm>
            <a:off x="825500" y="3965575"/>
            <a:ext cx="635000" cy="342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50" kern="100" dirty="0">
                <a:solidFill>
                  <a:srgbClr val="EE312F"/>
                </a:solidFill>
                <a:latin typeface="Lato Black"/>
                <a:cs typeface="Lato Black"/>
              </a:rPr>
              <a:t>02</a:t>
            </a:r>
            <a:endParaRPr lang="pl-PL" sz="2250" kern="10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8" name="Tekst: Bądź w momencie decyzji"/>
          <p:cNvSpPr txBox="1"/>
          <p:nvPr/>
        </p:nvSpPr>
        <p:spPr>
          <a:xfrm>
            <a:off x="1689348" y="3978275"/>
            <a:ext cx="4290655" cy="3492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500" kern="100" spc="-62" dirty="0">
                <a:solidFill>
                  <a:srgbClr val="151515"/>
                </a:solidFill>
                <a:latin typeface="Lato Black"/>
                <a:cs typeface="Lato Black"/>
              </a:rPr>
              <a:t>Bądź w momencie decyzji</a:t>
            </a:r>
            <a:endParaRPr lang="pl-PL" sz="2500" kern="100" spc="-62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9" name="Kształt 2"/>
          <p:cNvSpPr/>
          <p:nvPr/>
        </p:nvSpPr>
        <p:spPr>
          <a:xfrm>
            <a:off x="16065500" y="3733800"/>
            <a:ext cx="10541000" cy="190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Linia 3"/>
          <p:cNvSpPr/>
          <p:nvPr/>
        </p:nvSpPr>
        <p:spPr>
          <a:xfrm>
            <a:off x="825500" y="4527550"/>
            <a:ext cx="10541000" cy="6350"/>
          </a:xfrm>
          <a:prstGeom prst="rect">
            <a:avLst/>
          </a:prstGeom>
          <a:solidFill>
            <a:srgbClr val="DDDDD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ekst: 03"/>
          <p:cNvSpPr txBox="1"/>
          <p:nvPr/>
        </p:nvSpPr>
        <p:spPr>
          <a:xfrm>
            <a:off x="825500" y="4752975"/>
            <a:ext cx="635000" cy="342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250" kern="100" dirty="0">
                <a:solidFill>
                  <a:srgbClr val="EE312F"/>
                </a:solidFill>
                <a:latin typeface="Lato Black"/>
                <a:cs typeface="Lato Black"/>
              </a:rPr>
              <a:t>03</a:t>
            </a:r>
            <a:endParaRPr lang="pl-PL" sz="2250" kern="100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12" name="Tekst: Sprawdź, czy pomagasz"/>
          <p:cNvSpPr txBox="1"/>
          <p:nvPr/>
        </p:nvSpPr>
        <p:spPr>
          <a:xfrm>
            <a:off x="1688703" y="4765675"/>
            <a:ext cx="3930967" cy="34925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75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2500" kern="100" spc="-62" dirty="0">
                <a:solidFill>
                  <a:srgbClr val="151515"/>
                </a:solidFill>
                <a:latin typeface="Lato Black"/>
                <a:cs typeface="Lato Black"/>
              </a:rPr>
              <a:t>Sprawdź, czy pomagasz</a:t>
            </a:r>
            <a:endParaRPr lang="pl-PL" sz="2500" kern="100" spc="-62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sp>
        <p:nvSpPr>
          <p:cNvPr id="13" name="Kształt 3"/>
          <p:cNvSpPr/>
          <p:nvPr/>
        </p:nvSpPr>
        <p:spPr>
          <a:xfrm>
            <a:off x="16065500" y="4521200"/>
            <a:ext cx="10541000" cy="190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ekst: Nie tylko wyświetlić. Pomóc wybrać."/>
          <p:cNvSpPr txBox="1"/>
          <p:nvPr/>
        </p:nvSpPr>
        <p:spPr>
          <a:xfrm>
            <a:off x="825277" y="1150578"/>
            <a:ext cx="6392644" cy="128625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Nie tylko wyświetlić.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Pomóc wybrać.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15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16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7" name="!!Źródło"/>
          <p:cNvSpPr txBox="1"/>
          <p:nvPr/>
        </p:nvSpPr>
        <p:spPr>
          <a:xfrm>
            <a:off x="826120" y="6428437"/>
            <a:ext cx="3468588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dirty="0">
                <a:solidFill>
                  <a:srgbClr val="666666"/>
                </a:solidFill>
                <a:latin typeface="Lato"/>
                <a:cs typeface="Lato"/>
              </a:rPr>
              <a:t>Źródło: Badanie Inquiry - Homo Urgens 2026</a:t>
            </a:r>
            <a:endParaRPr lang="pl-PL" sz="1100" kern="100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8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21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19" name="!!Postęp"/>
          <p:cNvSpPr/>
          <p:nvPr/>
        </p:nvSpPr>
        <p:spPr>
          <a:xfrm>
            <a:off x="0" y="6826250"/>
            <a:ext cx="10668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2" presetClass="entr" presetSubtype="4" fill="hold" grpId="0" nodeType="withEffect">
                                  <p:stCondLst>
                                    <p:cond delay="6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820" fill="hold" decel="1000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820" decel="1000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2" presetClass="entr" presetSubtype="4" fill="hold" grpId="0" nodeType="withEffect">
                                  <p:stCondLst>
                                    <p:cond delay="145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820" fill="hold" decel="1000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8" dur="820" decel="1000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" dur="77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875"/>
                                          </p:val>
                                        </p:tav>
                                        <p:tav tm="12931">
                                          <p:val>
                                            <p:strVal val="#ppt_x-0.01875"/>
                                          </p:val>
                                        </p:tav>
                                        <p:tav tm="17241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21552">
                                          <p:val>
                                            <p:strVal val="#ppt_x-0.0113"/>
                                          </p:val>
                                        </p:tav>
                                        <p:tav tm="25862">
                                          <p:val>
                                            <p:strVal val="#ppt_x-0.0077"/>
                                          </p:val>
                                        </p:tav>
                                        <p:tav tm="30172">
                                          <p:val>
                                            <p:strVal val="#ppt_x-0.00525"/>
                                          </p:val>
                                        </p:tav>
                                        <p:tav tm="38793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47414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0345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913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" dur="83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52"/>
                                          </p:val>
                                        </p:tav>
                                        <p:tav tm="24000">
                                          <p:val>
                                            <p:strVal val="#ppt_y+0.01852"/>
                                          </p:val>
                                        </p:tav>
                                        <p:tav tm="28000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32000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36000">
                                          <p:val>
                                            <p:strVal val="#ppt_y+0.00581"/>
                                          </p:val>
                                        </p:tav>
                                        <p:tav tm="48000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64000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3" dur="8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3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8229"/>
                                          </p:val>
                                        </p:tav>
                                        <p:tav tm="5000">
                                          <p:val>
                                            <p:strVal val="#ppt_x-1.51927"/>
                                          </p:val>
                                        </p:tav>
                                        <p:tav tm="7500">
                                          <p:val>
                                            <p:strVal val="#ppt_x-1.43912"/>
                                          </p:val>
                                        </p:tav>
                                        <p:tav tm="10000">
                                          <p:val>
                                            <p:strVal val="#ppt_x-1.36317"/>
                                          </p:val>
                                        </p:tav>
                                        <p:tav tm="12500">
                                          <p:val>
                                            <p:strVal val="#ppt_x-1.29401"/>
                                          </p:val>
                                        </p:tav>
                                        <p:tav tm="1500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3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500">
                                          <p:val>
                                            <p:strVal val="#ppt_w*0.18807"/>
                                          </p:val>
                                        </p:tav>
                                        <p:tav tm="5000">
                                          <p:val>
                                            <p:strVal val="#ppt_w*0.37712"/>
                                          </p:val>
                                        </p:tav>
                                        <p:tav tm="7500">
                                          <p:val>
                                            <p:strVal val="#ppt_w*0.56252"/>
                                          </p:val>
                                        </p:tav>
                                        <p:tav tm="10000">
                                          <p:val>
                                            <p:strVal val="#ppt_w*0.73821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8982"/>
                                          </p:val>
                                        </p:tav>
                                        <p:tav tm="1500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33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50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" dur="77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875"/>
                                          </p:val>
                                        </p:tav>
                                        <p:tav tm="12931">
                                          <p:val>
                                            <p:strVal val="#ppt_x-0.01875"/>
                                          </p:val>
                                        </p:tav>
                                        <p:tav tm="17241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21552">
                                          <p:val>
                                            <p:strVal val="#ppt_x-0.0113"/>
                                          </p:val>
                                        </p:tav>
                                        <p:tav tm="25862">
                                          <p:val>
                                            <p:strVal val="#ppt_x-0.0077"/>
                                          </p:val>
                                        </p:tav>
                                        <p:tav tm="30172">
                                          <p:val>
                                            <p:strVal val="#ppt_x-0.00525"/>
                                          </p:val>
                                        </p:tav>
                                        <p:tav tm="38793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47414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0345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913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2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" dur="83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52"/>
                                          </p:val>
                                        </p:tav>
                                        <p:tav tm="24000">
                                          <p:val>
                                            <p:strVal val="#ppt_y+0.01852"/>
                                          </p:val>
                                        </p:tav>
                                        <p:tav tm="28000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32000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36000">
                                          <p:val>
                                            <p:strVal val="#ppt_y+0.00581"/>
                                          </p:val>
                                        </p:tav>
                                        <p:tav tm="48000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64000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2" dur="8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13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8229"/>
                                          </p:val>
                                        </p:tav>
                                        <p:tav tm="5000">
                                          <p:val>
                                            <p:strVal val="#ppt_x-1.51927"/>
                                          </p:val>
                                        </p:tav>
                                        <p:tav tm="7500">
                                          <p:val>
                                            <p:strVal val="#ppt_x-1.43912"/>
                                          </p:val>
                                        </p:tav>
                                        <p:tav tm="10000">
                                          <p:val>
                                            <p:strVal val="#ppt_x-1.36317"/>
                                          </p:val>
                                        </p:tav>
                                        <p:tav tm="12500">
                                          <p:val>
                                            <p:strVal val="#ppt_x-1.29401"/>
                                          </p:val>
                                        </p:tav>
                                        <p:tav tm="1500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13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500">
                                          <p:val>
                                            <p:strVal val="#ppt_w*0.18807"/>
                                          </p:val>
                                        </p:tav>
                                        <p:tav tm="5000">
                                          <p:val>
                                            <p:strVal val="#ppt_w*0.37712"/>
                                          </p:val>
                                        </p:tav>
                                        <p:tav tm="7500">
                                          <p:val>
                                            <p:strVal val="#ppt_w*0.56252"/>
                                          </p:val>
                                        </p:tav>
                                        <p:tav tm="10000">
                                          <p:val>
                                            <p:strVal val="#ppt_w*0.73821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8982"/>
                                          </p:val>
                                        </p:tav>
                                        <p:tav tm="1500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133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50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300">
                                          <p:stCondLst>
                                            <p:cond delay="1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" dur="77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875"/>
                                          </p:val>
                                        </p:tav>
                                        <p:tav tm="12931">
                                          <p:val>
                                            <p:strVal val="#ppt_x-0.01875"/>
                                          </p:val>
                                        </p:tav>
                                        <p:tav tm="17241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21552">
                                          <p:val>
                                            <p:strVal val="#ppt_x-0.0113"/>
                                          </p:val>
                                        </p:tav>
                                        <p:tav tm="25862">
                                          <p:val>
                                            <p:strVal val="#ppt_x-0.0077"/>
                                          </p:val>
                                        </p:tav>
                                        <p:tav tm="30172">
                                          <p:val>
                                            <p:strVal val="#ppt_x-0.00525"/>
                                          </p:val>
                                        </p:tav>
                                        <p:tav tm="38793">
                                          <p:val>
                                            <p:strVal val="#ppt_x-0.00246"/>
                                          </p:val>
                                        </p:tav>
                                        <p:tav tm="47414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0345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913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" dur="83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52"/>
                                          </p:val>
                                        </p:tav>
                                        <p:tav tm="24000">
                                          <p:val>
                                            <p:strVal val="#ppt_y+0.01852"/>
                                          </p:val>
                                        </p:tav>
                                        <p:tav tm="28000">
                                          <p:val>
                                            <p:strVal val="#ppt_y+0.01281"/>
                                          </p:val>
                                        </p:tav>
                                        <p:tav tm="32000">
                                          <p:val>
                                            <p:strVal val="#ppt_y+0.00865"/>
                                          </p:val>
                                        </p:tav>
                                        <p:tav tm="36000">
                                          <p:val>
                                            <p:strVal val="#ppt_y+0.00581"/>
                                          </p:val>
                                        </p:tav>
                                        <p:tav tm="48000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64000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1" dur="8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13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8229"/>
                                          </p:val>
                                        </p:tav>
                                        <p:tav tm="5000">
                                          <p:val>
                                            <p:strVal val="#ppt_x-1.51927"/>
                                          </p:val>
                                        </p:tav>
                                        <p:tav tm="7500">
                                          <p:val>
                                            <p:strVal val="#ppt_x-1.43912"/>
                                          </p:val>
                                        </p:tav>
                                        <p:tav tm="10000">
                                          <p:val>
                                            <p:strVal val="#ppt_x-1.36317"/>
                                          </p:val>
                                        </p:tav>
                                        <p:tav tm="12500">
                                          <p:val>
                                            <p:strVal val="#ppt_x-1.29401"/>
                                          </p:val>
                                        </p:tav>
                                        <p:tav tm="1500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3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2500">
                                          <p:val>
                                            <p:strVal val="#ppt_w*0.18807"/>
                                          </p:val>
                                        </p:tav>
                                        <p:tav tm="5000">
                                          <p:val>
                                            <p:strVal val="#ppt_w*0.37712"/>
                                          </p:val>
                                        </p:tav>
                                        <p:tav tm="7500">
                                          <p:val>
                                            <p:strVal val="#ppt_w*0.56252"/>
                                          </p:val>
                                        </p:tav>
                                        <p:tav tm="10000">
                                          <p:val>
                                            <p:strVal val="#ppt_w*0.73821"/>
                                          </p:val>
                                        </p:tav>
                                        <p:tav tm="12500">
                                          <p:val>
                                            <p:strVal val="#ppt_w*0.8982"/>
                                          </p:val>
                                        </p:tav>
                                        <p:tav tm="15000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133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2500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4" grpId="0" build="p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Marka dostała miejsce przy stole">
    <p:bg>
      <p:bgPr>
        <a:solidFill>
          <a:srgbClr val="FBF7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: Marka dostała miejsce przy stole, bo pom"/>
          <p:cNvSpPr txBox="1"/>
          <p:nvPr/>
        </p:nvSpPr>
        <p:spPr>
          <a:xfrm>
            <a:off x="824061" y="2437751"/>
            <a:ext cx="7669887" cy="98755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388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26" dirty="0">
                <a:solidFill>
                  <a:srgbClr val="151515"/>
                </a:solidFill>
                <a:latin typeface="Lato Black"/>
                <a:cs typeface="Lato Black"/>
              </a:rPr>
              <a:t>Marka dostała miejsce przy stole,</a:t>
            </a:r>
            <a:endParaRPr lang="pl-PL" sz="3600" kern="100" spc="-126" dirty="0">
              <a:solidFill>
                <a:srgbClr val="151515"/>
              </a:solidFill>
              <a:latin typeface="Lato Black"/>
              <a:cs typeface="Lato Black"/>
            </a:endParaRPr>
          </a:p>
          <a:p>
            <a:pPr algn="l">
              <a:lnSpc>
                <a:spcPts val="388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3600" kern="100" spc="-126" dirty="0">
                <a:solidFill>
                  <a:srgbClr val="151515"/>
                </a:solidFill>
                <a:latin typeface="Lato Black"/>
                <a:cs typeface="Lato Black"/>
              </a:rPr>
              <a:t>bo pomogła go </a:t>
            </a:r>
            <a:r>
              <a:rPr lang="pl-PL" sz="3600" kern="100" spc="-126" dirty="0">
                <a:solidFill>
                  <a:srgbClr val="EE312F"/>
                </a:solidFill>
                <a:latin typeface="Lato Black"/>
                <a:cs typeface="Lato Black"/>
              </a:rPr>
              <a:t>przygotować.</a:t>
            </a:r>
            <a:endParaRPr lang="pl-PL" sz="3600" kern="100" spc="-126" dirty="0">
              <a:solidFill>
                <a:srgbClr val="EE312F"/>
              </a:solidFill>
              <a:latin typeface="Lato Black"/>
              <a:cs typeface="Lato Black"/>
            </a:endParaRPr>
          </a:p>
        </p:txBody>
      </p:sp>
      <p:sp>
        <p:nvSpPr>
          <p:cNvPr id="3" name="Kształt"/>
          <p:cNvSpPr/>
          <p:nvPr/>
        </p:nvSpPr>
        <p:spPr>
          <a:xfrm>
            <a:off x="825500" y="4635500"/>
            <a:ext cx="10541000" cy="1079500"/>
          </a:xfrm>
          <a:custGeom>
            <a:avLst/>
            <a:gdLst/>
            <a:ahLst/>
            <a:cxnLst/>
            <a:rect l="0" t="0" r="r" b="b"/>
            <a:pathLst>
              <a:path w="10541000" h="1079500">
                <a:moveTo>
                  <a:pt x="698500" y="0"/>
                </a:moveTo>
                <a:lnTo>
                  <a:pt x="9842500" y="0"/>
                </a:lnTo>
                <a:lnTo>
                  <a:pt x="10541000" y="1079500"/>
                </a:lnTo>
                <a:lnTo>
                  <a:pt x="0" y="1079500"/>
                </a:lnTo>
                <a:close/>
              </a:path>
            </a:pathLst>
          </a:custGeom>
          <a:solidFill>
            <a:srgbClr val="C892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2"/>
          <p:cNvSpPr/>
          <p:nvPr/>
        </p:nvSpPr>
        <p:spPr>
          <a:xfrm>
            <a:off x="825500" y="5715000"/>
            <a:ext cx="10541000" cy="266700"/>
          </a:xfrm>
          <a:custGeom>
            <a:avLst/>
            <a:gdLst/>
            <a:ahLst/>
            <a:cxnLst/>
            <a:rect l="0" t="0" r="r" b="b"/>
            <a:pathLst>
              <a:path w="10541000" h="266700">
                <a:moveTo>
                  <a:pt x="0" y="0"/>
                </a:moveTo>
                <a:lnTo>
                  <a:pt x="10541000" y="0"/>
                </a:lnTo>
                <a:lnTo>
                  <a:pt x="10541000" y="266700"/>
                </a:lnTo>
                <a:lnTo>
                  <a:pt x="0" y="266700"/>
                </a:lnTo>
                <a:close/>
              </a:path>
            </a:pathLst>
          </a:custGeom>
          <a:solidFill>
            <a:srgbClr val="9C643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Kształt 3"/>
          <p:cNvSpPr/>
          <p:nvPr/>
        </p:nvSpPr>
        <p:spPr>
          <a:xfrm>
            <a:off x="1206500" y="5981700"/>
            <a:ext cx="330200" cy="368300"/>
          </a:xfrm>
          <a:custGeom>
            <a:avLst/>
            <a:gdLst/>
            <a:ahLst/>
            <a:cxnLst/>
            <a:rect l="0" t="0" r="r" b="b"/>
            <a:pathLst>
              <a:path w="330200" h="368300">
                <a:moveTo>
                  <a:pt x="0" y="0"/>
                </a:moveTo>
                <a:lnTo>
                  <a:pt x="330200" y="0"/>
                </a:lnTo>
                <a:lnTo>
                  <a:pt x="330200" y="368300"/>
                </a:lnTo>
                <a:lnTo>
                  <a:pt x="0" y="368300"/>
                </a:lnTo>
                <a:close/>
              </a:path>
            </a:pathLst>
          </a:custGeom>
          <a:solidFill>
            <a:srgbClr val="8A563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Kształt 4"/>
          <p:cNvSpPr/>
          <p:nvPr/>
        </p:nvSpPr>
        <p:spPr>
          <a:xfrm>
            <a:off x="10655300" y="5981700"/>
            <a:ext cx="330200" cy="368300"/>
          </a:xfrm>
          <a:custGeom>
            <a:avLst/>
            <a:gdLst/>
            <a:ahLst/>
            <a:cxnLst/>
            <a:rect l="0" t="0" r="r" b="b"/>
            <a:pathLst>
              <a:path w="330200" h="368300">
                <a:moveTo>
                  <a:pt x="0" y="0"/>
                </a:moveTo>
                <a:lnTo>
                  <a:pt x="330200" y="0"/>
                </a:lnTo>
                <a:lnTo>
                  <a:pt x="330200" y="368300"/>
                </a:lnTo>
                <a:lnTo>
                  <a:pt x="0" y="368300"/>
                </a:lnTo>
                <a:close/>
              </a:path>
            </a:pathLst>
          </a:custGeom>
          <a:solidFill>
            <a:srgbClr val="8A563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Kształt 5"/>
          <p:cNvSpPr/>
          <p:nvPr/>
        </p:nvSpPr>
        <p:spPr>
          <a:xfrm>
            <a:off x="3683000" y="4635500"/>
            <a:ext cx="4826000" cy="1079500"/>
          </a:xfrm>
          <a:custGeom>
            <a:avLst/>
            <a:gdLst/>
            <a:ahLst/>
            <a:cxnLst/>
            <a:rect l="0" t="0" r="r" b="b"/>
            <a:pathLst>
              <a:path w="4826000" h="1079500">
                <a:moveTo>
                  <a:pt x="571500" y="0"/>
                </a:moveTo>
                <a:lnTo>
                  <a:pt x="4254500" y="0"/>
                </a:lnTo>
                <a:lnTo>
                  <a:pt x="4826000" y="1079500"/>
                </a:lnTo>
                <a:lnTo>
                  <a:pt x="0" y="1079500"/>
                </a:lnTo>
                <a:close/>
              </a:path>
            </a:pathLst>
          </a:custGeom>
          <a:solidFill>
            <a:srgbClr val="FFFA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Kształt 6"/>
          <p:cNvSpPr/>
          <p:nvPr/>
        </p:nvSpPr>
        <p:spPr>
          <a:xfrm>
            <a:off x="3683000" y="4635500"/>
            <a:ext cx="762000" cy="1079500"/>
          </a:xfrm>
          <a:custGeom>
            <a:avLst/>
            <a:gdLst/>
            <a:ahLst/>
            <a:cxnLst/>
            <a:rect l="0" t="0" r="r" b="b"/>
            <a:pathLst>
              <a:path w="762000" h="1079500">
                <a:moveTo>
                  <a:pt x="571500" y="0"/>
                </a:moveTo>
                <a:lnTo>
                  <a:pt x="762000" y="0"/>
                </a:lnTo>
                <a:lnTo>
                  <a:pt x="203200" y="1079500"/>
                </a:lnTo>
                <a:lnTo>
                  <a:pt x="0" y="1079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7"/>
          <p:cNvSpPr/>
          <p:nvPr/>
        </p:nvSpPr>
        <p:spPr>
          <a:xfrm>
            <a:off x="7747000" y="4635500"/>
            <a:ext cx="762000" cy="1079500"/>
          </a:xfrm>
          <a:custGeom>
            <a:avLst/>
            <a:gdLst/>
            <a:ahLst/>
            <a:cxnLst/>
            <a:rect l="0" t="0" r="r" b="b"/>
            <a:pathLst>
              <a:path w="762000" h="1079500">
                <a:moveTo>
                  <a:pt x="0" y="0"/>
                </a:moveTo>
                <a:lnTo>
                  <a:pt x="190500" y="0"/>
                </a:lnTo>
                <a:lnTo>
                  <a:pt x="762000" y="1079500"/>
                </a:lnTo>
                <a:lnTo>
                  <a:pt x="558800" y="107950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Kształt 8"/>
          <p:cNvSpPr/>
          <p:nvPr/>
        </p:nvSpPr>
        <p:spPr>
          <a:xfrm>
            <a:off x="3683000" y="5715000"/>
            <a:ext cx="4826000" cy="241300"/>
          </a:xfrm>
          <a:custGeom>
            <a:avLst/>
            <a:gdLst/>
            <a:ahLst/>
            <a:cxnLst/>
            <a:rect l="0" t="0" r="r" b="b"/>
            <a:pathLst>
              <a:path w="4826000" h="241300">
                <a:moveTo>
                  <a:pt x="0" y="0"/>
                </a:moveTo>
                <a:lnTo>
                  <a:pt x="4826000" y="0"/>
                </a:lnTo>
                <a:lnTo>
                  <a:pt x="4826000" y="241300"/>
                </a:lnTo>
                <a:lnTo>
                  <a:pt x="0" y="241300"/>
                </a:lnTo>
                <a:close/>
              </a:path>
            </a:pathLst>
          </a:custGeom>
          <a:solidFill>
            <a:srgbClr val="F1E9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Kształt 9"/>
          <p:cNvSpPr/>
          <p:nvPr/>
        </p:nvSpPr>
        <p:spPr>
          <a:xfrm>
            <a:off x="3683000" y="5715000"/>
            <a:ext cx="203200" cy="241300"/>
          </a:xfrm>
          <a:custGeom>
            <a:avLst/>
            <a:gdLst/>
            <a:ahLst/>
            <a:cxnLst/>
            <a:rect l="0" t="0" r="r" b="b"/>
            <a:pathLst>
              <a:path w="203200" h="241300">
                <a:moveTo>
                  <a:pt x="0" y="0"/>
                </a:moveTo>
                <a:lnTo>
                  <a:pt x="203200" y="0"/>
                </a:lnTo>
                <a:lnTo>
                  <a:pt x="203200" y="241300"/>
                </a:lnTo>
                <a:lnTo>
                  <a:pt x="0" y="24130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Kształt 10"/>
          <p:cNvSpPr/>
          <p:nvPr/>
        </p:nvSpPr>
        <p:spPr>
          <a:xfrm>
            <a:off x="8305800" y="5715000"/>
            <a:ext cx="203200" cy="241300"/>
          </a:xfrm>
          <a:custGeom>
            <a:avLst/>
            <a:gdLst/>
            <a:ahLst/>
            <a:cxnLst/>
            <a:rect l="0" t="0" r="r" b="b"/>
            <a:pathLst>
              <a:path w="203200" h="241300">
                <a:moveTo>
                  <a:pt x="0" y="0"/>
                </a:moveTo>
                <a:lnTo>
                  <a:pt x="203200" y="0"/>
                </a:lnTo>
                <a:lnTo>
                  <a:pt x="203200" y="241300"/>
                </a:lnTo>
                <a:lnTo>
                  <a:pt x="0" y="24130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Kształt 11"/>
          <p:cNvSpPr/>
          <p:nvPr/>
        </p:nvSpPr>
        <p:spPr>
          <a:xfrm>
            <a:off x="1885950" y="4860290"/>
            <a:ext cx="419100" cy="83820"/>
          </a:xfrm>
          <a:custGeom>
            <a:avLst/>
            <a:gdLst/>
            <a:ahLst/>
            <a:cxnLst/>
            <a:rect l="0" t="0" r="r" b="b"/>
            <a:pathLst>
              <a:path w="419100" h="83820">
                <a:moveTo>
                  <a:pt x="419100" y="41910"/>
                </a:moveTo>
                <a:lnTo>
                  <a:pt x="415925" y="48895"/>
                </a:lnTo>
                <a:lnTo>
                  <a:pt x="406400" y="56515"/>
                </a:lnTo>
                <a:lnTo>
                  <a:pt x="391160" y="62865"/>
                </a:lnTo>
                <a:lnTo>
                  <a:pt x="370205" y="68580"/>
                </a:lnTo>
                <a:lnTo>
                  <a:pt x="344170" y="74295"/>
                </a:lnTo>
                <a:lnTo>
                  <a:pt x="314325" y="78105"/>
                </a:lnTo>
                <a:lnTo>
                  <a:pt x="281305" y="81280"/>
                </a:lnTo>
                <a:lnTo>
                  <a:pt x="245745" y="83185"/>
                </a:lnTo>
                <a:lnTo>
                  <a:pt x="209550" y="83820"/>
                </a:lnTo>
                <a:lnTo>
                  <a:pt x="173355" y="83185"/>
                </a:lnTo>
                <a:lnTo>
                  <a:pt x="137795" y="81280"/>
                </a:lnTo>
                <a:lnTo>
                  <a:pt x="104775" y="78105"/>
                </a:lnTo>
                <a:lnTo>
                  <a:pt x="74930" y="74295"/>
                </a:lnTo>
                <a:lnTo>
                  <a:pt x="48895" y="68580"/>
                </a:lnTo>
                <a:lnTo>
                  <a:pt x="27940" y="62865"/>
                </a:lnTo>
                <a:lnTo>
                  <a:pt x="12700" y="56515"/>
                </a:lnTo>
                <a:lnTo>
                  <a:pt x="3175" y="48895"/>
                </a:lnTo>
                <a:lnTo>
                  <a:pt x="0" y="41910"/>
                </a:lnTo>
                <a:lnTo>
                  <a:pt x="3175" y="34925"/>
                </a:lnTo>
                <a:lnTo>
                  <a:pt x="12700" y="27305"/>
                </a:lnTo>
                <a:lnTo>
                  <a:pt x="27940" y="20955"/>
                </a:lnTo>
                <a:lnTo>
                  <a:pt x="48895" y="15240"/>
                </a:lnTo>
                <a:lnTo>
                  <a:pt x="74930" y="9525"/>
                </a:lnTo>
                <a:lnTo>
                  <a:pt x="104775" y="5715"/>
                </a:lnTo>
                <a:lnTo>
                  <a:pt x="137795" y="2540"/>
                </a:lnTo>
                <a:lnTo>
                  <a:pt x="173355" y="635"/>
                </a:lnTo>
                <a:lnTo>
                  <a:pt x="209550" y="0"/>
                </a:lnTo>
                <a:lnTo>
                  <a:pt x="245745" y="635"/>
                </a:lnTo>
                <a:lnTo>
                  <a:pt x="281305" y="2540"/>
                </a:lnTo>
                <a:lnTo>
                  <a:pt x="314325" y="5715"/>
                </a:lnTo>
                <a:lnTo>
                  <a:pt x="344170" y="9525"/>
                </a:lnTo>
                <a:lnTo>
                  <a:pt x="370205" y="15240"/>
                </a:lnTo>
                <a:lnTo>
                  <a:pt x="391160" y="20955"/>
                </a:lnTo>
                <a:lnTo>
                  <a:pt x="406400" y="27305"/>
                </a:lnTo>
                <a:lnTo>
                  <a:pt x="415925" y="34925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Kształt 12"/>
          <p:cNvSpPr/>
          <p:nvPr/>
        </p:nvSpPr>
        <p:spPr>
          <a:xfrm>
            <a:off x="2032635" y="3686810"/>
            <a:ext cx="125730" cy="97790"/>
          </a:xfrm>
          <a:custGeom>
            <a:avLst/>
            <a:gdLst/>
            <a:ahLst/>
            <a:cxnLst/>
            <a:rect l="0" t="0" r="r" b="b"/>
            <a:pathLst>
              <a:path w="125730" h="97790">
                <a:moveTo>
                  <a:pt x="0" y="0"/>
                </a:moveTo>
                <a:lnTo>
                  <a:pt x="125730" y="0"/>
                </a:lnTo>
                <a:lnTo>
                  <a:pt x="125730" y="97790"/>
                </a:lnTo>
                <a:lnTo>
                  <a:pt x="0" y="97790"/>
                </a:lnTo>
                <a:close/>
              </a:path>
            </a:pathLst>
          </a:custGeom>
          <a:solidFill>
            <a:srgbClr val="1F5C4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Kształt 13"/>
          <p:cNvSpPr/>
          <p:nvPr/>
        </p:nvSpPr>
        <p:spPr>
          <a:xfrm>
            <a:off x="2109470" y="3686810"/>
            <a:ext cx="48895" cy="97790"/>
          </a:xfrm>
          <a:custGeom>
            <a:avLst/>
            <a:gdLst/>
            <a:ahLst/>
            <a:cxnLst/>
            <a:rect l="0" t="0" r="r" b="b"/>
            <a:pathLst>
              <a:path w="48895" h="97790">
                <a:moveTo>
                  <a:pt x="0" y="0"/>
                </a:moveTo>
                <a:lnTo>
                  <a:pt x="48895" y="0"/>
                </a:lnTo>
                <a:lnTo>
                  <a:pt x="48895" y="97790"/>
                </a:lnTo>
                <a:lnTo>
                  <a:pt x="0" y="97790"/>
                </a:lnTo>
                <a:close/>
              </a:path>
            </a:pathLst>
          </a:custGeom>
          <a:solidFill>
            <a:srgbClr val="174A3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Kształt 14"/>
          <p:cNvSpPr/>
          <p:nvPr/>
        </p:nvSpPr>
        <p:spPr>
          <a:xfrm>
            <a:off x="1934845" y="3784600"/>
            <a:ext cx="321310" cy="1117600"/>
          </a:xfrm>
          <a:custGeom>
            <a:avLst/>
            <a:gdLst/>
            <a:ahLst/>
            <a:cxnLst/>
            <a:rect l="0" t="0" r="r" b="b"/>
            <a:pathLst>
              <a:path w="321310" h="1117600">
                <a:moveTo>
                  <a:pt x="111760" y="0"/>
                </a:moveTo>
                <a:lnTo>
                  <a:pt x="209550" y="0"/>
                </a:lnTo>
                <a:lnTo>
                  <a:pt x="209550" y="125730"/>
                </a:lnTo>
                <a:lnTo>
                  <a:pt x="300355" y="223520"/>
                </a:lnTo>
                <a:lnTo>
                  <a:pt x="321310" y="307340"/>
                </a:lnTo>
                <a:lnTo>
                  <a:pt x="321310" y="1075690"/>
                </a:lnTo>
                <a:lnTo>
                  <a:pt x="293370" y="1117600"/>
                </a:lnTo>
                <a:lnTo>
                  <a:pt x="27940" y="1117600"/>
                </a:lnTo>
                <a:lnTo>
                  <a:pt x="0" y="1075690"/>
                </a:lnTo>
                <a:lnTo>
                  <a:pt x="0" y="307340"/>
                </a:lnTo>
                <a:lnTo>
                  <a:pt x="20955" y="223520"/>
                </a:lnTo>
                <a:lnTo>
                  <a:pt x="111760" y="125730"/>
                </a:lnTo>
                <a:close/>
              </a:path>
            </a:pathLst>
          </a:custGeom>
          <a:solidFill>
            <a:srgbClr val="FFE7A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Kształt 15"/>
          <p:cNvSpPr/>
          <p:nvPr/>
        </p:nvSpPr>
        <p:spPr>
          <a:xfrm>
            <a:off x="2165350" y="4091940"/>
            <a:ext cx="90805" cy="810260"/>
          </a:xfrm>
          <a:custGeom>
            <a:avLst/>
            <a:gdLst/>
            <a:ahLst/>
            <a:cxnLst/>
            <a:rect l="0" t="0" r="r" b="b"/>
            <a:pathLst>
              <a:path w="90805" h="810260">
                <a:moveTo>
                  <a:pt x="0" y="0"/>
                </a:moveTo>
                <a:lnTo>
                  <a:pt x="90805" y="0"/>
                </a:lnTo>
                <a:lnTo>
                  <a:pt x="90805" y="768350"/>
                </a:lnTo>
                <a:lnTo>
                  <a:pt x="62865" y="810260"/>
                </a:lnTo>
                <a:lnTo>
                  <a:pt x="0" y="810260"/>
                </a:lnTo>
                <a:close/>
              </a:path>
            </a:pathLst>
          </a:custGeom>
          <a:solidFill>
            <a:srgbClr val="F5D8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Kształt 16"/>
          <p:cNvSpPr/>
          <p:nvPr/>
        </p:nvSpPr>
        <p:spPr>
          <a:xfrm>
            <a:off x="1976755" y="4119880"/>
            <a:ext cx="41910" cy="670560"/>
          </a:xfrm>
          <a:custGeom>
            <a:avLst/>
            <a:gdLst/>
            <a:ahLst/>
            <a:cxnLst/>
            <a:rect l="0" t="0" r="r" b="b"/>
            <a:pathLst>
              <a:path w="41910" h="670560">
                <a:moveTo>
                  <a:pt x="0" y="0"/>
                </a:moveTo>
                <a:lnTo>
                  <a:pt x="41910" y="0"/>
                </a:lnTo>
                <a:lnTo>
                  <a:pt x="41910" y="670560"/>
                </a:lnTo>
                <a:lnTo>
                  <a:pt x="0" y="670560"/>
                </a:lnTo>
                <a:close/>
              </a:path>
            </a:pathLst>
          </a:custGeom>
          <a:solidFill>
            <a:srgbClr val="FFFFFF">
              <a:alpha val="5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Kształt 17"/>
          <p:cNvSpPr/>
          <p:nvPr/>
        </p:nvSpPr>
        <p:spPr>
          <a:xfrm>
            <a:off x="1934845" y="4329430"/>
            <a:ext cx="321310" cy="293370"/>
          </a:xfrm>
          <a:custGeom>
            <a:avLst/>
            <a:gdLst/>
            <a:ahLst/>
            <a:cxnLst/>
            <a:rect l="0" t="0" r="r" b="b"/>
            <a:pathLst>
              <a:path w="321310" h="293370">
                <a:moveTo>
                  <a:pt x="0" y="0"/>
                </a:moveTo>
                <a:lnTo>
                  <a:pt x="321310" y="0"/>
                </a:lnTo>
                <a:lnTo>
                  <a:pt x="321310" y="293370"/>
                </a:lnTo>
                <a:lnTo>
                  <a:pt x="0" y="293370"/>
                </a:lnTo>
                <a:close/>
              </a:path>
            </a:pathLst>
          </a:custGeom>
          <a:solidFill>
            <a:srgbClr val="2F7D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Kształt 18"/>
          <p:cNvSpPr/>
          <p:nvPr/>
        </p:nvSpPr>
        <p:spPr>
          <a:xfrm>
            <a:off x="2165350" y="4329430"/>
            <a:ext cx="90805" cy="293370"/>
          </a:xfrm>
          <a:custGeom>
            <a:avLst/>
            <a:gdLst/>
            <a:ahLst/>
            <a:cxnLst/>
            <a:rect l="0" t="0" r="r" b="b"/>
            <a:pathLst>
              <a:path w="90805" h="293370">
                <a:moveTo>
                  <a:pt x="0" y="0"/>
                </a:moveTo>
                <a:lnTo>
                  <a:pt x="90805" y="0"/>
                </a:lnTo>
                <a:lnTo>
                  <a:pt x="90805" y="293370"/>
                </a:lnTo>
                <a:lnTo>
                  <a:pt x="0" y="293370"/>
                </a:lnTo>
                <a:close/>
              </a:path>
            </a:pathLst>
          </a:custGeom>
          <a:solidFill>
            <a:srgbClr val="276B4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Kształt 19"/>
          <p:cNvSpPr/>
          <p:nvPr/>
        </p:nvSpPr>
        <p:spPr>
          <a:xfrm>
            <a:off x="2018665" y="4399280"/>
            <a:ext cx="153670" cy="153670"/>
          </a:xfrm>
          <a:custGeom>
            <a:avLst/>
            <a:gdLst/>
            <a:ahLst/>
            <a:cxnLst/>
            <a:rect l="0" t="0" r="r" b="b"/>
            <a:pathLst>
              <a:path w="153670" h="153670">
                <a:moveTo>
                  <a:pt x="153670" y="76835"/>
                </a:moveTo>
                <a:lnTo>
                  <a:pt x="151130" y="96520"/>
                </a:lnTo>
                <a:lnTo>
                  <a:pt x="143510" y="114935"/>
                </a:lnTo>
                <a:lnTo>
                  <a:pt x="131445" y="131445"/>
                </a:lnTo>
                <a:lnTo>
                  <a:pt x="115570" y="143510"/>
                </a:lnTo>
                <a:lnTo>
                  <a:pt x="96520" y="151130"/>
                </a:lnTo>
                <a:lnTo>
                  <a:pt x="76835" y="153670"/>
                </a:lnTo>
                <a:lnTo>
                  <a:pt x="57150" y="151130"/>
                </a:lnTo>
                <a:lnTo>
                  <a:pt x="38100" y="143510"/>
                </a:lnTo>
                <a:lnTo>
                  <a:pt x="22225" y="131445"/>
                </a:lnTo>
                <a:lnTo>
                  <a:pt x="10160" y="114935"/>
                </a:lnTo>
                <a:lnTo>
                  <a:pt x="2540" y="96520"/>
                </a:lnTo>
                <a:lnTo>
                  <a:pt x="0" y="76835"/>
                </a:lnTo>
                <a:lnTo>
                  <a:pt x="2540" y="57150"/>
                </a:lnTo>
                <a:lnTo>
                  <a:pt x="10160" y="38100"/>
                </a:lnTo>
                <a:lnTo>
                  <a:pt x="22225" y="22225"/>
                </a:lnTo>
                <a:lnTo>
                  <a:pt x="38100" y="10160"/>
                </a:lnTo>
                <a:lnTo>
                  <a:pt x="57150" y="2540"/>
                </a:lnTo>
                <a:lnTo>
                  <a:pt x="76835" y="0"/>
                </a:lnTo>
                <a:lnTo>
                  <a:pt x="96520" y="2540"/>
                </a:lnTo>
                <a:lnTo>
                  <a:pt x="115570" y="10160"/>
                </a:lnTo>
                <a:lnTo>
                  <a:pt x="131445" y="22225"/>
                </a:lnTo>
                <a:lnTo>
                  <a:pt x="143510" y="38100"/>
                </a:lnTo>
                <a:lnTo>
                  <a:pt x="151130" y="57150"/>
                </a:lnTo>
                <a:close/>
              </a:path>
            </a:pathLst>
          </a:custGeom>
          <a:solidFill>
            <a:srgbClr val="F6D33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Kształt 20"/>
          <p:cNvSpPr/>
          <p:nvPr/>
        </p:nvSpPr>
        <p:spPr>
          <a:xfrm>
            <a:off x="2053590" y="4434205"/>
            <a:ext cx="83820" cy="83820"/>
          </a:xfrm>
          <a:custGeom>
            <a:avLst/>
            <a:gdLst/>
            <a:ahLst/>
            <a:cxnLst/>
            <a:rect l="0" t="0" r="r" b="b"/>
            <a:pathLst>
              <a:path w="83820" h="83820">
                <a:moveTo>
                  <a:pt x="83820" y="41910"/>
                </a:moveTo>
                <a:lnTo>
                  <a:pt x="82550" y="52705"/>
                </a:lnTo>
                <a:lnTo>
                  <a:pt x="78105" y="62865"/>
                </a:lnTo>
                <a:lnTo>
                  <a:pt x="71755" y="71755"/>
                </a:lnTo>
                <a:lnTo>
                  <a:pt x="62865" y="78105"/>
                </a:lnTo>
                <a:lnTo>
                  <a:pt x="52705" y="82550"/>
                </a:lnTo>
                <a:lnTo>
                  <a:pt x="41910" y="83820"/>
                </a:lnTo>
                <a:lnTo>
                  <a:pt x="31115" y="82550"/>
                </a:lnTo>
                <a:lnTo>
                  <a:pt x="20955" y="78105"/>
                </a:lnTo>
                <a:lnTo>
                  <a:pt x="12065" y="71755"/>
                </a:lnTo>
                <a:lnTo>
                  <a:pt x="5715" y="62865"/>
                </a:lnTo>
                <a:lnTo>
                  <a:pt x="1270" y="52705"/>
                </a:lnTo>
                <a:lnTo>
                  <a:pt x="0" y="41910"/>
                </a:lnTo>
                <a:lnTo>
                  <a:pt x="1270" y="31115"/>
                </a:lnTo>
                <a:lnTo>
                  <a:pt x="5715" y="20955"/>
                </a:lnTo>
                <a:lnTo>
                  <a:pt x="12065" y="12065"/>
                </a:lnTo>
                <a:lnTo>
                  <a:pt x="20955" y="5715"/>
                </a:lnTo>
                <a:lnTo>
                  <a:pt x="31115" y="1270"/>
                </a:lnTo>
                <a:lnTo>
                  <a:pt x="41910" y="0"/>
                </a:lnTo>
                <a:lnTo>
                  <a:pt x="52705" y="1270"/>
                </a:lnTo>
                <a:lnTo>
                  <a:pt x="62865" y="5715"/>
                </a:lnTo>
                <a:lnTo>
                  <a:pt x="71755" y="12065"/>
                </a:lnTo>
                <a:lnTo>
                  <a:pt x="78105" y="20955"/>
                </a:lnTo>
                <a:lnTo>
                  <a:pt x="82550" y="31115"/>
                </a:lnTo>
                <a:close/>
              </a:path>
            </a:pathLst>
          </a:custGeom>
          <a:solidFill>
            <a:srgbClr val="FFF3B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Kształt 21"/>
          <p:cNvSpPr/>
          <p:nvPr/>
        </p:nvSpPr>
        <p:spPr>
          <a:xfrm>
            <a:off x="2628900" y="4833620"/>
            <a:ext cx="431800" cy="86360"/>
          </a:xfrm>
          <a:custGeom>
            <a:avLst/>
            <a:gdLst/>
            <a:ahLst/>
            <a:cxnLst/>
            <a:rect l="0" t="0" r="r" b="b"/>
            <a:pathLst>
              <a:path w="431800" h="86360">
                <a:moveTo>
                  <a:pt x="431800" y="43180"/>
                </a:moveTo>
                <a:lnTo>
                  <a:pt x="428625" y="50800"/>
                </a:lnTo>
                <a:lnTo>
                  <a:pt x="418465" y="57785"/>
                </a:lnTo>
                <a:lnTo>
                  <a:pt x="402590" y="64770"/>
                </a:lnTo>
                <a:lnTo>
                  <a:pt x="381000" y="71120"/>
                </a:lnTo>
                <a:lnTo>
                  <a:pt x="354965" y="76200"/>
                </a:lnTo>
                <a:lnTo>
                  <a:pt x="323850" y="80645"/>
                </a:lnTo>
                <a:lnTo>
                  <a:pt x="289560" y="83820"/>
                </a:lnTo>
                <a:lnTo>
                  <a:pt x="253365" y="85725"/>
                </a:lnTo>
                <a:lnTo>
                  <a:pt x="215900" y="86360"/>
                </a:lnTo>
                <a:lnTo>
                  <a:pt x="178435" y="85725"/>
                </a:lnTo>
                <a:lnTo>
                  <a:pt x="142240" y="83820"/>
                </a:lnTo>
                <a:lnTo>
                  <a:pt x="107950" y="80645"/>
                </a:lnTo>
                <a:lnTo>
                  <a:pt x="76835" y="76200"/>
                </a:lnTo>
                <a:lnTo>
                  <a:pt x="50800" y="71120"/>
                </a:lnTo>
                <a:lnTo>
                  <a:pt x="29210" y="64770"/>
                </a:lnTo>
                <a:lnTo>
                  <a:pt x="13335" y="57785"/>
                </a:lnTo>
                <a:lnTo>
                  <a:pt x="3175" y="50800"/>
                </a:lnTo>
                <a:lnTo>
                  <a:pt x="0" y="43180"/>
                </a:lnTo>
                <a:lnTo>
                  <a:pt x="3175" y="35560"/>
                </a:lnTo>
                <a:lnTo>
                  <a:pt x="13335" y="28575"/>
                </a:lnTo>
                <a:lnTo>
                  <a:pt x="29210" y="21590"/>
                </a:lnTo>
                <a:lnTo>
                  <a:pt x="50800" y="15240"/>
                </a:lnTo>
                <a:lnTo>
                  <a:pt x="76835" y="10160"/>
                </a:lnTo>
                <a:lnTo>
                  <a:pt x="107950" y="5715"/>
                </a:lnTo>
                <a:lnTo>
                  <a:pt x="142240" y="2540"/>
                </a:lnTo>
                <a:lnTo>
                  <a:pt x="178435" y="635"/>
                </a:lnTo>
                <a:lnTo>
                  <a:pt x="215900" y="0"/>
                </a:lnTo>
                <a:lnTo>
                  <a:pt x="253365" y="635"/>
                </a:lnTo>
                <a:lnTo>
                  <a:pt x="289560" y="2540"/>
                </a:lnTo>
                <a:lnTo>
                  <a:pt x="323850" y="5715"/>
                </a:lnTo>
                <a:lnTo>
                  <a:pt x="354965" y="10160"/>
                </a:lnTo>
                <a:lnTo>
                  <a:pt x="381000" y="15240"/>
                </a:lnTo>
                <a:lnTo>
                  <a:pt x="402590" y="21590"/>
                </a:lnTo>
                <a:lnTo>
                  <a:pt x="418465" y="28575"/>
                </a:lnTo>
                <a:lnTo>
                  <a:pt x="428625" y="3556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Kształt 22"/>
          <p:cNvSpPr/>
          <p:nvPr/>
        </p:nvSpPr>
        <p:spPr>
          <a:xfrm>
            <a:off x="2654300" y="4222750"/>
            <a:ext cx="381000" cy="88900"/>
          </a:xfrm>
          <a:custGeom>
            <a:avLst/>
            <a:gdLst/>
            <a:ahLst/>
            <a:cxnLst/>
            <a:rect l="0" t="0" r="r" b="b"/>
            <a:pathLst>
              <a:path w="381000" h="88900">
                <a:moveTo>
                  <a:pt x="381000" y="44450"/>
                </a:moveTo>
                <a:lnTo>
                  <a:pt x="374650" y="55880"/>
                </a:lnTo>
                <a:lnTo>
                  <a:pt x="355600" y="66675"/>
                </a:lnTo>
                <a:lnTo>
                  <a:pt x="325120" y="75565"/>
                </a:lnTo>
                <a:lnTo>
                  <a:pt x="285750" y="83185"/>
                </a:lnTo>
                <a:lnTo>
                  <a:pt x="240030" y="87630"/>
                </a:lnTo>
                <a:lnTo>
                  <a:pt x="190500" y="88900"/>
                </a:lnTo>
                <a:lnTo>
                  <a:pt x="140970" y="87630"/>
                </a:lnTo>
                <a:lnTo>
                  <a:pt x="95250" y="83185"/>
                </a:lnTo>
                <a:lnTo>
                  <a:pt x="55880" y="75565"/>
                </a:lnTo>
                <a:lnTo>
                  <a:pt x="25400" y="66675"/>
                </a:lnTo>
                <a:lnTo>
                  <a:pt x="6350" y="55880"/>
                </a:lnTo>
                <a:lnTo>
                  <a:pt x="0" y="44450"/>
                </a:lnTo>
                <a:lnTo>
                  <a:pt x="6350" y="33020"/>
                </a:lnTo>
                <a:lnTo>
                  <a:pt x="25400" y="22225"/>
                </a:lnTo>
                <a:lnTo>
                  <a:pt x="55880" y="13335"/>
                </a:lnTo>
                <a:lnTo>
                  <a:pt x="95250" y="5715"/>
                </a:lnTo>
                <a:lnTo>
                  <a:pt x="140970" y="1270"/>
                </a:lnTo>
                <a:lnTo>
                  <a:pt x="190500" y="0"/>
                </a:lnTo>
                <a:lnTo>
                  <a:pt x="240030" y="1270"/>
                </a:lnTo>
                <a:lnTo>
                  <a:pt x="285750" y="5715"/>
                </a:lnTo>
                <a:lnTo>
                  <a:pt x="325120" y="13335"/>
                </a:lnTo>
                <a:lnTo>
                  <a:pt x="355600" y="22225"/>
                </a:lnTo>
                <a:lnTo>
                  <a:pt x="374650" y="33020"/>
                </a:lnTo>
                <a:close/>
              </a:path>
            </a:pathLst>
          </a:custGeom>
          <a:solidFill>
            <a:srgbClr val="CDD9E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Kształt 23"/>
          <p:cNvSpPr/>
          <p:nvPr/>
        </p:nvSpPr>
        <p:spPr>
          <a:xfrm>
            <a:off x="2511425" y="4021455"/>
            <a:ext cx="247015" cy="772160"/>
          </a:xfrm>
          <a:custGeom>
            <a:avLst/>
            <a:gdLst/>
            <a:ahLst/>
            <a:cxnLst/>
            <a:rect l="0" t="0" r="r" b="b"/>
            <a:pathLst>
              <a:path w="247015" h="772160">
                <a:moveTo>
                  <a:pt x="0" y="11430"/>
                </a:moveTo>
                <a:lnTo>
                  <a:pt x="43180" y="0"/>
                </a:lnTo>
                <a:lnTo>
                  <a:pt x="247015" y="760730"/>
                </a:lnTo>
                <a:lnTo>
                  <a:pt x="203835" y="772160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Kształt 24"/>
          <p:cNvSpPr/>
          <p:nvPr/>
        </p:nvSpPr>
        <p:spPr>
          <a:xfrm>
            <a:off x="2637155" y="3917315"/>
            <a:ext cx="166370" cy="873760"/>
          </a:xfrm>
          <a:custGeom>
            <a:avLst/>
            <a:gdLst/>
            <a:ahLst/>
            <a:cxnLst/>
            <a:rect l="0" t="0" r="r" b="b"/>
            <a:pathLst>
              <a:path w="166370" h="873760">
                <a:moveTo>
                  <a:pt x="0" y="5715"/>
                </a:moveTo>
                <a:lnTo>
                  <a:pt x="44450" y="0"/>
                </a:lnTo>
                <a:lnTo>
                  <a:pt x="166370" y="867410"/>
                </a:lnTo>
                <a:lnTo>
                  <a:pt x="121920" y="873760"/>
                </a:lnTo>
                <a:close/>
              </a:path>
            </a:pathLst>
          </a:custGeom>
          <a:solidFill>
            <a:srgbClr val="D9A0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Kształt 25"/>
          <p:cNvSpPr/>
          <p:nvPr/>
        </p:nvSpPr>
        <p:spPr>
          <a:xfrm>
            <a:off x="2774950" y="3975100"/>
            <a:ext cx="73025" cy="813435"/>
          </a:xfrm>
          <a:custGeom>
            <a:avLst/>
            <a:gdLst/>
            <a:ahLst/>
            <a:cxnLst/>
            <a:rect l="0" t="0" r="r" b="b"/>
            <a:pathLst>
              <a:path w="73025" h="813435">
                <a:moveTo>
                  <a:pt x="0" y="1270"/>
                </a:moveTo>
                <a:lnTo>
                  <a:pt x="44450" y="0"/>
                </a:lnTo>
                <a:lnTo>
                  <a:pt x="73025" y="812165"/>
                </a:lnTo>
                <a:lnTo>
                  <a:pt x="28575" y="813435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Kształt 26"/>
          <p:cNvSpPr/>
          <p:nvPr/>
        </p:nvSpPr>
        <p:spPr>
          <a:xfrm>
            <a:off x="2847975" y="3874135"/>
            <a:ext cx="107950" cy="915035"/>
          </a:xfrm>
          <a:custGeom>
            <a:avLst/>
            <a:gdLst/>
            <a:ahLst/>
            <a:cxnLst/>
            <a:rect l="0" t="0" r="r" b="b"/>
            <a:pathLst>
              <a:path w="107950" h="915035">
                <a:moveTo>
                  <a:pt x="64135" y="0"/>
                </a:moveTo>
                <a:lnTo>
                  <a:pt x="107950" y="3175"/>
                </a:lnTo>
                <a:lnTo>
                  <a:pt x="44450" y="915035"/>
                </a:lnTo>
                <a:lnTo>
                  <a:pt x="0" y="912495"/>
                </a:lnTo>
                <a:close/>
              </a:path>
            </a:pathLst>
          </a:custGeom>
          <a:solidFill>
            <a:srgbClr val="D9A0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Kształt 27"/>
          <p:cNvSpPr/>
          <p:nvPr/>
        </p:nvSpPr>
        <p:spPr>
          <a:xfrm>
            <a:off x="2893060" y="3971290"/>
            <a:ext cx="186690" cy="820420"/>
          </a:xfrm>
          <a:custGeom>
            <a:avLst/>
            <a:gdLst/>
            <a:ahLst/>
            <a:cxnLst/>
            <a:rect l="0" t="0" r="r" b="b"/>
            <a:pathLst>
              <a:path w="186690" h="820420">
                <a:moveTo>
                  <a:pt x="142875" y="0"/>
                </a:moveTo>
                <a:lnTo>
                  <a:pt x="186690" y="7620"/>
                </a:lnTo>
                <a:lnTo>
                  <a:pt x="43180" y="820420"/>
                </a:lnTo>
                <a:lnTo>
                  <a:pt x="0" y="812800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28"/>
          <p:cNvSpPr/>
          <p:nvPr/>
        </p:nvSpPr>
        <p:spPr>
          <a:xfrm>
            <a:off x="2931160" y="4049395"/>
            <a:ext cx="252730" cy="744855"/>
          </a:xfrm>
          <a:custGeom>
            <a:avLst/>
            <a:gdLst/>
            <a:ahLst/>
            <a:cxnLst/>
            <a:rect l="0" t="0" r="r" b="b"/>
            <a:pathLst>
              <a:path w="252730" h="744855">
                <a:moveTo>
                  <a:pt x="210185" y="0"/>
                </a:moveTo>
                <a:lnTo>
                  <a:pt x="252730" y="12065"/>
                </a:lnTo>
                <a:lnTo>
                  <a:pt x="43180" y="744855"/>
                </a:lnTo>
                <a:lnTo>
                  <a:pt x="0" y="732155"/>
                </a:lnTo>
                <a:close/>
              </a:path>
            </a:pathLst>
          </a:custGeom>
          <a:solidFill>
            <a:srgbClr val="D9A0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29"/>
          <p:cNvSpPr/>
          <p:nvPr/>
        </p:nvSpPr>
        <p:spPr>
          <a:xfrm>
            <a:off x="2630805" y="4087495"/>
            <a:ext cx="191135" cy="704850"/>
          </a:xfrm>
          <a:custGeom>
            <a:avLst/>
            <a:gdLst/>
            <a:ahLst/>
            <a:cxnLst/>
            <a:rect l="0" t="0" r="r" b="b"/>
            <a:pathLst>
              <a:path w="191135" h="704850">
                <a:moveTo>
                  <a:pt x="0" y="9525"/>
                </a:moveTo>
                <a:lnTo>
                  <a:pt x="43180" y="0"/>
                </a:lnTo>
                <a:lnTo>
                  <a:pt x="191135" y="695960"/>
                </a:lnTo>
                <a:lnTo>
                  <a:pt x="147955" y="704850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30"/>
          <p:cNvSpPr/>
          <p:nvPr/>
        </p:nvSpPr>
        <p:spPr>
          <a:xfrm>
            <a:off x="2873375" y="4053840"/>
            <a:ext cx="133985" cy="736600"/>
          </a:xfrm>
          <a:custGeom>
            <a:avLst/>
            <a:gdLst/>
            <a:ahLst/>
            <a:cxnLst/>
            <a:rect l="0" t="0" r="r" b="b"/>
            <a:pathLst>
              <a:path w="133985" h="736600">
                <a:moveTo>
                  <a:pt x="90170" y="0"/>
                </a:moveTo>
                <a:lnTo>
                  <a:pt x="133985" y="5715"/>
                </a:lnTo>
                <a:lnTo>
                  <a:pt x="44450" y="736600"/>
                </a:lnTo>
                <a:lnTo>
                  <a:pt x="0" y="731520"/>
                </a:lnTo>
                <a:close/>
              </a:path>
            </a:pathLst>
          </a:custGeom>
          <a:solidFill>
            <a:srgbClr val="D9A05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31"/>
          <p:cNvSpPr/>
          <p:nvPr/>
        </p:nvSpPr>
        <p:spPr>
          <a:xfrm>
            <a:off x="2747645" y="3925570"/>
            <a:ext cx="119380" cy="864235"/>
          </a:xfrm>
          <a:custGeom>
            <a:avLst/>
            <a:gdLst/>
            <a:ahLst/>
            <a:cxnLst/>
            <a:rect l="0" t="0" r="r" b="b"/>
            <a:pathLst>
              <a:path w="119380" h="864235">
                <a:moveTo>
                  <a:pt x="0" y="3810"/>
                </a:moveTo>
                <a:lnTo>
                  <a:pt x="43815" y="0"/>
                </a:lnTo>
                <a:lnTo>
                  <a:pt x="119380" y="860425"/>
                </a:lnTo>
                <a:lnTo>
                  <a:pt x="74930" y="864235"/>
                </a:lnTo>
                <a:close/>
              </a:path>
            </a:pathLst>
          </a:custGeom>
          <a:solidFill>
            <a:srgbClr val="E8B87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32"/>
          <p:cNvSpPr/>
          <p:nvPr/>
        </p:nvSpPr>
        <p:spPr>
          <a:xfrm>
            <a:off x="2654300" y="4267200"/>
            <a:ext cx="381000" cy="609600"/>
          </a:xfrm>
          <a:custGeom>
            <a:avLst/>
            <a:gdLst/>
            <a:ahLst/>
            <a:cxnLst/>
            <a:rect l="0" t="0" r="r" b="b"/>
            <a:pathLst>
              <a:path w="381000" h="609600">
                <a:moveTo>
                  <a:pt x="0" y="0"/>
                </a:moveTo>
                <a:lnTo>
                  <a:pt x="6350" y="11430"/>
                </a:lnTo>
                <a:lnTo>
                  <a:pt x="25400" y="22225"/>
                </a:lnTo>
                <a:lnTo>
                  <a:pt x="55880" y="31115"/>
                </a:lnTo>
                <a:lnTo>
                  <a:pt x="95250" y="38735"/>
                </a:lnTo>
                <a:lnTo>
                  <a:pt x="140970" y="43180"/>
                </a:lnTo>
                <a:lnTo>
                  <a:pt x="190500" y="44450"/>
                </a:lnTo>
                <a:lnTo>
                  <a:pt x="240030" y="43180"/>
                </a:lnTo>
                <a:lnTo>
                  <a:pt x="285750" y="38735"/>
                </a:lnTo>
                <a:lnTo>
                  <a:pt x="325120" y="31115"/>
                </a:lnTo>
                <a:lnTo>
                  <a:pt x="355600" y="22225"/>
                </a:lnTo>
                <a:lnTo>
                  <a:pt x="374650" y="11430"/>
                </a:lnTo>
                <a:lnTo>
                  <a:pt x="381000" y="0"/>
                </a:lnTo>
                <a:lnTo>
                  <a:pt x="355600" y="609600"/>
                </a:lnTo>
                <a:lnTo>
                  <a:pt x="25400" y="609600"/>
                </a:lnTo>
                <a:close/>
              </a:path>
            </a:pathLst>
          </a:custGeom>
          <a:solidFill>
            <a:srgbClr val="E4ECF1">
              <a:alpha val="72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33"/>
          <p:cNvSpPr/>
          <p:nvPr/>
        </p:nvSpPr>
        <p:spPr>
          <a:xfrm>
            <a:off x="2927350" y="4267200"/>
            <a:ext cx="107950" cy="609600"/>
          </a:xfrm>
          <a:custGeom>
            <a:avLst/>
            <a:gdLst/>
            <a:ahLst/>
            <a:cxnLst/>
            <a:rect l="0" t="0" r="r" b="b"/>
            <a:pathLst>
              <a:path w="107950" h="609600">
                <a:moveTo>
                  <a:pt x="12700" y="38100"/>
                </a:moveTo>
                <a:lnTo>
                  <a:pt x="107950" y="0"/>
                </a:lnTo>
                <a:lnTo>
                  <a:pt x="82550" y="609600"/>
                </a:lnTo>
                <a:lnTo>
                  <a:pt x="0" y="609600"/>
                </a:lnTo>
                <a:close/>
              </a:path>
            </a:pathLst>
          </a:custGeom>
          <a:solidFill>
            <a:srgbClr val="C5D2DB">
              <a:alpha val="6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34"/>
          <p:cNvSpPr/>
          <p:nvPr/>
        </p:nvSpPr>
        <p:spPr>
          <a:xfrm>
            <a:off x="2698750" y="4324350"/>
            <a:ext cx="44450" cy="501650"/>
          </a:xfrm>
          <a:custGeom>
            <a:avLst/>
            <a:gdLst/>
            <a:ahLst/>
            <a:cxnLst/>
            <a:rect l="0" t="0" r="r" b="b"/>
            <a:pathLst>
              <a:path w="44450" h="501650">
                <a:moveTo>
                  <a:pt x="0" y="6350"/>
                </a:moveTo>
                <a:lnTo>
                  <a:pt x="38100" y="0"/>
                </a:lnTo>
                <a:lnTo>
                  <a:pt x="44450" y="501650"/>
                </a:lnTo>
                <a:lnTo>
                  <a:pt x="19050" y="501650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35"/>
          <p:cNvSpPr/>
          <p:nvPr/>
        </p:nvSpPr>
        <p:spPr>
          <a:xfrm>
            <a:off x="2654300" y="4267200"/>
            <a:ext cx="381000" cy="44450"/>
          </a:xfrm>
          <a:custGeom>
            <a:avLst/>
            <a:gdLst/>
            <a:ahLst/>
            <a:cxnLst/>
            <a:rect l="0" t="0" r="r" b="b"/>
            <a:pathLst>
              <a:path w="381000" h="44450">
                <a:moveTo>
                  <a:pt x="0" y="0"/>
                </a:moveTo>
                <a:lnTo>
                  <a:pt x="6350" y="11430"/>
                </a:lnTo>
                <a:lnTo>
                  <a:pt x="25400" y="22225"/>
                </a:lnTo>
                <a:lnTo>
                  <a:pt x="55880" y="31115"/>
                </a:lnTo>
                <a:lnTo>
                  <a:pt x="95250" y="38735"/>
                </a:lnTo>
                <a:lnTo>
                  <a:pt x="140970" y="43180"/>
                </a:lnTo>
                <a:lnTo>
                  <a:pt x="190500" y="44450"/>
                </a:lnTo>
                <a:lnTo>
                  <a:pt x="240030" y="43180"/>
                </a:lnTo>
                <a:lnTo>
                  <a:pt x="285750" y="38735"/>
                </a:lnTo>
                <a:lnTo>
                  <a:pt x="325120" y="31115"/>
                </a:lnTo>
                <a:lnTo>
                  <a:pt x="355600" y="22225"/>
                </a:lnTo>
                <a:lnTo>
                  <a:pt x="374650" y="11430"/>
                </a:lnTo>
                <a:lnTo>
                  <a:pt x="381000" y="0"/>
                </a:lnTo>
                <a:lnTo>
                  <a:pt x="361950" y="6350"/>
                </a:lnTo>
                <a:lnTo>
                  <a:pt x="356235" y="14605"/>
                </a:lnTo>
                <a:lnTo>
                  <a:pt x="339090" y="22225"/>
                </a:lnTo>
                <a:lnTo>
                  <a:pt x="311785" y="28575"/>
                </a:lnTo>
                <a:lnTo>
                  <a:pt x="276225" y="33655"/>
                </a:lnTo>
                <a:lnTo>
                  <a:pt x="234950" y="36830"/>
                </a:lnTo>
                <a:lnTo>
                  <a:pt x="190500" y="38100"/>
                </a:lnTo>
                <a:lnTo>
                  <a:pt x="146050" y="36830"/>
                </a:lnTo>
                <a:lnTo>
                  <a:pt x="104775" y="33655"/>
                </a:lnTo>
                <a:lnTo>
                  <a:pt x="69215" y="28575"/>
                </a:lnTo>
                <a:lnTo>
                  <a:pt x="41910" y="22225"/>
                </a:lnTo>
                <a:lnTo>
                  <a:pt x="24765" y="14605"/>
                </a:lnTo>
                <a:lnTo>
                  <a:pt x="19050" y="6350"/>
                </a:lnTo>
                <a:close/>
              </a:path>
            </a:pathLst>
          </a:custGeom>
          <a:solidFill>
            <a:srgbClr val="F7FAF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Kształt 36"/>
          <p:cNvSpPr/>
          <p:nvPr/>
        </p:nvSpPr>
        <p:spPr>
          <a:xfrm>
            <a:off x="4292600" y="4828540"/>
            <a:ext cx="736600" cy="147320"/>
          </a:xfrm>
          <a:custGeom>
            <a:avLst/>
            <a:gdLst/>
            <a:ahLst/>
            <a:cxnLst/>
            <a:rect l="0" t="0" r="r" b="b"/>
            <a:pathLst>
              <a:path w="736600" h="147320">
                <a:moveTo>
                  <a:pt x="736600" y="73660"/>
                </a:moveTo>
                <a:lnTo>
                  <a:pt x="730885" y="86360"/>
                </a:lnTo>
                <a:lnTo>
                  <a:pt x="714375" y="99060"/>
                </a:lnTo>
                <a:lnTo>
                  <a:pt x="687070" y="110490"/>
                </a:lnTo>
                <a:lnTo>
                  <a:pt x="650240" y="121285"/>
                </a:lnTo>
                <a:lnTo>
                  <a:pt x="605155" y="130175"/>
                </a:lnTo>
                <a:lnTo>
                  <a:pt x="552450" y="137160"/>
                </a:lnTo>
                <a:lnTo>
                  <a:pt x="494030" y="142875"/>
                </a:lnTo>
                <a:lnTo>
                  <a:pt x="432435" y="146050"/>
                </a:lnTo>
                <a:lnTo>
                  <a:pt x="368300" y="147320"/>
                </a:lnTo>
                <a:lnTo>
                  <a:pt x="304165" y="146050"/>
                </a:lnTo>
                <a:lnTo>
                  <a:pt x="242570" y="142875"/>
                </a:lnTo>
                <a:lnTo>
                  <a:pt x="184150" y="137160"/>
                </a:lnTo>
                <a:lnTo>
                  <a:pt x="131445" y="130175"/>
                </a:lnTo>
                <a:lnTo>
                  <a:pt x="86360" y="121285"/>
                </a:lnTo>
                <a:lnTo>
                  <a:pt x="49530" y="110490"/>
                </a:lnTo>
                <a:lnTo>
                  <a:pt x="22225" y="99060"/>
                </a:lnTo>
                <a:lnTo>
                  <a:pt x="5715" y="86360"/>
                </a:lnTo>
                <a:lnTo>
                  <a:pt x="0" y="73660"/>
                </a:lnTo>
                <a:lnTo>
                  <a:pt x="5715" y="60960"/>
                </a:lnTo>
                <a:lnTo>
                  <a:pt x="22225" y="48260"/>
                </a:lnTo>
                <a:lnTo>
                  <a:pt x="49530" y="36830"/>
                </a:lnTo>
                <a:lnTo>
                  <a:pt x="86360" y="26035"/>
                </a:lnTo>
                <a:lnTo>
                  <a:pt x="131445" y="17145"/>
                </a:lnTo>
                <a:lnTo>
                  <a:pt x="184150" y="10160"/>
                </a:lnTo>
                <a:lnTo>
                  <a:pt x="242570" y="4445"/>
                </a:lnTo>
                <a:lnTo>
                  <a:pt x="304165" y="1270"/>
                </a:lnTo>
                <a:lnTo>
                  <a:pt x="368300" y="0"/>
                </a:lnTo>
                <a:lnTo>
                  <a:pt x="432435" y="1270"/>
                </a:lnTo>
                <a:lnTo>
                  <a:pt x="494030" y="4445"/>
                </a:lnTo>
                <a:lnTo>
                  <a:pt x="552450" y="10160"/>
                </a:lnTo>
                <a:lnTo>
                  <a:pt x="605155" y="17145"/>
                </a:lnTo>
                <a:lnTo>
                  <a:pt x="650240" y="26035"/>
                </a:lnTo>
                <a:lnTo>
                  <a:pt x="687070" y="36830"/>
                </a:lnTo>
                <a:lnTo>
                  <a:pt x="714375" y="48260"/>
                </a:lnTo>
                <a:lnTo>
                  <a:pt x="730885" y="6096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Kształt 37"/>
          <p:cNvSpPr/>
          <p:nvPr/>
        </p:nvSpPr>
        <p:spPr>
          <a:xfrm>
            <a:off x="4277360" y="4002405"/>
            <a:ext cx="606425" cy="167640"/>
          </a:xfrm>
          <a:custGeom>
            <a:avLst/>
            <a:gdLst/>
            <a:ahLst/>
            <a:cxnLst/>
            <a:rect l="0" t="0" r="r" b="b"/>
            <a:pathLst>
              <a:path w="606425" h="167640">
                <a:moveTo>
                  <a:pt x="0" y="167640"/>
                </a:moveTo>
                <a:lnTo>
                  <a:pt x="140335" y="44450"/>
                </a:lnTo>
                <a:lnTo>
                  <a:pt x="295910" y="66040"/>
                </a:lnTo>
                <a:lnTo>
                  <a:pt x="441960" y="0"/>
                </a:lnTo>
                <a:lnTo>
                  <a:pt x="606425" y="103505"/>
                </a:lnTo>
                <a:close/>
              </a:path>
            </a:pathLst>
          </a:custGeom>
          <a:solidFill>
            <a:srgbClr val="B566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Kształt 38"/>
          <p:cNvSpPr/>
          <p:nvPr/>
        </p:nvSpPr>
        <p:spPr>
          <a:xfrm>
            <a:off x="4354195" y="3914775"/>
            <a:ext cx="241300" cy="253365"/>
          </a:xfrm>
          <a:custGeom>
            <a:avLst/>
            <a:gdLst/>
            <a:ahLst/>
            <a:cxnLst/>
            <a:rect l="0" t="0" r="r" b="b"/>
            <a:pathLst>
              <a:path w="241300" h="253365">
                <a:moveTo>
                  <a:pt x="0" y="253365"/>
                </a:moveTo>
                <a:lnTo>
                  <a:pt x="100965" y="0"/>
                </a:lnTo>
                <a:lnTo>
                  <a:pt x="241300" y="240665"/>
                </a:lnTo>
                <a:close/>
              </a:path>
            </a:pathLst>
          </a:custGeom>
          <a:solidFill>
            <a:srgbClr val="F6C453"/>
          </a:solidFill>
          <a:ln w="5080">
            <a:solidFill>
              <a:srgbClr val="F6C4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Kształt 39"/>
          <p:cNvSpPr/>
          <p:nvPr/>
        </p:nvSpPr>
        <p:spPr>
          <a:xfrm>
            <a:off x="4531995" y="3931920"/>
            <a:ext cx="254000" cy="230505"/>
          </a:xfrm>
          <a:custGeom>
            <a:avLst/>
            <a:gdLst/>
            <a:ahLst/>
            <a:cxnLst/>
            <a:rect l="0" t="0" r="r" b="b"/>
            <a:pathLst>
              <a:path w="254000" h="230505">
                <a:moveTo>
                  <a:pt x="0" y="230505"/>
                </a:moveTo>
                <a:lnTo>
                  <a:pt x="128905" y="0"/>
                </a:lnTo>
                <a:lnTo>
                  <a:pt x="254000" y="216535"/>
                </a:lnTo>
                <a:close/>
              </a:path>
            </a:pathLst>
          </a:custGeom>
          <a:solidFill>
            <a:srgbClr val="EEB33B"/>
          </a:solidFill>
          <a:ln w="5080">
            <a:solidFill>
              <a:srgbClr val="EEB3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Kształt 40"/>
          <p:cNvSpPr/>
          <p:nvPr/>
        </p:nvSpPr>
        <p:spPr>
          <a:xfrm>
            <a:off x="4669790" y="3977640"/>
            <a:ext cx="205740" cy="173990"/>
          </a:xfrm>
          <a:custGeom>
            <a:avLst/>
            <a:gdLst/>
            <a:ahLst/>
            <a:cxnLst/>
            <a:rect l="0" t="0" r="r" b="b"/>
            <a:pathLst>
              <a:path w="205740" h="173990">
                <a:moveTo>
                  <a:pt x="0" y="157480"/>
                </a:moveTo>
                <a:lnTo>
                  <a:pt x="161925" y="0"/>
                </a:lnTo>
                <a:lnTo>
                  <a:pt x="205740" y="17399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Kształt 41"/>
          <p:cNvSpPr/>
          <p:nvPr/>
        </p:nvSpPr>
        <p:spPr>
          <a:xfrm>
            <a:off x="4265295" y="4123690"/>
            <a:ext cx="231140" cy="811530"/>
          </a:xfrm>
          <a:custGeom>
            <a:avLst/>
            <a:gdLst/>
            <a:ahLst/>
            <a:cxnLst/>
            <a:rect l="0" t="0" r="r" b="b"/>
            <a:pathLst>
              <a:path w="231140" h="811530">
                <a:moveTo>
                  <a:pt x="0" y="53975"/>
                </a:moveTo>
                <a:lnTo>
                  <a:pt x="147955" y="0"/>
                </a:lnTo>
                <a:lnTo>
                  <a:pt x="231140" y="795655"/>
                </a:lnTo>
                <a:lnTo>
                  <a:pt x="80010" y="811530"/>
                </a:lnTo>
                <a:lnTo>
                  <a:pt x="14605" y="435610"/>
                </a:lnTo>
                <a:close/>
              </a:path>
            </a:pathLst>
          </a:custGeom>
          <a:solidFill>
            <a:srgbClr val="EBA142"/>
          </a:solidFill>
          <a:ln w="5080">
            <a:solidFill>
              <a:srgbClr val="EBA14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Kształt 42"/>
          <p:cNvSpPr/>
          <p:nvPr/>
        </p:nvSpPr>
        <p:spPr>
          <a:xfrm>
            <a:off x="4413250" y="4123690"/>
            <a:ext cx="247650" cy="795655"/>
          </a:xfrm>
          <a:custGeom>
            <a:avLst/>
            <a:gdLst/>
            <a:ahLst/>
            <a:cxnLst/>
            <a:rect l="0" t="0" r="r" b="b"/>
            <a:pathLst>
              <a:path w="247650" h="795655">
                <a:moveTo>
                  <a:pt x="0" y="0"/>
                </a:moveTo>
                <a:lnTo>
                  <a:pt x="169545" y="33020"/>
                </a:lnTo>
                <a:lnTo>
                  <a:pt x="247650" y="778510"/>
                </a:lnTo>
                <a:lnTo>
                  <a:pt x="83185" y="795655"/>
                </a:lnTo>
                <a:close/>
              </a:path>
            </a:pathLst>
          </a:custGeom>
          <a:solidFill>
            <a:srgbClr val="E2932B"/>
          </a:solidFill>
          <a:ln w="5080">
            <a:solidFill>
              <a:srgbClr val="E2932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Kształt 43"/>
          <p:cNvSpPr/>
          <p:nvPr/>
        </p:nvSpPr>
        <p:spPr>
          <a:xfrm>
            <a:off x="4582795" y="4089400"/>
            <a:ext cx="242570" cy="812800"/>
          </a:xfrm>
          <a:custGeom>
            <a:avLst/>
            <a:gdLst/>
            <a:ahLst/>
            <a:cxnLst/>
            <a:rect l="0" t="0" r="r" b="b"/>
            <a:pathLst>
              <a:path w="242570" h="812800">
                <a:moveTo>
                  <a:pt x="0" y="67310"/>
                </a:moveTo>
                <a:lnTo>
                  <a:pt x="158750" y="0"/>
                </a:lnTo>
                <a:lnTo>
                  <a:pt x="242570" y="795655"/>
                </a:lnTo>
                <a:lnTo>
                  <a:pt x="78105" y="812800"/>
                </a:lnTo>
                <a:close/>
              </a:path>
            </a:pathLst>
          </a:custGeom>
          <a:solidFill>
            <a:srgbClr val="D6861F"/>
          </a:solidFill>
          <a:ln w="5080">
            <a:solidFill>
              <a:srgbClr val="D6861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Kształt 44"/>
          <p:cNvSpPr/>
          <p:nvPr/>
        </p:nvSpPr>
        <p:spPr>
          <a:xfrm>
            <a:off x="4741545" y="4089400"/>
            <a:ext cx="234950" cy="795655"/>
          </a:xfrm>
          <a:custGeom>
            <a:avLst/>
            <a:gdLst/>
            <a:ahLst/>
            <a:cxnLst/>
            <a:rect l="0" t="0" r="r" b="b"/>
            <a:pathLst>
              <a:path w="234950" h="795655">
                <a:moveTo>
                  <a:pt x="0" y="0"/>
                </a:moveTo>
                <a:lnTo>
                  <a:pt x="155575" y="21590"/>
                </a:lnTo>
                <a:lnTo>
                  <a:pt x="220345" y="398145"/>
                </a:lnTo>
                <a:lnTo>
                  <a:pt x="234950" y="779780"/>
                </a:lnTo>
                <a:lnTo>
                  <a:pt x="83820" y="795655"/>
                </a:lnTo>
                <a:close/>
              </a:path>
            </a:pathLst>
          </a:custGeom>
          <a:solidFill>
            <a:srgbClr val="C4741A"/>
          </a:solidFill>
          <a:ln w="5080">
            <a:solidFill>
              <a:srgbClr val="C4741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Kształt 45"/>
          <p:cNvSpPr/>
          <p:nvPr/>
        </p:nvSpPr>
        <p:spPr>
          <a:xfrm>
            <a:off x="4337050" y="4792980"/>
            <a:ext cx="639445" cy="142240"/>
          </a:xfrm>
          <a:custGeom>
            <a:avLst/>
            <a:gdLst/>
            <a:ahLst/>
            <a:cxnLst/>
            <a:rect l="0" t="0" r="r" b="b"/>
            <a:pathLst>
              <a:path w="639445" h="142240">
                <a:moveTo>
                  <a:pt x="0" y="66675"/>
                </a:moveTo>
                <a:lnTo>
                  <a:pt x="631825" y="0"/>
                </a:lnTo>
                <a:lnTo>
                  <a:pt x="639445" y="76200"/>
                </a:lnTo>
                <a:lnTo>
                  <a:pt x="8255" y="142240"/>
                </a:lnTo>
                <a:close/>
              </a:path>
            </a:pathLst>
          </a:custGeom>
          <a:solidFill>
            <a:srgbClr val="B566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Kształt 46"/>
          <p:cNvSpPr/>
          <p:nvPr/>
        </p:nvSpPr>
        <p:spPr>
          <a:xfrm>
            <a:off x="4352925" y="4232910"/>
            <a:ext cx="495935" cy="201930"/>
          </a:xfrm>
          <a:custGeom>
            <a:avLst/>
            <a:gdLst/>
            <a:ahLst/>
            <a:cxnLst/>
            <a:rect l="0" t="0" r="r" b="b"/>
            <a:pathLst>
              <a:path w="495935" h="201930">
                <a:moveTo>
                  <a:pt x="0" y="50165"/>
                </a:moveTo>
                <a:lnTo>
                  <a:pt x="480060" y="0"/>
                </a:lnTo>
                <a:lnTo>
                  <a:pt x="495935" y="151765"/>
                </a:lnTo>
                <a:lnTo>
                  <a:pt x="16510" y="20193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Kształt 47"/>
          <p:cNvSpPr/>
          <p:nvPr/>
        </p:nvSpPr>
        <p:spPr>
          <a:xfrm>
            <a:off x="4434205" y="4291330"/>
            <a:ext cx="334010" cy="85090"/>
          </a:xfrm>
          <a:custGeom>
            <a:avLst/>
            <a:gdLst/>
            <a:ahLst/>
            <a:cxnLst/>
            <a:rect l="0" t="0" r="r" b="b"/>
            <a:pathLst>
              <a:path w="334010" h="85090">
                <a:moveTo>
                  <a:pt x="0" y="34290"/>
                </a:moveTo>
                <a:lnTo>
                  <a:pt x="328295" y="0"/>
                </a:lnTo>
                <a:lnTo>
                  <a:pt x="334010" y="50800"/>
                </a:lnTo>
                <a:lnTo>
                  <a:pt x="5715" y="8509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Kształt 48"/>
          <p:cNvSpPr/>
          <p:nvPr/>
        </p:nvSpPr>
        <p:spPr>
          <a:xfrm>
            <a:off x="4479925" y="4472940"/>
            <a:ext cx="303530" cy="302895"/>
          </a:xfrm>
          <a:custGeom>
            <a:avLst/>
            <a:gdLst/>
            <a:ahLst/>
            <a:cxnLst/>
            <a:rect l="0" t="0" r="r" b="b"/>
            <a:pathLst>
              <a:path w="303530" h="302895">
                <a:moveTo>
                  <a:pt x="303530" y="135255"/>
                </a:moveTo>
                <a:lnTo>
                  <a:pt x="302260" y="175260"/>
                </a:lnTo>
                <a:lnTo>
                  <a:pt x="290830" y="213360"/>
                </a:lnTo>
                <a:lnTo>
                  <a:pt x="270510" y="247015"/>
                </a:lnTo>
                <a:lnTo>
                  <a:pt x="241300" y="274955"/>
                </a:lnTo>
                <a:lnTo>
                  <a:pt x="206375" y="293370"/>
                </a:lnTo>
                <a:lnTo>
                  <a:pt x="167640" y="302895"/>
                </a:lnTo>
                <a:lnTo>
                  <a:pt x="127635" y="301625"/>
                </a:lnTo>
                <a:lnTo>
                  <a:pt x="89535" y="290830"/>
                </a:lnTo>
                <a:lnTo>
                  <a:pt x="55880" y="269875"/>
                </a:lnTo>
                <a:lnTo>
                  <a:pt x="28575" y="240665"/>
                </a:lnTo>
                <a:lnTo>
                  <a:pt x="9525" y="205740"/>
                </a:lnTo>
                <a:lnTo>
                  <a:pt x="0" y="167005"/>
                </a:lnTo>
                <a:lnTo>
                  <a:pt x="1270" y="127635"/>
                </a:lnTo>
                <a:lnTo>
                  <a:pt x="12700" y="89535"/>
                </a:lnTo>
                <a:lnTo>
                  <a:pt x="33020" y="55245"/>
                </a:lnTo>
                <a:lnTo>
                  <a:pt x="62230" y="27940"/>
                </a:lnTo>
                <a:lnTo>
                  <a:pt x="97155" y="8890"/>
                </a:lnTo>
                <a:lnTo>
                  <a:pt x="135890" y="0"/>
                </a:lnTo>
                <a:lnTo>
                  <a:pt x="175895" y="635"/>
                </a:lnTo>
                <a:lnTo>
                  <a:pt x="213995" y="12065"/>
                </a:lnTo>
                <a:lnTo>
                  <a:pt x="247650" y="33020"/>
                </a:lnTo>
                <a:lnTo>
                  <a:pt x="274955" y="61595"/>
                </a:lnTo>
                <a:lnTo>
                  <a:pt x="294005" y="96520"/>
                </a:lnTo>
                <a:close/>
              </a:path>
            </a:pathLst>
          </a:custGeom>
          <a:solidFill>
            <a:srgbClr val="FFF4D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Kształt 49"/>
          <p:cNvSpPr/>
          <p:nvPr/>
        </p:nvSpPr>
        <p:spPr>
          <a:xfrm>
            <a:off x="4549775" y="4523105"/>
            <a:ext cx="153035" cy="173355"/>
          </a:xfrm>
          <a:custGeom>
            <a:avLst/>
            <a:gdLst/>
            <a:ahLst/>
            <a:cxnLst/>
            <a:rect l="0" t="0" r="r" b="b"/>
            <a:pathLst>
              <a:path w="153035" h="173355">
                <a:moveTo>
                  <a:pt x="0" y="173355"/>
                </a:moveTo>
                <a:lnTo>
                  <a:pt x="71120" y="0"/>
                </a:lnTo>
                <a:lnTo>
                  <a:pt x="153035" y="170180"/>
                </a:lnTo>
                <a:close/>
              </a:path>
            </a:pathLst>
          </a:custGeom>
          <a:solidFill>
            <a:srgbClr val="F6C44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Kształt 50"/>
          <p:cNvSpPr/>
          <p:nvPr/>
        </p:nvSpPr>
        <p:spPr>
          <a:xfrm>
            <a:off x="4628515" y="4563110"/>
            <a:ext cx="140335" cy="151130"/>
          </a:xfrm>
          <a:custGeom>
            <a:avLst/>
            <a:gdLst/>
            <a:ahLst/>
            <a:cxnLst/>
            <a:rect l="0" t="0" r="r" b="b"/>
            <a:pathLst>
              <a:path w="140335" h="151130">
                <a:moveTo>
                  <a:pt x="0" y="151130"/>
                </a:moveTo>
                <a:lnTo>
                  <a:pt x="99060" y="0"/>
                </a:lnTo>
                <a:lnTo>
                  <a:pt x="140335" y="149225"/>
                </a:lnTo>
                <a:close/>
              </a:path>
            </a:pathLst>
          </a:custGeom>
          <a:solidFill>
            <a:srgbClr val="E9A7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Kształt 51"/>
          <p:cNvSpPr/>
          <p:nvPr/>
        </p:nvSpPr>
        <p:spPr>
          <a:xfrm>
            <a:off x="7213600" y="4813300"/>
            <a:ext cx="508000" cy="101600"/>
          </a:xfrm>
          <a:custGeom>
            <a:avLst/>
            <a:gdLst/>
            <a:ahLst/>
            <a:cxnLst/>
            <a:rect l="0" t="0" r="r" b="b"/>
            <a:pathLst>
              <a:path w="508000" h="101600">
                <a:moveTo>
                  <a:pt x="508000" y="50800"/>
                </a:moveTo>
                <a:lnTo>
                  <a:pt x="504190" y="59690"/>
                </a:lnTo>
                <a:lnTo>
                  <a:pt x="492760" y="67945"/>
                </a:lnTo>
                <a:lnTo>
                  <a:pt x="473710" y="76200"/>
                </a:lnTo>
                <a:lnTo>
                  <a:pt x="448310" y="83185"/>
                </a:lnTo>
                <a:lnTo>
                  <a:pt x="417195" y="89535"/>
                </a:lnTo>
                <a:lnTo>
                  <a:pt x="381000" y="94615"/>
                </a:lnTo>
                <a:lnTo>
                  <a:pt x="340995" y="98425"/>
                </a:lnTo>
                <a:lnTo>
                  <a:pt x="297815" y="100965"/>
                </a:lnTo>
                <a:lnTo>
                  <a:pt x="254000" y="101600"/>
                </a:lnTo>
                <a:lnTo>
                  <a:pt x="210185" y="100965"/>
                </a:lnTo>
                <a:lnTo>
                  <a:pt x="167005" y="98425"/>
                </a:lnTo>
                <a:lnTo>
                  <a:pt x="127000" y="94615"/>
                </a:lnTo>
                <a:lnTo>
                  <a:pt x="90805" y="89535"/>
                </a:lnTo>
                <a:lnTo>
                  <a:pt x="59690" y="83185"/>
                </a:lnTo>
                <a:lnTo>
                  <a:pt x="34290" y="76200"/>
                </a:lnTo>
                <a:lnTo>
                  <a:pt x="15240" y="67945"/>
                </a:lnTo>
                <a:lnTo>
                  <a:pt x="3810" y="59690"/>
                </a:lnTo>
                <a:lnTo>
                  <a:pt x="0" y="50800"/>
                </a:lnTo>
                <a:lnTo>
                  <a:pt x="3810" y="41910"/>
                </a:lnTo>
                <a:lnTo>
                  <a:pt x="15240" y="33655"/>
                </a:lnTo>
                <a:lnTo>
                  <a:pt x="34290" y="25400"/>
                </a:lnTo>
                <a:lnTo>
                  <a:pt x="59690" y="18415"/>
                </a:lnTo>
                <a:lnTo>
                  <a:pt x="90805" y="12065"/>
                </a:lnTo>
                <a:lnTo>
                  <a:pt x="127000" y="6985"/>
                </a:lnTo>
                <a:lnTo>
                  <a:pt x="167005" y="3175"/>
                </a:lnTo>
                <a:lnTo>
                  <a:pt x="210185" y="635"/>
                </a:lnTo>
                <a:lnTo>
                  <a:pt x="254000" y="0"/>
                </a:lnTo>
                <a:lnTo>
                  <a:pt x="297815" y="635"/>
                </a:lnTo>
                <a:lnTo>
                  <a:pt x="340995" y="3175"/>
                </a:lnTo>
                <a:lnTo>
                  <a:pt x="381000" y="6985"/>
                </a:lnTo>
                <a:lnTo>
                  <a:pt x="417195" y="12065"/>
                </a:lnTo>
                <a:lnTo>
                  <a:pt x="448310" y="18415"/>
                </a:lnTo>
                <a:lnTo>
                  <a:pt x="473710" y="25400"/>
                </a:lnTo>
                <a:lnTo>
                  <a:pt x="492760" y="33655"/>
                </a:lnTo>
                <a:lnTo>
                  <a:pt x="504190" y="4191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Kształt 52"/>
          <p:cNvSpPr/>
          <p:nvPr/>
        </p:nvSpPr>
        <p:spPr>
          <a:xfrm>
            <a:off x="7245350" y="4381500"/>
            <a:ext cx="444500" cy="482600"/>
          </a:xfrm>
          <a:custGeom>
            <a:avLst/>
            <a:gdLst/>
            <a:ahLst/>
            <a:cxnLst/>
            <a:rect l="0" t="0" r="r" b="b"/>
            <a:pathLst>
              <a:path w="444500" h="482600">
                <a:moveTo>
                  <a:pt x="0" y="0"/>
                </a:moveTo>
                <a:lnTo>
                  <a:pt x="444500" y="0"/>
                </a:lnTo>
                <a:lnTo>
                  <a:pt x="444500" y="438150"/>
                </a:lnTo>
                <a:lnTo>
                  <a:pt x="400050" y="482600"/>
                </a:lnTo>
                <a:lnTo>
                  <a:pt x="44450" y="482600"/>
                </a:lnTo>
                <a:lnTo>
                  <a:pt x="0" y="43815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Kształt 53"/>
          <p:cNvSpPr/>
          <p:nvPr/>
        </p:nvSpPr>
        <p:spPr>
          <a:xfrm>
            <a:off x="7581900" y="4381500"/>
            <a:ext cx="107950" cy="482600"/>
          </a:xfrm>
          <a:custGeom>
            <a:avLst/>
            <a:gdLst/>
            <a:ahLst/>
            <a:cxnLst/>
            <a:rect l="0" t="0" r="r" b="b"/>
            <a:pathLst>
              <a:path w="107950" h="482600">
                <a:moveTo>
                  <a:pt x="0" y="0"/>
                </a:moveTo>
                <a:lnTo>
                  <a:pt x="107950" y="0"/>
                </a:lnTo>
                <a:lnTo>
                  <a:pt x="107950" y="438150"/>
                </a:lnTo>
                <a:lnTo>
                  <a:pt x="63500" y="482600"/>
                </a:lnTo>
                <a:lnTo>
                  <a:pt x="0" y="482600"/>
                </a:lnTo>
                <a:close/>
              </a:path>
            </a:pathLst>
          </a:custGeom>
          <a:solidFill>
            <a:srgbClr val="B51A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Kształt 54"/>
          <p:cNvSpPr/>
          <p:nvPr/>
        </p:nvSpPr>
        <p:spPr>
          <a:xfrm>
            <a:off x="7283450" y="4419600"/>
            <a:ext cx="38100" cy="381000"/>
          </a:xfrm>
          <a:custGeom>
            <a:avLst/>
            <a:gdLst/>
            <a:ahLst/>
            <a:cxnLst/>
            <a:rect l="0" t="0" r="r" b="b"/>
            <a:pathLst>
              <a:path w="38100" h="381000">
                <a:moveTo>
                  <a:pt x="0" y="0"/>
                </a:moveTo>
                <a:lnTo>
                  <a:pt x="38100" y="0"/>
                </a:lnTo>
                <a:lnTo>
                  <a:pt x="38100" y="381000"/>
                </a:lnTo>
                <a:lnTo>
                  <a:pt x="0" y="381000"/>
                </a:lnTo>
                <a:close/>
              </a:path>
            </a:pathLst>
          </a:custGeom>
          <a:solidFill>
            <a:srgbClr val="FFFFFF">
              <a:alpha val="3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Kształt 55"/>
          <p:cNvSpPr/>
          <p:nvPr/>
        </p:nvSpPr>
        <p:spPr>
          <a:xfrm>
            <a:off x="7245350" y="4495800"/>
            <a:ext cx="444500" cy="228600"/>
          </a:xfrm>
          <a:custGeom>
            <a:avLst/>
            <a:gdLst/>
            <a:ahLst/>
            <a:cxnLst/>
            <a:rect l="0" t="0" r="r" b="b"/>
            <a:pathLst>
              <a:path w="444500" h="228600">
                <a:moveTo>
                  <a:pt x="0" y="0"/>
                </a:moveTo>
                <a:lnTo>
                  <a:pt x="444500" y="0"/>
                </a:lnTo>
                <a:lnTo>
                  <a:pt x="444500" y="228600"/>
                </a:lnTo>
                <a:lnTo>
                  <a:pt x="0" y="228600"/>
                </a:lnTo>
                <a:close/>
              </a:path>
            </a:pathLst>
          </a:custGeom>
          <a:solidFill>
            <a:srgbClr val="E293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Kształt 56"/>
          <p:cNvSpPr/>
          <p:nvPr/>
        </p:nvSpPr>
        <p:spPr>
          <a:xfrm>
            <a:off x="7581900" y="4495800"/>
            <a:ext cx="107950" cy="228600"/>
          </a:xfrm>
          <a:custGeom>
            <a:avLst/>
            <a:gdLst/>
            <a:ahLst/>
            <a:cxnLst/>
            <a:rect l="0" t="0" r="r" b="b"/>
            <a:pathLst>
              <a:path w="107950" h="228600">
                <a:moveTo>
                  <a:pt x="0" y="0"/>
                </a:moveTo>
                <a:lnTo>
                  <a:pt x="107950" y="0"/>
                </a:lnTo>
                <a:lnTo>
                  <a:pt x="107950" y="228600"/>
                </a:lnTo>
                <a:lnTo>
                  <a:pt x="0" y="228600"/>
                </a:lnTo>
                <a:close/>
              </a:path>
            </a:pathLst>
          </a:custGeom>
          <a:solidFill>
            <a:srgbClr val="C474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Kształt 57"/>
          <p:cNvSpPr/>
          <p:nvPr/>
        </p:nvSpPr>
        <p:spPr>
          <a:xfrm>
            <a:off x="7340600" y="4572000"/>
            <a:ext cx="215900" cy="76200"/>
          </a:xfrm>
          <a:custGeom>
            <a:avLst/>
            <a:gdLst/>
            <a:ahLst/>
            <a:cxnLst/>
            <a:rect l="0" t="0" r="r" b="b"/>
            <a:pathLst>
              <a:path w="215900" h="76200">
                <a:moveTo>
                  <a:pt x="0" y="0"/>
                </a:moveTo>
                <a:lnTo>
                  <a:pt x="215900" y="0"/>
                </a:lnTo>
                <a:lnTo>
                  <a:pt x="215900" y="76200"/>
                </a:lnTo>
                <a:lnTo>
                  <a:pt x="0" y="762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Kształt 58"/>
          <p:cNvSpPr/>
          <p:nvPr/>
        </p:nvSpPr>
        <p:spPr>
          <a:xfrm>
            <a:off x="7270750" y="4343400"/>
            <a:ext cx="393700" cy="38100"/>
          </a:xfrm>
          <a:custGeom>
            <a:avLst/>
            <a:gdLst/>
            <a:ahLst/>
            <a:cxnLst/>
            <a:rect l="0" t="0" r="r" b="b"/>
            <a:pathLst>
              <a:path w="393700" h="38100">
                <a:moveTo>
                  <a:pt x="0" y="0"/>
                </a:moveTo>
                <a:lnTo>
                  <a:pt x="393700" y="0"/>
                </a:lnTo>
                <a:lnTo>
                  <a:pt x="393700" y="38100"/>
                </a:lnTo>
                <a:lnTo>
                  <a:pt x="0" y="381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Kształt 59"/>
          <p:cNvSpPr/>
          <p:nvPr/>
        </p:nvSpPr>
        <p:spPr>
          <a:xfrm>
            <a:off x="7258050" y="4241800"/>
            <a:ext cx="419100" cy="101600"/>
          </a:xfrm>
          <a:custGeom>
            <a:avLst/>
            <a:gdLst/>
            <a:ahLst/>
            <a:cxnLst/>
            <a:rect l="0" t="0" r="r" b="b"/>
            <a:pathLst>
              <a:path w="419100" h="101600">
                <a:moveTo>
                  <a:pt x="0" y="0"/>
                </a:moveTo>
                <a:lnTo>
                  <a:pt x="419100" y="0"/>
                </a:lnTo>
                <a:lnTo>
                  <a:pt x="41910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3A3A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Kształt 60"/>
          <p:cNvSpPr/>
          <p:nvPr/>
        </p:nvSpPr>
        <p:spPr>
          <a:xfrm>
            <a:off x="7581900" y="4241800"/>
            <a:ext cx="95250" cy="101600"/>
          </a:xfrm>
          <a:custGeom>
            <a:avLst/>
            <a:gdLst/>
            <a:ahLst/>
            <a:cxnLst/>
            <a:rect l="0" t="0" r="r" b="b"/>
            <a:pathLst>
              <a:path w="95250" h="101600">
                <a:moveTo>
                  <a:pt x="0" y="0"/>
                </a:moveTo>
                <a:lnTo>
                  <a:pt x="95250" y="0"/>
                </a:lnTo>
                <a:lnTo>
                  <a:pt x="95250" y="101600"/>
                </a:lnTo>
                <a:lnTo>
                  <a:pt x="0" y="101600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Kształt 61"/>
          <p:cNvSpPr/>
          <p:nvPr/>
        </p:nvSpPr>
        <p:spPr>
          <a:xfrm>
            <a:off x="7258050" y="4203700"/>
            <a:ext cx="419100" cy="76200"/>
          </a:xfrm>
          <a:custGeom>
            <a:avLst/>
            <a:gdLst/>
            <a:ahLst/>
            <a:cxnLst/>
            <a:rect l="0" t="0" r="r" b="b"/>
            <a:pathLst>
              <a:path w="419100" h="76200">
                <a:moveTo>
                  <a:pt x="419100" y="38100"/>
                </a:moveTo>
                <a:lnTo>
                  <a:pt x="412115" y="48260"/>
                </a:lnTo>
                <a:lnTo>
                  <a:pt x="391160" y="57150"/>
                </a:lnTo>
                <a:lnTo>
                  <a:pt x="357505" y="64770"/>
                </a:lnTo>
                <a:lnTo>
                  <a:pt x="314325" y="71120"/>
                </a:lnTo>
                <a:lnTo>
                  <a:pt x="263525" y="74930"/>
                </a:lnTo>
                <a:lnTo>
                  <a:pt x="209550" y="76200"/>
                </a:lnTo>
                <a:lnTo>
                  <a:pt x="155575" y="74930"/>
                </a:lnTo>
                <a:lnTo>
                  <a:pt x="104775" y="71120"/>
                </a:lnTo>
                <a:lnTo>
                  <a:pt x="61595" y="64770"/>
                </a:lnTo>
                <a:lnTo>
                  <a:pt x="27940" y="57150"/>
                </a:lnTo>
                <a:lnTo>
                  <a:pt x="6985" y="48260"/>
                </a:lnTo>
                <a:lnTo>
                  <a:pt x="0" y="38100"/>
                </a:lnTo>
                <a:lnTo>
                  <a:pt x="6985" y="27940"/>
                </a:lnTo>
                <a:lnTo>
                  <a:pt x="27940" y="19050"/>
                </a:lnTo>
                <a:lnTo>
                  <a:pt x="61595" y="11430"/>
                </a:lnTo>
                <a:lnTo>
                  <a:pt x="104775" y="5080"/>
                </a:lnTo>
                <a:lnTo>
                  <a:pt x="155575" y="1270"/>
                </a:lnTo>
                <a:lnTo>
                  <a:pt x="209550" y="0"/>
                </a:lnTo>
                <a:lnTo>
                  <a:pt x="263525" y="1270"/>
                </a:lnTo>
                <a:lnTo>
                  <a:pt x="314325" y="5080"/>
                </a:lnTo>
                <a:lnTo>
                  <a:pt x="357505" y="11430"/>
                </a:lnTo>
                <a:lnTo>
                  <a:pt x="391160" y="19050"/>
                </a:lnTo>
                <a:lnTo>
                  <a:pt x="412115" y="27940"/>
                </a:lnTo>
                <a:close/>
              </a:path>
            </a:pathLst>
          </a:custGeom>
          <a:solidFill>
            <a:srgbClr val="5A5A5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Kształt 62"/>
          <p:cNvSpPr/>
          <p:nvPr/>
        </p:nvSpPr>
        <p:spPr>
          <a:xfrm>
            <a:off x="9410700" y="4815840"/>
            <a:ext cx="355600" cy="71120"/>
          </a:xfrm>
          <a:custGeom>
            <a:avLst/>
            <a:gdLst/>
            <a:ahLst/>
            <a:cxnLst/>
            <a:rect l="0" t="0" r="r" b="b"/>
            <a:pathLst>
              <a:path w="355600" h="71120">
                <a:moveTo>
                  <a:pt x="355600" y="35560"/>
                </a:moveTo>
                <a:lnTo>
                  <a:pt x="353060" y="41910"/>
                </a:lnTo>
                <a:lnTo>
                  <a:pt x="344805" y="47625"/>
                </a:lnTo>
                <a:lnTo>
                  <a:pt x="331470" y="53340"/>
                </a:lnTo>
                <a:lnTo>
                  <a:pt x="313690" y="58420"/>
                </a:lnTo>
                <a:lnTo>
                  <a:pt x="292100" y="62865"/>
                </a:lnTo>
                <a:lnTo>
                  <a:pt x="266700" y="66040"/>
                </a:lnTo>
                <a:lnTo>
                  <a:pt x="238760" y="69215"/>
                </a:lnTo>
                <a:lnTo>
                  <a:pt x="208915" y="70485"/>
                </a:lnTo>
                <a:lnTo>
                  <a:pt x="177800" y="71120"/>
                </a:lnTo>
                <a:lnTo>
                  <a:pt x="146685" y="70485"/>
                </a:lnTo>
                <a:lnTo>
                  <a:pt x="116840" y="69215"/>
                </a:lnTo>
                <a:lnTo>
                  <a:pt x="88900" y="66040"/>
                </a:lnTo>
                <a:lnTo>
                  <a:pt x="63500" y="62865"/>
                </a:lnTo>
                <a:lnTo>
                  <a:pt x="41910" y="58420"/>
                </a:lnTo>
                <a:lnTo>
                  <a:pt x="24130" y="53340"/>
                </a:lnTo>
                <a:lnTo>
                  <a:pt x="10795" y="47625"/>
                </a:lnTo>
                <a:lnTo>
                  <a:pt x="2540" y="41910"/>
                </a:lnTo>
                <a:lnTo>
                  <a:pt x="0" y="35560"/>
                </a:lnTo>
                <a:lnTo>
                  <a:pt x="2540" y="29210"/>
                </a:lnTo>
                <a:lnTo>
                  <a:pt x="10795" y="23495"/>
                </a:lnTo>
                <a:lnTo>
                  <a:pt x="24130" y="17780"/>
                </a:lnTo>
                <a:lnTo>
                  <a:pt x="41910" y="12700"/>
                </a:lnTo>
                <a:lnTo>
                  <a:pt x="63500" y="8255"/>
                </a:lnTo>
                <a:lnTo>
                  <a:pt x="88900" y="5080"/>
                </a:lnTo>
                <a:lnTo>
                  <a:pt x="116840" y="1905"/>
                </a:lnTo>
                <a:lnTo>
                  <a:pt x="146685" y="635"/>
                </a:lnTo>
                <a:lnTo>
                  <a:pt x="177800" y="0"/>
                </a:lnTo>
                <a:lnTo>
                  <a:pt x="208915" y="635"/>
                </a:lnTo>
                <a:lnTo>
                  <a:pt x="238760" y="1905"/>
                </a:lnTo>
                <a:lnTo>
                  <a:pt x="266700" y="5080"/>
                </a:lnTo>
                <a:lnTo>
                  <a:pt x="292100" y="8255"/>
                </a:lnTo>
                <a:lnTo>
                  <a:pt x="313690" y="12700"/>
                </a:lnTo>
                <a:lnTo>
                  <a:pt x="331470" y="17780"/>
                </a:lnTo>
                <a:lnTo>
                  <a:pt x="344805" y="23495"/>
                </a:lnTo>
                <a:lnTo>
                  <a:pt x="353060" y="2921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Kształt 63"/>
          <p:cNvSpPr/>
          <p:nvPr/>
        </p:nvSpPr>
        <p:spPr>
          <a:xfrm>
            <a:off x="9448800" y="4851400"/>
            <a:ext cx="279400" cy="38100"/>
          </a:xfrm>
          <a:custGeom>
            <a:avLst/>
            <a:gdLst/>
            <a:ahLst/>
            <a:cxnLst/>
            <a:rect l="0" t="0" r="r" b="b"/>
            <a:pathLst>
              <a:path w="279400" h="38100">
                <a:moveTo>
                  <a:pt x="279400" y="0"/>
                </a:moveTo>
                <a:lnTo>
                  <a:pt x="274955" y="10160"/>
                </a:lnTo>
                <a:lnTo>
                  <a:pt x="260985" y="19050"/>
                </a:lnTo>
                <a:lnTo>
                  <a:pt x="238760" y="26670"/>
                </a:lnTo>
                <a:lnTo>
                  <a:pt x="209550" y="33020"/>
                </a:lnTo>
                <a:lnTo>
                  <a:pt x="175895" y="36830"/>
                </a:lnTo>
                <a:lnTo>
                  <a:pt x="139700" y="38100"/>
                </a:lnTo>
                <a:lnTo>
                  <a:pt x="103505" y="36830"/>
                </a:lnTo>
                <a:lnTo>
                  <a:pt x="69850" y="33020"/>
                </a:lnTo>
                <a:lnTo>
                  <a:pt x="40640" y="26670"/>
                </a:lnTo>
                <a:lnTo>
                  <a:pt x="18415" y="19050"/>
                </a:lnTo>
                <a:lnTo>
                  <a:pt x="4445" y="10160"/>
                </a:lnTo>
                <a:lnTo>
                  <a:pt x="0" y="0"/>
                </a:lnTo>
                <a:close/>
              </a:path>
            </a:pathLst>
          </a:custGeom>
          <a:solidFill>
            <a:srgbClr val="2C6F9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Kształt 64"/>
          <p:cNvSpPr/>
          <p:nvPr/>
        </p:nvSpPr>
        <p:spPr>
          <a:xfrm>
            <a:off x="9448800" y="4318000"/>
            <a:ext cx="279400" cy="533400"/>
          </a:xfrm>
          <a:custGeom>
            <a:avLst/>
            <a:gdLst/>
            <a:ahLst/>
            <a:cxnLst/>
            <a:rect l="0" t="0" r="r" b="b"/>
            <a:pathLst>
              <a:path w="279400" h="533400">
                <a:moveTo>
                  <a:pt x="0" y="0"/>
                </a:moveTo>
                <a:lnTo>
                  <a:pt x="279400" y="0"/>
                </a:lnTo>
                <a:lnTo>
                  <a:pt x="279400" y="533400"/>
                </a:lnTo>
                <a:lnTo>
                  <a:pt x="0" y="533400"/>
                </a:lnTo>
                <a:close/>
              </a:path>
            </a:pathLst>
          </a:custGeom>
          <a:solidFill>
            <a:srgbClr val="3A8FC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Kształt 65"/>
          <p:cNvSpPr/>
          <p:nvPr/>
        </p:nvSpPr>
        <p:spPr>
          <a:xfrm>
            <a:off x="9639300" y="4318000"/>
            <a:ext cx="88900" cy="533400"/>
          </a:xfrm>
          <a:custGeom>
            <a:avLst/>
            <a:gdLst/>
            <a:ahLst/>
            <a:cxnLst/>
            <a:rect l="0" t="0" r="r" b="b"/>
            <a:pathLst>
              <a:path w="88900" h="533400">
                <a:moveTo>
                  <a:pt x="0" y="0"/>
                </a:moveTo>
                <a:lnTo>
                  <a:pt x="88900" y="0"/>
                </a:lnTo>
                <a:lnTo>
                  <a:pt x="88900" y="533400"/>
                </a:lnTo>
                <a:lnTo>
                  <a:pt x="0" y="533400"/>
                </a:lnTo>
                <a:close/>
              </a:path>
            </a:pathLst>
          </a:custGeom>
          <a:solidFill>
            <a:srgbClr val="2C6F9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Kształt 66"/>
          <p:cNvSpPr/>
          <p:nvPr/>
        </p:nvSpPr>
        <p:spPr>
          <a:xfrm>
            <a:off x="9448800" y="4495800"/>
            <a:ext cx="279400" cy="152400"/>
          </a:xfrm>
          <a:custGeom>
            <a:avLst/>
            <a:gdLst/>
            <a:ahLst/>
            <a:cxnLst/>
            <a:rect l="0" t="0" r="r" b="b"/>
            <a:pathLst>
              <a:path w="279400" h="152400">
                <a:moveTo>
                  <a:pt x="0" y="63500"/>
                </a:moveTo>
                <a:lnTo>
                  <a:pt x="279400" y="0"/>
                </a:lnTo>
                <a:lnTo>
                  <a:pt x="279400" y="88900"/>
                </a:lnTo>
                <a:lnTo>
                  <a:pt x="0" y="1524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Kształt 67"/>
          <p:cNvSpPr/>
          <p:nvPr/>
        </p:nvSpPr>
        <p:spPr>
          <a:xfrm>
            <a:off x="9639300" y="4495800"/>
            <a:ext cx="88900" cy="109220"/>
          </a:xfrm>
          <a:custGeom>
            <a:avLst/>
            <a:gdLst/>
            <a:ahLst/>
            <a:cxnLst/>
            <a:rect l="0" t="0" r="r" b="b"/>
            <a:pathLst>
              <a:path w="88900" h="109220">
                <a:moveTo>
                  <a:pt x="0" y="20320"/>
                </a:moveTo>
                <a:lnTo>
                  <a:pt x="88900" y="0"/>
                </a:lnTo>
                <a:lnTo>
                  <a:pt x="88900" y="88900"/>
                </a:lnTo>
                <a:lnTo>
                  <a:pt x="0" y="109220"/>
                </a:lnTo>
                <a:close/>
              </a:path>
            </a:pathLst>
          </a:custGeom>
          <a:solidFill>
            <a:srgbClr val="E6E9E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Kształt 68"/>
          <p:cNvSpPr/>
          <p:nvPr/>
        </p:nvSpPr>
        <p:spPr>
          <a:xfrm>
            <a:off x="9486900" y="4368800"/>
            <a:ext cx="25400" cy="431800"/>
          </a:xfrm>
          <a:custGeom>
            <a:avLst/>
            <a:gdLst/>
            <a:ahLst/>
            <a:cxnLst/>
            <a:rect l="0" t="0" r="r" b="b"/>
            <a:pathLst>
              <a:path w="25400" h="431800">
                <a:moveTo>
                  <a:pt x="0" y="0"/>
                </a:moveTo>
                <a:lnTo>
                  <a:pt x="25400" y="0"/>
                </a:lnTo>
                <a:lnTo>
                  <a:pt x="25400" y="431800"/>
                </a:lnTo>
                <a:lnTo>
                  <a:pt x="0" y="431800"/>
                </a:lnTo>
                <a:close/>
              </a:path>
            </a:pathLst>
          </a:custGeom>
          <a:solidFill>
            <a:srgbClr val="FFFFFF">
              <a:alpha val="35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Kształt 69"/>
          <p:cNvSpPr/>
          <p:nvPr/>
        </p:nvSpPr>
        <p:spPr>
          <a:xfrm>
            <a:off x="9448800" y="4279900"/>
            <a:ext cx="279400" cy="76200"/>
          </a:xfrm>
          <a:custGeom>
            <a:avLst/>
            <a:gdLst/>
            <a:ahLst/>
            <a:cxnLst/>
            <a:rect l="0" t="0" r="r" b="b"/>
            <a:pathLst>
              <a:path w="279400" h="76200">
                <a:moveTo>
                  <a:pt x="279400" y="38100"/>
                </a:moveTo>
                <a:lnTo>
                  <a:pt x="274955" y="48260"/>
                </a:lnTo>
                <a:lnTo>
                  <a:pt x="260985" y="57150"/>
                </a:lnTo>
                <a:lnTo>
                  <a:pt x="238760" y="64770"/>
                </a:lnTo>
                <a:lnTo>
                  <a:pt x="209550" y="71120"/>
                </a:lnTo>
                <a:lnTo>
                  <a:pt x="175895" y="74930"/>
                </a:lnTo>
                <a:lnTo>
                  <a:pt x="139700" y="76200"/>
                </a:lnTo>
                <a:lnTo>
                  <a:pt x="103505" y="74930"/>
                </a:lnTo>
                <a:lnTo>
                  <a:pt x="69850" y="71120"/>
                </a:lnTo>
                <a:lnTo>
                  <a:pt x="40640" y="64770"/>
                </a:lnTo>
                <a:lnTo>
                  <a:pt x="18415" y="57150"/>
                </a:lnTo>
                <a:lnTo>
                  <a:pt x="4445" y="48260"/>
                </a:lnTo>
                <a:lnTo>
                  <a:pt x="0" y="38100"/>
                </a:lnTo>
                <a:lnTo>
                  <a:pt x="4445" y="27940"/>
                </a:lnTo>
                <a:lnTo>
                  <a:pt x="18415" y="19050"/>
                </a:lnTo>
                <a:lnTo>
                  <a:pt x="40640" y="11430"/>
                </a:lnTo>
                <a:lnTo>
                  <a:pt x="69850" y="5080"/>
                </a:lnTo>
                <a:lnTo>
                  <a:pt x="103505" y="1270"/>
                </a:lnTo>
                <a:lnTo>
                  <a:pt x="139700" y="0"/>
                </a:lnTo>
                <a:lnTo>
                  <a:pt x="175895" y="1270"/>
                </a:lnTo>
                <a:lnTo>
                  <a:pt x="209550" y="5080"/>
                </a:lnTo>
                <a:lnTo>
                  <a:pt x="238760" y="11430"/>
                </a:lnTo>
                <a:lnTo>
                  <a:pt x="260985" y="19050"/>
                </a:lnTo>
                <a:lnTo>
                  <a:pt x="274955" y="27940"/>
                </a:lnTo>
                <a:close/>
              </a:path>
            </a:pathLst>
          </a:custGeom>
          <a:solidFill>
            <a:srgbClr val="DFE5E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Kształt 70"/>
          <p:cNvSpPr/>
          <p:nvPr/>
        </p:nvSpPr>
        <p:spPr>
          <a:xfrm>
            <a:off x="9493250" y="4295140"/>
            <a:ext cx="190500" cy="45720"/>
          </a:xfrm>
          <a:custGeom>
            <a:avLst/>
            <a:gdLst/>
            <a:ahLst/>
            <a:cxnLst/>
            <a:rect l="0" t="0" r="r" b="b"/>
            <a:pathLst>
              <a:path w="190500" h="45720">
                <a:moveTo>
                  <a:pt x="190500" y="22860"/>
                </a:moveTo>
                <a:lnTo>
                  <a:pt x="187325" y="28575"/>
                </a:lnTo>
                <a:lnTo>
                  <a:pt x="177800" y="34290"/>
                </a:lnTo>
                <a:lnTo>
                  <a:pt x="162560" y="38735"/>
                </a:lnTo>
                <a:lnTo>
                  <a:pt x="142875" y="42545"/>
                </a:lnTo>
                <a:lnTo>
                  <a:pt x="120015" y="45085"/>
                </a:lnTo>
                <a:lnTo>
                  <a:pt x="95250" y="45720"/>
                </a:lnTo>
                <a:lnTo>
                  <a:pt x="70485" y="45085"/>
                </a:lnTo>
                <a:lnTo>
                  <a:pt x="47625" y="42545"/>
                </a:lnTo>
                <a:lnTo>
                  <a:pt x="27940" y="38735"/>
                </a:lnTo>
                <a:lnTo>
                  <a:pt x="12700" y="34290"/>
                </a:lnTo>
                <a:lnTo>
                  <a:pt x="3175" y="28575"/>
                </a:lnTo>
                <a:lnTo>
                  <a:pt x="0" y="22860"/>
                </a:lnTo>
                <a:lnTo>
                  <a:pt x="3175" y="17145"/>
                </a:lnTo>
                <a:lnTo>
                  <a:pt x="12700" y="11430"/>
                </a:lnTo>
                <a:lnTo>
                  <a:pt x="27940" y="6985"/>
                </a:lnTo>
                <a:lnTo>
                  <a:pt x="47625" y="3175"/>
                </a:lnTo>
                <a:lnTo>
                  <a:pt x="70485" y="635"/>
                </a:lnTo>
                <a:lnTo>
                  <a:pt x="95250" y="0"/>
                </a:lnTo>
                <a:lnTo>
                  <a:pt x="120015" y="635"/>
                </a:lnTo>
                <a:lnTo>
                  <a:pt x="142875" y="3175"/>
                </a:lnTo>
                <a:lnTo>
                  <a:pt x="162560" y="6985"/>
                </a:lnTo>
                <a:lnTo>
                  <a:pt x="177800" y="11430"/>
                </a:lnTo>
                <a:lnTo>
                  <a:pt x="187325" y="17145"/>
                </a:lnTo>
                <a:close/>
              </a:path>
            </a:pathLst>
          </a:custGeom>
          <a:solidFill>
            <a:srgbClr val="B9C2C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Kształt 71"/>
          <p:cNvSpPr/>
          <p:nvPr/>
        </p:nvSpPr>
        <p:spPr>
          <a:xfrm>
            <a:off x="9569450" y="4298950"/>
            <a:ext cx="63500" cy="25400"/>
          </a:xfrm>
          <a:custGeom>
            <a:avLst/>
            <a:gdLst/>
            <a:ahLst/>
            <a:cxnLst/>
            <a:rect l="0" t="0" r="r" b="b"/>
            <a:pathLst>
              <a:path w="63500" h="25400">
                <a:moveTo>
                  <a:pt x="0" y="0"/>
                </a:moveTo>
                <a:lnTo>
                  <a:pt x="63500" y="0"/>
                </a:lnTo>
                <a:lnTo>
                  <a:pt x="63500" y="25400"/>
                </a:lnTo>
                <a:lnTo>
                  <a:pt x="0" y="25400"/>
                </a:lnTo>
                <a:close/>
              </a:path>
            </a:pathLst>
          </a:custGeom>
          <a:solidFill>
            <a:srgbClr val="9AA1A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Kształt 72"/>
          <p:cNvSpPr/>
          <p:nvPr/>
        </p:nvSpPr>
        <p:spPr>
          <a:xfrm>
            <a:off x="9956800" y="4864100"/>
            <a:ext cx="381000" cy="76200"/>
          </a:xfrm>
          <a:custGeom>
            <a:avLst/>
            <a:gdLst/>
            <a:ahLst/>
            <a:cxnLst/>
            <a:rect l="0" t="0" r="r" b="b"/>
            <a:pathLst>
              <a:path w="381000" h="76200">
                <a:moveTo>
                  <a:pt x="381000" y="38100"/>
                </a:moveTo>
                <a:lnTo>
                  <a:pt x="377825" y="44450"/>
                </a:lnTo>
                <a:lnTo>
                  <a:pt x="369570" y="51435"/>
                </a:lnTo>
                <a:lnTo>
                  <a:pt x="355600" y="57150"/>
                </a:lnTo>
                <a:lnTo>
                  <a:pt x="336550" y="62865"/>
                </a:lnTo>
                <a:lnTo>
                  <a:pt x="313055" y="67310"/>
                </a:lnTo>
                <a:lnTo>
                  <a:pt x="285750" y="71120"/>
                </a:lnTo>
                <a:lnTo>
                  <a:pt x="255905" y="73660"/>
                </a:lnTo>
                <a:lnTo>
                  <a:pt x="223520" y="75565"/>
                </a:lnTo>
                <a:lnTo>
                  <a:pt x="190500" y="76200"/>
                </a:lnTo>
                <a:lnTo>
                  <a:pt x="157480" y="75565"/>
                </a:lnTo>
                <a:lnTo>
                  <a:pt x="125095" y="73660"/>
                </a:lnTo>
                <a:lnTo>
                  <a:pt x="95250" y="71120"/>
                </a:lnTo>
                <a:lnTo>
                  <a:pt x="67945" y="67310"/>
                </a:lnTo>
                <a:lnTo>
                  <a:pt x="44450" y="62865"/>
                </a:lnTo>
                <a:lnTo>
                  <a:pt x="25400" y="57150"/>
                </a:lnTo>
                <a:lnTo>
                  <a:pt x="11430" y="51435"/>
                </a:lnTo>
                <a:lnTo>
                  <a:pt x="3175" y="44450"/>
                </a:lnTo>
                <a:lnTo>
                  <a:pt x="0" y="38100"/>
                </a:lnTo>
                <a:lnTo>
                  <a:pt x="3175" y="31750"/>
                </a:lnTo>
                <a:lnTo>
                  <a:pt x="11430" y="24765"/>
                </a:lnTo>
                <a:lnTo>
                  <a:pt x="25400" y="19050"/>
                </a:lnTo>
                <a:lnTo>
                  <a:pt x="44450" y="13335"/>
                </a:lnTo>
                <a:lnTo>
                  <a:pt x="67945" y="8890"/>
                </a:lnTo>
                <a:lnTo>
                  <a:pt x="95250" y="5080"/>
                </a:lnTo>
                <a:lnTo>
                  <a:pt x="125095" y="2540"/>
                </a:lnTo>
                <a:lnTo>
                  <a:pt x="157480" y="635"/>
                </a:lnTo>
                <a:lnTo>
                  <a:pt x="190500" y="0"/>
                </a:lnTo>
                <a:lnTo>
                  <a:pt x="223520" y="635"/>
                </a:lnTo>
                <a:lnTo>
                  <a:pt x="255905" y="2540"/>
                </a:lnTo>
                <a:lnTo>
                  <a:pt x="285750" y="5080"/>
                </a:lnTo>
                <a:lnTo>
                  <a:pt x="313055" y="8890"/>
                </a:lnTo>
                <a:lnTo>
                  <a:pt x="336550" y="13335"/>
                </a:lnTo>
                <a:lnTo>
                  <a:pt x="355600" y="19050"/>
                </a:lnTo>
                <a:lnTo>
                  <a:pt x="369570" y="24765"/>
                </a:lnTo>
                <a:lnTo>
                  <a:pt x="377825" y="3175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Kształt 73"/>
          <p:cNvSpPr/>
          <p:nvPr/>
        </p:nvSpPr>
        <p:spPr>
          <a:xfrm>
            <a:off x="9982200" y="4318000"/>
            <a:ext cx="330200" cy="584200"/>
          </a:xfrm>
          <a:custGeom>
            <a:avLst/>
            <a:gdLst/>
            <a:ahLst/>
            <a:cxnLst/>
            <a:rect l="0" t="0" r="r" b="b"/>
            <a:pathLst>
              <a:path w="330200" h="584200">
                <a:moveTo>
                  <a:pt x="0" y="0"/>
                </a:moveTo>
                <a:lnTo>
                  <a:pt x="330200" y="0"/>
                </a:lnTo>
                <a:lnTo>
                  <a:pt x="304800" y="584200"/>
                </a:lnTo>
                <a:lnTo>
                  <a:pt x="25400" y="584200"/>
                </a:lnTo>
                <a:close/>
              </a:path>
            </a:pathLst>
          </a:custGeom>
          <a:solidFill>
            <a:srgbClr val="F3E2A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Kształt 74"/>
          <p:cNvSpPr/>
          <p:nvPr/>
        </p:nvSpPr>
        <p:spPr>
          <a:xfrm>
            <a:off x="10210800" y="4318000"/>
            <a:ext cx="101600" cy="584200"/>
          </a:xfrm>
          <a:custGeom>
            <a:avLst/>
            <a:gdLst/>
            <a:ahLst/>
            <a:cxnLst/>
            <a:rect l="0" t="0" r="r" b="b"/>
            <a:pathLst>
              <a:path w="101600" h="584200">
                <a:moveTo>
                  <a:pt x="12700" y="0"/>
                </a:moveTo>
                <a:lnTo>
                  <a:pt x="101600" y="0"/>
                </a:lnTo>
                <a:lnTo>
                  <a:pt x="76200" y="584200"/>
                </a:lnTo>
                <a:lnTo>
                  <a:pt x="0" y="584200"/>
                </a:lnTo>
                <a:close/>
              </a:path>
            </a:pathLst>
          </a:custGeom>
          <a:solidFill>
            <a:srgbClr val="EAD3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Kształt 75"/>
          <p:cNvSpPr/>
          <p:nvPr/>
        </p:nvSpPr>
        <p:spPr>
          <a:xfrm>
            <a:off x="10026650" y="4368800"/>
            <a:ext cx="50800" cy="482600"/>
          </a:xfrm>
          <a:custGeom>
            <a:avLst/>
            <a:gdLst/>
            <a:ahLst/>
            <a:cxnLst/>
            <a:rect l="0" t="0" r="r" b="b"/>
            <a:pathLst>
              <a:path w="50800" h="482600">
                <a:moveTo>
                  <a:pt x="0" y="0"/>
                </a:moveTo>
                <a:lnTo>
                  <a:pt x="44450" y="0"/>
                </a:lnTo>
                <a:lnTo>
                  <a:pt x="50800" y="482600"/>
                </a:lnTo>
                <a:lnTo>
                  <a:pt x="19050" y="482600"/>
                </a:lnTo>
                <a:close/>
              </a:path>
            </a:pathLst>
          </a:custGeom>
          <a:solidFill>
            <a:srgbClr val="FBF1C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Kształt 76"/>
          <p:cNvSpPr/>
          <p:nvPr/>
        </p:nvSpPr>
        <p:spPr>
          <a:xfrm>
            <a:off x="9982200" y="4279900"/>
            <a:ext cx="330200" cy="76200"/>
          </a:xfrm>
          <a:custGeom>
            <a:avLst/>
            <a:gdLst/>
            <a:ahLst/>
            <a:cxnLst/>
            <a:rect l="0" t="0" r="r" b="b"/>
            <a:pathLst>
              <a:path w="330200" h="76200">
                <a:moveTo>
                  <a:pt x="330200" y="38100"/>
                </a:moveTo>
                <a:lnTo>
                  <a:pt x="324485" y="48260"/>
                </a:lnTo>
                <a:lnTo>
                  <a:pt x="307975" y="57150"/>
                </a:lnTo>
                <a:lnTo>
                  <a:pt x="281940" y="64770"/>
                </a:lnTo>
                <a:lnTo>
                  <a:pt x="247650" y="71120"/>
                </a:lnTo>
                <a:lnTo>
                  <a:pt x="207645" y="74930"/>
                </a:lnTo>
                <a:lnTo>
                  <a:pt x="165100" y="76200"/>
                </a:lnTo>
                <a:lnTo>
                  <a:pt x="122555" y="74930"/>
                </a:lnTo>
                <a:lnTo>
                  <a:pt x="82550" y="71120"/>
                </a:lnTo>
                <a:lnTo>
                  <a:pt x="48260" y="64770"/>
                </a:lnTo>
                <a:lnTo>
                  <a:pt x="22225" y="57150"/>
                </a:lnTo>
                <a:lnTo>
                  <a:pt x="5715" y="48260"/>
                </a:lnTo>
                <a:lnTo>
                  <a:pt x="0" y="38100"/>
                </a:lnTo>
                <a:lnTo>
                  <a:pt x="5715" y="27940"/>
                </a:lnTo>
                <a:lnTo>
                  <a:pt x="22225" y="19050"/>
                </a:lnTo>
                <a:lnTo>
                  <a:pt x="48260" y="11430"/>
                </a:lnTo>
                <a:lnTo>
                  <a:pt x="82550" y="5080"/>
                </a:lnTo>
                <a:lnTo>
                  <a:pt x="122555" y="1270"/>
                </a:lnTo>
                <a:lnTo>
                  <a:pt x="165100" y="0"/>
                </a:lnTo>
                <a:lnTo>
                  <a:pt x="207645" y="1270"/>
                </a:lnTo>
                <a:lnTo>
                  <a:pt x="247650" y="5080"/>
                </a:lnTo>
                <a:lnTo>
                  <a:pt x="281940" y="11430"/>
                </a:lnTo>
                <a:lnTo>
                  <a:pt x="307975" y="19050"/>
                </a:lnTo>
                <a:lnTo>
                  <a:pt x="324485" y="27940"/>
                </a:lnTo>
                <a:close/>
              </a:path>
            </a:pathLst>
          </a:custGeom>
          <a:solidFill>
            <a:srgbClr val="FFF6D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Kształt 77"/>
          <p:cNvSpPr/>
          <p:nvPr/>
        </p:nvSpPr>
        <p:spPr>
          <a:xfrm>
            <a:off x="10160000" y="3975100"/>
            <a:ext cx="139700" cy="355600"/>
          </a:xfrm>
          <a:custGeom>
            <a:avLst/>
            <a:gdLst/>
            <a:ahLst/>
            <a:cxnLst/>
            <a:rect l="0" t="0" r="r" b="b"/>
            <a:pathLst>
              <a:path w="139700" h="355600">
                <a:moveTo>
                  <a:pt x="0" y="355600"/>
                </a:moveTo>
                <a:lnTo>
                  <a:pt x="31750" y="355600"/>
                </a:lnTo>
                <a:lnTo>
                  <a:pt x="139700" y="0"/>
                </a:lnTo>
                <a:lnTo>
                  <a:pt x="10795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Kształt 78"/>
          <p:cNvSpPr/>
          <p:nvPr/>
        </p:nvSpPr>
        <p:spPr>
          <a:xfrm>
            <a:off x="10191750" y="3975100"/>
            <a:ext cx="120650" cy="355600"/>
          </a:xfrm>
          <a:custGeom>
            <a:avLst/>
            <a:gdLst/>
            <a:ahLst/>
            <a:cxnLst/>
            <a:rect l="0" t="0" r="r" b="b"/>
            <a:pathLst>
              <a:path w="120650" h="355600">
                <a:moveTo>
                  <a:pt x="0" y="355600"/>
                </a:moveTo>
                <a:lnTo>
                  <a:pt x="12700" y="355600"/>
                </a:lnTo>
                <a:lnTo>
                  <a:pt x="120650" y="0"/>
                </a:lnTo>
                <a:lnTo>
                  <a:pt x="10795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Kształt 79"/>
          <p:cNvSpPr/>
          <p:nvPr/>
        </p:nvSpPr>
        <p:spPr>
          <a:xfrm>
            <a:off x="9925050" y="4222750"/>
            <a:ext cx="190500" cy="95250"/>
          </a:xfrm>
          <a:custGeom>
            <a:avLst/>
            <a:gdLst/>
            <a:ahLst/>
            <a:cxnLst/>
            <a:rect l="0" t="0" r="r" b="b"/>
            <a:pathLst>
              <a:path w="190500" h="95250">
                <a:moveTo>
                  <a:pt x="0" y="95250"/>
                </a:moveTo>
                <a:lnTo>
                  <a:pt x="3175" y="70485"/>
                </a:lnTo>
                <a:lnTo>
                  <a:pt x="12700" y="47625"/>
                </a:lnTo>
                <a:lnTo>
                  <a:pt x="27940" y="27940"/>
                </a:lnTo>
                <a:lnTo>
                  <a:pt x="47625" y="12700"/>
                </a:lnTo>
                <a:lnTo>
                  <a:pt x="70485" y="3175"/>
                </a:lnTo>
                <a:lnTo>
                  <a:pt x="95250" y="0"/>
                </a:lnTo>
                <a:lnTo>
                  <a:pt x="120015" y="3175"/>
                </a:lnTo>
                <a:lnTo>
                  <a:pt x="142875" y="12700"/>
                </a:lnTo>
                <a:lnTo>
                  <a:pt x="162560" y="27940"/>
                </a:lnTo>
                <a:lnTo>
                  <a:pt x="177800" y="47625"/>
                </a:lnTo>
                <a:lnTo>
                  <a:pt x="187325" y="70485"/>
                </a:lnTo>
                <a:lnTo>
                  <a:pt x="190500" y="95250"/>
                </a:lnTo>
                <a:close/>
              </a:path>
            </a:pathLst>
          </a:custGeom>
          <a:solidFill>
            <a:srgbClr val="F4D03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Kształt 80"/>
          <p:cNvSpPr/>
          <p:nvPr/>
        </p:nvSpPr>
        <p:spPr>
          <a:xfrm>
            <a:off x="9950450" y="4248150"/>
            <a:ext cx="139700" cy="69850"/>
          </a:xfrm>
          <a:custGeom>
            <a:avLst/>
            <a:gdLst/>
            <a:ahLst/>
            <a:cxnLst/>
            <a:rect l="0" t="0" r="r" b="b"/>
            <a:pathLst>
              <a:path w="139700" h="69850">
                <a:moveTo>
                  <a:pt x="0" y="69850"/>
                </a:moveTo>
                <a:lnTo>
                  <a:pt x="2540" y="52070"/>
                </a:lnTo>
                <a:lnTo>
                  <a:pt x="9525" y="34925"/>
                </a:lnTo>
                <a:lnTo>
                  <a:pt x="20320" y="20320"/>
                </a:lnTo>
                <a:lnTo>
                  <a:pt x="34925" y="9525"/>
                </a:lnTo>
                <a:lnTo>
                  <a:pt x="52070" y="2540"/>
                </a:lnTo>
                <a:lnTo>
                  <a:pt x="69850" y="0"/>
                </a:lnTo>
                <a:lnTo>
                  <a:pt x="87630" y="2540"/>
                </a:lnTo>
                <a:lnTo>
                  <a:pt x="104775" y="9525"/>
                </a:lnTo>
                <a:lnTo>
                  <a:pt x="119380" y="20320"/>
                </a:lnTo>
                <a:lnTo>
                  <a:pt x="130175" y="34925"/>
                </a:lnTo>
                <a:lnTo>
                  <a:pt x="137160" y="52070"/>
                </a:lnTo>
                <a:lnTo>
                  <a:pt x="139700" y="69850"/>
                </a:lnTo>
                <a:close/>
              </a:path>
            </a:pathLst>
          </a:custGeom>
          <a:solidFill>
            <a:srgbClr val="FBE7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Kształt 81"/>
          <p:cNvSpPr/>
          <p:nvPr/>
        </p:nvSpPr>
        <p:spPr>
          <a:xfrm>
            <a:off x="10452100" y="4953000"/>
            <a:ext cx="381000" cy="76200"/>
          </a:xfrm>
          <a:custGeom>
            <a:avLst/>
            <a:gdLst/>
            <a:ahLst/>
            <a:cxnLst/>
            <a:rect l="0" t="0" r="r" b="b"/>
            <a:pathLst>
              <a:path w="381000" h="76200">
                <a:moveTo>
                  <a:pt x="381000" y="38100"/>
                </a:moveTo>
                <a:lnTo>
                  <a:pt x="377825" y="44450"/>
                </a:lnTo>
                <a:lnTo>
                  <a:pt x="369570" y="51435"/>
                </a:lnTo>
                <a:lnTo>
                  <a:pt x="355600" y="57150"/>
                </a:lnTo>
                <a:lnTo>
                  <a:pt x="336550" y="62865"/>
                </a:lnTo>
                <a:lnTo>
                  <a:pt x="313055" y="67310"/>
                </a:lnTo>
                <a:lnTo>
                  <a:pt x="285750" y="71120"/>
                </a:lnTo>
                <a:lnTo>
                  <a:pt x="255905" y="73660"/>
                </a:lnTo>
                <a:lnTo>
                  <a:pt x="223520" y="75565"/>
                </a:lnTo>
                <a:lnTo>
                  <a:pt x="190500" y="76200"/>
                </a:lnTo>
                <a:lnTo>
                  <a:pt x="157480" y="75565"/>
                </a:lnTo>
                <a:lnTo>
                  <a:pt x="125095" y="73660"/>
                </a:lnTo>
                <a:lnTo>
                  <a:pt x="95250" y="71120"/>
                </a:lnTo>
                <a:lnTo>
                  <a:pt x="67945" y="67310"/>
                </a:lnTo>
                <a:lnTo>
                  <a:pt x="44450" y="62865"/>
                </a:lnTo>
                <a:lnTo>
                  <a:pt x="25400" y="57150"/>
                </a:lnTo>
                <a:lnTo>
                  <a:pt x="11430" y="51435"/>
                </a:lnTo>
                <a:lnTo>
                  <a:pt x="3175" y="44450"/>
                </a:lnTo>
                <a:lnTo>
                  <a:pt x="0" y="38100"/>
                </a:lnTo>
                <a:lnTo>
                  <a:pt x="3175" y="31750"/>
                </a:lnTo>
                <a:lnTo>
                  <a:pt x="11430" y="24765"/>
                </a:lnTo>
                <a:lnTo>
                  <a:pt x="25400" y="19050"/>
                </a:lnTo>
                <a:lnTo>
                  <a:pt x="44450" y="13335"/>
                </a:lnTo>
                <a:lnTo>
                  <a:pt x="67945" y="8890"/>
                </a:lnTo>
                <a:lnTo>
                  <a:pt x="95250" y="5080"/>
                </a:lnTo>
                <a:lnTo>
                  <a:pt x="125095" y="2540"/>
                </a:lnTo>
                <a:lnTo>
                  <a:pt x="157480" y="635"/>
                </a:lnTo>
                <a:lnTo>
                  <a:pt x="190500" y="0"/>
                </a:lnTo>
                <a:lnTo>
                  <a:pt x="223520" y="635"/>
                </a:lnTo>
                <a:lnTo>
                  <a:pt x="255905" y="2540"/>
                </a:lnTo>
                <a:lnTo>
                  <a:pt x="285750" y="5080"/>
                </a:lnTo>
                <a:lnTo>
                  <a:pt x="313055" y="8890"/>
                </a:lnTo>
                <a:lnTo>
                  <a:pt x="336550" y="13335"/>
                </a:lnTo>
                <a:lnTo>
                  <a:pt x="355600" y="19050"/>
                </a:lnTo>
                <a:lnTo>
                  <a:pt x="369570" y="24765"/>
                </a:lnTo>
                <a:lnTo>
                  <a:pt x="377825" y="3175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Kształt 82"/>
          <p:cNvSpPr/>
          <p:nvPr/>
        </p:nvSpPr>
        <p:spPr>
          <a:xfrm>
            <a:off x="10477500" y="4406900"/>
            <a:ext cx="330200" cy="584200"/>
          </a:xfrm>
          <a:custGeom>
            <a:avLst/>
            <a:gdLst/>
            <a:ahLst/>
            <a:cxnLst/>
            <a:rect l="0" t="0" r="r" b="b"/>
            <a:pathLst>
              <a:path w="330200" h="584200">
                <a:moveTo>
                  <a:pt x="0" y="0"/>
                </a:moveTo>
                <a:lnTo>
                  <a:pt x="330200" y="0"/>
                </a:lnTo>
                <a:lnTo>
                  <a:pt x="304800" y="584200"/>
                </a:lnTo>
                <a:lnTo>
                  <a:pt x="25400" y="584200"/>
                </a:lnTo>
                <a:close/>
              </a:path>
            </a:pathLst>
          </a:custGeom>
          <a:solidFill>
            <a:srgbClr val="F3E2A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Kształt 83"/>
          <p:cNvSpPr/>
          <p:nvPr/>
        </p:nvSpPr>
        <p:spPr>
          <a:xfrm>
            <a:off x="10706100" y="4406900"/>
            <a:ext cx="101600" cy="584200"/>
          </a:xfrm>
          <a:custGeom>
            <a:avLst/>
            <a:gdLst/>
            <a:ahLst/>
            <a:cxnLst/>
            <a:rect l="0" t="0" r="r" b="b"/>
            <a:pathLst>
              <a:path w="101600" h="584200">
                <a:moveTo>
                  <a:pt x="12700" y="0"/>
                </a:moveTo>
                <a:lnTo>
                  <a:pt x="101600" y="0"/>
                </a:lnTo>
                <a:lnTo>
                  <a:pt x="76200" y="584200"/>
                </a:lnTo>
                <a:lnTo>
                  <a:pt x="0" y="584200"/>
                </a:lnTo>
                <a:close/>
              </a:path>
            </a:pathLst>
          </a:custGeom>
          <a:solidFill>
            <a:srgbClr val="EAD3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Kształt 84"/>
          <p:cNvSpPr/>
          <p:nvPr/>
        </p:nvSpPr>
        <p:spPr>
          <a:xfrm>
            <a:off x="10521950" y="4457700"/>
            <a:ext cx="50800" cy="482600"/>
          </a:xfrm>
          <a:custGeom>
            <a:avLst/>
            <a:gdLst/>
            <a:ahLst/>
            <a:cxnLst/>
            <a:rect l="0" t="0" r="r" b="b"/>
            <a:pathLst>
              <a:path w="50800" h="482600">
                <a:moveTo>
                  <a:pt x="0" y="0"/>
                </a:moveTo>
                <a:lnTo>
                  <a:pt x="44450" y="0"/>
                </a:lnTo>
                <a:lnTo>
                  <a:pt x="50800" y="482600"/>
                </a:lnTo>
                <a:lnTo>
                  <a:pt x="19050" y="482600"/>
                </a:lnTo>
                <a:close/>
              </a:path>
            </a:pathLst>
          </a:custGeom>
          <a:solidFill>
            <a:srgbClr val="FBF1C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Kształt 85"/>
          <p:cNvSpPr/>
          <p:nvPr/>
        </p:nvSpPr>
        <p:spPr>
          <a:xfrm>
            <a:off x="10477500" y="4368800"/>
            <a:ext cx="330200" cy="76200"/>
          </a:xfrm>
          <a:custGeom>
            <a:avLst/>
            <a:gdLst/>
            <a:ahLst/>
            <a:cxnLst/>
            <a:rect l="0" t="0" r="r" b="b"/>
            <a:pathLst>
              <a:path w="330200" h="76200">
                <a:moveTo>
                  <a:pt x="330200" y="38100"/>
                </a:moveTo>
                <a:lnTo>
                  <a:pt x="324485" y="48260"/>
                </a:lnTo>
                <a:lnTo>
                  <a:pt x="307975" y="57150"/>
                </a:lnTo>
                <a:lnTo>
                  <a:pt x="281940" y="64770"/>
                </a:lnTo>
                <a:lnTo>
                  <a:pt x="247650" y="71120"/>
                </a:lnTo>
                <a:lnTo>
                  <a:pt x="207645" y="74930"/>
                </a:lnTo>
                <a:lnTo>
                  <a:pt x="165100" y="76200"/>
                </a:lnTo>
                <a:lnTo>
                  <a:pt x="122555" y="74930"/>
                </a:lnTo>
                <a:lnTo>
                  <a:pt x="82550" y="71120"/>
                </a:lnTo>
                <a:lnTo>
                  <a:pt x="48260" y="64770"/>
                </a:lnTo>
                <a:lnTo>
                  <a:pt x="22225" y="57150"/>
                </a:lnTo>
                <a:lnTo>
                  <a:pt x="5715" y="48260"/>
                </a:lnTo>
                <a:lnTo>
                  <a:pt x="0" y="38100"/>
                </a:lnTo>
                <a:lnTo>
                  <a:pt x="5715" y="27940"/>
                </a:lnTo>
                <a:lnTo>
                  <a:pt x="22225" y="19050"/>
                </a:lnTo>
                <a:lnTo>
                  <a:pt x="48260" y="11430"/>
                </a:lnTo>
                <a:lnTo>
                  <a:pt x="82550" y="5080"/>
                </a:lnTo>
                <a:lnTo>
                  <a:pt x="122555" y="1270"/>
                </a:lnTo>
                <a:lnTo>
                  <a:pt x="165100" y="0"/>
                </a:lnTo>
                <a:lnTo>
                  <a:pt x="207645" y="1270"/>
                </a:lnTo>
                <a:lnTo>
                  <a:pt x="247650" y="5080"/>
                </a:lnTo>
                <a:lnTo>
                  <a:pt x="281940" y="11430"/>
                </a:lnTo>
                <a:lnTo>
                  <a:pt x="307975" y="19050"/>
                </a:lnTo>
                <a:lnTo>
                  <a:pt x="324485" y="27940"/>
                </a:lnTo>
                <a:close/>
              </a:path>
            </a:pathLst>
          </a:custGeom>
          <a:solidFill>
            <a:srgbClr val="FFF6D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Kształt 86"/>
          <p:cNvSpPr/>
          <p:nvPr/>
        </p:nvSpPr>
        <p:spPr>
          <a:xfrm>
            <a:off x="10655300" y="4064000"/>
            <a:ext cx="139700" cy="355600"/>
          </a:xfrm>
          <a:custGeom>
            <a:avLst/>
            <a:gdLst/>
            <a:ahLst/>
            <a:cxnLst/>
            <a:rect l="0" t="0" r="r" b="b"/>
            <a:pathLst>
              <a:path w="139700" h="355600">
                <a:moveTo>
                  <a:pt x="0" y="355600"/>
                </a:moveTo>
                <a:lnTo>
                  <a:pt x="31750" y="355600"/>
                </a:lnTo>
                <a:lnTo>
                  <a:pt x="139700" y="0"/>
                </a:lnTo>
                <a:lnTo>
                  <a:pt x="10795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Kształt 87"/>
          <p:cNvSpPr/>
          <p:nvPr/>
        </p:nvSpPr>
        <p:spPr>
          <a:xfrm>
            <a:off x="10687050" y="4064000"/>
            <a:ext cx="120650" cy="355600"/>
          </a:xfrm>
          <a:custGeom>
            <a:avLst/>
            <a:gdLst/>
            <a:ahLst/>
            <a:cxnLst/>
            <a:rect l="0" t="0" r="r" b="b"/>
            <a:pathLst>
              <a:path w="120650" h="355600">
                <a:moveTo>
                  <a:pt x="0" y="355600"/>
                </a:moveTo>
                <a:lnTo>
                  <a:pt x="12700" y="355600"/>
                </a:lnTo>
                <a:lnTo>
                  <a:pt x="120650" y="0"/>
                </a:lnTo>
                <a:lnTo>
                  <a:pt x="10795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Kształt 88"/>
          <p:cNvSpPr/>
          <p:nvPr/>
        </p:nvSpPr>
        <p:spPr>
          <a:xfrm>
            <a:off x="10420350" y="4311650"/>
            <a:ext cx="190500" cy="95250"/>
          </a:xfrm>
          <a:custGeom>
            <a:avLst/>
            <a:gdLst/>
            <a:ahLst/>
            <a:cxnLst/>
            <a:rect l="0" t="0" r="r" b="b"/>
            <a:pathLst>
              <a:path w="190500" h="95250">
                <a:moveTo>
                  <a:pt x="0" y="95250"/>
                </a:moveTo>
                <a:lnTo>
                  <a:pt x="3175" y="70485"/>
                </a:lnTo>
                <a:lnTo>
                  <a:pt x="12700" y="47625"/>
                </a:lnTo>
                <a:lnTo>
                  <a:pt x="27940" y="27940"/>
                </a:lnTo>
                <a:lnTo>
                  <a:pt x="47625" y="12700"/>
                </a:lnTo>
                <a:lnTo>
                  <a:pt x="70485" y="3175"/>
                </a:lnTo>
                <a:lnTo>
                  <a:pt x="95250" y="0"/>
                </a:lnTo>
                <a:lnTo>
                  <a:pt x="120015" y="3175"/>
                </a:lnTo>
                <a:lnTo>
                  <a:pt x="142875" y="12700"/>
                </a:lnTo>
                <a:lnTo>
                  <a:pt x="162560" y="27940"/>
                </a:lnTo>
                <a:lnTo>
                  <a:pt x="177800" y="47625"/>
                </a:lnTo>
                <a:lnTo>
                  <a:pt x="187325" y="70485"/>
                </a:lnTo>
                <a:lnTo>
                  <a:pt x="190500" y="95250"/>
                </a:lnTo>
                <a:close/>
              </a:path>
            </a:pathLst>
          </a:custGeom>
          <a:solidFill>
            <a:srgbClr val="F4D03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Kształt 89"/>
          <p:cNvSpPr/>
          <p:nvPr/>
        </p:nvSpPr>
        <p:spPr>
          <a:xfrm>
            <a:off x="10445750" y="4337050"/>
            <a:ext cx="139700" cy="69850"/>
          </a:xfrm>
          <a:custGeom>
            <a:avLst/>
            <a:gdLst/>
            <a:ahLst/>
            <a:cxnLst/>
            <a:rect l="0" t="0" r="r" b="b"/>
            <a:pathLst>
              <a:path w="139700" h="69850">
                <a:moveTo>
                  <a:pt x="0" y="69850"/>
                </a:moveTo>
                <a:lnTo>
                  <a:pt x="2540" y="52070"/>
                </a:lnTo>
                <a:lnTo>
                  <a:pt x="9525" y="34925"/>
                </a:lnTo>
                <a:lnTo>
                  <a:pt x="20320" y="20320"/>
                </a:lnTo>
                <a:lnTo>
                  <a:pt x="34925" y="9525"/>
                </a:lnTo>
                <a:lnTo>
                  <a:pt x="52070" y="2540"/>
                </a:lnTo>
                <a:lnTo>
                  <a:pt x="69850" y="0"/>
                </a:lnTo>
                <a:lnTo>
                  <a:pt x="87630" y="2540"/>
                </a:lnTo>
                <a:lnTo>
                  <a:pt x="104775" y="9525"/>
                </a:lnTo>
                <a:lnTo>
                  <a:pt x="119380" y="20320"/>
                </a:lnTo>
                <a:lnTo>
                  <a:pt x="130175" y="34925"/>
                </a:lnTo>
                <a:lnTo>
                  <a:pt x="137160" y="52070"/>
                </a:lnTo>
                <a:lnTo>
                  <a:pt x="139700" y="69850"/>
                </a:lnTo>
                <a:close/>
              </a:path>
            </a:pathLst>
          </a:custGeom>
          <a:solidFill>
            <a:srgbClr val="FBE7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Kształt 90"/>
          <p:cNvSpPr/>
          <p:nvPr/>
        </p:nvSpPr>
        <p:spPr>
          <a:xfrm>
            <a:off x="3530600" y="5207000"/>
            <a:ext cx="381000" cy="76200"/>
          </a:xfrm>
          <a:custGeom>
            <a:avLst/>
            <a:gdLst/>
            <a:ahLst/>
            <a:cxnLst/>
            <a:rect l="0" t="0" r="r" b="b"/>
            <a:pathLst>
              <a:path w="381000" h="76200">
                <a:moveTo>
                  <a:pt x="381000" y="38100"/>
                </a:moveTo>
                <a:lnTo>
                  <a:pt x="377825" y="44450"/>
                </a:lnTo>
                <a:lnTo>
                  <a:pt x="369570" y="51435"/>
                </a:lnTo>
                <a:lnTo>
                  <a:pt x="355600" y="57150"/>
                </a:lnTo>
                <a:lnTo>
                  <a:pt x="336550" y="62865"/>
                </a:lnTo>
                <a:lnTo>
                  <a:pt x="313055" y="67310"/>
                </a:lnTo>
                <a:lnTo>
                  <a:pt x="285750" y="71120"/>
                </a:lnTo>
                <a:lnTo>
                  <a:pt x="255905" y="73660"/>
                </a:lnTo>
                <a:lnTo>
                  <a:pt x="223520" y="75565"/>
                </a:lnTo>
                <a:lnTo>
                  <a:pt x="190500" y="76200"/>
                </a:lnTo>
                <a:lnTo>
                  <a:pt x="157480" y="75565"/>
                </a:lnTo>
                <a:lnTo>
                  <a:pt x="125095" y="73660"/>
                </a:lnTo>
                <a:lnTo>
                  <a:pt x="95250" y="71120"/>
                </a:lnTo>
                <a:lnTo>
                  <a:pt x="67945" y="67310"/>
                </a:lnTo>
                <a:lnTo>
                  <a:pt x="44450" y="62865"/>
                </a:lnTo>
                <a:lnTo>
                  <a:pt x="25400" y="57150"/>
                </a:lnTo>
                <a:lnTo>
                  <a:pt x="11430" y="51435"/>
                </a:lnTo>
                <a:lnTo>
                  <a:pt x="3175" y="44450"/>
                </a:lnTo>
                <a:lnTo>
                  <a:pt x="0" y="38100"/>
                </a:lnTo>
                <a:lnTo>
                  <a:pt x="3175" y="31750"/>
                </a:lnTo>
                <a:lnTo>
                  <a:pt x="11430" y="24765"/>
                </a:lnTo>
                <a:lnTo>
                  <a:pt x="25400" y="19050"/>
                </a:lnTo>
                <a:lnTo>
                  <a:pt x="44450" y="13335"/>
                </a:lnTo>
                <a:lnTo>
                  <a:pt x="67945" y="8890"/>
                </a:lnTo>
                <a:lnTo>
                  <a:pt x="95250" y="5080"/>
                </a:lnTo>
                <a:lnTo>
                  <a:pt x="125095" y="2540"/>
                </a:lnTo>
                <a:lnTo>
                  <a:pt x="157480" y="635"/>
                </a:lnTo>
                <a:lnTo>
                  <a:pt x="190500" y="0"/>
                </a:lnTo>
                <a:lnTo>
                  <a:pt x="223520" y="635"/>
                </a:lnTo>
                <a:lnTo>
                  <a:pt x="255905" y="2540"/>
                </a:lnTo>
                <a:lnTo>
                  <a:pt x="285750" y="5080"/>
                </a:lnTo>
                <a:lnTo>
                  <a:pt x="313055" y="8890"/>
                </a:lnTo>
                <a:lnTo>
                  <a:pt x="336550" y="13335"/>
                </a:lnTo>
                <a:lnTo>
                  <a:pt x="355600" y="19050"/>
                </a:lnTo>
                <a:lnTo>
                  <a:pt x="369570" y="24765"/>
                </a:lnTo>
                <a:lnTo>
                  <a:pt x="377825" y="3175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Kształt 91"/>
          <p:cNvSpPr/>
          <p:nvPr/>
        </p:nvSpPr>
        <p:spPr>
          <a:xfrm>
            <a:off x="3556000" y="4660900"/>
            <a:ext cx="330200" cy="584200"/>
          </a:xfrm>
          <a:custGeom>
            <a:avLst/>
            <a:gdLst/>
            <a:ahLst/>
            <a:cxnLst/>
            <a:rect l="0" t="0" r="r" b="b"/>
            <a:pathLst>
              <a:path w="330200" h="584200">
                <a:moveTo>
                  <a:pt x="0" y="0"/>
                </a:moveTo>
                <a:lnTo>
                  <a:pt x="330200" y="0"/>
                </a:lnTo>
                <a:lnTo>
                  <a:pt x="304800" y="584200"/>
                </a:lnTo>
                <a:lnTo>
                  <a:pt x="25400" y="584200"/>
                </a:lnTo>
                <a:close/>
              </a:path>
            </a:pathLst>
          </a:custGeom>
          <a:solidFill>
            <a:srgbClr val="F3E2A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Kształt 92"/>
          <p:cNvSpPr/>
          <p:nvPr/>
        </p:nvSpPr>
        <p:spPr>
          <a:xfrm>
            <a:off x="3784600" y="4660900"/>
            <a:ext cx="101600" cy="584200"/>
          </a:xfrm>
          <a:custGeom>
            <a:avLst/>
            <a:gdLst/>
            <a:ahLst/>
            <a:cxnLst/>
            <a:rect l="0" t="0" r="r" b="b"/>
            <a:pathLst>
              <a:path w="101600" h="584200">
                <a:moveTo>
                  <a:pt x="12700" y="0"/>
                </a:moveTo>
                <a:lnTo>
                  <a:pt x="101600" y="0"/>
                </a:lnTo>
                <a:lnTo>
                  <a:pt x="76200" y="584200"/>
                </a:lnTo>
                <a:lnTo>
                  <a:pt x="0" y="584200"/>
                </a:lnTo>
                <a:close/>
              </a:path>
            </a:pathLst>
          </a:custGeom>
          <a:solidFill>
            <a:srgbClr val="EAD3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Kształt 93"/>
          <p:cNvSpPr/>
          <p:nvPr/>
        </p:nvSpPr>
        <p:spPr>
          <a:xfrm>
            <a:off x="3600450" y="4711700"/>
            <a:ext cx="50800" cy="482600"/>
          </a:xfrm>
          <a:custGeom>
            <a:avLst/>
            <a:gdLst/>
            <a:ahLst/>
            <a:cxnLst/>
            <a:rect l="0" t="0" r="r" b="b"/>
            <a:pathLst>
              <a:path w="50800" h="482600">
                <a:moveTo>
                  <a:pt x="0" y="0"/>
                </a:moveTo>
                <a:lnTo>
                  <a:pt x="44450" y="0"/>
                </a:lnTo>
                <a:lnTo>
                  <a:pt x="50800" y="482600"/>
                </a:lnTo>
                <a:lnTo>
                  <a:pt x="19050" y="482600"/>
                </a:lnTo>
                <a:close/>
              </a:path>
            </a:pathLst>
          </a:custGeom>
          <a:solidFill>
            <a:srgbClr val="FBF1C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Kształt 94"/>
          <p:cNvSpPr/>
          <p:nvPr/>
        </p:nvSpPr>
        <p:spPr>
          <a:xfrm>
            <a:off x="3556000" y="4622800"/>
            <a:ext cx="330200" cy="76200"/>
          </a:xfrm>
          <a:custGeom>
            <a:avLst/>
            <a:gdLst/>
            <a:ahLst/>
            <a:cxnLst/>
            <a:rect l="0" t="0" r="r" b="b"/>
            <a:pathLst>
              <a:path w="330200" h="76200">
                <a:moveTo>
                  <a:pt x="330200" y="38100"/>
                </a:moveTo>
                <a:lnTo>
                  <a:pt x="324485" y="48260"/>
                </a:lnTo>
                <a:lnTo>
                  <a:pt x="307975" y="57150"/>
                </a:lnTo>
                <a:lnTo>
                  <a:pt x="281940" y="64770"/>
                </a:lnTo>
                <a:lnTo>
                  <a:pt x="247650" y="71120"/>
                </a:lnTo>
                <a:lnTo>
                  <a:pt x="207645" y="74930"/>
                </a:lnTo>
                <a:lnTo>
                  <a:pt x="165100" y="76200"/>
                </a:lnTo>
                <a:lnTo>
                  <a:pt x="122555" y="74930"/>
                </a:lnTo>
                <a:lnTo>
                  <a:pt x="82550" y="71120"/>
                </a:lnTo>
                <a:lnTo>
                  <a:pt x="48260" y="64770"/>
                </a:lnTo>
                <a:lnTo>
                  <a:pt x="22225" y="57150"/>
                </a:lnTo>
                <a:lnTo>
                  <a:pt x="5715" y="48260"/>
                </a:lnTo>
                <a:lnTo>
                  <a:pt x="0" y="38100"/>
                </a:lnTo>
                <a:lnTo>
                  <a:pt x="5715" y="27940"/>
                </a:lnTo>
                <a:lnTo>
                  <a:pt x="22225" y="19050"/>
                </a:lnTo>
                <a:lnTo>
                  <a:pt x="48260" y="11430"/>
                </a:lnTo>
                <a:lnTo>
                  <a:pt x="82550" y="5080"/>
                </a:lnTo>
                <a:lnTo>
                  <a:pt x="122555" y="1270"/>
                </a:lnTo>
                <a:lnTo>
                  <a:pt x="165100" y="0"/>
                </a:lnTo>
                <a:lnTo>
                  <a:pt x="207645" y="1270"/>
                </a:lnTo>
                <a:lnTo>
                  <a:pt x="247650" y="5080"/>
                </a:lnTo>
                <a:lnTo>
                  <a:pt x="281940" y="11430"/>
                </a:lnTo>
                <a:lnTo>
                  <a:pt x="307975" y="19050"/>
                </a:lnTo>
                <a:lnTo>
                  <a:pt x="324485" y="27940"/>
                </a:lnTo>
                <a:close/>
              </a:path>
            </a:pathLst>
          </a:custGeom>
          <a:solidFill>
            <a:srgbClr val="FFF6D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Kształt 95"/>
          <p:cNvSpPr/>
          <p:nvPr/>
        </p:nvSpPr>
        <p:spPr>
          <a:xfrm>
            <a:off x="3733800" y="4318000"/>
            <a:ext cx="139700" cy="355600"/>
          </a:xfrm>
          <a:custGeom>
            <a:avLst/>
            <a:gdLst/>
            <a:ahLst/>
            <a:cxnLst/>
            <a:rect l="0" t="0" r="r" b="b"/>
            <a:pathLst>
              <a:path w="139700" h="355600">
                <a:moveTo>
                  <a:pt x="0" y="355600"/>
                </a:moveTo>
                <a:lnTo>
                  <a:pt x="31750" y="355600"/>
                </a:lnTo>
                <a:lnTo>
                  <a:pt x="139700" y="0"/>
                </a:lnTo>
                <a:lnTo>
                  <a:pt x="10795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Kształt 96"/>
          <p:cNvSpPr/>
          <p:nvPr/>
        </p:nvSpPr>
        <p:spPr>
          <a:xfrm>
            <a:off x="3765550" y="4318000"/>
            <a:ext cx="120650" cy="355600"/>
          </a:xfrm>
          <a:custGeom>
            <a:avLst/>
            <a:gdLst/>
            <a:ahLst/>
            <a:cxnLst/>
            <a:rect l="0" t="0" r="r" b="b"/>
            <a:pathLst>
              <a:path w="120650" h="355600">
                <a:moveTo>
                  <a:pt x="0" y="355600"/>
                </a:moveTo>
                <a:lnTo>
                  <a:pt x="12700" y="355600"/>
                </a:lnTo>
                <a:lnTo>
                  <a:pt x="120650" y="0"/>
                </a:lnTo>
                <a:lnTo>
                  <a:pt x="10795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Kształt 97"/>
          <p:cNvSpPr/>
          <p:nvPr/>
        </p:nvSpPr>
        <p:spPr>
          <a:xfrm>
            <a:off x="3498850" y="4565650"/>
            <a:ext cx="190500" cy="95250"/>
          </a:xfrm>
          <a:custGeom>
            <a:avLst/>
            <a:gdLst/>
            <a:ahLst/>
            <a:cxnLst/>
            <a:rect l="0" t="0" r="r" b="b"/>
            <a:pathLst>
              <a:path w="190500" h="95250">
                <a:moveTo>
                  <a:pt x="0" y="95250"/>
                </a:moveTo>
                <a:lnTo>
                  <a:pt x="3175" y="70485"/>
                </a:lnTo>
                <a:lnTo>
                  <a:pt x="12700" y="47625"/>
                </a:lnTo>
                <a:lnTo>
                  <a:pt x="27940" y="27940"/>
                </a:lnTo>
                <a:lnTo>
                  <a:pt x="47625" y="12700"/>
                </a:lnTo>
                <a:lnTo>
                  <a:pt x="70485" y="3175"/>
                </a:lnTo>
                <a:lnTo>
                  <a:pt x="95250" y="0"/>
                </a:lnTo>
                <a:lnTo>
                  <a:pt x="120015" y="3175"/>
                </a:lnTo>
                <a:lnTo>
                  <a:pt x="142875" y="12700"/>
                </a:lnTo>
                <a:lnTo>
                  <a:pt x="162560" y="27940"/>
                </a:lnTo>
                <a:lnTo>
                  <a:pt x="177800" y="47625"/>
                </a:lnTo>
                <a:lnTo>
                  <a:pt x="187325" y="70485"/>
                </a:lnTo>
                <a:lnTo>
                  <a:pt x="190500" y="95250"/>
                </a:lnTo>
                <a:close/>
              </a:path>
            </a:pathLst>
          </a:custGeom>
          <a:solidFill>
            <a:srgbClr val="F4D03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Kształt 98"/>
          <p:cNvSpPr/>
          <p:nvPr/>
        </p:nvSpPr>
        <p:spPr>
          <a:xfrm>
            <a:off x="3524250" y="4591050"/>
            <a:ext cx="139700" cy="69850"/>
          </a:xfrm>
          <a:custGeom>
            <a:avLst/>
            <a:gdLst/>
            <a:ahLst/>
            <a:cxnLst/>
            <a:rect l="0" t="0" r="r" b="b"/>
            <a:pathLst>
              <a:path w="139700" h="69850">
                <a:moveTo>
                  <a:pt x="0" y="69850"/>
                </a:moveTo>
                <a:lnTo>
                  <a:pt x="2540" y="52070"/>
                </a:lnTo>
                <a:lnTo>
                  <a:pt x="9525" y="34925"/>
                </a:lnTo>
                <a:lnTo>
                  <a:pt x="20320" y="20320"/>
                </a:lnTo>
                <a:lnTo>
                  <a:pt x="34925" y="9525"/>
                </a:lnTo>
                <a:lnTo>
                  <a:pt x="52070" y="2540"/>
                </a:lnTo>
                <a:lnTo>
                  <a:pt x="69850" y="0"/>
                </a:lnTo>
                <a:lnTo>
                  <a:pt x="87630" y="2540"/>
                </a:lnTo>
                <a:lnTo>
                  <a:pt x="104775" y="9525"/>
                </a:lnTo>
                <a:lnTo>
                  <a:pt x="119380" y="20320"/>
                </a:lnTo>
                <a:lnTo>
                  <a:pt x="130175" y="34925"/>
                </a:lnTo>
                <a:lnTo>
                  <a:pt x="137160" y="52070"/>
                </a:lnTo>
                <a:lnTo>
                  <a:pt x="139700" y="69850"/>
                </a:lnTo>
                <a:close/>
              </a:path>
            </a:pathLst>
          </a:custGeom>
          <a:solidFill>
            <a:srgbClr val="FBE78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Kształt 99"/>
          <p:cNvSpPr/>
          <p:nvPr/>
        </p:nvSpPr>
        <p:spPr>
          <a:xfrm>
            <a:off x="5092700" y="4991100"/>
            <a:ext cx="76200" cy="233045"/>
          </a:xfrm>
          <a:custGeom>
            <a:avLst/>
            <a:gdLst/>
            <a:ahLst/>
            <a:cxnLst/>
            <a:rect l="0" t="0" r="r" b="b"/>
            <a:pathLst>
              <a:path w="76200" h="233045">
                <a:moveTo>
                  <a:pt x="0" y="0"/>
                </a:moveTo>
                <a:lnTo>
                  <a:pt x="76200" y="0"/>
                </a:lnTo>
                <a:lnTo>
                  <a:pt x="76200" y="233045"/>
                </a:lnTo>
                <a:lnTo>
                  <a:pt x="43180" y="177165"/>
                </a:lnTo>
                <a:lnTo>
                  <a:pt x="19050" y="118745"/>
                </a:lnTo>
                <a:lnTo>
                  <a:pt x="5080" y="59690"/>
                </a:lnTo>
                <a:lnTo>
                  <a:pt x="0" y="0"/>
                </a:lnTo>
                <a:close/>
              </a:path>
            </a:pathLst>
          </a:custGeom>
          <a:solidFill>
            <a:srgbClr val="F6716D"/>
          </a:solidFill>
          <a:ln w="5080">
            <a:solidFill>
              <a:srgbClr val="F6716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Kształt 100"/>
          <p:cNvSpPr/>
          <p:nvPr/>
        </p:nvSpPr>
        <p:spPr>
          <a:xfrm>
            <a:off x="5168900" y="4991100"/>
            <a:ext cx="217805" cy="431165"/>
          </a:xfrm>
          <a:custGeom>
            <a:avLst/>
            <a:gdLst/>
            <a:ahLst/>
            <a:cxnLst/>
            <a:rect l="0" t="0" r="r" b="b"/>
            <a:pathLst>
              <a:path w="217805" h="431165">
                <a:moveTo>
                  <a:pt x="0" y="0"/>
                </a:moveTo>
                <a:lnTo>
                  <a:pt x="217805" y="0"/>
                </a:lnTo>
                <a:lnTo>
                  <a:pt x="217805" y="431165"/>
                </a:lnTo>
                <a:lnTo>
                  <a:pt x="151765" y="386715"/>
                </a:lnTo>
                <a:lnTo>
                  <a:pt x="92710" y="338455"/>
                </a:lnTo>
                <a:lnTo>
                  <a:pt x="42545" y="287655"/>
                </a:lnTo>
                <a:lnTo>
                  <a:pt x="0" y="233045"/>
                </a:lnTo>
                <a:close/>
              </a:path>
            </a:pathLst>
          </a:custGeom>
          <a:solidFill>
            <a:srgbClr val="EE312F"/>
          </a:solidFill>
          <a:ln w="50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Kształt 101"/>
          <p:cNvSpPr/>
          <p:nvPr/>
        </p:nvSpPr>
        <p:spPr>
          <a:xfrm>
            <a:off x="5386705" y="4991100"/>
            <a:ext cx="325120" cy="563245"/>
          </a:xfrm>
          <a:custGeom>
            <a:avLst/>
            <a:gdLst/>
            <a:ahLst/>
            <a:cxnLst/>
            <a:rect l="0" t="0" r="r" b="b"/>
            <a:pathLst>
              <a:path w="325120" h="563245">
                <a:moveTo>
                  <a:pt x="0" y="0"/>
                </a:moveTo>
                <a:lnTo>
                  <a:pt x="325120" y="0"/>
                </a:lnTo>
                <a:lnTo>
                  <a:pt x="325120" y="563245"/>
                </a:lnTo>
                <a:lnTo>
                  <a:pt x="236220" y="537845"/>
                </a:lnTo>
                <a:lnTo>
                  <a:pt x="151765" y="506730"/>
                </a:lnTo>
                <a:lnTo>
                  <a:pt x="73025" y="471170"/>
                </a:lnTo>
                <a:lnTo>
                  <a:pt x="0" y="431165"/>
                </a:lnTo>
                <a:close/>
              </a:path>
            </a:pathLst>
          </a:custGeom>
          <a:solidFill>
            <a:srgbClr val="F25553"/>
          </a:solidFill>
          <a:ln w="5080">
            <a:solidFill>
              <a:srgbClr val="F255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Kształt 102"/>
          <p:cNvSpPr/>
          <p:nvPr/>
        </p:nvSpPr>
        <p:spPr>
          <a:xfrm>
            <a:off x="5711825" y="4991100"/>
            <a:ext cx="384175" cy="609600"/>
          </a:xfrm>
          <a:custGeom>
            <a:avLst/>
            <a:gdLst/>
            <a:ahLst/>
            <a:cxnLst/>
            <a:rect l="0" t="0" r="r" b="b"/>
            <a:pathLst>
              <a:path w="384175" h="609600">
                <a:moveTo>
                  <a:pt x="0" y="0"/>
                </a:moveTo>
                <a:lnTo>
                  <a:pt x="384175" y="0"/>
                </a:lnTo>
                <a:lnTo>
                  <a:pt x="384175" y="609600"/>
                </a:lnTo>
                <a:lnTo>
                  <a:pt x="285750" y="606425"/>
                </a:lnTo>
                <a:lnTo>
                  <a:pt x="188595" y="598170"/>
                </a:lnTo>
                <a:lnTo>
                  <a:pt x="92710" y="583565"/>
                </a:lnTo>
                <a:lnTo>
                  <a:pt x="0" y="563245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 103"/>
          <p:cNvSpPr/>
          <p:nvPr/>
        </p:nvSpPr>
        <p:spPr>
          <a:xfrm>
            <a:off x="6096000" y="4991100"/>
            <a:ext cx="384175" cy="609600"/>
          </a:xfrm>
          <a:custGeom>
            <a:avLst/>
            <a:gdLst/>
            <a:ahLst/>
            <a:cxnLst/>
            <a:rect l="0" t="0" r="r" b="b"/>
            <a:pathLst>
              <a:path w="384175" h="609600">
                <a:moveTo>
                  <a:pt x="0" y="0"/>
                </a:moveTo>
                <a:lnTo>
                  <a:pt x="384175" y="0"/>
                </a:lnTo>
                <a:lnTo>
                  <a:pt x="384175" y="563245"/>
                </a:lnTo>
                <a:lnTo>
                  <a:pt x="291465" y="583565"/>
                </a:lnTo>
                <a:lnTo>
                  <a:pt x="195580" y="598170"/>
                </a:lnTo>
                <a:lnTo>
                  <a:pt x="98425" y="606425"/>
                </a:lnTo>
                <a:lnTo>
                  <a:pt x="0" y="609600"/>
                </a:lnTo>
                <a:close/>
              </a:path>
            </a:pathLst>
          </a:custGeom>
          <a:solidFill>
            <a:srgbClr val="CF1723"/>
          </a:solidFill>
          <a:ln w="508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104"/>
          <p:cNvSpPr/>
          <p:nvPr/>
        </p:nvSpPr>
        <p:spPr>
          <a:xfrm>
            <a:off x="6480175" y="4991100"/>
            <a:ext cx="325120" cy="563245"/>
          </a:xfrm>
          <a:custGeom>
            <a:avLst/>
            <a:gdLst/>
            <a:ahLst/>
            <a:cxnLst/>
            <a:rect l="0" t="0" r="r" b="b"/>
            <a:pathLst>
              <a:path w="325120" h="563245">
                <a:moveTo>
                  <a:pt x="0" y="0"/>
                </a:moveTo>
                <a:lnTo>
                  <a:pt x="325120" y="0"/>
                </a:lnTo>
                <a:lnTo>
                  <a:pt x="325120" y="431165"/>
                </a:lnTo>
                <a:lnTo>
                  <a:pt x="252095" y="471170"/>
                </a:lnTo>
                <a:lnTo>
                  <a:pt x="173355" y="506730"/>
                </a:lnTo>
                <a:lnTo>
                  <a:pt x="88900" y="537845"/>
                </a:lnTo>
                <a:lnTo>
                  <a:pt x="0" y="563245"/>
                </a:lnTo>
                <a:close/>
              </a:path>
            </a:pathLst>
          </a:custGeom>
          <a:solidFill>
            <a:srgbClr val="E0262A"/>
          </a:solidFill>
          <a:ln w="5080">
            <a:solidFill>
              <a:srgbClr val="E0262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105"/>
          <p:cNvSpPr/>
          <p:nvPr/>
        </p:nvSpPr>
        <p:spPr>
          <a:xfrm>
            <a:off x="6805295" y="4991100"/>
            <a:ext cx="217805" cy="431165"/>
          </a:xfrm>
          <a:custGeom>
            <a:avLst/>
            <a:gdLst/>
            <a:ahLst/>
            <a:cxnLst/>
            <a:rect l="0" t="0" r="r" b="b"/>
            <a:pathLst>
              <a:path w="217805" h="431165">
                <a:moveTo>
                  <a:pt x="0" y="0"/>
                </a:moveTo>
                <a:lnTo>
                  <a:pt x="217805" y="0"/>
                </a:lnTo>
                <a:lnTo>
                  <a:pt x="217805" y="233045"/>
                </a:lnTo>
                <a:lnTo>
                  <a:pt x="175260" y="287655"/>
                </a:lnTo>
                <a:lnTo>
                  <a:pt x="125095" y="338455"/>
                </a:lnTo>
                <a:lnTo>
                  <a:pt x="66040" y="386715"/>
                </a:lnTo>
                <a:lnTo>
                  <a:pt x="0" y="431165"/>
                </a:lnTo>
                <a:close/>
              </a:path>
            </a:pathLst>
          </a:custGeom>
          <a:solidFill>
            <a:srgbClr val="B51A22"/>
          </a:solidFill>
          <a:ln w="5080">
            <a:solidFill>
              <a:srgbClr val="B51A22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Kształt 106"/>
          <p:cNvSpPr/>
          <p:nvPr/>
        </p:nvSpPr>
        <p:spPr>
          <a:xfrm>
            <a:off x="7023100" y="4991100"/>
            <a:ext cx="76200" cy="233045"/>
          </a:xfrm>
          <a:custGeom>
            <a:avLst/>
            <a:gdLst/>
            <a:ahLst/>
            <a:cxnLst/>
            <a:rect l="0" t="0" r="r" b="b"/>
            <a:pathLst>
              <a:path w="76200" h="233045">
                <a:moveTo>
                  <a:pt x="0" y="0"/>
                </a:moveTo>
                <a:lnTo>
                  <a:pt x="76200" y="0"/>
                </a:lnTo>
                <a:lnTo>
                  <a:pt x="76200" y="0"/>
                </a:lnTo>
                <a:lnTo>
                  <a:pt x="71120" y="59690"/>
                </a:lnTo>
                <a:lnTo>
                  <a:pt x="57150" y="118745"/>
                </a:lnTo>
                <a:lnTo>
                  <a:pt x="33020" y="177165"/>
                </a:lnTo>
                <a:lnTo>
                  <a:pt x="0" y="233045"/>
                </a:lnTo>
                <a:close/>
              </a:path>
            </a:pathLst>
          </a:custGeom>
          <a:solidFill>
            <a:srgbClr val="95161D"/>
          </a:solidFill>
          <a:ln w="508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Kształt 107"/>
          <p:cNvSpPr/>
          <p:nvPr/>
        </p:nvSpPr>
        <p:spPr>
          <a:xfrm>
            <a:off x="5092700" y="4800600"/>
            <a:ext cx="2006600" cy="381000"/>
          </a:xfrm>
          <a:custGeom>
            <a:avLst/>
            <a:gdLst/>
            <a:ahLst/>
            <a:cxnLst/>
            <a:rect l="0" t="0" r="r" b="b"/>
            <a:pathLst>
              <a:path w="2006600" h="381000">
                <a:moveTo>
                  <a:pt x="2006600" y="190500"/>
                </a:moveTo>
                <a:lnTo>
                  <a:pt x="1991360" y="223520"/>
                </a:lnTo>
                <a:lnTo>
                  <a:pt x="1946275" y="255905"/>
                </a:lnTo>
                <a:lnTo>
                  <a:pt x="1871980" y="285750"/>
                </a:lnTo>
                <a:lnTo>
                  <a:pt x="1771650" y="313055"/>
                </a:lnTo>
                <a:lnTo>
                  <a:pt x="1648460" y="336550"/>
                </a:lnTo>
                <a:lnTo>
                  <a:pt x="1504950" y="355600"/>
                </a:lnTo>
                <a:lnTo>
                  <a:pt x="1346200" y="369570"/>
                </a:lnTo>
                <a:lnTo>
                  <a:pt x="1177290" y="378460"/>
                </a:lnTo>
                <a:lnTo>
                  <a:pt x="1003300" y="381000"/>
                </a:lnTo>
                <a:lnTo>
                  <a:pt x="829310" y="378460"/>
                </a:lnTo>
                <a:lnTo>
                  <a:pt x="660400" y="369570"/>
                </a:lnTo>
                <a:lnTo>
                  <a:pt x="501650" y="355600"/>
                </a:lnTo>
                <a:lnTo>
                  <a:pt x="358140" y="336550"/>
                </a:lnTo>
                <a:lnTo>
                  <a:pt x="234950" y="313055"/>
                </a:lnTo>
                <a:lnTo>
                  <a:pt x="134620" y="285750"/>
                </a:lnTo>
                <a:lnTo>
                  <a:pt x="60325" y="255905"/>
                </a:lnTo>
                <a:lnTo>
                  <a:pt x="15240" y="223520"/>
                </a:lnTo>
                <a:lnTo>
                  <a:pt x="0" y="190500"/>
                </a:lnTo>
                <a:lnTo>
                  <a:pt x="15240" y="157480"/>
                </a:lnTo>
                <a:lnTo>
                  <a:pt x="60325" y="125095"/>
                </a:lnTo>
                <a:lnTo>
                  <a:pt x="134620" y="95250"/>
                </a:lnTo>
                <a:lnTo>
                  <a:pt x="234950" y="67945"/>
                </a:lnTo>
                <a:lnTo>
                  <a:pt x="358140" y="44450"/>
                </a:lnTo>
                <a:lnTo>
                  <a:pt x="501650" y="25400"/>
                </a:lnTo>
                <a:lnTo>
                  <a:pt x="660400" y="11430"/>
                </a:lnTo>
                <a:lnTo>
                  <a:pt x="829310" y="2540"/>
                </a:lnTo>
                <a:lnTo>
                  <a:pt x="1003300" y="0"/>
                </a:lnTo>
                <a:lnTo>
                  <a:pt x="1177290" y="2540"/>
                </a:lnTo>
                <a:lnTo>
                  <a:pt x="1346200" y="11430"/>
                </a:lnTo>
                <a:lnTo>
                  <a:pt x="1504950" y="25400"/>
                </a:lnTo>
                <a:lnTo>
                  <a:pt x="1648460" y="44450"/>
                </a:lnTo>
                <a:lnTo>
                  <a:pt x="1771650" y="67945"/>
                </a:lnTo>
                <a:lnTo>
                  <a:pt x="1871980" y="95250"/>
                </a:lnTo>
                <a:lnTo>
                  <a:pt x="1946275" y="125095"/>
                </a:lnTo>
                <a:lnTo>
                  <a:pt x="1991360" y="157480"/>
                </a:lnTo>
                <a:close/>
              </a:path>
            </a:pathLst>
          </a:custGeom>
          <a:solidFill>
            <a:srgbClr val="F2555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Kształt 108"/>
          <p:cNvSpPr/>
          <p:nvPr/>
        </p:nvSpPr>
        <p:spPr>
          <a:xfrm>
            <a:off x="5172710" y="4846955"/>
            <a:ext cx="1846580" cy="300990"/>
          </a:xfrm>
          <a:custGeom>
            <a:avLst/>
            <a:gdLst/>
            <a:ahLst/>
            <a:cxnLst/>
            <a:rect l="0" t="0" r="r" b="b"/>
            <a:pathLst>
              <a:path w="1846580" h="300990">
                <a:moveTo>
                  <a:pt x="1846580" y="150495"/>
                </a:moveTo>
                <a:lnTo>
                  <a:pt x="1832610" y="176530"/>
                </a:lnTo>
                <a:lnTo>
                  <a:pt x="1790700" y="201930"/>
                </a:lnTo>
                <a:lnTo>
                  <a:pt x="1722755" y="225425"/>
                </a:lnTo>
                <a:lnTo>
                  <a:pt x="1630680" y="247015"/>
                </a:lnTo>
                <a:lnTo>
                  <a:pt x="1516380" y="266065"/>
                </a:lnTo>
                <a:lnTo>
                  <a:pt x="1384935" y="280670"/>
                </a:lnTo>
                <a:lnTo>
                  <a:pt x="1238885" y="292100"/>
                </a:lnTo>
                <a:lnTo>
                  <a:pt x="1083310" y="298450"/>
                </a:lnTo>
                <a:lnTo>
                  <a:pt x="923290" y="300990"/>
                </a:lnTo>
                <a:lnTo>
                  <a:pt x="763270" y="298450"/>
                </a:lnTo>
                <a:lnTo>
                  <a:pt x="607695" y="292100"/>
                </a:lnTo>
                <a:lnTo>
                  <a:pt x="461645" y="280670"/>
                </a:lnTo>
                <a:lnTo>
                  <a:pt x="330200" y="266065"/>
                </a:lnTo>
                <a:lnTo>
                  <a:pt x="215900" y="247015"/>
                </a:lnTo>
                <a:lnTo>
                  <a:pt x="123825" y="225425"/>
                </a:lnTo>
                <a:lnTo>
                  <a:pt x="55880" y="201930"/>
                </a:lnTo>
                <a:lnTo>
                  <a:pt x="13970" y="176530"/>
                </a:lnTo>
                <a:lnTo>
                  <a:pt x="0" y="150495"/>
                </a:lnTo>
                <a:lnTo>
                  <a:pt x="13970" y="124460"/>
                </a:lnTo>
                <a:lnTo>
                  <a:pt x="55880" y="99060"/>
                </a:lnTo>
                <a:lnTo>
                  <a:pt x="123825" y="75565"/>
                </a:lnTo>
                <a:lnTo>
                  <a:pt x="215900" y="53975"/>
                </a:lnTo>
                <a:lnTo>
                  <a:pt x="330200" y="34925"/>
                </a:lnTo>
                <a:lnTo>
                  <a:pt x="461645" y="20320"/>
                </a:lnTo>
                <a:lnTo>
                  <a:pt x="607695" y="8890"/>
                </a:lnTo>
                <a:lnTo>
                  <a:pt x="763270" y="2540"/>
                </a:lnTo>
                <a:lnTo>
                  <a:pt x="923290" y="0"/>
                </a:lnTo>
                <a:lnTo>
                  <a:pt x="1083310" y="2540"/>
                </a:lnTo>
                <a:lnTo>
                  <a:pt x="1238885" y="8890"/>
                </a:lnTo>
                <a:lnTo>
                  <a:pt x="1384935" y="20320"/>
                </a:lnTo>
                <a:lnTo>
                  <a:pt x="1516380" y="34925"/>
                </a:lnTo>
                <a:lnTo>
                  <a:pt x="1630680" y="53975"/>
                </a:lnTo>
                <a:lnTo>
                  <a:pt x="1722755" y="74930"/>
                </a:lnTo>
                <a:lnTo>
                  <a:pt x="1790700" y="99060"/>
                </a:lnTo>
                <a:lnTo>
                  <a:pt x="1832610" y="124460"/>
                </a:lnTo>
                <a:close/>
              </a:path>
            </a:pathLst>
          </a:custGeom>
          <a:solidFill>
            <a:srgbClr val="7D111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Kształt 109"/>
          <p:cNvSpPr/>
          <p:nvPr/>
        </p:nvSpPr>
        <p:spPr>
          <a:xfrm>
            <a:off x="5245100" y="4660900"/>
            <a:ext cx="419100" cy="342900"/>
          </a:xfrm>
          <a:custGeom>
            <a:avLst/>
            <a:gdLst/>
            <a:ahLst/>
            <a:cxnLst/>
            <a:rect l="0" t="0" r="r" b="b"/>
            <a:pathLst>
              <a:path w="419100" h="342900">
                <a:moveTo>
                  <a:pt x="0" y="330200"/>
                </a:moveTo>
                <a:lnTo>
                  <a:pt x="203200" y="0"/>
                </a:lnTo>
                <a:lnTo>
                  <a:pt x="419100" y="342900"/>
                </a:lnTo>
                <a:close/>
              </a:path>
            </a:pathLst>
          </a:custGeom>
          <a:solidFill>
            <a:srgbClr val="F6C453"/>
          </a:solidFill>
          <a:ln w="5080">
            <a:solidFill>
              <a:srgbClr val="F6C4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Kształt 110"/>
          <p:cNvSpPr/>
          <p:nvPr/>
        </p:nvSpPr>
        <p:spPr>
          <a:xfrm>
            <a:off x="5435600" y="4445000"/>
            <a:ext cx="596900" cy="508000"/>
          </a:xfrm>
          <a:custGeom>
            <a:avLst/>
            <a:gdLst/>
            <a:ahLst/>
            <a:cxnLst/>
            <a:rect l="0" t="0" r="r" b="b"/>
            <a:pathLst>
              <a:path w="596900" h="508000">
                <a:moveTo>
                  <a:pt x="0" y="508000"/>
                </a:moveTo>
                <a:lnTo>
                  <a:pt x="342900" y="0"/>
                </a:lnTo>
                <a:lnTo>
                  <a:pt x="596900" y="469900"/>
                </a:lnTo>
                <a:close/>
              </a:path>
            </a:pathLst>
          </a:custGeom>
          <a:solidFill>
            <a:srgbClr val="EEB33B"/>
          </a:solidFill>
          <a:ln w="5080">
            <a:solidFill>
              <a:srgbClr val="EEB3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Kształt 111"/>
          <p:cNvSpPr/>
          <p:nvPr/>
        </p:nvSpPr>
        <p:spPr>
          <a:xfrm>
            <a:off x="5702300" y="4292600"/>
            <a:ext cx="660400" cy="622300"/>
          </a:xfrm>
          <a:custGeom>
            <a:avLst/>
            <a:gdLst/>
            <a:ahLst/>
            <a:cxnLst/>
            <a:rect l="0" t="0" r="r" b="b"/>
            <a:pathLst>
              <a:path w="660400" h="622300">
                <a:moveTo>
                  <a:pt x="0" y="622300"/>
                </a:moveTo>
                <a:lnTo>
                  <a:pt x="393700" y="0"/>
                </a:lnTo>
                <a:lnTo>
                  <a:pt x="660400" y="59690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Kształt 112"/>
          <p:cNvSpPr/>
          <p:nvPr/>
        </p:nvSpPr>
        <p:spPr>
          <a:xfrm>
            <a:off x="6032500" y="4419600"/>
            <a:ext cx="647700" cy="533400"/>
          </a:xfrm>
          <a:custGeom>
            <a:avLst/>
            <a:gdLst/>
            <a:ahLst/>
            <a:cxnLst/>
            <a:rect l="0" t="0" r="r" b="b"/>
            <a:pathLst>
              <a:path w="647700" h="533400">
                <a:moveTo>
                  <a:pt x="0" y="520700"/>
                </a:moveTo>
                <a:lnTo>
                  <a:pt x="444500" y="0"/>
                </a:lnTo>
                <a:lnTo>
                  <a:pt x="647700" y="533400"/>
                </a:lnTo>
                <a:close/>
              </a:path>
            </a:pathLst>
          </a:custGeom>
          <a:solidFill>
            <a:srgbClr val="E7A12C"/>
          </a:solidFill>
          <a:ln w="5080">
            <a:solidFill>
              <a:srgbClr val="E7A12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Kształt 113"/>
          <p:cNvSpPr/>
          <p:nvPr/>
        </p:nvSpPr>
        <p:spPr>
          <a:xfrm>
            <a:off x="6362700" y="4546600"/>
            <a:ext cx="609600" cy="431800"/>
          </a:xfrm>
          <a:custGeom>
            <a:avLst/>
            <a:gdLst/>
            <a:ahLst/>
            <a:cxnLst/>
            <a:rect l="0" t="0" r="r" b="b"/>
            <a:pathLst>
              <a:path w="609600" h="431800">
                <a:moveTo>
                  <a:pt x="0" y="406400"/>
                </a:moveTo>
                <a:lnTo>
                  <a:pt x="381000" y="0"/>
                </a:lnTo>
                <a:lnTo>
                  <a:pt x="609600" y="431800"/>
                </a:lnTo>
                <a:close/>
              </a:path>
            </a:pathLst>
          </a:custGeom>
          <a:solidFill>
            <a:srgbClr val="F6C453"/>
          </a:solidFill>
          <a:ln w="5080">
            <a:solidFill>
              <a:srgbClr val="F6C4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Kształt 114"/>
          <p:cNvSpPr/>
          <p:nvPr/>
        </p:nvSpPr>
        <p:spPr>
          <a:xfrm>
            <a:off x="6731000" y="4711700"/>
            <a:ext cx="292100" cy="292100"/>
          </a:xfrm>
          <a:custGeom>
            <a:avLst/>
            <a:gdLst/>
            <a:ahLst/>
            <a:cxnLst/>
            <a:rect l="0" t="0" r="r" b="b"/>
            <a:pathLst>
              <a:path w="292100" h="292100">
                <a:moveTo>
                  <a:pt x="0" y="215900"/>
                </a:moveTo>
                <a:lnTo>
                  <a:pt x="215900" y="0"/>
                </a:lnTo>
                <a:lnTo>
                  <a:pt x="292100" y="292100"/>
                </a:lnTo>
                <a:close/>
              </a:path>
            </a:pathLst>
          </a:custGeom>
          <a:solidFill>
            <a:srgbClr val="EEB33B"/>
          </a:solidFill>
          <a:ln w="5080">
            <a:solidFill>
              <a:srgbClr val="EEB3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Kształt 115"/>
          <p:cNvSpPr/>
          <p:nvPr/>
        </p:nvSpPr>
        <p:spPr>
          <a:xfrm>
            <a:off x="5334000" y="4610100"/>
            <a:ext cx="292100" cy="419100"/>
          </a:xfrm>
          <a:custGeom>
            <a:avLst/>
            <a:gdLst/>
            <a:ahLst/>
            <a:cxnLst/>
            <a:rect l="0" t="0" r="r" b="b"/>
            <a:pathLst>
              <a:path w="292100" h="419100">
                <a:moveTo>
                  <a:pt x="0" y="304800"/>
                </a:moveTo>
                <a:lnTo>
                  <a:pt x="292100" y="0"/>
                </a:lnTo>
                <a:lnTo>
                  <a:pt x="215900" y="41910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Kształt 116"/>
          <p:cNvSpPr/>
          <p:nvPr/>
        </p:nvSpPr>
        <p:spPr>
          <a:xfrm>
            <a:off x="5588000" y="4584700"/>
            <a:ext cx="355600" cy="431800"/>
          </a:xfrm>
          <a:custGeom>
            <a:avLst/>
            <a:gdLst/>
            <a:ahLst/>
            <a:cxnLst/>
            <a:rect l="0" t="0" r="r" b="b"/>
            <a:pathLst>
              <a:path w="355600" h="431800">
                <a:moveTo>
                  <a:pt x="0" y="177800"/>
                </a:moveTo>
                <a:lnTo>
                  <a:pt x="355600" y="0"/>
                </a:lnTo>
                <a:lnTo>
                  <a:pt x="190500" y="431800"/>
                </a:lnTo>
                <a:close/>
              </a:path>
            </a:pathLst>
          </a:custGeom>
          <a:solidFill>
            <a:srgbClr val="E7A12C"/>
          </a:solidFill>
          <a:ln w="5080">
            <a:solidFill>
              <a:srgbClr val="E7A12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Kształt 117"/>
          <p:cNvSpPr/>
          <p:nvPr/>
        </p:nvSpPr>
        <p:spPr>
          <a:xfrm>
            <a:off x="5905500" y="4546600"/>
            <a:ext cx="304800" cy="469900"/>
          </a:xfrm>
          <a:custGeom>
            <a:avLst/>
            <a:gdLst/>
            <a:ahLst/>
            <a:cxnLst/>
            <a:rect l="0" t="0" r="r" b="b"/>
            <a:pathLst>
              <a:path w="304800" h="469900">
                <a:moveTo>
                  <a:pt x="0" y="139700"/>
                </a:moveTo>
                <a:lnTo>
                  <a:pt x="304800" y="0"/>
                </a:lnTo>
                <a:lnTo>
                  <a:pt x="165100" y="469900"/>
                </a:lnTo>
                <a:close/>
              </a:path>
            </a:pathLst>
          </a:custGeom>
          <a:solidFill>
            <a:srgbClr val="F6C453"/>
          </a:solidFill>
          <a:ln w="5080">
            <a:solidFill>
              <a:srgbClr val="F6C4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Kształt 118"/>
          <p:cNvSpPr/>
          <p:nvPr/>
        </p:nvSpPr>
        <p:spPr>
          <a:xfrm>
            <a:off x="6096000" y="4584700"/>
            <a:ext cx="279400" cy="431800"/>
          </a:xfrm>
          <a:custGeom>
            <a:avLst/>
            <a:gdLst/>
            <a:ahLst/>
            <a:cxnLst/>
            <a:rect l="0" t="0" r="r" b="b"/>
            <a:pathLst>
              <a:path w="279400" h="431800">
                <a:moveTo>
                  <a:pt x="0" y="139700"/>
                </a:moveTo>
                <a:lnTo>
                  <a:pt x="279400" y="0"/>
                </a:lnTo>
                <a:lnTo>
                  <a:pt x="190500" y="431800"/>
                </a:lnTo>
                <a:close/>
              </a:path>
            </a:pathLst>
          </a:custGeom>
          <a:solidFill>
            <a:srgbClr val="EEB33B"/>
          </a:solidFill>
          <a:ln w="5080">
            <a:solidFill>
              <a:srgbClr val="EEB3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Kształt 119"/>
          <p:cNvSpPr/>
          <p:nvPr/>
        </p:nvSpPr>
        <p:spPr>
          <a:xfrm>
            <a:off x="6477000" y="4749800"/>
            <a:ext cx="330200" cy="266700"/>
          </a:xfrm>
          <a:custGeom>
            <a:avLst/>
            <a:gdLst/>
            <a:ahLst/>
            <a:cxnLst/>
            <a:rect l="0" t="0" r="r" b="b"/>
            <a:pathLst>
              <a:path w="330200" h="266700">
                <a:moveTo>
                  <a:pt x="0" y="38100"/>
                </a:moveTo>
                <a:lnTo>
                  <a:pt x="330200" y="0"/>
                </a:lnTo>
                <a:lnTo>
                  <a:pt x="203200" y="26670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Kształt 120"/>
          <p:cNvSpPr/>
          <p:nvPr/>
        </p:nvSpPr>
        <p:spPr>
          <a:xfrm>
            <a:off x="4268470" y="5462270"/>
            <a:ext cx="334010" cy="140335"/>
          </a:xfrm>
          <a:custGeom>
            <a:avLst/>
            <a:gdLst/>
            <a:ahLst/>
            <a:cxnLst/>
            <a:rect l="0" t="0" r="r" b="b"/>
            <a:pathLst>
              <a:path w="334010" h="140335">
                <a:moveTo>
                  <a:pt x="0" y="89535"/>
                </a:moveTo>
                <a:lnTo>
                  <a:pt x="267335" y="0"/>
                </a:lnTo>
                <a:lnTo>
                  <a:pt x="334010" y="140335"/>
                </a:lnTo>
                <a:close/>
              </a:path>
            </a:pathLst>
          </a:custGeom>
          <a:solidFill>
            <a:srgbClr val="EEB33B"/>
          </a:solidFill>
          <a:ln w="5080">
            <a:solidFill>
              <a:srgbClr val="EEB3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Kształt 121"/>
          <p:cNvSpPr/>
          <p:nvPr/>
        </p:nvSpPr>
        <p:spPr>
          <a:xfrm>
            <a:off x="4820920" y="5547360"/>
            <a:ext cx="311150" cy="142875"/>
          </a:xfrm>
          <a:custGeom>
            <a:avLst/>
            <a:gdLst/>
            <a:ahLst/>
            <a:cxnLst/>
            <a:rect l="0" t="0" r="r" b="b"/>
            <a:pathLst>
              <a:path w="311150" h="142875">
                <a:moveTo>
                  <a:pt x="15875" y="142875"/>
                </a:moveTo>
                <a:lnTo>
                  <a:pt x="0" y="0"/>
                </a:lnTo>
                <a:lnTo>
                  <a:pt x="311150" y="5969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Kształt 122"/>
          <p:cNvSpPr/>
          <p:nvPr/>
        </p:nvSpPr>
        <p:spPr>
          <a:xfrm>
            <a:off x="2082800" y="5306060"/>
            <a:ext cx="1549400" cy="309880"/>
          </a:xfrm>
          <a:custGeom>
            <a:avLst/>
            <a:gdLst/>
            <a:ahLst/>
            <a:cxnLst/>
            <a:rect l="0" t="0" r="r" b="b"/>
            <a:pathLst>
              <a:path w="1549400" h="309880">
                <a:moveTo>
                  <a:pt x="1549400" y="154940"/>
                </a:moveTo>
                <a:lnTo>
                  <a:pt x="1537335" y="181610"/>
                </a:lnTo>
                <a:lnTo>
                  <a:pt x="1502410" y="207645"/>
                </a:lnTo>
                <a:lnTo>
                  <a:pt x="1445895" y="232410"/>
                </a:lnTo>
                <a:lnTo>
                  <a:pt x="1368425" y="254635"/>
                </a:lnTo>
                <a:lnTo>
                  <a:pt x="1272540" y="273685"/>
                </a:lnTo>
                <a:lnTo>
                  <a:pt x="1162050" y="288925"/>
                </a:lnTo>
                <a:lnTo>
                  <a:pt x="1039495" y="300355"/>
                </a:lnTo>
                <a:lnTo>
                  <a:pt x="909320" y="307340"/>
                </a:lnTo>
                <a:lnTo>
                  <a:pt x="774700" y="309880"/>
                </a:lnTo>
                <a:lnTo>
                  <a:pt x="640080" y="307340"/>
                </a:lnTo>
                <a:lnTo>
                  <a:pt x="509905" y="300355"/>
                </a:lnTo>
                <a:lnTo>
                  <a:pt x="387350" y="288925"/>
                </a:lnTo>
                <a:lnTo>
                  <a:pt x="276860" y="273685"/>
                </a:lnTo>
                <a:lnTo>
                  <a:pt x="180975" y="254635"/>
                </a:lnTo>
                <a:lnTo>
                  <a:pt x="103505" y="232410"/>
                </a:lnTo>
                <a:lnTo>
                  <a:pt x="46990" y="207645"/>
                </a:lnTo>
                <a:lnTo>
                  <a:pt x="12065" y="181610"/>
                </a:lnTo>
                <a:lnTo>
                  <a:pt x="0" y="154940"/>
                </a:lnTo>
                <a:lnTo>
                  <a:pt x="12065" y="128270"/>
                </a:lnTo>
                <a:lnTo>
                  <a:pt x="46990" y="102235"/>
                </a:lnTo>
                <a:lnTo>
                  <a:pt x="103505" y="77470"/>
                </a:lnTo>
                <a:lnTo>
                  <a:pt x="180975" y="55245"/>
                </a:lnTo>
                <a:lnTo>
                  <a:pt x="276860" y="36195"/>
                </a:lnTo>
                <a:lnTo>
                  <a:pt x="387350" y="20955"/>
                </a:lnTo>
                <a:lnTo>
                  <a:pt x="509905" y="9525"/>
                </a:lnTo>
                <a:lnTo>
                  <a:pt x="640080" y="2540"/>
                </a:lnTo>
                <a:lnTo>
                  <a:pt x="774700" y="0"/>
                </a:lnTo>
                <a:lnTo>
                  <a:pt x="909320" y="2540"/>
                </a:lnTo>
                <a:lnTo>
                  <a:pt x="1039495" y="9525"/>
                </a:lnTo>
                <a:lnTo>
                  <a:pt x="1162050" y="20955"/>
                </a:lnTo>
                <a:lnTo>
                  <a:pt x="1272540" y="36195"/>
                </a:lnTo>
                <a:lnTo>
                  <a:pt x="1368425" y="55245"/>
                </a:lnTo>
                <a:lnTo>
                  <a:pt x="1445895" y="77470"/>
                </a:lnTo>
                <a:lnTo>
                  <a:pt x="1502410" y="102235"/>
                </a:lnTo>
                <a:lnTo>
                  <a:pt x="1537335" y="12827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Kształt 123"/>
          <p:cNvSpPr/>
          <p:nvPr/>
        </p:nvSpPr>
        <p:spPr>
          <a:xfrm>
            <a:off x="2108200" y="5245100"/>
            <a:ext cx="1498600" cy="406400"/>
          </a:xfrm>
          <a:custGeom>
            <a:avLst/>
            <a:gdLst/>
            <a:ahLst/>
            <a:cxnLst/>
            <a:rect l="0" t="0" r="r" b="b"/>
            <a:pathLst>
              <a:path w="1498600" h="406400">
                <a:moveTo>
                  <a:pt x="1498600" y="203200"/>
                </a:moveTo>
                <a:lnTo>
                  <a:pt x="1487170" y="238760"/>
                </a:lnTo>
                <a:lnTo>
                  <a:pt x="1453515" y="272415"/>
                </a:lnTo>
                <a:lnTo>
                  <a:pt x="1398270" y="304800"/>
                </a:lnTo>
                <a:lnTo>
                  <a:pt x="1323340" y="334010"/>
                </a:lnTo>
                <a:lnTo>
                  <a:pt x="1230630" y="358775"/>
                </a:lnTo>
                <a:lnTo>
                  <a:pt x="1123950" y="379095"/>
                </a:lnTo>
                <a:lnTo>
                  <a:pt x="1005840" y="394335"/>
                </a:lnTo>
                <a:lnTo>
                  <a:pt x="879475" y="403225"/>
                </a:lnTo>
                <a:lnTo>
                  <a:pt x="749300" y="406400"/>
                </a:lnTo>
                <a:lnTo>
                  <a:pt x="619125" y="403225"/>
                </a:lnTo>
                <a:lnTo>
                  <a:pt x="492760" y="394335"/>
                </a:lnTo>
                <a:lnTo>
                  <a:pt x="374650" y="379095"/>
                </a:lnTo>
                <a:lnTo>
                  <a:pt x="267970" y="358775"/>
                </a:lnTo>
                <a:lnTo>
                  <a:pt x="175260" y="334010"/>
                </a:lnTo>
                <a:lnTo>
                  <a:pt x="100330" y="304800"/>
                </a:lnTo>
                <a:lnTo>
                  <a:pt x="45085" y="272415"/>
                </a:lnTo>
                <a:lnTo>
                  <a:pt x="11430" y="238760"/>
                </a:lnTo>
                <a:lnTo>
                  <a:pt x="0" y="203200"/>
                </a:lnTo>
                <a:lnTo>
                  <a:pt x="11430" y="167640"/>
                </a:lnTo>
                <a:lnTo>
                  <a:pt x="45085" y="133985"/>
                </a:lnTo>
                <a:lnTo>
                  <a:pt x="100330" y="101600"/>
                </a:lnTo>
                <a:lnTo>
                  <a:pt x="175260" y="72390"/>
                </a:lnTo>
                <a:lnTo>
                  <a:pt x="267970" y="47625"/>
                </a:lnTo>
                <a:lnTo>
                  <a:pt x="374650" y="27305"/>
                </a:lnTo>
                <a:lnTo>
                  <a:pt x="492760" y="12065"/>
                </a:lnTo>
                <a:lnTo>
                  <a:pt x="619125" y="3175"/>
                </a:lnTo>
                <a:lnTo>
                  <a:pt x="749300" y="0"/>
                </a:lnTo>
                <a:lnTo>
                  <a:pt x="879475" y="3175"/>
                </a:lnTo>
                <a:lnTo>
                  <a:pt x="1005840" y="12065"/>
                </a:lnTo>
                <a:lnTo>
                  <a:pt x="1123950" y="27305"/>
                </a:lnTo>
                <a:lnTo>
                  <a:pt x="1230630" y="47625"/>
                </a:lnTo>
                <a:lnTo>
                  <a:pt x="1323340" y="72390"/>
                </a:lnTo>
                <a:lnTo>
                  <a:pt x="1398270" y="101600"/>
                </a:lnTo>
                <a:lnTo>
                  <a:pt x="1453515" y="133985"/>
                </a:lnTo>
                <a:lnTo>
                  <a:pt x="1487170" y="167640"/>
                </a:lnTo>
                <a:close/>
              </a:path>
            </a:pathLst>
          </a:custGeom>
          <a:solidFill>
            <a:srgbClr val="E3DBD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Kształt 124"/>
          <p:cNvSpPr/>
          <p:nvPr/>
        </p:nvSpPr>
        <p:spPr>
          <a:xfrm>
            <a:off x="2108200" y="5207000"/>
            <a:ext cx="1498600" cy="406400"/>
          </a:xfrm>
          <a:custGeom>
            <a:avLst/>
            <a:gdLst/>
            <a:ahLst/>
            <a:cxnLst/>
            <a:rect l="0" t="0" r="r" b="b"/>
            <a:pathLst>
              <a:path w="1498600" h="406400">
                <a:moveTo>
                  <a:pt x="1498600" y="203200"/>
                </a:moveTo>
                <a:lnTo>
                  <a:pt x="1487170" y="238760"/>
                </a:lnTo>
                <a:lnTo>
                  <a:pt x="1453515" y="272415"/>
                </a:lnTo>
                <a:lnTo>
                  <a:pt x="1398270" y="304800"/>
                </a:lnTo>
                <a:lnTo>
                  <a:pt x="1323340" y="334010"/>
                </a:lnTo>
                <a:lnTo>
                  <a:pt x="1230630" y="358775"/>
                </a:lnTo>
                <a:lnTo>
                  <a:pt x="1123950" y="379095"/>
                </a:lnTo>
                <a:lnTo>
                  <a:pt x="1005840" y="394335"/>
                </a:lnTo>
                <a:lnTo>
                  <a:pt x="879475" y="403225"/>
                </a:lnTo>
                <a:lnTo>
                  <a:pt x="749300" y="406400"/>
                </a:lnTo>
                <a:lnTo>
                  <a:pt x="619125" y="403225"/>
                </a:lnTo>
                <a:lnTo>
                  <a:pt x="492760" y="394335"/>
                </a:lnTo>
                <a:lnTo>
                  <a:pt x="374650" y="379095"/>
                </a:lnTo>
                <a:lnTo>
                  <a:pt x="267970" y="358775"/>
                </a:lnTo>
                <a:lnTo>
                  <a:pt x="175260" y="334010"/>
                </a:lnTo>
                <a:lnTo>
                  <a:pt x="100330" y="304800"/>
                </a:lnTo>
                <a:lnTo>
                  <a:pt x="45085" y="272415"/>
                </a:lnTo>
                <a:lnTo>
                  <a:pt x="11430" y="238760"/>
                </a:lnTo>
                <a:lnTo>
                  <a:pt x="0" y="203200"/>
                </a:lnTo>
                <a:lnTo>
                  <a:pt x="11430" y="167640"/>
                </a:lnTo>
                <a:lnTo>
                  <a:pt x="45085" y="133985"/>
                </a:lnTo>
                <a:lnTo>
                  <a:pt x="100330" y="101600"/>
                </a:lnTo>
                <a:lnTo>
                  <a:pt x="175260" y="72390"/>
                </a:lnTo>
                <a:lnTo>
                  <a:pt x="267970" y="47625"/>
                </a:lnTo>
                <a:lnTo>
                  <a:pt x="374650" y="27305"/>
                </a:lnTo>
                <a:lnTo>
                  <a:pt x="492760" y="12065"/>
                </a:lnTo>
                <a:lnTo>
                  <a:pt x="619125" y="3175"/>
                </a:lnTo>
                <a:lnTo>
                  <a:pt x="749300" y="0"/>
                </a:lnTo>
                <a:lnTo>
                  <a:pt x="879475" y="3175"/>
                </a:lnTo>
                <a:lnTo>
                  <a:pt x="1005840" y="12065"/>
                </a:lnTo>
                <a:lnTo>
                  <a:pt x="1123950" y="27305"/>
                </a:lnTo>
                <a:lnTo>
                  <a:pt x="1230630" y="47625"/>
                </a:lnTo>
                <a:lnTo>
                  <a:pt x="1323340" y="72390"/>
                </a:lnTo>
                <a:lnTo>
                  <a:pt x="1398270" y="101600"/>
                </a:lnTo>
                <a:lnTo>
                  <a:pt x="1453515" y="133985"/>
                </a:lnTo>
                <a:lnTo>
                  <a:pt x="1487170" y="1676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Kształt 125"/>
          <p:cNvSpPr/>
          <p:nvPr/>
        </p:nvSpPr>
        <p:spPr>
          <a:xfrm>
            <a:off x="2324100" y="5283200"/>
            <a:ext cx="1066800" cy="279400"/>
          </a:xfrm>
          <a:custGeom>
            <a:avLst/>
            <a:gdLst/>
            <a:ahLst/>
            <a:cxnLst/>
            <a:rect l="0" t="0" r="r" b="b"/>
            <a:pathLst>
              <a:path w="1066800" h="279400">
                <a:moveTo>
                  <a:pt x="1066800" y="139700"/>
                </a:moveTo>
                <a:lnTo>
                  <a:pt x="1058545" y="163830"/>
                </a:lnTo>
                <a:lnTo>
                  <a:pt x="1034415" y="187325"/>
                </a:lnTo>
                <a:lnTo>
                  <a:pt x="995045" y="209550"/>
                </a:lnTo>
                <a:lnTo>
                  <a:pt x="941705" y="229235"/>
                </a:lnTo>
                <a:lnTo>
                  <a:pt x="876300" y="247015"/>
                </a:lnTo>
                <a:lnTo>
                  <a:pt x="800100" y="260985"/>
                </a:lnTo>
                <a:lnTo>
                  <a:pt x="715645" y="271145"/>
                </a:lnTo>
                <a:lnTo>
                  <a:pt x="626110" y="277495"/>
                </a:lnTo>
                <a:lnTo>
                  <a:pt x="533400" y="279400"/>
                </a:lnTo>
                <a:lnTo>
                  <a:pt x="440690" y="277495"/>
                </a:lnTo>
                <a:lnTo>
                  <a:pt x="351155" y="271145"/>
                </a:lnTo>
                <a:lnTo>
                  <a:pt x="266700" y="260985"/>
                </a:lnTo>
                <a:lnTo>
                  <a:pt x="190500" y="247015"/>
                </a:lnTo>
                <a:lnTo>
                  <a:pt x="125095" y="229235"/>
                </a:lnTo>
                <a:lnTo>
                  <a:pt x="71755" y="209550"/>
                </a:lnTo>
                <a:lnTo>
                  <a:pt x="32385" y="187325"/>
                </a:lnTo>
                <a:lnTo>
                  <a:pt x="8255" y="163830"/>
                </a:lnTo>
                <a:lnTo>
                  <a:pt x="0" y="139700"/>
                </a:lnTo>
                <a:lnTo>
                  <a:pt x="8255" y="115570"/>
                </a:lnTo>
                <a:lnTo>
                  <a:pt x="32385" y="92075"/>
                </a:lnTo>
                <a:lnTo>
                  <a:pt x="71755" y="69850"/>
                </a:lnTo>
                <a:lnTo>
                  <a:pt x="125095" y="50165"/>
                </a:lnTo>
                <a:lnTo>
                  <a:pt x="190500" y="32385"/>
                </a:lnTo>
                <a:lnTo>
                  <a:pt x="266700" y="18415"/>
                </a:lnTo>
                <a:lnTo>
                  <a:pt x="351155" y="8255"/>
                </a:lnTo>
                <a:lnTo>
                  <a:pt x="440690" y="1905"/>
                </a:lnTo>
                <a:lnTo>
                  <a:pt x="533400" y="0"/>
                </a:lnTo>
                <a:lnTo>
                  <a:pt x="626110" y="1905"/>
                </a:lnTo>
                <a:lnTo>
                  <a:pt x="715645" y="8255"/>
                </a:lnTo>
                <a:lnTo>
                  <a:pt x="800100" y="18415"/>
                </a:lnTo>
                <a:lnTo>
                  <a:pt x="876300" y="32385"/>
                </a:lnTo>
                <a:lnTo>
                  <a:pt x="941705" y="50165"/>
                </a:lnTo>
                <a:lnTo>
                  <a:pt x="995045" y="69850"/>
                </a:lnTo>
                <a:lnTo>
                  <a:pt x="1034415" y="92075"/>
                </a:lnTo>
                <a:lnTo>
                  <a:pt x="1058545" y="115570"/>
                </a:lnTo>
                <a:close/>
              </a:path>
            </a:pathLst>
          </a:custGeom>
          <a:solidFill>
            <a:srgbClr val="F1EC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Kształt 126"/>
          <p:cNvSpPr/>
          <p:nvPr/>
        </p:nvSpPr>
        <p:spPr>
          <a:xfrm>
            <a:off x="2424430" y="5307965"/>
            <a:ext cx="377190" cy="147955"/>
          </a:xfrm>
          <a:custGeom>
            <a:avLst/>
            <a:gdLst/>
            <a:ahLst/>
            <a:cxnLst/>
            <a:rect l="0" t="0" r="r" b="b"/>
            <a:pathLst>
              <a:path w="377190" h="147955">
                <a:moveTo>
                  <a:pt x="0" y="125730"/>
                </a:moveTo>
                <a:lnTo>
                  <a:pt x="234315" y="0"/>
                </a:lnTo>
                <a:lnTo>
                  <a:pt x="377190" y="147955"/>
                </a:lnTo>
                <a:close/>
              </a:path>
            </a:pathLst>
          </a:custGeom>
          <a:solidFill>
            <a:srgbClr val="F6C453"/>
          </a:solidFill>
          <a:ln w="5080">
            <a:solidFill>
              <a:srgbClr val="F6C45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Kształt 127"/>
          <p:cNvSpPr/>
          <p:nvPr/>
        </p:nvSpPr>
        <p:spPr>
          <a:xfrm>
            <a:off x="2717165" y="5365750"/>
            <a:ext cx="347980" cy="158750"/>
          </a:xfrm>
          <a:custGeom>
            <a:avLst/>
            <a:gdLst/>
            <a:ahLst/>
            <a:cxnLst/>
            <a:rect l="0" t="0" r="r" b="b"/>
            <a:pathLst>
              <a:path w="347980" h="158750">
                <a:moveTo>
                  <a:pt x="0" y="158750"/>
                </a:moveTo>
                <a:lnTo>
                  <a:pt x="40005" y="0"/>
                </a:lnTo>
                <a:lnTo>
                  <a:pt x="347980" y="93980"/>
                </a:lnTo>
                <a:close/>
              </a:path>
            </a:pathLst>
          </a:custGeom>
          <a:solidFill>
            <a:srgbClr val="EEB33B"/>
          </a:solidFill>
          <a:ln w="5080">
            <a:solidFill>
              <a:srgbClr val="EEB3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Kształt 128"/>
          <p:cNvSpPr/>
          <p:nvPr/>
        </p:nvSpPr>
        <p:spPr>
          <a:xfrm>
            <a:off x="2544445" y="5283200"/>
            <a:ext cx="380365" cy="143510"/>
          </a:xfrm>
          <a:custGeom>
            <a:avLst/>
            <a:gdLst/>
            <a:ahLst/>
            <a:cxnLst/>
            <a:rect l="0" t="0" r="r" b="b"/>
            <a:pathLst>
              <a:path w="380365" h="143510">
                <a:moveTo>
                  <a:pt x="0" y="0"/>
                </a:moveTo>
                <a:lnTo>
                  <a:pt x="380365" y="10795"/>
                </a:lnTo>
                <a:lnTo>
                  <a:pt x="167005" y="14351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Kształt 129"/>
          <p:cNvSpPr/>
          <p:nvPr/>
        </p:nvSpPr>
        <p:spPr>
          <a:xfrm>
            <a:off x="2997200" y="5334000"/>
            <a:ext cx="304800" cy="127000"/>
          </a:xfrm>
          <a:custGeom>
            <a:avLst/>
            <a:gdLst/>
            <a:ahLst/>
            <a:cxnLst/>
            <a:rect l="0" t="0" r="r" b="b"/>
            <a:pathLst>
              <a:path w="304800" h="127000">
                <a:moveTo>
                  <a:pt x="304800" y="63500"/>
                </a:moveTo>
                <a:lnTo>
                  <a:pt x="302260" y="74295"/>
                </a:lnTo>
                <a:lnTo>
                  <a:pt x="295910" y="85090"/>
                </a:lnTo>
                <a:lnTo>
                  <a:pt x="284480" y="95250"/>
                </a:lnTo>
                <a:lnTo>
                  <a:pt x="269240" y="104140"/>
                </a:lnTo>
                <a:lnTo>
                  <a:pt x="250190" y="112395"/>
                </a:lnTo>
                <a:lnTo>
                  <a:pt x="228600" y="118745"/>
                </a:lnTo>
                <a:lnTo>
                  <a:pt x="204470" y="123190"/>
                </a:lnTo>
                <a:lnTo>
                  <a:pt x="179070" y="125730"/>
                </a:lnTo>
                <a:lnTo>
                  <a:pt x="152400" y="127000"/>
                </a:lnTo>
                <a:lnTo>
                  <a:pt x="125730" y="125730"/>
                </a:lnTo>
                <a:lnTo>
                  <a:pt x="100330" y="123190"/>
                </a:lnTo>
                <a:lnTo>
                  <a:pt x="76200" y="118745"/>
                </a:lnTo>
                <a:lnTo>
                  <a:pt x="54610" y="112395"/>
                </a:lnTo>
                <a:lnTo>
                  <a:pt x="35560" y="104140"/>
                </a:lnTo>
                <a:lnTo>
                  <a:pt x="20320" y="95250"/>
                </a:lnTo>
                <a:lnTo>
                  <a:pt x="8890" y="85090"/>
                </a:lnTo>
                <a:lnTo>
                  <a:pt x="2540" y="74295"/>
                </a:lnTo>
                <a:lnTo>
                  <a:pt x="0" y="63500"/>
                </a:lnTo>
                <a:lnTo>
                  <a:pt x="2540" y="52705"/>
                </a:lnTo>
                <a:lnTo>
                  <a:pt x="8890" y="41910"/>
                </a:lnTo>
                <a:lnTo>
                  <a:pt x="20320" y="31750"/>
                </a:lnTo>
                <a:lnTo>
                  <a:pt x="35560" y="22860"/>
                </a:lnTo>
                <a:lnTo>
                  <a:pt x="54610" y="14605"/>
                </a:lnTo>
                <a:lnTo>
                  <a:pt x="76200" y="8255"/>
                </a:lnTo>
                <a:lnTo>
                  <a:pt x="100330" y="3810"/>
                </a:lnTo>
                <a:lnTo>
                  <a:pt x="125730" y="1270"/>
                </a:lnTo>
                <a:lnTo>
                  <a:pt x="152400" y="0"/>
                </a:lnTo>
                <a:lnTo>
                  <a:pt x="179070" y="1270"/>
                </a:lnTo>
                <a:lnTo>
                  <a:pt x="204470" y="3810"/>
                </a:lnTo>
                <a:lnTo>
                  <a:pt x="228600" y="8255"/>
                </a:lnTo>
                <a:lnTo>
                  <a:pt x="250190" y="14605"/>
                </a:lnTo>
                <a:lnTo>
                  <a:pt x="269240" y="22860"/>
                </a:lnTo>
                <a:lnTo>
                  <a:pt x="284480" y="31750"/>
                </a:lnTo>
                <a:lnTo>
                  <a:pt x="295910" y="41910"/>
                </a:lnTo>
                <a:lnTo>
                  <a:pt x="302260" y="5270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Kształt 130"/>
          <p:cNvSpPr/>
          <p:nvPr/>
        </p:nvSpPr>
        <p:spPr>
          <a:xfrm>
            <a:off x="3098800" y="5353050"/>
            <a:ext cx="50800" cy="50800"/>
          </a:xfrm>
          <a:custGeom>
            <a:avLst/>
            <a:gdLst/>
            <a:ahLst/>
            <a:cxnLst/>
            <a:rect l="0" t="0" r="r" b="b"/>
            <a:pathLst>
              <a:path w="50800" h="50800">
                <a:moveTo>
                  <a:pt x="0" y="19050"/>
                </a:moveTo>
                <a:lnTo>
                  <a:pt x="50800" y="0"/>
                </a:lnTo>
                <a:lnTo>
                  <a:pt x="38100" y="508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Kształt 131"/>
          <p:cNvSpPr/>
          <p:nvPr/>
        </p:nvSpPr>
        <p:spPr>
          <a:xfrm>
            <a:off x="3175000" y="5384800"/>
            <a:ext cx="50800" cy="44450"/>
          </a:xfrm>
          <a:custGeom>
            <a:avLst/>
            <a:gdLst/>
            <a:ahLst/>
            <a:cxnLst/>
            <a:rect l="0" t="0" r="r" b="b"/>
            <a:pathLst>
              <a:path w="50800" h="44450">
                <a:moveTo>
                  <a:pt x="0" y="19050"/>
                </a:moveTo>
                <a:lnTo>
                  <a:pt x="50800" y="0"/>
                </a:lnTo>
                <a:lnTo>
                  <a:pt x="38100" y="4445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Kształt 132"/>
          <p:cNvSpPr/>
          <p:nvPr/>
        </p:nvSpPr>
        <p:spPr>
          <a:xfrm>
            <a:off x="1219200" y="5422900"/>
            <a:ext cx="635000" cy="127000"/>
          </a:xfrm>
          <a:custGeom>
            <a:avLst/>
            <a:gdLst/>
            <a:ahLst/>
            <a:cxnLst/>
            <a:rect l="0" t="0" r="r" b="b"/>
            <a:pathLst>
              <a:path w="635000" h="127000">
                <a:moveTo>
                  <a:pt x="635000" y="63500"/>
                </a:moveTo>
                <a:lnTo>
                  <a:pt x="629920" y="74295"/>
                </a:lnTo>
                <a:lnTo>
                  <a:pt x="615950" y="85090"/>
                </a:lnTo>
                <a:lnTo>
                  <a:pt x="592455" y="95250"/>
                </a:lnTo>
                <a:lnTo>
                  <a:pt x="560705" y="104140"/>
                </a:lnTo>
                <a:lnTo>
                  <a:pt x="521335" y="112395"/>
                </a:lnTo>
                <a:lnTo>
                  <a:pt x="476250" y="118745"/>
                </a:lnTo>
                <a:lnTo>
                  <a:pt x="426085" y="123190"/>
                </a:lnTo>
                <a:lnTo>
                  <a:pt x="372745" y="125730"/>
                </a:lnTo>
                <a:lnTo>
                  <a:pt x="317500" y="127000"/>
                </a:lnTo>
                <a:lnTo>
                  <a:pt x="262255" y="125730"/>
                </a:lnTo>
                <a:lnTo>
                  <a:pt x="208915" y="123190"/>
                </a:lnTo>
                <a:lnTo>
                  <a:pt x="158750" y="118745"/>
                </a:lnTo>
                <a:lnTo>
                  <a:pt x="113665" y="112395"/>
                </a:lnTo>
                <a:lnTo>
                  <a:pt x="74295" y="104140"/>
                </a:lnTo>
                <a:lnTo>
                  <a:pt x="42545" y="95250"/>
                </a:lnTo>
                <a:lnTo>
                  <a:pt x="19050" y="85090"/>
                </a:lnTo>
                <a:lnTo>
                  <a:pt x="5080" y="74295"/>
                </a:lnTo>
                <a:lnTo>
                  <a:pt x="0" y="63500"/>
                </a:lnTo>
                <a:lnTo>
                  <a:pt x="5080" y="52705"/>
                </a:lnTo>
                <a:lnTo>
                  <a:pt x="19050" y="41910"/>
                </a:lnTo>
                <a:lnTo>
                  <a:pt x="42545" y="31750"/>
                </a:lnTo>
                <a:lnTo>
                  <a:pt x="74295" y="22860"/>
                </a:lnTo>
                <a:lnTo>
                  <a:pt x="113665" y="14605"/>
                </a:lnTo>
                <a:lnTo>
                  <a:pt x="158750" y="8255"/>
                </a:lnTo>
                <a:lnTo>
                  <a:pt x="208915" y="3810"/>
                </a:lnTo>
                <a:lnTo>
                  <a:pt x="262255" y="1270"/>
                </a:lnTo>
                <a:lnTo>
                  <a:pt x="317500" y="0"/>
                </a:lnTo>
                <a:lnTo>
                  <a:pt x="372745" y="1270"/>
                </a:lnTo>
                <a:lnTo>
                  <a:pt x="426085" y="3810"/>
                </a:lnTo>
                <a:lnTo>
                  <a:pt x="476250" y="8255"/>
                </a:lnTo>
                <a:lnTo>
                  <a:pt x="521335" y="14605"/>
                </a:lnTo>
                <a:lnTo>
                  <a:pt x="560705" y="22860"/>
                </a:lnTo>
                <a:lnTo>
                  <a:pt x="592455" y="31750"/>
                </a:lnTo>
                <a:lnTo>
                  <a:pt x="615950" y="41910"/>
                </a:lnTo>
                <a:lnTo>
                  <a:pt x="629920" y="52705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Kształt 133"/>
          <p:cNvSpPr/>
          <p:nvPr/>
        </p:nvSpPr>
        <p:spPr>
          <a:xfrm>
            <a:off x="1557020" y="5252720"/>
            <a:ext cx="264160" cy="80010"/>
          </a:xfrm>
          <a:custGeom>
            <a:avLst/>
            <a:gdLst/>
            <a:ahLst/>
            <a:cxnLst/>
            <a:rect l="0" t="0" r="r" b="b"/>
            <a:pathLst>
              <a:path w="264160" h="80010">
                <a:moveTo>
                  <a:pt x="0" y="0"/>
                </a:moveTo>
                <a:lnTo>
                  <a:pt x="264160" y="0"/>
                </a:lnTo>
                <a:lnTo>
                  <a:pt x="248285" y="80010"/>
                </a:lnTo>
                <a:close/>
              </a:path>
            </a:pathLst>
          </a:custGeom>
          <a:solidFill>
            <a:srgbClr val="D29E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Kształt 134"/>
          <p:cNvSpPr/>
          <p:nvPr/>
        </p:nvSpPr>
        <p:spPr>
          <a:xfrm>
            <a:off x="1557020" y="5252720"/>
            <a:ext cx="248285" cy="150495"/>
          </a:xfrm>
          <a:custGeom>
            <a:avLst/>
            <a:gdLst/>
            <a:ahLst/>
            <a:cxnLst/>
            <a:rect l="0" t="0" r="r" b="b"/>
            <a:pathLst>
              <a:path w="248285" h="150495">
                <a:moveTo>
                  <a:pt x="0" y="0"/>
                </a:moveTo>
                <a:lnTo>
                  <a:pt x="248285" y="80010"/>
                </a:lnTo>
                <a:lnTo>
                  <a:pt x="202565" y="150495"/>
                </a:lnTo>
                <a:close/>
              </a:path>
            </a:pathLst>
          </a:custGeom>
          <a:solidFill>
            <a:srgbClr val="D09B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Kształt 135"/>
          <p:cNvSpPr/>
          <p:nvPr/>
        </p:nvSpPr>
        <p:spPr>
          <a:xfrm>
            <a:off x="1557020" y="5252720"/>
            <a:ext cx="202565" cy="202565"/>
          </a:xfrm>
          <a:custGeom>
            <a:avLst/>
            <a:gdLst/>
            <a:ahLst/>
            <a:cxnLst/>
            <a:rect l="0" t="0" r="r" b="b"/>
            <a:pathLst>
              <a:path w="202565" h="202565">
                <a:moveTo>
                  <a:pt x="0" y="0"/>
                </a:moveTo>
                <a:lnTo>
                  <a:pt x="202565" y="150495"/>
                </a:lnTo>
                <a:lnTo>
                  <a:pt x="132080" y="202565"/>
                </a:lnTo>
                <a:close/>
              </a:path>
            </a:pathLst>
          </a:custGeom>
          <a:solidFill>
            <a:srgbClr val="CF9A1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Kształt 136"/>
          <p:cNvSpPr/>
          <p:nvPr/>
        </p:nvSpPr>
        <p:spPr>
          <a:xfrm>
            <a:off x="1557020" y="5252720"/>
            <a:ext cx="132080" cy="229870"/>
          </a:xfrm>
          <a:custGeom>
            <a:avLst/>
            <a:gdLst/>
            <a:ahLst/>
            <a:cxnLst/>
            <a:rect l="0" t="0" r="r" b="b"/>
            <a:pathLst>
              <a:path w="132080" h="229870">
                <a:moveTo>
                  <a:pt x="0" y="0"/>
                </a:moveTo>
                <a:lnTo>
                  <a:pt x="132080" y="202565"/>
                </a:lnTo>
                <a:lnTo>
                  <a:pt x="45720" y="229870"/>
                </a:lnTo>
                <a:close/>
              </a:path>
            </a:pathLst>
          </a:custGeom>
          <a:solidFill>
            <a:srgbClr val="D19C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Kształt 137"/>
          <p:cNvSpPr/>
          <p:nvPr/>
        </p:nvSpPr>
        <p:spPr>
          <a:xfrm>
            <a:off x="1511300" y="5252720"/>
            <a:ext cx="91440" cy="229870"/>
          </a:xfrm>
          <a:custGeom>
            <a:avLst/>
            <a:gdLst/>
            <a:ahLst/>
            <a:cxnLst/>
            <a:rect l="0" t="0" r="r" b="b"/>
            <a:pathLst>
              <a:path w="91440" h="229870">
                <a:moveTo>
                  <a:pt x="45720" y="0"/>
                </a:moveTo>
                <a:lnTo>
                  <a:pt x="91440" y="229870"/>
                </a:lnTo>
                <a:lnTo>
                  <a:pt x="0" y="229870"/>
                </a:lnTo>
                <a:close/>
              </a:path>
            </a:pathLst>
          </a:custGeom>
          <a:solidFill>
            <a:srgbClr val="D4A0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Kształt 138"/>
          <p:cNvSpPr/>
          <p:nvPr/>
        </p:nvSpPr>
        <p:spPr>
          <a:xfrm>
            <a:off x="1424940" y="5252720"/>
            <a:ext cx="132080" cy="229870"/>
          </a:xfrm>
          <a:custGeom>
            <a:avLst/>
            <a:gdLst/>
            <a:ahLst/>
            <a:cxnLst/>
            <a:rect l="0" t="0" r="r" b="b"/>
            <a:pathLst>
              <a:path w="132080" h="229870">
                <a:moveTo>
                  <a:pt x="132080" y="0"/>
                </a:moveTo>
                <a:lnTo>
                  <a:pt x="86360" y="229870"/>
                </a:lnTo>
                <a:lnTo>
                  <a:pt x="0" y="202565"/>
                </a:lnTo>
                <a:close/>
              </a:path>
            </a:pathLst>
          </a:custGeom>
          <a:solidFill>
            <a:srgbClr val="D9A6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Kształt 139"/>
          <p:cNvSpPr/>
          <p:nvPr/>
        </p:nvSpPr>
        <p:spPr>
          <a:xfrm>
            <a:off x="1354455" y="5252720"/>
            <a:ext cx="202565" cy="202565"/>
          </a:xfrm>
          <a:custGeom>
            <a:avLst/>
            <a:gdLst/>
            <a:ahLst/>
            <a:cxnLst/>
            <a:rect l="0" t="0" r="r" b="b"/>
            <a:pathLst>
              <a:path w="202565" h="202565">
                <a:moveTo>
                  <a:pt x="202565" y="0"/>
                </a:moveTo>
                <a:lnTo>
                  <a:pt x="70485" y="202565"/>
                </a:lnTo>
                <a:lnTo>
                  <a:pt x="0" y="150495"/>
                </a:lnTo>
                <a:close/>
              </a:path>
            </a:pathLst>
          </a:custGeom>
          <a:solidFill>
            <a:srgbClr val="DEAC2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Kształt 140"/>
          <p:cNvSpPr/>
          <p:nvPr/>
        </p:nvSpPr>
        <p:spPr>
          <a:xfrm>
            <a:off x="1308735" y="5252720"/>
            <a:ext cx="248285" cy="150495"/>
          </a:xfrm>
          <a:custGeom>
            <a:avLst/>
            <a:gdLst/>
            <a:ahLst/>
            <a:cxnLst/>
            <a:rect l="0" t="0" r="r" b="b"/>
            <a:pathLst>
              <a:path w="248285" h="150495">
                <a:moveTo>
                  <a:pt x="248285" y="0"/>
                </a:moveTo>
                <a:lnTo>
                  <a:pt x="45720" y="150495"/>
                </a:lnTo>
                <a:lnTo>
                  <a:pt x="0" y="80010"/>
                </a:lnTo>
                <a:close/>
              </a:path>
            </a:pathLst>
          </a:custGeom>
          <a:solidFill>
            <a:srgbClr val="E4B32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Kształt 141"/>
          <p:cNvSpPr/>
          <p:nvPr/>
        </p:nvSpPr>
        <p:spPr>
          <a:xfrm>
            <a:off x="1292860" y="5252720"/>
            <a:ext cx="264160" cy="80010"/>
          </a:xfrm>
          <a:custGeom>
            <a:avLst/>
            <a:gdLst/>
            <a:ahLst/>
            <a:cxnLst/>
            <a:rect l="0" t="0" r="r" b="b"/>
            <a:pathLst>
              <a:path w="264160" h="80010">
                <a:moveTo>
                  <a:pt x="264160" y="0"/>
                </a:moveTo>
                <a:lnTo>
                  <a:pt x="15875" y="80010"/>
                </a:lnTo>
                <a:lnTo>
                  <a:pt x="0" y="0"/>
                </a:lnTo>
                <a:close/>
              </a:path>
            </a:pathLst>
          </a:custGeom>
          <a:solidFill>
            <a:srgbClr val="E9B9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Kształt 142"/>
          <p:cNvSpPr/>
          <p:nvPr/>
        </p:nvSpPr>
        <p:spPr>
          <a:xfrm>
            <a:off x="1292860" y="5172710"/>
            <a:ext cx="264160" cy="80010"/>
          </a:xfrm>
          <a:custGeom>
            <a:avLst/>
            <a:gdLst/>
            <a:ahLst/>
            <a:cxnLst/>
            <a:rect l="0" t="0" r="r" b="b"/>
            <a:pathLst>
              <a:path w="264160" h="80010">
                <a:moveTo>
                  <a:pt x="264160" y="80010"/>
                </a:moveTo>
                <a:lnTo>
                  <a:pt x="0" y="80010"/>
                </a:lnTo>
                <a:lnTo>
                  <a:pt x="15875" y="0"/>
                </a:lnTo>
                <a:close/>
              </a:path>
            </a:pathLst>
          </a:custGeom>
          <a:solidFill>
            <a:srgbClr val="EDBE3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Kształt 143"/>
          <p:cNvSpPr/>
          <p:nvPr/>
        </p:nvSpPr>
        <p:spPr>
          <a:xfrm>
            <a:off x="1308735" y="5102225"/>
            <a:ext cx="248285" cy="150495"/>
          </a:xfrm>
          <a:custGeom>
            <a:avLst/>
            <a:gdLst/>
            <a:ahLst/>
            <a:cxnLst/>
            <a:rect l="0" t="0" r="r" b="b"/>
            <a:pathLst>
              <a:path w="248285" h="150495">
                <a:moveTo>
                  <a:pt x="248285" y="150495"/>
                </a:moveTo>
                <a:lnTo>
                  <a:pt x="0" y="70485"/>
                </a:lnTo>
                <a:lnTo>
                  <a:pt x="45720" y="0"/>
                </a:lnTo>
                <a:close/>
              </a:path>
            </a:pathLst>
          </a:custGeom>
          <a:solidFill>
            <a:srgbClr val="EFC13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Kształt 144"/>
          <p:cNvSpPr/>
          <p:nvPr/>
        </p:nvSpPr>
        <p:spPr>
          <a:xfrm>
            <a:off x="1354455" y="5050155"/>
            <a:ext cx="202565" cy="202565"/>
          </a:xfrm>
          <a:custGeom>
            <a:avLst/>
            <a:gdLst/>
            <a:ahLst/>
            <a:cxnLst/>
            <a:rect l="0" t="0" r="r" b="b"/>
            <a:pathLst>
              <a:path w="202565" h="202565">
                <a:moveTo>
                  <a:pt x="202565" y="202565"/>
                </a:moveTo>
                <a:lnTo>
                  <a:pt x="0" y="52070"/>
                </a:lnTo>
                <a:lnTo>
                  <a:pt x="70485" y="0"/>
                </a:lnTo>
                <a:close/>
              </a:path>
            </a:pathLst>
          </a:custGeom>
          <a:solidFill>
            <a:srgbClr val="F0C23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Kształt 145"/>
          <p:cNvSpPr/>
          <p:nvPr/>
        </p:nvSpPr>
        <p:spPr>
          <a:xfrm>
            <a:off x="1424940" y="5022850"/>
            <a:ext cx="132080" cy="229870"/>
          </a:xfrm>
          <a:custGeom>
            <a:avLst/>
            <a:gdLst/>
            <a:ahLst/>
            <a:cxnLst/>
            <a:rect l="0" t="0" r="r" b="b"/>
            <a:pathLst>
              <a:path w="132080" h="229870">
                <a:moveTo>
                  <a:pt x="132080" y="229870"/>
                </a:moveTo>
                <a:lnTo>
                  <a:pt x="0" y="27305"/>
                </a:lnTo>
                <a:lnTo>
                  <a:pt x="86360" y="0"/>
                </a:lnTo>
                <a:close/>
              </a:path>
            </a:pathLst>
          </a:custGeom>
          <a:solidFill>
            <a:srgbClr val="EEC0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Kształt 146"/>
          <p:cNvSpPr/>
          <p:nvPr/>
        </p:nvSpPr>
        <p:spPr>
          <a:xfrm>
            <a:off x="1511300" y="5022850"/>
            <a:ext cx="91440" cy="229870"/>
          </a:xfrm>
          <a:custGeom>
            <a:avLst/>
            <a:gdLst/>
            <a:ahLst/>
            <a:cxnLst/>
            <a:rect l="0" t="0" r="r" b="b"/>
            <a:pathLst>
              <a:path w="91440" h="229870">
                <a:moveTo>
                  <a:pt x="45720" y="229870"/>
                </a:moveTo>
                <a:lnTo>
                  <a:pt x="0" y="0"/>
                </a:lnTo>
                <a:lnTo>
                  <a:pt x="91440" y="0"/>
                </a:lnTo>
                <a:close/>
              </a:path>
            </a:pathLst>
          </a:custGeom>
          <a:solidFill>
            <a:srgbClr val="EBBC3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Kształt 147"/>
          <p:cNvSpPr/>
          <p:nvPr/>
        </p:nvSpPr>
        <p:spPr>
          <a:xfrm>
            <a:off x="1557020" y="5022850"/>
            <a:ext cx="132080" cy="229870"/>
          </a:xfrm>
          <a:custGeom>
            <a:avLst/>
            <a:gdLst/>
            <a:ahLst/>
            <a:cxnLst/>
            <a:rect l="0" t="0" r="r" b="b"/>
            <a:pathLst>
              <a:path w="132080" h="229870">
                <a:moveTo>
                  <a:pt x="0" y="229870"/>
                </a:moveTo>
                <a:lnTo>
                  <a:pt x="45720" y="0"/>
                </a:lnTo>
                <a:lnTo>
                  <a:pt x="132080" y="27305"/>
                </a:lnTo>
                <a:close/>
              </a:path>
            </a:pathLst>
          </a:custGeom>
          <a:solidFill>
            <a:srgbClr val="E6B62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Kształt 148"/>
          <p:cNvSpPr/>
          <p:nvPr/>
        </p:nvSpPr>
        <p:spPr>
          <a:xfrm>
            <a:off x="1557020" y="5050155"/>
            <a:ext cx="202565" cy="202565"/>
          </a:xfrm>
          <a:custGeom>
            <a:avLst/>
            <a:gdLst/>
            <a:ahLst/>
            <a:cxnLst/>
            <a:rect l="0" t="0" r="r" b="b"/>
            <a:pathLst>
              <a:path w="202565" h="202565">
                <a:moveTo>
                  <a:pt x="0" y="202565"/>
                </a:moveTo>
                <a:lnTo>
                  <a:pt x="132080" y="0"/>
                </a:lnTo>
                <a:lnTo>
                  <a:pt x="202565" y="52070"/>
                </a:lnTo>
                <a:close/>
              </a:path>
            </a:pathLst>
          </a:custGeom>
          <a:solidFill>
            <a:srgbClr val="E1B02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Kształt 149"/>
          <p:cNvSpPr/>
          <p:nvPr/>
        </p:nvSpPr>
        <p:spPr>
          <a:xfrm>
            <a:off x="1557020" y="5102225"/>
            <a:ext cx="248285" cy="150495"/>
          </a:xfrm>
          <a:custGeom>
            <a:avLst/>
            <a:gdLst/>
            <a:ahLst/>
            <a:cxnLst/>
            <a:rect l="0" t="0" r="r" b="b"/>
            <a:pathLst>
              <a:path w="248285" h="150495">
                <a:moveTo>
                  <a:pt x="0" y="150495"/>
                </a:moveTo>
                <a:lnTo>
                  <a:pt x="202565" y="0"/>
                </a:lnTo>
                <a:lnTo>
                  <a:pt x="248285" y="70485"/>
                </a:lnTo>
                <a:close/>
              </a:path>
            </a:pathLst>
          </a:custGeom>
          <a:solidFill>
            <a:srgbClr val="DBA91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Kształt 150"/>
          <p:cNvSpPr/>
          <p:nvPr/>
        </p:nvSpPr>
        <p:spPr>
          <a:xfrm>
            <a:off x="1557020" y="5172710"/>
            <a:ext cx="264160" cy="80010"/>
          </a:xfrm>
          <a:custGeom>
            <a:avLst/>
            <a:gdLst/>
            <a:ahLst/>
            <a:cxnLst/>
            <a:rect l="0" t="0" r="r" b="b"/>
            <a:pathLst>
              <a:path w="264160" h="80010">
                <a:moveTo>
                  <a:pt x="0" y="80010"/>
                </a:moveTo>
                <a:lnTo>
                  <a:pt x="248285" y="0"/>
                </a:lnTo>
                <a:lnTo>
                  <a:pt x="264160" y="80010"/>
                </a:lnTo>
                <a:close/>
              </a:path>
            </a:pathLst>
          </a:custGeom>
          <a:solidFill>
            <a:srgbClr val="D6A3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Kształt 151"/>
          <p:cNvSpPr/>
          <p:nvPr/>
        </p:nvSpPr>
        <p:spPr>
          <a:xfrm>
            <a:off x="1252220" y="4998720"/>
            <a:ext cx="487680" cy="487680"/>
          </a:xfrm>
          <a:custGeom>
            <a:avLst/>
            <a:gdLst/>
            <a:ahLst/>
            <a:cxnLst/>
            <a:rect l="0" t="0" r="r" b="b"/>
            <a:pathLst>
              <a:path w="487680" h="487680">
                <a:moveTo>
                  <a:pt x="487680" y="243840"/>
                </a:moveTo>
                <a:lnTo>
                  <a:pt x="483870" y="286385"/>
                </a:lnTo>
                <a:lnTo>
                  <a:pt x="473075" y="327025"/>
                </a:lnTo>
                <a:lnTo>
                  <a:pt x="455295" y="365760"/>
                </a:lnTo>
                <a:lnTo>
                  <a:pt x="430530" y="400685"/>
                </a:lnTo>
                <a:lnTo>
                  <a:pt x="400685" y="430530"/>
                </a:lnTo>
                <a:lnTo>
                  <a:pt x="365760" y="455295"/>
                </a:lnTo>
                <a:lnTo>
                  <a:pt x="327025" y="473075"/>
                </a:lnTo>
                <a:lnTo>
                  <a:pt x="286385" y="483870"/>
                </a:lnTo>
                <a:lnTo>
                  <a:pt x="243840" y="487680"/>
                </a:lnTo>
                <a:lnTo>
                  <a:pt x="201295" y="483870"/>
                </a:lnTo>
                <a:lnTo>
                  <a:pt x="160655" y="473075"/>
                </a:lnTo>
                <a:lnTo>
                  <a:pt x="121920" y="455295"/>
                </a:lnTo>
                <a:lnTo>
                  <a:pt x="86995" y="430530"/>
                </a:lnTo>
                <a:lnTo>
                  <a:pt x="57150" y="400685"/>
                </a:lnTo>
                <a:lnTo>
                  <a:pt x="32385" y="365760"/>
                </a:lnTo>
                <a:lnTo>
                  <a:pt x="14605" y="327025"/>
                </a:lnTo>
                <a:lnTo>
                  <a:pt x="3810" y="286385"/>
                </a:lnTo>
                <a:lnTo>
                  <a:pt x="0" y="243840"/>
                </a:lnTo>
                <a:lnTo>
                  <a:pt x="3810" y="201295"/>
                </a:lnTo>
                <a:lnTo>
                  <a:pt x="14605" y="160655"/>
                </a:lnTo>
                <a:lnTo>
                  <a:pt x="32385" y="121920"/>
                </a:lnTo>
                <a:lnTo>
                  <a:pt x="57150" y="86995"/>
                </a:lnTo>
                <a:lnTo>
                  <a:pt x="86995" y="57150"/>
                </a:lnTo>
                <a:lnTo>
                  <a:pt x="121920" y="32385"/>
                </a:lnTo>
                <a:lnTo>
                  <a:pt x="160655" y="14605"/>
                </a:lnTo>
                <a:lnTo>
                  <a:pt x="201295" y="3810"/>
                </a:lnTo>
                <a:lnTo>
                  <a:pt x="243840" y="0"/>
                </a:lnTo>
                <a:lnTo>
                  <a:pt x="286385" y="3810"/>
                </a:lnTo>
                <a:lnTo>
                  <a:pt x="327025" y="14605"/>
                </a:lnTo>
                <a:lnTo>
                  <a:pt x="365760" y="32385"/>
                </a:lnTo>
                <a:lnTo>
                  <a:pt x="400685" y="57150"/>
                </a:lnTo>
                <a:lnTo>
                  <a:pt x="430530" y="86995"/>
                </a:lnTo>
                <a:lnTo>
                  <a:pt x="455295" y="121920"/>
                </a:lnTo>
                <a:lnTo>
                  <a:pt x="473075" y="160655"/>
                </a:lnTo>
                <a:lnTo>
                  <a:pt x="483870" y="201295"/>
                </a:lnTo>
                <a:close/>
              </a:path>
            </a:pathLst>
          </a:custGeom>
          <a:solidFill>
            <a:srgbClr val="F4CB3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Kształt 152"/>
          <p:cNvSpPr/>
          <p:nvPr/>
        </p:nvSpPr>
        <p:spPr>
          <a:xfrm>
            <a:off x="1276350" y="5022850"/>
            <a:ext cx="439420" cy="439420"/>
          </a:xfrm>
          <a:custGeom>
            <a:avLst/>
            <a:gdLst/>
            <a:ahLst/>
            <a:cxnLst/>
            <a:rect l="0" t="0" r="r" b="b"/>
            <a:pathLst>
              <a:path w="439420" h="439420">
                <a:moveTo>
                  <a:pt x="439420" y="219710"/>
                </a:moveTo>
                <a:lnTo>
                  <a:pt x="435610" y="257810"/>
                </a:lnTo>
                <a:lnTo>
                  <a:pt x="426085" y="294640"/>
                </a:lnTo>
                <a:lnTo>
                  <a:pt x="409575" y="329565"/>
                </a:lnTo>
                <a:lnTo>
                  <a:pt x="387985" y="360680"/>
                </a:lnTo>
                <a:lnTo>
                  <a:pt x="360680" y="387985"/>
                </a:lnTo>
                <a:lnTo>
                  <a:pt x="329565" y="409575"/>
                </a:lnTo>
                <a:lnTo>
                  <a:pt x="294640" y="426085"/>
                </a:lnTo>
                <a:lnTo>
                  <a:pt x="257810" y="435610"/>
                </a:lnTo>
                <a:lnTo>
                  <a:pt x="219710" y="439420"/>
                </a:lnTo>
                <a:lnTo>
                  <a:pt x="181610" y="435610"/>
                </a:lnTo>
                <a:lnTo>
                  <a:pt x="144780" y="426085"/>
                </a:lnTo>
                <a:lnTo>
                  <a:pt x="109855" y="409575"/>
                </a:lnTo>
                <a:lnTo>
                  <a:pt x="78740" y="387985"/>
                </a:lnTo>
                <a:lnTo>
                  <a:pt x="51435" y="360680"/>
                </a:lnTo>
                <a:lnTo>
                  <a:pt x="29845" y="329565"/>
                </a:lnTo>
                <a:lnTo>
                  <a:pt x="13335" y="294640"/>
                </a:lnTo>
                <a:lnTo>
                  <a:pt x="3810" y="257810"/>
                </a:lnTo>
                <a:lnTo>
                  <a:pt x="0" y="219710"/>
                </a:lnTo>
                <a:lnTo>
                  <a:pt x="3810" y="181610"/>
                </a:lnTo>
                <a:lnTo>
                  <a:pt x="13335" y="144780"/>
                </a:lnTo>
                <a:lnTo>
                  <a:pt x="29845" y="109855"/>
                </a:lnTo>
                <a:lnTo>
                  <a:pt x="51435" y="78740"/>
                </a:lnTo>
                <a:lnTo>
                  <a:pt x="78740" y="51435"/>
                </a:lnTo>
                <a:lnTo>
                  <a:pt x="109855" y="29845"/>
                </a:lnTo>
                <a:lnTo>
                  <a:pt x="144780" y="13335"/>
                </a:lnTo>
                <a:lnTo>
                  <a:pt x="181610" y="3810"/>
                </a:lnTo>
                <a:lnTo>
                  <a:pt x="219710" y="0"/>
                </a:lnTo>
                <a:lnTo>
                  <a:pt x="257810" y="3810"/>
                </a:lnTo>
                <a:lnTo>
                  <a:pt x="294640" y="13335"/>
                </a:lnTo>
                <a:lnTo>
                  <a:pt x="329565" y="29845"/>
                </a:lnTo>
                <a:lnTo>
                  <a:pt x="360680" y="51435"/>
                </a:lnTo>
                <a:lnTo>
                  <a:pt x="387985" y="78740"/>
                </a:lnTo>
                <a:lnTo>
                  <a:pt x="409575" y="109855"/>
                </a:lnTo>
                <a:lnTo>
                  <a:pt x="426085" y="144780"/>
                </a:lnTo>
                <a:lnTo>
                  <a:pt x="435610" y="181610"/>
                </a:lnTo>
                <a:close/>
              </a:path>
            </a:pathLst>
          </a:custGeom>
          <a:solidFill>
            <a:srgbClr val="FBF1C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Kształt 153"/>
          <p:cNvSpPr/>
          <p:nvPr/>
        </p:nvSpPr>
        <p:spPr>
          <a:xfrm>
            <a:off x="1518285" y="5253355"/>
            <a:ext cx="168275" cy="78740"/>
          </a:xfrm>
          <a:custGeom>
            <a:avLst/>
            <a:gdLst/>
            <a:ahLst/>
            <a:cxnLst/>
            <a:rect l="0" t="0" r="r" b="b"/>
            <a:pathLst>
              <a:path w="168275" h="78740">
                <a:moveTo>
                  <a:pt x="0" y="0"/>
                </a:moveTo>
                <a:lnTo>
                  <a:pt x="168275" y="29845"/>
                </a:lnTo>
                <a:lnTo>
                  <a:pt x="161925" y="78740"/>
                </a:lnTo>
                <a:close/>
              </a:path>
            </a:pathLst>
          </a:custGeom>
          <a:solidFill>
            <a:srgbClr val="F1CE4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Kształt 154"/>
          <p:cNvSpPr/>
          <p:nvPr/>
        </p:nvSpPr>
        <p:spPr>
          <a:xfrm>
            <a:off x="1518285" y="5253355"/>
            <a:ext cx="161925" cy="114300"/>
          </a:xfrm>
          <a:custGeom>
            <a:avLst/>
            <a:gdLst/>
            <a:ahLst/>
            <a:cxnLst/>
            <a:rect l="0" t="0" r="r" b="b"/>
            <a:pathLst>
              <a:path w="161925" h="114300">
                <a:moveTo>
                  <a:pt x="0" y="0"/>
                </a:moveTo>
                <a:lnTo>
                  <a:pt x="161925" y="78740"/>
                </a:lnTo>
                <a:lnTo>
                  <a:pt x="127000" y="114300"/>
                </a:lnTo>
                <a:close/>
              </a:path>
            </a:pathLst>
          </a:custGeom>
          <a:solidFill>
            <a:srgbClr val="F0CA3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Kształt 155"/>
          <p:cNvSpPr/>
          <p:nvPr/>
        </p:nvSpPr>
        <p:spPr>
          <a:xfrm>
            <a:off x="1507490" y="5264150"/>
            <a:ext cx="119380" cy="159385"/>
          </a:xfrm>
          <a:custGeom>
            <a:avLst/>
            <a:gdLst/>
            <a:ahLst/>
            <a:cxnLst/>
            <a:rect l="0" t="0" r="r" b="b"/>
            <a:pathLst>
              <a:path w="119380" h="159385">
                <a:moveTo>
                  <a:pt x="0" y="0"/>
                </a:moveTo>
                <a:lnTo>
                  <a:pt x="119380" y="123190"/>
                </a:lnTo>
                <a:lnTo>
                  <a:pt x="84455" y="159385"/>
                </a:lnTo>
                <a:close/>
              </a:path>
            </a:pathLst>
          </a:custGeom>
          <a:solidFill>
            <a:srgbClr val="F1CD4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Kształt 156"/>
          <p:cNvSpPr/>
          <p:nvPr/>
        </p:nvSpPr>
        <p:spPr>
          <a:xfrm>
            <a:off x="1507490" y="5264150"/>
            <a:ext cx="84455" cy="167640"/>
          </a:xfrm>
          <a:custGeom>
            <a:avLst/>
            <a:gdLst/>
            <a:ahLst/>
            <a:cxnLst/>
            <a:rect l="0" t="0" r="r" b="b"/>
            <a:pathLst>
              <a:path w="84455" h="167640">
                <a:moveTo>
                  <a:pt x="0" y="0"/>
                </a:moveTo>
                <a:lnTo>
                  <a:pt x="84455" y="159385"/>
                </a:lnTo>
                <a:lnTo>
                  <a:pt x="35560" y="167640"/>
                </a:lnTo>
                <a:close/>
              </a:path>
            </a:pathLst>
          </a:custGeom>
          <a:solidFill>
            <a:srgbClr val="F0CA3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Kształt 157"/>
          <p:cNvSpPr/>
          <p:nvPr/>
        </p:nvSpPr>
        <p:spPr>
          <a:xfrm>
            <a:off x="1467485" y="5266690"/>
            <a:ext cx="48895" cy="178435"/>
          </a:xfrm>
          <a:custGeom>
            <a:avLst/>
            <a:gdLst/>
            <a:ahLst/>
            <a:cxnLst/>
            <a:rect l="0" t="0" r="r" b="b"/>
            <a:pathLst>
              <a:path w="48895" h="178435">
                <a:moveTo>
                  <a:pt x="25400" y="0"/>
                </a:moveTo>
                <a:lnTo>
                  <a:pt x="48895" y="170180"/>
                </a:lnTo>
                <a:lnTo>
                  <a:pt x="0" y="178435"/>
                </a:lnTo>
                <a:close/>
              </a:path>
            </a:pathLst>
          </a:custGeom>
          <a:solidFill>
            <a:srgbClr val="F3D25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Kształt 158"/>
          <p:cNvSpPr/>
          <p:nvPr/>
        </p:nvSpPr>
        <p:spPr>
          <a:xfrm>
            <a:off x="1423035" y="5266690"/>
            <a:ext cx="69850" cy="178435"/>
          </a:xfrm>
          <a:custGeom>
            <a:avLst/>
            <a:gdLst/>
            <a:ahLst/>
            <a:cxnLst/>
            <a:rect l="0" t="0" r="r" b="b"/>
            <a:pathLst>
              <a:path w="69850" h="178435">
                <a:moveTo>
                  <a:pt x="69850" y="0"/>
                </a:moveTo>
                <a:lnTo>
                  <a:pt x="44450" y="178435"/>
                </a:lnTo>
                <a:lnTo>
                  <a:pt x="0" y="156845"/>
                </a:lnTo>
                <a:close/>
              </a:path>
            </a:pathLst>
          </a:custGeom>
          <a:solidFill>
            <a:srgbClr val="F1CD4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Kształt 159"/>
          <p:cNvSpPr/>
          <p:nvPr/>
        </p:nvSpPr>
        <p:spPr>
          <a:xfrm>
            <a:off x="1353820" y="5260340"/>
            <a:ext cx="125095" cy="151130"/>
          </a:xfrm>
          <a:custGeom>
            <a:avLst/>
            <a:gdLst/>
            <a:ahLst/>
            <a:cxnLst/>
            <a:rect l="0" t="0" r="r" b="b"/>
            <a:pathLst>
              <a:path w="125095" h="151130">
                <a:moveTo>
                  <a:pt x="125095" y="0"/>
                </a:moveTo>
                <a:lnTo>
                  <a:pt x="44450" y="151130"/>
                </a:lnTo>
                <a:lnTo>
                  <a:pt x="0" y="129540"/>
                </a:lnTo>
                <a:close/>
              </a:path>
            </a:pathLst>
          </a:custGeom>
          <a:solidFill>
            <a:srgbClr val="F7DB6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Kształt 160"/>
          <p:cNvSpPr/>
          <p:nvPr/>
        </p:nvSpPr>
        <p:spPr>
          <a:xfrm>
            <a:off x="1330325" y="5260340"/>
            <a:ext cx="148590" cy="129540"/>
          </a:xfrm>
          <a:custGeom>
            <a:avLst/>
            <a:gdLst/>
            <a:ahLst/>
            <a:cxnLst/>
            <a:rect l="0" t="0" r="r" b="b"/>
            <a:pathLst>
              <a:path w="148590" h="129540">
                <a:moveTo>
                  <a:pt x="148590" y="0"/>
                </a:moveTo>
                <a:lnTo>
                  <a:pt x="23495" y="129540"/>
                </a:lnTo>
                <a:lnTo>
                  <a:pt x="0" y="85725"/>
                </a:lnTo>
                <a:close/>
              </a:path>
            </a:pathLst>
          </a:custGeom>
          <a:solidFill>
            <a:srgbClr val="F4D55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Kształt 161"/>
          <p:cNvSpPr/>
          <p:nvPr/>
        </p:nvSpPr>
        <p:spPr>
          <a:xfrm>
            <a:off x="1294130" y="5247005"/>
            <a:ext cx="177800" cy="74930"/>
          </a:xfrm>
          <a:custGeom>
            <a:avLst/>
            <a:gdLst/>
            <a:ahLst/>
            <a:cxnLst/>
            <a:rect l="0" t="0" r="r" b="b"/>
            <a:pathLst>
              <a:path w="177800" h="74930">
                <a:moveTo>
                  <a:pt x="177800" y="0"/>
                </a:moveTo>
                <a:lnTo>
                  <a:pt x="23495" y="74930"/>
                </a:lnTo>
                <a:lnTo>
                  <a:pt x="0" y="31115"/>
                </a:lnTo>
                <a:close/>
              </a:path>
            </a:pathLst>
          </a:custGeom>
          <a:solidFill>
            <a:srgbClr val="FAE38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Kształt 162"/>
          <p:cNvSpPr/>
          <p:nvPr/>
        </p:nvSpPr>
        <p:spPr>
          <a:xfrm>
            <a:off x="1294130" y="5229225"/>
            <a:ext cx="177800" cy="48895"/>
          </a:xfrm>
          <a:custGeom>
            <a:avLst/>
            <a:gdLst/>
            <a:ahLst/>
            <a:cxnLst/>
            <a:rect l="0" t="0" r="r" b="b"/>
            <a:pathLst>
              <a:path w="177800" h="48895">
                <a:moveTo>
                  <a:pt x="177800" y="17780"/>
                </a:moveTo>
                <a:lnTo>
                  <a:pt x="0" y="48895"/>
                </a:lnTo>
                <a:lnTo>
                  <a:pt x="7620" y="0"/>
                </a:lnTo>
                <a:close/>
              </a:path>
            </a:pathLst>
          </a:custGeom>
          <a:solidFill>
            <a:srgbClr val="F8DD7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Kształt 163"/>
          <p:cNvSpPr/>
          <p:nvPr/>
        </p:nvSpPr>
        <p:spPr>
          <a:xfrm>
            <a:off x="1305560" y="5153025"/>
            <a:ext cx="168275" cy="78740"/>
          </a:xfrm>
          <a:custGeom>
            <a:avLst/>
            <a:gdLst/>
            <a:ahLst/>
            <a:cxnLst/>
            <a:rect l="0" t="0" r="r" b="b"/>
            <a:pathLst>
              <a:path w="168275" h="78740">
                <a:moveTo>
                  <a:pt x="168275" y="78740"/>
                </a:moveTo>
                <a:lnTo>
                  <a:pt x="0" y="48895"/>
                </a:lnTo>
                <a:lnTo>
                  <a:pt x="6350" y="0"/>
                </a:lnTo>
                <a:close/>
              </a:path>
            </a:pathLst>
          </a:custGeom>
          <a:solidFill>
            <a:srgbClr val="FBE68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Kształt 164"/>
          <p:cNvSpPr/>
          <p:nvPr/>
        </p:nvSpPr>
        <p:spPr>
          <a:xfrm>
            <a:off x="1311910" y="5117465"/>
            <a:ext cx="161925" cy="114300"/>
          </a:xfrm>
          <a:custGeom>
            <a:avLst/>
            <a:gdLst/>
            <a:ahLst/>
            <a:cxnLst/>
            <a:rect l="0" t="0" r="r" b="b"/>
            <a:pathLst>
              <a:path w="161925" h="114300">
                <a:moveTo>
                  <a:pt x="161925" y="114300"/>
                </a:moveTo>
                <a:lnTo>
                  <a:pt x="0" y="35560"/>
                </a:lnTo>
                <a:lnTo>
                  <a:pt x="34925" y="0"/>
                </a:lnTo>
                <a:close/>
              </a:path>
            </a:pathLst>
          </a:custGeom>
          <a:solidFill>
            <a:srgbClr val="FAE28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Kształt 165"/>
          <p:cNvSpPr/>
          <p:nvPr/>
        </p:nvSpPr>
        <p:spPr>
          <a:xfrm>
            <a:off x="1365250" y="5061585"/>
            <a:ext cx="119380" cy="159385"/>
          </a:xfrm>
          <a:custGeom>
            <a:avLst/>
            <a:gdLst/>
            <a:ahLst/>
            <a:cxnLst/>
            <a:rect l="0" t="0" r="r" b="b"/>
            <a:pathLst>
              <a:path w="119380" h="159385">
                <a:moveTo>
                  <a:pt x="119380" y="159385"/>
                </a:moveTo>
                <a:lnTo>
                  <a:pt x="0" y="36195"/>
                </a:lnTo>
                <a:lnTo>
                  <a:pt x="34925" y="0"/>
                </a:lnTo>
                <a:close/>
              </a:path>
            </a:pathLst>
          </a:custGeom>
          <a:solidFill>
            <a:srgbClr val="FBE68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Kształt 166"/>
          <p:cNvSpPr/>
          <p:nvPr/>
        </p:nvSpPr>
        <p:spPr>
          <a:xfrm>
            <a:off x="1400175" y="5053330"/>
            <a:ext cx="84455" cy="167640"/>
          </a:xfrm>
          <a:custGeom>
            <a:avLst/>
            <a:gdLst/>
            <a:ahLst/>
            <a:cxnLst/>
            <a:rect l="0" t="0" r="r" b="b"/>
            <a:pathLst>
              <a:path w="84455" h="167640">
                <a:moveTo>
                  <a:pt x="84455" y="167640"/>
                </a:moveTo>
                <a:lnTo>
                  <a:pt x="0" y="8255"/>
                </a:lnTo>
                <a:lnTo>
                  <a:pt x="48895" y="0"/>
                </a:lnTo>
                <a:close/>
              </a:path>
            </a:pathLst>
          </a:custGeom>
          <a:solidFill>
            <a:srgbClr val="FAE38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Kształt 167"/>
          <p:cNvSpPr/>
          <p:nvPr/>
        </p:nvSpPr>
        <p:spPr>
          <a:xfrm>
            <a:off x="1475740" y="5039995"/>
            <a:ext cx="48895" cy="178435"/>
          </a:xfrm>
          <a:custGeom>
            <a:avLst/>
            <a:gdLst/>
            <a:ahLst/>
            <a:cxnLst/>
            <a:rect l="0" t="0" r="r" b="b"/>
            <a:pathLst>
              <a:path w="48895" h="178435">
                <a:moveTo>
                  <a:pt x="23495" y="178435"/>
                </a:moveTo>
                <a:lnTo>
                  <a:pt x="0" y="8255"/>
                </a:lnTo>
                <a:lnTo>
                  <a:pt x="48895" y="0"/>
                </a:lnTo>
                <a:close/>
              </a:path>
            </a:pathLst>
          </a:custGeom>
          <a:solidFill>
            <a:srgbClr val="FAE38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Kształt 168"/>
          <p:cNvSpPr/>
          <p:nvPr/>
        </p:nvSpPr>
        <p:spPr>
          <a:xfrm>
            <a:off x="1499235" y="5039995"/>
            <a:ext cx="69850" cy="178435"/>
          </a:xfrm>
          <a:custGeom>
            <a:avLst/>
            <a:gdLst/>
            <a:ahLst/>
            <a:cxnLst/>
            <a:rect l="0" t="0" r="r" b="b"/>
            <a:pathLst>
              <a:path w="69850" h="178435">
                <a:moveTo>
                  <a:pt x="0" y="178435"/>
                </a:moveTo>
                <a:lnTo>
                  <a:pt x="25400" y="0"/>
                </a:lnTo>
                <a:lnTo>
                  <a:pt x="69850" y="21590"/>
                </a:lnTo>
                <a:close/>
              </a:path>
            </a:pathLst>
          </a:custGeom>
          <a:solidFill>
            <a:srgbClr val="F8DE7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Kształt 169"/>
          <p:cNvSpPr/>
          <p:nvPr/>
        </p:nvSpPr>
        <p:spPr>
          <a:xfrm>
            <a:off x="1513205" y="5073650"/>
            <a:ext cx="125095" cy="151130"/>
          </a:xfrm>
          <a:custGeom>
            <a:avLst/>
            <a:gdLst/>
            <a:ahLst/>
            <a:cxnLst/>
            <a:rect l="0" t="0" r="r" b="b"/>
            <a:pathLst>
              <a:path w="125095" h="151130">
                <a:moveTo>
                  <a:pt x="0" y="151130"/>
                </a:moveTo>
                <a:lnTo>
                  <a:pt x="80645" y="0"/>
                </a:lnTo>
                <a:lnTo>
                  <a:pt x="125095" y="21590"/>
                </a:lnTo>
                <a:close/>
              </a:path>
            </a:pathLst>
          </a:custGeom>
          <a:solidFill>
            <a:srgbClr val="F7DB6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Kształt 170"/>
          <p:cNvSpPr/>
          <p:nvPr/>
        </p:nvSpPr>
        <p:spPr>
          <a:xfrm>
            <a:off x="1513205" y="5095240"/>
            <a:ext cx="148590" cy="129540"/>
          </a:xfrm>
          <a:custGeom>
            <a:avLst/>
            <a:gdLst/>
            <a:ahLst/>
            <a:cxnLst/>
            <a:rect l="0" t="0" r="r" b="b"/>
            <a:pathLst>
              <a:path w="148590" h="129540">
                <a:moveTo>
                  <a:pt x="0" y="129540"/>
                </a:moveTo>
                <a:lnTo>
                  <a:pt x="125095" y="0"/>
                </a:lnTo>
                <a:lnTo>
                  <a:pt x="148590" y="43815"/>
                </a:lnTo>
                <a:close/>
              </a:path>
            </a:pathLst>
          </a:custGeom>
          <a:solidFill>
            <a:srgbClr val="F4D55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Kształt 171"/>
          <p:cNvSpPr/>
          <p:nvPr/>
        </p:nvSpPr>
        <p:spPr>
          <a:xfrm>
            <a:off x="1520190" y="5163185"/>
            <a:ext cx="177800" cy="74930"/>
          </a:xfrm>
          <a:custGeom>
            <a:avLst/>
            <a:gdLst/>
            <a:ahLst/>
            <a:cxnLst/>
            <a:rect l="0" t="0" r="r" b="b"/>
            <a:pathLst>
              <a:path w="177800" h="74930">
                <a:moveTo>
                  <a:pt x="0" y="74930"/>
                </a:moveTo>
                <a:lnTo>
                  <a:pt x="154305" y="0"/>
                </a:lnTo>
                <a:lnTo>
                  <a:pt x="177800" y="43815"/>
                </a:lnTo>
                <a:close/>
              </a:path>
            </a:pathLst>
          </a:custGeom>
          <a:solidFill>
            <a:srgbClr val="F3D35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Kształt 172"/>
          <p:cNvSpPr/>
          <p:nvPr/>
        </p:nvSpPr>
        <p:spPr>
          <a:xfrm>
            <a:off x="1520190" y="5207000"/>
            <a:ext cx="177800" cy="48895"/>
          </a:xfrm>
          <a:custGeom>
            <a:avLst/>
            <a:gdLst/>
            <a:ahLst/>
            <a:cxnLst/>
            <a:rect l="0" t="0" r="r" b="b"/>
            <a:pathLst>
              <a:path w="177800" h="48895">
                <a:moveTo>
                  <a:pt x="0" y="31115"/>
                </a:moveTo>
                <a:lnTo>
                  <a:pt x="177800" y="0"/>
                </a:lnTo>
                <a:lnTo>
                  <a:pt x="170180" y="48895"/>
                </a:lnTo>
                <a:close/>
              </a:path>
            </a:pathLst>
          </a:custGeom>
          <a:solidFill>
            <a:srgbClr val="F1CD4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Kształt 173"/>
          <p:cNvSpPr/>
          <p:nvPr/>
        </p:nvSpPr>
        <p:spPr>
          <a:xfrm>
            <a:off x="7315200" y="5346700"/>
            <a:ext cx="115570" cy="161925"/>
          </a:xfrm>
          <a:custGeom>
            <a:avLst/>
            <a:gdLst/>
            <a:ahLst/>
            <a:cxnLst/>
            <a:rect l="0" t="0" r="r" b="b"/>
            <a:pathLst>
              <a:path w="115570" h="161925">
                <a:moveTo>
                  <a:pt x="0" y="0"/>
                </a:moveTo>
                <a:lnTo>
                  <a:pt x="115570" y="0"/>
                </a:lnTo>
                <a:lnTo>
                  <a:pt x="115570" y="161925"/>
                </a:lnTo>
                <a:lnTo>
                  <a:pt x="66040" y="127000"/>
                </a:lnTo>
                <a:lnTo>
                  <a:pt x="29845" y="87630"/>
                </a:lnTo>
                <a:lnTo>
                  <a:pt x="7620" y="444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5080">
            <a:solidFill>
              <a:srgbClr val="FFFFF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Kształt 174"/>
          <p:cNvSpPr/>
          <p:nvPr/>
        </p:nvSpPr>
        <p:spPr>
          <a:xfrm>
            <a:off x="7430770" y="5346700"/>
            <a:ext cx="278130" cy="228600"/>
          </a:xfrm>
          <a:custGeom>
            <a:avLst/>
            <a:gdLst/>
            <a:ahLst/>
            <a:cxnLst/>
            <a:rect l="0" t="0" r="r" b="b"/>
            <a:pathLst>
              <a:path w="278130" h="228600">
                <a:moveTo>
                  <a:pt x="0" y="0"/>
                </a:moveTo>
                <a:lnTo>
                  <a:pt x="278130" y="0"/>
                </a:lnTo>
                <a:lnTo>
                  <a:pt x="278130" y="228600"/>
                </a:lnTo>
                <a:lnTo>
                  <a:pt x="201295" y="224155"/>
                </a:lnTo>
                <a:lnTo>
                  <a:pt x="127635" y="211455"/>
                </a:lnTo>
                <a:lnTo>
                  <a:pt x="59690" y="189865"/>
                </a:lnTo>
                <a:lnTo>
                  <a:pt x="0" y="161925"/>
                </a:lnTo>
                <a:close/>
              </a:path>
            </a:pathLst>
          </a:custGeom>
          <a:solidFill>
            <a:srgbClr val="F8F5F0"/>
          </a:solidFill>
          <a:ln w="5080">
            <a:solidFill>
              <a:srgbClr val="F8F5F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Kształt 175"/>
          <p:cNvSpPr/>
          <p:nvPr/>
        </p:nvSpPr>
        <p:spPr>
          <a:xfrm>
            <a:off x="7708900" y="5346700"/>
            <a:ext cx="278130" cy="228600"/>
          </a:xfrm>
          <a:custGeom>
            <a:avLst/>
            <a:gdLst/>
            <a:ahLst/>
            <a:cxnLst/>
            <a:rect l="0" t="0" r="r" b="b"/>
            <a:pathLst>
              <a:path w="278130" h="228600">
                <a:moveTo>
                  <a:pt x="0" y="0"/>
                </a:moveTo>
                <a:lnTo>
                  <a:pt x="278130" y="0"/>
                </a:lnTo>
                <a:lnTo>
                  <a:pt x="278130" y="161925"/>
                </a:lnTo>
                <a:lnTo>
                  <a:pt x="218440" y="189865"/>
                </a:lnTo>
                <a:lnTo>
                  <a:pt x="150495" y="211455"/>
                </a:lnTo>
                <a:lnTo>
                  <a:pt x="76835" y="224155"/>
                </a:lnTo>
                <a:lnTo>
                  <a:pt x="0" y="228600"/>
                </a:lnTo>
                <a:close/>
              </a:path>
            </a:pathLst>
          </a:custGeom>
          <a:solidFill>
            <a:srgbClr val="EFE9E0"/>
          </a:solidFill>
          <a:ln w="5080">
            <a:solidFill>
              <a:srgbClr val="EFE9E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Kształt 176"/>
          <p:cNvSpPr/>
          <p:nvPr/>
        </p:nvSpPr>
        <p:spPr>
          <a:xfrm>
            <a:off x="7987030" y="5346700"/>
            <a:ext cx="115570" cy="161925"/>
          </a:xfrm>
          <a:custGeom>
            <a:avLst/>
            <a:gdLst/>
            <a:ahLst/>
            <a:cxnLst/>
            <a:rect l="0" t="0" r="r" b="b"/>
            <a:pathLst>
              <a:path w="115570" h="161925">
                <a:moveTo>
                  <a:pt x="0" y="0"/>
                </a:moveTo>
                <a:lnTo>
                  <a:pt x="115570" y="0"/>
                </a:lnTo>
                <a:lnTo>
                  <a:pt x="115570" y="0"/>
                </a:lnTo>
                <a:lnTo>
                  <a:pt x="107950" y="44450"/>
                </a:lnTo>
                <a:lnTo>
                  <a:pt x="85725" y="87630"/>
                </a:lnTo>
                <a:lnTo>
                  <a:pt x="49530" y="127000"/>
                </a:lnTo>
                <a:lnTo>
                  <a:pt x="0" y="161925"/>
                </a:lnTo>
                <a:close/>
              </a:path>
            </a:pathLst>
          </a:custGeom>
          <a:solidFill>
            <a:srgbClr val="E3DBD0"/>
          </a:solidFill>
          <a:ln w="5080">
            <a:solidFill>
              <a:srgbClr val="E3DBD0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Kształt 177"/>
          <p:cNvSpPr/>
          <p:nvPr/>
        </p:nvSpPr>
        <p:spPr>
          <a:xfrm>
            <a:off x="7315200" y="5271770"/>
            <a:ext cx="787400" cy="149860"/>
          </a:xfrm>
          <a:custGeom>
            <a:avLst/>
            <a:gdLst/>
            <a:ahLst/>
            <a:cxnLst/>
            <a:rect l="0" t="0" r="r" b="b"/>
            <a:pathLst>
              <a:path w="787400" h="149860">
                <a:moveTo>
                  <a:pt x="787400" y="74930"/>
                </a:moveTo>
                <a:lnTo>
                  <a:pt x="781685" y="87630"/>
                </a:lnTo>
                <a:lnTo>
                  <a:pt x="763905" y="100330"/>
                </a:lnTo>
                <a:lnTo>
                  <a:pt x="734695" y="112395"/>
                </a:lnTo>
                <a:lnTo>
                  <a:pt x="695325" y="123190"/>
                </a:lnTo>
                <a:lnTo>
                  <a:pt x="647065" y="132080"/>
                </a:lnTo>
                <a:lnTo>
                  <a:pt x="590550" y="139700"/>
                </a:lnTo>
                <a:lnTo>
                  <a:pt x="528320" y="145415"/>
                </a:lnTo>
                <a:lnTo>
                  <a:pt x="462280" y="148590"/>
                </a:lnTo>
                <a:lnTo>
                  <a:pt x="393700" y="149860"/>
                </a:lnTo>
                <a:lnTo>
                  <a:pt x="325120" y="148590"/>
                </a:lnTo>
                <a:lnTo>
                  <a:pt x="259080" y="145415"/>
                </a:lnTo>
                <a:lnTo>
                  <a:pt x="196850" y="139700"/>
                </a:lnTo>
                <a:lnTo>
                  <a:pt x="140335" y="132080"/>
                </a:lnTo>
                <a:lnTo>
                  <a:pt x="92075" y="123190"/>
                </a:lnTo>
                <a:lnTo>
                  <a:pt x="52705" y="112395"/>
                </a:lnTo>
                <a:lnTo>
                  <a:pt x="23495" y="100330"/>
                </a:lnTo>
                <a:lnTo>
                  <a:pt x="5715" y="87630"/>
                </a:lnTo>
                <a:lnTo>
                  <a:pt x="0" y="74930"/>
                </a:lnTo>
                <a:lnTo>
                  <a:pt x="5715" y="62230"/>
                </a:lnTo>
                <a:lnTo>
                  <a:pt x="23495" y="49530"/>
                </a:lnTo>
                <a:lnTo>
                  <a:pt x="52705" y="37465"/>
                </a:lnTo>
                <a:lnTo>
                  <a:pt x="92075" y="26670"/>
                </a:lnTo>
                <a:lnTo>
                  <a:pt x="140335" y="17780"/>
                </a:lnTo>
                <a:lnTo>
                  <a:pt x="196850" y="10160"/>
                </a:lnTo>
                <a:lnTo>
                  <a:pt x="259080" y="4445"/>
                </a:lnTo>
                <a:lnTo>
                  <a:pt x="325120" y="1270"/>
                </a:lnTo>
                <a:lnTo>
                  <a:pt x="393700" y="0"/>
                </a:lnTo>
                <a:lnTo>
                  <a:pt x="462280" y="1270"/>
                </a:lnTo>
                <a:lnTo>
                  <a:pt x="528320" y="4445"/>
                </a:lnTo>
                <a:lnTo>
                  <a:pt x="590550" y="10160"/>
                </a:lnTo>
                <a:lnTo>
                  <a:pt x="647065" y="17780"/>
                </a:lnTo>
                <a:lnTo>
                  <a:pt x="695325" y="26670"/>
                </a:lnTo>
                <a:lnTo>
                  <a:pt x="734695" y="37465"/>
                </a:lnTo>
                <a:lnTo>
                  <a:pt x="763905" y="49530"/>
                </a:lnTo>
                <a:lnTo>
                  <a:pt x="781685" y="6223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Kształt 178"/>
          <p:cNvSpPr/>
          <p:nvPr/>
        </p:nvSpPr>
        <p:spPr>
          <a:xfrm>
            <a:off x="7346950" y="5293995"/>
            <a:ext cx="723900" cy="118110"/>
          </a:xfrm>
          <a:custGeom>
            <a:avLst/>
            <a:gdLst/>
            <a:ahLst/>
            <a:cxnLst/>
            <a:rect l="0" t="0" r="r" b="b"/>
            <a:pathLst>
              <a:path w="723900" h="118110">
                <a:moveTo>
                  <a:pt x="723900" y="59055"/>
                </a:moveTo>
                <a:lnTo>
                  <a:pt x="718820" y="69215"/>
                </a:lnTo>
                <a:lnTo>
                  <a:pt x="702310" y="79375"/>
                </a:lnTo>
                <a:lnTo>
                  <a:pt x="675640" y="88265"/>
                </a:lnTo>
                <a:lnTo>
                  <a:pt x="639445" y="97155"/>
                </a:lnTo>
                <a:lnTo>
                  <a:pt x="594995" y="104140"/>
                </a:lnTo>
                <a:lnTo>
                  <a:pt x="542925" y="110490"/>
                </a:lnTo>
                <a:lnTo>
                  <a:pt x="485775" y="114300"/>
                </a:lnTo>
                <a:lnTo>
                  <a:pt x="424815" y="117475"/>
                </a:lnTo>
                <a:lnTo>
                  <a:pt x="361950" y="118110"/>
                </a:lnTo>
                <a:lnTo>
                  <a:pt x="299085" y="117475"/>
                </a:lnTo>
                <a:lnTo>
                  <a:pt x="238125" y="114300"/>
                </a:lnTo>
                <a:lnTo>
                  <a:pt x="180975" y="110490"/>
                </a:lnTo>
                <a:lnTo>
                  <a:pt x="128905" y="104140"/>
                </a:lnTo>
                <a:lnTo>
                  <a:pt x="84455" y="97155"/>
                </a:lnTo>
                <a:lnTo>
                  <a:pt x="48260" y="88265"/>
                </a:lnTo>
                <a:lnTo>
                  <a:pt x="21590" y="79375"/>
                </a:lnTo>
                <a:lnTo>
                  <a:pt x="5080" y="69215"/>
                </a:lnTo>
                <a:lnTo>
                  <a:pt x="0" y="59055"/>
                </a:lnTo>
                <a:lnTo>
                  <a:pt x="5080" y="48895"/>
                </a:lnTo>
                <a:lnTo>
                  <a:pt x="21590" y="38735"/>
                </a:lnTo>
                <a:lnTo>
                  <a:pt x="48260" y="29845"/>
                </a:lnTo>
                <a:lnTo>
                  <a:pt x="84455" y="20955"/>
                </a:lnTo>
                <a:lnTo>
                  <a:pt x="128905" y="13970"/>
                </a:lnTo>
                <a:lnTo>
                  <a:pt x="180975" y="7620"/>
                </a:lnTo>
                <a:lnTo>
                  <a:pt x="238125" y="3810"/>
                </a:lnTo>
                <a:lnTo>
                  <a:pt x="299085" y="635"/>
                </a:lnTo>
                <a:lnTo>
                  <a:pt x="361950" y="0"/>
                </a:lnTo>
                <a:lnTo>
                  <a:pt x="424815" y="635"/>
                </a:lnTo>
                <a:lnTo>
                  <a:pt x="485775" y="3810"/>
                </a:lnTo>
                <a:lnTo>
                  <a:pt x="542925" y="7620"/>
                </a:lnTo>
                <a:lnTo>
                  <a:pt x="594995" y="13970"/>
                </a:lnTo>
                <a:lnTo>
                  <a:pt x="639445" y="20955"/>
                </a:lnTo>
                <a:lnTo>
                  <a:pt x="675640" y="29845"/>
                </a:lnTo>
                <a:lnTo>
                  <a:pt x="702310" y="38735"/>
                </a:lnTo>
                <a:lnTo>
                  <a:pt x="718820" y="4889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Kształt 179"/>
          <p:cNvSpPr/>
          <p:nvPr/>
        </p:nvSpPr>
        <p:spPr>
          <a:xfrm>
            <a:off x="7594600" y="4940300"/>
            <a:ext cx="292100" cy="419100"/>
          </a:xfrm>
          <a:custGeom>
            <a:avLst/>
            <a:gdLst/>
            <a:ahLst/>
            <a:cxnLst/>
            <a:rect l="0" t="0" r="r" b="b"/>
            <a:pathLst>
              <a:path w="292100" h="419100">
                <a:moveTo>
                  <a:pt x="0" y="419100"/>
                </a:moveTo>
                <a:lnTo>
                  <a:pt x="203200" y="0"/>
                </a:lnTo>
                <a:lnTo>
                  <a:pt x="292100" y="406400"/>
                </a:lnTo>
                <a:close/>
              </a:path>
            </a:pathLst>
          </a:custGeom>
          <a:solidFill>
            <a:srgbClr val="F8D77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Kształt 180"/>
          <p:cNvSpPr/>
          <p:nvPr/>
        </p:nvSpPr>
        <p:spPr>
          <a:xfrm>
            <a:off x="7734300" y="4940300"/>
            <a:ext cx="152400" cy="419100"/>
          </a:xfrm>
          <a:custGeom>
            <a:avLst/>
            <a:gdLst/>
            <a:ahLst/>
            <a:cxnLst/>
            <a:rect l="0" t="0" r="r" b="b"/>
            <a:pathLst>
              <a:path w="152400" h="419100">
                <a:moveTo>
                  <a:pt x="0" y="203200"/>
                </a:moveTo>
                <a:lnTo>
                  <a:pt x="63500" y="0"/>
                </a:lnTo>
                <a:lnTo>
                  <a:pt x="152400" y="406400"/>
                </a:lnTo>
                <a:lnTo>
                  <a:pt x="63500" y="419100"/>
                </a:lnTo>
                <a:close/>
              </a:path>
            </a:pathLst>
          </a:custGeom>
          <a:solidFill>
            <a:srgbClr val="EEB33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Kształt 181"/>
          <p:cNvSpPr/>
          <p:nvPr/>
        </p:nvSpPr>
        <p:spPr>
          <a:xfrm>
            <a:off x="7493000" y="5334000"/>
            <a:ext cx="63500" cy="50800"/>
          </a:xfrm>
          <a:custGeom>
            <a:avLst/>
            <a:gdLst/>
            <a:ahLst/>
            <a:cxnLst/>
            <a:rect l="0" t="0" r="r" b="b"/>
            <a:pathLst>
              <a:path w="63500" h="50800">
                <a:moveTo>
                  <a:pt x="0" y="25400"/>
                </a:moveTo>
                <a:lnTo>
                  <a:pt x="63500" y="0"/>
                </a:lnTo>
                <a:lnTo>
                  <a:pt x="50800" y="508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Kształt 182"/>
          <p:cNvSpPr/>
          <p:nvPr/>
        </p:nvSpPr>
        <p:spPr>
          <a:xfrm>
            <a:off x="7874000" y="5353050"/>
            <a:ext cx="63500" cy="50800"/>
          </a:xfrm>
          <a:custGeom>
            <a:avLst/>
            <a:gdLst/>
            <a:ahLst/>
            <a:cxnLst/>
            <a:rect l="0" t="0" r="r" b="b"/>
            <a:pathLst>
              <a:path w="63500" h="50800">
                <a:moveTo>
                  <a:pt x="0" y="19050"/>
                </a:moveTo>
                <a:lnTo>
                  <a:pt x="63500" y="0"/>
                </a:lnTo>
                <a:lnTo>
                  <a:pt x="44450" y="508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Kształt 183"/>
          <p:cNvSpPr/>
          <p:nvPr/>
        </p:nvSpPr>
        <p:spPr>
          <a:xfrm>
            <a:off x="7632700" y="5391150"/>
            <a:ext cx="50800" cy="38100"/>
          </a:xfrm>
          <a:custGeom>
            <a:avLst/>
            <a:gdLst/>
            <a:ahLst/>
            <a:cxnLst/>
            <a:rect l="0" t="0" r="r" b="b"/>
            <a:pathLst>
              <a:path w="50800" h="38100">
                <a:moveTo>
                  <a:pt x="0" y="19050"/>
                </a:moveTo>
                <a:lnTo>
                  <a:pt x="50800" y="0"/>
                </a:lnTo>
                <a:lnTo>
                  <a:pt x="50800" y="38100"/>
                </a:lnTo>
                <a:close/>
              </a:path>
            </a:pathLst>
          </a:custGeom>
          <a:solidFill>
            <a:srgbClr val="5A9B4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Kształt 184"/>
          <p:cNvSpPr/>
          <p:nvPr/>
        </p:nvSpPr>
        <p:spPr>
          <a:xfrm>
            <a:off x="8200390" y="5344160"/>
            <a:ext cx="1134110" cy="295910"/>
          </a:xfrm>
          <a:custGeom>
            <a:avLst/>
            <a:gdLst/>
            <a:ahLst/>
            <a:cxnLst/>
            <a:rect l="0" t="0" r="r" b="b"/>
            <a:pathLst>
              <a:path w="1134110" h="295910">
                <a:moveTo>
                  <a:pt x="0" y="92075"/>
                </a:moveTo>
                <a:lnTo>
                  <a:pt x="1031240" y="0"/>
                </a:lnTo>
                <a:lnTo>
                  <a:pt x="1134110" y="203835"/>
                </a:lnTo>
                <a:lnTo>
                  <a:pt x="102870" y="29591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Kształt 185"/>
          <p:cNvSpPr/>
          <p:nvPr/>
        </p:nvSpPr>
        <p:spPr>
          <a:xfrm>
            <a:off x="8216900" y="5422900"/>
            <a:ext cx="617220" cy="234315"/>
          </a:xfrm>
          <a:custGeom>
            <a:avLst/>
            <a:gdLst/>
            <a:ahLst/>
            <a:cxnLst/>
            <a:rect l="0" t="0" r="r" b="b"/>
            <a:pathLst>
              <a:path w="617220" h="234315">
                <a:moveTo>
                  <a:pt x="0" y="46355"/>
                </a:moveTo>
                <a:lnTo>
                  <a:pt x="521970" y="0"/>
                </a:lnTo>
                <a:lnTo>
                  <a:pt x="617220" y="187960"/>
                </a:lnTo>
                <a:lnTo>
                  <a:pt x="95250" y="234315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Kształt 186"/>
          <p:cNvSpPr/>
          <p:nvPr/>
        </p:nvSpPr>
        <p:spPr>
          <a:xfrm>
            <a:off x="8735060" y="5375910"/>
            <a:ext cx="544195" cy="242570"/>
          </a:xfrm>
          <a:custGeom>
            <a:avLst/>
            <a:gdLst/>
            <a:ahLst/>
            <a:cxnLst/>
            <a:rect l="0" t="0" r="r" b="b"/>
            <a:pathLst>
              <a:path w="544195" h="242570">
                <a:moveTo>
                  <a:pt x="0" y="39370"/>
                </a:moveTo>
                <a:lnTo>
                  <a:pt x="440690" y="0"/>
                </a:lnTo>
                <a:lnTo>
                  <a:pt x="544195" y="203200"/>
                </a:lnTo>
                <a:lnTo>
                  <a:pt x="102870" y="242570"/>
                </a:lnTo>
                <a:close/>
              </a:path>
            </a:pathLst>
          </a:custGeom>
          <a:solidFill>
            <a:srgbClr val="161D3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Kształt 187"/>
          <p:cNvSpPr/>
          <p:nvPr/>
        </p:nvSpPr>
        <p:spPr>
          <a:xfrm>
            <a:off x="8216900" y="5372100"/>
            <a:ext cx="617220" cy="234315"/>
          </a:xfrm>
          <a:custGeom>
            <a:avLst/>
            <a:gdLst/>
            <a:ahLst/>
            <a:cxnLst/>
            <a:rect l="0" t="0" r="r" b="b"/>
            <a:pathLst>
              <a:path w="617220" h="234315">
                <a:moveTo>
                  <a:pt x="0" y="46355"/>
                </a:moveTo>
                <a:lnTo>
                  <a:pt x="521970" y="0"/>
                </a:lnTo>
                <a:lnTo>
                  <a:pt x="617220" y="187960"/>
                </a:lnTo>
                <a:lnTo>
                  <a:pt x="95250" y="234315"/>
                </a:lnTo>
                <a:close/>
              </a:path>
            </a:pathLst>
          </a:custGeom>
          <a:solidFill>
            <a:srgbClr val="4A2A1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Kształt 188"/>
          <p:cNvSpPr/>
          <p:nvPr/>
        </p:nvSpPr>
        <p:spPr>
          <a:xfrm>
            <a:off x="8239760" y="5413375"/>
            <a:ext cx="163830" cy="89535"/>
          </a:xfrm>
          <a:custGeom>
            <a:avLst/>
            <a:gdLst/>
            <a:ahLst/>
            <a:cxnLst/>
            <a:rect l="0" t="0" r="r" b="b"/>
            <a:pathLst>
              <a:path w="163830" h="89535">
                <a:moveTo>
                  <a:pt x="0" y="11430"/>
                </a:moveTo>
                <a:lnTo>
                  <a:pt x="124460" y="0"/>
                </a:lnTo>
                <a:lnTo>
                  <a:pt x="163830" y="78740"/>
                </a:lnTo>
                <a:lnTo>
                  <a:pt x="39370" y="89535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Kształt 189"/>
          <p:cNvSpPr/>
          <p:nvPr/>
        </p:nvSpPr>
        <p:spPr>
          <a:xfrm>
            <a:off x="8239760" y="5413375"/>
            <a:ext cx="124460" cy="89535"/>
          </a:xfrm>
          <a:custGeom>
            <a:avLst/>
            <a:gdLst/>
            <a:ahLst/>
            <a:cxnLst/>
            <a:rect l="0" t="0" r="r" b="b"/>
            <a:pathLst>
              <a:path w="124460" h="89535">
                <a:moveTo>
                  <a:pt x="0" y="11430"/>
                </a:moveTo>
                <a:lnTo>
                  <a:pt x="124460" y="0"/>
                </a:lnTo>
                <a:lnTo>
                  <a:pt x="39370" y="89535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Kształt 190"/>
          <p:cNvSpPr/>
          <p:nvPr/>
        </p:nvSpPr>
        <p:spPr>
          <a:xfrm>
            <a:off x="8287385" y="5507355"/>
            <a:ext cx="163830" cy="89535"/>
          </a:xfrm>
          <a:custGeom>
            <a:avLst/>
            <a:gdLst/>
            <a:ahLst/>
            <a:cxnLst/>
            <a:rect l="0" t="0" r="r" b="b"/>
            <a:pathLst>
              <a:path w="163830" h="89535">
                <a:moveTo>
                  <a:pt x="0" y="11430"/>
                </a:moveTo>
                <a:lnTo>
                  <a:pt x="124460" y="0"/>
                </a:lnTo>
                <a:lnTo>
                  <a:pt x="163830" y="78740"/>
                </a:lnTo>
                <a:lnTo>
                  <a:pt x="39370" y="89535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Kształt 191"/>
          <p:cNvSpPr/>
          <p:nvPr/>
        </p:nvSpPr>
        <p:spPr>
          <a:xfrm>
            <a:off x="8287385" y="5507355"/>
            <a:ext cx="124460" cy="89535"/>
          </a:xfrm>
          <a:custGeom>
            <a:avLst/>
            <a:gdLst/>
            <a:ahLst/>
            <a:cxnLst/>
            <a:rect l="0" t="0" r="r" b="b"/>
            <a:pathLst>
              <a:path w="124460" h="89535">
                <a:moveTo>
                  <a:pt x="0" y="11430"/>
                </a:moveTo>
                <a:lnTo>
                  <a:pt x="124460" y="0"/>
                </a:lnTo>
                <a:lnTo>
                  <a:pt x="39370" y="89535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Kształt 192"/>
          <p:cNvSpPr/>
          <p:nvPr/>
        </p:nvSpPr>
        <p:spPr>
          <a:xfrm>
            <a:off x="8401050" y="5399405"/>
            <a:ext cx="163830" cy="88900"/>
          </a:xfrm>
          <a:custGeom>
            <a:avLst/>
            <a:gdLst/>
            <a:ahLst/>
            <a:cxnLst/>
            <a:rect l="0" t="0" r="r" b="b"/>
            <a:pathLst>
              <a:path w="163830" h="88900">
                <a:moveTo>
                  <a:pt x="0" y="10795"/>
                </a:moveTo>
                <a:lnTo>
                  <a:pt x="124460" y="0"/>
                </a:lnTo>
                <a:lnTo>
                  <a:pt x="163830" y="78105"/>
                </a:lnTo>
                <a:lnTo>
                  <a:pt x="40005" y="8890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Kształt 193"/>
          <p:cNvSpPr/>
          <p:nvPr/>
        </p:nvSpPr>
        <p:spPr>
          <a:xfrm>
            <a:off x="8401050" y="5399405"/>
            <a:ext cx="124460" cy="88900"/>
          </a:xfrm>
          <a:custGeom>
            <a:avLst/>
            <a:gdLst/>
            <a:ahLst/>
            <a:cxnLst/>
            <a:rect l="0" t="0" r="r" b="b"/>
            <a:pathLst>
              <a:path w="124460" h="88900">
                <a:moveTo>
                  <a:pt x="0" y="10795"/>
                </a:moveTo>
                <a:lnTo>
                  <a:pt x="124460" y="0"/>
                </a:lnTo>
                <a:lnTo>
                  <a:pt x="40005" y="8890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Kształt 194"/>
          <p:cNvSpPr/>
          <p:nvPr/>
        </p:nvSpPr>
        <p:spPr>
          <a:xfrm>
            <a:off x="8448675" y="5493385"/>
            <a:ext cx="163830" cy="88900"/>
          </a:xfrm>
          <a:custGeom>
            <a:avLst/>
            <a:gdLst/>
            <a:ahLst/>
            <a:cxnLst/>
            <a:rect l="0" t="0" r="r" b="b"/>
            <a:pathLst>
              <a:path w="163830" h="88900">
                <a:moveTo>
                  <a:pt x="0" y="10795"/>
                </a:moveTo>
                <a:lnTo>
                  <a:pt x="124460" y="0"/>
                </a:lnTo>
                <a:lnTo>
                  <a:pt x="163830" y="78105"/>
                </a:lnTo>
                <a:lnTo>
                  <a:pt x="40005" y="8890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7" name="Kształt 195"/>
          <p:cNvSpPr/>
          <p:nvPr/>
        </p:nvSpPr>
        <p:spPr>
          <a:xfrm>
            <a:off x="8448675" y="5493385"/>
            <a:ext cx="124460" cy="88900"/>
          </a:xfrm>
          <a:custGeom>
            <a:avLst/>
            <a:gdLst/>
            <a:ahLst/>
            <a:cxnLst/>
            <a:rect l="0" t="0" r="r" b="b"/>
            <a:pathLst>
              <a:path w="124460" h="88900">
                <a:moveTo>
                  <a:pt x="0" y="10795"/>
                </a:moveTo>
                <a:lnTo>
                  <a:pt x="124460" y="0"/>
                </a:lnTo>
                <a:lnTo>
                  <a:pt x="40005" y="8890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8" name="Kształt 196"/>
          <p:cNvSpPr/>
          <p:nvPr/>
        </p:nvSpPr>
        <p:spPr>
          <a:xfrm>
            <a:off x="8562975" y="5384800"/>
            <a:ext cx="163830" cy="89535"/>
          </a:xfrm>
          <a:custGeom>
            <a:avLst/>
            <a:gdLst/>
            <a:ahLst/>
            <a:cxnLst/>
            <a:rect l="0" t="0" r="r" b="b"/>
            <a:pathLst>
              <a:path w="163830" h="89535">
                <a:moveTo>
                  <a:pt x="0" y="11430"/>
                </a:moveTo>
                <a:lnTo>
                  <a:pt x="123825" y="0"/>
                </a:lnTo>
                <a:lnTo>
                  <a:pt x="163830" y="78105"/>
                </a:lnTo>
                <a:lnTo>
                  <a:pt x="39370" y="89535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9" name="Kształt 197"/>
          <p:cNvSpPr/>
          <p:nvPr/>
        </p:nvSpPr>
        <p:spPr>
          <a:xfrm>
            <a:off x="8562975" y="5384800"/>
            <a:ext cx="123825" cy="89535"/>
          </a:xfrm>
          <a:custGeom>
            <a:avLst/>
            <a:gdLst/>
            <a:ahLst/>
            <a:cxnLst/>
            <a:rect l="0" t="0" r="r" b="b"/>
            <a:pathLst>
              <a:path w="123825" h="89535">
                <a:moveTo>
                  <a:pt x="0" y="11430"/>
                </a:moveTo>
                <a:lnTo>
                  <a:pt x="123825" y="0"/>
                </a:lnTo>
                <a:lnTo>
                  <a:pt x="39370" y="89535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0" name="Kształt 198"/>
          <p:cNvSpPr/>
          <p:nvPr/>
        </p:nvSpPr>
        <p:spPr>
          <a:xfrm>
            <a:off x="8610600" y="5478780"/>
            <a:ext cx="163830" cy="89535"/>
          </a:xfrm>
          <a:custGeom>
            <a:avLst/>
            <a:gdLst/>
            <a:ahLst/>
            <a:cxnLst/>
            <a:rect l="0" t="0" r="r" b="b"/>
            <a:pathLst>
              <a:path w="163830" h="89535">
                <a:moveTo>
                  <a:pt x="0" y="10795"/>
                </a:moveTo>
                <a:lnTo>
                  <a:pt x="123825" y="0"/>
                </a:lnTo>
                <a:lnTo>
                  <a:pt x="163830" y="78105"/>
                </a:lnTo>
                <a:lnTo>
                  <a:pt x="39370" y="89535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1" name="Kształt 199"/>
          <p:cNvSpPr/>
          <p:nvPr/>
        </p:nvSpPr>
        <p:spPr>
          <a:xfrm>
            <a:off x="8610600" y="5478780"/>
            <a:ext cx="123825" cy="89535"/>
          </a:xfrm>
          <a:custGeom>
            <a:avLst/>
            <a:gdLst/>
            <a:ahLst/>
            <a:cxnLst/>
            <a:rect l="0" t="0" r="r" b="b"/>
            <a:pathLst>
              <a:path w="123825" h="89535">
                <a:moveTo>
                  <a:pt x="0" y="10795"/>
                </a:moveTo>
                <a:lnTo>
                  <a:pt x="123825" y="0"/>
                </a:lnTo>
                <a:lnTo>
                  <a:pt x="39370" y="89535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2" name="Kształt 200"/>
          <p:cNvSpPr/>
          <p:nvPr/>
        </p:nvSpPr>
        <p:spPr>
          <a:xfrm>
            <a:off x="8684260" y="5356860"/>
            <a:ext cx="204470" cy="217805"/>
          </a:xfrm>
          <a:custGeom>
            <a:avLst/>
            <a:gdLst/>
            <a:ahLst/>
            <a:cxnLst/>
            <a:rect l="0" t="0" r="r" b="b"/>
            <a:pathLst>
              <a:path w="204470" h="217805">
                <a:moveTo>
                  <a:pt x="0" y="8890"/>
                </a:moveTo>
                <a:lnTo>
                  <a:pt x="53975" y="26035"/>
                </a:lnTo>
                <a:lnTo>
                  <a:pt x="20955" y="50800"/>
                </a:lnTo>
                <a:lnTo>
                  <a:pt x="74930" y="67945"/>
                </a:lnTo>
                <a:lnTo>
                  <a:pt x="41910" y="92710"/>
                </a:lnTo>
                <a:lnTo>
                  <a:pt x="95885" y="109855"/>
                </a:lnTo>
                <a:lnTo>
                  <a:pt x="62865" y="134620"/>
                </a:lnTo>
                <a:lnTo>
                  <a:pt x="116840" y="151130"/>
                </a:lnTo>
                <a:lnTo>
                  <a:pt x="84455" y="175895"/>
                </a:lnTo>
                <a:lnTo>
                  <a:pt x="138430" y="193040"/>
                </a:lnTo>
                <a:lnTo>
                  <a:pt x="105410" y="217805"/>
                </a:lnTo>
                <a:lnTo>
                  <a:pt x="204470" y="208915"/>
                </a:lnTo>
                <a:lnTo>
                  <a:pt x="99060" y="0"/>
                </a:lnTo>
                <a:close/>
              </a:path>
            </a:pathLst>
          </a:cu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Kształt 201"/>
          <p:cNvSpPr/>
          <p:nvPr/>
        </p:nvSpPr>
        <p:spPr>
          <a:xfrm>
            <a:off x="8772525" y="5325110"/>
            <a:ext cx="506730" cy="239395"/>
          </a:xfrm>
          <a:custGeom>
            <a:avLst/>
            <a:gdLst/>
            <a:ahLst/>
            <a:cxnLst/>
            <a:rect l="0" t="0" r="r" b="b"/>
            <a:pathLst>
              <a:path w="506730" h="239395">
                <a:moveTo>
                  <a:pt x="0" y="35560"/>
                </a:moveTo>
                <a:lnTo>
                  <a:pt x="403225" y="0"/>
                </a:lnTo>
                <a:lnTo>
                  <a:pt x="506730" y="203200"/>
                </a:lnTo>
                <a:lnTo>
                  <a:pt x="102870" y="239395"/>
                </a:lnTo>
                <a:close/>
              </a:path>
            </a:pathLst>
          </a:custGeom>
          <a:solidFill>
            <a:srgbClr val="2330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4" name="Kształt 202"/>
          <p:cNvSpPr/>
          <p:nvPr/>
        </p:nvSpPr>
        <p:spPr>
          <a:xfrm>
            <a:off x="8787765" y="5356225"/>
            <a:ext cx="412115" cy="51435"/>
          </a:xfrm>
          <a:custGeom>
            <a:avLst/>
            <a:gdLst/>
            <a:ahLst/>
            <a:cxnLst/>
            <a:rect l="0" t="0" r="r" b="b"/>
            <a:pathLst>
              <a:path w="412115" h="51435">
                <a:moveTo>
                  <a:pt x="0" y="36195"/>
                </a:moveTo>
                <a:lnTo>
                  <a:pt x="403860" y="0"/>
                </a:lnTo>
                <a:lnTo>
                  <a:pt x="412115" y="15875"/>
                </a:lnTo>
                <a:lnTo>
                  <a:pt x="8255" y="51435"/>
                </a:lnTo>
                <a:close/>
              </a:path>
            </a:pathLst>
          </a:custGeom>
          <a:solidFill>
            <a:srgbClr val="D6B15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5" name="Kształt 203"/>
          <p:cNvSpPr/>
          <p:nvPr/>
        </p:nvSpPr>
        <p:spPr>
          <a:xfrm>
            <a:off x="8915400" y="5417820"/>
            <a:ext cx="252730" cy="77470"/>
          </a:xfrm>
          <a:custGeom>
            <a:avLst/>
            <a:gdLst/>
            <a:ahLst/>
            <a:cxnLst/>
            <a:rect l="0" t="0" r="r" b="b"/>
            <a:pathLst>
              <a:path w="252730" h="77470">
                <a:moveTo>
                  <a:pt x="0" y="20320"/>
                </a:moveTo>
                <a:lnTo>
                  <a:pt x="223520" y="0"/>
                </a:lnTo>
                <a:lnTo>
                  <a:pt x="252730" y="57785"/>
                </a:lnTo>
                <a:lnTo>
                  <a:pt x="28575" y="7747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6" name="Kształt 204"/>
          <p:cNvSpPr/>
          <p:nvPr/>
        </p:nvSpPr>
        <p:spPr>
          <a:xfrm>
            <a:off x="8084185" y="5607685"/>
            <a:ext cx="240030" cy="100330"/>
          </a:xfrm>
          <a:custGeom>
            <a:avLst/>
            <a:gdLst/>
            <a:ahLst/>
            <a:cxnLst/>
            <a:rect l="0" t="0" r="r" b="b"/>
            <a:pathLst>
              <a:path w="240030" h="100330">
                <a:moveTo>
                  <a:pt x="59055" y="0"/>
                </a:moveTo>
                <a:lnTo>
                  <a:pt x="240030" y="24765"/>
                </a:lnTo>
                <a:lnTo>
                  <a:pt x="180975" y="100330"/>
                </a:lnTo>
                <a:lnTo>
                  <a:pt x="0" y="75565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7" name="Kształt 205"/>
          <p:cNvSpPr/>
          <p:nvPr/>
        </p:nvSpPr>
        <p:spPr>
          <a:xfrm>
            <a:off x="8084185" y="5575935"/>
            <a:ext cx="240030" cy="100330"/>
          </a:xfrm>
          <a:custGeom>
            <a:avLst/>
            <a:gdLst/>
            <a:ahLst/>
            <a:cxnLst/>
            <a:rect l="0" t="0" r="r" b="b"/>
            <a:pathLst>
              <a:path w="240030" h="100330">
                <a:moveTo>
                  <a:pt x="59055" y="0"/>
                </a:moveTo>
                <a:lnTo>
                  <a:pt x="240030" y="24765"/>
                </a:lnTo>
                <a:lnTo>
                  <a:pt x="180975" y="100330"/>
                </a:lnTo>
                <a:lnTo>
                  <a:pt x="0" y="7556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8" name="Kształt 206"/>
          <p:cNvSpPr/>
          <p:nvPr/>
        </p:nvSpPr>
        <p:spPr>
          <a:xfrm>
            <a:off x="8115935" y="5589270"/>
            <a:ext cx="176530" cy="73660"/>
          </a:xfrm>
          <a:custGeom>
            <a:avLst/>
            <a:gdLst/>
            <a:ahLst/>
            <a:cxnLst/>
            <a:rect l="0" t="0" r="r" b="b"/>
            <a:pathLst>
              <a:path w="176530" h="73660">
                <a:moveTo>
                  <a:pt x="43180" y="0"/>
                </a:moveTo>
                <a:lnTo>
                  <a:pt x="176530" y="17780"/>
                </a:lnTo>
                <a:lnTo>
                  <a:pt x="133350" y="73660"/>
                </a:lnTo>
                <a:lnTo>
                  <a:pt x="0" y="5588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9" name="Kształt 207"/>
          <p:cNvSpPr/>
          <p:nvPr/>
        </p:nvSpPr>
        <p:spPr>
          <a:xfrm>
            <a:off x="8115935" y="5589270"/>
            <a:ext cx="176530" cy="55880"/>
          </a:xfrm>
          <a:custGeom>
            <a:avLst/>
            <a:gdLst/>
            <a:ahLst/>
            <a:cxnLst/>
            <a:rect l="0" t="0" r="r" b="b"/>
            <a:pathLst>
              <a:path w="176530" h="55880">
                <a:moveTo>
                  <a:pt x="43180" y="0"/>
                </a:moveTo>
                <a:lnTo>
                  <a:pt x="176530" y="17780"/>
                </a:lnTo>
                <a:lnTo>
                  <a:pt x="0" y="5588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0" name="Kształt 208"/>
          <p:cNvSpPr/>
          <p:nvPr/>
        </p:nvSpPr>
        <p:spPr>
          <a:xfrm>
            <a:off x="9258300" y="5306060"/>
            <a:ext cx="1549400" cy="309880"/>
          </a:xfrm>
          <a:custGeom>
            <a:avLst/>
            <a:gdLst/>
            <a:ahLst/>
            <a:cxnLst/>
            <a:rect l="0" t="0" r="r" b="b"/>
            <a:pathLst>
              <a:path w="1549400" h="309880">
                <a:moveTo>
                  <a:pt x="1549400" y="154940"/>
                </a:moveTo>
                <a:lnTo>
                  <a:pt x="1537335" y="181610"/>
                </a:lnTo>
                <a:lnTo>
                  <a:pt x="1502410" y="207645"/>
                </a:lnTo>
                <a:lnTo>
                  <a:pt x="1445895" y="232410"/>
                </a:lnTo>
                <a:lnTo>
                  <a:pt x="1368425" y="254635"/>
                </a:lnTo>
                <a:lnTo>
                  <a:pt x="1272540" y="273685"/>
                </a:lnTo>
                <a:lnTo>
                  <a:pt x="1162050" y="288925"/>
                </a:lnTo>
                <a:lnTo>
                  <a:pt x="1039495" y="300355"/>
                </a:lnTo>
                <a:lnTo>
                  <a:pt x="909320" y="307340"/>
                </a:lnTo>
                <a:lnTo>
                  <a:pt x="774700" y="309880"/>
                </a:lnTo>
                <a:lnTo>
                  <a:pt x="640080" y="307340"/>
                </a:lnTo>
                <a:lnTo>
                  <a:pt x="509905" y="300355"/>
                </a:lnTo>
                <a:lnTo>
                  <a:pt x="387350" y="288925"/>
                </a:lnTo>
                <a:lnTo>
                  <a:pt x="276860" y="273685"/>
                </a:lnTo>
                <a:lnTo>
                  <a:pt x="180975" y="254635"/>
                </a:lnTo>
                <a:lnTo>
                  <a:pt x="103505" y="232410"/>
                </a:lnTo>
                <a:lnTo>
                  <a:pt x="46990" y="207645"/>
                </a:lnTo>
                <a:lnTo>
                  <a:pt x="12065" y="181610"/>
                </a:lnTo>
                <a:lnTo>
                  <a:pt x="0" y="154940"/>
                </a:lnTo>
                <a:lnTo>
                  <a:pt x="12065" y="128270"/>
                </a:lnTo>
                <a:lnTo>
                  <a:pt x="46990" y="102235"/>
                </a:lnTo>
                <a:lnTo>
                  <a:pt x="103505" y="77470"/>
                </a:lnTo>
                <a:lnTo>
                  <a:pt x="180975" y="55245"/>
                </a:lnTo>
                <a:lnTo>
                  <a:pt x="276860" y="36195"/>
                </a:lnTo>
                <a:lnTo>
                  <a:pt x="387350" y="20955"/>
                </a:lnTo>
                <a:lnTo>
                  <a:pt x="509905" y="9525"/>
                </a:lnTo>
                <a:lnTo>
                  <a:pt x="640080" y="2540"/>
                </a:lnTo>
                <a:lnTo>
                  <a:pt x="774700" y="0"/>
                </a:lnTo>
                <a:lnTo>
                  <a:pt x="909320" y="2540"/>
                </a:lnTo>
                <a:lnTo>
                  <a:pt x="1039495" y="9525"/>
                </a:lnTo>
                <a:lnTo>
                  <a:pt x="1162050" y="20955"/>
                </a:lnTo>
                <a:lnTo>
                  <a:pt x="1272540" y="36195"/>
                </a:lnTo>
                <a:lnTo>
                  <a:pt x="1368425" y="55245"/>
                </a:lnTo>
                <a:lnTo>
                  <a:pt x="1445895" y="77470"/>
                </a:lnTo>
                <a:lnTo>
                  <a:pt x="1502410" y="102235"/>
                </a:lnTo>
                <a:lnTo>
                  <a:pt x="1537335" y="128270"/>
                </a:lnTo>
                <a:close/>
              </a:path>
            </a:pathLst>
          </a:custGeom>
          <a:solidFill>
            <a:srgbClr val="5A3321">
              <a:alpha val="18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1" name="Kształt 209"/>
          <p:cNvSpPr/>
          <p:nvPr/>
        </p:nvSpPr>
        <p:spPr>
          <a:xfrm>
            <a:off x="9283700" y="5245100"/>
            <a:ext cx="1498600" cy="406400"/>
          </a:xfrm>
          <a:custGeom>
            <a:avLst/>
            <a:gdLst/>
            <a:ahLst/>
            <a:cxnLst/>
            <a:rect l="0" t="0" r="r" b="b"/>
            <a:pathLst>
              <a:path w="1498600" h="406400">
                <a:moveTo>
                  <a:pt x="1498600" y="203200"/>
                </a:moveTo>
                <a:lnTo>
                  <a:pt x="1487170" y="238760"/>
                </a:lnTo>
                <a:lnTo>
                  <a:pt x="1453515" y="272415"/>
                </a:lnTo>
                <a:lnTo>
                  <a:pt x="1398270" y="304800"/>
                </a:lnTo>
                <a:lnTo>
                  <a:pt x="1323340" y="334010"/>
                </a:lnTo>
                <a:lnTo>
                  <a:pt x="1230630" y="358775"/>
                </a:lnTo>
                <a:lnTo>
                  <a:pt x="1123950" y="379095"/>
                </a:lnTo>
                <a:lnTo>
                  <a:pt x="1005840" y="394335"/>
                </a:lnTo>
                <a:lnTo>
                  <a:pt x="879475" y="403225"/>
                </a:lnTo>
                <a:lnTo>
                  <a:pt x="749300" y="406400"/>
                </a:lnTo>
                <a:lnTo>
                  <a:pt x="619125" y="403225"/>
                </a:lnTo>
                <a:lnTo>
                  <a:pt x="492760" y="394335"/>
                </a:lnTo>
                <a:lnTo>
                  <a:pt x="374650" y="379095"/>
                </a:lnTo>
                <a:lnTo>
                  <a:pt x="267970" y="358775"/>
                </a:lnTo>
                <a:lnTo>
                  <a:pt x="175260" y="334010"/>
                </a:lnTo>
                <a:lnTo>
                  <a:pt x="100330" y="304800"/>
                </a:lnTo>
                <a:lnTo>
                  <a:pt x="45085" y="272415"/>
                </a:lnTo>
                <a:lnTo>
                  <a:pt x="11430" y="238760"/>
                </a:lnTo>
                <a:lnTo>
                  <a:pt x="0" y="203200"/>
                </a:lnTo>
                <a:lnTo>
                  <a:pt x="11430" y="167640"/>
                </a:lnTo>
                <a:lnTo>
                  <a:pt x="45085" y="133985"/>
                </a:lnTo>
                <a:lnTo>
                  <a:pt x="100330" y="101600"/>
                </a:lnTo>
                <a:lnTo>
                  <a:pt x="175260" y="72390"/>
                </a:lnTo>
                <a:lnTo>
                  <a:pt x="267970" y="47625"/>
                </a:lnTo>
                <a:lnTo>
                  <a:pt x="374650" y="27305"/>
                </a:lnTo>
                <a:lnTo>
                  <a:pt x="492760" y="12065"/>
                </a:lnTo>
                <a:lnTo>
                  <a:pt x="619125" y="3175"/>
                </a:lnTo>
                <a:lnTo>
                  <a:pt x="749300" y="0"/>
                </a:lnTo>
                <a:lnTo>
                  <a:pt x="879475" y="3175"/>
                </a:lnTo>
                <a:lnTo>
                  <a:pt x="1005840" y="12065"/>
                </a:lnTo>
                <a:lnTo>
                  <a:pt x="1123950" y="27305"/>
                </a:lnTo>
                <a:lnTo>
                  <a:pt x="1230630" y="47625"/>
                </a:lnTo>
                <a:lnTo>
                  <a:pt x="1323340" y="72390"/>
                </a:lnTo>
                <a:lnTo>
                  <a:pt x="1398270" y="101600"/>
                </a:lnTo>
                <a:lnTo>
                  <a:pt x="1453515" y="133985"/>
                </a:lnTo>
                <a:lnTo>
                  <a:pt x="1487170" y="167640"/>
                </a:lnTo>
                <a:close/>
              </a:path>
            </a:pathLst>
          </a:custGeom>
          <a:solidFill>
            <a:srgbClr val="E3DBD0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2" name="Kształt 210"/>
          <p:cNvSpPr/>
          <p:nvPr/>
        </p:nvSpPr>
        <p:spPr>
          <a:xfrm>
            <a:off x="9283700" y="5207000"/>
            <a:ext cx="1498600" cy="406400"/>
          </a:xfrm>
          <a:custGeom>
            <a:avLst/>
            <a:gdLst/>
            <a:ahLst/>
            <a:cxnLst/>
            <a:rect l="0" t="0" r="r" b="b"/>
            <a:pathLst>
              <a:path w="1498600" h="406400">
                <a:moveTo>
                  <a:pt x="1498600" y="203200"/>
                </a:moveTo>
                <a:lnTo>
                  <a:pt x="1487170" y="238760"/>
                </a:lnTo>
                <a:lnTo>
                  <a:pt x="1453515" y="272415"/>
                </a:lnTo>
                <a:lnTo>
                  <a:pt x="1398270" y="304800"/>
                </a:lnTo>
                <a:lnTo>
                  <a:pt x="1323340" y="334010"/>
                </a:lnTo>
                <a:lnTo>
                  <a:pt x="1230630" y="358775"/>
                </a:lnTo>
                <a:lnTo>
                  <a:pt x="1123950" y="379095"/>
                </a:lnTo>
                <a:lnTo>
                  <a:pt x="1005840" y="394335"/>
                </a:lnTo>
                <a:lnTo>
                  <a:pt x="879475" y="403225"/>
                </a:lnTo>
                <a:lnTo>
                  <a:pt x="749300" y="406400"/>
                </a:lnTo>
                <a:lnTo>
                  <a:pt x="619125" y="403225"/>
                </a:lnTo>
                <a:lnTo>
                  <a:pt x="492760" y="394335"/>
                </a:lnTo>
                <a:lnTo>
                  <a:pt x="374650" y="379095"/>
                </a:lnTo>
                <a:lnTo>
                  <a:pt x="267970" y="358775"/>
                </a:lnTo>
                <a:lnTo>
                  <a:pt x="175260" y="334010"/>
                </a:lnTo>
                <a:lnTo>
                  <a:pt x="100330" y="304800"/>
                </a:lnTo>
                <a:lnTo>
                  <a:pt x="45085" y="272415"/>
                </a:lnTo>
                <a:lnTo>
                  <a:pt x="11430" y="238760"/>
                </a:lnTo>
                <a:lnTo>
                  <a:pt x="0" y="203200"/>
                </a:lnTo>
                <a:lnTo>
                  <a:pt x="11430" y="167640"/>
                </a:lnTo>
                <a:lnTo>
                  <a:pt x="45085" y="133985"/>
                </a:lnTo>
                <a:lnTo>
                  <a:pt x="100330" y="101600"/>
                </a:lnTo>
                <a:lnTo>
                  <a:pt x="175260" y="72390"/>
                </a:lnTo>
                <a:lnTo>
                  <a:pt x="267970" y="47625"/>
                </a:lnTo>
                <a:lnTo>
                  <a:pt x="374650" y="27305"/>
                </a:lnTo>
                <a:lnTo>
                  <a:pt x="492760" y="12065"/>
                </a:lnTo>
                <a:lnTo>
                  <a:pt x="619125" y="3175"/>
                </a:lnTo>
                <a:lnTo>
                  <a:pt x="749300" y="0"/>
                </a:lnTo>
                <a:lnTo>
                  <a:pt x="879475" y="3175"/>
                </a:lnTo>
                <a:lnTo>
                  <a:pt x="1005840" y="12065"/>
                </a:lnTo>
                <a:lnTo>
                  <a:pt x="1123950" y="27305"/>
                </a:lnTo>
                <a:lnTo>
                  <a:pt x="1230630" y="47625"/>
                </a:lnTo>
                <a:lnTo>
                  <a:pt x="1323340" y="72390"/>
                </a:lnTo>
                <a:lnTo>
                  <a:pt x="1398270" y="101600"/>
                </a:lnTo>
                <a:lnTo>
                  <a:pt x="1453515" y="133985"/>
                </a:lnTo>
                <a:lnTo>
                  <a:pt x="1487170" y="1676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3" name="Kształt 211"/>
          <p:cNvSpPr/>
          <p:nvPr/>
        </p:nvSpPr>
        <p:spPr>
          <a:xfrm>
            <a:off x="9499600" y="5283200"/>
            <a:ext cx="1066800" cy="279400"/>
          </a:xfrm>
          <a:custGeom>
            <a:avLst/>
            <a:gdLst/>
            <a:ahLst/>
            <a:cxnLst/>
            <a:rect l="0" t="0" r="r" b="b"/>
            <a:pathLst>
              <a:path w="1066800" h="279400">
                <a:moveTo>
                  <a:pt x="1066800" y="139700"/>
                </a:moveTo>
                <a:lnTo>
                  <a:pt x="1058545" y="163830"/>
                </a:lnTo>
                <a:lnTo>
                  <a:pt x="1034415" y="187325"/>
                </a:lnTo>
                <a:lnTo>
                  <a:pt x="995045" y="209550"/>
                </a:lnTo>
                <a:lnTo>
                  <a:pt x="941705" y="229235"/>
                </a:lnTo>
                <a:lnTo>
                  <a:pt x="876300" y="247015"/>
                </a:lnTo>
                <a:lnTo>
                  <a:pt x="800100" y="260985"/>
                </a:lnTo>
                <a:lnTo>
                  <a:pt x="715645" y="271145"/>
                </a:lnTo>
                <a:lnTo>
                  <a:pt x="626110" y="277495"/>
                </a:lnTo>
                <a:lnTo>
                  <a:pt x="533400" y="279400"/>
                </a:lnTo>
                <a:lnTo>
                  <a:pt x="440690" y="277495"/>
                </a:lnTo>
                <a:lnTo>
                  <a:pt x="351155" y="271145"/>
                </a:lnTo>
                <a:lnTo>
                  <a:pt x="266700" y="260985"/>
                </a:lnTo>
                <a:lnTo>
                  <a:pt x="190500" y="247015"/>
                </a:lnTo>
                <a:lnTo>
                  <a:pt x="125095" y="229235"/>
                </a:lnTo>
                <a:lnTo>
                  <a:pt x="71755" y="209550"/>
                </a:lnTo>
                <a:lnTo>
                  <a:pt x="32385" y="187325"/>
                </a:lnTo>
                <a:lnTo>
                  <a:pt x="8255" y="163830"/>
                </a:lnTo>
                <a:lnTo>
                  <a:pt x="0" y="139700"/>
                </a:lnTo>
                <a:lnTo>
                  <a:pt x="8255" y="115570"/>
                </a:lnTo>
                <a:lnTo>
                  <a:pt x="32385" y="92075"/>
                </a:lnTo>
                <a:lnTo>
                  <a:pt x="71755" y="69850"/>
                </a:lnTo>
                <a:lnTo>
                  <a:pt x="125095" y="50165"/>
                </a:lnTo>
                <a:lnTo>
                  <a:pt x="190500" y="32385"/>
                </a:lnTo>
                <a:lnTo>
                  <a:pt x="266700" y="18415"/>
                </a:lnTo>
                <a:lnTo>
                  <a:pt x="351155" y="8255"/>
                </a:lnTo>
                <a:lnTo>
                  <a:pt x="440690" y="1905"/>
                </a:lnTo>
                <a:lnTo>
                  <a:pt x="533400" y="0"/>
                </a:lnTo>
                <a:lnTo>
                  <a:pt x="626110" y="1905"/>
                </a:lnTo>
                <a:lnTo>
                  <a:pt x="715645" y="8255"/>
                </a:lnTo>
                <a:lnTo>
                  <a:pt x="800100" y="18415"/>
                </a:lnTo>
                <a:lnTo>
                  <a:pt x="876300" y="32385"/>
                </a:lnTo>
                <a:lnTo>
                  <a:pt x="941705" y="50165"/>
                </a:lnTo>
                <a:lnTo>
                  <a:pt x="995045" y="69850"/>
                </a:lnTo>
                <a:lnTo>
                  <a:pt x="1034415" y="92075"/>
                </a:lnTo>
                <a:lnTo>
                  <a:pt x="1058545" y="115570"/>
                </a:lnTo>
                <a:close/>
              </a:path>
            </a:pathLst>
          </a:custGeom>
          <a:solidFill>
            <a:srgbClr val="F1EC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4" name="Kształt 212"/>
          <p:cNvSpPr/>
          <p:nvPr/>
        </p:nvSpPr>
        <p:spPr>
          <a:xfrm>
            <a:off x="9608820" y="5321935"/>
            <a:ext cx="370205" cy="154305"/>
          </a:xfrm>
          <a:custGeom>
            <a:avLst/>
            <a:gdLst/>
            <a:ahLst/>
            <a:cxnLst/>
            <a:rect l="0" t="0" r="r" b="b"/>
            <a:pathLst>
              <a:path w="370205" h="154305">
                <a:moveTo>
                  <a:pt x="0" y="154305"/>
                </a:moveTo>
                <a:lnTo>
                  <a:pt x="105410" y="0"/>
                </a:lnTo>
                <a:lnTo>
                  <a:pt x="370205" y="115570"/>
                </a:lnTo>
                <a:close/>
              </a:path>
            </a:pathLst>
          </a:custGeom>
          <a:solidFill>
            <a:srgbClr val="F8D77A"/>
          </a:solidFill>
          <a:ln w="5080">
            <a:solidFill>
              <a:srgbClr val="F8D77A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5" name="Kształt 213"/>
          <p:cNvSpPr/>
          <p:nvPr/>
        </p:nvSpPr>
        <p:spPr>
          <a:xfrm>
            <a:off x="9749790" y="5277485"/>
            <a:ext cx="358775" cy="157480"/>
          </a:xfrm>
          <a:custGeom>
            <a:avLst/>
            <a:gdLst/>
            <a:ahLst/>
            <a:cxnLst/>
            <a:rect l="0" t="0" r="r" b="b"/>
            <a:pathLst>
              <a:path w="358775" h="157480">
                <a:moveTo>
                  <a:pt x="0" y="54610"/>
                </a:moveTo>
                <a:lnTo>
                  <a:pt x="358775" y="0"/>
                </a:lnTo>
                <a:lnTo>
                  <a:pt x="292100" y="157480"/>
                </a:lnTo>
                <a:close/>
              </a:path>
            </a:pathLst>
          </a:custGeom>
          <a:solidFill>
            <a:srgbClr val="E7A12C"/>
          </a:solidFill>
          <a:ln w="5080">
            <a:solidFill>
              <a:srgbClr val="E7A12C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6" name="Kształt 214"/>
          <p:cNvSpPr/>
          <p:nvPr/>
        </p:nvSpPr>
        <p:spPr>
          <a:xfrm>
            <a:off x="10088880" y="5415915"/>
            <a:ext cx="243840" cy="102870"/>
          </a:xfrm>
          <a:custGeom>
            <a:avLst/>
            <a:gdLst/>
            <a:ahLst/>
            <a:cxnLst/>
            <a:rect l="0" t="0" r="r" b="b"/>
            <a:pathLst>
              <a:path w="243840" h="102870">
                <a:moveTo>
                  <a:pt x="0" y="27305"/>
                </a:moveTo>
                <a:lnTo>
                  <a:pt x="179070" y="0"/>
                </a:lnTo>
                <a:lnTo>
                  <a:pt x="243840" y="75565"/>
                </a:lnTo>
                <a:lnTo>
                  <a:pt x="64770" y="102870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7" name="Kształt 215"/>
          <p:cNvSpPr/>
          <p:nvPr/>
        </p:nvSpPr>
        <p:spPr>
          <a:xfrm>
            <a:off x="10088880" y="5384165"/>
            <a:ext cx="243840" cy="102870"/>
          </a:xfrm>
          <a:custGeom>
            <a:avLst/>
            <a:gdLst/>
            <a:ahLst/>
            <a:cxnLst/>
            <a:rect l="0" t="0" r="r" b="b"/>
            <a:pathLst>
              <a:path w="243840" h="102870">
                <a:moveTo>
                  <a:pt x="0" y="27305"/>
                </a:moveTo>
                <a:lnTo>
                  <a:pt x="179070" y="0"/>
                </a:lnTo>
                <a:lnTo>
                  <a:pt x="243840" y="75565"/>
                </a:lnTo>
                <a:lnTo>
                  <a:pt x="64770" y="10287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8" name="Kształt 216"/>
          <p:cNvSpPr/>
          <p:nvPr/>
        </p:nvSpPr>
        <p:spPr>
          <a:xfrm>
            <a:off x="10121265" y="5398135"/>
            <a:ext cx="179070" cy="74930"/>
          </a:xfrm>
          <a:custGeom>
            <a:avLst/>
            <a:gdLst/>
            <a:ahLst/>
            <a:cxnLst/>
            <a:rect l="0" t="0" r="r" b="b"/>
            <a:pathLst>
              <a:path w="179070" h="74930">
                <a:moveTo>
                  <a:pt x="0" y="19685"/>
                </a:moveTo>
                <a:lnTo>
                  <a:pt x="131445" y="0"/>
                </a:lnTo>
                <a:lnTo>
                  <a:pt x="179070" y="55245"/>
                </a:lnTo>
                <a:lnTo>
                  <a:pt x="47625" y="7493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9" name="Kształt 217"/>
          <p:cNvSpPr/>
          <p:nvPr/>
        </p:nvSpPr>
        <p:spPr>
          <a:xfrm>
            <a:off x="10121265" y="5398135"/>
            <a:ext cx="131445" cy="74930"/>
          </a:xfrm>
          <a:custGeom>
            <a:avLst/>
            <a:gdLst/>
            <a:ahLst/>
            <a:cxnLst/>
            <a:rect l="0" t="0" r="r" b="b"/>
            <a:pathLst>
              <a:path w="131445" h="74930">
                <a:moveTo>
                  <a:pt x="0" y="19685"/>
                </a:moveTo>
                <a:lnTo>
                  <a:pt x="131445" y="0"/>
                </a:lnTo>
                <a:lnTo>
                  <a:pt x="47625" y="7493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0" name="Kształt 218"/>
          <p:cNvSpPr/>
          <p:nvPr/>
        </p:nvSpPr>
        <p:spPr>
          <a:xfrm>
            <a:off x="10273030" y="5355590"/>
            <a:ext cx="231140" cy="96520"/>
          </a:xfrm>
          <a:custGeom>
            <a:avLst/>
            <a:gdLst/>
            <a:ahLst/>
            <a:cxnLst/>
            <a:rect l="0" t="0" r="r" b="b"/>
            <a:pathLst>
              <a:path w="231140" h="96520">
                <a:moveTo>
                  <a:pt x="46355" y="0"/>
                </a:moveTo>
                <a:lnTo>
                  <a:pt x="231140" y="19050"/>
                </a:lnTo>
                <a:lnTo>
                  <a:pt x="184785" y="96520"/>
                </a:lnTo>
                <a:lnTo>
                  <a:pt x="0" y="77470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1" name="Kształt 219"/>
          <p:cNvSpPr/>
          <p:nvPr/>
        </p:nvSpPr>
        <p:spPr>
          <a:xfrm>
            <a:off x="10273030" y="5323840"/>
            <a:ext cx="231140" cy="96520"/>
          </a:xfrm>
          <a:custGeom>
            <a:avLst/>
            <a:gdLst/>
            <a:ahLst/>
            <a:cxnLst/>
            <a:rect l="0" t="0" r="r" b="b"/>
            <a:pathLst>
              <a:path w="231140" h="96520">
                <a:moveTo>
                  <a:pt x="46355" y="0"/>
                </a:moveTo>
                <a:lnTo>
                  <a:pt x="231140" y="19050"/>
                </a:lnTo>
                <a:lnTo>
                  <a:pt x="184785" y="96520"/>
                </a:lnTo>
                <a:lnTo>
                  <a:pt x="0" y="77470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2" name="Kształt 220"/>
          <p:cNvSpPr/>
          <p:nvPr/>
        </p:nvSpPr>
        <p:spPr>
          <a:xfrm>
            <a:off x="10304145" y="5336540"/>
            <a:ext cx="168910" cy="71120"/>
          </a:xfrm>
          <a:custGeom>
            <a:avLst/>
            <a:gdLst/>
            <a:ahLst/>
            <a:cxnLst/>
            <a:rect l="0" t="0" r="r" b="b"/>
            <a:pathLst>
              <a:path w="168910" h="71120">
                <a:moveTo>
                  <a:pt x="33655" y="0"/>
                </a:moveTo>
                <a:lnTo>
                  <a:pt x="168910" y="13970"/>
                </a:lnTo>
                <a:lnTo>
                  <a:pt x="135255" y="71120"/>
                </a:lnTo>
                <a:lnTo>
                  <a:pt x="0" y="57150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3" name="Kształt 221"/>
          <p:cNvSpPr/>
          <p:nvPr/>
        </p:nvSpPr>
        <p:spPr>
          <a:xfrm>
            <a:off x="10304145" y="5336540"/>
            <a:ext cx="168910" cy="57150"/>
          </a:xfrm>
          <a:custGeom>
            <a:avLst/>
            <a:gdLst/>
            <a:ahLst/>
            <a:cxnLst/>
            <a:rect l="0" t="0" r="r" b="b"/>
            <a:pathLst>
              <a:path w="168910" h="57150">
                <a:moveTo>
                  <a:pt x="33655" y="0"/>
                </a:moveTo>
                <a:lnTo>
                  <a:pt x="168910" y="13970"/>
                </a:lnTo>
                <a:lnTo>
                  <a:pt x="0" y="57150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4" name="Kształt 222"/>
          <p:cNvSpPr/>
          <p:nvPr/>
        </p:nvSpPr>
        <p:spPr>
          <a:xfrm>
            <a:off x="10180955" y="5488305"/>
            <a:ext cx="262890" cy="110490"/>
          </a:xfrm>
          <a:custGeom>
            <a:avLst/>
            <a:gdLst/>
            <a:ahLst/>
            <a:cxnLst/>
            <a:rect l="0" t="0" r="r" b="b"/>
            <a:pathLst>
              <a:path w="262890" h="110490">
                <a:moveTo>
                  <a:pt x="100965" y="0"/>
                </a:moveTo>
                <a:lnTo>
                  <a:pt x="262890" y="42545"/>
                </a:lnTo>
                <a:lnTo>
                  <a:pt x="161925" y="110490"/>
                </a:lnTo>
                <a:lnTo>
                  <a:pt x="0" y="67945"/>
                </a:lnTo>
                <a:close/>
              </a:path>
            </a:pathLst>
          </a:custGeom>
          <a:solidFill>
            <a:srgbClr val="3D22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5" name="Kształt 223"/>
          <p:cNvSpPr/>
          <p:nvPr/>
        </p:nvSpPr>
        <p:spPr>
          <a:xfrm>
            <a:off x="10180955" y="5456555"/>
            <a:ext cx="262890" cy="110490"/>
          </a:xfrm>
          <a:custGeom>
            <a:avLst/>
            <a:gdLst/>
            <a:ahLst/>
            <a:cxnLst/>
            <a:rect l="0" t="0" r="r" b="b"/>
            <a:pathLst>
              <a:path w="262890" h="110490">
                <a:moveTo>
                  <a:pt x="100965" y="0"/>
                </a:moveTo>
                <a:lnTo>
                  <a:pt x="262890" y="42545"/>
                </a:lnTo>
                <a:lnTo>
                  <a:pt x="161925" y="110490"/>
                </a:lnTo>
                <a:lnTo>
                  <a:pt x="0" y="67945"/>
                </a:lnTo>
                <a:close/>
              </a:path>
            </a:pathLst>
          </a:custGeom>
          <a:solidFill>
            <a:srgbClr val="5A332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6" name="Kształt 224"/>
          <p:cNvSpPr/>
          <p:nvPr/>
        </p:nvSpPr>
        <p:spPr>
          <a:xfrm>
            <a:off x="10215880" y="5471160"/>
            <a:ext cx="193040" cy="81280"/>
          </a:xfrm>
          <a:custGeom>
            <a:avLst/>
            <a:gdLst/>
            <a:ahLst/>
            <a:cxnLst/>
            <a:rect l="0" t="0" r="r" b="b"/>
            <a:pathLst>
              <a:path w="193040" h="81280">
                <a:moveTo>
                  <a:pt x="74295" y="0"/>
                </a:moveTo>
                <a:lnTo>
                  <a:pt x="193040" y="31115"/>
                </a:lnTo>
                <a:lnTo>
                  <a:pt x="118745" y="81280"/>
                </a:lnTo>
                <a:lnTo>
                  <a:pt x="0" y="50165"/>
                </a:lnTo>
                <a:close/>
              </a:path>
            </a:pathLst>
          </a:custGeom>
          <a:solidFill>
            <a:srgbClr val="6D402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7" name="Kształt 225"/>
          <p:cNvSpPr/>
          <p:nvPr/>
        </p:nvSpPr>
        <p:spPr>
          <a:xfrm>
            <a:off x="10215880" y="5471160"/>
            <a:ext cx="193040" cy="50165"/>
          </a:xfrm>
          <a:custGeom>
            <a:avLst/>
            <a:gdLst/>
            <a:ahLst/>
            <a:cxnLst/>
            <a:rect l="0" t="0" r="r" b="b"/>
            <a:pathLst>
              <a:path w="193040" h="50165">
                <a:moveTo>
                  <a:pt x="74295" y="0"/>
                </a:moveTo>
                <a:lnTo>
                  <a:pt x="193040" y="31115"/>
                </a:lnTo>
                <a:lnTo>
                  <a:pt x="0" y="50165"/>
                </a:lnTo>
                <a:close/>
              </a:path>
            </a:pathLst>
          </a:custGeom>
          <a:solidFill>
            <a:srgbClr val="7A4A2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8" name="Tekst: Dzwonek do drzwi"/>
          <p:cNvSpPr txBox="1"/>
          <p:nvPr/>
        </p:nvSpPr>
        <p:spPr>
          <a:xfrm>
            <a:off x="826963" y="1109662"/>
            <a:ext cx="2801660" cy="20574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62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350" b="1" kern="100" cap="all" spc="189" dirty="0">
                <a:solidFill>
                  <a:srgbClr val="666666"/>
                </a:solidFill>
                <a:latin typeface="Lato"/>
                <a:cs typeface="Lato"/>
              </a:rPr>
              <a:t>Dzwonek do drzwi</a:t>
            </a:r>
            <a:endParaRPr lang="pl-PL" sz="1350" b="1" kern="100" cap="all" spc="189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29" name="Tekst: Goście są."/>
          <p:cNvSpPr txBox="1"/>
          <p:nvPr/>
        </p:nvSpPr>
        <p:spPr>
          <a:xfrm>
            <a:off x="826963" y="1524360"/>
            <a:ext cx="3150572" cy="64312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06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4800" kern="100" spc="-168" dirty="0">
                <a:solidFill>
                  <a:srgbClr val="151515"/>
                </a:solidFill>
                <a:latin typeface="Lato Black"/>
                <a:cs typeface="Lato Black"/>
              </a:rPr>
              <a:t>Goście są.</a:t>
            </a:r>
            <a:endParaRPr lang="pl-PL" sz="4800" kern="100" spc="-168" dirty="0">
              <a:solidFill>
                <a:srgbClr val="151515"/>
              </a:solidFill>
              <a:latin typeface="Lato Black"/>
              <a:cs typeface="Lato Black"/>
            </a:endParaRPr>
          </a:p>
        </p:txBody>
      </p:sp>
      <p:pic>
        <p:nvPicPr>
          <p:cNvPr id="230" name="!!Logo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500" y="363240"/>
            <a:ext cx="3048000" cy="273050"/>
          </a:xfrm>
          <a:prstGeom prst="rect">
            <a:avLst/>
          </a:prstGeom>
        </p:spPr>
      </p:pic>
      <p:pic>
        <p:nvPicPr>
          <p:cNvPr id="231" name="!!Serce w rogu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232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666666"/>
                </a:solidFill>
                <a:latin typeface="Lato"/>
                <a:cs typeface="Lato"/>
              </a:rPr>
              <a:t>22 / 24</a:t>
            </a:r>
            <a:endParaRPr lang="pl-PL" sz="1100" kern="100" spc="66" dirty="0">
              <a:solidFill>
                <a:srgbClr val="666666"/>
              </a:solidFill>
              <a:latin typeface="Lato"/>
              <a:cs typeface="Lato"/>
            </a:endParaRPr>
          </a:p>
        </p:txBody>
      </p:sp>
      <p:sp>
        <p:nvSpPr>
          <p:cNvPr id="233" name="!!Postęp"/>
          <p:cNvSpPr/>
          <p:nvPr/>
        </p:nvSpPr>
        <p:spPr>
          <a:xfrm>
            <a:off x="0" y="6826250"/>
            <a:ext cx="11176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4" name="Iskra"/>
          <p:cNvSpPr/>
          <p:nvPr/>
        </p:nvSpPr>
        <p:spPr>
          <a:xfrm>
            <a:off x="22960286" y="2865845"/>
            <a:ext cx="27114" cy="20239"/>
          </a:xfrm>
          <a:custGeom>
            <a:avLst/>
            <a:gdLst/>
            <a:ahLst/>
            <a:cxnLst/>
            <a:rect l="0" t="0" r="r" b="b"/>
            <a:pathLst>
              <a:path w="27114" h="20239">
                <a:moveTo>
                  <a:pt x="0" y="11611"/>
                </a:moveTo>
                <a:lnTo>
                  <a:pt x="26955" y="0"/>
                </a:lnTo>
                <a:lnTo>
                  <a:pt x="27114" y="2023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5" name="Iskra 2"/>
          <p:cNvSpPr/>
          <p:nvPr/>
        </p:nvSpPr>
        <p:spPr>
          <a:xfrm>
            <a:off x="22419815" y="2044286"/>
            <a:ext cx="19899" cy="22628"/>
          </a:xfrm>
          <a:custGeom>
            <a:avLst/>
            <a:gdLst/>
            <a:ahLst/>
            <a:cxnLst/>
            <a:rect l="0" t="0" r="r" b="b"/>
            <a:pathLst>
              <a:path w="19899" h="22628">
                <a:moveTo>
                  <a:pt x="0" y="0"/>
                </a:moveTo>
                <a:lnTo>
                  <a:pt x="19899" y="1309"/>
                </a:lnTo>
                <a:lnTo>
                  <a:pt x="4341" y="2262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6" name="Iskra 3"/>
          <p:cNvSpPr/>
          <p:nvPr/>
        </p:nvSpPr>
        <p:spPr>
          <a:xfrm>
            <a:off x="22656532" y="2772785"/>
            <a:ext cx="17896" cy="17099"/>
          </a:xfrm>
          <a:custGeom>
            <a:avLst/>
            <a:gdLst/>
            <a:ahLst/>
            <a:cxnLst/>
            <a:rect l="0" t="0" r="r" b="b"/>
            <a:pathLst>
              <a:path w="17896" h="17099">
                <a:moveTo>
                  <a:pt x="0" y="2258"/>
                </a:moveTo>
                <a:lnTo>
                  <a:pt x="17896" y="0"/>
                </a:lnTo>
                <a:lnTo>
                  <a:pt x="13808" y="17099"/>
                </a:lnTo>
                <a:close/>
              </a:path>
            </a:pathLst>
          </a:custGeom>
          <a:solidFill>
            <a:srgbClr val="95161D">
              <a:alpha val="94604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7" name="Iskra 4"/>
          <p:cNvSpPr/>
          <p:nvPr/>
        </p:nvSpPr>
        <p:spPr>
          <a:xfrm>
            <a:off x="21614656" y="2090915"/>
            <a:ext cx="21338" cy="12695"/>
          </a:xfrm>
          <a:custGeom>
            <a:avLst/>
            <a:gdLst/>
            <a:ahLst/>
            <a:cxnLst/>
            <a:rect l="0" t="0" r="r" b="b"/>
            <a:pathLst>
              <a:path w="21338" h="12695">
                <a:moveTo>
                  <a:pt x="0" y="0"/>
                </a:moveTo>
                <a:lnTo>
                  <a:pt x="21338" y="2583"/>
                </a:lnTo>
                <a:lnTo>
                  <a:pt x="8926" y="1269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8" name="Iskra 5"/>
          <p:cNvSpPr/>
          <p:nvPr/>
        </p:nvSpPr>
        <p:spPr>
          <a:xfrm>
            <a:off x="22647655" y="2572654"/>
            <a:ext cx="10641" cy="15035"/>
          </a:xfrm>
          <a:custGeom>
            <a:avLst/>
            <a:gdLst/>
            <a:ahLst/>
            <a:cxnLst/>
            <a:rect l="0" t="0" r="r" b="b"/>
            <a:pathLst>
              <a:path w="10641" h="15035">
                <a:moveTo>
                  <a:pt x="8193" y="15035"/>
                </a:moveTo>
                <a:lnTo>
                  <a:pt x="0" y="9792"/>
                </a:lnTo>
                <a:lnTo>
                  <a:pt x="10641" y="0"/>
                </a:lnTo>
                <a:close/>
              </a:path>
            </a:pathLst>
          </a:custGeom>
          <a:solidFill>
            <a:srgbClr val="CF1723">
              <a:alpha val="86362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9" name="Iskra 6"/>
          <p:cNvSpPr/>
          <p:nvPr/>
        </p:nvSpPr>
        <p:spPr>
          <a:xfrm>
            <a:off x="22735801" y="3129646"/>
            <a:ext cx="16319" cy="9595"/>
          </a:xfrm>
          <a:custGeom>
            <a:avLst/>
            <a:gdLst/>
            <a:ahLst/>
            <a:cxnLst/>
            <a:rect l="0" t="0" r="r" b="b"/>
            <a:pathLst>
              <a:path w="16319" h="9595">
                <a:moveTo>
                  <a:pt x="0" y="9595"/>
                </a:moveTo>
                <a:lnTo>
                  <a:pt x="3670" y="0"/>
                </a:lnTo>
                <a:lnTo>
                  <a:pt x="16319" y="718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0" name="Iskra 7"/>
          <p:cNvSpPr/>
          <p:nvPr/>
        </p:nvSpPr>
        <p:spPr>
          <a:xfrm>
            <a:off x="22613971" y="2281141"/>
            <a:ext cx="15481" cy="27650"/>
          </a:xfrm>
          <a:custGeom>
            <a:avLst/>
            <a:gdLst/>
            <a:ahLst/>
            <a:cxnLst/>
            <a:rect l="0" t="0" r="r" b="b"/>
            <a:pathLst>
              <a:path w="15481" h="27650">
                <a:moveTo>
                  <a:pt x="15481" y="15129"/>
                </a:moveTo>
                <a:lnTo>
                  <a:pt x="0" y="27650"/>
                </a:lnTo>
                <a:lnTo>
                  <a:pt x="1088" y="0"/>
                </a:lnTo>
                <a:close/>
              </a:path>
            </a:pathLst>
          </a:custGeom>
          <a:solidFill>
            <a:srgbClr val="EE312F">
              <a:alpha val="91183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med" p14:dur="550">
        <p159:morph option="byObject"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" dur="118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" dur="118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" dur="118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" dur="118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" dur="118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" dur="118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" dur="118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" dur="118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" dur="118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4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" dur="118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6901">
                                          <p:val>
                                            <p:strVal val="#ppt_y+0.12963"/>
                                          </p:val>
                                        </p:tav>
                                        <p:tav tm="19718">
                                          <p:val>
                                            <p:strVal val="#ppt_y+0.10316"/>
                                          </p:val>
                                        </p:tav>
                                        <p:tav tm="22535">
                                          <p:val>
                                            <p:strVal val="#ppt_y+0.08098"/>
                                          </p:val>
                                        </p:tav>
                                        <p:tav tm="25352">
                                          <p:val>
                                            <p:strVal val="#ppt_y+0.06312"/>
                                          </p:val>
                                        </p:tav>
                                        <p:tav tm="28169">
                                          <p:val>
                                            <p:strVal val="#ppt_y+0.04911"/>
                                          </p:val>
                                        </p:tav>
                                        <p:tav tm="30986">
                                          <p:val>
                                            <p:strVal val="#ppt_y+0.03824"/>
                                          </p:val>
                                        </p:tav>
                                        <p:tav tm="33803">
                                          <p:val>
                                            <p:strVal val="#ppt_y+0.02983"/>
                                          </p:val>
                                        </p:tav>
                                        <p:tav tm="36620">
                                          <p:val>
                                            <p:strVal val="#ppt_y+0.02331"/>
                                          </p:val>
                                        </p:tav>
                                        <p:tav tm="42254">
                                          <p:val>
                                            <p:strVal val="#ppt_y+0.01425"/>
                                          </p:val>
                                        </p:tav>
                                        <p:tav tm="45070">
                                          <p:val>
                                            <p:strVal val="#ppt_y+0.01112"/>
                                          </p:val>
                                        </p:tav>
                                        <p:tav tm="50704">
                                          <p:val>
                                            <p:strVal val="#ppt_y+0.00669"/>
                                          </p:val>
                                        </p:tav>
                                        <p:tav tm="6197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6056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985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" dur="137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" dur="137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" dur="137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" dur="137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" dur="137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" dur="137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2" dur="137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" dur="137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0" dur="137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" dur="137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368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6117">
                                          <p:val>
                                            <p:strVal val="#ppt_y-0.2218"/>
                                          </p:val>
                                        </p:tav>
                                        <p:tav tm="48544">
                                          <p:val>
                                            <p:strVal val="#ppt_y-0.21673"/>
                                          </p:val>
                                        </p:tav>
                                        <p:tav tm="50971">
                                          <p:val>
                                            <p:strVal val="#ppt_y-0.20508"/>
                                          </p:val>
                                        </p:tav>
                                        <p:tav tm="53398">
                                          <p:val>
                                            <p:strVal val="#ppt_y-0.18621"/>
                                          </p:val>
                                        </p:tav>
                                        <p:tav tm="55825">
                                          <p:val>
                                            <p:strVal val="#ppt_y-0.16053"/>
                                          </p:val>
                                        </p:tav>
                                        <p:tav tm="58252">
                                          <p:val>
                                            <p:strVal val="#ppt_y-0.13"/>
                                          </p:val>
                                        </p:tav>
                                        <p:tav tm="63107">
                                          <p:val>
                                            <p:strVal val="#ppt_y-0.06627"/>
                                          </p:val>
                                        </p:tav>
                                        <p:tav tm="65534">
                                          <p:val>
                                            <p:strVal val="#ppt_y-0.03758"/>
                                          </p:val>
                                        </p:tav>
                                        <p:tav tm="67961">
                                          <p:val>
                                            <p:strVal val="#ppt_y-0.01226"/>
                                          </p:val>
                                        </p:tav>
                                        <p:tav tm="70388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75243">
                                          <p:val>
                                            <p:strVal val="#ppt_y+0.00568"/>
                                          </p:val>
                                        </p:tav>
                                        <p:tav tm="82524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89806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51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" dur="1468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" dur="1468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6" dur="1468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0" dur="1468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4" dur="1468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8" dur="1468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2" dur="1468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16" dur="1468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0" dur="1468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4" dur="1468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8" dur="1468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2" dur="1468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6" dur="1468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0" dur="1468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00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4" dur="1468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76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49943">
                                          <p:val>
                                            <p:strVal val="#ppt_y-0.22142"/>
                                          </p:val>
                                        </p:tav>
                                        <p:tav tm="52213">
                                          <p:val>
                                            <p:strVal val="#ppt_y-0.21542"/>
                                          </p:val>
                                        </p:tav>
                                        <p:tav tm="54484">
                                          <p:val>
                                            <p:strVal val="#ppt_y-0.20272"/>
                                          </p:val>
                                        </p:tav>
                                        <p:tav tm="56754">
                                          <p:val>
                                            <p:strVal val="#ppt_y-0.18276"/>
                                          </p:val>
                                        </p:tav>
                                        <p:tav tm="59024">
                                          <p:val>
                                            <p:strVal val="#ppt_y-0.15619"/>
                                          </p:val>
                                        </p:tav>
                                        <p:tav tm="65834">
                                          <p:val>
                                            <p:strVal val="#ppt_y-0.06177"/>
                                          </p:val>
                                        </p:tav>
                                        <p:tav tm="68104">
                                          <p:val>
                                            <p:strVal val="#ppt_y-0.03356"/>
                                          </p:val>
                                        </p:tav>
                                        <p:tav tm="70375">
                                          <p:val>
                                            <p:strVal val="#ppt_y-0.00876"/>
                                          </p:val>
                                        </p:tav>
                                        <p:tav tm="72645">
                                          <p:val>
                                            <p:strVal val="#ppt_y+0.00891"/>
                                          </p:val>
                                        </p:tav>
                                        <p:tav tm="77185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3995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9080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988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8" dur="156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2" dur="1563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6" dur="1563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0" dur="1563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4" dur="156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68" dur="156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2" dur="156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76" dur="156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0" dur="156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4" dur="156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8" dur="156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2" dur="156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6" dur="156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0" dur="156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300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4" dur="156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1173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3305">
                                          <p:val>
                                            <p:strVal val="#ppt_y-0.22091"/>
                                          </p:val>
                                        </p:tav>
                                        <p:tav tm="55437">
                                          <p:val>
                                            <p:strVal val="#ppt_y-0.21397"/>
                                          </p:val>
                                        </p:tav>
                                        <p:tav tm="57569">
                                          <p:val>
                                            <p:strVal val="#ppt_y-0.20019"/>
                                          </p:val>
                                        </p:tav>
                                        <p:tav tm="59701">
                                          <p:val>
                                            <p:strVal val="#ppt_y-0.17916"/>
                                          </p:val>
                                        </p:tav>
                                        <p:tav tm="61834">
                                          <p:val>
                                            <p:strVal val="#ppt_y-0.15175"/>
                                          </p:val>
                                        </p:tav>
                                        <p:tav tm="66098">
                                          <p:val>
                                            <p:strVal val="#ppt_y-0.08803"/>
                                          </p:val>
                                        </p:tav>
                                        <p:tav tm="68230">
                                          <p:val>
                                            <p:strVal val="#ppt_y-0.05733"/>
                                          </p:val>
                                        </p:tav>
                                        <p:tav tm="70362">
                                          <p:val>
                                            <p:strVal val="#ppt_y-0.02962"/>
                                          </p:val>
                                        </p:tav>
                                        <p:tav tm="72495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74627">
                                          <p:val>
                                            <p:strVal val="#ppt_y+0.00861"/>
                                          </p:val>
                                        </p:tav>
                                        <p:tav tm="78891">
                                          <p:val>
                                            <p:strVal val="#ppt_y+0.00525"/>
                                          </p:val>
                                        </p:tav>
                                        <p:tav tm="85288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1684">
                                          <p:val>
                                            <p:strVal val="#ppt_y+0.00044"/>
                                          </p:val>
                                        </p:tav>
                                        <p:tav tm="980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8" dur="1658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2" dur="1658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6" dur="1658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0" dur="1658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4" dur="1658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8" dur="1658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2" dur="1658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6" dur="1658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0" dur="1658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4" dur="1658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300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8" dur="1658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4271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6281">
                                          <p:val>
                                            <p:strVal val="#ppt_y-0.22027"/>
                                          </p:val>
                                        </p:tav>
                                        <p:tav tm="58291">
                                          <p:val>
                                            <p:strVal val="#ppt_y-0.21235"/>
                                          </p:val>
                                        </p:tav>
                                        <p:tav tm="60302">
                                          <p:val>
                                            <p:strVal val="#ppt_y-0.19749"/>
                                          </p:val>
                                        </p:tav>
                                        <p:tav tm="62312">
                                          <p:val>
                                            <p:strVal val="#ppt_y-0.17541"/>
                                          </p:val>
                                        </p:tav>
                                        <p:tav tm="64322">
                                          <p:val>
                                            <p:strVal val="#ppt_y-0.14722"/>
                                          </p:val>
                                        </p:tav>
                                        <p:tav tm="68342">
                                          <p:val>
                                            <p:strVal val="#ppt_y-0.08328"/>
                                          </p:val>
                                        </p:tav>
                                        <p:tav tm="70352">
                                          <p:val>
                                            <p:strVal val="#ppt_y-0.05297"/>
                                          </p:val>
                                        </p:tav>
                                        <p:tav tm="72362">
                                          <p:val>
                                            <p:strVal val="#ppt_y-0.02575"/>
                                          </p:val>
                                        </p:tav>
                                        <p:tav tm="74372">
                                          <p:val>
                                            <p:strVal val="#ppt_y-0.002"/>
                                          </p:val>
                                        </p:tav>
                                        <p:tav tm="76382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80402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86432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92462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98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2" dur="175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6" dur="175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0" dur="175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4" dur="175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8" dur="175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2" dur="175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6" dur="175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0" dur="175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4" dur="175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300">
                                          <p:stCondLst>
                                            <p:cond delay="1067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8" dur="175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7034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8935">
                                          <p:val>
                                            <p:strVal val="#ppt_y-0.21949"/>
                                          </p:val>
                                        </p:tav>
                                        <p:tav tm="60837">
                                          <p:val>
                                            <p:strVal val="#ppt_y-0.21058"/>
                                          </p:val>
                                        </p:tav>
                                        <p:tav tm="62738">
                                          <p:val>
                                            <p:strVal val="#ppt_y-0.19463"/>
                                          </p:val>
                                        </p:tav>
                                        <p:tav tm="64639">
                                          <p:val>
                                            <p:strVal val="#ppt_y-0.17153"/>
                                          </p:val>
                                        </p:tav>
                                        <p:tav tm="66540">
                                          <p:val>
                                            <p:strVal val="#ppt_y-0.14261"/>
                                          </p:val>
                                        </p:tav>
                                        <p:tav tm="70342">
                                          <p:val>
                                            <p:strVal val="#ppt_y-0.07857"/>
                                          </p:val>
                                        </p:tav>
                                        <p:tav tm="72243">
                                          <p:val>
                                            <p:strVal val="#ppt_y-0.04867"/>
                                          </p:val>
                                        </p:tav>
                                        <p:tav tm="74144">
                                          <p:val>
                                            <p:strVal val="#ppt_y-0.02197"/>
                                          </p:val>
                                        </p:tav>
                                        <p:tav tm="76046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77947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81749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7452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93156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885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2" dur="1848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6" dur="1848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0" dur="1848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4" dur="1848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8" dur="1848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2" dur="1848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16" dur="1848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0" dur="1848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267">
                                          <p:stCondLst>
                                            <p:cond delay="1167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4" dur="1848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59513">
                                          <p:val>
                                            <p:strVal val="#ppt_y-0.22216"/>
                                          </p:val>
                                        </p:tav>
                                        <p:tav tm="61317">
                                          <p:val>
                                            <p:strVal val="#ppt_y-0.21857"/>
                                          </p:val>
                                        </p:tav>
                                        <p:tav tm="63120">
                                          <p:val>
                                            <p:strVal val="#ppt_y-0.20866"/>
                                          </p:val>
                                        </p:tav>
                                        <p:tav tm="64923">
                                          <p:val>
                                            <p:strVal val="#ppt_y-0.19161"/>
                                          </p:val>
                                        </p:tav>
                                        <p:tav tm="66727">
                                          <p:val>
                                            <p:strVal val="#ppt_y-0.16751"/>
                                          </p:val>
                                        </p:tav>
                                        <p:tav tm="68530">
                                          <p:val>
                                            <p:strVal val="#ppt_y-0.13793"/>
                                          </p:val>
                                        </p:tav>
                                        <p:tav tm="72137">
                                          <p:val>
                                            <p:strVal val="#ppt_y-0.07391"/>
                                          </p:val>
                                        </p:tav>
                                        <p:tav tm="73940">
                                          <p:val>
                                            <p:strVal val="#ppt_y-0.04445"/>
                                          </p:val>
                                        </p:tav>
                                        <p:tav tm="75744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77547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79351">
                                          <p:val>
                                            <p:strVal val="#ppt_y+0.00775"/>
                                          </p:val>
                                        </p:tav>
                                        <p:tav tm="82958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88368">
                                          <p:val>
                                            <p:strVal val="#ppt_y+0.00171"/>
                                          </p:val>
                                        </p:tav>
                                        <p:tav tm="9918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28" dur="194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2" dur="194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6" dur="194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0" dur="194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4" dur="194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8" dur="194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2" dur="194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6" dur="194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300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0" dur="194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1750">
                                          <p:val>
                                            <p:strVal val="#ppt_y-0.22199"/>
                                          </p:val>
                                        </p:tav>
                                        <p:tav tm="63465">
                                          <p:val>
                                            <p:strVal val="#ppt_y-0.21751"/>
                                          </p:val>
                                        </p:tav>
                                        <p:tav tm="65180">
                                          <p:val>
                                            <p:strVal val="#ppt_y-0.20656"/>
                                          </p:val>
                                        </p:tav>
                                        <p:tav tm="66895">
                                          <p:val>
                                            <p:strVal val="#ppt_y-0.18842"/>
                                          </p:val>
                                        </p:tav>
                                        <p:tav tm="68611">
                                          <p:val>
                                            <p:strVal val="#ppt_y-0.16336"/>
                                          </p:val>
                                        </p:tav>
                                        <p:tav tm="70326">
                                          <p:val>
                                            <p:strVal val="#ppt_y-0.1331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6931"/>
                                          </p:val>
                                        </p:tav>
                                        <p:tav tm="75472">
                                          <p:val>
                                            <p:strVal val="#ppt_y-0.0403"/>
                                          </p:val>
                                        </p:tav>
                                        <p:tav tm="77187">
                                          <p:val>
                                            <p:strVal val="#ppt_y-0.01463"/>
                                          </p:val>
                                        </p:tav>
                                        <p:tav tm="78902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80617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84048">
                                          <p:val>
                                            <p:strVal val="#ppt_y+0.00445"/>
                                          </p:val>
                                        </p:tav>
                                        <p:tav tm="89194">
                                          <p:val>
                                            <p:strVal val="#ppt_y+0.00161"/>
                                          </p:val>
                                        </p:tav>
                                        <p:tav tm="9948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4" dur="2038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8" dur="2038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2" dur="2038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76" dur="2038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0" dur="2038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4" dur="2038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8" dur="2038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2" dur="2038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300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6" dur="2038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3778">
                                          <p:val>
                                            <p:strVal val="#ppt_y-0.22169"/>
                                          </p:val>
                                        </p:tav>
                                        <p:tav tm="65413">
                                          <p:val>
                                            <p:strVal val="#ppt_y-0.21631"/>
                                          </p:val>
                                        </p:tav>
                                        <p:tav tm="67048">
                                          <p:val>
                                            <p:strVal val="#ppt_y-0.20431"/>
                                          </p:val>
                                        </p:tav>
                                        <p:tav tm="68684">
                                          <p:val>
                                            <p:strVal val="#ppt_y-0.18508"/>
                                          </p:val>
                                        </p:tav>
                                        <p:tav tm="70319">
                                          <p:val>
                                            <p:strVal val="#ppt_y-0.15909"/>
                                          </p:val>
                                        </p:tav>
                                        <p:tav tm="71954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5225">
                                          <p:val>
                                            <p:strVal val="#ppt_y-0.06476"/>
                                          </p:val>
                                        </p:tav>
                                        <p:tav tm="76860">
                                          <p:val>
                                            <p:strVal val="#ppt_y-0.03623"/>
                                          </p:val>
                                        </p:tav>
                                        <p:tav tm="78496">
                                          <p:val>
                                            <p:strVal val="#ppt_y-0.01108"/>
                                          </p:val>
                                        </p:tav>
                                        <p:tav tm="80131">
                                          <p:val>
                                            <p:strVal val="#ppt_y+0.00912"/>
                                          </p:val>
                                        </p:tav>
                                        <p:tav tm="83401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88307">
                                          <p:val>
                                            <p:strVal val="#ppt_y+0.00224"/>
                                          </p:val>
                                        </p:tav>
                                        <p:tav tm="93213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75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0" dur="213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4" dur="213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8" dur="213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2" dur="213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6" dur="213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0" dur="21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4" dur="213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8" dur="213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2" dur="213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300">
                                          <p:stCondLst>
                                            <p:cond delay="1433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36" dur="213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406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625">
                                          <p:val>
                                            <p:strVal val="#ppt_y-0.22127"/>
                                          </p:val>
                                        </p:tav>
                                        <p:tav tm="67187">
                                          <p:val>
                                            <p:strVal val="#ppt_y-0.21495"/>
                                          </p:val>
                                        </p:tav>
                                        <p:tav tm="68750">
                                          <p:val>
                                            <p:strVal val="#ppt_y-0.20189"/>
                                          </p:val>
                                        </p:tav>
                                        <p:tav tm="70312">
                                          <p:val>
                                            <p:strVal val="#ppt_y-0.18158"/>
                                          </p:val>
                                        </p:tav>
                                        <p:tav tm="71875">
                                          <p:val>
                                            <p:strVal val="#ppt_y-0.15472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6028"/>
                                          </p:val>
                                        </p:tav>
                                        <p:tav tm="78125">
                                          <p:val>
                                            <p:strVal val="#ppt_y-0.03223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761"/>
                                          </p:val>
                                        </p:tav>
                                        <p:tav tm="81250">
                                          <p:val>
                                            <p:strVal val="#ppt_y+0.00881"/>
                                          </p:val>
                                        </p:tav>
                                        <p:tav tm="84375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89062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93750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67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0" dur="268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1927"/>
                                          </p:val>
                                        </p:tav>
                                        <p:tav tm="60870">
                                          <p:val>
                                            <p:strVal val="#ppt_x-0.21927"/>
                                          </p:val>
                                        </p:tav>
                                        <p:tav tm="62112">
                                          <p:val>
                                            <p:strVal val="#ppt_x-0.21501"/>
                                          </p:val>
                                        </p:tav>
                                        <p:tav tm="63354">
                                          <p:val>
                                            <p:strVal val="#ppt_x-0.19147"/>
                                          </p:val>
                                        </p:tav>
                                        <p:tav tm="64596">
                                          <p:val>
                                            <p:strVal val="#ppt_x-0.1543"/>
                                          </p:val>
                                        </p:tav>
                                        <p:tav tm="65839">
                                          <p:val>
                                            <p:strVal val="#ppt_x-0.11096"/>
                                          </p:val>
                                        </p:tav>
                                        <p:tav tm="67081">
                                          <p:val>
                                            <p:strVal val="#ppt_x-0.0687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3174"/>
                                          </p:val>
                                        </p:tav>
                                        <p:tav tm="69565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70807">
                                          <p:val>
                                            <p:strVal val="#ppt_x+0.01813"/>
                                          </p:val>
                                        </p:tav>
                                        <p:tav tm="72050">
                                          <p:val>
                                            <p:strVal val="#ppt_x+0.02996"/>
                                          </p:val>
                                        </p:tav>
                                        <p:tav tm="73292">
                                          <p:val>
                                            <p:strVal val="#ppt_x+0.03519"/>
                                          </p:val>
                                        </p:tav>
                                        <p:tav tm="74534">
                                          <p:val>
                                            <p:strVal val="#ppt_x+0.03481"/>
                                          </p:val>
                                        </p:tav>
                                        <p:tav tm="75776">
                                          <p:val>
                                            <p:strVal val="#ppt_x+0.03065"/>
                                          </p:val>
                                        </p:tav>
                                        <p:tav tm="77019">
                                          <p:val>
                                            <p:strVal val="#ppt_x+0.02443"/>
                                          </p:val>
                                        </p:tav>
                                        <p:tav tm="79503">
                                          <p:val>
                                            <p:strVal val="#ppt_x+0.01051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46"/>
                                          </p:val>
                                        </p:tav>
                                        <p:tav tm="81988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83230">
                                          <p:val>
                                            <p:strVal val="#ppt_x-0.00322"/>
                                          </p:val>
                                        </p:tav>
                                        <p:tav tm="84472">
                                          <p:val>
                                            <p:strVal val="#ppt_x-0.00503"/>
                                          </p:val>
                                        </p:tav>
                                        <p:tav tm="85714">
                                          <p:val>
                                            <p:strVal val="#ppt_x-0.00578"/>
                                          </p:val>
                                        </p:tav>
                                        <p:tav tm="86957">
                                          <p:val>
                                            <p:strVal val="#ppt_x-0.00564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0066"/>
                                          </p:val>
                                        </p:tav>
                                        <p:tav tm="95652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98137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268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60870">
                                          <p:val>
                                            <p:strVal val="#ppt_y-0.00648"/>
                                          </p:val>
                                        </p:tav>
                                        <p:tav tm="63354">
                                          <p:val>
                                            <p:strVal val="#ppt_y-0.00566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72050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84472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268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0870">
                                          <p:val>
                                            <p:strVal val="#ppt_w*0.4"/>
                                          </p:val>
                                        </p:tav>
                                        <p:tav tm="62112">
                                          <p:val>
                                            <p:strVal val="#ppt_w*0.41166"/>
                                          </p:val>
                                        </p:tav>
                                        <p:tav tm="63354">
                                          <p:val>
                                            <p:strVal val="#ppt_w*0.47607"/>
                                          </p:val>
                                        </p:tav>
                                        <p:tav tm="64596">
                                          <p:val>
                                            <p:strVal val="#ppt_w*0.57778"/>
                                          </p:val>
                                        </p:tav>
                                        <p:tav tm="67081">
                                          <p:val>
                                            <p:strVal val="#ppt_w*0.81202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1316"/>
                                          </p:val>
                                        </p:tav>
                                        <p:tav tm="69565">
                                          <p:val>
                                            <p:strVal val="#ppt_w*0.99249"/>
                                          </p:val>
                                        </p:tav>
                                        <p:tav tm="70807">
                                          <p:val>
                                            <p:strVal val="#ppt_w*1.04962"/>
                                          </p:val>
                                        </p:tav>
                                        <p:tav tm="72050">
                                          <p:val>
                                            <p:strVal val="#ppt_w*1.08197"/>
                                          </p:val>
                                        </p:tav>
                                        <p:tav tm="73292">
                                          <p:val>
                                            <p:strVal val="#ppt_w*1.09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1.09524"/>
                                          </p:val>
                                        </p:tav>
                                        <p:tav tm="75776">
                                          <p:val>
                                            <p:strVal val="#ppt_w*1.08388"/>
                                          </p:val>
                                        </p:tav>
                                        <p:tav tm="80745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84472">
                                          <p:val>
                                            <p:strVal val="#ppt_w*0.98625"/>
                                          </p:val>
                                        </p:tav>
                                        <p:tav tm="86957">
                                          <p:val>
                                            <p:strVal val="#ppt_w*0.98458"/>
                                          </p:val>
                                        </p:tav>
                                        <p:tav tm="95652">
                                          <p:val>
                                            <p:strVal val="#ppt_w*1.00156"/>
                                          </p:val>
                                        </p:tav>
                                        <p:tav tm="9937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68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0870">
                                          <p:val>
                                            <p:strVal val="#ppt_h*0.4"/>
                                          </p:val>
                                        </p:tav>
                                        <p:tav tm="62112">
                                          <p:val>
                                            <p:strVal val="#ppt_h*0.41166"/>
                                          </p:val>
                                        </p:tav>
                                        <p:tav tm="63354">
                                          <p:val>
                                            <p:strVal val="#ppt_h*0.47607"/>
                                          </p:val>
                                        </p:tav>
                                        <p:tav tm="64596">
                                          <p:val>
                                            <p:strVal val="#ppt_h*0.57778"/>
                                          </p:val>
                                        </p:tav>
                                        <p:tav tm="67081">
                                          <p:val>
                                            <p:strVal val="#ppt_h*0.81202"/>
                                          </p:val>
                                        </p:tav>
                                        <p:tav tm="68323">
                                          <p:val>
                                            <p:strVal val="#ppt_h*0.91316"/>
                                          </p:val>
                                        </p:tav>
                                        <p:tav tm="69565">
                                          <p:val>
                                            <p:strVal val="#ppt_h*0.99249"/>
                                          </p:val>
                                        </p:tav>
                                        <p:tav tm="70807">
                                          <p:val>
                                            <p:strVal val="#ppt_h*1.04962"/>
                                          </p:val>
                                        </p:tav>
                                        <p:tav tm="72050">
                                          <p:val>
                                            <p:strVal val="#ppt_h*1.08197"/>
                                          </p:val>
                                        </p:tav>
                                        <p:tav tm="73292">
                                          <p:val>
                                            <p:strVal val="#ppt_h*1.0963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09524"/>
                                          </p:val>
                                        </p:tav>
                                        <p:tav tm="75776">
                                          <p:val>
                                            <p:strVal val="#ppt_h*1.08388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84472">
                                          <p:val>
                                            <p:strVal val="#ppt_h*0.98625"/>
                                          </p:val>
                                        </p:tav>
                                        <p:tav tm="86957">
                                          <p:val>
                                            <p:strVal val="#ppt_h*0.98458"/>
                                          </p:val>
                                        </p:tav>
                                        <p:tav tm="95652">
                                          <p:val>
                                            <p:strVal val="#ppt_h*1.0015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68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1"/>
                                          </p:val>
                                        </p:tav>
                                        <p:tav tm="60870">
                                          <p:val>
                                            <p:fltVal val="101"/>
                                          </p:val>
                                        </p:tav>
                                        <p:tav tm="62112">
                                          <p:val>
                                            <p:fltVal val="106.03"/>
                                          </p:val>
                                        </p:tav>
                                        <p:tav tm="63354">
                                          <p:val>
                                            <p:fltVal val="133.84"/>
                                          </p:val>
                                        </p:tav>
                                        <p:tav tm="64596">
                                          <p:val>
                                            <p:fltVal val="177.74"/>
                                          </p:val>
                                        </p:tav>
                                        <p:tav tm="65839">
                                          <p:val>
                                            <p:fltVal val="228.94"/>
                                          </p:val>
                                        </p:tav>
                                        <p:tav tm="67081">
                                          <p:val>
                                            <p:fltVal val="278.86"/>
                                          </p:val>
                                        </p:tav>
                                        <p:tav tm="68323">
                                          <p:val>
                                            <p:fltVal val="322.51"/>
                                          </p:val>
                                        </p:tav>
                                        <p:tav tm="69565">
                                          <p:val>
                                            <p:fltVal val="356.76"/>
                                          </p:val>
                                        </p:tav>
                                        <p:tav tm="70807">
                                          <p:val>
                                            <p:fltVal val="381.42"/>
                                          </p:val>
                                        </p:tav>
                                        <p:tav tm="72050">
                                          <p:val>
                                            <p:fltVal val="395.38"/>
                                          </p:val>
                                        </p:tav>
                                        <p:tav tm="73292">
                                          <p:val>
                                            <p:fltVal val="401.57"/>
                                          </p:val>
                                        </p:tav>
                                        <p:tav tm="74534">
                                          <p:val>
                                            <p:fltVal val="401.11"/>
                                          </p:val>
                                        </p:tav>
                                        <p:tav tm="75776">
                                          <p:val>
                                            <p:fltVal val="396.21"/>
                                          </p:val>
                                        </p:tav>
                                        <p:tav tm="77019">
                                          <p:val>
                                            <p:fltVal val="388.85"/>
                                          </p:val>
                                        </p:tav>
                                        <p:tav tm="79503">
                                          <p:val>
                                            <p:fltVal val="372.41"/>
                                          </p:val>
                                        </p:tav>
                                        <p:tav tm="80745">
                                          <p:val>
                                            <p:fltVal val="365.43"/>
                                          </p:val>
                                        </p:tav>
                                        <p:tav tm="81988">
                                          <p:val>
                                            <p:fltVal val="360.04"/>
                                          </p:val>
                                        </p:tav>
                                        <p:tav tm="83230">
                                          <p:val>
                                            <p:fltVal val="356.19"/>
                                          </p:val>
                                        </p:tav>
                                        <p:tav tm="84472">
                                          <p:val>
                                            <p:fltVal val="354.06"/>
                                          </p:val>
                                        </p:tav>
                                        <p:tav tm="85714">
                                          <p:val>
                                            <p:fltVal val="353.18"/>
                                          </p:val>
                                        </p:tav>
                                        <p:tav tm="86957">
                                          <p:val>
                                            <p:fltVal val="353.34"/>
                                          </p:val>
                                        </p:tav>
                                        <p:tav tm="88199">
                                          <p:val>
                                            <p:fltVal val="354.22"/>
                                          </p:val>
                                        </p:tav>
                                        <p:tav tm="93168">
                                          <p:val>
                                            <p:fltVal val="359.22"/>
                                          </p:val>
                                        </p:tav>
                                        <p:tav tm="95652">
                                          <p:val>
                                            <p:fltVal val="360.67"/>
                                          </p:val>
                                        </p:tav>
                                        <p:tav tm="98137">
                                          <p:val>
                                            <p:fltVal val="360.89"/>
                                          </p:val>
                                        </p:tav>
                                        <p:tav tm="99379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48" dur="27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23229"/>
                                          </p:val>
                                        </p:tav>
                                        <p:tav tm="61968">
                                          <p:val>
                                            <p:strVal val="#ppt_x+0.23229"/>
                                          </p:val>
                                        </p:tav>
                                        <p:tav tm="63183">
                                          <p:val>
                                            <p:strVal val="#ppt_x+0.22484"/>
                                          </p:val>
                                        </p:tav>
                                        <p:tav tm="64399">
                                          <p:val>
                                            <p:strVal val="#ppt_x+0.19584"/>
                                          </p:val>
                                        </p:tav>
                                        <p:tav tm="65614">
                                          <p:val>
                                            <p:strVal val="#ppt_x+0.15434"/>
                                          </p:val>
                                        </p:tav>
                                        <p:tav tm="66829">
                                          <p:val>
                                            <p:strVal val="#ppt_x+0.10827"/>
                                          </p:val>
                                        </p:tav>
                                        <p:tav tm="68044">
                                          <p:val>
                                            <p:strVal val="#ppt_x+0.06449"/>
                                          </p:val>
                                        </p:tav>
                                        <p:tav tm="69259">
                                          <p:val>
                                            <p:strVal val="#ppt_x+0.02665"/>
                                          </p:val>
                                        </p:tav>
                                        <p:tav tm="70474">
                                          <p:val>
                                            <p:strVal val="#ppt_x-0.00224"/>
                                          </p:val>
                                        </p:tav>
                                        <p:tav tm="71689">
                                          <p:val>
                                            <p:strVal val="#ppt_x-0.02209"/>
                                          </p:val>
                                        </p:tav>
                                        <p:tav tm="72904">
                                          <p:val>
                                            <p:strVal val="#ppt_x-0.03361"/>
                                          </p:val>
                                        </p:tav>
                                        <p:tav tm="74119">
                                          <p:val>
                                            <p:strVal val="#ppt_x-0.03751"/>
                                          </p:val>
                                        </p:tav>
                                        <p:tav tm="75334">
                                          <p:val>
                                            <p:strVal val="#ppt_x-0.03631"/>
                                          </p:val>
                                        </p:tav>
                                        <p:tav tm="76549">
                                          <p:val>
                                            <p:strVal val="#ppt_x-0.03129"/>
                                          </p:val>
                                        </p:tav>
                                        <p:tav tm="80194">
                                          <p:val>
                                            <p:strVal val="#ppt_x-0.0098"/>
                                          </p:val>
                                        </p:tav>
                                        <p:tav tm="81409">
                                          <p:val>
                                            <p:strVal val="#ppt_x-0.00376"/>
                                          </p:val>
                                        </p:tav>
                                        <p:tav tm="82625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83840">
                                          <p:val>
                                            <p:strVal val="#ppt_x+0.00386"/>
                                          </p:val>
                                        </p:tav>
                                        <p:tav tm="85055">
                                          <p:val>
                                            <p:strVal val="#ppt_x+0.0056"/>
                                          </p:val>
                                        </p:tav>
                                        <p:tav tm="86270">
                                          <p:val>
                                            <p:strVal val="#ppt_x+0.00613"/>
                                          </p:val>
                                        </p:tav>
                                        <p:tav tm="87485">
                                          <p:val>
                                            <p:strVal val="#ppt_x+0.00586"/>
                                          </p:val>
                                        </p:tav>
                                        <p:tav tm="93560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95990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97205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9963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27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46296"/>
                                          </p:val>
                                        </p:tav>
                                        <p:tav tm="61968">
                                          <p:val>
                                            <p:strVal val="#ppt_y+0.46296"/>
                                          </p:val>
                                        </p:tav>
                                        <p:tav tm="63183">
                                          <p:val>
                                            <p:strVal val="#ppt_y+0.44811"/>
                                          </p:val>
                                        </p:tav>
                                        <p:tav tm="64399">
                                          <p:val>
                                            <p:strVal val="#ppt_y+0.39031"/>
                                          </p:val>
                                        </p:tav>
                                        <p:tav tm="65614">
                                          <p:val>
                                            <p:strVal val="#ppt_y+0.30759"/>
                                          </p:val>
                                        </p:tav>
                                        <p:tav tm="66829">
                                          <p:val>
                                            <p:strVal val="#ppt_y+0.21578"/>
                                          </p:val>
                                        </p:tav>
                                        <p:tav tm="68044">
                                          <p:val>
                                            <p:strVal val="#ppt_y+0.12853"/>
                                          </p:val>
                                        </p:tav>
                                        <p:tav tm="69259">
                                          <p:val>
                                            <p:strVal val="#ppt_y+0.05312"/>
                                          </p:val>
                                        </p:tav>
                                        <p:tav tm="70474">
                                          <p:val>
                                            <p:strVal val="#ppt_y-0.00446"/>
                                          </p:val>
                                        </p:tav>
                                        <p:tav tm="71689">
                                          <p:val>
                                            <p:strVal val="#ppt_y-0.04404"/>
                                          </p:val>
                                        </p:tav>
                                        <p:tav tm="72904">
                                          <p:val>
                                            <p:strVal val="#ppt_y-0.06698"/>
                                          </p:val>
                                        </p:tav>
                                        <p:tav tm="74119">
                                          <p:val>
                                            <p:strVal val="#ppt_y-0.07475"/>
                                          </p:val>
                                        </p:tav>
                                        <p:tav tm="75334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76549">
                                          <p:val>
                                            <p:strVal val="#ppt_y-0.06235"/>
                                          </p:val>
                                        </p:tav>
                                        <p:tav tm="80194">
                                          <p:val>
                                            <p:strVal val="#ppt_y-0.01953"/>
                                          </p:val>
                                        </p:tav>
                                        <p:tav tm="81409">
                                          <p:val>
                                            <p:strVal val="#ppt_y-0.0075"/>
                                          </p:val>
                                        </p:tav>
                                        <p:tav tm="82625">
                                          <p:val>
                                            <p:strVal val="#ppt_y+0.00155"/>
                                          </p:val>
                                        </p:tav>
                                        <p:tav tm="83840">
                                          <p:val>
                                            <p:strVal val="#ppt_y+0.00769"/>
                                          </p:val>
                                        </p:tav>
                                        <p:tav tm="85055">
                                          <p:val>
                                            <p:strVal val="#ppt_y+0.01116"/>
                                          </p:val>
                                        </p:tav>
                                        <p:tav tm="86270">
                                          <p:val>
                                            <p:strVal val="#ppt_y+0.01222"/>
                                          </p:val>
                                        </p:tav>
                                        <p:tav tm="87485">
                                          <p:val>
                                            <p:strVal val="#ppt_y+0.01169"/>
                                          </p:val>
                                        </p:tav>
                                        <p:tav tm="93560">
                                          <p:val>
                                            <p:strVal val="#ppt_y+0.00104"/>
                                          </p:val>
                                        </p:tav>
                                        <p:tav tm="95990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97205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99635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27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1968">
                                          <p:val>
                                            <p:strVal val="#ppt_w*0.4"/>
                                          </p:val>
                                        </p:tav>
                                        <p:tav tm="63183">
                                          <p:val>
                                            <p:strVal val="#ppt_w*0.41925"/>
                                          </p:val>
                                        </p:tav>
                                        <p:tav tm="64399">
                                          <p:val>
                                            <p:strVal val="#ppt_w*0.49415"/>
                                          </p:val>
                                        </p:tav>
                                        <p:tav tm="65614">
                                          <p:val>
                                            <p:strVal val="#ppt_w*0.60136"/>
                                          </p:val>
                                        </p:tav>
                                        <p:tav tm="68044">
                                          <p:val>
                                            <p:strVal val="#ppt_w*0.83343"/>
                                          </p:val>
                                        </p:tav>
                                        <p:tav tm="69259">
                                          <p:val>
                                            <p:strVal val="#ppt_w*0.93116"/>
                                          </p:val>
                                        </p:tav>
                                        <p:tav tm="70474">
                                          <p:val>
                                            <p:strVal val="#ppt_w*1.00577"/>
                                          </p:val>
                                        </p:tav>
                                        <p:tav tm="71689">
                                          <p:val>
                                            <p:strVal val="#ppt_w*1.05707"/>
                                          </p:val>
                                        </p:tav>
                                        <p:tav tm="72904">
                                          <p:val>
                                            <p:strVal val="#ppt_w*1.08681"/>
                                          </p:val>
                                        </p:tav>
                                        <p:tav tm="74119">
                                          <p:val>
                                            <p:strVal val="#ppt_w*1.09688"/>
                                          </p:val>
                                        </p:tav>
                                        <p:tav tm="75334">
                                          <p:val>
                                            <p:strVal val="#ppt_w*1.09379"/>
                                          </p:val>
                                        </p:tav>
                                        <p:tav tm="81409">
                                          <p:val>
                                            <p:strVal val="#ppt_w*1.00972"/>
                                          </p:val>
                                        </p:tav>
                                        <p:tav tm="85055">
                                          <p:val>
                                            <p:strVal val="#ppt_w*0.98554"/>
                                          </p:val>
                                        </p:tav>
                                        <p:tav tm="87485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5990">
                                          <p:val>
                                            <p:strVal val="#ppt_w*1.00173"/>
                                          </p:val>
                                        </p:tav>
                                        <p:tav tm="9963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7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1968">
                                          <p:val>
                                            <p:strVal val="#ppt_h*0.4"/>
                                          </p:val>
                                        </p:tav>
                                        <p:tav tm="63183">
                                          <p:val>
                                            <p:strVal val="#ppt_h*0.41925"/>
                                          </p:val>
                                        </p:tav>
                                        <p:tav tm="64399">
                                          <p:val>
                                            <p:strVal val="#ppt_h*0.49415"/>
                                          </p:val>
                                        </p:tav>
                                        <p:tav tm="65614">
                                          <p:val>
                                            <p:strVal val="#ppt_h*0.60136"/>
                                          </p:val>
                                        </p:tav>
                                        <p:tav tm="68044">
                                          <p:val>
                                            <p:strVal val="#ppt_h*0.83343"/>
                                          </p:val>
                                        </p:tav>
                                        <p:tav tm="69259">
                                          <p:val>
                                            <p:strVal val="#ppt_h*0.93116"/>
                                          </p:val>
                                        </p:tav>
                                        <p:tav tm="70474">
                                          <p:val>
                                            <p:strVal val="#ppt_h*1.00577"/>
                                          </p:val>
                                        </p:tav>
                                        <p:tav tm="71689">
                                          <p:val>
                                            <p:strVal val="#ppt_h*1.05707"/>
                                          </p:val>
                                        </p:tav>
                                        <p:tav tm="72904">
                                          <p:val>
                                            <p:strVal val="#ppt_h*1.08681"/>
                                          </p:val>
                                        </p:tav>
                                        <p:tav tm="74119">
                                          <p:val>
                                            <p:strVal val="#ppt_h*1.09688"/>
                                          </p:val>
                                        </p:tav>
                                        <p:tav tm="75334">
                                          <p:val>
                                            <p:strVal val="#ppt_h*1.09379"/>
                                          </p:val>
                                        </p:tav>
                                        <p:tav tm="81409">
                                          <p:val>
                                            <p:strVal val="#ppt_h*1.00972"/>
                                          </p:val>
                                        </p:tav>
                                        <p:tav tm="85055">
                                          <p:val>
                                            <p:strVal val="#ppt_h*0.98554"/>
                                          </p:val>
                                        </p:tav>
                                        <p:tav tm="87485">
                                          <p:val>
                                            <p:strVal val="#ppt_h*0.98485"/>
                                          </p:val>
                                        </p:tav>
                                        <p:tav tm="95990">
                                          <p:val>
                                            <p:strVal val="#ppt_h*1.00173"/>
                                          </p:val>
                                        </p:tav>
                                        <p:tav tm="99635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74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0"/>
                                          </p:val>
                                        </p:tav>
                                        <p:tav tm="61968">
                                          <p:val>
                                            <p:fltVal val="-140"/>
                                          </p:val>
                                        </p:tav>
                                        <p:tav tm="63183">
                                          <p:val>
                                            <p:fltVal val="-135.51"/>
                                          </p:val>
                                        </p:tav>
                                        <p:tav tm="64399">
                                          <p:val>
                                            <p:fltVal val="-118.03"/>
                                          </p:val>
                                        </p:tav>
                                        <p:tav tm="65614">
                                          <p:val>
                                            <p:fltVal val="-93.02"/>
                                          </p:val>
                                        </p:tav>
                                        <p:tav tm="66829">
                                          <p:val>
                                            <p:fltVal val="-65.25"/>
                                          </p:val>
                                        </p:tav>
                                        <p:tav tm="68044">
                                          <p:val>
                                            <p:fltVal val="-38.87"/>
                                          </p:val>
                                        </p:tav>
                                        <p:tav tm="69259">
                                          <p:val>
                                            <p:fltVal val="-16.06"/>
                                          </p:val>
                                        </p:tav>
                                        <p:tav tm="70474">
                                          <p:val>
                                            <p:fltVal val="1.35"/>
                                          </p:val>
                                        </p:tav>
                                        <p:tav tm="71689">
                                          <p:val>
                                            <p:fltVal val="13.32"/>
                                          </p:val>
                                        </p:tav>
                                        <p:tav tm="72904">
                                          <p:val>
                                            <p:fltVal val="20.26"/>
                                          </p:val>
                                        </p:tav>
                                        <p:tav tm="74119">
                                          <p:val>
                                            <p:fltVal val="22.6"/>
                                          </p:val>
                                        </p:tav>
                                        <p:tav tm="75334">
                                          <p:val>
                                            <p:fltVal val="21.88"/>
                                          </p:val>
                                        </p:tav>
                                        <p:tav tm="76549">
                                          <p:val>
                                            <p:fltVal val="18.86"/>
                                          </p:val>
                                        </p:tav>
                                        <p:tav tm="80194">
                                          <p:val>
                                            <p:fltVal val="5.91"/>
                                          </p:val>
                                        </p:tav>
                                        <p:tav tm="81409">
                                          <p:val>
                                            <p:fltVal val="2.27"/>
                                          </p:val>
                                        </p:tav>
                                        <p:tav tm="82625">
                                          <p:val>
                                            <p:fltVal val="-0.47"/>
                                          </p:val>
                                        </p:tav>
                                        <p:tav tm="83840">
                                          <p:val>
                                            <p:fltVal val="-2.33"/>
                                          </p:val>
                                        </p:tav>
                                        <p:tav tm="85055">
                                          <p:val>
                                            <p:fltVal val="-3.37"/>
                                          </p:val>
                                        </p:tav>
                                        <p:tav tm="87485">
                                          <p:val>
                                            <p:fltVal val="-3.53"/>
                                          </p:val>
                                        </p:tav>
                                        <p:tav tm="93560">
                                          <p:val>
                                            <p:fltVal val="-0.31"/>
                                          </p:val>
                                        </p:tav>
                                        <p:tav tm="95990">
                                          <p:val>
                                            <p:fltVal val="0.4"/>
                                          </p:val>
                                        </p:tav>
                                        <p:tav tm="9963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67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56" dur="280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646"/>
                                          </p:val>
                                        </p:tav>
                                        <p:tav tm="63020">
                                          <p:val>
                                            <p:strVal val="#ppt_x-0.03646"/>
                                          </p:val>
                                        </p:tav>
                                        <p:tav tm="64209">
                                          <p:val>
                                            <p:strVal val="#ppt_x-0.03453"/>
                                          </p:val>
                                        </p:tav>
                                        <p:tav tm="65398">
                                          <p:val>
                                            <p:strVal val="#ppt_x-0.02961"/>
                                          </p:val>
                                        </p:tav>
                                        <p:tav tm="68966">
                                          <p:val>
                                            <p:strVal val="#ppt_x-0.00882"/>
                                          </p:val>
                                        </p:tav>
                                        <p:tav tm="70155">
                                          <p:val>
                                            <p:strVal val="#ppt_x-0.00319"/>
                                          </p:val>
                                        </p:tav>
                                        <p:tav tm="71344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72533">
                                          <p:val>
                                            <p:strVal val="#ppt_x+0.00392"/>
                                          </p:val>
                                        </p:tav>
                                        <p:tav tm="73722">
                                          <p:val>
                                            <p:strVal val="#ppt_x+0.00546"/>
                                          </p:val>
                                        </p:tav>
                                        <p:tav tm="74911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76100">
                                          <p:val>
                                            <p:strVal val="#ppt_x+0.00557"/>
                                          </p:val>
                                        </p:tav>
                                        <p:tav tm="82045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84423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86801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95125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9988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7" dur="280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2315"/>
                                          </p:val>
                                        </p:tav>
                                        <p:tav tm="63020">
                                          <p:val>
                                            <p:strVal val="#ppt_y+0.22315"/>
                                          </p:val>
                                        </p:tav>
                                        <p:tav tm="64209">
                                          <p:val>
                                            <p:strVal val="#ppt_y+0.21136"/>
                                          </p:val>
                                        </p:tav>
                                        <p:tav tm="65398">
                                          <p:val>
                                            <p:strVal val="#ppt_y+0.18124"/>
                                          </p:val>
                                        </p:tav>
                                        <p:tav tm="66587">
                                          <p:val>
                                            <p:strVal val="#ppt_y+0.13949"/>
                                          </p:val>
                                        </p:tav>
                                        <p:tav tm="67776">
                                          <p:val>
                                            <p:strVal val="#ppt_y+0.09532"/>
                                          </p:val>
                                        </p:tav>
                                        <p:tav tm="68966">
                                          <p:val>
                                            <p:strVal val="#ppt_y+0.05399"/>
                                          </p:val>
                                        </p:tav>
                                        <p:tav tm="70155">
                                          <p:val>
                                            <p:strVal val="#ppt_y+0.01955"/>
                                          </p:val>
                                        </p:tav>
                                        <p:tav tm="71344">
                                          <p:val>
                                            <p:strVal val="#ppt_y-0.00695"/>
                                          </p:val>
                                        </p:tav>
                                        <p:tav tm="72533">
                                          <p:val>
                                            <p:strVal val="#ppt_y-0.024"/>
                                          </p:val>
                                        </p:tav>
                                        <p:tav tm="73722">
                                          <p:val>
                                            <p:strVal val="#ppt_y-0.03344"/>
                                          </p:val>
                                        </p:tav>
                                        <p:tav tm="74911">
                                          <p:val>
                                            <p:strVal val="#ppt_y-0.03624"/>
                                          </p:val>
                                        </p:tav>
                                        <p:tav tm="76100">
                                          <p:val>
                                            <p:strVal val="#ppt_y-0.03406"/>
                                          </p:val>
                                        </p:tav>
                                        <p:tav tm="77289">
                                          <p:val>
                                            <p:strVal val="#ppt_y-0.02889"/>
                                          </p:val>
                                        </p:tav>
                                        <p:tav tm="80856">
                                          <p:val>
                                            <p:strVal val="#ppt_y-0.00814"/>
                                          </p:val>
                                        </p:tav>
                                        <p:tav tm="82045">
                                          <p:val>
                                            <p:strVal val="#ppt_y-0.00267"/>
                                          </p:val>
                                        </p:tav>
                                        <p:tav tm="83234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84423">
                                          <p:val>
                                            <p:strVal val="#ppt_y+0.00414"/>
                                          </p:val>
                                        </p:tav>
                                        <p:tav tm="86801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95125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97503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998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280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3020">
                                          <p:val>
                                            <p:strVal val="#ppt_w*0.4"/>
                                          </p:val>
                                        </p:tav>
                                        <p:tav tm="64209">
                                          <p:val>
                                            <p:strVal val="#ppt_w*0.43169"/>
                                          </p:val>
                                        </p:tav>
                                        <p:tav tm="65398">
                                          <p:val>
                                            <p:strVal val="#ppt_w*0.51269"/>
                                          </p:val>
                                        </p:tav>
                                        <p:tav tm="68966">
                                          <p:val>
                                            <p:strVal val="#ppt_w*0.85484"/>
                                          </p:val>
                                        </p:tav>
                                        <p:tav tm="70155">
                                          <p:val>
                                            <p:strVal val="#ppt_w*0.94742"/>
                                          </p:val>
                                        </p:tav>
                                        <p:tav tm="71344">
                                          <p:val>
                                            <p:strVal val="#ppt_w*1.01869"/>
                                          </p:val>
                                        </p:tav>
                                        <p:tav tm="72533">
                                          <p:val>
                                            <p:strVal val="#ppt_w*1.06452"/>
                                          </p:val>
                                        </p:tav>
                                        <p:tav tm="73722">
                                          <p:val>
                                            <p:strVal val="#ppt_w*1.08992"/>
                                          </p:val>
                                        </p:tav>
                                        <p:tav tm="74911">
                                          <p:val>
                                            <p:strVal val="#ppt_w*1.09745"/>
                                          </p:val>
                                        </p:tav>
                                        <p:tav tm="76100">
                                          <p:val>
                                            <p:strVal val="#ppt_w*1.09158"/>
                                          </p:val>
                                        </p:tav>
                                        <p:tav tm="82045">
                                          <p:val>
                                            <p:strVal val="#ppt_w*1.00717"/>
                                          </p:val>
                                        </p:tav>
                                        <p:tav tm="84423">
                                          <p:val>
                                            <p:strVal val="#ppt_w*0.98888"/>
                                          </p:val>
                                        </p:tav>
                                        <p:tav tm="86801">
                                          <p:val>
                                            <p:strVal val="#ppt_w*0.98412"/>
                                          </p:val>
                                        </p:tav>
                                        <p:tav tm="95125">
                                          <p:val>
                                            <p:strVal val="#ppt_w*1.00081"/>
                                          </p:val>
                                        </p:tav>
                                        <p:tav tm="9988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80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3020">
                                          <p:val>
                                            <p:strVal val="#ppt_h*0.4"/>
                                          </p:val>
                                        </p:tav>
                                        <p:tav tm="64209">
                                          <p:val>
                                            <p:strVal val="#ppt_h*0.43169"/>
                                          </p:val>
                                        </p:tav>
                                        <p:tav tm="65398">
                                          <p:val>
                                            <p:strVal val="#ppt_h*0.51269"/>
                                          </p:val>
                                        </p:tav>
                                        <p:tav tm="68966">
                                          <p:val>
                                            <p:strVal val="#ppt_h*0.85484"/>
                                          </p:val>
                                        </p:tav>
                                        <p:tav tm="70155">
                                          <p:val>
                                            <p:strVal val="#ppt_h*0.94742"/>
                                          </p:val>
                                        </p:tav>
                                        <p:tav tm="71344">
                                          <p:val>
                                            <p:strVal val="#ppt_h*1.01869"/>
                                          </p:val>
                                        </p:tav>
                                        <p:tav tm="72533">
                                          <p:val>
                                            <p:strVal val="#ppt_h*1.06452"/>
                                          </p:val>
                                        </p:tav>
                                        <p:tav tm="73722">
                                          <p:val>
                                            <p:strVal val="#ppt_h*1.08992"/>
                                          </p:val>
                                        </p:tav>
                                        <p:tav tm="74911">
                                          <p:val>
                                            <p:strVal val="#ppt_h*1.09745"/>
                                          </p:val>
                                        </p:tav>
                                        <p:tav tm="76100">
                                          <p:val>
                                            <p:strVal val="#ppt_h*1.09158"/>
                                          </p:val>
                                        </p:tav>
                                        <p:tav tm="82045">
                                          <p:val>
                                            <p:strVal val="#ppt_h*1.00717"/>
                                          </p:val>
                                        </p:tav>
                                        <p:tav tm="84423">
                                          <p:val>
                                            <p:strVal val="#ppt_h*0.98888"/>
                                          </p:val>
                                        </p:tav>
                                        <p:tav tm="86801">
                                          <p:val>
                                            <p:strVal val="#ppt_h*0.98412"/>
                                          </p:val>
                                        </p:tav>
                                        <p:tav tm="95125">
                                          <p:val>
                                            <p:strVal val="#ppt_h*1.00081"/>
                                          </p:val>
                                        </p:tav>
                                        <p:tav tm="9988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80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"/>
                                          </p:val>
                                        </p:tav>
                                        <p:tav tm="63020">
                                          <p:val>
                                            <p:fltVal val="-15"/>
                                          </p:val>
                                        </p:tav>
                                        <p:tav tm="64209">
                                          <p:val>
                                            <p:fltVal val="-14.21"/>
                                          </p:val>
                                        </p:tav>
                                        <p:tav tm="65398">
                                          <p:val>
                                            <p:fltVal val="-12.18"/>
                                          </p:val>
                                        </p:tav>
                                        <p:tav tm="68966">
                                          <p:val>
                                            <p:fltVal val="-3.63"/>
                                          </p:val>
                                        </p:tav>
                                        <p:tav tm="70155">
                                          <p:val>
                                            <p:fltVal val="-1.31"/>
                                          </p:val>
                                        </p:tav>
                                        <p:tav tm="71344">
                                          <p:val>
                                            <p:fltVal val="0.47"/>
                                          </p:val>
                                        </p:tav>
                                        <p:tav tm="73722">
                                          <p:val>
                                            <p:fltVal val="2.25"/>
                                          </p:val>
                                        </p:tav>
                                        <p:tav tm="76100">
                                          <p:val>
                                            <p:fltVal val="2.29"/>
                                          </p:val>
                                        </p:tav>
                                        <p:tav tm="84423">
                                          <p:val>
                                            <p:fltVal val="-0.28"/>
                                          </p:val>
                                        </p:tav>
                                        <p:tav tm="9988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67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64" dur="286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3599"/>
                                          </p:val>
                                        </p:tav>
                                        <p:tav tm="62864">
                                          <p:val>
                                            <p:strVal val="#ppt_x-0.3599"/>
                                          </p:val>
                                        </p:tav>
                                        <p:tav tm="64028">
                                          <p:val>
                                            <p:strVal val="#ppt_x-0.3585"/>
                                          </p:val>
                                        </p:tav>
                                        <p:tav tm="65192">
                                          <p:val>
                                            <p:strVal val="#ppt_x-0.33343"/>
                                          </p:val>
                                        </p:tav>
                                        <p:tav tm="66356">
                                          <p:val>
                                            <p:strVal val="#ppt_x-0.27929"/>
                                          </p:val>
                                        </p:tav>
                                        <p:tav tm="67520">
                                          <p:val>
                                            <p:strVal val="#ppt_x-0.21083"/>
                                          </p:val>
                                        </p:tav>
                                        <p:tav tm="68685">
                                          <p:val>
                                            <p:strVal val="#ppt_x-0.13986"/>
                                          </p:val>
                                        </p:tav>
                                        <p:tav tm="69849">
                                          <p:val>
                                            <p:strVal val="#ppt_x-0.07494"/>
                                          </p:val>
                                        </p:tav>
                                        <p:tav tm="71013">
                                          <p:val>
                                            <p:strVal val="#ppt_x-0.02178"/>
                                          </p:val>
                                        </p:tav>
                                        <p:tav tm="72177">
                                          <p:val>
                                            <p:strVal val="#ppt_x+0.01739"/>
                                          </p:val>
                                        </p:tav>
                                        <p:tav tm="73341">
                                          <p:val>
                                            <p:strVal val="#ppt_x+0.04317"/>
                                          </p:val>
                                        </p:tav>
                                        <p:tav tm="74505">
                                          <p:val>
                                            <p:strVal val="#ppt_x+0.05546"/>
                                          </p:val>
                                        </p:tav>
                                        <p:tav tm="75669">
                                          <p:val>
                                            <p:strVal val="#ppt_x+0.05833"/>
                                          </p:val>
                                        </p:tav>
                                        <p:tav tm="76834">
                                          <p:val>
                                            <p:strVal val="#ppt_x+0.05361"/>
                                          </p:val>
                                        </p:tav>
                                        <p:tav tm="77998">
                                          <p:val>
                                            <p:strVal val="#ppt_x+0.04442"/>
                                          </p:val>
                                        </p:tav>
                                        <p:tav tm="80326">
                                          <p:val>
                                            <p:strVal val="#ppt_x+0.02161"/>
                                          </p:val>
                                        </p:tav>
                                        <p:tav tm="81490">
                                          <p:val>
                                            <p:strVal val="#ppt_x+0.01118"/>
                                          </p:val>
                                        </p:tav>
                                        <p:tav tm="82654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83818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84983">
                                          <p:val>
                                            <p:strVal val="#ppt_x-0.00736"/>
                                          </p:val>
                                        </p:tav>
                                        <p:tav tm="86147">
                                          <p:val>
                                            <p:strVal val="#ppt_x-0.00916"/>
                                          </p:val>
                                        </p:tav>
                                        <p:tav tm="87311">
                                          <p:val>
                                            <p:strVal val="#ppt_x-0.00948"/>
                                          </p:val>
                                        </p:tav>
                                        <p:tav tm="88475">
                                          <p:val>
                                            <p:strVal val="#ppt_x-0.0086"/>
                                          </p:val>
                                        </p:tav>
                                        <p:tav tm="89639">
                                          <p:val>
                                            <p:strVal val="#ppt_x-0.00705"/>
                                          </p:val>
                                        </p:tav>
                                        <p:tav tm="93132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95460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97788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9895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286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537"/>
                                          </p:val>
                                        </p:tav>
                                        <p:tav tm="62864">
                                          <p:val>
                                            <p:strVal val="#ppt_y-0.3537"/>
                                          </p:val>
                                        </p:tav>
                                        <p:tav tm="64028">
                                          <p:val>
                                            <p:strVal val="#ppt_y-0.35233"/>
                                          </p:val>
                                        </p:tav>
                                        <p:tav tm="65192">
                                          <p:val>
                                            <p:strVal val="#ppt_y-0.32769"/>
                                          </p:val>
                                        </p:tav>
                                        <p:tav tm="66356">
                                          <p:val>
                                            <p:strVal val="#ppt_y-0.27448"/>
                                          </p:val>
                                        </p:tav>
                                        <p:tav tm="67520">
                                          <p:val>
                                            <p:strVal val="#ppt_y-0.2072"/>
                                          </p:val>
                                        </p:tav>
                                        <p:tav tm="68685">
                                          <p:val>
                                            <p:strVal val="#ppt_y-0.13746"/>
                                          </p:val>
                                        </p:tav>
                                        <p:tav tm="69849">
                                          <p:val>
                                            <p:strVal val="#ppt_y-0.07365"/>
                                          </p:val>
                                        </p:tav>
                                        <p:tav tm="71013">
                                          <p:val>
                                            <p:strVal val="#ppt_y-0.02141"/>
                                          </p:val>
                                        </p:tav>
                                        <p:tav tm="72177">
                                          <p:val>
                                            <p:strVal val="#ppt_y+0.0171"/>
                                          </p:val>
                                        </p:tav>
                                        <p:tav tm="73341">
                                          <p:val>
                                            <p:strVal val="#ppt_y+0.04243"/>
                                          </p:val>
                                        </p:tav>
                                        <p:tav tm="74505">
                                          <p:val>
                                            <p:strVal val="#ppt_y+0.0545"/>
                                          </p:val>
                                        </p:tav>
                                        <p:tav tm="75669">
                                          <p:val>
                                            <p:strVal val="#ppt_y+0.05732"/>
                                          </p:val>
                                        </p:tav>
                                        <p:tav tm="76834">
                                          <p:val>
                                            <p:strVal val="#ppt_y+0.05269"/>
                                          </p:val>
                                        </p:tav>
                                        <p:tav tm="77998">
                                          <p:val>
                                            <p:strVal val="#ppt_y+0.04366"/>
                                          </p:val>
                                        </p:tav>
                                        <p:tav tm="80326">
                                          <p:val>
                                            <p:strVal val="#ppt_y+0.02123"/>
                                          </p:val>
                                        </p:tav>
                                        <p:tav tm="81490">
                                          <p:val>
                                            <p:strVal val="#ppt_y+0.01099"/>
                                          </p:val>
                                        </p:tav>
                                        <p:tav tm="82654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83818">
                                          <p:val>
                                            <p:strVal val="#ppt_y-0.00332"/>
                                          </p:val>
                                        </p:tav>
                                        <p:tav tm="84983">
                                          <p:val>
                                            <p:strVal val="#ppt_y-0.00724"/>
                                          </p:val>
                                        </p:tav>
                                        <p:tav tm="86147">
                                          <p:val>
                                            <p:strVal val="#ppt_y-0.00901"/>
                                          </p:val>
                                        </p:tav>
                                        <p:tav tm="87311">
                                          <p:val>
                                            <p:strVal val="#ppt_y-0.00932"/>
                                          </p:val>
                                        </p:tav>
                                        <p:tav tm="89639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93132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95460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97788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9895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286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4028">
                                          <p:val>
                                            <p:strVal val="#ppt_w*0.40233"/>
                                          </p:val>
                                        </p:tav>
                                        <p:tav tm="65192">
                                          <p:val>
                                            <p:strVal val="#ppt_w*0.44413"/>
                                          </p:val>
                                        </p:tav>
                                        <p:tav tm="66356">
                                          <p:val>
                                            <p:strVal val="#ppt_w*0.53439"/>
                                          </p:val>
                                        </p:tav>
                                        <p:tav tm="68685">
                                          <p:val>
                                            <p:strVal val="#ppt_w*0.76683"/>
                                          </p:val>
                                        </p:tav>
                                        <p:tav tm="69849">
                                          <p:val>
                                            <p:strVal val="#ppt_w*0.87506"/>
                                          </p:val>
                                        </p:tav>
                                        <p:tav tm="71013">
                                          <p:val>
                                            <p:strVal val="#ppt_w*0.96368"/>
                                          </p:val>
                                        </p:tav>
                                        <p:tav tm="72177">
                                          <p:val>
                                            <p:strVal val="#ppt_w*1.029"/>
                                          </p:val>
                                        </p:tav>
                                        <p:tav tm="73341">
                                          <p:val>
                                            <p:strVal val="#ppt_w*1.07197"/>
                                          </p:val>
                                        </p:tav>
                                        <p:tav tm="74505">
                                          <p:val>
                                            <p:strVal val="#ppt_w*1.09246"/>
                                          </p:val>
                                        </p:tav>
                                        <p:tav tm="75669">
                                          <p:val>
                                            <p:strVal val="#ppt_w*1.09724"/>
                                          </p:val>
                                        </p:tav>
                                        <p:tav tm="76834">
                                          <p:val>
                                            <p:strVal val="#ppt_w*1.08938"/>
                                          </p:val>
                                        </p:tav>
                                        <p:tav tm="81490">
                                          <p:val>
                                            <p:strVal val="#ppt_w*1.01864"/>
                                          </p:val>
                                        </p:tav>
                                        <p:tav tm="84983">
                                          <p:val>
                                            <p:strVal val="#ppt_w*0.98772"/>
                                          </p:val>
                                        </p:tav>
                                        <p:tav tm="87311">
                                          <p:val>
                                            <p:strVal val="#ppt_w*0.9842"/>
                                          </p:val>
                                        </p:tav>
                                        <p:tav tm="95460">
                                          <p:val>
                                            <p:strVal val="#ppt_w*1.00106"/>
                                          </p:val>
                                        </p:tav>
                                        <p:tav tm="9895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86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4028">
                                          <p:val>
                                            <p:strVal val="#ppt_h*0.40233"/>
                                          </p:val>
                                        </p:tav>
                                        <p:tav tm="65192">
                                          <p:val>
                                            <p:strVal val="#ppt_h*0.44413"/>
                                          </p:val>
                                        </p:tav>
                                        <p:tav tm="66356">
                                          <p:val>
                                            <p:strVal val="#ppt_h*0.53439"/>
                                          </p:val>
                                        </p:tav>
                                        <p:tav tm="68685">
                                          <p:val>
                                            <p:strVal val="#ppt_h*0.76683"/>
                                          </p:val>
                                        </p:tav>
                                        <p:tav tm="69849">
                                          <p:val>
                                            <p:strVal val="#ppt_h*0.87506"/>
                                          </p:val>
                                        </p:tav>
                                        <p:tav tm="71013">
                                          <p:val>
                                            <p:strVal val="#ppt_h*0.96368"/>
                                          </p:val>
                                        </p:tav>
                                        <p:tav tm="72177">
                                          <p:val>
                                            <p:strVal val="#ppt_h*1.029"/>
                                          </p:val>
                                        </p:tav>
                                        <p:tav tm="73341">
                                          <p:val>
                                            <p:strVal val="#ppt_h*1.07197"/>
                                          </p:val>
                                        </p:tav>
                                        <p:tav tm="74505">
                                          <p:val>
                                            <p:strVal val="#ppt_h*1.09246"/>
                                          </p:val>
                                        </p:tav>
                                        <p:tav tm="75669">
                                          <p:val>
                                            <p:strVal val="#ppt_h*1.09724"/>
                                          </p:val>
                                        </p:tav>
                                        <p:tav tm="76834">
                                          <p:val>
                                            <p:strVal val="#ppt_h*1.08938"/>
                                          </p:val>
                                        </p:tav>
                                        <p:tav tm="81490">
                                          <p:val>
                                            <p:strVal val="#ppt_h*1.01864"/>
                                          </p:val>
                                        </p:tav>
                                        <p:tav tm="84983">
                                          <p:val>
                                            <p:strVal val="#ppt_h*0.98772"/>
                                          </p:val>
                                        </p:tav>
                                        <p:tav tm="87311">
                                          <p:val>
                                            <p:strVal val="#ppt_h*0.9842"/>
                                          </p:val>
                                        </p:tav>
                                        <p:tav tm="95460">
                                          <p:val>
                                            <p:strVal val="#ppt_h*1.00106"/>
                                          </p:val>
                                        </p:tav>
                                        <p:tav tm="9895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86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"/>
                                          </p:val>
                                        </p:tav>
                                        <p:tav tm="64028">
                                          <p:val>
                                            <p:fltVal val="7.97"/>
                                          </p:val>
                                        </p:tav>
                                        <p:tav tm="65192">
                                          <p:val>
                                            <p:fltVal val="7.41"/>
                                          </p:val>
                                        </p:tav>
                                        <p:tav tm="66356">
                                          <p:val>
                                            <p:fltVal val="6.21"/>
                                          </p:val>
                                        </p:tav>
                                        <p:tav tm="71013">
                                          <p:val>
                                            <p:fltVal val="0.48"/>
                                          </p:val>
                                        </p:tav>
                                        <p:tav tm="74505">
                                          <p:val>
                                            <p:fltVal val="-1.23"/>
                                          </p:val>
                                        </p:tav>
                                        <p:tav tm="84983">
                                          <p:val>
                                            <p:fltVal val="0.16"/>
                                          </p:val>
                                        </p:tav>
                                        <p:tav tm="9895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1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72" dur="292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33802"/>
                                          </p:val>
                                        </p:tav>
                                        <p:tav tm="63854">
                                          <p:val>
                                            <p:strVal val="#ppt_x-0.33802"/>
                                          </p:val>
                                        </p:tav>
                                        <p:tav tm="64994">
                                          <p:val>
                                            <p:strVal val="#ppt_x-0.33408"/>
                                          </p:val>
                                        </p:tav>
                                        <p:tav tm="66135">
                                          <p:val>
                                            <p:strVal val="#ppt_x-0.30536"/>
                                          </p:val>
                                        </p:tav>
                                        <p:tav tm="67275">
                                          <p:val>
                                            <p:strVal val="#ppt_x-0.25009"/>
                                          </p:val>
                                        </p:tav>
                                        <p:tav tm="68415">
                                          <p:val>
                                            <p:strVal val="#ppt_x-0.18454"/>
                                          </p:val>
                                        </p:tav>
                                        <p:tav tm="69555">
                                          <p:val>
                                            <p:strVal val="#ppt_x-0.11833"/>
                                          </p:val>
                                        </p:tav>
                                        <p:tav tm="70696">
                                          <p:val>
                                            <p:strVal val="#ppt_x-0.05966"/>
                                          </p:val>
                                        </p:tav>
                                        <p:tav tm="71836">
                                          <p:val>
                                            <p:strVal val="#ppt_x-0.01172"/>
                                          </p:val>
                                        </p:tav>
                                        <p:tav tm="72976">
                                          <p:val>
                                            <p:strVal val="#ppt_x+0.02215"/>
                                          </p:val>
                                        </p:tav>
                                        <p:tav tm="74116">
                                          <p:val>
                                            <p:strVal val="#ppt_x+0.04345"/>
                                          </p:val>
                                        </p:tav>
                                        <p:tav tm="75257">
                                          <p:val>
                                            <p:strVal val="#ppt_x+0.05351"/>
                                          </p:val>
                                        </p:tav>
                                        <p:tav tm="76397">
                                          <p:val>
                                            <p:strVal val="#ppt_x+0.05422"/>
                                          </p:val>
                                        </p:tav>
                                        <p:tav tm="77537">
                                          <p:val>
                                            <p:strVal val="#ppt_x+0.04899"/>
                                          </p:val>
                                        </p:tav>
                                        <p:tav tm="78677">
                                          <p:val>
                                            <p:strVal val="#ppt_x+0.03969"/>
                                          </p:val>
                                        </p:tav>
                                        <p:tav tm="80958">
                                          <p:val>
                                            <p:strVal val="#ppt_x+0.01819"/>
                                          </p:val>
                                        </p:tav>
                                        <p:tav tm="82098">
                                          <p:val>
                                            <p:strVal val="#ppt_x+0.00879"/>
                                          </p:val>
                                        </p:tav>
                                        <p:tav tm="83238">
                                          <p:val>
                                            <p:strVal val="#ppt_x+0.00123"/>
                                          </p:val>
                                        </p:tav>
                                        <p:tav tm="84379">
                                          <p:val>
                                            <p:strVal val="#ppt_x-0.00407"/>
                                          </p:val>
                                        </p:tav>
                                        <p:tav tm="85519">
                                          <p:val>
                                            <p:strVal val="#ppt_x-0.00735"/>
                                          </p:val>
                                        </p:tav>
                                        <p:tav tm="86659">
                                          <p:val>
                                            <p:strVal val="#ppt_x-0.00881"/>
                                          </p:val>
                                        </p:tav>
                                        <p:tav tm="87799">
                                          <p:val>
                                            <p:strVal val="#ppt_x-0.0088"/>
                                          </p:val>
                                        </p:tav>
                                        <p:tav tm="88940">
                                          <p:val>
                                            <p:strVal val="#ppt_x-0.00784"/>
                                          </p:val>
                                        </p:tav>
                                        <p:tav tm="92360">
                                          <p:val>
                                            <p:strVal val="#ppt_x-0.0028"/>
                                          </p:val>
                                        </p:tav>
                                        <p:tav tm="94641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95781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8062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9920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292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574"/>
                                          </p:val>
                                        </p:tav>
                                        <p:tav tm="63854">
                                          <p:val>
                                            <p:strVal val="#ppt_y-0.11574"/>
                                          </p:val>
                                        </p:tav>
                                        <p:tav tm="64994">
                                          <p:val>
                                            <p:strVal val="#ppt_y-0.11439"/>
                                          </p:val>
                                        </p:tav>
                                        <p:tav tm="66135">
                                          <p:val>
                                            <p:strVal val="#ppt_y-0.10456"/>
                                          </p:val>
                                        </p:tav>
                                        <p:tav tm="67275">
                                          <p:val>
                                            <p:strVal val="#ppt_y-0.08563"/>
                                          </p:val>
                                        </p:tav>
                                        <p:tav tm="69555">
                                          <p:val>
                                            <p:strVal val="#ppt_y-0.04052"/>
                                          </p:val>
                                        </p:tav>
                                        <p:tav tm="70696">
                                          <p:val>
                                            <p:strVal val="#ppt_y-0.02043"/>
                                          </p:val>
                                        </p:tav>
                                        <p:tav tm="71836">
                                          <p:val>
                                            <p:strVal val="#ppt_y-0.00401"/>
                                          </p:val>
                                        </p:tav>
                                        <p:tav tm="72976">
                                          <p:val>
                                            <p:strVal val="#ppt_y+0.00758"/>
                                          </p:val>
                                        </p:tav>
                                        <p:tav tm="74116">
                                          <p:val>
                                            <p:strVal val="#ppt_y+0.01488"/>
                                          </p:val>
                                        </p:tav>
                                        <p:tav tm="75257">
                                          <p:val>
                                            <p:strVal val="#ppt_y+0.01832"/>
                                          </p:val>
                                        </p:tav>
                                        <p:tav tm="76397">
                                          <p:val>
                                            <p:strVal val="#ppt_y+0.01857"/>
                                          </p:val>
                                        </p:tav>
                                        <p:tav tm="77537">
                                          <p:val>
                                            <p:strVal val="#ppt_y+0.01677"/>
                                          </p:val>
                                        </p:tav>
                                        <p:tav tm="82098">
                                          <p:val>
                                            <p:strVal val="#ppt_y+0.00301"/>
                                          </p:val>
                                        </p:tav>
                                        <p:tav tm="83238">
                                          <p:val>
                                            <p:strVal val="#ppt_y+0.00042"/>
                                          </p:val>
                                        </p:tav>
                                        <p:tav tm="85519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87799">
                                          <p:val>
                                            <p:strVal val="#ppt_y-0.00301"/>
                                          </p:val>
                                        </p:tav>
                                        <p:tav tm="94641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9920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292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3854">
                                          <p:val>
                                            <p:strVal val="#ppt_w*0.4"/>
                                          </p:val>
                                        </p:tav>
                                        <p:tav tm="64994">
                                          <p:val>
                                            <p:strVal val="#ppt_w*0.407"/>
                                          </p:val>
                                        </p:tav>
                                        <p:tav tm="66135">
                                          <p:val>
                                            <p:strVal val="#ppt_w*0.45798"/>
                                          </p:val>
                                        </p:tav>
                                        <p:tav tm="67275">
                                          <p:val>
                                            <p:strVal val="#ppt_w*0.55608"/>
                                          </p:val>
                                        </p:tav>
                                        <p:tav tm="69555">
                                          <p:val>
                                            <p:strVal val="#ppt_w*0.78996"/>
                                          </p:val>
                                        </p:tav>
                                        <p:tav tm="70696">
                                          <p:val>
                                            <p:strVal val="#ppt_w*0.89411"/>
                                          </p:val>
                                        </p:tav>
                                        <p:tav tm="71836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72976">
                                          <p:val>
                                            <p:strVal val="#ppt_w*1.03931"/>
                                          </p:val>
                                        </p:tav>
                                        <p:tav tm="74116">
                                          <p:val>
                                            <p:strVal val="#ppt_w*1.07713"/>
                                          </p:val>
                                        </p:tav>
                                        <p:tav tm="75257">
                                          <p:val>
                                            <p:strVal val="#ppt_w*1.09499"/>
                                          </p:val>
                                        </p:tav>
                                        <p:tav tm="76397">
                                          <p:val>
                                            <p:strVal val="#ppt_w*1.09624"/>
                                          </p:val>
                                        </p:tav>
                                        <p:tav tm="77537">
                                          <p:val>
                                            <p:strVal val="#ppt_w*1.08695"/>
                                          </p:val>
                                        </p:tav>
                                        <p:tav tm="82098">
                                          <p:val>
                                            <p:strVal val="#ppt_w*1.01561"/>
                                          </p:val>
                                        </p:tav>
                                        <p:tav tm="85519">
                                          <p:val>
                                            <p:strVal val="#ppt_w*0.98696"/>
                                          </p:val>
                                        </p:tav>
                                        <p:tav tm="87799">
                                          <p:val>
                                            <p:strVal val="#ppt_w*0.98439"/>
                                          </p:val>
                                        </p:tav>
                                        <p:tav tm="94641">
                                          <p:val>
                                            <p:strVal val="#ppt_w*0.99984"/>
                                          </p:val>
                                        </p:tav>
                                        <p:tav tm="992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92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3854">
                                          <p:val>
                                            <p:strVal val="#ppt_h*0.4"/>
                                          </p:val>
                                        </p:tav>
                                        <p:tav tm="64994">
                                          <p:val>
                                            <p:strVal val="#ppt_h*0.407"/>
                                          </p:val>
                                        </p:tav>
                                        <p:tav tm="66135">
                                          <p:val>
                                            <p:strVal val="#ppt_h*0.45798"/>
                                          </p:val>
                                        </p:tav>
                                        <p:tav tm="67275">
                                          <p:val>
                                            <p:strVal val="#ppt_h*0.55608"/>
                                          </p:val>
                                        </p:tav>
                                        <p:tav tm="69555">
                                          <p:val>
                                            <p:strVal val="#ppt_h*0.78996"/>
                                          </p:val>
                                        </p:tav>
                                        <p:tav tm="70696">
                                          <p:val>
                                            <p:strVal val="#ppt_h*0.89411"/>
                                          </p:val>
                                        </p:tav>
                                        <p:tav tm="71836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72976">
                                          <p:val>
                                            <p:strVal val="#ppt_h*1.03931"/>
                                          </p:val>
                                        </p:tav>
                                        <p:tav tm="74116">
                                          <p:val>
                                            <p:strVal val="#ppt_h*1.07713"/>
                                          </p:val>
                                        </p:tav>
                                        <p:tav tm="75257">
                                          <p:val>
                                            <p:strVal val="#ppt_h*1.09499"/>
                                          </p:val>
                                        </p:tav>
                                        <p:tav tm="76397">
                                          <p:val>
                                            <p:strVal val="#ppt_h*1.09624"/>
                                          </p:val>
                                        </p:tav>
                                        <p:tav tm="77537">
                                          <p:val>
                                            <p:strVal val="#ppt_h*1.08695"/>
                                          </p:val>
                                        </p:tav>
                                        <p:tav tm="82098">
                                          <p:val>
                                            <p:strVal val="#ppt_h*1.01561"/>
                                          </p:val>
                                        </p:tav>
                                        <p:tav tm="85519">
                                          <p:val>
                                            <p:strVal val="#ppt_h*0.98696"/>
                                          </p:val>
                                        </p:tav>
                                        <p:tav tm="87799">
                                          <p:val>
                                            <p:strVal val="#ppt_h*0.98439"/>
                                          </p:val>
                                        </p:tav>
                                        <p:tav tm="94641">
                                          <p:val>
                                            <p:strVal val="#ppt_h*0.99984"/>
                                          </p:val>
                                        </p:tav>
                                        <p:tav tm="9920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92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9"/>
                                          </p:val>
                                        </p:tav>
                                        <p:tav tm="63854">
                                          <p:val>
                                            <p:fltVal val="-159"/>
                                          </p:val>
                                        </p:tav>
                                        <p:tav tm="64994">
                                          <p:val>
                                            <p:fltVal val="-157.15"/>
                                          </p:val>
                                        </p:tav>
                                        <p:tav tm="66135">
                                          <p:val>
                                            <p:fltVal val="-143.63"/>
                                          </p:val>
                                        </p:tav>
                                        <p:tav tm="67275">
                                          <p:val>
                                            <p:fltVal val="-117.64"/>
                                          </p:val>
                                        </p:tav>
                                        <p:tav tm="69555">
                                          <p:val>
                                            <p:fltVal val="-55.66"/>
                                          </p:val>
                                        </p:tav>
                                        <p:tav tm="70696">
                                          <p:val>
                                            <p:fltVal val="-28.06"/>
                                          </p:val>
                                        </p:tav>
                                        <p:tav tm="71836">
                                          <p:val>
                                            <p:fltVal val="-5.51"/>
                                          </p:val>
                                        </p:tav>
                                        <p:tav tm="72976">
                                          <p:val>
                                            <p:fltVal val="10.42"/>
                                          </p:val>
                                        </p:tav>
                                        <p:tav tm="74116">
                                          <p:val>
                                            <p:fltVal val="20.44"/>
                                          </p:val>
                                        </p:tav>
                                        <p:tav tm="75257">
                                          <p:val>
                                            <p:fltVal val="25.17"/>
                                          </p:val>
                                        </p:tav>
                                        <p:tav tm="76397">
                                          <p:val>
                                            <p:fltVal val="25.5"/>
                                          </p:val>
                                        </p:tav>
                                        <p:tav tm="77537">
                                          <p:val>
                                            <p:fltVal val="23.04"/>
                                          </p:val>
                                        </p:tav>
                                        <p:tav tm="78677">
                                          <p:val>
                                            <p:fltVal val="18.67"/>
                                          </p:val>
                                        </p:tav>
                                        <p:tav tm="80958">
                                          <p:val>
                                            <p:fltVal val="8.56"/>
                                          </p:val>
                                        </p:tav>
                                        <p:tav tm="82098">
                                          <p:val>
                                            <p:fltVal val="4.14"/>
                                          </p:val>
                                        </p:tav>
                                        <p:tav tm="83238">
                                          <p:val>
                                            <p:fltVal val="0.58"/>
                                          </p:val>
                                        </p:tav>
                                        <p:tav tm="84379">
                                          <p:val>
                                            <p:fltVal val="-1.91"/>
                                          </p:val>
                                        </p:tav>
                                        <p:tav tm="85519">
                                          <p:val>
                                            <p:fltVal val="-3.46"/>
                                          </p:val>
                                        </p:tav>
                                        <p:tav tm="86659">
                                          <p:val>
                                            <p:fltVal val="-4.15"/>
                                          </p:val>
                                        </p:tav>
                                        <p:tav tm="87799">
                                          <p:val>
                                            <p:fltVal val="-4.14"/>
                                          </p:val>
                                        </p:tav>
                                        <p:tav tm="94641">
                                          <p:val>
                                            <p:fltVal val="-0.04"/>
                                          </p:val>
                                        </p:tav>
                                        <p:tav tm="98062">
                                          <p:val>
                                            <p:fltVal val="0.68"/>
                                          </p:val>
                                        </p:tav>
                                        <p:tav tm="9920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67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0" dur="29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1458"/>
                                          </p:val>
                                        </p:tav>
                                        <p:tav tm="64804">
                                          <p:val>
                                            <p:strVal val="#ppt_x+0.41458"/>
                                          </p:val>
                                        </p:tav>
                                        <p:tav tm="65922">
                                          <p:val>
                                            <p:strVal val="#ppt_x+0.40652"/>
                                          </p:val>
                                        </p:tav>
                                        <p:tav tm="67039">
                                          <p:val>
                                            <p:strVal val="#ppt_x+0.36202"/>
                                          </p:val>
                                        </p:tav>
                                        <p:tav tm="68156">
                                          <p:val>
                                            <p:strVal val="#ppt_x+0.29174"/>
                                          </p:val>
                                        </p:tav>
                                        <p:tav tm="69274">
                                          <p:val>
                                            <p:strVal val="#ppt_x+0.20979"/>
                                          </p:val>
                                        </p:tav>
                                        <p:tav tm="70391">
                                          <p:val>
                                            <p:strVal val="#ppt_x+0.12989"/>
                                          </p:val>
                                        </p:tav>
                                        <p:tav tm="71508">
                                          <p:val>
                                            <p:strVal val="#ppt_x+0.06001"/>
                                          </p:val>
                                        </p:tav>
                                        <p:tav tm="72626">
                                          <p:val>
                                            <p:strVal val="#ppt_x+0.00519"/>
                                          </p:val>
                                        </p:tav>
                                        <p:tav tm="73743">
                                          <p:val>
                                            <p:strVal val="#ppt_x-0.03429"/>
                                          </p:val>
                                        </p:tav>
                                        <p:tav tm="74860">
                                          <p:val>
                                            <p:strVal val="#ppt_x-0.05664"/>
                                          </p:val>
                                        </p:tav>
                                        <p:tav tm="75978">
                                          <p:val>
                                            <p:strVal val="#ppt_x-0.06654"/>
                                          </p:val>
                                        </p:tav>
                                        <p:tav tm="77095">
                                          <p:val>
                                            <p:strVal val="#ppt_x-0.06581"/>
                                          </p:val>
                                        </p:tav>
                                        <p:tav tm="78212">
                                          <p:val>
                                            <p:strVal val="#ppt_x-0.05796"/>
                                          </p:val>
                                        </p:tav>
                                        <p:tav tm="79330">
                                          <p:val>
                                            <p:strVal val="#ppt_x-0.04618"/>
                                          </p:val>
                                        </p:tav>
                                        <p:tav tm="81564">
                                          <p:val>
                                            <p:strVal val="#ppt_x-0.01987"/>
                                          </p:val>
                                        </p:tav>
                                        <p:tav tm="82682">
                                          <p:val>
                                            <p:strVal val="#ppt_x-0.00869"/>
                                          </p:val>
                                        </p:tav>
                                        <p:tav tm="83799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84916">
                                          <p:val>
                                            <p:strVal val="#ppt_x+0.00609"/>
                                          </p:val>
                                        </p:tav>
                                        <p:tav tm="86034">
                                          <p:val>
                                            <p:strVal val="#ppt_x+0.0095"/>
                                          </p:val>
                                        </p:tav>
                                        <p:tav tm="87151">
                                          <p:val>
                                            <p:strVal val="#ppt_x+0.01092"/>
                                          </p:val>
                                        </p:tav>
                                        <p:tav tm="88268">
                                          <p:val>
                                            <p:strVal val="#ppt_x+0.01065"/>
                                          </p:val>
                                        </p:tav>
                                        <p:tav tm="89385">
                                          <p:val>
                                            <p:strVal val="#ppt_x+0.00925"/>
                                          </p:val>
                                        </p:tav>
                                        <p:tav tm="93855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96089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97207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98324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9944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29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537"/>
                                          </p:val>
                                        </p:tav>
                                        <p:tav tm="64804">
                                          <p:val>
                                            <p:strVal val="#ppt_y-0.2537"/>
                                          </p:val>
                                        </p:tav>
                                        <p:tav tm="65922">
                                          <p:val>
                                            <p:strVal val="#ppt_y-0.24877"/>
                                          </p:val>
                                        </p:tav>
                                        <p:tav tm="67039">
                                          <p:val>
                                            <p:strVal val="#ppt_y-0.22154"/>
                                          </p:val>
                                        </p:tav>
                                        <p:tav tm="68156">
                                          <p:val>
                                            <p:strVal val="#ppt_y-0.17853"/>
                                          </p:val>
                                        </p:tav>
                                        <p:tav tm="69274">
                                          <p:val>
                                            <p:strVal val="#ppt_y-0.12838"/>
                                          </p:val>
                                        </p:tav>
                                        <p:tav tm="70391">
                                          <p:val>
                                            <p:strVal val="#ppt_y-0.07949"/>
                                          </p:val>
                                        </p:tav>
                                        <p:tav tm="71508">
                                          <p:val>
                                            <p:strVal val="#ppt_y-0.03672"/>
                                          </p:val>
                                        </p:tav>
                                        <p:tav tm="72626">
                                          <p:val>
                                            <p:strVal val="#ppt_y-0.00318"/>
                                          </p:val>
                                        </p:tav>
                                        <p:tav tm="73743">
                                          <p:val>
                                            <p:strVal val="#ppt_y+0.02098"/>
                                          </p:val>
                                        </p:tav>
                                        <p:tav tm="74860">
                                          <p:val>
                                            <p:strVal val="#ppt_y+0.03466"/>
                                          </p:val>
                                        </p:tav>
                                        <p:tav tm="75978">
                                          <p:val>
                                            <p:strVal val="#ppt_y+0.04072"/>
                                          </p:val>
                                        </p:tav>
                                        <p:tav tm="77095">
                                          <p:val>
                                            <p:strVal val="#ppt_y+0.04027"/>
                                          </p:val>
                                        </p:tav>
                                        <p:tav tm="78212">
                                          <p:val>
                                            <p:strVal val="#ppt_y+0.03547"/>
                                          </p:val>
                                        </p:tav>
                                        <p:tav tm="79330">
                                          <p:val>
                                            <p:strVal val="#ppt_y+0.02826"/>
                                          </p:val>
                                        </p:tav>
                                        <p:tav tm="81564">
                                          <p:val>
                                            <p:strVal val="#ppt_y+0.01216"/>
                                          </p:val>
                                        </p:tav>
                                        <p:tav tm="82682">
                                          <p:val>
                                            <p:strVal val="#ppt_y+0.00532"/>
                                          </p:val>
                                        </p:tav>
                                        <p:tav tm="83799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84916">
                                          <p:val>
                                            <p:strVal val="#ppt_y-0.00373"/>
                                          </p:val>
                                        </p:tav>
                                        <p:tav tm="86034">
                                          <p:val>
                                            <p:strVal val="#ppt_y-0.00581"/>
                                          </p:val>
                                        </p:tav>
                                        <p:tav tm="88268">
                                          <p:val>
                                            <p:strVal val="#ppt_y-0.00652"/>
                                          </p:val>
                                        </p:tav>
                                        <p:tav tm="93855">
                                          <p:val>
                                            <p:strVal val="#ppt_y-0.00076"/>
                                          </p:val>
                                        </p:tav>
                                        <p:tav tm="96089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98324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9944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29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4804">
                                          <p:val>
                                            <p:strVal val="#ppt_w*0.4"/>
                                          </p:val>
                                        </p:tav>
                                        <p:tav tm="65922">
                                          <p:val>
                                            <p:strVal val="#ppt_w*0.41166"/>
                                          </p:val>
                                        </p:tav>
                                        <p:tav tm="67039">
                                          <p:val>
                                            <p:strVal val="#ppt_w*0.47607"/>
                                          </p:val>
                                        </p:tav>
                                        <p:tav tm="68156">
                                          <p:val>
                                            <p:strVal val="#ppt_w*0.57778"/>
                                          </p:val>
                                        </p:tav>
                                        <p:tav tm="70391">
                                          <p:val>
                                            <p:strVal val="#ppt_w*0.81202"/>
                                          </p:val>
                                        </p:tav>
                                        <p:tav tm="71508">
                                          <p:val>
                                            <p:strVal val="#ppt_w*0.91316"/>
                                          </p:val>
                                        </p:tav>
                                        <p:tav tm="72626">
                                          <p:val>
                                            <p:strVal val="#ppt_w*0.99249"/>
                                          </p:val>
                                        </p:tav>
                                        <p:tav tm="73743">
                                          <p:val>
                                            <p:strVal val="#ppt_w*1.04962"/>
                                          </p:val>
                                        </p:tav>
                                        <p:tav tm="74860">
                                          <p:val>
                                            <p:strVal val="#ppt_w*1.08197"/>
                                          </p:val>
                                        </p:tav>
                                        <p:tav tm="75978">
                                          <p:val>
                                            <p:strVal val="#ppt_w*1.0963"/>
                                          </p:val>
                                        </p:tav>
                                        <p:tav tm="77095">
                                          <p:val>
                                            <p:strVal val="#ppt_w*1.09524"/>
                                          </p:val>
                                        </p:tav>
                                        <p:tav tm="78212">
                                          <p:val>
                                            <p:strVal val="#ppt_w*1.08388"/>
                                          </p:val>
                                        </p:tav>
                                        <p:tav tm="82682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86034">
                                          <p:val>
                                            <p:strVal val="#ppt_w*0.98625"/>
                                          </p:val>
                                        </p:tav>
                                        <p:tav tm="88268">
                                          <p:val>
                                            <p:strVal val="#ppt_w*0.98458"/>
                                          </p:val>
                                        </p:tav>
                                        <p:tav tm="96089">
                                          <p:val>
                                            <p:strVal val="#ppt_w*1.00156"/>
                                          </p:val>
                                        </p:tav>
                                        <p:tav tm="9944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9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4804">
                                          <p:val>
                                            <p:strVal val="#ppt_h*0.4"/>
                                          </p:val>
                                        </p:tav>
                                        <p:tav tm="65922">
                                          <p:val>
                                            <p:strVal val="#ppt_h*0.41166"/>
                                          </p:val>
                                        </p:tav>
                                        <p:tav tm="67039">
                                          <p:val>
                                            <p:strVal val="#ppt_h*0.47607"/>
                                          </p:val>
                                        </p:tav>
                                        <p:tav tm="68156">
                                          <p:val>
                                            <p:strVal val="#ppt_h*0.57778"/>
                                          </p:val>
                                        </p:tav>
                                        <p:tav tm="70391">
                                          <p:val>
                                            <p:strVal val="#ppt_h*0.81202"/>
                                          </p:val>
                                        </p:tav>
                                        <p:tav tm="71508">
                                          <p:val>
                                            <p:strVal val="#ppt_h*0.91316"/>
                                          </p:val>
                                        </p:tav>
                                        <p:tav tm="72626">
                                          <p:val>
                                            <p:strVal val="#ppt_h*0.99249"/>
                                          </p:val>
                                        </p:tav>
                                        <p:tav tm="73743">
                                          <p:val>
                                            <p:strVal val="#ppt_h*1.04962"/>
                                          </p:val>
                                        </p:tav>
                                        <p:tav tm="74860">
                                          <p:val>
                                            <p:strVal val="#ppt_h*1.08197"/>
                                          </p:val>
                                        </p:tav>
                                        <p:tav tm="75978">
                                          <p:val>
                                            <p:strVal val="#ppt_h*1.0963"/>
                                          </p:val>
                                        </p:tav>
                                        <p:tav tm="77095">
                                          <p:val>
                                            <p:strVal val="#ppt_h*1.09524"/>
                                          </p:val>
                                        </p:tav>
                                        <p:tav tm="78212">
                                          <p:val>
                                            <p:strVal val="#ppt_h*1.08388"/>
                                          </p:val>
                                        </p:tav>
                                        <p:tav tm="82682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86034">
                                          <p:val>
                                            <p:strVal val="#ppt_h*0.98625"/>
                                          </p:val>
                                        </p:tav>
                                        <p:tav tm="88268">
                                          <p:val>
                                            <p:strVal val="#ppt_h*0.98458"/>
                                          </p:val>
                                        </p:tav>
                                        <p:tav tm="96089">
                                          <p:val>
                                            <p:strVal val="#ppt_h*1.00156"/>
                                          </p:val>
                                        </p:tav>
                                        <p:tav tm="9944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98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1"/>
                                          </p:val>
                                        </p:tav>
                                        <p:tav tm="64804">
                                          <p:val>
                                            <p:fltVal val="-81"/>
                                          </p:val>
                                        </p:tav>
                                        <p:tav tm="65922">
                                          <p:val>
                                            <p:fltVal val="-79.43"/>
                                          </p:val>
                                        </p:tav>
                                        <p:tav tm="67039">
                                          <p:val>
                                            <p:fltVal val="-70.73"/>
                                          </p:val>
                                        </p:tav>
                                        <p:tav tm="68156">
                                          <p:val>
                                            <p:fltVal val="-57"/>
                                          </p:val>
                                        </p:tav>
                                        <p:tav tm="70391">
                                          <p:val>
                                            <p:fltVal val="-25.38"/>
                                          </p:val>
                                        </p:tav>
                                        <p:tav tm="71508">
                                          <p:val>
                                            <p:fltVal val="-11.72"/>
                                          </p:val>
                                        </p:tav>
                                        <p:tav tm="72626">
                                          <p:val>
                                            <p:fltVal val="-1.01"/>
                                          </p:val>
                                        </p:tav>
                                        <p:tav tm="73743">
                                          <p:val>
                                            <p:fltVal val="6.7"/>
                                          </p:val>
                                        </p:tav>
                                        <p:tav tm="74860">
                                          <p:val>
                                            <p:fltVal val="11.07"/>
                                          </p:val>
                                        </p:tav>
                                        <p:tav tm="75978">
                                          <p:val>
                                            <p:fltVal val="13"/>
                                          </p:val>
                                        </p:tav>
                                        <p:tav tm="77095">
                                          <p:val>
                                            <p:fltVal val="12.86"/>
                                          </p:val>
                                        </p:tav>
                                        <p:tav tm="78212">
                                          <p:val>
                                            <p:fltVal val="11.32"/>
                                          </p:val>
                                        </p:tav>
                                        <p:tav tm="82682">
                                          <p:val>
                                            <p:fltVal val="1.7"/>
                                          </p:val>
                                        </p:tav>
                                        <p:tav tm="84916">
                                          <p:val>
                                            <p:fltVal val="-1.19"/>
                                          </p:val>
                                        </p:tav>
                                        <p:tav tm="86034">
                                          <p:val>
                                            <p:fltVal val="-1.86"/>
                                          </p:val>
                                        </p:tav>
                                        <p:tav tm="88268">
                                          <p:val>
                                            <p:fltVal val="-2.08"/>
                                          </p:val>
                                        </p:tav>
                                        <p:tav tm="96089">
                                          <p:val>
                                            <p:fltVal val="0.21"/>
                                          </p:val>
                                        </p:tav>
                                        <p:tav tm="9944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7" dur="67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88" dur="30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875"/>
                                          </p:val>
                                        </p:tav>
                                        <p:tav tm="65717">
                                          <p:val>
                                            <p:strVal val="#ppt_x-0.06875"/>
                                          </p:val>
                                        </p:tav>
                                        <p:tav tm="66813">
                                          <p:val>
                                            <p:strVal val="#ppt_x-0.06654"/>
                                          </p:val>
                                        </p:tav>
                                        <p:tav tm="67908">
                                          <p:val>
                                            <p:strVal val="#ppt_x-0.05796"/>
                                          </p:val>
                                        </p:tav>
                                        <p:tav tm="69003">
                                          <p:val>
                                            <p:strVal val="#ppt_x-0.04568"/>
                                          </p:val>
                                        </p:tav>
                                        <p:tav tm="70099">
                                          <p:val>
                                            <p:strVal val="#ppt_x-0.03204"/>
                                          </p:val>
                                        </p:tav>
                                        <p:tav tm="71194">
                                          <p:val>
                                            <p:strVal val="#ppt_x-0.01909"/>
                                          </p:val>
                                        </p:tav>
                                        <p:tav tm="72289">
                                          <p:val>
                                            <p:strVal val="#ppt_x-0.00789"/>
                                          </p:val>
                                        </p:tav>
                                        <p:tav tm="73384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74480">
                                          <p:val>
                                            <p:strVal val="#ppt_x+0.00654"/>
                                          </p:val>
                                        </p:tav>
                                        <p:tav tm="75575">
                                          <p:val>
                                            <p:strVal val="#ppt_x+0.00995"/>
                                          </p:val>
                                        </p:tav>
                                        <p:tav tm="76670">
                                          <p:val>
                                            <p:strVal val="#ppt_x+0.0111"/>
                                          </p:val>
                                        </p:tav>
                                        <p:tav tm="77766">
                                          <p:val>
                                            <p:strVal val="#ppt_x+0.01075"/>
                                          </p:val>
                                        </p:tav>
                                        <p:tav tm="78861">
                                          <p:val>
                                            <p:strVal val="#ppt_x+0.00926"/>
                                          </p:val>
                                        </p:tav>
                                        <p:tav tm="83242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84337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86528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88719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96386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9967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30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4259"/>
                                          </p:val>
                                        </p:tav>
                                        <p:tav tm="65717">
                                          <p:val>
                                            <p:strVal val="#ppt_y-1.14259"/>
                                          </p:val>
                                        </p:tav>
                                        <p:tav tm="66813">
                                          <p:val>
                                            <p:strVal val="#ppt_y-1.10594"/>
                                          </p:val>
                                        </p:tav>
                                        <p:tav tm="67908">
                                          <p:val>
                                            <p:strVal val="#ppt_y-0.96329"/>
                                          </p:val>
                                        </p:tav>
                                        <p:tav tm="69003">
                                          <p:val>
                                            <p:strVal val="#ppt_y-0.75914"/>
                                          </p:val>
                                        </p:tav>
                                        <p:tav tm="70099">
                                          <p:val>
                                            <p:strVal val="#ppt_y-0.53254"/>
                                          </p:val>
                                        </p:tav>
                                        <p:tav tm="71194">
                                          <p:val>
                                            <p:strVal val="#ppt_y-0.31721"/>
                                          </p:val>
                                        </p:tav>
                                        <p:tav tm="72289">
                                          <p:val>
                                            <p:strVal val="#ppt_y-0.1311"/>
                                          </p:val>
                                        </p:tav>
                                        <p:tav tm="73384">
                                          <p:val>
                                            <p:strVal val="#ppt_y+0.011"/>
                                          </p:val>
                                        </p:tav>
                                        <p:tav tm="74480">
                                          <p:val>
                                            <p:strVal val="#ppt_y+0.10868"/>
                                          </p:val>
                                        </p:tav>
                                        <p:tav tm="75575">
                                          <p:val>
                                            <p:strVal val="#ppt_y+0.16531"/>
                                          </p:val>
                                        </p:tav>
                                        <p:tav tm="76670">
                                          <p:val>
                                            <p:strVal val="#ppt_y+0.18448"/>
                                          </p:val>
                                        </p:tav>
                                        <p:tav tm="77766">
                                          <p:val>
                                            <p:strVal val="#ppt_y+0.17861"/>
                                          </p:val>
                                        </p:tav>
                                        <p:tav tm="78861">
                                          <p:val>
                                            <p:strVal val="#ppt_y+0.15388"/>
                                          </p:val>
                                        </p:tav>
                                        <p:tav tm="79956">
                                          <p:val>
                                            <p:strVal val="#ppt_y+0.1199"/>
                                          </p:val>
                                        </p:tav>
                                        <p:tav tm="81051">
                                          <p:val>
                                            <p:strVal val="#ppt_y+0.08287"/>
                                          </p:val>
                                        </p:tav>
                                        <p:tav tm="82147">
                                          <p:val>
                                            <p:strVal val="#ppt_y+0.04821"/>
                                          </p:val>
                                        </p:tav>
                                        <p:tav tm="83242">
                                          <p:val>
                                            <p:strVal val="#ppt_y+0.01851"/>
                                          </p:val>
                                        </p:tav>
                                        <p:tav tm="84337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85433">
                                          <p:val>
                                            <p:strVal val="#ppt_y-0.01899"/>
                                          </p:val>
                                        </p:tav>
                                        <p:tav tm="86528">
                                          <p:val>
                                            <p:strVal val="#ppt_y-0.02754"/>
                                          </p:val>
                                        </p:tav>
                                        <p:tav tm="87623">
                                          <p:val>
                                            <p:strVal val="#ppt_y-0.03017"/>
                                          </p:val>
                                        </p:tav>
                                        <p:tav tm="88719">
                                          <p:val>
                                            <p:strVal val="#ppt_y-0.02885"/>
                                          </p:val>
                                        </p:tav>
                                        <p:tav tm="89814">
                                          <p:val>
                                            <p:strVal val="#ppt_y-0.02452"/>
                                          </p:val>
                                        </p:tav>
                                        <p:tav tm="93100">
                                          <p:val>
                                            <p:strVal val="#ppt_y-0.0073"/>
                                          </p:val>
                                        </p:tav>
                                        <p:tav tm="94195">
                                          <p:val>
                                            <p:strVal val="#ppt_y-0.00257"/>
                                          </p:val>
                                        </p:tav>
                                        <p:tav tm="95290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96386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97481">
                                          <p:val>
                                            <p:strVal val="#ppt_y+0.00463"/>
                                          </p:val>
                                        </p:tav>
                                        <p:tav tm="9967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0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5717">
                                          <p:val>
                                            <p:strVal val="#ppt_w*0.4"/>
                                          </p:val>
                                        </p:tav>
                                        <p:tav tm="66813">
                                          <p:val>
                                            <p:strVal val="#ppt_w*0.41925"/>
                                          </p:val>
                                        </p:tav>
                                        <p:tav tm="67908">
                                          <p:val>
                                            <p:strVal val="#ppt_w*0.49415"/>
                                          </p:val>
                                        </p:tav>
                                        <p:tav tm="69003">
                                          <p:val>
                                            <p:strVal val="#ppt_w*0.60136"/>
                                          </p:val>
                                        </p:tav>
                                        <p:tav tm="71194">
                                          <p:val>
                                            <p:strVal val="#ppt_w*0.83343"/>
                                          </p:val>
                                        </p:tav>
                                        <p:tav tm="72289">
                                          <p:val>
                                            <p:strVal val="#ppt_w*0.93116"/>
                                          </p:val>
                                        </p:tav>
                                        <p:tav tm="73384">
                                          <p:val>
                                            <p:strVal val="#ppt_w*1.00577"/>
                                          </p:val>
                                        </p:tav>
                                        <p:tav tm="74480">
                                          <p:val>
                                            <p:strVal val="#ppt_w*1.05707"/>
                                          </p:val>
                                        </p:tav>
                                        <p:tav tm="75575">
                                          <p:val>
                                            <p:strVal val="#ppt_w*1.08681"/>
                                          </p:val>
                                        </p:tav>
                                        <p:tav tm="76670">
                                          <p:val>
                                            <p:strVal val="#ppt_w*1.09688"/>
                                          </p:val>
                                        </p:tav>
                                        <p:tav tm="77766">
                                          <p:val>
                                            <p:strVal val="#ppt_w*1.09379"/>
                                          </p:val>
                                        </p:tav>
                                        <p:tav tm="83242">
                                          <p:val>
                                            <p:strVal val="#ppt_w*1.00972"/>
                                          </p:val>
                                        </p:tav>
                                        <p:tav tm="86528">
                                          <p:val>
                                            <p:strVal val="#ppt_w*0.98554"/>
                                          </p:val>
                                        </p:tav>
                                        <p:tav tm="88719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6386">
                                          <p:val>
                                            <p:strVal val="#ppt_w*1.00173"/>
                                          </p:val>
                                        </p:tav>
                                        <p:tav tm="9967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5717">
                                          <p:val>
                                            <p:strVal val="#ppt_h*0.4"/>
                                          </p:val>
                                        </p:tav>
                                        <p:tav tm="66813">
                                          <p:val>
                                            <p:strVal val="#ppt_h*0.41925"/>
                                          </p:val>
                                        </p:tav>
                                        <p:tav tm="67908">
                                          <p:val>
                                            <p:strVal val="#ppt_h*0.49415"/>
                                          </p:val>
                                        </p:tav>
                                        <p:tav tm="69003">
                                          <p:val>
                                            <p:strVal val="#ppt_h*0.60136"/>
                                          </p:val>
                                        </p:tav>
                                        <p:tav tm="71194">
                                          <p:val>
                                            <p:strVal val="#ppt_h*0.83343"/>
                                          </p:val>
                                        </p:tav>
                                        <p:tav tm="72289">
                                          <p:val>
                                            <p:strVal val="#ppt_h*0.93116"/>
                                          </p:val>
                                        </p:tav>
                                        <p:tav tm="73384">
                                          <p:val>
                                            <p:strVal val="#ppt_h*1.00577"/>
                                          </p:val>
                                        </p:tav>
                                        <p:tav tm="74480">
                                          <p:val>
                                            <p:strVal val="#ppt_h*1.05707"/>
                                          </p:val>
                                        </p:tav>
                                        <p:tav tm="75575">
                                          <p:val>
                                            <p:strVal val="#ppt_h*1.08681"/>
                                          </p:val>
                                        </p:tav>
                                        <p:tav tm="76670">
                                          <p:val>
                                            <p:strVal val="#ppt_h*1.09688"/>
                                          </p:val>
                                        </p:tav>
                                        <p:tav tm="77766">
                                          <p:val>
                                            <p:strVal val="#ppt_h*1.09379"/>
                                          </p:val>
                                        </p:tav>
                                        <p:tav tm="83242">
                                          <p:val>
                                            <p:strVal val="#ppt_h*1.00972"/>
                                          </p:val>
                                        </p:tav>
                                        <p:tav tm="86528">
                                          <p:val>
                                            <p:strVal val="#ppt_h*0.98554"/>
                                          </p:val>
                                        </p:tav>
                                        <p:tav tm="88719">
                                          <p:val>
                                            <p:strVal val="#ppt_h*0.98485"/>
                                          </p:val>
                                        </p:tav>
                                        <p:tav tm="96386">
                                          <p:val>
                                            <p:strVal val="#ppt_h*1.00173"/>
                                          </p:val>
                                        </p:tav>
                                        <p:tav tm="9967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304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2"/>
                                          </p:val>
                                        </p:tav>
                                        <p:tav tm="65717">
                                          <p:val>
                                            <p:fltVal val="62"/>
                                          </p:val>
                                        </p:tav>
                                        <p:tav tm="66813">
                                          <p:val>
                                            <p:fltVal val="60.01"/>
                                          </p:val>
                                        </p:tav>
                                        <p:tav tm="67908">
                                          <p:val>
                                            <p:fltVal val="52.27"/>
                                          </p:val>
                                        </p:tav>
                                        <p:tav tm="69003">
                                          <p:val>
                                            <p:fltVal val="41.19"/>
                                          </p:val>
                                        </p:tav>
                                        <p:tav tm="70099">
                                          <p:val>
                                            <p:fltVal val="28.9"/>
                                          </p:val>
                                        </p:tav>
                                        <p:tav tm="71194">
                                          <p:val>
                                            <p:fltVal val="17.21"/>
                                          </p:val>
                                        </p:tav>
                                        <p:tav tm="72289">
                                          <p:val>
                                            <p:fltVal val="7.11"/>
                                          </p:val>
                                        </p:tav>
                                        <p:tav tm="73384">
                                          <p:val>
                                            <p:fltVal val="-0.6"/>
                                          </p:val>
                                        </p:tav>
                                        <p:tav tm="74480">
                                          <p:val>
                                            <p:fltVal val="-5.9"/>
                                          </p:val>
                                        </p:tav>
                                        <p:tav tm="75575">
                                          <p:val>
                                            <p:fltVal val="-8.97"/>
                                          </p:val>
                                        </p:tav>
                                        <p:tav tm="76670">
                                          <p:val>
                                            <p:fltVal val="-10.01"/>
                                          </p:val>
                                        </p:tav>
                                        <p:tav tm="77766">
                                          <p:val>
                                            <p:fltVal val="-9.69"/>
                                          </p:val>
                                        </p:tav>
                                        <p:tav tm="78861">
                                          <p:val>
                                            <p:fltVal val="-8.35"/>
                                          </p:val>
                                        </p:tav>
                                        <p:tav tm="83242">
                                          <p:val>
                                            <p:fltVal val="-1"/>
                                          </p:val>
                                        </p:tav>
                                        <p:tav tm="84337">
                                          <p:val>
                                            <p:fltVal val="0.21"/>
                                          </p:val>
                                        </p:tav>
                                        <p:tav tm="86528">
                                          <p:val>
                                            <p:fltVal val="1.49"/>
                                          </p:val>
                                        </p:tav>
                                        <p:tav tm="88719">
                                          <p:val>
                                            <p:fltVal val="1.57"/>
                                          </p:val>
                                        </p:tav>
                                        <p:tav tm="96386">
                                          <p:val>
                                            <p:fltVal val="-0.18"/>
                                          </p:val>
                                        </p:tav>
                                        <p:tav tm="9967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1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67">
                                          <p:stCondLst>
                                            <p:cond delay="21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96" dur="310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40052"/>
                                          </p:val>
                                        </p:tav>
                                        <p:tav tm="66595">
                                          <p:val>
                                            <p:strVal val="#ppt_x-0.40052"/>
                                          </p:val>
                                        </p:tav>
                                        <p:tav tm="67669">
                                          <p:val>
                                            <p:strVal val="#ppt_x-0.37937"/>
                                          </p:val>
                                        </p:tav>
                                        <p:tav tm="68743">
                                          <p:val>
                                            <p:strVal val="#ppt_x-0.32529"/>
                                          </p:val>
                                        </p:tav>
                                        <p:tav tm="69817">
                                          <p:val>
                                            <p:strVal val="#ppt_x-0.25037"/>
                                          </p:val>
                                        </p:tav>
                                        <p:tav tm="70892">
                                          <p:val>
                                            <p:strVal val="#ppt_x-0.17109"/>
                                          </p:val>
                                        </p:tav>
                                        <p:tav tm="71966">
                                          <p:val>
                                            <p:strVal val="#ppt_x-0.0969"/>
                                          </p:val>
                                        </p:tav>
                                        <p:tav tm="73040">
                                          <p:val>
                                            <p:strVal val="#ppt_x-0.0351"/>
                                          </p:val>
                                        </p:tav>
                                        <p:tav tm="74114">
                                          <p:val>
                                            <p:strVal val="#ppt_x+0.01248"/>
                                          </p:val>
                                        </p:tav>
                                        <p:tav tm="75188">
                                          <p:val>
                                            <p:strVal val="#ppt_x+0.04307"/>
                                          </p:val>
                                        </p:tav>
                                        <p:tav tm="76262">
                                          <p:val>
                                            <p:strVal val="#ppt_x+0.06003"/>
                                          </p:val>
                                        </p:tav>
                                        <p:tav tm="77336">
                                          <p:val>
                                            <p:strVal val="#ppt_x+0.06505"/>
                                          </p:val>
                                        </p:tav>
                                        <p:tav tm="78410">
                                          <p:val>
                                            <p:strVal val="#ppt_x+0.06114"/>
                                          </p:val>
                                        </p:tav>
                                        <p:tav tm="79484">
                                          <p:val>
                                            <p:strVal val="#ppt_x+0.05185"/>
                                          </p:val>
                                        </p:tav>
                                        <p:tav tm="81633">
                                          <p:val>
                                            <p:strVal val="#ppt_x+0.02653"/>
                                          </p:val>
                                        </p:tav>
                                        <p:tav tm="82707">
                                          <p:val>
                                            <p:strVal val="#ppt_x+0.0146"/>
                                          </p:val>
                                        </p:tav>
                                        <p:tav tm="83781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84855">
                                          <p:val>
                                            <p:strVal val="#ppt_x-0.0027"/>
                                          </p:val>
                                        </p:tav>
                                        <p:tav tm="85929">
                                          <p:val>
                                            <p:strVal val="#ppt_x-0.00743"/>
                                          </p:val>
                                        </p:tav>
                                        <p:tav tm="87003">
                                          <p:val>
                                            <p:strVal val="#ppt_x-0.00996"/>
                                          </p:val>
                                        </p:tav>
                                        <p:tav tm="88077">
                                          <p:val>
                                            <p:strVal val="#ppt_x-0.0106"/>
                                          </p:val>
                                        </p:tav>
                                        <p:tav tm="89151">
                                          <p:val>
                                            <p:strVal val="#ppt_x-0.00984"/>
                                          </p:val>
                                        </p:tav>
                                        <p:tav tm="93448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95596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97744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98818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9893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310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5648"/>
                                          </p:val>
                                        </p:tav>
                                        <p:tav tm="66595">
                                          <p:val>
                                            <p:strVal val="#ppt_y+0.15648"/>
                                          </p:val>
                                        </p:tav>
                                        <p:tav tm="67669">
                                          <p:val>
                                            <p:strVal val="#ppt_y+0.14822"/>
                                          </p:val>
                                        </p:tav>
                                        <p:tav tm="68743">
                                          <p:val>
                                            <p:strVal val="#ppt_y+0.12709"/>
                                          </p:val>
                                        </p:tav>
                                        <p:tav tm="69817">
                                          <p:val>
                                            <p:strVal val="#ppt_y+0.09782"/>
                                          </p:val>
                                        </p:tav>
                                        <p:tav tm="70892">
                                          <p:val>
                                            <p:strVal val="#ppt_y+0.06685"/>
                                          </p:val>
                                        </p:tav>
                                        <p:tav tm="71966">
                                          <p:val>
                                            <p:strVal val="#ppt_y+0.03786"/>
                                          </p:val>
                                        </p:tav>
                                        <p:tav tm="73040">
                                          <p:val>
                                            <p:strVal val="#ppt_y+0.01371"/>
                                          </p:val>
                                        </p:tav>
                                        <p:tav tm="74114">
                                          <p:val>
                                            <p:strVal val="#ppt_y-0.00487"/>
                                          </p:val>
                                        </p:tav>
                                        <p:tav tm="75188">
                                          <p:val>
                                            <p:strVal val="#ppt_y-0.01683"/>
                                          </p:val>
                                        </p:tav>
                                        <p:tav tm="76262">
                                          <p:val>
                                            <p:strVal val="#ppt_y-0.02345"/>
                                          </p:val>
                                        </p:tav>
                                        <p:tav tm="77336">
                                          <p:val>
                                            <p:strVal val="#ppt_y-0.02542"/>
                                          </p:val>
                                        </p:tav>
                                        <p:tav tm="78410">
                                          <p:val>
                                            <p:strVal val="#ppt_y-0.02389"/>
                                          </p:val>
                                        </p:tav>
                                        <p:tav tm="79484">
                                          <p:val>
                                            <p:strVal val="#ppt_y-0.02026"/>
                                          </p:val>
                                        </p:tav>
                                        <p:tav tm="82707">
                                          <p:val>
                                            <p:strVal val="#ppt_y-0.00571"/>
                                          </p:val>
                                        </p:tav>
                                        <p:tav tm="83781">
                                          <p:val>
                                            <p:strVal val="#ppt_y-0.00187"/>
                                          </p:val>
                                        </p:tav>
                                        <p:tav tm="85929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88077">
                                          <p:val>
                                            <p:strVal val="#ppt_y+0.00414"/>
                                          </p:val>
                                        </p:tav>
                                        <p:tav tm="95596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9989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310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6595">
                                          <p:val>
                                            <p:strVal val="#ppt_w*0.4"/>
                                          </p:val>
                                        </p:tav>
                                        <p:tav tm="67669">
                                          <p:val>
                                            <p:strVal val="#ppt_w*0.43169"/>
                                          </p:val>
                                        </p:tav>
                                        <p:tav tm="68743">
                                          <p:val>
                                            <p:strVal val="#ppt_w*0.51269"/>
                                          </p:val>
                                        </p:tav>
                                        <p:tav tm="71966">
                                          <p:val>
                                            <p:strVal val="#ppt_w*0.85484"/>
                                          </p:val>
                                        </p:tav>
                                        <p:tav tm="73040">
                                          <p:val>
                                            <p:strVal val="#ppt_w*0.94742"/>
                                          </p:val>
                                        </p:tav>
                                        <p:tav tm="74114">
                                          <p:val>
                                            <p:strVal val="#ppt_w*1.01869"/>
                                          </p:val>
                                        </p:tav>
                                        <p:tav tm="75188">
                                          <p:val>
                                            <p:strVal val="#ppt_w*1.06452"/>
                                          </p:val>
                                        </p:tav>
                                        <p:tav tm="76262">
                                          <p:val>
                                            <p:strVal val="#ppt_w*1.08992"/>
                                          </p:val>
                                        </p:tav>
                                        <p:tav tm="77336">
                                          <p:val>
                                            <p:strVal val="#ppt_w*1.09745"/>
                                          </p:val>
                                        </p:tav>
                                        <p:tav tm="78410">
                                          <p:val>
                                            <p:strVal val="#ppt_w*1.09158"/>
                                          </p:val>
                                        </p:tav>
                                        <p:tav tm="83781">
                                          <p:val>
                                            <p:strVal val="#ppt_w*1.00717"/>
                                          </p:val>
                                        </p:tav>
                                        <p:tav tm="85929">
                                          <p:val>
                                            <p:strVal val="#ppt_w*0.98888"/>
                                          </p:val>
                                        </p:tav>
                                        <p:tav tm="88077">
                                          <p:val>
                                            <p:strVal val="#ppt_w*0.98412"/>
                                          </p:val>
                                        </p:tav>
                                        <p:tav tm="95596">
                                          <p:val>
                                            <p:strVal val="#ppt_w*1.00081"/>
                                          </p:val>
                                        </p:tav>
                                        <p:tav tm="9989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10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6595">
                                          <p:val>
                                            <p:strVal val="#ppt_h*0.4"/>
                                          </p:val>
                                        </p:tav>
                                        <p:tav tm="67669">
                                          <p:val>
                                            <p:strVal val="#ppt_h*0.43169"/>
                                          </p:val>
                                        </p:tav>
                                        <p:tav tm="68743">
                                          <p:val>
                                            <p:strVal val="#ppt_h*0.51269"/>
                                          </p:val>
                                        </p:tav>
                                        <p:tav tm="71966">
                                          <p:val>
                                            <p:strVal val="#ppt_h*0.85484"/>
                                          </p:val>
                                        </p:tav>
                                        <p:tav tm="73040">
                                          <p:val>
                                            <p:strVal val="#ppt_h*0.94742"/>
                                          </p:val>
                                        </p:tav>
                                        <p:tav tm="74114">
                                          <p:val>
                                            <p:strVal val="#ppt_h*1.01869"/>
                                          </p:val>
                                        </p:tav>
                                        <p:tav tm="75188">
                                          <p:val>
                                            <p:strVal val="#ppt_h*1.06452"/>
                                          </p:val>
                                        </p:tav>
                                        <p:tav tm="76262">
                                          <p:val>
                                            <p:strVal val="#ppt_h*1.08992"/>
                                          </p:val>
                                        </p:tav>
                                        <p:tav tm="77336">
                                          <p:val>
                                            <p:strVal val="#ppt_h*1.09745"/>
                                          </p:val>
                                        </p:tav>
                                        <p:tav tm="78410">
                                          <p:val>
                                            <p:strVal val="#ppt_h*1.09158"/>
                                          </p:val>
                                        </p:tav>
                                        <p:tav tm="83781">
                                          <p:val>
                                            <p:strVal val="#ppt_h*1.00717"/>
                                          </p:val>
                                        </p:tav>
                                        <p:tav tm="85929">
                                          <p:val>
                                            <p:strVal val="#ppt_h*0.98888"/>
                                          </p:val>
                                        </p:tav>
                                        <p:tav tm="88077">
                                          <p:val>
                                            <p:strVal val="#ppt_h*0.98412"/>
                                          </p:val>
                                        </p:tav>
                                        <p:tav tm="95596">
                                          <p:val>
                                            <p:strVal val="#ppt_h*1.00081"/>
                                          </p:val>
                                        </p:tav>
                                        <p:tav tm="9989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310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3"/>
                                          </p:val>
                                        </p:tav>
                                        <p:tav tm="66595">
                                          <p:val>
                                            <p:fltVal val="-133"/>
                                          </p:val>
                                        </p:tav>
                                        <p:tav tm="67669">
                                          <p:val>
                                            <p:fltVal val="-125.98"/>
                                          </p:val>
                                        </p:tav>
                                        <p:tav tm="68743">
                                          <p:val>
                                            <p:fltVal val="-108.02"/>
                                          </p:val>
                                        </p:tav>
                                        <p:tav tm="69817">
                                          <p:val>
                                            <p:fltVal val="-83.14"/>
                                          </p:val>
                                        </p:tav>
                                        <p:tav tm="70892">
                                          <p:val>
                                            <p:fltVal val="-56.81"/>
                                          </p:val>
                                        </p:tav>
                                        <p:tav tm="71966">
                                          <p:val>
                                            <p:fltVal val="-32.18"/>
                                          </p:val>
                                        </p:tav>
                                        <p:tav tm="73040">
                                          <p:val>
                                            <p:fltVal val="-11.66"/>
                                          </p:val>
                                        </p:tav>
                                        <p:tav tm="74114">
                                          <p:val>
                                            <p:fltVal val="4.14"/>
                                          </p:val>
                                        </p:tav>
                                        <p:tav tm="75188">
                                          <p:val>
                                            <p:fltVal val="14.3"/>
                                          </p:val>
                                        </p:tav>
                                        <p:tav tm="76262">
                                          <p:val>
                                            <p:fltVal val="19.93"/>
                                          </p:val>
                                        </p:tav>
                                        <p:tav tm="77336">
                                          <p:val>
                                            <p:fltVal val="21.6"/>
                                          </p:val>
                                        </p:tav>
                                        <p:tav tm="78410">
                                          <p:val>
                                            <p:fltVal val="20.3"/>
                                          </p:val>
                                        </p:tav>
                                        <p:tav tm="79484">
                                          <p:val>
                                            <p:fltVal val="17.22"/>
                                          </p:val>
                                        </p:tav>
                                        <p:tav tm="82707">
                                          <p:val>
                                            <p:fltVal val="4.85"/>
                                          </p:val>
                                        </p:tav>
                                        <p:tav tm="83781">
                                          <p:val>
                                            <p:fltVal val="1.59"/>
                                          </p:val>
                                        </p:tav>
                                        <p:tav tm="84855">
                                          <p:val>
                                            <p:fltVal val="-0.9"/>
                                          </p:val>
                                        </p:tav>
                                        <p:tav tm="85929">
                                          <p:val>
                                            <p:fltVal val="-2.47"/>
                                          </p:val>
                                        </p:tav>
                                        <p:tav tm="87003">
                                          <p:val>
                                            <p:fltVal val="-3.31"/>
                                          </p:val>
                                        </p:tav>
                                        <p:tav tm="88077">
                                          <p:val>
                                            <p:fltVal val="-3.52"/>
                                          </p:val>
                                        </p:tav>
                                        <p:tav tm="95596">
                                          <p:val>
                                            <p:fltVal val="0.18"/>
                                          </p:val>
                                        </p:tav>
                                        <p:tav tm="97744">
                                          <p:val>
                                            <p:fltVal val="0.55"/>
                                          </p:val>
                                        </p:tav>
                                        <p:tav tm="99893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21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3" dur="67">
                                          <p:stCondLst>
                                            <p:cond delay="21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4" dur="316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8802"/>
                                          </p:val>
                                        </p:tav>
                                        <p:tav tm="66386">
                                          <p:val>
                                            <p:strVal val="#ppt_x+0.18802"/>
                                          </p:val>
                                        </p:tav>
                                        <p:tav tm="67439">
                                          <p:val>
                                            <p:strVal val="#ppt_x+0.18729"/>
                                          </p:val>
                                        </p:tav>
                                        <p:tav tm="68493">
                                          <p:val>
                                            <p:strVal val="#ppt_x+0.17419"/>
                                          </p:val>
                                        </p:tav>
                                        <p:tav tm="69547">
                                          <p:val>
                                            <p:strVal val="#ppt_x+0.14591"/>
                                          </p:val>
                                        </p:tav>
                                        <p:tav tm="70601">
                                          <p:val>
                                            <p:strVal val="#ppt_x+0.11014"/>
                                          </p:val>
                                        </p:tav>
                                        <p:tav tm="71654">
                                          <p:val>
                                            <p:strVal val="#ppt_x+0.07307"/>
                                          </p:val>
                                        </p:tav>
                                        <p:tav tm="72708">
                                          <p:val>
                                            <p:strVal val="#ppt_x+0.03915"/>
                                          </p:val>
                                        </p:tav>
                                        <p:tav tm="73762">
                                          <p:val>
                                            <p:strVal val="#ppt_x+0.01138"/>
                                          </p:val>
                                        </p:tav>
                                        <p:tav tm="74816">
                                          <p:val>
                                            <p:strVal val="#ppt_x-0.00909"/>
                                          </p:val>
                                        </p:tav>
                                        <p:tav tm="75869">
                                          <p:val>
                                            <p:strVal val="#ppt_x-0.02255"/>
                                          </p:val>
                                        </p:tav>
                                        <p:tav tm="76923">
                                          <p:val>
                                            <p:strVal val="#ppt_x-0.02897"/>
                                          </p:val>
                                        </p:tav>
                                        <p:tav tm="77977">
                                          <p:val>
                                            <p:strVal val="#ppt_x-0.03047"/>
                                          </p:val>
                                        </p:tav>
                                        <p:tav tm="79031">
                                          <p:val>
                                            <p:strVal val="#ppt_x-0.02801"/>
                                          </p:val>
                                        </p:tav>
                                        <p:tav tm="80084">
                                          <p:val>
                                            <p:strVal val="#ppt_x-0.02321"/>
                                          </p:val>
                                        </p:tav>
                                        <p:tav tm="82192">
                                          <p:val>
                                            <p:strVal val="#ppt_x-0.01129"/>
                                          </p:val>
                                        </p:tav>
                                        <p:tav tm="83246">
                                          <p:val>
                                            <p:strVal val="#ppt_x-0.00584"/>
                                          </p:val>
                                        </p:tav>
                                        <p:tav tm="84299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85353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86407">
                                          <p:val>
                                            <p:strVal val="#ppt_x+0.00385"/>
                                          </p:val>
                                        </p:tav>
                                        <p:tav tm="87460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88514">
                                          <p:val>
                                            <p:strVal val="#ppt_x+0.00495"/>
                                          </p:val>
                                        </p:tav>
                                        <p:tav tm="90622">
                                          <p:val>
                                            <p:strVal val="#ppt_x+0.00368"/>
                                          </p:val>
                                        </p:tav>
                                        <p:tav tm="93783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95890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97998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9905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" dur="316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019"/>
                                          </p:val>
                                        </p:tav>
                                        <p:tav tm="66386">
                                          <p:val>
                                            <p:strVal val="#ppt_y-0.71019"/>
                                          </p:val>
                                        </p:tav>
                                        <p:tav tm="67439">
                                          <p:val>
                                            <p:strVal val="#ppt_y-0.70742"/>
                                          </p:val>
                                        </p:tav>
                                        <p:tav tm="68493">
                                          <p:val>
                                            <p:strVal val="#ppt_y-0.65795"/>
                                          </p:val>
                                        </p:tav>
                                        <p:tav tm="69547">
                                          <p:val>
                                            <p:strVal val="#ppt_y-0.55112"/>
                                          </p:val>
                                        </p:tav>
                                        <p:tav tm="70601">
                                          <p:val>
                                            <p:strVal val="#ppt_y-0.41603"/>
                                          </p:val>
                                        </p:tav>
                                        <p:tav tm="71654">
                                          <p:val>
                                            <p:strVal val="#ppt_y-0.27599"/>
                                          </p:val>
                                        </p:tav>
                                        <p:tav tm="72708">
                                          <p:val>
                                            <p:strVal val="#ppt_y-0.14788"/>
                                          </p:val>
                                        </p:tav>
                                        <p:tav tm="73762">
                                          <p:val>
                                            <p:strVal val="#ppt_y-0.04299"/>
                                          </p:val>
                                        </p:tav>
                                        <p:tav tm="74816">
                                          <p:val>
                                            <p:strVal val="#ppt_y+0.03432"/>
                                          </p:val>
                                        </p:tav>
                                        <p:tav tm="75869">
                                          <p:val>
                                            <p:strVal val="#ppt_y+0.08519"/>
                                          </p:val>
                                        </p:tav>
                                        <p:tav tm="76923">
                                          <p:val>
                                            <p:strVal val="#ppt_y+0.10943"/>
                                          </p:val>
                                        </p:tav>
                                        <p:tav tm="77977">
                                          <p:val>
                                            <p:strVal val="#ppt_y+0.1151"/>
                                          </p:val>
                                        </p:tav>
                                        <p:tav tm="79031">
                                          <p:val>
                                            <p:strVal val="#ppt_y+0.10579"/>
                                          </p:val>
                                        </p:tav>
                                        <p:tav tm="80084">
                                          <p:val>
                                            <p:strVal val="#ppt_y+0.08766"/>
                                          </p:val>
                                        </p:tav>
                                        <p:tav tm="82192">
                                          <p:val>
                                            <p:strVal val="#ppt_y+0.04264"/>
                                          </p:val>
                                        </p:tav>
                                        <p:tav tm="83246">
                                          <p:val>
                                            <p:strVal val="#ppt_y+0.02207"/>
                                          </p:val>
                                        </p:tav>
                                        <p:tav tm="84299">
                                          <p:val>
                                            <p:strVal val="#ppt_y+0.00546"/>
                                          </p:val>
                                        </p:tav>
                                        <p:tav tm="85353">
                                          <p:val>
                                            <p:strVal val="#ppt_y-0.00667"/>
                                          </p:val>
                                        </p:tav>
                                        <p:tav tm="86407">
                                          <p:val>
                                            <p:strVal val="#ppt_y-0.01453"/>
                                          </p:val>
                                        </p:tav>
                                        <p:tav tm="87460">
                                          <p:val>
                                            <p:strVal val="#ppt_y-0.01808"/>
                                          </p:val>
                                        </p:tav>
                                        <p:tav tm="88514">
                                          <p:val>
                                            <p:strVal val="#ppt_y-0.01871"/>
                                          </p:val>
                                        </p:tav>
                                        <p:tav tm="89568">
                                          <p:val>
                                            <p:strVal val="#ppt_y-0.01698"/>
                                          </p:val>
                                        </p:tav>
                                        <p:tav tm="90622">
                                          <p:val>
                                            <p:strVal val="#ppt_y-0.01391"/>
                                          </p:val>
                                        </p:tav>
                                        <p:tav tm="93783">
                                          <p:val>
                                            <p:strVal val="#ppt_y-0.00327"/>
                                          </p:val>
                                        </p:tav>
                                        <p:tav tm="95890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7998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9905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316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7439">
                                          <p:val>
                                            <p:strVal val="#ppt_w*0.40233"/>
                                          </p:val>
                                        </p:tav>
                                        <p:tav tm="68493">
                                          <p:val>
                                            <p:strVal val="#ppt_w*0.44413"/>
                                          </p:val>
                                        </p:tav>
                                        <p:tav tm="69547">
                                          <p:val>
                                            <p:strVal val="#ppt_w*0.53439"/>
                                          </p:val>
                                        </p:tav>
                                        <p:tav tm="71654">
                                          <p:val>
                                            <p:strVal val="#ppt_w*0.76683"/>
                                          </p:val>
                                        </p:tav>
                                        <p:tav tm="72708">
                                          <p:val>
                                            <p:strVal val="#ppt_w*0.87506"/>
                                          </p:val>
                                        </p:tav>
                                        <p:tav tm="73762">
                                          <p:val>
                                            <p:strVal val="#ppt_w*0.96368"/>
                                          </p:val>
                                        </p:tav>
                                        <p:tav tm="74816">
                                          <p:val>
                                            <p:strVal val="#ppt_w*1.029"/>
                                          </p:val>
                                        </p:tav>
                                        <p:tav tm="75869">
                                          <p:val>
                                            <p:strVal val="#ppt_w*1.07197"/>
                                          </p:val>
                                        </p:tav>
                                        <p:tav tm="76923">
                                          <p:val>
                                            <p:strVal val="#ppt_w*1.09246"/>
                                          </p:val>
                                        </p:tav>
                                        <p:tav tm="77977">
                                          <p:val>
                                            <p:strVal val="#ppt_w*1.09724"/>
                                          </p:val>
                                        </p:tav>
                                        <p:tav tm="79031">
                                          <p:val>
                                            <p:strVal val="#ppt_w*1.08938"/>
                                          </p:val>
                                        </p:tav>
                                        <p:tav tm="83246">
                                          <p:val>
                                            <p:strVal val="#ppt_w*1.01864"/>
                                          </p:val>
                                        </p:tav>
                                        <p:tav tm="86407">
                                          <p:val>
                                            <p:strVal val="#ppt_w*0.98772"/>
                                          </p:val>
                                        </p:tav>
                                        <p:tav tm="88514">
                                          <p:val>
                                            <p:strVal val="#ppt_w*0.9842"/>
                                          </p:val>
                                        </p:tav>
                                        <p:tav tm="95890">
                                          <p:val>
                                            <p:strVal val="#ppt_w*1.00106"/>
                                          </p:val>
                                        </p:tav>
                                        <p:tav tm="9905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16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7439">
                                          <p:val>
                                            <p:strVal val="#ppt_h*0.40233"/>
                                          </p:val>
                                        </p:tav>
                                        <p:tav tm="68493">
                                          <p:val>
                                            <p:strVal val="#ppt_h*0.44413"/>
                                          </p:val>
                                        </p:tav>
                                        <p:tav tm="69547">
                                          <p:val>
                                            <p:strVal val="#ppt_h*0.53439"/>
                                          </p:val>
                                        </p:tav>
                                        <p:tav tm="71654">
                                          <p:val>
                                            <p:strVal val="#ppt_h*0.76683"/>
                                          </p:val>
                                        </p:tav>
                                        <p:tav tm="72708">
                                          <p:val>
                                            <p:strVal val="#ppt_h*0.87506"/>
                                          </p:val>
                                        </p:tav>
                                        <p:tav tm="73762">
                                          <p:val>
                                            <p:strVal val="#ppt_h*0.96368"/>
                                          </p:val>
                                        </p:tav>
                                        <p:tav tm="74816">
                                          <p:val>
                                            <p:strVal val="#ppt_h*1.029"/>
                                          </p:val>
                                        </p:tav>
                                        <p:tav tm="75869">
                                          <p:val>
                                            <p:strVal val="#ppt_h*1.07197"/>
                                          </p:val>
                                        </p:tav>
                                        <p:tav tm="76923">
                                          <p:val>
                                            <p:strVal val="#ppt_h*1.09246"/>
                                          </p:val>
                                        </p:tav>
                                        <p:tav tm="77977">
                                          <p:val>
                                            <p:strVal val="#ppt_h*1.09724"/>
                                          </p:val>
                                        </p:tav>
                                        <p:tav tm="79031">
                                          <p:val>
                                            <p:strVal val="#ppt_h*1.08938"/>
                                          </p:val>
                                        </p:tav>
                                        <p:tav tm="83246">
                                          <p:val>
                                            <p:strVal val="#ppt_h*1.01864"/>
                                          </p:val>
                                        </p:tav>
                                        <p:tav tm="86407">
                                          <p:val>
                                            <p:strVal val="#ppt_h*0.98772"/>
                                          </p:val>
                                        </p:tav>
                                        <p:tav tm="88514">
                                          <p:val>
                                            <p:strVal val="#ppt_h*0.9842"/>
                                          </p:val>
                                        </p:tav>
                                        <p:tav tm="95890">
                                          <p:val>
                                            <p:strVal val="#ppt_h*1.00106"/>
                                          </p:val>
                                        </p:tav>
                                        <p:tav tm="9905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316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66386">
                                          <p:val>
                                            <p:fltVal val="-90"/>
                                          </p:val>
                                        </p:tav>
                                        <p:tav tm="67439">
                                          <p:val>
                                            <p:fltVal val="-89.65"/>
                                          </p:val>
                                        </p:tav>
                                        <p:tav tm="68493">
                                          <p:val>
                                            <p:fltVal val="-83.38"/>
                                          </p:val>
                                        </p:tav>
                                        <p:tav tm="69547">
                                          <p:val>
                                            <p:fltVal val="-69.84"/>
                                          </p:val>
                                        </p:tav>
                                        <p:tav tm="70601">
                                          <p:val>
                                            <p:fltVal val="-52.72"/>
                                          </p:val>
                                        </p:tav>
                                        <p:tav tm="71654">
                                          <p:val>
                                            <p:fltVal val="-34.98"/>
                                          </p:val>
                                        </p:tav>
                                        <p:tav tm="72708">
                                          <p:val>
                                            <p:fltVal val="-18.74"/>
                                          </p:val>
                                        </p:tav>
                                        <p:tav tm="73762">
                                          <p:val>
                                            <p:fltVal val="-5.45"/>
                                          </p:val>
                                        </p:tav>
                                        <p:tav tm="74816">
                                          <p:val>
                                            <p:fltVal val="4.35"/>
                                          </p:val>
                                        </p:tav>
                                        <p:tav tm="75869">
                                          <p:val>
                                            <p:fltVal val="10.8"/>
                                          </p:val>
                                        </p:tav>
                                        <p:tav tm="76923">
                                          <p:val>
                                            <p:fltVal val="13.87"/>
                                          </p:val>
                                        </p:tav>
                                        <p:tav tm="77977">
                                          <p:val>
                                            <p:fltVal val="14.59"/>
                                          </p:val>
                                        </p:tav>
                                        <p:tav tm="79031">
                                          <p:val>
                                            <p:fltVal val="13.41"/>
                                          </p:val>
                                        </p:tav>
                                        <p:tav tm="80084">
                                          <p:val>
                                            <p:fltVal val="11.11"/>
                                          </p:val>
                                        </p:tav>
                                        <p:tav tm="83246">
                                          <p:val>
                                            <p:fltVal val="2.8"/>
                                          </p:val>
                                        </p:tav>
                                        <p:tav tm="84299">
                                          <p:val>
                                            <p:fltVal val="0.69"/>
                                          </p:val>
                                        </p:tav>
                                        <p:tav tm="86407">
                                          <p:val>
                                            <p:fltVal val="-1.84"/>
                                          </p:val>
                                        </p:tav>
                                        <p:tav tm="88514">
                                          <p:val>
                                            <p:fltVal val="-2.37"/>
                                          </p:val>
                                        </p:tav>
                                        <p:tav tm="95890">
                                          <p:val>
                                            <p:fltVal val="0.16"/>
                                          </p:val>
                                        </p:tav>
                                        <p:tav tm="97998">
                                          <p:val>
                                            <p:fltVal val="0.38"/>
                                          </p:val>
                                        </p:tav>
                                        <p:tav tm="9905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100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12" dur="322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401"/>
                                          </p:val>
                                        </p:tav>
                                        <p:tav tm="67218">
                                          <p:val>
                                            <p:strVal val="#ppt_x+0.1401"/>
                                          </p:val>
                                        </p:tav>
                                        <p:tav tm="68252">
                                          <p:val>
                                            <p:strVal val="#ppt_x+0.13847"/>
                                          </p:val>
                                        </p:tav>
                                        <p:tav tm="69286">
                                          <p:val>
                                            <p:strVal val="#ppt_x+0.12657"/>
                                          </p:val>
                                        </p:tav>
                                        <p:tav tm="70321">
                                          <p:val>
                                            <p:strVal val="#ppt_x+0.10366"/>
                                          </p:val>
                                        </p:tav>
                                        <p:tav tm="72389">
                                          <p:val>
                                            <p:strVal val="#ppt_x+0.04904"/>
                                          </p:val>
                                        </p:tav>
                                        <p:tav tm="73423">
                                          <p:val>
                                            <p:strVal val="#ppt_x+0.02473"/>
                                          </p:val>
                                        </p:tav>
                                        <p:tav tm="74457">
                                          <p:val>
                                            <p:strVal val="#ppt_x+0.00486"/>
                                          </p:val>
                                        </p:tav>
                                        <p:tav tm="75491">
                                          <p:val>
                                            <p:strVal val="#ppt_x-0.00918"/>
                                          </p:val>
                                        </p:tav>
                                        <p:tav tm="76525">
                                          <p:val>
                                            <p:strVal val="#ppt_x-0.01801"/>
                                          </p:val>
                                        </p:tav>
                                        <p:tav tm="77559">
                                          <p:val>
                                            <p:strVal val="#ppt_x-0.02218"/>
                                          </p:val>
                                        </p:tav>
                                        <p:tav tm="78594">
                                          <p:val>
                                            <p:strVal val="#ppt_x-0.02247"/>
                                          </p:val>
                                        </p:tav>
                                        <p:tav tm="79628">
                                          <p:val>
                                            <p:strVal val="#ppt_x-0.0203"/>
                                          </p:val>
                                        </p:tav>
                                        <p:tav tm="83764">
                                          <p:val>
                                            <p:strVal val="#ppt_x-0.00364"/>
                                          </p:val>
                                        </p:tav>
                                        <p:tav tm="84798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85832">
                                          <p:val>
                                            <p:strVal val="#ppt_x+0.00169"/>
                                          </p:val>
                                        </p:tav>
                                        <p:tav tm="86867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88935">
                                          <p:val>
                                            <p:strVal val="#ppt_x+0.00365"/>
                                          </p:val>
                                        </p:tav>
                                        <p:tav tm="95140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98242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9927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322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1481"/>
                                          </p:val>
                                        </p:tav>
                                        <p:tav tm="67218">
                                          <p:val>
                                            <p:strVal val="#ppt_y+0.21481"/>
                                          </p:val>
                                        </p:tav>
                                        <p:tav tm="68252">
                                          <p:val>
                                            <p:strVal val="#ppt_y+0.21231"/>
                                          </p:val>
                                        </p:tav>
                                        <p:tav tm="69286">
                                          <p:val>
                                            <p:strVal val="#ppt_y+0.19406"/>
                                          </p:val>
                                        </p:tav>
                                        <p:tav tm="70321">
                                          <p:val>
                                            <p:strVal val="#ppt_y+0.15893"/>
                                          </p:val>
                                        </p:tav>
                                        <p:tav tm="72389">
                                          <p:val>
                                            <p:strVal val="#ppt_y+0.0752"/>
                                          </p:val>
                                        </p:tav>
                                        <p:tav tm="73423">
                                          <p:val>
                                            <p:strVal val="#ppt_y+0.03791"/>
                                          </p:val>
                                        </p:tav>
                                        <p:tav tm="74457">
                                          <p:val>
                                            <p:strVal val="#ppt_y+0.00745"/>
                                          </p:val>
                                        </p:tav>
                                        <p:tav tm="75491">
                                          <p:val>
                                            <p:strVal val="#ppt_y-0.01407"/>
                                          </p:val>
                                        </p:tav>
                                        <p:tav tm="76525">
                                          <p:val>
                                            <p:strVal val="#ppt_y-0.02762"/>
                                          </p:val>
                                        </p:tav>
                                        <p:tav tm="77559">
                                          <p:val>
                                            <p:strVal val="#ppt_y-0.03401"/>
                                          </p:val>
                                        </p:tav>
                                        <p:tav tm="78594">
                                          <p:val>
                                            <p:strVal val="#ppt_y-0.03446"/>
                                          </p:val>
                                        </p:tav>
                                        <p:tav tm="79628">
                                          <p:val>
                                            <p:strVal val="#ppt_y-0.03113"/>
                                          </p:val>
                                        </p:tav>
                                        <p:tav tm="83764">
                                          <p:val>
                                            <p:strVal val="#ppt_y-0.00559"/>
                                          </p:val>
                                        </p:tav>
                                        <p:tav tm="84798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85832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86867">
                                          <p:val>
                                            <p:strVal val="#ppt_y+0.00467"/>
                                          </p:val>
                                        </p:tav>
                                        <p:tav tm="88935">
                                          <p:val>
                                            <p:strVal val="#ppt_y+0.00559"/>
                                          </p:val>
                                        </p:tav>
                                        <p:tav tm="95140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98242">
                                          <p:val>
                                            <p:strVal val="#ppt_y-0.00092"/>
                                          </p:val>
                                        </p:tav>
                                        <p:tav tm="9927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" dur="322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7218">
                                          <p:val>
                                            <p:strVal val="#ppt_w*0.4"/>
                                          </p:val>
                                        </p:tav>
                                        <p:tav tm="68252">
                                          <p:val>
                                            <p:strVal val="#ppt_w*0.407"/>
                                          </p:val>
                                        </p:tav>
                                        <p:tav tm="69286">
                                          <p:val>
                                            <p:strVal val="#ppt_w*0.45798"/>
                                          </p:val>
                                        </p:tav>
                                        <p:tav tm="70321">
                                          <p:val>
                                            <p:strVal val="#ppt_w*0.55608"/>
                                          </p:val>
                                        </p:tav>
                                        <p:tav tm="72389">
                                          <p:val>
                                            <p:strVal val="#ppt_w*0.78996"/>
                                          </p:val>
                                        </p:tav>
                                        <p:tav tm="73423">
                                          <p:val>
                                            <p:strVal val="#ppt_w*0.89411"/>
                                          </p:val>
                                        </p:tav>
                                        <p:tav tm="74457">
                                          <p:val>
                                            <p:strVal val="#ppt_w*0.9792"/>
                                          </p:val>
                                        </p:tav>
                                        <p:tav tm="75491">
                                          <p:val>
                                            <p:strVal val="#ppt_w*1.03931"/>
                                          </p:val>
                                        </p:tav>
                                        <p:tav tm="76525">
                                          <p:val>
                                            <p:strVal val="#ppt_w*1.07713"/>
                                          </p:val>
                                        </p:tav>
                                        <p:tav tm="77559">
                                          <p:val>
                                            <p:strVal val="#ppt_w*1.09499"/>
                                          </p:val>
                                        </p:tav>
                                        <p:tav tm="78594">
                                          <p:val>
                                            <p:strVal val="#ppt_w*1.09624"/>
                                          </p:val>
                                        </p:tav>
                                        <p:tav tm="79628">
                                          <p:val>
                                            <p:strVal val="#ppt_w*1.08695"/>
                                          </p:val>
                                        </p:tav>
                                        <p:tav tm="83764">
                                          <p:val>
                                            <p:strVal val="#ppt_w*1.01561"/>
                                          </p:val>
                                        </p:tav>
                                        <p:tav tm="86867">
                                          <p:val>
                                            <p:strVal val="#ppt_w*0.98696"/>
                                          </p:val>
                                        </p:tav>
                                        <p:tav tm="88935">
                                          <p:val>
                                            <p:strVal val="#ppt_w*0.98439"/>
                                          </p:val>
                                        </p:tav>
                                        <p:tav tm="95140">
                                          <p:val>
                                            <p:strVal val="#ppt_w*0.99984"/>
                                          </p:val>
                                        </p:tav>
                                        <p:tav tm="9927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22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7218">
                                          <p:val>
                                            <p:strVal val="#ppt_h*0.4"/>
                                          </p:val>
                                        </p:tav>
                                        <p:tav tm="68252">
                                          <p:val>
                                            <p:strVal val="#ppt_h*0.407"/>
                                          </p:val>
                                        </p:tav>
                                        <p:tav tm="69286">
                                          <p:val>
                                            <p:strVal val="#ppt_h*0.45798"/>
                                          </p:val>
                                        </p:tav>
                                        <p:tav tm="70321">
                                          <p:val>
                                            <p:strVal val="#ppt_h*0.55608"/>
                                          </p:val>
                                        </p:tav>
                                        <p:tav tm="72389">
                                          <p:val>
                                            <p:strVal val="#ppt_h*0.78996"/>
                                          </p:val>
                                        </p:tav>
                                        <p:tav tm="73423">
                                          <p:val>
                                            <p:strVal val="#ppt_h*0.89411"/>
                                          </p:val>
                                        </p:tav>
                                        <p:tav tm="74457">
                                          <p:val>
                                            <p:strVal val="#ppt_h*0.9792"/>
                                          </p:val>
                                        </p:tav>
                                        <p:tav tm="75491">
                                          <p:val>
                                            <p:strVal val="#ppt_h*1.03931"/>
                                          </p:val>
                                        </p:tav>
                                        <p:tav tm="76525">
                                          <p:val>
                                            <p:strVal val="#ppt_h*1.07713"/>
                                          </p:val>
                                        </p:tav>
                                        <p:tav tm="77559">
                                          <p:val>
                                            <p:strVal val="#ppt_h*1.09499"/>
                                          </p:val>
                                        </p:tav>
                                        <p:tav tm="78594">
                                          <p:val>
                                            <p:strVal val="#ppt_h*1.09624"/>
                                          </p:val>
                                        </p:tav>
                                        <p:tav tm="79628">
                                          <p:val>
                                            <p:strVal val="#ppt_h*1.08695"/>
                                          </p:val>
                                        </p:tav>
                                        <p:tav tm="83764">
                                          <p:val>
                                            <p:strVal val="#ppt_h*1.01561"/>
                                          </p:val>
                                        </p:tav>
                                        <p:tav tm="86867">
                                          <p:val>
                                            <p:strVal val="#ppt_h*0.98696"/>
                                          </p:val>
                                        </p:tav>
                                        <p:tav tm="88935">
                                          <p:val>
                                            <p:strVal val="#ppt_h*0.98439"/>
                                          </p:val>
                                        </p:tav>
                                        <p:tav tm="95140">
                                          <p:val>
                                            <p:strVal val="#ppt_h*0.99984"/>
                                          </p:val>
                                        </p:tav>
                                        <p:tav tm="9927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322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5"/>
                                          </p:val>
                                        </p:tav>
                                        <p:tav tm="67218">
                                          <p:val>
                                            <p:fltVal val="165"/>
                                          </p:val>
                                        </p:tav>
                                        <p:tav tm="68252">
                                          <p:val>
                                            <p:fltVal val="167.27"/>
                                          </p:val>
                                        </p:tav>
                                        <p:tav tm="69286">
                                          <p:val>
                                            <p:fltVal val="183.84"/>
                                          </p:val>
                                        </p:tav>
                                        <p:tav tm="70321">
                                          <p:val>
                                            <p:fltVal val="215.73"/>
                                          </p:val>
                                        </p:tav>
                                        <p:tav tm="72389">
                                          <p:val>
                                            <p:fltVal val="291.74"/>
                                          </p:val>
                                        </p:tav>
                                        <p:tav tm="73423">
                                          <p:val>
                                            <p:fltVal val="325.59"/>
                                          </p:val>
                                        </p:tav>
                                        <p:tav tm="74457">
                                          <p:val>
                                            <p:fltVal val="353.24"/>
                                          </p:val>
                                        </p:tav>
                                        <p:tav tm="75491">
                                          <p:val>
                                            <p:fltVal val="372.78"/>
                                          </p:val>
                                        </p:tav>
                                        <p:tav tm="76525">
                                          <p:val>
                                            <p:fltVal val="385.07"/>
                                          </p:val>
                                        </p:tav>
                                        <p:tav tm="77559">
                                          <p:val>
                                            <p:fltVal val="390.87"/>
                                          </p:val>
                                        </p:tav>
                                        <p:tav tm="78594">
                                          <p:val>
                                            <p:fltVal val="391.28"/>
                                          </p:val>
                                        </p:tav>
                                        <p:tav tm="79628">
                                          <p:val>
                                            <p:fltVal val="388.26"/>
                                          </p:val>
                                        </p:tav>
                                        <p:tav tm="80662">
                                          <p:val>
                                            <p:fltVal val="382.9"/>
                                          </p:val>
                                        </p:tav>
                                        <p:tav tm="82730">
                                          <p:val>
                                            <p:fltVal val="370.5"/>
                                          </p:val>
                                        </p:tav>
                                        <p:tav tm="83764">
                                          <p:val>
                                            <p:fltVal val="365.07"/>
                                          </p:val>
                                        </p:tav>
                                        <p:tav tm="84798">
                                          <p:val>
                                            <p:fltVal val="360.71"/>
                                          </p:val>
                                        </p:tav>
                                        <p:tav tm="85832">
                                          <p:val>
                                            <p:fltVal val="357.65"/>
                                          </p:val>
                                        </p:tav>
                                        <p:tav tm="86867">
                                          <p:val>
                                            <p:fltVal val="355.76"/>
                                          </p:val>
                                        </p:tav>
                                        <p:tav tm="87901">
                                          <p:val>
                                            <p:fltVal val="354.92"/>
                                          </p:val>
                                        </p:tav>
                                        <p:tav tm="88935">
                                          <p:val>
                                            <p:fltVal val="354.93"/>
                                          </p:val>
                                        </p:tav>
                                        <p:tav tm="95140">
                                          <p:val>
                                            <p:fltVal val="359.95"/>
                                          </p:val>
                                        </p:tav>
                                        <p:tav tm="98242">
                                          <p:val>
                                            <p:fltVal val="360.83"/>
                                          </p:val>
                                        </p:tav>
                                        <p:tav tm="9927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2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67">
                                          <p:stCondLst>
                                            <p:cond delay="22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0" dur="32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30573"/>
                                          </p:val>
                                        </p:tav>
                                        <p:tav tm="68020">
                                          <p:val>
                                            <p:strVal val="#ppt_x-0.30573"/>
                                          </p:val>
                                        </p:tav>
                                        <p:tav tm="69036">
                                          <p:val>
                                            <p:strVal val="#ppt_x-0.29979"/>
                                          </p:val>
                                        </p:tav>
                                        <p:tav tm="70051">
                                          <p:val>
                                            <p:strVal val="#ppt_x-0.26697"/>
                                          </p:val>
                                        </p:tav>
                                        <p:tav tm="71066">
                                          <p:val>
                                            <p:strVal val="#ppt_x-0.21514"/>
                                          </p:val>
                                        </p:tav>
                                        <p:tav tm="72081">
                                          <p:val>
                                            <p:strVal val="#ppt_x-0.15471"/>
                                          </p:val>
                                        </p:tav>
                                        <p:tav tm="73096">
                                          <p:val>
                                            <p:strVal val="#ppt_x-0.09578"/>
                                          </p:val>
                                        </p:tav>
                                        <p:tav tm="74112">
                                          <p:val>
                                            <p:strVal val="#ppt_x-0.04425"/>
                                          </p:val>
                                        </p:tav>
                                        <p:tav tm="75127">
                                          <p:val>
                                            <p:strVal val="#ppt_x-0.00383"/>
                                          </p:val>
                                        </p:tav>
                                        <p:tav tm="76142">
                                          <p:val>
                                            <p:strVal val="#ppt_x+0.02528"/>
                                          </p:val>
                                        </p:tav>
                                        <p:tav tm="77157">
                                          <p:val>
                                            <p:strVal val="#ppt_x+0.04177"/>
                                          </p:val>
                                        </p:tav>
                                        <p:tav tm="78173">
                                          <p:val>
                                            <p:strVal val="#ppt_x+0.04907"/>
                                          </p:val>
                                        </p:tav>
                                        <p:tav tm="79188">
                                          <p:val>
                                            <p:strVal val="#ppt_x+0.04853"/>
                                          </p:val>
                                        </p:tav>
                                        <p:tav tm="80203">
                                          <p:val>
                                            <p:strVal val="#ppt_x+0.04274"/>
                                          </p:val>
                                        </p:tav>
                                        <p:tav tm="81218">
                                          <p:val>
                                            <p:strVal val="#ppt_x+0.03406"/>
                                          </p:val>
                                        </p:tav>
                                        <p:tav tm="83249">
                                          <p:val>
                                            <p:strVal val="#ppt_x+0.01465"/>
                                          </p:val>
                                        </p:tav>
                                        <p:tav tm="84264">
                                          <p:val>
                                            <p:strVal val="#ppt_x+0.00641"/>
                                          </p:val>
                                        </p:tav>
                                        <p:tav tm="85279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86294">
                                          <p:val>
                                            <p:strVal val="#ppt_x-0.00449"/>
                                          </p:val>
                                        </p:tav>
                                        <p:tav tm="87310">
                                          <p:val>
                                            <p:strVal val="#ppt_x-0.00701"/>
                                          </p:val>
                                        </p:tav>
                                        <p:tav tm="88325">
                                          <p:val>
                                            <p:strVal val="#ppt_x-0.00805"/>
                                          </p:val>
                                        </p:tav>
                                        <p:tav tm="89340">
                                          <p:val>
                                            <p:strVal val="#ppt_x-0.00786"/>
                                          </p:val>
                                        </p:tav>
                                        <p:tav tm="90355">
                                          <p:val>
                                            <p:strVal val="#ppt_x-0.00682"/>
                                          </p:val>
                                        </p:tav>
                                        <p:tav tm="94416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96447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98477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9949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32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82037"/>
                                          </p:val>
                                        </p:tav>
                                        <p:tav tm="68020">
                                          <p:val>
                                            <p:strVal val="#ppt_y-0.82037"/>
                                          </p:val>
                                        </p:tav>
                                        <p:tav tm="69036">
                                          <p:val>
                                            <p:strVal val="#ppt_y-0.80442"/>
                                          </p:val>
                                        </p:tav>
                                        <p:tav tm="70051">
                                          <p:val>
                                            <p:strVal val="#ppt_y-0.71636"/>
                                          </p:val>
                                        </p:tav>
                                        <p:tav tm="71066">
                                          <p:val>
                                            <p:strVal val="#ppt_y-0.57729"/>
                                          </p:val>
                                        </p:tav>
                                        <p:tav tm="72081">
                                          <p:val>
                                            <p:strVal val="#ppt_y-0.41512"/>
                                          </p:val>
                                        </p:tav>
                                        <p:tav tm="73096">
                                          <p:val>
                                            <p:strVal val="#ppt_y-0.25702"/>
                                          </p:val>
                                        </p:tav>
                                        <p:tav tm="74112">
                                          <p:val>
                                            <p:strVal val="#ppt_y-0.11874"/>
                                          </p:val>
                                        </p:tav>
                                        <p:tav tm="75127">
                                          <p:val>
                                            <p:strVal val="#ppt_y-0.01027"/>
                                          </p:val>
                                        </p:tav>
                                        <p:tav tm="76142">
                                          <p:val>
                                            <p:strVal val="#ppt_y+0.06784"/>
                                          </p:val>
                                        </p:tav>
                                        <p:tav tm="77157">
                                          <p:val>
                                            <p:strVal val="#ppt_y+0.11208"/>
                                          </p:val>
                                        </p:tav>
                                        <p:tav tm="78173">
                                          <p:val>
                                            <p:strVal val="#ppt_y+0.13167"/>
                                          </p:val>
                                        </p:tav>
                                        <p:tav tm="79188">
                                          <p:val>
                                            <p:strVal val="#ppt_y+0.13023"/>
                                          </p:val>
                                        </p:tav>
                                        <p:tav tm="80203">
                                          <p:val>
                                            <p:strVal val="#ppt_y+0.11469"/>
                                          </p:val>
                                        </p:tav>
                                        <p:tav tm="81218">
                                          <p:val>
                                            <p:strVal val="#ppt_y+0.09139"/>
                                          </p:val>
                                        </p:tav>
                                        <p:tav tm="83249">
                                          <p:val>
                                            <p:strVal val="#ppt_y+0.03931"/>
                                          </p:val>
                                        </p:tav>
                                        <p:tav tm="84264">
                                          <p:val>
                                            <p:strVal val="#ppt_y+0.01719"/>
                                          </p:val>
                                        </p:tav>
                                        <p:tav tm="85279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86294">
                                          <p:val>
                                            <p:strVal val="#ppt_y-0.01206"/>
                                          </p:val>
                                        </p:tav>
                                        <p:tav tm="87310">
                                          <p:val>
                                            <p:strVal val="#ppt_y-0.0188"/>
                                          </p:val>
                                        </p:tav>
                                        <p:tav tm="88325">
                                          <p:val>
                                            <p:strVal val="#ppt_y-0.02161"/>
                                          </p:val>
                                        </p:tav>
                                        <p:tav tm="89340">
                                          <p:val>
                                            <p:strVal val="#ppt_y-0.02108"/>
                                          </p:val>
                                        </p:tav>
                                        <p:tav tm="90355">
                                          <p:val>
                                            <p:strVal val="#ppt_y-0.01831"/>
                                          </p:val>
                                        </p:tav>
                                        <p:tav tm="94416">
                                          <p:val>
                                            <p:strVal val="#ppt_y-0.00246"/>
                                          </p:val>
                                        </p:tav>
                                        <p:tav tm="96447">
                                          <p:val>
                                            <p:strVal val="#ppt_y+0.00213"/>
                                          </p:val>
                                        </p:tav>
                                        <p:tav tm="97462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98477">
                                          <p:val>
                                            <p:strVal val="#ppt_y+0.00282"/>
                                          </p:val>
                                        </p:tav>
                                        <p:tav tm="9949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32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8020">
                                          <p:val>
                                            <p:strVal val="#ppt_w*0.4"/>
                                          </p:val>
                                        </p:tav>
                                        <p:tav tm="69036">
                                          <p:val>
                                            <p:strVal val="#ppt_w*0.41166"/>
                                          </p:val>
                                        </p:tav>
                                        <p:tav tm="70051">
                                          <p:val>
                                            <p:strVal val="#ppt_w*0.47607"/>
                                          </p:val>
                                        </p:tav>
                                        <p:tav tm="71066">
                                          <p:val>
                                            <p:strVal val="#ppt_w*0.57778"/>
                                          </p:val>
                                        </p:tav>
                                        <p:tav tm="73096">
                                          <p:val>
                                            <p:strVal val="#ppt_w*0.81202"/>
                                          </p:val>
                                        </p:tav>
                                        <p:tav tm="74112">
                                          <p:val>
                                            <p:strVal val="#ppt_w*0.91316"/>
                                          </p:val>
                                        </p:tav>
                                        <p:tav tm="75127">
                                          <p:val>
                                            <p:strVal val="#ppt_w*0.99249"/>
                                          </p:val>
                                        </p:tav>
                                        <p:tav tm="76142">
                                          <p:val>
                                            <p:strVal val="#ppt_w*1.04962"/>
                                          </p:val>
                                        </p:tav>
                                        <p:tav tm="77157">
                                          <p:val>
                                            <p:strVal val="#ppt_w*1.08197"/>
                                          </p:val>
                                        </p:tav>
                                        <p:tav tm="78173">
                                          <p:val>
                                            <p:strVal val="#ppt_w*1.0963"/>
                                          </p:val>
                                        </p:tav>
                                        <p:tav tm="79188">
                                          <p:val>
                                            <p:strVal val="#ppt_w*1.09524"/>
                                          </p:val>
                                        </p:tav>
                                        <p:tav tm="80203">
                                          <p:val>
                                            <p:strVal val="#ppt_w*1.08388"/>
                                          </p:val>
                                        </p:tav>
                                        <p:tav tm="84264">
                                          <p:val>
                                            <p:strVal val="#ppt_w*1.01258"/>
                                          </p:val>
                                        </p:tav>
                                        <p:tav tm="87310">
                                          <p:val>
                                            <p:strVal val="#ppt_w*0.98625"/>
                                          </p:val>
                                        </p:tav>
                                        <p:tav tm="89340">
                                          <p:val>
                                            <p:strVal val="#ppt_w*0.98458"/>
                                          </p:val>
                                        </p:tav>
                                        <p:tav tm="96447">
                                          <p:val>
                                            <p:strVal val="#ppt_w*1.00156"/>
                                          </p:val>
                                        </p:tav>
                                        <p:tav tm="9949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2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8020">
                                          <p:val>
                                            <p:strVal val="#ppt_h*0.4"/>
                                          </p:val>
                                        </p:tav>
                                        <p:tav tm="69036">
                                          <p:val>
                                            <p:strVal val="#ppt_h*0.41166"/>
                                          </p:val>
                                        </p:tav>
                                        <p:tav tm="70051">
                                          <p:val>
                                            <p:strVal val="#ppt_h*0.47607"/>
                                          </p:val>
                                        </p:tav>
                                        <p:tav tm="71066">
                                          <p:val>
                                            <p:strVal val="#ppt_h*0.57778"/>
                                          </p:val>
                                        </p:tav>
                                        <p:tav tm="73096">
                                          <p:val>
                                            <p:strVal val="#ppt_h*0.81202"/>
                                          </p:val>
                                        </p:tav>
                                        <p:tav tm="74112">
                                          <p:val>
                                            <p:strVal val="#ppt_h*0.91316"/>
                                          </p:val>
                                        </p:tav>
                                        <p:tav tm="75127">
                                          <p:val>
                                            <p:strVal val="#ppt_h*0.99249"/>
                                          </p:val>
                                        </p:tav>
                                        <p:tav tm="76142">
                                          <p:val>
                                            <p:strVal val="#ppt_h*1.04962"/>
                                          </p:val>
                                        </p:tav>
                                        <p:tav tm="77157">
                                          <p:val>
                                            <p:strVal val="#ppt_h*1.08197"/>
                                          </p:val>
                                        </p:tav>
                                        <p:tav tm="78173">
                                          <p:val>
                                            <p:strVal val="#ppt_h*1.0963"/>
                                          </p:val>
                                        </p:tav>
                                        <p:tav tm="79188">
                                          <p:val>
                                            <p:strVal val="#ppt_h*1.09524"/>
                                          </p:val>
                                        </p:tav>
                                        <p:tav tm="80203">
                                          <p:val>
                                            <p:strVal val="#ppt_h*1.08388"/>
                                          </p:val>
                                        </p:tav>
                                        <p:tav tm="84264">
                                          <p:val>
                                            <p:strVal val="#ppt_h*1.01258"/>
                                          </p:val>
                                        </p:tav>
                                        <p:tav tm="87310">
                                          <p:val>
                                            <p:strVal val="#ppt_h*0.98625"/>
                                          </p:val>
                                        </p:tav>
                                        <p:tav tm="89340">
                                          <p:val>
                                            <p:strVal val="#ppt_h*0.98458"/>
                                          </p:val>
                                        </p:tav>
                                        <p:tav tm="96447">
                                          <p:val>
                                            <p:strVal val="#ppt_h*1.00156"/>
                                          </p:val>
                                        </p:tav>
                                        <p:tav tm="99492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328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7"/>
                                          </p:val>
                                        </p:tav>
                                        <p:tav tm="68020">
                                          <p:val>
                                            <p:fltVal val="-97"/>
                                          </p:val>
                                        </p:tav>
                                        <p:tav tm="69036">
                                          <p:val>
                                            <p:fltVal val="-95.11"/>
                                          </p:val>
                                        </p:tav>
                                        <p:tav tm="70051">
                                          <p:val>
                                            <p:fltVal val="-84.7"/>
                                          </p:val>
                                        </p:tav>
                                        <p:tav tm="71066">
                                          <p:val>
                                            <p:fltVal val="-68.26"/>
                                          </p:val>
                                        </p:tav>
                                        <p:tav tm="73096">
                                          <p:val>
                                            <p:fltVal val="-30.39"/>
                                          </p:val>
                                        </p:tav>
                                        <p:tav tm="74112">
                                          <p:val>
                                            <p:fltVal val="-14.04"/>
                                          </p:val>
                                        </p:tav>
                                        <p:tav tm="75127">
                                          <p:val>
                                            <p:fltVal val="-1.21"/>
                                          </p:val>
                                        </p:tav>
                                        <p:tav tm="76142">
                                          <p:val>
                                            <p:fltVal val="8.02"/>
                                          </p:val>
                                        </p:tav>
                                        <p:tav tm="77157">
                                          <p:val>
                                            <p:fltVal val="13.25"/>
                                          </p:val>
                                        </p:tav>
                                        <p:tav tm="78173">
                                          <p:val>
                                            <p:fltVal val="15.57"/>
                                          </p:val>
                                        </p:tav>
                                        <p:tav tm="79188">
                                          <p:val>
                                            <p:fltVal val="15.4"/>
                                          </p:val>
                                        </p:tav>
                                        <p:tav tm="80203">
                                          <p:val>
                                            <p:fltVal val="13.56"/>
                                          </p:val>
                                        </p:tav>
                                        <p:tav tm="84264">
                                          <p:val>
                                            <p:fltVal val="2.03"/>
                                          </p:val>
                                        </p:tav>
                                        <p:tav tm="86294">
                                          <p:val>
                                            <p:fltVal val="-1.43"/>
                                          </p:val>
                                        </p:tav>
                                        <p:tav tm="87310">
                                          <p:val>
                                            <p:fltVal val="-2.22"/>
                                          </p:val>
                                        </p:tav>
                                        <p:tav tm="89340">
                                          <p:val>
                                            <p:fltVal val="-2.49"/>
                                          </p:val>
                                        </p:tav>
                                        <p:tav tm="96447">
                                          <p:val>
                                            <p:fltVal val="0.25"/>
                                          </p:val>
                                        </p:tav>
                                        <p:tav tm="99492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3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7" dur="67">
                                          <p:stCondLst>
                                            <p:cond delay="23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28" dur="33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24635"/>
                                          </p:val>
                                        </p:tav>
                                        <p:tav tm="68794">
                                          <p:val>
                                            <p:strVal val="#ppt_x+0.24635"/>
                                          </p:val>
                                        </p:tav>
                                        <p:tav tm="69791">
                                          <p:val>
                                            <p:strVal val="#ppt_x+0.23845"/>
                                          </p:val>
                                        </p:tav>
                                        <p:tav tm="70788">
                                          <p:val>
                                            <p:strVal val="#ppt_x+0.2077"/>
                                          </p:val>
                                        </p:tav>
                                        <p:tav tm="71785">
                                          <p:val>
                                            <p:strVal val="#ppt_x+0.16368"/>
                                          </p:val>
                                        </p:tav>
                                        <p:tav tm="72782">
                                          <p:val>
                                            <p:strVal val="#ppt_x+0.11482"/>
                                          </p:val>
                                        </p:tav>
                                        <p:tav tm="73779">
                                          <p:val>
                                            <p:strVal val="#ppt_x+0.06839"/>
                                          </p:val>
                                        </p:tav>
                                        <p:tav tm="74776">
                                          <p:val>
                                            <p:strVal val="#ppt_x+0.02827"/>
                                          </p:val>
                                        </p:tav>
                                        <p:tav tm="75773">
                                          <p:val>
                                            <p:strVal val="#ppt_x-0.00237"/>
                                          </p:val>
                                        </p:tav>
                                        <p:tav tm="76770">
                                          <p:val>
                                            <p:strVal val="#ppt_x-0.02343"/>
                                          </p:val>
                                        </p:tav>
                                        <p:tav tm="77767">
                                          <p:val>
                                            <p:strVal val="#ppt_x-0.03564"/>
                                          </p:val>
                                        </p:tav>
                                        <p:tav tm="78764">
                                          <p:val>
                                            <p:strVal val="#ppt_x-0.03978"/>
                                          </p:val>
                                        </p:tav>
                                        <p:tav tm="79761">
                                          <p:val>
                                            <p:strVal val="#ppt_x-0.03851"/>
                                          </p:val>
                                        </p:tav>
                                        <p:tav tm="80758">
                                          <p:val>
                                            <p:strVal val="#ppt_x-0.03318"/>
                                          </p:val>
                                        </p:tav>
                                        <p:tav tm="83749">
                                          <p:val>
                                            <p:strVal val="#ppt_x-0.01039"/>
                                          </p:val>
                                        </p:tav>
                                        <p:tav tm="84746">
                                          <p:val>
                                            <p:strVal val="#ppt_x-0.00399"/>
                                          </p:val>
                                        </p:tav>
                                        <p:tav tm="85743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86740">
                                          <p:val>
                                            <p:strVal val="#ppt_x+0.00409"/>
                                          </p:val>
                                        </p:tav>
                                        <p:tav tm="87737">
                                          <p:val>
                                            <p:strVal val="#ppt_x+0.00594"/>
                                          </p:val>
                                        </p:tav>
                                        <p:tav tm="88734">
                                          <p:val>
                                            <p:strVal val="#ppt_x+0.0065"/>
                                          </p:val>
                                        </p:tav>
                                        <p:tav tm="89731">
                                          <p:val>
                                            <p:strVal val="#ppt_x+0.00622"/>
                                          </p:val>
                                        </p:tav>
                                        <p:tav tm="94716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96710">
                                          <p:val>
                                            <p:strVal val="#ppt_x-0.00071"/>
                                          </p:val>
                                        </p:tav>
                                        <p:tav tm="97707">
                                          <p:val>
                                            <p:strVal val="#ppt_x-0.001"/>
                                          </p:val>
                                        </p:tav>
                                        <p:tav tm="99701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33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58333"/>
                                          </p:val>
                                        </p:tav>
                                        <p:tav tm="68794">
                                          <p:val>
                                            <p:strVal val="#ppt_y-0.58333"/>
                                          </p:val>
                                        </p:tav>
                                        <p:tav tm="69791">
                                          <p:val>
                                            <p:strVal val="#ppt_y-0.56462"/>
                                          </p:val>
                                        </p:tav>
                                        <p:tav tm="70788">
                                          <p:val>
                                            <p:strVal val="#ppt_y-0.49179"/>
                                          </p:val>
                                        </p:tav>
                                        <p:tav tm="71785">
                                          <p:val>
                                            <p:strVal val="#ppt_y-0.38757"/>
                                          </p:val>
                                        </p:tav>
                                        <p:tav tm="72782">
                                          <p:val>
                                            <p:strVal val="#ppt_y-0.27188"/>
                                          </p:val>
                                        </p:tav>
                                        <p:tav tm="73779">
                                          <p:val>
                                            <p:strVal val="#ppt_y-0.16194"/>
                                          </p:val>
                                        </p:tav>
                                        <p:tav tm="74776">
                                          <p:val>
                                            <p:strVal val="#ppt_y-0.06693"/>
                                          </p:val>
                                        </p:tav>
                                        <p:tav tm="75773">
                                          <p:val>
                                            <p:strVal val="#ppt_y+0.00561"/>
                                          </p:val>
                                        </p:tav>
                                        <p:tav tm="76770">
                                          <p:val>
                                            <p:strVal val="#ppt_y+0.05548"/>
                                          </p:val>
                                        </p:tav>
                                        <p:tav tm="77767">
                                          <p:val>
                                            <p:strVal val="#ppt_y+0.0844"/>
                                          </p:val>
                                        </p:tav>
                                        <p:tav tm="78764">
                                          <p:val>
                                            <p:strVal val="#ppt_y+0.09418"/>
                                          </p:val>
                                        </p:tav>
                                        <p:tav tm="79761">
                                          <p:val>
                                            <p:strVal val="#ppt_y+0.09119"/>
                                          </p:val>
                                        </p:tav>
                                        <p:tav tm="80758">
                                          <p:val>
                                            <p:strVal val="#ppt_y+0.07856"/>
                                          </p:val>
                                        </p:tav>
                                        <p:tav tm="81755">
                                          <p:val>
                                            <p:strVal val="#ppt_y+0.06121"/>
                                          </p:val>
                                        </p:tav>
                                        <p:tav tm="82752">
                                          <p:val>
                                            <p:strVal val="#ppt_y+0.04231"/>
                                          </p:val>
                                        </p:tav>
                                        <p:tav tm="83749">
                                          <p:val>
                                            <p:strVal val="#ppt_y+0.02461"/>
                                          </p:val>
                                        </p:tav>
                                        <p:tav tm="84746">
                                          <p:val>
                                            <p:strVal val="#ppt_y+0.00945"/>
                                          </p:val>
                                        </p:tav>
                                        <p:tav tm="85743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86740">
                                          <p:val>
                                            <p:strVal val="#ppt_y-0.0097"/>
                                          </p:val>
                                        </p:tav>
                                        <p:tav tm="87737">
                                          <p:val>
                                            <p:strVal val="#ppt_y-0.01406"/>
                                          </p:val>
                                        </p:tav>
                                        <p:tav tm="88734">
                                          <p:val>
                                            <p:strVal val="#ppt_y-0.0154"/>
                                          </p:val>
                                        </p:tav>
                                        <p:tav tm="89731">
                                          <p:val>
                                            <p:strVal val="#ppt_y-0.01473"/>
                                          </p:val>
                                        </p:tav>
                                        <p:tav tm="94716">
                                          <p:val>
                                            <p:strVal val="#ppt_y-0.00131"/>
                                          </p:val>
                                        </p:tav>
                                        <p:tav tm="96710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7707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9970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33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8794">
                                          <p:val>
                                            <p:strVal val="#ppt_w*0.4"/>
                                          </p:val>
                                        </p:tav>
                                        <p:tav tm="69791">
                                          <p:val>
                                            <p:strVal val="#ppt_w*0.41925"/>
                                          </p:val>
                                        </p:tav>
                                        <p:tav tm="70788">
                                          <p:val>
                                            <p:strVal val="#ppt_w*0.49415"/>
                                          </p:val>
                                        </p:tav>
                                        <p:tav tm="71785">
                                          <p:val>
                                            <p:strVal val="#ppt_w*0.60136"/>
                                          </p:val>
                                        </p:tav>
                                        <p:tav tm="73779">
                                          <p:val>
                                            <p:strVal val="#ppt_w*0.83343"/>
                                          </p:val>
                                        </p:tav>
                                        <p:tav tm="74776">
                                          <p:val>
                                            <p:strVal val="#ppt_w*0.93116"/>
                                          </p:val>
                                        </p:tav>
                                        <p:tav tm="75773">
                                          <p:val>
                                            <p:strVal val="#ppt_w*1.00577"/>
                                          </p:val>
                                        </p:tav>
                                        <p:tav tm="76770">
                                          <p:val>
                                            <p:strVal val="#ppt_w*1.05707"/>
                                          </p:val>
                                        </p:tav>
                                        <p:tav tm="77767">
                                          <p:val>
                                            <p:strVal val="#ppt_w*1.08681"/>
                                          </p:val>
                                        </p:tav>
                                        <p:tav tm="78764">
                                          <p:val>
                                            <p:strVal val="#ppt_w*1.09688"/>
                                          </p:val>
                                        </p:tav>
                                        <p:tav tm="79761">
                                          <p:val>
                                            <p:strVal val="#ppt_w*1.09379"/>
                                          </p:val>
                                        </p:tav>
                                        <p:tav tm="84746">
                                          <p:val>
                                            <p:strVal val="#ppt_w*1.00972"/>
                                          </p:val>
                                        </p:tav>
                                        <p:tav tm="87737">
                                          <p:val>
                                            <p:strVal val="#ppt_w*0.98554"/>
                                          </p:val>
                                        </p:tav>
                                        <p:tav tm="89731">
                                          <p:val>
                                            <p:strVal val="#ppt_w*0.98485"/>
                                          </p:val>
                                        </p:tav>
                                        <p:tav tm="96710">
                                          <p:val>
                                            <p:strVal val="#ppt_w*1.00173"/>
                                          </p:val>
                                        </p:tav>
                                        <p:tav tm="99701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3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8794">
                                          <p:val>
                                            <p:strVal val="#ppt_h*0.4"/>
                                          </p:val>
                                        </p:tav>
                                        <p:tav tm="69791">
                                          <p:val>
                                            <p:strVal val="#ppt_h*0.41925"/>
                                          </p:val>
                                        </p:tav>
                                        <p:tav tm="70788">
                                          <p:val>
                                            <p:strVal val="#ppt_h*0.49415"/>
                                          </p:val>
                                        </p:tav>
                                        <p:tav tm="71785">
                                          <p:val>
                                            <p:strVal val="#ppt_h*0.60136"/>
                                          </p:val>
                                        </p:tav>
                                        <p:tav tm="73779">
                                          <p:val>
                                            <p:strVal val="#ppt_h*0.83343"/>
                                          </p:val>
                                        </p:tav>
                                        <p:tav tm="74776">
                                          <p:val>
                                            <p:strVal val="#ppt_h*0.93116"/>
                                          </p:val>
                                        </p:tav>
                                        <p:tav tm="75773">
                                          <p:val>
                                            <p:strVal val="#ppt_h*1.00577"/>
                                          </p:val>
                                        </p:tav>
                                        <p:tav tm="76770">
                                          <p:val>
                                            <p:strVal val="#ppt_h*1.05707"/>
                                          </p:val>
                                        </p:tav>
                                        <p:tav tm="77767">
                                          <p:val>
                                            <p:strVal val="#ppt_h*1.08681"/>
                                          </p:val>
                                        </p:tav>
                                        <p:tav tm="78764">
                                          <p:val>
                                            <p:strVal val="#ppt_h*1.09688"/>
                                          </p:val>
                                        </p:tav>
                                        <p:tav tm="79761">
                                          <p:val>
                                            <p:strVal val="#ppt_h*1.09379"/>
                                          </p:val>
                                        </p:tav>
                                        <p:tav tm="84746">
                                          <p:val>
                                            <p:strVal val="#ppt_h*1.00972"/>
                                          </p:val>
                                        </p:tav>
                                        <p:tav tm="87737">
                                          <p:val>
                                            <p:strVal val="#ppt_h*0.98554"/>
                                          </p:val>
                                        </p:tav>
                                        <p:tav tm="89731">
                                          <p:val>
                                            <p:strVal val="#ppt_h*0.98485"/>
                                          </p:val>
                                        </p:tav>
                                        <p:tav tm="96710">
                                          <p:val>
                                            <p:strVal val="#ppt_h*1.00173"/>
                                          </p:val>
                                        </p:tav>
                                        <p:tav tm="99701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334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0"/>
                                          </p:val>
                                        </p:tav>
                                        <p:tav tm="68794">
                                          <p:val>
                                            <p:fltVal val="180"/>
                                          </p:val>
                                        </p:tav>
                                        <p:tav tm="69791">
                                          <p:val>
                                            <p:fltVal val="174.23"/>
                                          </p:val>
                                        </p:tav>
                                        <p:tav tm="70788">
                                          <p:val>
                                            <p:fltVal val="151.75"/>
                                          </p:val>
                                        </p:tav>
                                        <p:tav tm="71785">
                                          <p:val>
                                            <p:fltVal val="119.59"/>
                                          </p:val>
                                        </p:tav>
                                        <p:tav tm="72782">
                                          <p:val>
                                            <p:fltVal val="83.9"/>
                                          </p:val>
                                        </p:tav>
                                        <p:tav tm="73779">
                                          <p:val>
                                            <p:fltVal val="49.97"/>
                                          </p:val>
                                        </p:tav>
                                        <p:tav tm="74776">
                                          <p:val>
                                            <p:fltVal val="20.65"/>
                                          </p:val>
                                        </p:tav>
                                        <p:tav tm="75773">
                                          <p:val>
                                            <p:fltVal val="-1.73"/>
                                          </p:val>
                                        </p:tav>
                                        <p:tav tm="76770">
                                          <p:val>
                                            <p:fltVal val="-17.12"/>
                                          </p:val>
                                        </p:tav>
                                        <p:tav tm="77767">
                                          <p:val>
                                            <p:fltVal val="-26.04"/>
                                          </p:val>
                                        </p:tav>
                                        <p:tav tm="78764">
                                          <p:val>
                                            <p:fltVal val="-29.06"/>
                                          </p:val>
                                        </p:tav>
                                        <p:tav tm="79761">
                                          <p:val>
                                            <p:fltVal val="-28.14"/>
                                          </p:val>
                                        </p:tav>
                                        <p:tav tm="80758">
                                          <p:val>
                                            <p:fltVal val="-24.24"/>
                                          </p:val>
                                        </p:tav>
                                        <p:tav tm="83749">
                                          <p:val>
                                            <p:fltVal val="-7.59"/>
                                          </p:val>
                                        </p:tav>
                                        <p:tav tm="84746">
                                          <p:val>
                                            <p:fltVal val="-2.92"/>
                                          </p:val>
                                        </p:tav>
                                        <p:tav tm="85743">
                                          <p:val>
                                            <p:fltVal val="0.6"/>
                                          </p:val>
                                        </p:tav>
                                        <p:tav tm="86740">
                                          <p:val>
                                            <p:fltVal val="2.99"/>
                                          </p:val>
                                        </p:tav>
                                        <p:tav tm="87737">
                                          <p:val>
                                            <p:fltVal val="4.34"/>
                                          </p:val>
                                        </p:tav>
                                        <p:tav tm="88734">
                                          <p:val>
                                            <p:fltVal val="4.75"/>
                                          </p:val>
                                        </p:tav>
                                        <p:tav tm="89731">
                                          <p:val>
                                            <p:fltVal val="4.54"/>
                                          </p:val>
                                        </p:tav>
                                        <p:tav tm="94716">
                                          <p:val>
                                            <p:fltVal val="0.4"/>
                                          </p:val>
                                        </p:tav>
                                        <p:tav tm="96710">
                                          <p:val>
                                            <p:fltVal val="-0.52"/>
                                          </p:val>
                                        </p:tav>
                                        <p:tav tm="97707">
                                          <p:val>
                                            <p:fltVal val="-0.73"/>
                                          </p:val>
                                        </p:tav>
                                        <p:tav tm="99701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67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36" dur="34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875"/>
                                          </p:val>
                                        </p:tav>
                                        <p:tav tm="69540">
                                          <p:val>
                                            <p:strVal val="#ppt_x-0.1875"/>
                                          </p:val>
                                        </p:tav>
                                        <p:tav tm="70519">
                                          <p:val>
                                            <p:strVal val="#ppt_x-0.1776"/>
                                          </p:val>
                                        </p:tav>
                                        <p:tav tm="71499">
                                          <p:val>
                                            <p:strVal val="#ppt_x-0.15228"/>
                                          </p:val>
                                        </p:tav>
                                        <p:tav tm="72478">
                                          <p:val>
                                            <p:strVal val="#ppt_x-0.11721"/>
                                          </p:val>
                                        </p:tav>
                                        <p:tav tm="73457">
                                          <p:val>
                                            <p:strVal val="#ppt_x-0.0801"/>
                                          </p:val>
                                        </p:tav>
                                        <p:tav tm="74437">
                                          <p:val>
                                            <p:strVal val="#ppt_x-0.04536"/>
                                          </p:val>
                                        </p:tav>
                                        <p:tav tm="75416">
                                          <p:val>
                                            <p:strVal val="#ppt_x-0.01643"/>
                                          </p:val>
                                        </p:tav>
                                        <p:tav tm="76396">
                                          <p:val>
                                            <p:strVal val="#ppt_x+0.00584"/>
                                          </p:val>
                                        </p:tav>
                                        <p:tav tm="77375">
                                          <p:val>
                                            <p:strVal val="#ppt_x+0.02016"/>
                                          </p:val>
                                        </p:tav>
                                        <p:tav tm="78355">
                                          <p:val>
                                            <p:strVal val="#ppt_x+0.0281"/>
                                          </p:val>
                                        </p:tav>
                                        <p:tav tm="79334">
                                          <p:val>
                                            <p:strVal val="#ppt_x+0.03045"/>
                                          </p:val>
                                        </p:tav>
                                        <p:tav tm="80313">
                                          <p:val>
                                            <p:strVal val="#ppt_x+0.02862"/>
                                          </p:val>
                                        </p:tav>
                                        <p:tav tm="81293">
                                          <p:val>
                                            <p:strVal val="#ppt_x+0.02427"/>
                                          </p:val>
                                        </p:tav>
                                        <p:tav tm="84231">
                                          <p:val>
                                            <p:strVal val="#ppt_x+0.00684"/>
                                          </p:val>
                                        </p:tav>
                                        <p:tav tm="85211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8619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87169">
                                          <p:val>
                                            <p:strVal val="#ppt_x-0.00348"/>
                                          </p:val>
                                        </p:tav>
                                        <p:tav tm="88149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89128">
                                          <p:val>
                                            <p:strVal val="#ppt_x-0.00496"/>
                                          </p:val>
                                        </p:tav>
                                        <p:tav tm="90108">
                                          <p:val>
                                            <p:strVal val="#ppt_x-0.00461"/>
                                          </p:val>
                                        </p:tav>
                                        <p:tav tm="94025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95984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97943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4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8981"/>
                                          </p:val>
                                        </p:tav>
                                        <p:tav tm="69540">
                                          <p:val>
                                            <p:strVal val="#ppt_y-0.78981"/>
                                          </p:val>
                                        </p:tav>
                                        <p:tav tm="70519">
                                          <p:val>
                                            <p:strVal val="#ppt_y-0.7481"/>
                                          </p:val>
                                        </p:tav>
                                        <p:tav tm="71499">
                                          <p:val>
                                            <p:strVal val="#ppt_y-0.64147"/>
                                          </p:val>
                                        </p:tav>
                                        <p:tav tm="72478">
                                          <p:val>
                                            <p:strVal val="#ppt_y-0.49372"/>
                                          </p:val>
                                        </p:tav>
                                        <p:tav tm="73457">
                                          <p:val>
                                            <p:strVal val="#ppt_y-0.33739"/>
                                          </p:val>
                                        </p:tav>
                                        <p:tav tm="74437">
                                          <p:val>
                                            <p:strVal val="#ppt_y-0.19109"/>
                                          </p:val>
                                        </p:tav>
                                        <p:tav tm="75416">
                                          <p:val>
                                            <p:strVal val="#ppt_y-0.06921"/>
                                          </p:val>
                                        </p:tav>
                                        <p:tav tm="76396">
                                          <p:val>
                                            <p:strVal val="#ppt_y+0.0246"/>
                                          </p:val>
                                        </p:tav>
                                        <p:tav tm="77375">
                                          <p:val>
                                            <p:strVal val="#ppt_y+0.08493"/>
                                          </p:val>
                                        </p:tav>
                                        <p:tav tm="78355">
                                          <p:val>
                                            <p:strVal val="#ppt_y+0.11837"/>
                                          </p:val>
                                        </p:tav>
                                        <p:tav tm="79334">
                                          <p:val>
                                            <p:strVal val="#ppt_y+0.12828"/>
                                          </p:val>
                                        </p:tav>
                                        <p:tav tm="80313">
                                          <p:val>
                                            <p:strVal val="#ppt_y+0.12056"/>
                                          </p:val>
                                        </p:tav>
                                        <p:tav tm="81293">
                                          <p:val>
                                            <p:strVal val="#ppt_y+0.10224"/>
                                          </p:val>
                                        </p:tav>
                                        <p:tav tm="83252">
                                          <p:val>
                                            <p:strVal val="#ppt_y+0.05232"/>
                                          </p:val>
                                        </p:tav>
                                        <p:tav tm="84231">
                                          <p:val>
                                            <p:strVal val="#ppt_y+0.0288"/>
                                          </p:val>
                                        </p:tav>
                                        <p:tav tm="85211">
                                          <p:val>
                                            <p:strVal val="#ppt_y+0.00944"/>
                                          </p:val>
                                        </p:tav>
                                        <p:tav tm="86190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87169">
                                          <p:val>
                                            <p:strVal val="#ppt_y-0.01464"/>
                                          </p:val>
                                        </p:tav>
                                        <p:tav tm="88149">
                                          <p:val>
                                            <p:strVal val="#ppt_y-0.01963"/>
                                          </p:val>
                                        </p:tav>
                                        <p:tav tm="89128">
                                          <p:val>
                                            <p:strVal val="#ppt_y-0.0209"/>
                                          </p:val>
                                        </p:tav>
                                        <p:tav tm="90108">
                                          <p:val>
                                            <p:strVal val="#ppt_y-0.01941"/>
                                          </p:val>
                                        </p:tav>
                                        <p:tav tm="91087">
                                          <p:val>
                                            <p:strVal val="#ppt_y-0.01625"/>
                                          </p:val>
                                        </p:tav>
                                        <p:tav tm="94025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95984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97943">
                                          <p:val>
                                            <p:strVal val="#ppt_y+0.00328"/>
                                          </p:val>
                                        </p:tav>
                                        <p:tav tm="98923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34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4"/>
                                          </p:val>
                                        </p:tav>
                                        <p:tav tm="69540">
                                          <p:val>
                                            <p:strVal val="#ppt_w*0.4"/>
                                          </p:val>
                                        </p:tav>
                                        <p:tav tm="70519">
                                          <p:val>
                                            <p:strVal val="#ppt_w*0.43169"/>
                                          </p:val>
                                        </p:tav>
                                        <p:tav tm="71499">
                                          <p:val>
                                            <p:strVal val="#ppt_w*0.51269"/>
                                          </p:val>
                                        </p:tav>
                                        <p:tav tm="74437">
                                          <p:val>
                                            <p:strVal val="#ppt_w*0.85484"/>
                                          </p:val>
                                        </p:tav>
                                        <p:tav tm="75416">
                                          <p:val>
                                            <p:strVal val="#ppt_w*0.94742"/>
                                          </p:val>
                                        </p:tav>
                                        <p:tav tm="76396">
                                          <p:val>
                                            <p:strVal val="#ppt_w*1.01869"/>
                                          </p:val>
                                        </p:tav>
                                        <p:tav tm="77375">
                                          <p:val>
                                            <p:strVal val="#ppt_w*1.06452"/>
                                          </p:val>
                                        </p:tav>
                                        <p:tav tm="78355">
                                          <p:val>
                                            <p:strVal val="#ppt_w*1.08992"/>
                                          </p:val>
                                        </p:tav>
                                        <p:tav tm="79334">
                                          <p:val>
                                            <p:strVal val="#ppt_w*1.09745"/>
                                          </p:val>
                                        </p:tav>
                                        <p:tav tm="80313">
                                          <p:val>
                                            <p:strVal val="#ppt_w*1.09158"/>
                                          </p:val>
                                        </p:tav>
                                        <p:tav tm="85211">
                                          <p:val>
                                            <p:strVal val="#ppt_w*1.00717"/>
                                          </p:val>
                                        </p:tav>
                                        <p:tav tm="87169">
                                          <p:val>
                                            <p:strVal val="#ppt_w*0.98888"/>
                                          </p:val>
                                        </p:tav>
                                        <p:tav tm="89128">
                                          <p:val>
                                            <p:strVal val="#ppt_w*0.98412"/>
                                          </p:val>
                                        </p:tav>
                                        <p:tav tm="95984">
                                          <p:val>
                                            <p:strVal val="#ppt_w*1.000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4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4"/>
                                          </p:val>
                                        </p:tav>
                                        <p:tav tm="69540">
                                          <p:val>
                                            <p:strVal val="#ppt_h*0.4"/>
                                          </p:val>
                                        </p:tav>
                                        <p:tav tm="70519">
                                          <p:val>
                                            <p:strVal val="#ppt_h*0.43169"/>
                                          </p:val>
                                        </p:tav>
                                        <p:tav tm="71499">
                                          <p:val>
                                            <p:strVal val="#ppt_h*0.51269"/>
                                          </p:val>
                                        </p:tav>
                                        <p:tav tm="74437">
                                          <p:val>
                                            <p:strVal val="#ppt_h*0.85484"/>
                                          </p:val>
                                        </p:tav>
                                        <p:tav tm="75416">
                                          <p:val>
                                            <p:strVal val="#ppt_h*0.94742"/>
                                          </p:val>
                                        </p:tav>
                                        <p:tav tm="76396">
                                          <p:val>
                                            <p:strVal val="#ppt_h*1.01869"/>
                                          </p:val>
                                        </p:tav>
                                        <p:tav tm="77375">
                                          <p:val>
                                            <p:strVal val="#ppt_h*1.06452"/>
                                          </p:val>
                                        </p:tav>
                                        <p:tav tm="78355">
                                          <p:val>
                                            <p:strVal val="#ppt_h*1.08992"/>
                                          </p:val>
                                        </p:tav>
                                        <p:tav tm="79334">
                                          <p:val>
                                            <p:strVal val="#ppt_h*1.09745"/>
                                          </p:val>
                                        </p:tav>
                                        <p:tav tm="80313">
                                          <p:val>
                                            <p:strVal val="#ppt_h*1.09158"/>
                                          </p:val>
                                        </p:tav>
                                        <p:tav tm="85211">
                                          <p:val>
                                            <p:strVal val="#ppt_h*1.00717"/>
                                          </p:val>
                                        </p:tav>
                                        <p:tav tm="87169">
                                          <p:val>
                                            <p:strVal val="#ppt_h*0.98888"/>
                                          </p:val>
                                        </p:tav>
                                        <p:tav tm="89128">
                                          <p:val>
                                            <p:strVal val="#ppt_h*0.98412"/>
                                          </p:val>
                                        </p:tav>
                                        <p:tav tm="95984">
                                          <p:val>
                                            <p:strVal val="#ppt_h*1.0008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340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9"/>
                                          </p:val>
                                        </p:tav>
                                        <p:tav tm="69540">
                                          <p:val>
                                            <p:fltVal val="-19"/>
                                          </p:val>
                                        </p:tav>
                                        <p:tav tm="70519">
                                          <p:val>
                                            <p:fltVal val="-18"/>
                                          </p:val>
                                        </p:tav>
                                        <p:tav tm="71499">
                                          <p:val>
                                            <p:fltVal val="-15.43"/>
                                          </p:val>
                                        </p:tav>
                                        <p:tav tm="74437">
                                          <p:val>
                                            <p:fltVal val="-4.6"/>
                                          </p:val>
                                        </p:tav>
                                        <p:tav tm="75416">
                                          <p:val>
                                            <p:fltVal val="-1.67"/>
                                          </p:val>
                                        </p:tav>
                                        <p:tav tm="76396">
                                          <p:val>
                                            <p:fltVal val="0.59"/>
                                          </p:val>
                                        </p:tav>
                                        <p:tav tm="77375">
                                          <p:val>
                                            <p:fltVal val="2.04"/>
                                          </p:val>
                                        </p:tav>
                                        <p:tav tm="78355">
                                          <p:val>
                                            <p:fltVal val="2.85"/>
                                          </p:val>
                                        </p:tav>
                                        <p:tav tm="80313">
                                          <p:val>
                                            <p:fltVal val="2.9"/>
                                          </p:val>
                                        </p:tav>
                                        <p:tav tm="85211">
                                          <p:val>
                                            <p:fltVal val="0.23"/>
                                          </p:val>
                                        </p:tav>
                                        <p:tav tm="87169">
                                          <p:val>
                                            <p:fltVal val="-0.3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4" dur="2228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48" dur="2228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1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2" dur="2228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56" dur="2228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9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0" dur="2228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4" dur="2228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7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8" dur="2228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1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2" dur="2228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5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6" dur="2228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9" dur="3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0" dur="2228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5819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315">
                                          <p:val>
                                            <p:strVal val="#ppt_y-0.22071"/>
                                          </p:val>
                                        </p:tav>
                                        <p:tav tm="68811">
                                          <p:val>
                                            <p:strVal val="#ppt_y-0.21345"/>
                                          </p:val>
                                        </p:tav>
                                        <p:tav tm="70307">
                                          <p:val>
                                            <p:strVal val="#ppt_y-0.19931"/>
                                          </p:val>
                                        </p:tav>
                                        <p:tav tm="71803">
                                          <p:val>
                                            <p:strVal val="#ppt_y-0.17793"/>
                                          </p:val>
                                        </p:tav>
                                        <p:tav tm="73298">
                                          <p:val>
                                            <p:strVal val="#ppt_y-0.15025"/>
                                          </p:val>
                                        </p:tav>
                                        <p:tav tm="76290">
                                          <p:val>
                                            <p:strVal val="#ppt_y-0.08645"/>
                                          </p:val>
                                        </p:tav>
                                        <p:tav tm="77786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79282">
                                          <p:val>
                                            <p:strVal val="#ppt_y-0.02832"/>
                                          </p:val>
                                        </p:tav>
                                        <p:tav tm="80778">
                                          <p:val>
                                            <p:strVal val="#ppt_y-0.00422"/>
                                          </p:val>
                                        </p:tav>
                                        <p:tav tm="82274">
                                          <p:val>
                                            <p:strVal val="#ppt_y+0.00851"/>
                                          </p:val>
                                        </p:tav>
                                        <p:tav tm="85266">
                                          <p:val>
                                            <p:strVal val="#ppt_y+0.00518"/>
                                          </p:val>
                                        </p:tav>
                                        <p:tav tm="89753">
                                          <p:val>
                                            <p:strVal val="#ppt_y+0.002"/>
                                          </p:val>
                                        </p:tav>
                                        <p:tav tm="94241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872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4" dur="232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8" dur="232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2" dur="232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96" dur="232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0" dur="232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4" dur="232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08" dur="232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2" dur="232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16" dur="232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0" dur="232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4" dur="232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28" dur="232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2" dur="232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36" dur="232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0" dur="232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4" dur="232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48" dur="232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2" dur="232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56" dur="232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0" dur="232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4" dur="232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8" dur="232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2" dur="232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76" dur="232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0" dur="232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4" dur="232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88" dur="232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2" dur="232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96" dur="232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0" dur="232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4" dur="232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08" dur="232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2" dur="232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16" dur="232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20" dur="232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24" dur="232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7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28" dur="232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1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2" dur="232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5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36" dur="232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0" dur="232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3" dur="300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4" dur="232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7432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867">
                                          <p:val>
                                            <p:strVal val="#ppt_y-0.22002"/>
                                          </p:val>
                                        </p:tav>
                                        <p:tav tm="70301">
                                          <p:val>
                                            <p:strVal val="#ppt_y-0.21178"/>
                                          </p:val>
                                        </p:tav>
                                        <p:tav tm="71736">
                                          <p:val>
                                            <p:strVal val="#ppt_y-0.19656"/>
                                          </p:val>
                                        </p:tav>
                                        <p:tav tm="73171">
                                          <p:val>
                                            <p:strVal val="#ppt_y-0.17413"/>
                                          </p:val>
                                        </p:tav>
                                        <p:tav tm="74605">
                                          <p:val>
                                            <p:strVal val="#ppt_y-0.14569"/>
                                          </p:val>
                                        </p:tav>
                                        <p:tav tm="77475">
                                          <p:val>
                                            <p:strVal val="#ppt_y-0.08171"/>
                                          </p:val>
                                        </p:tav>
                                        <p:tav tm="78910">
                                          <p:val>
                                            <p:strVal val="#ppt_y-0.05153"/>
                                          </p:val>
                                        </p:tav>
                                        <p:tav tm="8034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81779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83214">
                                          <p:val>
                                            <p:strVal val="#ppt_y+0.00822"/>
                                          </p:val>
                                        </p:tav>
                                        <p:tav tm="86083">
                                          <p:val>
                                            <p:strVal val="#ppt_y+0.00497"/>
                                          </p:val>
                                        </p:tav>
                                        <p:tav tm="90387">
                                          <p:val>
                                            <p:strVal val="#ppt_y+0.00189"/>
                                          </p:val>
                                        </p:tav>
                                        <p:tav tm="946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9899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7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8" dur="2418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52" dur="2418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5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56" dur="2418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9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0" dur="2418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4" dur="2418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7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68" dur="2418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1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72" dur="2418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76" dur="2418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9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80" dur="2418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3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84" dur="2418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7" dur="2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88" dur="2418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68918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6">
                                          <p:val>
                                            <p:strVal val="#ppt_y-0.2192"/>
                                          </p:val>
                                        </p:tav>
                                        <p:tav tm="71675">
                                          <p:val>
                                            <p:strVal val="#ppt_y-0.20996"/>
                                          </p:val>
                                        </p:tav>
                                        <p:tav tm="73053">
                                          <p:val>
                                            <p:strVal val="#ppt_y-0.19364"/>
                                          </p:val>
                                        </p:tav>
                                        <p:tav tm="74431">
                                          <p:val>
                                            <p:strVal val="#ppt_y-0.1702"/>
                                          </p:val>
                                        </p:tav>
                                        <p:tav tm="75810">
                                          <p:val>
                                            <p:strVal val="#ppt_y-0.14106"/>
                                          </p:val>
                                        </p:tav>
                                        <p:tav tm="78567">
                                          <p:val>
                                            <p:strVal val="#ppt_y-0.07701"/>
                                          </p:val>
                                        </p:tav>
                                        <p:tav tm="79945">
                                          <p:val>
                                            <p:strVal val="#ppt_y-0.04725"/>
                                          </p:val>
                                        </p:tav>
                                        <p:tav tm="81323">
                                          <p:val>
                                            <p:strVal val="#ppt_y-0.02072"/>
                                          </p:val>
                                        </p:tav>
                                        <p:tav tm="82702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84080">
                                          <p:val>
                                            <p:strVal val="#ppt_y+0.00794"/>
                                          </p:val>
                                        </p:tav>
                                        <p:tav tm="86837">
                                          <p:val>
                                            <p:strVal val="#ppt_y+0.00477"/>
                                          </p:val>
                                        </p:tav>
                                        <p:tav tm="90972">
                                          <p:val>
                                            <p:strVal val="#ppt_y+0.00178"/>
                                          </p:val>
                                        </p:tav>
                                        <p:tav tm="99242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1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92" dur="251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5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96" dur="251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00" dur="251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3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04" dur="251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7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08" dur="251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1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2" dur="251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5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16" dur="251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9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0" dur="251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3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4" dur="251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7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8" dur="251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1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32" dur="251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36" dur="251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9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0" dur="2513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3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4" dur="251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7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48" dur="2513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1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2" dur="2513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5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56" dur="2513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9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0" dur="2513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3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4" dur="2513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7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68" dur="2513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1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72" dur="2513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5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76" dur="2513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9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0" dur="251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3" dur="2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4" dur="2513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0292">
                                          <p:val>
                                            <p:strVal val="#ppt_y-0.22212"/>
                                          </p:val>
                                        </p:tav>
                                        <p:tav tm="71618">
                                          <p:val>
                                            <p:strVal val="#ppt_y-0.21824"/>
                                          </p:val>
                                        </p:tav>
                                        <p:tav tm="72944">
                                          <p:val>
                                            <p:strVal val="#ppt_y-0.20798"/>
                                          </p:val>
                                        </p:tav>
                                        <p:tav tm="74271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75597">
                                          <p:val>
                                            <p:strVal val="#ppt_y-0.16614"/>
                                          </p:val>
                                        </p:tav>
                                        <p:tav tm="76923">
                                          <p:val>
                                            <p:strVal val="#ppt_y-0.13635"/>
                                          </p:val>
                                        </p:tav>
                                        <p:tav tm="79576">
                                          <p:val>
                                            <p:strVal val="#ppt_y-0.07237"/>
                                          </p:val>
                                        </p:tav>
                                        <p:tav tm="80902">
                                          <p:val>
                                            <p:strVal val="#ppt_y-0.04306"/>
                                          </p:val>
                                        </p:tav>
                                        <p:tav tm="82228">
                                          <p:val>
                                            <p:strVal val="#ppt_y-0.01704"/>
                                          </p:val>
                                        </p:tav>
                                        <p:tav tm="83554">
                                          <p:val>
                                            <p:strVal val="#ppt_y+0.00551"/>
                                          </p:val>
                                        </p:tav>
                                        <p:tav tm="8488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87533">
                                          <p:val>
                                            <p:strVal val="#ppt_y+0.00458"/>
                                          </p:val>
                                        </p:tav>
                                        <p:tav tm="91512">
                                          <p:val>
                                            <p:strVal val="#ppt_y+0.00168"/>
                                          </p:val>
                                        </p:tav>
                                        <p:tav tm="9946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7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88" dur="2608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1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2" dur="2608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5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96" dur="2608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9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0" dur="2608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3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4" dur="2608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7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8" dur="2608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1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12" dur="2608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5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16" dur="2608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9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0" dur="2608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3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4" dur="2608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7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28" dur="2608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1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2" dur="2608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5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36" dur="2608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9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40" dur="2608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3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44" dur="2608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7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48" dur="2608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1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52" dur="2608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5" dur="3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56" dur="2608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2222"/>
                                          </p:val>
                                        </p:tav>
                                        <p:tav tm="71565">
                                          <p:val>
                                            <p:strVal val="#ppt_y-0.2219"/>
                                          </p:val>
                                        </p:tav>
                                        <p:tav tm="72843">
                                          <p:val>
                                            <p:strVal val="#ppt_y-0.21713"/>
                                          </p:val>
                                        </p:tav>
                                        <p:tav tm="74121">
                                          <p:val>
                                            <p:strVal val="#ppt_y-0.20583"/>
                                          </p:val>
                                        </p:tav>
                                        <p:tav tm="75399">
                                          <p:val>
                                            <p:strVal val="#ppt_y-0.18732"/>
                                          </p:val>
                                        </p:tav>
                                        <p:tav tm="76677">
                                          <p:val>
                                            <p:strVal val="#ppt_y-0.16195"/>
                                          </p:val>
                                        </p:tav>
                                        <p:tav tm="77955">
                                          <p:val>
                                            <p:strVal val="#ppt_y-0.1316"/>
                                          </p:val>
                                        </p:tav>
                                        <p:tav tm="80511">
                                          <p:val>
                                            <p:strVal val="#ppt_y-0.06779"/>
                                          </p:val>
                                        </p:tav>
                                        <p:tav tm="81789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83067">
                                          <p:val>
                                            <p:strVal val="#ppt_y-0.01344"/>
                                          </p:val>
                                        </p:tav>
                                        <p:tav tm="84345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88179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9201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996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9" dur="267">
                                          <p:stCondLst>
                                            <p:cond delay="67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60" dur="61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296"/>
                                          </p:val>
                                        </p:tav>
                                        <p:tav tm="10870">
                                          <p:val>
                                            <p:strVal val="#ppt_y+0.0119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077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98"/>
                                          </p:val>
                                        </p:tav>
                                        <p:tav tm="54348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9782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3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4" presetID="12" presetClass="entr" presetSubtype="4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6" dur="820" fill="hold" decel="100000"/>
                                        <p:tgtEl>
                                          <p:spTgt spid="2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67" dur="820" decel="100000"/>
                                        <p:tgtEl>
                                          <p:spTgt spid="2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8" fill="hold">
                      <p:stCondLst>
                        <p:cond delay="indefinite"/>
                      </p:stCondLst>
                      <p:childTnLst>
                        <p:par>
                          <p:cTn id="969" fill="hold">
                            <p:stCondLst>
                              <p:cond delay="0"/>
                            </p:stCondLst>
                            <p:childTnLst>
                              <p:par>
                                <p:cTn id="97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2" dur="900" fill="hold" decel="1000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73" dur="900" decel="1000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4" presetID="12" presetClass="entr" presetSubtype="4" fill="hold" grpId="0" nodeType="withEffect">
                                  <p:stCondLst>
                                    <p:cond delay="130"/>
                                  </p:stCondLst>
                                  <p:childTnLs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6" dur="900" fill="hold" decel="1000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77" dur="900" decel="1000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0" dur="5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2" dur="78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257">
                                          <p:val>
                                            <p:strVal val="#ppt_x-1.31666"/>
                                          </p:val>
                                        </p:tav>
                                        <p:tav tm="8514">
                                          <p:val>
                                            <p:strVal val="#ppt_x-1.31368"/>
                                          </p:val>
                                        </p:tav>
                                        <p:tav tm="12771">
                                          <p:val>
                                            <p:strVal val="#ppt_x-1.30088"/>
                                          </p:val>
                                        </p:tav>
                                        <p:tav tm="17028">
                                          <p:val>
                                            <p:strVal val="#ppt_x-1.28881"/>
                                          </p:val>
                                        </p:tav>
                                        <p:tav tm="21285">
                                          <p:val>
                                            <p:strVal val="#ppt_x-1.27864"/>
                                          </p:val>
                                        </p:tav>
                                        <p:tav tm="25541">
                                          <p:val>
                                            <p:strVal val="#ppt_x-1.27094"/>
                                          </p:val>
                                        </p:tav>
                                        <p:tav tm="29798">
                                          <p:val>
                                            <p:strVal val="#ppt_x-1.26538"/>
                                          </p:val>
                                        </p:tav>
                                        <p:tav tm="34055">
                                          <p:val>
                                            <p:strVal val="#ppt_x-1.26137"/>
                                          </p:val>
                                        </p:tav>
                                        <p:tav tm="38312">
                                          <p:val>
                                            <p:strVal val="#ppt_x-1.25843"/>
                                          </p:val>
                                        </p:tav>
                                        <p:tav tm="42569">
                                          <p:val>
                                            <p:strVal val="#ppt_x-1.25622"/>
                                          </p:val>
                                        </p:tav>
                                        <p:tav tm="46826">
                                          <p:val>
                                            <p:strVal val="#ppt_x-1.25454"/>
                                          </p:val>
                                        </p:tav>
                                        <p:tav tm="55340">
                                          <p:val>
                                            <p:strVal val="#ppt_x-1.25223"/>
                                          </p:val>
                                        </p:tav>
                                        <p:tav tm="7236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7909">
                                          <p:val>
                                            <p:strVal val="#ppt_x-1.249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78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257">
                                          <p:val>
                                            <p:strVal val="#ppt_y-0.03871"/>
                                          </p:val>
                                        </p:tav>
                                        <p:tav tm="8514">
                                          <p:val>
                                            <p:strVal val="#ppt_y-0.03658"/>
                                          </p:val>
                                        </p:tav>
                                        <p:tav tm="12771">
                                          <p:val>
                                            <p:strVal val="#ppt_y-0.0279"/>
                                          </p:val>
                                        </p:tav>
                                        <p:tav tm="17028">
                                          <p:val>
                                            <p:strVal val="#ppt_y-0.02056"/>
                                          </p:val>
                                        </p:tav>
                                        <p:tav tm="21285">
                                          <p:val>
                                            <p:strVal val="#ppt_y-0.01493"/>
                                          </p:val>
                                        </p:tav>
                                        <p:tav tm="25541">
                                          <p:val>
                                            <p:strVal val="#ppt_y-0.01089"/>
                                          </p:val>
                                        </p:tav>
                                        <p:tav tm="34055">
                                          <p:val>
                                            <p:strVal val="#ppt_y-0.00596"/>
                                          </p:val>
                                        </p:tav>
                                        <p:tav tm="42569">
                                          <p:val>
                                            <p:strVal val="#ppt_y-0.00328"/>
                                          </p:val>
                                        </p:tav>
                                        <p:tav tm="55340">
                                          <p:val>
                                            <p:strVal val="#ppt_y-0.00119"/>
                                          </p:val>
                                        </p:tav>
                                        <p:tav tm="72368">
                                          <p:val>
                                            <p:strVal val="#ppt_y+0"/>
                                          </p:val>
                                        </p:tav>
                                        <p:tav tm="97909">
                                          <p:val>
                                            <p:strVal val="#ppt_y+0.00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4" dur="78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257">
                                          <p:val>
                                            <p:strVal val="#ppt_w*4.80391"/>
                                          </p:val>
                                        </p:tav>
                                        <p:tav tm="8514">
                                          <p:val>
                                            <p:strVal val="#ppt_w*4.6312"/>
                                          </p:val>
                                        </p:tav>
                                        <p:tav tm="12771">
                                          <p:val>
                                            <p:strVal val="#ppt_w*3.88065"/>
                                          </p:val>
                                        </p:tav>
                                        <p:tav tm="17028">
                                          <p:val>
                                            <p:strVal val="#ppt_w*3.17281"/>
                                          </p:val>
                                        </p:tav>
                                        <p:tav tm="21285">
                                          <p:val>
                                            <p:strVal val="#ppt_w*2.58645"/>
                                          </p:val>
                                        </p:tav>
                                        <p:tav tm="25541">
                                          <p:val>
                                            <p:strVal val="#ppt_w*2.1513"/>
                                          </p:val>
                                        </p:tav>
                                        <p:tav tm="29798">
                                          <p:val>
                                            <p:strVal val="#ppt_w*1.84176"/>
                                          </p:val>
                                        </p:tav>
                                        <p:tav tm="34055">
                                          <p:val>
                                            <p:strVal val="#ppt_w*1.62041"/>
                                          </p:val>
                                        </p:tav>
                                        <p:tav tm="38312">
                                          <p:val>
                                            <p:strVal val="#ppt_w*1.45876"/>
                                          </p:val>
                                        </p:tav>
                                        <p:tav tm="42569">
                                          <p:val>
                                            <p:strVal val="#ppt_w*1.33812"/>
                                          </p:val>
                                        </p:tav>
                                        <p:tav tm="46826">
                                          <p:val>
                                            <p:strVal val="#ppt_w*1.24646"/>
                                          </p:val>
                                        </p:tav>
                                        <p:tav tm="51083">
                                          <p:val>
                                            <p:strVal val="#ppt_w*1.17591"/>
                                          </p:val>
                                        </p:tav>
                                        <p:tav tm="55340">
                                          <p:val>
                                            <p:strVal val="#ppt_w*1.12116"/>
                                          </p:val>
                                        </p:tav>
                                        <p:tav tm="59597">
                                          <p:val>
                                            <p:strVal val="#ppt_w*1.07851"/>
                                          </p:val>
                                        </p:tav>
                                        <p:tav tm="63854">
                                          <p:val>
                                            <p:strVal val="#ppt_w*1.04531"/>
                                          </p:val>
                                        </p:tav>
                                        <p:tav tm="72368">
                                          <p:val>
                                            <p:strVal val="#ppt_w*1"/>
                                          </p:val>
                                        </p:tav>
                                        <p:tav tm="85138">
                                          <p:val>
                                            <p:strVal val="#ppt_w*0.96744"/>
                                          </p:val>
                                        </p:tav>
                                        <p:tav tm="97909">
                                          <p:val>
                                            <p:strVal val="#ppt_w*0.96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5" dur="78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257">
                                          <p:val>
                                            <p:strVal val="#ppt_h*4.80391"/>
                                          </p:val>
                                        </p:tav>
                                        <p:tav tm="8514">
                                          <p:val>
                                            <p:strVal val="#ppt_h*4.6312"/>
                                          </p:val>
                                        </p:tav>
                                        <p:tav tm="12771">
                                          <p:val>
                                            <p:strVal val="#ppt_h*3.88065"/>
                                          </p:val>
                                        </p:tav>
                                        <p:tav tm="17028">
                                          <p:val>
                                            <p:strVal val="#ppt_h*3.17281"/>
                                          </p:val>
                                        </p:tav>
                                        <p:tav tm="21285">
                                          <p:val>
                                            <p:strVal val="#ppt_h*2.58645"/>
                                          </p:val>
                                        </p:tav>
                                        <p:tav tm="25541">
                                          <p:val>
                                            <p:strVal val="#ppt_h*2.1513"/>
                                          </p:val>
                                        </p:tav>
                                        <p:tav tm="29798">
                                          <p:val>
                                            <p:strVal val="#ppt_h*1.84176"/>
                                          </p:val>
                                        </p:tav>
                                        <p:tav tm="34055">
                                          <p:val>
                                            <p:strVal val="#ppt_h*1.62041"/>
                                          </p:val>
                                        </p:tav>
                                        <p:tav tm="38312">
                                          <p:val>
                                            <p:strVal val="#ppt_h*1.45876"/>
                                          </p:val>
                                        </p:tav>
                                        <p:tav tm="42569">
                                          <p:val>
                                            <p:strVal val="#ppt_h*1.33812"/>
                                          </p:val>
                                        </p:tav>
                                        <p:tav tm="46826">
                                          <p:val>
                                            <p:strVal val="#ppt_h*1.24646"/>
                                          </p:val>
                                        </p:tav>
                                        <p:tav tm="51083">
                                          <p:val>
                                            <p:strVal val="#ppt_h*1.17591"/>
                                          </p:val>
                                        </p:tav>
                                        <p:tav tm="55340">
                                          <p:val>
                                            <p:strVal val="#ppt_h*1.12116"/>
                                          </p:val>
                                        </p:tav>
                                        <p:tav tm="59597">
                                          <p:val>
                                            <p:strVal val="#ppt_h*1.07851"/>
                                          </p:val>
                                        </p:tav>
                                        <p:tav tm="63854">
                                          <p:val>
                                            <p:strVal val="#ppt_h*1.04531"/>
                                          </p:val>
                                        </p:tav>
                                        <p:tav tm="72368">
                                          <p:val>
                                            <p:strVal val="#ppt_h*1"/>
                                          </p:val>
                                        </p:tav>
                                        <p:tav tm="85138">
                                          <p:val>
                                            <p:strVal val="#ppt_h*0.96744"/>
                                          </p:val>
                                        </p:tav>
                                        <p:tav tm="97909">
                                          <p:val>
                                            <p:strVal val="#ppt_h*0.96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78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257">
                                          <p:val>
                                            <p:fltVal val="-155.66"/>
                                          </p:val>
                                        </p:tav>
                                        <p:tav tm="8514">
                                          <p:val>
                                            <p:fltVal val="-148.6"/>
                                          </p:val>
                                        </p:tav>
                                        <p:tav tm="12771">
                                          <p:val>
                                            <p:fltVal val="-117.88"/>
                                          </p:val>
                                        </p:tav>
                                        <p:tav tm="17028">
                                          <p:val>
                                            <p:fltVal val="-88.92"/>
                                          </p:val>
                                        </p:tav>
                                        <p:tav tm="21285">
                                          <p:val>
                                            <p:fltVal val="-64.92"/>
                                          </p:val>
                                        </p:tav>
                                        <p:tav tm="25541">
                                          <p:val>
                                            <p:fltVal val="-47.11"/>
                                          </p:val>
                                        </p:tav>
                                        <p:tav tm="29798">
                                          <p:val>
                                            <p:fltVal val="-34.45"/>
                                          </p:val>
                                        </p:tav>
                                        <p:tav tm="34055">
                                          <p:val>
                                            <p:fltVal val="-25.39"/>
                                          </p:val>
                                        </p:tav>
                                        <p:tav tm="38312">
                                          <p:val>
                                            <p:fltVal val="-18.77"/>
                                          </p:val>
                                        </p:tav>
                                        <p:tav tm="42569">
                                          <p:val>
                                            <p:fltVal val="-13.84"/>
                                          </p:val>
                                        </p:tav>
                                        <p:tav tm="46826">
                                          <p:val>
                                            <p:fltVal val="-10.09"/>
                                          </p:val>
                                        </p:tav>
                                        <p:tav tm="51083">
                                          <p:val>
                                            <p:fltVal val="-7.2"/>
                                          </p:val>
                                        </p:tav>
                                        <p:tav tm="55340">
                                          <p:val>
                                            <p:fltVal val="-4.96"/>
                                          </p:val>
                                        </p:tav>
                                        <p:tav tm="63854">
                                          <p:val>
                                            <p:fltVal val="-1.85"/>
                                          </p:val>
                                        </p:tav>
                                        <p:tav tm="72368">
                                          <p:val>
                                            <p:fltVal val="0"/>
                                          </p:val>
                                        </p:tav>
                                        <p:tav tm="85138">
                                          <p:val>
                                            <p:fltVal val="1.33"/>
                                          </p:val>
                                        </p:tav>
                                        <p:tav tm="97909">
                                          <p:val>
                                            <p:fltVal val="1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9" dur="4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1" dur="74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500">
                                          <p:val>
                                            <p:strVal val="#ppt_x-1.27259"/>
                                          </p:val>
                                        </p:tav>
                                        <p:tav tm="9000">
                                          <p:val>
                                            <p:strVal val="#ppt_x-1.2711"/>
                                          </p:val>
                                        </p:tav>
                                        <p:tav tm="17999">
                                          <p:val>
                                            <p:strVal val="#ppt_x-1.26204"/>
                                          </p:val>
                                        </p:tav>
                                        <p:tav tm="22499">
                                          <p:val>
                                            <p:strVal val="#ppt_x-1.25861"/>
                                          </p:val>
                                        </p:tav>
                                        <p:tav tm="26999">
                                          <p:val>
                                            <p:strVal val="#ppt_x-1.25615"/>
                                          </p:val>
                                        </p:tav>
                                        <p:tav tm="35998">
                                          <p:val>
                                            <p:strVal val="#ppt_x-1.25322"/>
                                          </p:val>
                                        </p:tav>
                                        <p:tav tm="44998">
                                          <p:val>
                                            <p:strVal val="#ppt_x-1.25168"/>
                                          </p:val>
                                        </p:tav>
                                        <p:tav tm="58497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98995">
                                          <p:val>
                                            <p:strVal val="#ppt_x-1.249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2" dur="74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500">
                                          <p:val>
                                            <p:strVal val="#ppt_y+0.07942"/>
                                          </p:val>
                                        </p:tav>
                                        <p:tav tm="9000">
                                          <p:val>
                                            <p:strVal val="#ppt_y+0.0744"/>
                                          </p:val>
                                        </p:tav>
                                        <p:tav tm="13499">
                                          <p:val>
                                            <p:strVal val="#ppt_y+0.05811"/>
                                          </p:val>
                                        </p:tav>
                                        <p:tav tm="17999">
                                          <p:val>
                                            <p:strVal val="#ppt_y+0.04294"/>
                                          </p:val>
                                        </p:tav>
                                        <p:tav tm="22499">
                                          <p:val>
                                            <p:strVal val="#ppt_y+0.03076"/>
                                          </p:val>
                                        </p:tav>
                                        <p:tav tm="26999">
                                          <p:val>
                                            <p:strVal val="#ppt_y+0.02198"/>
                                          </p:val>
                                        </p:tav>
                                        <p:tav tm="31499">
                                          <p:val>
                                            <p:strVal val="#ppt_y+0.01585"/>
                                          </p:val>
                                        </p:tav>
                                        <p:tav tm="35998">
                                          <p:val>
                                            <p:strVal val="#ppt_y+0.0115"/>
                                          </p:val>
                                        </p:tav>
                                        <p:tav tm="44998">
                                          <p:val>
                                            <p:strVal val="#ppt_y+0.006"/>
                                          </p:val>
                                        </p:tav>
                                        <p:tav tm="58497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76497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98995">
                                          <p:val>
                                            <p:strVal val="#ppt_y-0.00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74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500">
                                          <p:val>
                                            <p:strVal val="#ppt_w*4.79982"/>
                                          </p:val>
                                        </p:tav>
                                        <p:tav tm="9000">
                                          <p:val>
                                            <p:strVal val="#ppt_w*4.55368"/>
                                          </p:val>
                                        </p:tav>
                                        <p:tav tm="13499">
                                          <p:val>
                                            <p:strVal val="#ppt_w*3.75977"/>
                                          </p:val>
                                        </p:tav>
                                        <p:tav tm="17999">
                                          <p:val>
                                            <p:strVal val="#ppt_w*3.02861"/>
                                          </p:val>
                                        </p:tav>
                                        <p:tav tm="22499">
                                          <p:val>
                                            <p:strVal val="#ppt_w*2.44733"/>
                                          </p:val>
                                        </p:tav>
                                        <p:tav tm="26999">
                                          <p:val>
                                            <p:strVal val="#ppt_w*2.03164"/>
                                          </p:val>
                                        </p:tav>
                                        <p:tav tm="31499">
                                          <p:val>
                                            <p:strVal val="#ppt_w*1.74242"/>
                                          </p:val>
                                        </p:tav>
                                        <p:tav tm="35998">
                                          <p:val>
                                            <p:strVal val="#ppt_w*1.5381"/>
                                          </p:val>
                                        </p:tav>
                                        <p:tav tm="40498">
                                          <p:val>
                                            <p:strVal val="#ppt_w*1.3901"/>
                                          </p:val>
                                        </p:tav>
                                        <p:tav tm="44998">
                                          <p:val>
                                            <p:strVal val="#ppt_w*1.28045"/>
                                          </p:val>
                                        </p:tav>
                                        <p:tav tm="49498">
                                          <p:val>
                                            <p:strVal val="#ppt_w*1.19782"/>
                                          </p:val>
                                        </p:tav>
                                        <p:tav tm="53998">
                                          <p:val>
                                            <p:strVal val="#ppt_w*1.13485"/>
                                          </p:val>
                                        </p:tav>
                                        <p:tav tm="58497">
                                          <p:val>
                                            <p:strVal val="#ppt_w*1.08656"/>
                                          </p:val>
                                        </p:tav>
                                        <p:tav tm="62997">
                                          <p:val>
                                            <p:strVal val="#ppt_w*1.04953"/>
                                          </p:val>
                                        </p:tav>
                                        <p:tav tm="67497">
                                          <p:val>
                                            <p:strVal val="#ppt_w*1.02128"/>
                                          </p:val>
                                        </p:tav>
                                        <p:tav tm="76497">
                                          <p:val>
                                            <p:strVal val="#ppt_w*0.98433"/>
                                          </p:val>
                                        </p:tav>
                                        <p:tav tm="85496">
                                          <p:val>
                                            <p:strVal val="#ppt_w*0.96588"/>
                                          </p:val>
                                        </p:tav>
                                        <p:tav tm="98995">
                                          <p:val>
                                            <p:strVal val="#ppt_w*0.959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4" dur="74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500">
                                          <p:val>
                                            <p:strVal val="#ppt_h*4.79982"/>
                                          </p:val>
                                        </p:tav>
                                        <p:tav tm="9000">
                                          <p:val>
                                            <p:strVal val="#ppt_h*4.55368"/>
                                          </p:val>
                                        </p:tav>
                                        <p:tav tm="13499">
                                          <p:val>
                                            <p:strVal val="#ppt_h*3.75977"/>
                                          </p:val>
                                        </p:tav>
                                        <p:tav tm="17999">
                                          <p:val>
                                            <p:strVal val="#ppt_h*3.02861"/>
                                          </p:val>
                                        </p:tav>
                                        <p:tav tm="22499">
                                          <p:val>
                                            <p:strVal val="#ppt_h*2.44733"/>
                                          </p:val>
                                        </p:tav>
                                        <p:tav tm="26999">
                                          <p:val>
                                            <p:strVal val="#ppt_h*2.03164"/>
                                          </p:val>
                                        </p:tav>
                                        <p:tav tm="31499">
                                          <p:val>
                                            <p:strVal val="#ppt_h*1.74242"/>
                                          </p:val>
                                        </p:tav>
                                        <p:tav tm="35998">
                                          <p:val>
                                            <p:strVal val="#ppt_h*1.5381"/>
                                          </p:val>
                                        </p:tav>
                                        <p:tav tm="40498">
                                          <p:val>
                                            <p:strVal val="#ppt_h*1.3901"/>
                                          </p:val>
                                        </p:tav>
                                        <p:tav tm="44998">
                                          <p:val>
                                            <p:strVal val="#ppt_h*1.28045"/>
                                          </p:val>
                                        </p:tav>
                                        <p:tav tm="49498">
                                          <p:val>
                                            <p:strVal val="#ppt_h*1.19782"/>
                                          </p:val>
                                        </p:tav>
                                        <p:tav tm="53998">
                                          <p:val>
                                            <p:strVal val="#ppt_h*1.13485"/>
                                          </p:val>
                                        </p:tav>
                                        <p:tav tm="58497">
                                          <p:val>
                                            <p:strVal val="#ppt_h*1.08656"/>
                                          </p:val>
                                        </p:tav>
                                        <p:tav tm="62997">
                                          <p:val>
                                            <p:strVal val="#ppt_h*1.04953"/>
                                          </p:val>
                                        </p:tav>
                                        <p:tav tm="67497">
                                          <p:val>
                                            <p:strVal val="#ppt_h*1.02128"/>
                                          </p:val>
                                        </p:tav>
                                        <p:tav tm="76497">
                                          <p:val>
                                            <p:strVal val="#ppt_h*0.98433"/>
                                          </p:val>
                                        </p:tav>
                                        <p:tav tm="85496">
                                          <p:val>
                                            <p:strVal val="#ppt_h*0.96588"/>
                                          </p:val>
                                        </p:tav>
                                        <p:tav tm="98995">
                                          <p:val>
                                            <p:strVal val="#ppt_h*0.959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741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500">
                                          <p:val>
                                            <p:fltVal val="-68.22"/>
                                          </p:val>
                                        </p:tav>
                                        <p:tav tm="9000">
                                          <p:val>
                                            <p:fltVal val="-63.8"/>
                                          </p:val>
                                        </p:tav>
                                        <p:tav tm="13499">
                                          <p:val>
                                            <p:fltVal val="-49.55"/>
                                          </p:val>
                                        </p:tav>
                                        <p:tav tm="17999">
                                          <p:val>
                                            <p:fltVal val="-36.42"/>
                                          </p:val>
                                        </p:tav>
                                        <p:tav tm="22499">
                                          <p:val>
                                            <p:fltVal val="-25.98"/>
                                          </p:val>
                                        </p:tav>
                                        <p:tav tm="26999">
                                          <p:val>
                                            <p:fltVal val="-18.52"/>
                                          </p:val>
                                        </p:tav>
                                        <p:tav tm="31499">
                                          <p:val>
                                            <p:fltVal val="-13.33"/>
                                          </p:val>
                                        </p:tav>
                                        <p:tav tm="35998">
                                          <p:val>
                                            <p:fltVal val="-9.66"/>
                                          </p:val>
                                        </p:tav>
                                        <p:tav tm="40498">
                                          <p:val>
                                            <p:fltVal val="-7"/>
                                          </p:val>
                                        </p:tav>
                                        <p:tav tm="44998">
                                          <p:val>
                                            <p:fltVal val="-5.03"/>
                                          </p:val>
                                        </p:tav>
                                        <p:tav tm="49498">
                                          <p:val>
                                            <p:fltVal val="-3.55"/>
                                          </p:val>
                                        </p:tav>
                                        <p:tav tm="58497">
                                          <p:val>
                                            <p:fltVal val="-1.55"/>
                                          </p:val>
                                        </p:tav>
                                        <p:tav tm="76497">
                                          <p:val>
                                            <p:fltVal val="0.28"/>
                                          </p:val>
                                        </p:tav>
                                        <p:tav tm="98995">
                                          <p:val>
                                            <p:fltVal val="0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98" dur="4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0" dur="692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817">
                                          <p:val>
                                            <p:strVal val="#ppt_x-1.29154"/>
                                          </p:val>
                                        </p:tav>
                                        <p:tav tm="9634">
                                          <p:val>
                                            <p:strVal val="#ppt_x-1.28215"/>
                                          </p:val>
                                        </p:tav>
                                        <p:tav tm="14451">
                                          <p:val>
                                            <p:strVal val="#ppt_x-1.27341"/>
                                          </p:val>
                                        </p:tav>
                                        <p:tav tm="19268">
                                          <p:val>
                                            <p:strVal val="#ppt_x-1.26649"/>
                                          </p:val>
                                        </p:tav>
                                        <p:tav tm="24085">
                                          <p:val>
                                            <p:strVal val="#ppt_x-1.26159"/>
                                          </p:val>
                                        </p:tav>
                                        <p:tav tm="28902">
                                          <p:val>
                                            <p:strVal val="#ppt_x-1.25821"/>
                                          </p:val>
                                        </p:tav>
                                        <p:tav tm="33719">
                                          <p:val>
                                            <p:strVal val="#ppt_x-1.25585"/>
                                          </p:val>
                                        </p:tav>
                                        <p:tav tm="43353">
                                          <p:val>
                                            <p:strVal val="#ppt_x-1.2529"/>
                                          </p:val>
                                        </p:tav>
                                        <p:tav tm="57804">
                                          <p:val>
                                            <p:strVal val="#ppt_x-1.25072"/>
                                          </p:val>
                                        </p:tav>
                                        <p:tav tm="72255">
                                          <p:val>
                                            <p:strVal val="#ppt_x-1.24977"/>
                                          </p:val>
                                        </p:tav>
                                        <p:tav tm="96340">
                                          <p:val>
                                            <p:strVal val="#ppt_x-1.249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1" dur="692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817">
                                          <p:val>
                                            <p:strVal val="#ppt_y-0.02515"/>
                                          </p:val>
                                        </p:tav>
                                        <p:tav tm="14451">
                                          <p:val>
                                            <p:strVal val="#ppt_y-0.01368"/>
                                          </p:val>
                                        </p:tav>
                                        <p:tav tm="19268">
                                          <p:val>
                                            <p:strVal val="#ppt_y-0.00951"/>
                                          </p:val>
                                        </p:tav>
                                        <p:tav tm="24085">
                                          <p:val>
                                            <p:strVal val="#ppt_y-0.00664"/>
                                          </p:val>
                                        </p:tav>
                                        <p:tav tm="33719">
                                          <p:val>
                                            <p:strVal val="#ppt_y-0.00333"/>
                                          </p:val>
                                        </p:tav>
                                        <p:tav tm="57804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96340">
                                          <p:val>
                                            <p:strVal val="#ppt_y+0.00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2" dur="692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817">
                                          <p:val>
                                            <p:strVal val="#ppt_w*4.52877"/>
                                          </p:val>
                                        </p:tav>
                                        <p:tav tm="9634">
                                          <p:val>
                                            <p:strVal val="#ppt_w*3.72421"/>
                                          </p:val>
                                        </p:tav>
                                        <p:tav tm="14451">
                                          <p:val>
                                            <p:strVal val="#ppt_w*2.98283"/>
                                          </p:val>
                                        </p:tav>
                                        <p:tav tm="19268">
                                          <p:val>
                                            <p:strVal val="#ppt_w*2.39735"/>
                                          </p:val>
                                        </p:tav>
                                        <p:tav tm="24085">
                                          <p:val>
                                            <p:strVal val="#ppt_w*1.98315"/>
                                          </p:val>
                                        </p:tav>
                                        <p:tav tm="28902">
                                          <p:val>
                                            <p:strVal val="#ppt_w*1.69771"/>
                                          </p:val>
                                        </p:tav>
                                        <p:tav tm="33719">
                                          <p:val>
                                            <p:strVal val="#ppt_w*1.49754"/>
                                          </p:val>
                                        </p:tav>
                                        <p:tav tm="38536">
                                          <p:val>
                                            <p:strVal val="#ppt_w*1.35341"/>
                                          </p:val>
                                        </p:tav>
                                        <p:tav tm="43353">
                                          <p:val>
                                            <p:strVal val="#ppt_w*1.2472"/>
                                          </p:val>
                                        </p:tav>
                                        <p:tav tm="48170">
                                          <p:val>
                                            <p:strVal val="#ppt_w*1.1676"/>
                                          </p:val>
                                        </p:tav>
                                        <p:tav tm="52987">
                                          <p:val>
                                            <p:strVal val="#ppt_w*1.10728"/>
                                          </p:val>
                                        </p:tav>
                                        <p:tav tm="57804">
                                          <p:val>
                                            <p:strVal val="#ppt_w*1.06134"/>
                                          </p:val>
                                        </p:tav>
                                        <p:tav tm="62621">
                                          <p:val>
                                            <p:strVal val="#ppt_w*1.02639"/>
                                          </p:val>
                                        </p:tav>
                                        <p:tav tm="72255">
                                          <p:val>
                                            <p:strVal val="#ppt_w*0.98039"/>
                                          </p:val>
                                        </p:tav>
                                        <p:tav tm="81889">
                                          <p:val>
                                            <p:strVal val="#ppt_w*0.95649"/>
                                          </p:val>
                                        </p:tav>
                                        <p:tav tm="96340">
                                          <p:val>
                                            <p:strVal val="#ppt_w*0.946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692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817">
                                          <p:val>
                                            <p:strVal val="#ppt_h*4.52877"/>
                                          </p:val>
                                        </p:tav>
                                        <p:tav tm="9634">
                                          <p:val>
                                            <p:strVal val="#ppt_h*3.72421"/>
                                          </p:val>
                                        </p:tav>
                                        <p:tav tm="14451">
                                          <p:val>
                                            <p:strVal val="#ppt_h*2.98283"/>
                                          </p:val>
                                        </p:tav>
                                        <p:tav tm="19268">
                                          <p:val>
                                            <p:strVal val="#ppt_h*2.39735"/>
                                          </p:val>
                                        </p:tav>
                                        <p:tav tm="24085">
                                          <p:val>
                                            <p:strVal val="#ppt_h*1.98315"/>
                                          </p:val>
                                        </p:tav>
                                        <p:tav tm="28902">
                                          <p:val>
                                            <p:strVal val="#ppt_h*1.69771"/>
                                          </p:val>
                                        </p:tav>
                                        <p:tav tm="33719">
                                          <p:val>
                                            <p:strVal val="#ppt_h*1.49754"/>
                                          </p:val>
                                        </p:tav>
                                        <p:tav tm="38536">
                                          <p:val>
                                            <p:strVal val="#ppt_h*1.35341"/>
                                          </p:val>
                                        </p:tav>
                                        <p:tav tm="43353">
                                          <p:val>
                                            <p:strVal val="#ppt_h*1.2472"/>
                                          </p:val>
                                        </p:tav>
                                        <p:tav tm="48170">
                                          <p:val>
                                            <p:strVal val="#ppt_h*1.1676"/>
                                          </p:val>
                                        </p:tav>
                                        <p:tav tm="52987">
                                          <p:val>
                                            <p:strVal val="#ppt_h*1.10728"/>
                                          </p:val>
                                        </p:tav>
                                        <p:tav tm="57804">
                                          <p:val>
                                            <p:strVal val="#ppt_h*1.06134"/>
                                          </p:val>
                                        </p:tav>
                                        <p:tav tm="62621">
                                          <p:val>
                                            <p:strVal val="#ppt_h*1.02639"/>
                                          </p:val>
                                        </p:tav>
                                        <p:tav tm="72255">
                                          <p:val>
                                            <p:strVal val="#ppt_h*0.98039"/>
                                          </p:val>
                                        </p:tav>
                                        <p:tav tm="81889">
                                          <p:val>
                                            <p:strVal val="#ppt_h*0.95649"/>
                                          </p:val>
                                        </p:tav>
                                        <p:tav tm="96340">
                                          <p:val>
                                            <p:strVal val="#ppt_h*0.946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4" dur="692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817">
                                          <p:val>
                                            <p:fltVal val="87.44"/>
                                          </p:val>
                                        </p:tav>
                                        <p:tav tm="9634">
                                          <p:val>
                                            <p:fltVal val="67.5"/>
                                          </p:val>
                                        </p:tav>
                                        <p:tav tm="14451">
                                          <p:val>
                                            <p:fltVal val="49.13"/>
                                          </p:val>
                                        </p:tav>
                                        <p:tav tm="19268">
                                          <p:val>
                                            <p:fltVal val="34.62"/>
                                          </p:val>
                                        </p:tav>
                                        <p:tav tm="24085">
                                          <p:val>
                                            <p:fltVal val="24.36"/>
                                          </p:val>
                                        </p:tav>
                                        <p:tav tm="28902">
                                          <p:val>
                                            <p:fltVal val="17.29"/>
                                          </p:val>
                                        </p:tav>
                                        <p:tav tm="33719">
                                          <p:val>
                                            <p:fltVal val="12.33"/>
                                          </p:val>
                                        </p:tav>
                                        <p:tav tm="38536">
                                          <p:val>
                                            <p:fltVal val="8.76"/>
                                          </p:val>
                                        </p:tav>
                                        <p:tav tm="43353">
                                          <p:val>
                                            <p:fltVal val="6.13"/>
                                          </p:val>
                                        </p:tav>
                                        <p:tav tm="48170">
                                          <p:val>
                                            <p:fltVal val="4.15"/>
                                          </p:val>
                                        </p:tav>
                                        <p:tav tm="57804">
                                          <p:val>
                                            <p:fltVal val="1.52"/>
                                          </p:val>
                                        </p:tav>
                                        <p:tav tm="72255">
                                          <p:val>
                                            <p:fltVal val="-0.49"/>
                                          </p:val>
                                        </p:tav>
                                        <p:tav tm="96340">
                                          <p:val>
                                            <p:fltVal val="-1.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5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07" dur="6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968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445">
                                          <p:val>
                                            <p:strVal val="#ppt_x-1.20803"/>
                                          </p:val>
                                        </p:tav>
                                        <p:tav tm="6891">
                                          <p:val>
                                            <p:strVal val="#ppt_x-1.20997"/>
                                          </p:val>
                                        </p:tav>
                                        <p:tav tm="13781">
                                          <p:val>
                                            <p:strVal val="#ppt_x-1.22285"/>
                                          </p:val>
                                        </p:tav>
                                        <p:tav tm="17226">
                                          <p:val>
                                            <p:strVal val="#ppt_x-1.22858"/>
                                          </p:val>
                                        </p:tav>
                                        <p:tav tm="20672">
                                          <p:val>
                                            <p:strVal val="#ppt_x-1.23334"/>
                                          </p:val>
                                        </p:tav>
                                        <p:tav tm="24117">
                                          <p:val>
                                            <p:strVal val="#ppt_x-1.23706"/>
                                          </p:val>
                                        </p:tav>
                                        <p:tav tm="27562">
                                          <p:val>
                                            <p:strVal val="#ppt_x-1.2399"/>
                                          </p:val>
                                        </p:tav>
                                        <p:tav tm="34453">
                                          <p:val>
                                            <p:strVal val="#ppt_x-1.24376"/>
                                          </p:val>
                                        </p:tav>
                                        <p:tav tm="44788">
                                          <p:val>
                                            <p:strVal val="#ppt_x-1.24698"/>
                                          </p:val>
                                        </p:tav>
                                        <p:tav tm="58569">
                                          <p:val>
                                            <p:strVal val="#ppt_x-1.24906"/>
                                          </p:val>
                                        </p:tav>
                                        <p:tav tm="75796">
                                          <p:val>
                                            <p:strVal val="#ppt_x-1.250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0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0" dur="968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445">
                                          <p:val>
                                            <p:strVal val="#ppt_y+0.07458"/>
                                          </p:val>
                                        </p:tav>
                                        <p:tav tm="6891">
                                          <p:val>
                                            <p:strVal val="#ppt_y+0.07114"/>
                                          </p:val>
                                        </p:tav>
                                        <p:tav tm="13781">
                                          <p:val>
                                            <p:strVal val="#ppt_y+0.04824"/>
                                          </p:val>
                                        </p:tav>
                                        <p:tav tm="17226">
                                          <p:val>
                                            <p:strVal val="#ppt_y+0.03806"/>
                                          </p:val>
                                        </p:tav>
                                        <p:tav tm="20672">
                                          <p:val>
                                            <p:strVal val="#ppt_y+0.02961"/>
                                          </p:val>
                                        </p:tav>
                                        <p:tav tm="24117">
                                          <p:val>
                                            <p:strVal val="#ppt_y+0.023"/>
                                          </p:val>
                                        </p:tav>
                                        <p:tav tm="27562">
                                          <p:val>
                                            <p:strVal val="#ppt_y+0.01795"/>
                                          </p:val>
                                        </p:tav>
                                        <p:tav tm="34453">
                                          <p:val>
                                            <p:strVal val="#ppt_y+0.01109"/>
                                          </p:val>
                                        </p:tav>
                                        <p:tav tm="44788">
                                          <p:val>
                                            <p:strVal val="#ppt_y+0.00537"/>
                                          </p:val>
                                        </p:tav>
                                        <p:tav tm="58569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75796">
                                          <p:val>
                                            <p:strVal val="#ppt_y-0.000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968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445">
                                          <p:val>
                                            <p:strVal val="#ppt_w*4.80069"/>
                                          </p:val>
                                        </p:tav>
                                        <p:tav tm="6891">
                                          <p:val>
                                            <p:strVal val="#ppt_w*4.62531"/>
                                          </p:val>
                                        </p:tav>
                                        <p:tav tm="10336">
                                          <p:val>
                                            <p:strVal val="#ppt_w*4.03399"/>
                                          </p:val>
                                        </p:tav>
                                        <p:tav tm="13781">
                                          <p:val>
                                            <p:strVal val="#ppt_w*3.45845"/>
                                          </p:val>
                                        </p:tav>
                                        <p:tav tm="17226">
                                          <p:val>
                                            <p:strVal val="#ppt_w*2.93936"/>
                                          </p:val>
                                        </p:tav>
                                        <p:tav tm="20672">
                                          <p:val>
                                            <p:strVal val="#ppt_w*2.50882"/>
                                          </p:val>
                                        </p:tav>
                                        <p:tav tm="24117">
                                          <p:val>
                                            <p:strVal val="#ppt_w*2.1721"/>
                                          </p:val>
                                        </p:tav>
                                        <p:tav tm="27562">
                                          <p:val>
                                            <p:strVal val="#ppt_w*1.91476"/>
                                          </p:val>
                                        </p:tav>
                                        <p:tav tm="31007">
                                          <p:val>
                                            <p:strVal val="#ppt_w*1.71783"/>
                                          </p:val>
                                        </p:tav>
                                        <p:tav tm="34453">
                                          <p:val>
                                            <p:strVal val="#ppt_w*1.56537"/>
                                          </p:val>
                                        </p:tav>
                                        <p:tav tm="37898">
                                          <p:val>
                                            <p:strVal val="#ppt_w*1.44566"/>
                                          </p:val>
                                        </p:tav>
                                        <p:tav tm="41343">
                                          <p:val>
                                            <p:strVal val="#ppt_w*1.35042"/>
                                          </p:val>
                                        </p:tav>
                                        <p:tav tm="44788">
                                          <p:val>
                                            <p:strVal val="#ppt_w*1.2738"/>
                                          </p:val>
                                        </p:tav>
                                        <p:tav tm="48234">
                                          <p:val>
                                            <p:strVal val="#ppt_w*1.21163"/>
                                          </p:val>
                                        </p:tav>
                                        <p:tav tm="51679">
                                          <p:val>
                                            <p:strVal val="#ppt_w*1.16085"/>
                                          </p:val>
                                        </p:tav>
                                        <p:tav tm="58569">
                                          <p:val>
                                            <p:strVal val="#ppt_w*1.08501"/>
                                          </p:val>
                                        </p:tav>
                                        <p:tav tm="65460">
                                          <p:val>
                                            <p:strVal val="#ppt_w*1.0339"/>
                                          </p:val>
                                        </p:tav>
                                        <p:tav tm="75796">
                                          <p:val>
                                            <p:strVal val="#ppt_w*0.98793"/>
                                          </p:val>
                                        </p:tav>
                                        <p:tav tm="86132">
                                          <p:val>
                                            <p:strVal val="#ppt_w*0.966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6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2" dur="968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445">
                                          <p:val>
                                            <p:strVal val="#ppt_h*4.80069"/>
                                          </p:val>
                                        </p:tav>
                                        <p:tav tm="6891">
                                          <p:val>
                                            <p:strVal val="#ppt_h*4.62531"/>
                                          </p:val>
                                        </p:tav>
                                        <p:tav tm="10336">
                                          <p:val>
                                            <p:strVal val="#ppt_h*4.03399"/>
                                          </p:val>
                                        </p:tav>
                                        <p:tav tm="13781">
                                          <p:val>
                                            <p:strVal val="#ppt_h*3.45845"/>
                                          </p:val>
                                        </p:tav>
                                        <p:tav tm="17226">
                                          <p:val>
                                            <p:strVal val="#ppt_h*2.93936"/>
                                          </p:val>
                                        </p:tav>
                                        <p:tav tm="20672">
                                          <p:val>
                                            <p:strVal val="#ppt_h*2.50882"/>
                                          </p:val>
                                        </p:tav>
                                        <p:tav tm="24117">
                                          <p:val>
                                            <p:strVal val="#ppt_h*2.1721"/>
                                          </p:val>
                                        </p:tav>
                                        <p:tav tm="27562">
                                          <p:val>
                                            <p:strVal val="#ppt_h*1.91476"/>
                                          </p:val>
                                        </p:tav>
                                        <p:tav tm="31007">
                                          <p:val>
                                            <p:strVal val="#ppt_h*1.71783"/>
                                          </p:val>
                                        </p:tav>
                                        <p:tav tm="34453">
                                          <p:val>
                                            <p:strVal val="#ppt_h*1.56537"/>
                                          </p:val>
                                        </p:tav>
                                        <p:tav tm="37898">
                                          <p:val>
                                            <p:strVal val="#ppt_h*1.44566"/>
                                          </p:val>
                                        </p:tav>
                                        <p:tav tm="41343">
                                          <p:val>
                                            <p:strVal val="#ppt_h*1.35042"/>
                                          </p:val>
                                        </p:tav>
                                        <p:tav tm="44788">
                                          <p:val>
                                            <p:strVal val="#ppt_h*1.2738"/>
                                          </p:val>
                                        </p:tav>
                                        <p:tav tm="48234">
                                          <p:val>
                                            <p:strVal val="#ppt_h*1.21163"/>
                                          </p:val>
                                        </p:tav>
                                        <p:tav tm="51679">
                                          <p:val>
                                            <p:strVal val="#ppt_h*1.16085"/>
                                          </p:val>
                                        </p:tav>
                                        <p:tav tm="58569">
                                          <p:val>
                                            <p:strVal val="#ppt_h*1.08501"/>
                                          </p:val>
                                        </p:tav>
                                        <p:tav tm="65460">
                                          <p:val>
                                            <p:strVal val="#ppt_h*1.0339"/>
                                          </p:val>
                                        </p:tav>
                                        <p:tav tm="75796">
                                          <p:val>
                                            <p:strVal val="#ppt_h*0.98793"/>
                                          </p:val>
                                        </p:tav>
                                        <p:tav tm="86132">
                                          <p:val>
                                            <p:strVal val="#ppt_h*0.966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6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968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445">
                                          <p:val>
                                            <p:fltVal val="0.88"/>
                                          </p:val>
                                        </p:tav>
                                        <p:tav tm="34453">
                                          <p:val>
                                            <p:fltVal val="0.13"/>
                                          </p:val>
                                        </p:tav>
                                        <p:tav tm="100000">
                                          <p:val>
                                            <p:fltVal val="-0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16" dur="433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8" dur="71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642">
                                          <p:val>
                                            <p:strVal val="#ppt_x-1.2862"/>
                                          </p:val>
                                        </p:tav>
                                        <p:tav tm="9285">
                                          <p:val>
                                            <p:strVal val="#ppt_x-1.27787"/>
                                          </p:val>
                                        </p:tav>
                                        <p:tav tm="13927">
                                          <p:val>
                                            <p:strVal val="#ppt_x-1.27048"/>
                                          </p:val>
                                        </p:tav>
                                        <p:tav tm="18569">
                                          <p:val>
                                            <p:strVal val="#ppt_x-1.26476"/>
                                          </p:val>
                                        </p:tav>
                                        <p:tav tm="23212">
                                          <p:val>
                                            <p:strVal val="#ppt_x-1.26066"/>
                                          </p:val>
                                        </p:tav>
                                        <p:tav tm="27854">
                                          <p:val>
                                            <p:strVal val="#ppt_x-1.25777"/>
                                          </p:val>
                                        </p:tav>
                                        <p:tav tm="32496">
                                          <p:val>
                                            <p:strVal val="#ppt_x-1.25569"/>
                                          </p:val>
                                        </p:tav>
                                        <p:tav tm="41781">
                                          <p:val>
                                            <p:strVal val="#ppt_x-1.25302"/>
                                          </p:val>
                                        </p:tav>
                                        <p:tav tm="55708">
                                          <p:val>
                                            <p:strVal val="#ppt_x-1.25095"/>
                                          </p:val>
                                        </p:tav>
                                        <p:tav tm="74278">
                                          <p:val>
                                            <p:strVal val="#ppt_x-1.24982"/>
                                          </p:val>
                                        </p:tav>
                                        <p:tav tm="97489">
                                          <p:val>
                                            <p:strVal val="#ppt_x-1.249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71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642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32496">
                                          <p:val>
                                            <p:strVal val="#ppt_y+0.00049"/>
                                          </p:val>
                                        </p:tav>
                                        <p:tav tm="97489">
                                          <p:val>
                                            <p:strVal val="#ppt_y-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71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642">
                                          <p:val>
                                            <p:strVal val="#ppt_w*4.26591"/>
                                          </p:val>
                                        </p:tav>
                                        <p:tav tm="9285">
                                          <p:val>
                                            <p:strVal val="#ppt_w*3.51013"/>
                                          </p:val>
                                        </p:tav>
                                        <p:tav tm="13927">
                                          <p:val>
                                            <p:strVal val="#ppt_w*2.84161"/>
                                          </p:val>
                                        </p:tav>
                                        <p:tav tm="18569">
                                          <p:val>
                                            <p:strVal val="#ppt_w*2.32526"/>
                                          </p:val>
                                        </p:tav>
                                        <p:tav tm="23212">
                                          <p:val>
                                            <p:strVal val="#ppt_w*1.95668"/>
                                          </p:val>
                                        </p:tav>
                                        <p:tav tm="27854">
                                          <p:val>
                                            <p:strVal val="#ppt_w*1.6968"/>
                                          </p:val>
                                        </p:tav>
                                        <p:tav tm="32496">
                                          <p:val>
                                            <p:strVal val="#ppt_w*1.51025"/>
                                          </p:val>
                                        </p:tav>
                                        <p:tav tm="37139">
                                          <p:val>
                                            <p:strVal val="#ppt_w*1.37316"/>
                                          </p:val>
                                        </p:tav>
                                        <p:tav tm="41781">
                                          <p:val>
                                            <p:strVal val="#ppt_w*1.27032"/>
                                          </p:val>
                                        </p:tav>
                                        <p:tav tm="46424">
                                          <p:val>
                                            <p:strVal val="#ppt_w*1.192"/>
                                          </p:val>
                                        </p:tav>
                                        <p:tav tm="51066">
                                          <p:val>
                                            <p:strVal val="#ppt_w*1.13172"/>
                                          </p:val>
                                        </p:tav>
                                        <p:tav tm="55708">
                                          <p:val>
                                            <p:strVal val="#ppt_w*1.08508"/>
                                          </p:val>
                                        </p:tav>
                                        <p:tav tm="60351">
                                          <p:val>
                                            <p:strVal val="#ppt_w*1.04899"/>
                                          </p:val>
                                        </p:tav>
                                        <p:tav tm="64993">
                                          <p:val>
                                            <p:strVal val="#ppt_w*1.02118"/>
                                          </p:val>
                                        </p:tav>
                                        <p:tav tm="74278">
                                          <p:val>
                                            <p:strVal val="#ppt_w*0.98418"/>
                                          </p:val>
                                        </p:tav>
                                        <p:tav tm="83562">
                                          <p:val>
                                            <p:strVal val="#ppt_w*0.96496"/>
                                          </p:val>
                                        </p:tav>
                                        <p:tav tm="97489">
                                          <p:val>
                                            <p:strVal val="#ppt_w*0.95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1" dur="71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642">
                                          <p:val>
                                            <p:strVal val="#ppt_h*4.26591"/>
                                          </p:val>
                                        </p:tav>
                                        <p:tav tm="9285">
                                          <p:val>
                                            <p:strVal val="#ppt_h*3.51013"/>
                                          </p:val>
                                        </p:tav>
                                        <p:tav tm="13927">
                                          <p:val>
                                            <p:strVal val="#ppt_h*2.84161"/>
                                          </p:val>
                                        </p:tav>
                                        <p:tav tm="18569">
                                          <p:val>
                                            <p:strVal val="#ppt_h*2.32526"/>
                                          </p:val>
                                        </p:tav>
                                        <p:tav tm="23212">
                                          <p:val>
                                            <p:strVal val="#ppt_h*1.95668"/>
                                          </p:val>
                                        </p:tav>
                                        <p:tav tm="27854">
                                          <p:val>
                                            <p:strVal val="#ppt_h*1.6968"/>
                                          </p:val>
                                        </p:tav>
                                        <p:tav tm="32496">
                                          <p:val>
                                            <p:strVal val="#ppt_h*1.51025"/>
                                          </p:val>
                                        </p:tav>
                                        <p:tav tm="37139">
                                          <p:val>
                                            <p:strVal val="#ppt_h*1.37316"/>
                                          </p:val>
                                        </p:tav>
                                        <p:tav tm="41781">
                                          <p:val>
                                            <p:strVal val="#ppt_h*1.27032"/>
                                          </p:val>
                                        </p:tav>
                                        <p:tav tm="46424">
                                          <p:val>
                                            <p:strVal val="#ppt_h*1.192"/>
                                          </p:val>
                                        </p:tav>
                                        <p:tav tm="51066">
                                          <p:val>
                                            <p:strVal val="#ppt_h*1.13172"/>
                                          </p:val>
                                        </p:tav>
                                        <p:tav tm="55708">
                                          <p:val>
                                            <p:strVal val="#ppt_h*1.08508"/>
                                          </p:val>
                                        </p:tav>
                                        <p:tav tm="60351">
                                          <p:val>
                                            <p:strVal val="#ppt_h*1.04899"/>
                                          </p:val>
                                        </p:tav>
                                        <p:tav tm="64993">
                                          <p:val>
                                            <p:strVal val="#ppt_h*1.02118"/>
                                          </p:val>
                                        </p:tav>
                                        <p:tav tm="74278">
                                          <p:val>
                                            <p:strVal val="#ppt_h*0.98418"/>
                                          </p:val>
                                        </p:tav>
                                        <p:tav tm="83562">
                                          <p:val>
                                            <p:strVal val="#ppt_h*0.96496"/>
                                          </p:val>
                                        </p:tav>
                                        <p:tav tm="97489">
                                          <p:val>
                                            <p:strVal val="#ppt_h*0.957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2" dur="71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642">
                                          <p:val>
                                            <p:fltVal val="-128.01"/>
                                          </p:val>
                                        </p:tav>
                                        <p:tav tm="9285">
                                          <p:val>
                                            <p:fltVal val="-98.38"/>
                                          </p:val>
                                        </p:tav>
                                        <p:tav tm="13927">
                                          <p:val>
                                            <p:fltVal val="-72.18"/>
                                          </p:val>
                                        </p:tav>
                                        <p:tav tm="18569">
                                          <p:val>
                                            <p:fltVal val="-51.94"/>
                                          </p:val>
                                        </p:tav>
                                        <p:tav tm="23212">
                                          <p:val>
                                            <p:fltVal val="-37.5"/>
                                          </p:val>
                                        </p:tav>
                                        <p:tav tm="27854">
                                          <p:val>
                                            <p:fltVal val="-27.31"/>
                                          </p:val>
                                        </p:tav>
                                        <p:tav tm="32496">
                                          <p:val>
                                            <p:fltVal val="-20"/>
                                          </p:val>
                                        </p:tav>
                                        <p:tav tm="37139">
                                          <p:val>
                                            <p:fltVal val="-14.63"/>
                                          </p:val>
                                        </p:tav>
                                        <p:tav tm="41781">
                                          <p:val>
                                            <p:fltVal val="-10.6"/>
                                          </p:val>
                                        </p:tav>
                                        <p:tav tm="46424">
                                          <p:val>
                                            <p:fltVal val="-7.53"/>
                                          </p:val>
                                        </p:tav>
                                        <p:tav tm="55708">
                                          <p:val>
                                            <p:fltVal val="-3.33"/>
                                          </p:val>
                                        </p:tav>
                                        <p:tav tm="64993">
                                          <p:val>
                                            <p:fltVal val="-0.83"/>
                                          </p:val>
                                        </p:tav>
                                        <p:tav tm="74278">
                                          <p:val>
                                            <p:fltVal val="0.62"/>
                                          </p:val>
                                        </p:tav>
                                        <p:tav tm="83562">
                                          <p:val>
                                            <p:fltVal val="1.37"/>
                                          </p:val>
                                        </p:tav>
                                        <p:tav tm="97489">
                                          <p:val>
                                            <p:fltVal val="1.6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25" dur="4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7" dur="765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355">
                                          <p:val>
                                            <p:strVal val="#ppt_x-1.29869"/>
                                          </p:val>
                                        </p:tav>
                                        <p:tav tm="8710">
                                          <p:val>
                                            <p:strVal val="#ppt_x-1.29227"/>
                                          </p:val>
                                        </p:tav>
                                        <p:tav tm="13064">
                                          <p:val>
                                            <p:strVal val="#ppt_x-1.28264"/>
                                          </p:val>
                                        </p:tav>
                                        <p:tav tm="17419">
                                          <p:val>
                                            <p:strVal val="#ppt_x-1.27409"/>
                                          </p:val>
                                        </p:tav>
                                        <p:tav tm="21774">
                                          <p:val>
                                            <p:strVal val="#ppt_x-1.26742"/>
                                          </p:val>
                                        </p:tav>
                                        <p:tav tm="26129">
                                          <p:val>
                                            <p:strVal val="#ppt_x-1.26262"/>
                                          </p:val>
                                        </p:tav>
                                        <p:tav tm="30484">
                                          <p:val>
                                            <p:strVal val="#ppt_x-1.25922"/>
                                          </p:val>
                                        </p:tav>
                                        <p:tav tm="34839">
                                          <p:val>
                                            <p:strVal val="#ppt_x-1.25677"/>
                                          </p:val>
                                        </p:tav>
                                        <p:tav tm="43548">
                                          <p:val>
                                            <p:strVal val="#ppt_x-1.25361"/>
                                          </p:val>
                                        </p:tav>
                                        <p:tav tm="56613">
                                          <p:val>
                                            <p:strVal val="#ppt_x-1.25115"/>
                                          </p:val>
                                        </p:tav>
                                        <p:tav tm="74032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95806">
                                          <p:val>
                                            <p:strVal val="#ppt_x-1.249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765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355">
                                          <p:val>
                                            <p:strVal val="#ppt_y-0.07607"/>
                                          </p:val>
                                        </p:tav>
                                        <p:tav tm="8710">
                                          <p:val>
                                            <p:strVal val="#ppt_y-0.06635"/>
                                          </p:val>
                                        </p:tav>
                                        <p:tav tm="13064">
                                          <p:val>
                                            <p:strVal val="#ppt_y-0.05159"/>
                                          </p:val>
                                        </p:tav>
                                        <p:tav tm="17419">
                                          <p:val>
                                            <p:strVal val="#ppt_y-0.0383"/>
                                          </p:val>
                                        </p:tav>
                                        <p:tav tm="21774">
                                          <p:val>
                                            <p:strVal val="#ppt_y-0.02782"/>
                                          </p:val>
                                        </p:tav>
                                        <p:tav tm="26129">
                                          <p:val>
                                            <p:strVal val="#ppt_y-0.02021"/>
                                          </p:val>
                                        </p:tav>
                                        <p:tav tm="30484">
                                          <p:val>
                                            <p:strVal val="#ppt_y-0.01479"/>
                                          </p:val>
                                        </p:tav>
                                        <p:tav tm="34839">
                                          <p:val>
                                            <p:strVal val="#ppt_y-0.01087"/>
                                          </p:val>
                                        </p:tav>
                                        <p:tav tm="43548">
                                          <p:val>
                                            <p:strVal val="#ppt_y-0.0058"/>
                                          </p:val>
                                        </p:tav>
                                        <p:tav tm="56613">
                                          <p:val>
                                            <p:strVal val="#ppt_y-0.00185"/>
                                          </p:val>
                                        </p:tav>
                                        <p:tav tm="74032">
                                          <p:val>
                                            <p:strVal val="#ppt_y+0.00035"/>
                                          </p:val>
                                        </p:tav>
                                        <p:tav tm="95806">
                                          <p:val>
                                            <p:strVal val="#ppt_y+0.000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9" dur="765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355">
                                          <p:val>
                                            <p:strVal val="#ppt_w*4.76022"/>
                                          </p:val>
                                        </p:tav>
                                        <p:tav tm="8710">
                                          <p:val>
                                            <p:strVal val="#ppt_w*4.27153"/>
                                          </p:val>
                                        </p:tav>
                                        <p:tav tm="13064">
                                          <p:val>
                                            <p:strVal val="#ppt_w*3.53252"/>
                                          </p:val>
                                        </p:tav>
                                        <p:tav tm="17419">
                                          <p:val>
                                            <p:strVal val="#ppt_w*2.87197"/>
                                          </p:val>
                                        </p:tav>
                                        <p:tav tm="21774">
                                          <p:val>
                                            <p:strVal val="#ppt_w*2.35469"/>
                                          </p:val>
                                        </p:tav>
                                        <p:tav tm="26129">
                                          <p:val>
                                            <p:strVal val="#ppt_w*1.9816"/>
                                          </p:val>
                                        </p:tav>
                                        <p:tav tm="30484">
                                          <p:val>
                                            <p:strVal val="#ppt_w*1.717"/>
                                          </p:val>
                                        </p:tav>
                                        <p:tav tm="34839">
                                          <p:val>
                                            <p:strVal val="#ppt_w*1.52643"/>
                                          </p:val>
                                        </p:tav>
                                        <p:tav tm="39193">
                                          <p:val>
                                            <p:strVal val="#ppt_w*1.38604"/>
                                          </p:val>
                                        </p:tav>
                                        <p:tav tm="43548">
                                          <p:val>
                                            <p:strVal val="#ppt_w*1.28048"/>
                                          </p:val>
                                        </p:tav>
                                        <p:tav tm="47903">
                                          <p:val>
                                            <p:strVal val="#ppt_w*1.19986"/>
                                          </p:val>
                                        </p:tav>
                                        <p:tav tm="52258">
                                          <p:val>
                                            <p:strVal val="#ppt_w*1.13761"/>
                                          </p:val>
                                        </p:tav>
                                        <p:tav tm="56613">
                                          <p:val>
                                            <p:strVal val="#ppt_w*1.08925"/>
                                          </p:val>
                                        </p:tav>
                                        <p:tav tm="60967">
                                          <p:val>
                                            <p:strVal val="#ppt_w*1.05162"/>
                                          </p:val>
                                        </p:tav>
                                        <p:tav tm="65322">
                                          <p:val>
                                            <p:strVal val="#ppt_w*1.02244"/>
                                          </p:val>
                                        </p:tav>
                                        <p:tav tm="74032">
                                          <p:val>
                                            <p:strVal val="#ppt_w*0.98303"/>
                                          </p:val>
                                        </p:tav>
                                        <p:tav tm="82741">
                                          <p:val>
                                            <p:strVal val="#ppt_w*0.96176"/>
                                          </p:val>
                                        </p:tav>
                                        <p:tav tm="95806">
                                          <p:val>
                                            <p:strVal val="#ppt_w*0.952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0" dur="765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355">
                                          <p:val>
                                            <p:strVal val="#ppt_h*4.76022"/>
                                          </p:val>
                                        </p:tav>
                                        <p:tav tm="8710">
                                          <p:val>
                                            <p:strVal val="#ppt_h*4.27153"/>
                                          </p:val>
                                        </p:tav>
                                        <p:tav tm="13064">
                                          <p:val>
                                            <p:strVal val="#ppt_h*3.53252"/>
                                          </p:val>
                                        </p:tav>
                                        <p:tav tm="17419">
                                          <p:val>
                                            <p:strVal val="#ppt_h*2.87197"/>
                                          </p:val>
                                        </p:tav>
                                        <p:tav tm="21774">
                                          <p:val>
                                            <p:strVal val="#ppt_h*2.35469"/>
                                          </p:val>
                                        </p:tav>
                                        <p:tav tm="26129">
                                          <p:val>
                                            <p:strVal val="#ppt_h*1.9816"/>
                                          </p:val>
                                        </p:tav>
                                        <p:tav tm="30484">
                                          <p:val>
                                            <p:strVal val="#ppt_h*1.717"/>
                                          </p:val>
                                        </p:tav>
                                        <p:tav tm="34839">
                                          <p:val>
                                            <p:strVal val="#ppt_h*1.52643"/>
                                          </p:val>
                                        </p:tav>
                                        <p:tav tm="39193">
                                          <p:val>
                                            <p:strVal val="#ppt_h*1.38604"/>
                                          </p:val>
                                        </p:tav>
                                        <p:tav tm="43548">
                                          <p:val>
                                            <p:strVal val="#ppt_h*1.28048"/>
                                          </p:val>
                                        </p:tav>
                                        <p:tav tm="47903">
                                          <p:val>
                                            <p:strVal val="#ppt_h*1.19986"/>
                                          </p:val>
                                        </p:tav>
                                        <p:tav tm="52258">
                                          <p:val>
                                            <p:strVal val="#ppt_h*1.13761"/>
                                          </p:val>
                                        </p:tav>
                                        <p:tav tm="56613">
                                          <p:val>
                                            <p:strVal val="#ppt_h*1.08925"/>
                                          </p:val>
                                        </p:tav>
                                        <p:tav tm="60967">
                                          <p:val>
                                            <p:strVal val="#ppt_h*1.05162"/>
                                          </p:val>
                                        </p:tav>
                                        <p:tav tm="65322">
                                          <p:val>
                                            <p:strVal val="#ppt_h*1.02244"/>
                                          </p:val>
                                        </p:tav>
                                        <p:tav tm="74032">
                                          <p:val>
                                            <p:strVal val="#ppt_h*0.98303"/>
                                          </p:val>
                                        </p:tav>
                                        <p:tav tm="82741">
                                          <p:val>
                                            <p:strVal val="#ppt_h*0.96176"/>
                                          </p:val>
                                        </p:tav>
                                        <p:tav tm="95806">
                                          <p:val>
                                            <p:strVal val="#ppt_h*0.952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765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355">
                                          <p:val>
                                            <p:fltVal val="68.33"/>
                                          </p:val>
                                        </p:tav>
                                        <p:tav tm="8710">
                                          <p:val>
                                            <p:fltVal val="59.45"/>
                                          </p:val>
                                        </p:tav>
                                        <p:tav tm="13064">
                                          <p:val>
                                            <p:fltVal val="46.02"/>
                                          </p:val>
                                        </p:tav>
                                        <p:tav tm="17419">
                                          <p:val>
                                            <p:fltVal val="34.01"/>
                                          </p:val>
                                        </p:tav>
                                        <p:tav tm="21774">
                                          <p:val>
                                            <p:fltVal val="24.62"/>
                                          </p:val>
                                        </p:tav>
                                        <p:tav tm="26129">
                                          <p:val>
                                            <p:fltVal val="17.84"/>
                                          </p:val>
                                        </p:tav>
                                        <p:tav tm="30484">
                                          <p:val>
                                            <p:fltVal val="13.03"/>
                                          </p:val>
                                        </p:tav>
                                        <p:tav tm="34839">
                                          <p:val>
                                            <p:fltVal val="9.57"/>
                                          </p:val>
                                        </p:tav>
                                        <p:tav tm="39193">
                                          <p:val>
                                            <p:fltVal val="7.01"/>
                                          </p:val>
                                        </p:tav>
                                        <p:tav tm="43548">
                                          <p:val>
                                            <p:fltVal val="5.1"/>
                                          </p:val>
                                        </p:tav>
                                        <p:tav tm="47903">
                                          <p:val>
                                            <p:fltVal val="3.63"/>
                                          </p:val>
                                        </p:tav>
                                        <p:tav tm="56613">
                                          <p:val>
                                            <p:fltVal val="1.62"/>
                                          </p:val>
                                        </p:tav>
                                        <p:tav tm="74032">
                                          <p:val>
                                            <p:fltVal val="-0.31"/>
                                          </p:val>
                                        </p:tav>
                                        <p:tav tm="95806">
                                          <p:val>
                                            <p:fltVal val="-0.8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34" dur="400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6" dur="676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4934">
                                          <p:val>
                                            <p:strVal val="#ppt_x-1.28537"/>
                                          </p:val>
                                        </p:tav>
                                        <p:tav tm="9867">
                                          <p:val>
                                            <p:strVal val="#ppt_x-1.27691"/>
                                          </p:val>
                                        </p:tav>
                                        <p:tav tm="14801">
                                          <p:val>
                                            <p:strVal val="#ppt_x-1.26933"/>
                                          </p:val>
                                        </p:tav>
                                        <p:tav tm="19734">
                                          <p:val>
                                            <p:strVal val="#ppt_x-1.26353"/>
                                          </p:val>
                                        </p:tav>
                                        <p:tav tm="24668">
                                          <p:val>
                                            <p:strVal val="#ppt_x-1.2595"/>
                                          </p:val>
                                        </p:tav>
                                        <p:tav tm="29601">
                                          <p:val>
                                            <p:strVal val="#ppt_x-1.25674"/>
                                          </p:val>
                                        </p:tav>
                                        <p:tav tm="34535">
                                          <p:val>
                                            <p:strVal val="#ppt_x-1.2548"/>
                                          </p:val>
                                        </p:tav>
                                        <p:tav tm="44402">
                                          <p:val>
                                            <p:strVal val="#ppt_x-1.25238"/>
                                          </p:val>
                                        </p:tav>
                                        <p:tav tm="59202">
                                          <p:val>
                                            <p:strVal val="#ppt_x-1.25058"/>
                                          </p:val>
                                        </p:tav>
                                        <p:tav tm="74003">
                                          <p:val>
                                            <p:strVal val="#ppt_x-1.24982"/>
                                          </p:val>
                                        </p:tav>
                                        <p:tav tm="98671">
                                          <p:val>
                                            <p:strVal val="#ppt_x-1.249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7" dur="676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4934">
                                          <p:val>
                                            <p:strVal val="#ppt_y+0.04162"/>
                                          </p:val>
                                        </p:tav>
                                        <p:tav tm="14801">
                                          <p:val>
                                            <p:strVal val="#ppt_y+0.02275"/>
                                          </p:val>
                                        </p:tav>
                                        <p:tav tm="19734">
                                          <p:val>
                                            <p:strVal val="#ppt_y+0.01593"/>
                                          </p:val>
                                        </p:tav>
                                        <p:tav tm="24668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34535">
                                          <p:val>
                                            <p:strVal val="#ppt_y+0.00565"/>
                                          </p:val>
                                        </p:tav>
                                        <p:tav tm="44402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59202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98671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8" dur="676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4934">
                                          <p:val>
                                            <p:strVal val="#ppt_w*4.43685"/>
                                          </p:val>
                                        </p:tav>
                                        <p:tav tm="9867">
                                          <p:val>
                                            <p:strVal val="#ppt_w*3.61452"/>
                                          </p:val>
                                        </p:tav>
                                        <p:tav tm="14801">
                                          <p:val>
                                            <p:strVal val="#ppt_w*2.87779"/>
                                          </p:val>
                                        </p:tav>
                                        <p:tav tm="19734">
                                          <p:val>
                                            <p:strVal val="#ppt_w*2.3146"/>
                                          </p:val>
                                        </p:tav>
                                        <p:tav tm="24668">
                                          <p:val>
                                            <p:strVal val="#ppt_w*1.92328"/>
                                          </p:val>
                                        </p:tav>
                                        <p:tav tm="29601">
                                          <p:val>
                                            <p:strVal val="#ppt_w*1.65487"/>
                                          </p:val>
                                        </p:tav>
                                        <p:tav tm="34535">
                                          <p:val>
                                            <p:strVal val="#ppt_w*1.46661"/>
                                          </p:val>
                                        </p:tav>
                                        <p:tav tm="39468">
                                          <p:val>
                                            <p:strVal val="#ppt_w*1.33092"/>
                                          </p:val>
                                        </p:tav>
                                        <p:tav tm="44402">
                                          <p:val>
                                            <p:strVal val="#ppt_w*1.23093"/>
                                          </p:val>
                                        </p:tav>
                                        <p:tav tm="49335">
                                          <p:val>
                                            <p:strVal val="#ppt_w*1.15608"/>
                                          </p:val>
                                        </p:tav>
                                        <p:tav tm="54269">
                                          <p:val>
                                            <p:strVal val="#ppt_w*1.09951"/>
                                          </p:val>
                                        </p:tav>
                                        <p:tav tm="59202">
                                          <p:val>
                                            <p:strVal val="#ppt_w*1.05663"/>
                                          </p:val>
                                        </p:tav>
                                        <p:tav tm="64136">
                                          <p:val>
                                            <p:strVal val="#ppt_w*1.02422"/>
                                          </p:val>
                                        </p:tav>
                                        <p:tav tm="74003">
                                          <p:val>
                                            <p:strVal val="#ppt_w*0.98227"/>
                                          </p:val>
                                        </p:tav>
                                        <p:tav tm="83870">
                                          <p:val>
                                            <p:strVal val="#ppt_w*0.96149"/>
                                          </p:val>
                                        </p:tav>
                                        <p:tav tm="98671">
                                          <p:val>
                                            <p:strVal val="#ppt_w*0.954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9" dur="676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4934">
                                          <p:val>
                                            <p:strVal val="#ppt_h*4.43685"/>
                                          </p:val>
                                        </p:tav>
                                        <p:tav tm="9867">
                                          <p:val>
                                            <p:strVal val="#ppt_h*3.61452"/>
                                          </p:val>
                                        </p:tav>
                                        <p:tav tm="14801">
                                          <p:val>
                                            <p:strVal val="#ppt_h*2.87779"/>
                                          </p:val>
                                        </p:tav>
                                        <p:tav tm="19734">
                                          <p:val>
                                            <p:strVal val="#ppt_h*2.3146"/>
                                          </p:val>
                                        </p:tav>
                                        <p:tav tm="24668">
                                          <p:val>
                                            <p:strVal val="#ppt_h*1.92328"/>
                                          </p:val>
                                        </p:tav>
                                        <p:tav tm="29601">
                                          <p:val>
                                            <p:strVal val="#ppt_h*1.65487"/>
                                          </p:val>
                                        </p:tav>
                                        <p:tav tm="34535">
                                          <p:val>
                                            <p:strVal val="#ppt_h*1.46661"/>
                                          </p:val>
                                        </p:tav>
                                        <p:tav tm="39468">
                                          <p:val>
                                            <p:strVal val="#ppt_h*1.33092"/>
                                          </p:val>
                                        </p:tav>
                                        <p:tav tm="44402">
                                          <p:val>
                                            <p:strVal val="#ppt_h*1.23093"/>
                                          </p:val>
                                        </p:tav>
                                        <p:tav tm="49335">
                                          <p:val>
                                            <p:strVal val="#ppt_h*1.15608"/>
                                          </p:val>
                                        </p:tav>
                                        <p:tav tm="54269">
                                          <p:val>
                                            <p:strVal val="#ppt_h*1.09951"/>
                                          </p:val>
                                        </p:tav>
                                        <p:tav tm="59202">
                                          <p:val>
                                            <p:strVal val="#ppt_h*1.05663"/>
                                          </p:val>
                                        </p:tav>
                                        <p:tav tm="64136">
                                          <p:val>
                                            <p:strVal val="#ppt_h*1.02422"/>
                                          </p:val>
                                        </p:tav>
                                        <p:tav tm="74003">
                                          <p:val>
                                            <p:strVal val="#ppt_h*0.98227"/>
                                          </p:val>
                                        </p:tav>
                                        <p:tav tm="83870">
                                          <p:val>
                                            <p:strVal val="#ppt_h*0.96149"/>
                                          </p:val>
                                        </p:tav>
                                        <p:tav tm="98671">
                                          <p:val>
                                            <p:strVal val="#ppt_h*0.954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0" dur="676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4934">
                                          <p:val>
                                            <p:fltVal val="-1.3"/>
                                          </p:val>
                                        </p:tav>
                                        <p:tav tm="34535">
                                          <p:val>
                                            <p:fltVal val="-0.18"/>
                                          </p:val>
                                        </p:tav>
                                        <p:tav tm="98671">
                                          <p:val>
                                            <p:fltVal val="0.0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32" grpId="0" animBg="1"/>
      <p:bldP spid="229" grpId="0" build="p"/>
      <p:bldP spid="2" grpId="0" build="p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Mamy to!">
    <p:bg>
      <p:bgPr>
        <a:solidFill>
          <a:srgbClr val="FBF7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ło – fasetka 1"/>
          <p:cNvSpPr/>
          <p:nvPr/>
        </p:nvSpPr>
        <p:spPr>
          <a:xfrm>
            <a:off x="0" y="0"/>
            <a:ext cx="1077144" cy="1027309"/>
          </a:xfrm>
          <a:custGeom>
            <a:avLst/>
            <a:gdLst/>
            <a:ahLst/>
            <a:cxnLst/>
            <a:rect l="0" t="0" r="r" b="b"/>
            <a:pathLst>
              <a:path w="1077144" h="1027309">
                <a:moveTo>
                  <a:pt x="0" y="0"/>
                </a:moveTo>
                <a:lnTo>
                  <a:pt x="1077144" y="0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Tło – fasetka 2"/>
          <p:cNvSpPr/>
          <p:nvPr/>
        </p:nvSpPr>
        <p:spPr>
          <a:xfrm>
            <a:off x="0" y="0"/>
            <a:ext cx="1476529" cy="1556287"/>
          </a:xfrm>
          <a:custGeom>
            <a:avLst/>
            <a:gdLst/>
            <a:ahLst/>
            <a:cxnLst/>
            <a:rect l="0" t="0" r="r" b="b"/>
            <a:pathLst>
              <a:path w="1476529" h="1556287">
                <a:moveTo>
                  <a:pt x="1077144" y="0"/>
                </a:moveTo>
                <a:lnTo>
                  <a:pt x="1476529" y="1556287"/>
                </a:lnTo>
                <a:lnTo>
                  <a:pt x="0" y="10273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Tło – fasetka 3"/>
          <p:cNvSpPr/>
          <p:nvPr/>
        </p:nvSpPr>
        <p:spPr>
          <a:xfrm>
            <a:off x="1077144" y="0"/>
            <a:ext cx="1955716" cy="1169608"/>
          </a:xfrm>
          <a:custGeom>
            <a:avLst/>
            <a:gdLst/>
            <a:ahLst/>
            <a:cxnLst/>
            <a:rect l="0" t="0" r="r" b="b"/>
            <a:pathLst>
              <a:path w="1955716" h="1169608">
                <a:moveTo>
                  <a:pt x="0" y="0"/>
                </a:moveTo>
                <a:lnTo>
                  <a:pt x="1955716" y="0"/>
                </a:lnTo>
                <a:lnTo>
                  <a:pt x="1712595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ło – fasetka 4"/>
          <p:cNvSpPr/>
          <p:nvPr/>
        </p:nvSpPr>
        <p:spPr>
          <a:xfrm>
            <a:off x="1077144" y="0"/>
            <a:ext cx="1712595" cy="1556287"/>
          </a:xfrm>
          <a:custGeom>
            <a:avLst/>
            <a:gdLst/>
            <a:ahLst/>
            <a:cxnLst/>
            <a:rect l="0" t="0" r="r" b="b"/>
            <a:pathLst>
              <a:path w="1712595" h="1556287">
                <a:moveTo>
                  <a:pt x="0" y="0"/>
                </a:moveTo>
                <a:lnTo>
                  <a:pt x="1712595" y="1169608"/>
                </a:lnTo>
                <a:lnTo>
                  <a:pt x="399385" y="155628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Tło – fasetka 5"/>
          <p:cNvSpPr/>
          <p:nvPr/>
        </p:nvSpPr>
        <p:spPr>
          <a:xfrm>
            <a:off x="2789738" y="0"/>
            <a:ext cx="944266" cy="1169608"/>
          </a:xfrm>
          <a:custGeom>
            <a:avLst/>
            <a:gdLst/>
            <a:ahLst/>
            <a:cxnLst/>
            <a:rect l="0" t="0" r="r" b="b"/>
            <a:pathLst>
              <a:path w="944266" h="1169608">
                <a:moveTo>
                  <a:pt x="243121" y="0"/>
                </a:moveTo>
                <a:lnTo>
                  <a:pt x="944266" y="0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Tło – fasetka 6"/>
          <p:cNvSpPr/>
          <p:nvPr/>
        </p:nvSpPr>
        <p:spPr>
          <a:xfrm>
            <a:off x="2789738" y="0"/>
            <a:ext cx="1677567" cy="1172958"/>
          </a:xfrm>
          <a:custGeom>
            <a:avLst/>
            <a:gdLst/>
            <a:ahLst/>
            <a:cxnLst/>
            <a:rect l="0" t="0" r="r" b="b"/>
            <a:pathLst>
              <a:path w="1677567" h="1172958">
                <a:moveTo>
                  <a:pt x="944266" y="0"/>
                </a:moveTo>
                <a:lnTo>
                  <a:pt x="1677567" y="1172958"/>
                </a:lnTo>
                <a:lnTo>
                  <a:pt x="0" y="116960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Tło – fasetka 7"/>
          <p:cNvSpPr/>
          <p:nvPr/>
        </p:nvSpPr>
        <p:spPr>
          <a:xfrm>
            <a:off x="3734004" y="0"/>
            <a:ext cx="1980978" cy="1504018"/>
          </a:xfrm>
          <a:custGeom>
            <a:avLst/>
            <a:gdLst/>
            <a:ahLst/>
            <a:cxnLst/>
            <a:rect l="0" t="0" r="r" b="b"/>
            <a:pathLst>
              <a:path w="1980978" h="1504018">
                <a:moveTo>
                  <a:pt x="0" y="0"/>
                </a:moveTo>
                <a:lnTo>
                  <a:pt x="1980978" y="0"/>
                </a:lnTo>
                <a:lnTo>
                  <a:pt x="1896782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ło – fasetka 8"/>
          <p:cNvSpPr/>
          <p:nvPr/>
        </p:nvSpPr>
        <p:spPr>
          <a:xfrm>
            <a:off x="3734004" y="0"/>
            <a:ext cx="1896782" cy="1504018"/>
          </a:xfrm>
          <a:custGeom>
            <a:avLst/>
            <a:gdLst/>
            <a:ahLst/>
            <a:cxnLst/>
            <a:rect l="0" t="0" r="r" b="b"/>
            <a:pathLst>
              <a:path w="1896782" h="1504018">
                <a:moveTo>
                  <a:pt x="0" y="0"/>
                </a:moveTo>
                <a:lnTo>
                  <a:pt x="1896782" y="1504018"/>
                </a:lnTo>
                <a:lnTo>
                  <a:pt x="733301" y="117295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Tło – fasetka 9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84196" y="0"/>
                </a:moveTo>
                <a:lnTo>
                  <a:pt x="1348710" y="0"/>
                </a:lnTo>
                <a:lnTo>
                  <a:pt x="0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Tło – fasetka 10"/>
          <p:cNvSpPr/>
          <p:nvPr/>
        </p:nvSpPr>
        <p:spPr>
          <a:xfrm>
            <a:off x="5630786" y="0"/>
            <a:ext cx="1348710" cy="1504018"/>
          </a:xfrm>
          <a:custGeom>
            <a:avLst/>
            <a:gdLst/>
            <a:ahLst/>
            <a:cxnLst/>
            <a:rect l="0" t="0" r="r" b="b"/>
            <a:pathLst>
              <a:path w="1348710" h="1504018">
                <a:moveTo>
                  <a:pt x="1348710" y="0"/>
                </a:moveTo>
                <a:lnTo>
                  <a:pt x="1019973" y="1404754"/>
                </a:lnTo>
                <a:lnTo>
                  <a:pt x="0" y="150401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Tło – fasetka 11"/>
          <p:cNvSpPr/>
          <p:nvPr/>
        </p:nvSpPr>
        <p:spPr>
          <a:xfrm>
            <a:off x="6979496" y="0"/>
            <a:ext cx="1514614" cy="1712552"/>
          </a:xfrm>
          <a:custGeom>
            <a:avLst/>
            <a:gdLst/>
            <a:ahLst/>
            <a:cxnLst/>
            <a:rect l="0" t="0" r="r" b="b"/>
            <a:pathLst>
              <a:path w="1514614" h="1712552">
                <a:moveTo>
                  <a:pt x="0" y="0"/>
                </a:moveTo>
                <a:lnTo>
                  <a:pt x="1322478" y="0"/>
                </a:lnTo>
                <a:lnTo>
                  <a:pt x="1514614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ło – fasetka 12"/>
          <p:cNvSpPr/>
          <p:nvPr/>
        </p:nvSpPr>
        <p:spPr>
          <a:xfrm>
            <a:off x="6650759" y="0"/>
            <a:ext cx="1843351" cy="1712552"/>
          </a:xfrm>
          <a:custGeom>
            <a:avLst/>
            <a:gdLst/>
            <a:ahLst/>
            <a:cxnLst/>
            <a:rect l="0" t="0" r="r" b="b"/>
            <a:pathLst>
              <a:path w="1843351" h="1712552">
                <a:moveTo>
                  <a:pt x="328737" y="0"/>
                </a:moveTo>
                <a:lnTo>
                  <a:pt x="1843351" y="1712552"/>
                </a:lnTo>
                <a:lnTo>
                  <a:pt x="0" y="14047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Tło – fasetka 13"/>
          <p:cNvSpPr/>
          <p:nvPr/>
        </p:nvSpPr>
        <p:spPr>
          <a:xfrm>
            <a:off x="8301974" y="0"/>
            <a:ext cx="962115" cy="1712552"/>
          </a:xfrm>
          <a:custGeom>
            <a:avLst/>
            <a:gdLst/>
            <a:ahLst/>
            <a:cxnLst/>
            <a:rect l="0" t="0" r="r" b="b"/>
            <a:pathLst>
              <a:path w="962115" h="1712552">
                <a:moveTo>
                  <a:pt x="0" y="0"/>
                </a:moveTo>
                <a:lnTo>
                  <a:pt x="962115" y="0"/>
                </a:lnTo>
                <a:lnTo>
                  <a:pt x="192135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Tło – fasetka 14"/>
          <p:cNvSpPr/>
          <p:nvPr/>
        </p:nvSpPr>
        <p:spPr>
          <a:xfrm>
            <a:off x="8494110" y="0"/>
            <a:ext cx="947406" cy="1720134"/>
          </a:xfrm>
          <a:custGeom>
            <a:avLst/>
            <a:gdLst/>
            <a:ahLst/>
            <a:cxnLst/>
            <a:rect l="0" t="0" r="r" b="b"/>
            <a:pathLst>
              <a:path w="947406" h="1720134">
                <a:moveTo>
                  <a:pt x="769980" y="0"/>
                </a:moveTo>
                <a:lnTo>
                  <a:pt x="947406" y="1720134"/>
                </a:lnTo>
                <a:lnTo>
                  <a:pt x="0" y="17125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Tło – fasetka 15"/>
          <p:cNvSpPr/>
          <p:nvPr/>
        </p:nvSpPr>
        <p:spPr>
          <a:xfrm>
            <a:off x="9264089" y="0"/>
            <a:ext cx="1959634" cy="1536949"/>
          </a:xfrm>
          <a:custGeom>
            <a:avLst/>
            <a:gdLst/>
            <a:ahLst/>
            <a:cxnLst/>
            <a:rect l="0" t="0" r="r" b="b"/>
            <a:pathLst>
              <a:path w="1959634" h="1536949">
                <a:moveTo>
                  <a:pt x="0" y="0"/>
                </a:moveTo>
                <a:lnTo>
                  <a:pt x="1959634" y="0"/>
                </a:lnTo>
                <a:lnTo>
                  <a:pt x="1287511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Tło – fasetka 16"/>
          <p:cNvSpPr/>
          <p:nvPr/>
        </p:nvSpPr>
        <p:spPr>
          <a:xfrm>
            <a:off x="9264089" y="0"/>
            <a:ext cx="1287511" cy="1720134"/>
          </a:xfrm>
          <a:custGeom>
            <a:avLst/>
            <a:gdLst/>
            <a:ahLst/>
            <a:cxnLst/>
            <a:rect l="0" t="0" r="r" b="b"/>
            <a:pathLst>
              <a:path w="1287511" h="1720134">
                <a:moveTo>
                  <a:pt x="0" y="0"/>
                </a:moveTo>
                <a:lnTo>
                  <a:pt x="1287511" y="1536949"/>
                </a:lnTo>
                <a:lnTo>
                  <a:pt x="177427" y="17201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Tło – fasetka 17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672123" y="0"/>
                </a:moveTo>
                <a:lnTo>
                  <a:pt x="1640400" y="0"/>
                </a:lnTo>
                <a:lnTo>
                  <a:pt x="0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Tło – fasetka 18"/>
          <p:cNvSpPr/>
          <p:nvPr/>
        </p:nvSpPr>
        <p:spPr>
          <a:xfrm>
            <a:off x="10551600" y="0"/>
            <a:ext cx="1640400" cy="1536949"/>
          </a:xfrm>
          <a:custGeom>
            <a:avLst/>
            <a:gdLst/>
            <a:ahLst/>
            <a:cxnLst/>
            <a:rect l="0" t="0" r="r" b="b"/>
            <a:pathLst>
              <a:path w="1640400" h="1536949">
                <a:moveTo>
                  <a:pt x="1640400" y="0"/>
                </a:moveTo>
                <a:lnTo>
                  <a:pt x="1640400" y="1216364"/>
                </a:lnTo>
                <a:lnTo>
                  <a:pt x="0" y="153694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Tło – fasetka 19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476529" y="528978"/>
                </a:lnTo>
                <a:lnTo>
                  <a:pt x="1701315" y="144031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Tło – fasetka 20"/>
          <p:cNvSpPr/>
          <p:nvPr/>
        </p:nvSpPr>
        <p:spPr>
          <a:xfrm>
            <a:off x="0" y="1027309"/>
            <a:ext cx="1701315" cy="1440316"/>
          </a:xfrm>
          <a:custGeom>
            <a:avLst/>
            <a:gdLst/>
            <a:ahLst/>
            <a:cxnLst/>
            <a:rect l="0" t="0" r="r" b="b"/>
            <a:pathLst>
              <a:path w="1701315" h="1440316">
                <a:moveTo>
                  <a:pt x="0" y="0"/>
                </a:moveTo>
                <a:lnTo>
                  <a:pt x="1701315" y="1440316"/>
                </a:lnTo>
                <a:lnTo>
                  <a:pt x="0" y="129440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Tło – fasetka 21"/>
          <p:cNvSpPr/>
          <p:nvPr/>
        </p:nvSpPr>
        <p:spPr>
          <a:xfrm>
            <a:off x="1476529" y="1169608"/>
            <a:ext cx="1313209" cy="1298017"/>
          </a:xfrm>
          <a:custGeom>
            <a:avLst/>
            <a:gdLst/>
            <a:ahLst/>
            <a:cxnLst/>
            <a:rect l="0" t="0" r="r" b="b"/>
            <a:pathLst>
              <a:path w="1313209" h="1298017">
                <a:moveTo>
                  <a:pt x="0" y="386679"/>
                </a:moveTo>
                <a:lnTo>
                  <a:pt x="1313209" y="0"/>
                </a:lnTo>
                <a:lnTo>
                  <a:pt x="224786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ło – fasetka 22"/>
          <p:cNvSpPr/>
          <p:nvPr/>
        </p:nvSpPr>
        <p:spPr>
          <a:xfrm>
            <a:off x="1701315" y="1169608"/>
            <a:ext cx="1088423" cy="1568081"/>
          </a:xfrm>
          <a:custGeom>
            <a:avLst/>
            <a:gdLst/>
            <a:ahLst/>
            <a:cxnLst/>
            <a:rect l="0" t="0" r="r" b="b"/>
            <a:pathLst>
              <a:path w="1088423" h="1568081">
                <a:moveTo>
                  <a:pt x="1088423" y="0"/>
                </a:moveTo>
                <a:lnTo>
                  <a:pt x="1032297" y="1568081"/>
                </a:lnTo>
                <a:lnTo>
                  <a:pt x="0" y="129801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Tło – fasetka 23"/>
          <p:cNvSpPr/>
          <p:nvPr/>
        </p:nvSpPr>
        <p:spPr>
          <a:xfrm>
            <a:off x="2789738" y="1169608"/>
            <a:ext cx="1677567" cy="1885321"/>
          </a:xfrm>
          <a:custGeom>
            <a:avLst/>
            <a:gdLst/>
            <a:ahLst/>
            <a:cxnLst/>
            <a:rect l="0" t="0" r="r" b="b"/>
            <a:pathLst>
              <a:path w="1677567" h="1885321">
                <a:moveTo>
                  <a:pt x="0" y="0"/>
                </a:moveTo>
                <a:lnTo>
                  <a:pt x="1677567" y="3351"/>
                </a:lnTo>
                <a:lnTo>
                  <a:pt x="882520" y="188532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Tło – fasetka 24"/>
          <p:cNvSpPr/>
          <p:nvPr/>
        </p:nvSpPr>
        <p:spPr>
          <a:xfrm>
            <a:off x="2733612" y="1169608"/>
            <a:ext cx="938646" cy="1885321"/>
          </a:xfrm>
          <a:custGeom>
            <a:avLst/>
            <a:gdLst/>
            <a:ahLst/>
            <a:cxnLst/>
            <a:rect l="0" t="0" r="r" b="b"/>
            <a:pathLst>
              <a:path w="938646" h="1885321">
                <a:moveTo>
                  <a:pt x="56126" y="0"/>
                </a:moveTo>
                <a:lnTo>
                  <a:pt x="938646" y="1885321"/>
                </a:lnTo>
                <a:lnTo>
                  <a:pt x="0" y="156808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Tło – fasetka 25"/>
          <p:cNvSpPr/>
          <p:nvPr/>
        </p:nvSpPr>
        <p:spPr>
          <a:xfrm>
            <a:off x="3672258" y="1172958"/>
            <a:ext cx="1958528" cy="1881970"/>
          </a:xfrm>
          <a:custGeom>
            <a:avLst/>
            <a:gdLst/>
            <a:ahLst/>
            <a:cxnLst/>
            <a:rect l="0" t="0" r="r" b="b"/>
            <a:pathLst>
              <a:path w="1958528" h="1881970">
                <a:moveTo>
                  <a:pt x="795047" y="0"/>
                </a:moveTo>
                <a:lnTo>
                  <a:pt x="1958528" y="331059"/>
                </a:lnTo>
                <a:lnTo>
                  <a:pt x="0" y="188197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ło – fasetka 26"/>
          <p:cNvSpPr/>
          <p:nvPr/>
        </p:nvSpPr>
        <p:spPr>
          <a:xfrm>
            <a:off x="3672258" y="1504018"/>
            <a:ext cx="1958528" cy="1550911"/>
          </a:xfrm>
          <a:custGeom>
            <a:avLst/>
            <a:gdLst/>
            <a:ahLst/>
            <a:cxnLst/>
            <a:rect l="0" t="0" r="r" b="b"/>
            <a:pathLst>
              <a:path w="1958528" h="1550911">
                <a:moveTo>
                  <a:pt x="1958528" y="0"/>
                </a:moveTo>
                <a:lnTo>
                  <a:pt x="1934074" y="956390"/>
                </a:lnTo>
                <a:lnTo>
                  <a:pt x="0" y="1550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8" name="Tło – fasetka 27"/>
          <p:cNvSpPr/>
          <p:nvPr/>
        </p:nvSpPr>
        <p:spPr>
          <a:xfrm>
            <a:off x="5630786" y="1404754"/>
            <a:ext cx="1019973" cy="1328000"/>
          </a:xfrm>
          <a:custGeom>
            <a:avLst/>
            <a:gdLst/>
            <a:ahLst/>
            <a:cxnLst/>
            <a:rect l="0" t="0" r="r" b="b"/>
            <a:pathLst>
              <a:path w="1019973" h="1328000">
                <a:moveTo>
                  <a:pt x="0" y="99264"/>
                </a:moveTo>
                <a:lnTo>
                  <a:pt x="1019973" y="0"/>
                </a:lnTo>
                <a:lnTo>
                  <a:pt x="744905" y="1328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Tło – fasetka 28"/>
          <p:cNvSpPr/>
          <p:nvPr/>
        </p:nvSpPr>
        <p:spPr>
          <a:xfrm>
            <a:off x="5606333" y="1504018"/>
            <a:ext cx="769359" cy="1228736"/>
          </a:xfrm>
          <a:custGeom>
            <a:avLst/>
            <a:gdLst/>
            <a:ahLst/>
            <a:cxnLst/>
            <a:rect l="0" t="0" r="r" b="b"/>
            <a:pathLst>
              <a:path w="769359" h="1228736">
                <a:moveTo>
                  <a:pt x="24454" y="0"/>
                </a:moveTo>
                <a:lnTo>
                  <a:pt x="769359" y="1228736"/>
                </a:lnTo>
                <a:lnTo>
                  <a:pt x="0" y="9563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Tło – fasetka 29"/>
          <p:cNvSpPr/>
          <p:nvPr/>
        </p:nvSpPr>
        <p:spPr>
          <a:xfrm>
            <a:off x="6375692" y="1404754"/>
            <a:ext cx="2118418" cy="1328000"/>
          </a:xfrm>
          <a:custGeom>
            <a:avLst/>
            <a:gdLst/>
            <a:ahLst/>
            <a:cxnLst/>
            <a:rect l="0" t="0" r="r" b="b"/>
            <a:pathLst>
              <a:path w="2118418" h="1328000">
                <a:moveTo>
                  <a:pt x="275067" y="0"/>
                </a:moveTo>
                <a:lnTo>
                  <a:pt x="2118418" y="307799"/>
                </a:lnTo>
                <a:lnTo>
                  <a:pt x="0" y="1328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Tło – fasetka 30"/>
          <p:cNvSpPr/>
          <p:nvPr/>
        </p:nvSpPr>
        <p:spPr>
          <a:xfrm>
            <a:off x="6375692" y="1712552"/>
            <a:ext cx="2118418" cy="1178693"/>
          </a:xfrm>
          <a:custGeom>
            <a:avLst/>
            <a:gdLst/>
            <a:ahLst/>
            <a:cxnLst/>
            <a:rect l="0" t="0" r="r" b="b"/>
            <a:pathLst>
              <a:path w="2118418" h="1178693">
                <a:moveTo>
                  <a:pt x="2118418" y="0"/>
                </a:moveTo>
                <a:lnTo>
                  <a:pt x="1577009" y="1178693"/>
                </a:lnTo>
                <a:lnTo>
                  <a:pt x="0" y="10202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Tło – fasetka 31"/>
          <p:cNvSpPr/>
          <p:nvPr/>
        </p:nvSpPr>
        <p:spPr>
          <a:xfrm>
            <a:off x="8494110" y="1712552"/>
            <a:ext cx="947406" cy="1080407"/>
          </a:xfrm>
          <a:custGeom>
            <a:avLst/>
            <a:gdLst/>
            <a:ahLst/>
            <a:cxnLst/>
            <a:rect l="0" t="0" r="r" b="b"/>
            <a:pathLst>
              <a:path w="947406" h="1080407">
                <a:moveTo>
                  <a:pt x="0" y="0"/>
                </a:moveTo>
                <a:lnTo>
                  <a:pt x="947406" y="7582"/>
                </a:lnTo>
                <a:lnTo>
                  <a:pt x="797093" y="108040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Tło – fasetka 32"/>
          <p:cNvSpPr/>
          <p:nvPr/>
        </p:nvSpPr>
        <p:spPr>
          <a:xfrm>
            <a:off x="7952701" y="1712552"/>
            <a:ext cx="1338501" cy="1178693"/>
          </a:xfrm>
          <a:custGeom>
            <a:avLst/>
            <a:gdLst/>
            <a:ahLst/>
            <a:cxnLst/>
            <a:rect l="0" t="0" r="r" b="b"/>
            <a:pathLst>
              <a:path w="1338501" h="1178693">
                <a:moveTo>
                  <a:pt x="541409" y="0"/>
                </a:moveTo>
                <a:lnTo>
                  <a:pt x="1338501" y="1080407"/>
                </a:lnTo>
                <a:lnTo>
                  <a:pt x="0" y="11786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Tło – fasetka 33"/>
          <p:cNvSpPr/>
          <p:nvPr/>
        </p:nvSpPr>
        <p:spPr>
          <a:xfrm>
            <a:off x="9291202" y="1536949"/>
            <a:ext cx="1260398" cy="1256010"/>
          </a:xfrm>
          <a:custGeom>
            <a:avLst/>
            <a:gdLst/>
            <a:ahLst/>
            <a:cxnLst/>
            <a:rect l="0" t="0" r="r" b="b"/>
            <a:pathLst>
              <a:path w="1260398" h="1256010">
                <a:moveTo>
                  <a:pt x="150314" y="183185"/>
                </a:moveTo>
                <a:lnTo>
                  <a:pt x="1260398" y="0"/>
                </a:lnTo>
                <a:lnTo>
                  <a:pt x="0" y="12560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Tło – fasetka 34"/>
          <p:cNvSpPr/>
          <p:nvPr/>
        </p:nvSpPr>
        <p:spPr>
          <a:xfrm>
            <a:off x="9291202" y="1536949"/>
            <a:ext cx="1967171" cy="1269568"/>
          </a:xfrm>
          <a:custGeom>
            <a:avLst/>
            <a:gdLst/>
            <a:ahLst/>
            <a:cxnLst/>
            <a:rect l="0" t="0" r="r" b="b"/>
            <a:pathLst>
              <a:path w="1967171" h="1269568">
                <a:moveTo>
                  <a:pt x="1260398" y="0"/>
                </a:moveTo>
                <a:lnTo>
                  <a:pt x="1967171" y="1269568"/>
                </a:lnTo>
                <a:lnTo>
                  <a:pt x="0" y="12560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Tło – fasetka 35"/>
          <p:cNvSpPr/>
          <p:nvPr/>
        </p:nvSpPr>
        <p:spPr>
          <a:xfrm>
            <a:off x="10551600" y="1216364"/>
            <a:ext cx="1640400" cy="1209839"/>
          </a:xfrm>
          <a:custGeom>
            <a:avLst/>
            <a:gdLst/>
            <a:ahLst/>
            <a:cxnLst/>
            <a:rect l="0" t="0" r="r" b="b"/>
            <a:pathLst>
              <a:path w="1640400" h="1209839">
                <a:moveTo>
                  <a:pt x="0" y="320585"/>
                </a:moveTo>
                <a:lnTo>
                  <a:pt x="1640400" y="0"/>
                </a:lnTo>
                <a:lnTo>
                  <a:pt x="1640400" y="12098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Tło – fasetka 36"/>
          <p:cNvSpPr/>
          <p:nvPr/>
        </p:nvSpPr>
        <p:spPr>
          <a:xfrm>
            <a:off x="10551600" y="1536949"/>
            <a:ext cx="1640400" cy="1269568"/>
          </a:xfrm>
          <a:custGeom>
            <a:avLst/>
            <a:gdLst/>
            <a:ahLst/>
            <a:cxnLst/>
            <a:rect l="0" t="0" r="r" b="b"/>
            <a:pathLst>
              <a:path w="1640400" h="1269568">
                <a:moveTo>
                  <a:pt x="0" y="0"/>
                </a:moveTo>
                <a:lnTo>
                  <a:pt x="1640400" y="889254"/>
                </a:lnTo>
                <a:lnTo>
                  <a:pt x="706773" y="1269568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8" name="Tło – fasetka 37"/>
          <p:cNvSpPr/>
          <p:nvPr/>
        </p:nvSpPr>
        <p:spPr>
          <a:xfrm>
            <a:off x="0" y="2321714"/>
            <a:ext cx="1701315" cy="1809445"/>
          </a:xfrm>
          <a:custGeom>
            <a:avLst/>
            <a:gdLst/>
            <a:ahLst/>
            <a:cxnLst/>
            <a:rect l="0" t="0" r="r" b="b"/>
            <a:pathLst>
              <a:path w="1701315" h="1809445">
                <a:moveTo>
                  <a:pt x="0" y="0"/>
                </a:moveTo>
                <a:lnTo>
                  <a:pt x="1701315" y="145911"/>
                </a:lnTo>
                <a:lnTo>
                  <a:pt x="0" y="18094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9" name="Tło – fasetka 38"/>
          <p:cNvSpPr/>
          <p:nvPr/>
        </p:nvSpPr>
        <p:spPr>
          <a:xfrm>
            <a:off x="0" y="2467625"/>
            <a:ext cx="1701315" cy="1681462"/>
          </a:xfrm>
          <a:custGeom>
            <a:avLst/>
            <a:gdLst/>
            <a:ahLst/>
            <a:cxnLst/>
            <a:rect l="0" t="0" r="r" b="b"/>
            <a:pathLst>
              <a:path w="1701315" h="1681462">
                <a:moveTo>
                  <a:pt x="1701315" y="0"/>
                </a:moveTo>
                <a:lnTo>
                  <a:pt x="1193767" y="1681462"/>
                </a:lnTo>
                <a:lnTo>
                  <a:pt x="0" y="16635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0" name="Tło – fasetka 39"/>
          <p:cNvSpPr/>
          <p:nvPr/>
        </p:nvSpPr>
        <p:spPr>
          <a:xfrm>
            <a:off x="1701315" y="2467625"/>
            <a:ext cx="1284137" cy="1719054"/>
          </a:xfrm>
          <a:custGeom>
            <a:avLst/>
            <a:gdLst/>
            <a:ahLst/>
            <a:cxnLst/>
            <a:rect l="0" t="0" r="r" b="b"/>
            <a:pathLst>
              <a:path w="1284137" h="1719054">
                <a:moveTo>
                  <a:pt x="0" y="0"/>
                </a:moveTo>
                <a:lnTo>
                  <a:pt x="1032297" y="270064"/>
                </a:lnTo>
                <a:lnTo>
                  <a:pt x="1284137" y="171905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1" name="Tło – fasetka 40"/>
          <p:cNvSpPr/>
          <p:nvPr/>
        </p:nvSpPr>
        <p:spPr>
          <a:xfrm>
            <a:off x="1193767" y="2467625"/>
            <a:ext cx="1791686" cy="1719054"/>
          </a:xfrm>
          <a:custGeom>
            <a:avLst/>
            <a:gdLst/>
            <a:ahLst/>
            <a:cxnLst/>
            <a:rect l="0" t="0" r="r" b="b"/>
            <a:pathLst>
              <a:path w="1791686" h="1719054">
                <a:moveTo>
                  <a:pt x="507548" y="0"/>
                </a:moveTo>
                <a:lnTo>
                  <a:pt x="1791686" y="1719054"/>
                </a:lnTo>
                <a:lnTo>
                  <a:pt x="0" y="168146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2" name="Tło – fasetka 41"/>
          <p:cNvSpPr/>
          <p:nvPr/>
        </p:nvSpPr>
        <p:spPr>
          <a:xfrm>
            <a:off x="2733612" y="2737689"/>
            <a:ext cx="938646" cy="1448990"/>
          </a:xfrm>
          <a:custGeom>
            <a:avLst/>
            <a:gdLst/>
            <a:ahLst/>
            <a:cxnLst/>
            <a:rect l="0" t="0" r="r" b="b"/>
            <a:pathLst>
              <a:path w="938646" h="1448990">
                <a:moveTo>
                  <a:pt x="0" y="0"/>
                </a:moveTo>
                <a:lnTo>
                  <a:pt x="938646" y="317240"/>
                </a:lnTo>
                <a:lnTo>
                  <a:pt x="251840" y="144899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Tło – fasetka 42"/>
          <p:cNvSpPr/>
          <p:nvPr/>
        </p:nvSpPr>
        <p:spPr>
          <a:xfrm>
            <a:off x="2985452" y="3054929"/>
            <a:ext cx="1183279" cy="1131750"/>
          </a:xfrm>
          <a:custGeom>
            <a:avLst/>
            <a:gdLst/>
            <a:ahLst/>
            <a:cxnLst/>
            <a:rect l="0" t="0" r="r" b="b"/>
            <a:pathLst>
              <a:path w="1183279" h="1131750">
                <a:moveTo>
                  <a:pt x="686806" y="0"/>
                </a:moveTo>
                <a:lnTo>
                  <a:pt x="1183279" y="1091145"/>
                </a:lnTo>
                <a:lnTo>
                  <a:pt x="0" y="113175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Tło – fasetka 43"/>
          <p:cNvSpPr/>
          <p:nvPr/>
        </p:nvSpPr>
        <p:spPr>
          <a:xfrm>
            <a:off x="3672258" y="2460407"/>
            <a:ext cx="1934074" cy="1651441"/>
          </a:xfrm>
          <a:custGeom>
            <a:avLst/>
            <a:gdLst/>
            <a:ahLst/>
            <a:cxnLst/>
            <a:rect l="0" t="0" r="r" b="b"/>
            <a:pathLst>
              <a:path w="1934074" h="1651441">
                <a:moveTo>
                  <a:pt x="0" y="594522"/>
                </a:moveTo>
                <a:lnTo>
                  <a:pt x="1934074" y="0"/>
                </a:lnTo>
                <a:lnTo>
                  <a:pt x="1890662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Tło – fasetka 44"/>
          <p:cNvSpPr/>
          <p:nvPr/>
        </p:nvSpPr>
        <p:spPr>
          <a:xfrm>
            <a:off x="3672258" y="3054929"/>
            <a:ext cx="1890662" cy="1091145"/>
          </a:xfrm>
          <a:custGeom>
            <a:avLst/>
            <a:gdLst/>
            <a:ahLst/>
            <a:cxnLst/>
            <a:rect l="0" t="0" r="r" b="b"/>
            <a:pathLst>
              <a:path w="1890662" h="1091145">
                <a:moveTo>
                  <a:pt x="0" y="0"/>
                </a:moveTo>
                <a:lnTo>
                  <a:pt x="1890662" y="1056919"/>
                </a:lnTo>
                <a:lnTo>
                  <a:pt x="496473" y="109114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Tło – fasetka 45"/>
          <p:cNvSpPr/>
          <p:nvPr/>
        </p:nvSpPr>
        <p:spPr>
          <a:xfrm>
            <a:off x="5562921" y="2460407"/>
            <a:ext cx="812771" cy="1651441"/>
          </a:xfrm>
          <a:custGeom>
            <a:avLst/>
            <a:gdLst/>
            <a:ahLst/>
            <a:cxnLst/>
            <a:rect l="0" t="0" r="r" b="b"/>
            <a:pathLst>
              <a:path w="812771" h="1651441">
                <a:moveTo>
                  <a:pt x="43412" y="0"/>
                </a:moveTo>
                <a:lnTo>
                  <a:pt x="812771" y="272346"/>
                </a:lnTo>
                <a:lnTo>
                  <a:pt x="0" y="165144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Tło – fasetka 46"/>
          <p:cNvSpPr/>
          <p:nvPr/>
        </p:nvSpPr>
        <p:spPr>
          <a:xfrm>
            <a:off x="5562921" y="2732754"/>
            <a:ext cx="915408" cy="1782810"/>
          </a:xfrm>
          <a:custGeom>
            <a:avLst/>
            <a:gdLst/>
            <a:ahLst/>
            <a:cxnLst/>
            <a:rect l="0" t="0" r="r" b="b"/>
            <a:pathLst>
              <a:path w="915408" h="1782810">
                <a:moveTo>
                  <a:pt x="812771" y="0"/>
                </a:moveTo>
                <a:lnTo>
                  <a:pt x="915408" y="1782810"/>
                </a:lnTo>
                <a:lnTo>
                  <a:pt x="0" y="137909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Tło – fasetka 47"/>
          <p:cNvSpPr/>
          <p:nvPr/>
        </p:nvSpPr>
        <p:spPr>
          <a:xfrm>
            <a:off x="6375692" y="2732754"/>
            <a:ext cx="1841582" cy="1513703"/>
          </a:xfrm>
          <a:custGeom>
            <a:avLst/>
            <a:gdLst/>
            <a:ahLst/>
            <a:cxnLst/>
            <a:rect l="0" t="0" r="r" b="b"/>
            <a:pathLst>
              <a:path w="1841582" h="1513703">
                <a:moveTo>
                  <a:pt x="0" y="0"/>
                </a:moveTo>
                <a:lnTo>
                  <a:pt x="1577009" y="158492"/>
                </a:lnTo>
                <a:lnTo>
                  <a:pt x="1841582" y="151370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Tło – fasetka 48"/>
          <p:cNvSpPr/>
          <p:nvPr/>
        </p:nvSpPr>
        <p:spPr>
          <a:xfrm>
            <a:off x="6375692" y="2732754"/>
            <a:ext cx="1841582" cy="1782810"/>
          </a:xfrm>
          <a:custGeom>
            <a:avLst/>
            <a:gdLst/>
            <a:ahLst/>
            <a:cxnLst/>
            <a:rect l="0" t="0" r="r" b="b"/>
            <a:pathLst>
              <a:path w="1841582" h="1782810">
                <a:moveTo>
                  <a:pt x="0" y="0"/>
                </a:moveTo>
                <a:lnTo>
                  <a:pt x="1841582" y="1513703"/>
                </a:lnTo>
                <a:lnTo>
                  <a:pt x="102637" y="17828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Tło – fasetka 49"/>
          <p:cNvSpPr/>
          <p:nvPr/>
        </p:nvSpPr>
        <p:spPr>
          <a:xfrm>
            <a:off x="7952701" y="2792959"/>
            <a:ext cx="1338501" cy="1453497"/>
          </a:xfrm>
          <a:custGeom>
            <a:avLst/>
            <a:gdLst/>
            <a:ahLst/>
            <a:cxnLst/>
            <a:rect l="0" t="0" r="r" b="b"/>
            <a:pathLst>
              <a:path w="1338501" h="1453497">
                <a:moveTo>
                  <a:pt x="0" y="98286"/>
                </a:moveTo>
                <a:lnTo>
                  <a:pt x="1338501" y="0"/>
                </a:lnTo>
                <a:lnTo>
                  <a:pt x="264573" y="14534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Tło – fasetka 50"/>
          <p:cNvSpPr/>
          <p:nvPr/>
        </p:nvSpPr>
        <p:spPr>
          <a:xfrm>
            <a:off x="8217274" y="2792959"/>
            <a:ext cx="1314219" cy="1468071"/>
          </a:xfrm>
          <a:custGeom>
            <a:avLst/>
            <a:gdLst/>
            <a:ahLst/>
            <a:cxnLst/>
            <a:rect l="0" t="0" r="r" b="b"/>
            <a:pathLst>
              <a:path w="1314219" h="1468071">
                <a:moveTo>
                  <a:pt x="1073929" y="0"/>
                </a:moveTo>
                <a:lnTo>
                  <a:pt x="1314219" y="1468071"/>
                </a:lnTo>
                <a:lnTo>
                  <a:pt x="0" y="14534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Tło – fasetka 51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67171" y="13557"/>
                </a:lnTo>
                <a:lnTo>
                  <a:pt x="1990624" y="171121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Tło – fasetka 52"/>
          <p:cNvSpPr/>
          <p:nvPr/>
        </p:nvSpPr>
        <p:spPr>
          <a:xfrm>
            <a:off x="9291202" y="2792959"/>
            <a:ext cx="1990624" cy="1711215"/>
          </a:xfrm>
          <a:custGeom>
            <a:avLst/>
            <a:gdLst/>
            <a:ahLst/>
            <a:cxnLst/>
            <a:rect l="0" t="0" r="r" b="b"/>
            <a:pathLst>
              <a:path w="1990624" h="1711215">
                <a:moveTo>
                  <a:pt x="0" y="0"/>
                </a:moveTo>
                <a:lnTo>
                  <a:pt x="1990624" y="1711215"/>
                </a:lnTo>
                <a:lnTo>
                  <a:pt x="240291" y="14680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Tło – fasetka 53"/>
          <p:cNvSpPr/>
          <p:nvPr/>
        </p:nvSpPr>
        <p:spPr>
          <a:xfrm>
            <a:off x="11258373" y="2426203"/>
            <a:ext cx="933627" cy="2077971"/>
          </a:xfrm>
          <a:custGeom>
            <a:avLst/>
            <a:gdLst/>
            <a:ahLst/>
            <a:cxnLst/>
            <a:rect l="0" t="0" r="r" b="b"/>
            <a:pathLst>
              <a:path w="933627" h="2077971">
                <a:moveTo>
                  <a:pt x="0" y="380313"/>
                </a:moveTo>
                <a:lnTo>
                  <a:pt x="933627" y="0"/>
                </a:lnTo>
                <a:lnTo>
                  <a:pt x="23453" y="20779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Tło – fasetka 54"/>
          <p:cNvSpPr/>
          <p:nvPr/>
        </p:nvSpPr>
        <p:spPr>
          <a:xfrm>
            <a:off x="11281826" y="2426203"/>
            <a:ext cx="910174" cy="2077971"/>
          </a:xfrm>
          <a:custGeom>
            <a:avLst/>
            <a:gdLst/>
            <a:ahLst/>
            <a:cxnLst/>
            <a:rect l="0" t="0" r="r" b="b"/>
            <a:pathLst>
              <a:path w="910174" h="2077971">
                <a:moveTo>
                  <a:pt x="910174" y="0"/>
                </a:moveTo>
                <a:lnTo>
                  <a:pt x="910174" y="1242244"/>
                </a:lnTo>
                <a:lnTo>
                  <a:pt x="0" y="207797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Tło – fasetka 55"/>
          <p:cNvSpPr/>
          <p:nvPr/>
        </p:nvSpPr>
        <p:spPr>
          <a:xfrm>
            <a:off x="0" y="4131159"/>
            <a:ext cx="1193767" cy="1509930"/>
          </a:xfrm>
          <a:custGeom>
            <a:avLst/>
            <a:gdLst/>
            <a:ahLst/>
            <a:cxnLst/>
            <a:rect l="0" t="0" r="r" b="b"/>
            <a:pathLst>
              <a:path w="1193767" h="1509930">
                <a:moveTo>
                  <a:pt x="0" y="0"/>
                </a:moveTo>
                <a:lnTo>
                  <a:pt x="1193767" y="17928"/>
                </a:lnTo>
                <a:lnTo>
                  <a:pt x="981630" y="150993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Tło – fasetka 56"/>
          <p:cNvSpPr/>
          <p:nvPr/>
        </p:nvSpPr>
        <p:spPr>
          <a:xfrm>
            <a:off x="0" y="4131159"/>
            <a:ext cx="981630" cy="1571393"/>
          </a:xfrm>
          <a:custGeom>
            <a:avLst/>
            <a:gdLst/>
            <a:ahLst/>
            <a:cxnLst/>
            <a:rect l="0" t="0" r="r" b="b"/>
            <a:pathLst>
              <a:path w="981630" h="1571393">
                <a:moveTo>
                  <a:pt x="0" y="0"/>
                </a:moveTo>
                <a:lnTo>
                  <a:pt x="981630" y="1509930"/>
                </a:lnTo>
                <a:lnTo>
                  <a:pt x="0" y="157139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Tło – fasetka 57"/>
          <p:cNvSpPr/>
          <p:nvPr/>
        </p:nvSpPr>
        <p:spPr>
          <a:xfrm>
            <a:off x="981630" y="4149086"/>
            <a:ext cx="2003822" cy="1492002"/>
          </a:xfrm>
          <a:custGeom>
            <a:avLst/>
            <a:gdLst/>
            <a:ahLst/>
            <a:cxnLst/>
            <a:rect l="0" t="0" r="r" b="b"/>
            <a:pathLst>
              <a:path w="2003822" h="1492002">
                <a:moveTo>
                  <a:pt x="212137" y="0"/>
                </a:moveTo>
                <a:lnTo>
                  <a:pt x="2003822" y="37593"/>
                </a:lnTo>
                <a:lnTo>
                  <a:pt x="0" y="149200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Tło – fasetka 58"/>
          <p:cNvSpPr/>
          <p:nvPr/>
        </p:nvSpPr>
        <p:spPr>
          <a:xfrm>
            <a:off x="981630" y="4186679"/>
            <a:ext cx="2003822" cy="1742597"/>
          </a:xfrm>
          <a:custGeom>
            <a:avLst/>
            <a:gdLst/>
            <a:ahLst/>
            <a:cxnLst/>
            <a:rect l="0" t="0" r="r" b="b"/>
            <a:pathLst>
              <a:path w="2003822" h="1742597">
                <a:moveTo>
                  <a:pt x="2003822" y="0"/>
                </a:moveTo>
                <a:lnTo>
                  <a:pt x="1856759" y="1742597"/>
                </a:lnTo>
                <a:lnTo>
                  <a:pt x="0" y="145441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Tło – fasetka 59"/>
          <p:cNvSpPr/>
          <p:nvPr/>
        </p:nvSpPr>
        <p:spPr>
          <a:xfrm>
            <a:off x="2985452" y="4146074"/>
            <a:ext cx="1294578" cy="1717926"/>
          </a:xfrm>
          <a:custGeom>
            <a:avLst/>
            <a:gdLst/>
            <a:ahLst/>
            <a:cxnLst/>
            <a:rect l="0" t="0" r="r" b="b"/>
            <a:pathLst>
              <a:path w="1294578" h="1717926">
                <a:moveTo>
                  <a:pt x="0" y="40605"/>
                </a:moveTo>
                <a:lnTo>
                  <a:pt x="1183279" y="0"/>
                </a:lnTo>
                <a:lnTo>
                  <a:pt x="1294578" y="171792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Tło – fasetka 60"/>
          <p:cNvSpPr/>
          <p:nvPr/>
        </p:nvSpPr>
        <p:spPr>
          <a:xfrm>
            <a:off x="2838389" y="4186679"/>
            <a:ext cx="1441641" cy="1742597"/>
          </a:xfrm>
          <a:custGeom>
            <a:avLst/>
            <a:gdLst/>
            <a:ahLst/>
            <a:cxnLst/>
            <a:rect l="0" t="0" r="r" b="b"/>
            <a:pathLst>
              <a:path w="1441641" h="1742597">
                <a:moveTo>
                  <a:pt x="147063" y="0"/>
                </a:moveTo>
                <a:lnTo>
                  <a:pt x="1441641" y="1677321"/>
                </a:lnTo>
                <a:lnTo>
                  <a:pt x="0" y="1742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Tło – fasetka 61"/>
          <p:cNvSpPr/>
          <p:nvPr/>
        </p:nvSpPr>
        <p:spPr>
          <a:xfrm>
            <a:off x="4168731" y="4111848"/>
            <a:ext cx="1394189" cy="1752152"/>
          </a:xfrm>
          <a:custGeom>
            <a:avLst/>
            <a:gdLst/>
            <a:ahLst/>
            <a:cxnLst/>
            <a:rect l="0" t="0" r="r" b="b"/>
            <a:pathLst>
              <a:path w="1394189" h="1752152">
                <a:moveTo>
                  <a:pt x="0" y="34226"/>
                </a:moveTo>
                <a:lnTo>
                  <a:pt x="1394189" y="0"/>
                </a:lnTo>
                <a:lnTo>
                  <a:pt x="111299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Tło – fasetka 62"/>
          <p:cNvSpPr/>
          <p:nvPr/>
        </p:nvSpPr>
        <p:spPr>
          <a:xfrm>
            <a:off x="4280030" y="4111848"/>
            <a:ext cx="1409943" cy="1752152"/>
          </a:xfrm>
          <a:custGeom>
            <a:avLst/>
            <a:gdLst/>
            <a:ahLst/>
            <a:cxnLst/>
            <a:rect l="0" t="0" r="r" b="b"/>
            <a:pathLst>
              <a:path w="1409943" h="1752152">
                <a:moveTo>
                  <a:pt x="1282891" y="0"/>
                </a:moveTo>
                <a:lnTo>
                  <a:pt x="1409943" y="1124840"/>
                </a:lnTo>
                <a:lnTo>
                  <a:pt x="0" y="175215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Tło – fasetka 63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915408" y="403715"/>
                </a:lnTo>
                <a:lnTo>
                  <a:pt x="1381862" y="180094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Tło – fasetka 64"/>
          <p:cNvSpPr/>
          <p:nvPr/>
        </p:nvSpPr>
        <p:spPr>
          <a:xfrm>
            <a:off x="5562921" y="4111848"/>
            <a:ext cx="1381862" cy="1800947"/>
          </a:xfrm>
          <a:custGeom>
            <a:avLst/>
            <a:gdLst/>
            <a:ahLst/>
            <a:cxnLst/>
            <a:rect l="0" t="0" r="r" b="b"/>
            <a:pathLst>
              <a:path w="1381862" h="1800947">
                <a:moveTo>
                  <a:pt x="0" y="0"/>
                </a:moveTo>
                <a:lnTo>
                  <a:pt x="1381862" y="1800947"/>
                </a:lnTo>
                <a:lnTo>
                  <a:pt x="127052" y="112484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Tło – fasetka 65"/>
          <p:cNvSpPr/>
          <p:nvPr/>
        </p:nvSpPr>
        <p:spPr>
          <a:xfrm>
            <a:off x="6478329" y="4246457"/>
            <a:ext cx="1738945" cy="1666339"/>
          </a:xfrm>
          <a:custGeom>
            <a:avLst/>
            <a:gdLst/>
            <a:ahLst/>
            <a:cxnLst/>
            <a:rect l="0" t="0" r="r" b="b"/>
            <a:pathLst>
              <a:path w="1738945" h="1666339">
                <a:moveTo>
                  <a:pt x="0" y="269107"/>
                </a:moveTo>
                <a:lnTo>
                  <a:pt x="1738945" y="0"/>
                </a:lnTo>
                <a:lnTo>
                  <a:pt x="466454" y="16663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Tło – fasetka 66"/>
          <p:cNvSpPr/>
          <p:nvPr/>
        </p:nvSpPr>
        <p:spPr>
          <a:xfrm>
            <a:off x="6944783" y="4246457"/>
            <a:ext cx="1272491" cy="1666339"/>
          </a:xfrm>
          <a:custGeom>
            <a:avLst/>
            <a:gdLst/>
            <a:ahLst/>
            <a:cxnLst/>
            <a:rect l="0" t="0" r="r" b="b"/>
            <a:pathLst>
              <a:path w="1272491" h="1666339">
                <a:moveTo>
                  <a:pt x="1272491" y="0"/>
                </a:moveTo>
                <a:lnTo>
                  <a:pt x="835669" y="1651809"/>
                </a:lnTo>
                <a:lnTo>
                  <a:pt x="0" y="166633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Tło – fasetka 67"/>
          <p:cNvSpPr/>
          <p:nvPr/>
        </p:nvSpPr>
        <p:spPr>
          <a:xfrm>
            <a:off x="8217274" y="4246457"/>
            <a:ext cx="1436179" cy="1513384"/>
          </a:xfrm>
          <a:custGeom>
            <a:avLst/>
            <a:gdLst/>
            <a:ahLst/>
            <a:cxnLst/>
            <a:rect l="0" t="0" r="r" b="b"/>
            <a:pathLst>
              <a:path w="1436179" h="1513384">
                <a:moveTo>
                  <a:pt x="0" y="0"/>
                </a:moveTo>
                <a:lnTo>
                  <a:pt x="1314219" y="14573"/>
                </a:lnTo>
                <a:lnTo>
                  <a:pt x="1436179" y="151338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Tło – fasetka 68"/>
          <p:cNvSpPr/>
          <p:nvPr/>
        </p:nvSpPr>
        <p:spPr>
          <a:xfrm>
            <a:off x="7780452" y="4246457"/>
            <a:ext cx="1873000" cy="1651809"/>
          </a:xfrm>
          <a:custGeom>
            <a:avLst/>
            <a:gdLst/>
            <a:ahLst/>
            <a:cxnLst/>
            <a:rect l="0" t="0" r="r" b="b"/>
            <a:pathLst>
              <a:path w="1873000" h="1651809">
                <a:moveTo>
                  <a:pt x="436821" y="0"/>
                </a:moveTo>
                <a:lnTo>
                  <a:pt x="1873000" y="1513384"/>
                </a:lnTo>
                <a:lnTo>
                  <a:pt x="0" y="165180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Tło – fasetka 69"/>
          <p:cNvSpPr/>
          <p:nvPr/>
        </p:nvSpPr>
        <p:spPr>
          <a:xfrm>
            <a:off x="9531493" y="4261030"/>
            <a:ext cx="1750333" cy="1498811"/>
          </a:xfrm>
          <a:custGeom>
            <a:avLst/>
            <a:gdLst/>
            <a:ahLst/>
            <a:cxnLst/>
            <a:rect l="0" t="0" r="r" b="b"/>
            <a:pathLst>
              <a:path w="1750333" h="1498811">
                <a:moveTo>
                  <a:pt x="0" y="0"/>
                </a:moveTo>
                <a:lnTo>
                  <a:pt x="1750333" y="243144"/>
                </a:lnTo>
                <a:lnTo>
                  <a:pt x="121960" y="14988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Tło – fasetka 70"/>
          <p:cNvSpPr/>
          <p:nvPr/>
        </p:nvSpPr>
        <p:spPr>
          <a:xfrm>
            <a:off x="9653453" y="4504174"/>
            <a:ext cx="1628373" cy="1255666"/>
          </a:xfrm>
          <a:custGeom>
            <a:avLst/>
            <a:gdLst/>
            <a:ahLst/>
            <a:cxnLst/>
            <a:rect l="0" t="0" r="r" b="b"/>
            <a:pathLst>
              <a:path w="1628373" h="1255666">
                <a:moveTo>
                  <a:pt x="1628373" y="0"/>
                </a:moveTo>
                <a:lnTo>
                  <a:pt x="1041963" y="1233229"/>
                </a:lnTo>
                <a:lnTo>
                  <a:pt x="0" y="1255666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Tło – fasetka 71"/>
          <p:cNvSpPr/>
          <p:nvPr/>
        </p:nvSpPr>
        <p:spPr>
          <a:xfrm>
            <a:off x="11281826" y="3668447"/>
            <a:ext cx="910174" cy="1652653"/>
          </a:xfrm>
          <a:custGeom>
            <a:avLst/>
            <a:gdLst/>
            <a:ahLst/>
            <a:cxnLst/>
            <a:rect l="0" t="0" r="r" b="b"/>
            <a:pathLst>
              <a:path w="910174" h="1652653">
                <a:moveTo>
                  <a:pt x="0" y="835728"/>
                </a:moveTo>
                <a:lnTo>
                  <a:pt x="910174" y="0"/>
                </a:lnTo>
                <a:lnTo>
                  <a:pt x="910174" y="1652653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Tło – fasetka 72"/>
          <p:cNvSpPr/>
          <p:nvPr/>
        </p:nvSpPr>
        <p:spPr>
          <a:xfrm>
            <a:off x="10695416" y="4504174"/>
            <a:ext cx="1496584" cy="1233229"/>
          </a:xfrm>
          <a:custGeom>
            <a:avLst/>
            <a:gdLst/>
            <a:ahLst/>
            <a:cxnLst/>
            <a:rect l="0" t="0" r="r" b="b"/>
            <a:pathLst>
              <a:path w="1496584" h="1233229">
                <a:moveTo>
                  <a:pt x="586411" y="0"/>
                </a:moveTo>
                <a:lnTo>
                  <a:pt x="1496584" y="816925"/>
                </a:lnTo>
                <a:lnTo>
                  <a:pt x="0" y="123322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Tło – fasetka 73"/>
          <p:cNvSpPr/>
          <p:nvPr/>
        </p:nvSpPr>
        <p:spPr>
          <a:xfrm>
            <a:off x="0" y="5641089"/>
            <a:ext cx="981630" cy="1216911"/>
          </a:xfrm>
          <a:custGeom>
            <a:avLst/>
            <a:gdLst/>
            <a:ahLst/>
            <a:cxnLst/>
            <a:rect l="0" t="0" r="r" b="b"/>
            <a:pathLst>
              <a:path w="981630" h="1216911">
                <a:moveTo>
                  <a:pt x="0" y="61463"/>
                </a:moveTo>
                <a:lnTo>
                  <a:pt x="981630" y="0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Tło – fasetka 74"/>
          <p:cNvSpPr/>
          <p:nvPr/>
        </p:nvSpPr>
        <p:spPr>
          <a:xfrm>
            <a:off x="0" y="5641089"/>
            <a:ext cx="1552749" cy="1216911"/>
          </a:xfrm>
          <a:custGeom>
            <a:avLst/>
            <a:gdLst/>
            <a:ahLst/>
            <a:cxnLst/>
            <a:rect l="0" t="0" r="r" b="b"/>
            <a:pathLst>
              <a:path w="1552749" h="1216911">
                <a:moveTo>
                  <a:pt x="981630" y="0"/>
                </a:moveTo>
                <a:lnTo>
                  <a:pt x="1552749" y="1216911"/>
                </a:lnTo>
                <a:lnTo>
                  <a:pt x="0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Tło – fasetka 75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1856759" y="288187"/>
                </a:lnTo>
                <a:lnTo>
                  <a:pt x="2056914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Tło – fasetka 76"/>
          <p:cNvSpPr/>
          <p:nvPr/>
        </p:nvSpPr>
        <p:spPr>
          <a:xfrm>
            <a:off x="981630" y="5641089"/>
            <a:ext cx="2056914" cy="1216911"/>
          </a:xfrm>
          <a:custGeom>
            <a:avLst/>
            <a:gdLst/>
            <a:ahLst/>
            <a:cxnLst/>
            <a:rect l="0" t="0" r="r" b="b"/>
            <a:pathLst>
              <a:path w="2056914" h="1216911">
                <a:moveTo>
                  <a:pt x="0" y="0"/>
                </a:moveTo>
                <a:lnTo>
                  <a:pt x="2056914" y="1216911"/>
                </a:lnTo>
                <a:lnTo>
                  <a:pt x="571119" y="121691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Tło – fasetka 77"/>
          <p:cNvSpPr/>
          <p:nvPr/>
        </p:nvSpPr>
        <p:spPr>
          <a:xfrm>
            <a:off x="2838389" y="5864000"/>
            <a:ext cx="1441641" cy="994000"/>
          </a:xfrm>
          <a:custGeom>
            <a:avLst/>
            <a:gdLst/>
            <a:ahLst/>
            <a:cxnLst/>
            <a:rect l="0" t="0" r="r" b="b"/>
            <a:pathLst>
              <a:path w="1441641" h="994000">
                <a:moveTo>
                  <a:pt x="0" y="65276"/>
                </a:moveTo>
                <a:lnTo>
                  <a:pt x="1441641" y="0"/>
                </a:lnTo>
                <a:lnTo>
                  <a:pt x="200155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Tło – fasetka 78"/>
          <p:cNvSpPr/>
          <p:nvPr/>
        </p:nvSpPr>
        <p:spPr>
          <a:xfrm>
            <a:off x="3038544" y="5864000"/>
            <a:ext cx="1241486" cy="994000"/>
          </a:xfrm>
          <a:custGeom>
            <a:avLst/>
            <a:gdLst/>
            <a:ahLst/>
            <a:cxnLst/>
            <a:rect l="0" t="0" r="r" b="b"/>
            <a:pathLst>
              <a:path w="1241486" h="994000">
                <a:moveTo>
                  <a:pt x="1241486" y="0"/>
                </a:moveTo>
                <a:lnTo>
                  <a:pt x="628813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Tło – fasetka 79"/>
          <p:cNvSpPr/>
          <p:nvPr/>
        </p:nvSpPr>
        <p:spPr>
          <a:xfrm>
            <a:off x="4280030" y="5236688"/>
            <a:ext cx="1409943" cy="1621312"/>
          </a:xfrm>
          <a:custGeom>
            <a:avLst/>
            <a:gdLst/>
            <a:ahLst/>
            <a:cxnLst/>
            <a:rect l="0" t="0" r="r" b="b"/>
            <a:pathLst>
              <a:path w="1409943" h="1621312">
                <a:moveTo>
                  <a:pt x="0" y="627311"/>
                </a:moveTo>
                <a:lnTo>
                  <a:pt x="1409943" y="0"/>
                </a:lnTo>
                <a:lnTo>
                  <a:pt x="1215603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Tło – fasetka 80"/>
          <p:cNvSpPr/>
          <p:nvPr/>
        </p:nvSpPr>
        <p:spPr>
          <a:xfrm>
            <a:off x="3667357" y="5864000"/>
            <a:ext cx="1828276" cy="994000"/>
          </a:xfrm>
          <a:custGeom>
            <a:avLst/>
            <a:gdLst/>
            <a:ahLst/>
            <a:cxnLst/>
            <a:rect l="0" t="0" r="r" b="b"/>
            <a:pathLst>
              <a:path w="1828276" h="994000">
                <a:moveTo>
                  <a:pt x="612673" y="0"/>
                </a:moveTo>
                <a:lnTo>
                  <a:pt x="1828276" y="994000"/>
                </a:lnTo>
                <a:lnTo>
                  <a:pt x="0" y="994000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Tło – fasetka 81"/>
          <p:cNvSpPr/>
          <p:nvPr/>
        </p:nvSpPr>
        <p:spPr>
          <a:xfrm>
            <a:off x="5495633" y="5236688"/>
            <a:ext cx="1449150" cy="1621312"/>
          </a:xfrm>
          <a:custGeom>
            <a:avLst/>
            <a:gdLst/>
            <a:ahLst/>
            <a:cxnLst/>
            <a:rect l="0" t="0" r="r" b="b"/>
            <a:pathLst>
              <a:path w="1449150" h="1621312">
                <a:moveTo>
                  <a:pt x="194340" y="0"/>
                </a:moveTo>
                <a:lnTo>
                  <a:pt x="1449150" y="676107"/>
                </a:lnTo>
                <a:lnTo>
                  <a:pt x="0" y="1621312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Tło – fasetka 82"/>
          <p:cNvSpPr/>
          <p:nvPr/>
        </p:nvSpPr>
        <p:spPr>
          <a:xfrm>
            <a:off x="5495633" y="5912795"/>
            <a:ext cx="1449150" cy="945205"/>
          </a:xfrm>
          <a:custGeom>
            <a:avLst/>
            <a:gdLst/>
            <a:ahLst/>
            <a:cxnLst/>
            <a:rect l="0" t="0" r="r" b="b"/>
            <a:pathLst>
              <a:path w="1449150" h="945205">
                <a:moveTo>
                  <a:pt x="1449150" y="0"/>
                </a:moveTo>
                <a:lnTo>
                  <a:pt x="1330082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Tło – fasetka 83"/>
          <p:cNvSpPr/>
          <p:nvPr/>
        </p:nvSpPr>
        <p:spPr>
          <a:xfrm>
            <a:off x="6944783" y="5898266"/>
            <a:ext cx="1017569" cy="959734"/>
          </a:xfrm>
          <a:custGeom>
            <a:avLst/>
            <a:gdLst/>
            <a:ahLst/>
            <a:cxnLst/>
            <a:rect l="0" t="0" r="r" b="b"/>
            <a:pathLst>
              <a:path w="1017569" h="959734">
                <a:moveTo>
                  <a:pt x="0" y="14529"/>
                </a:moveTo>
                <a:lnTo>
                  <a:pt x="835669" y="0"/>
                </a:lnTo>
                <a:lnTo>
                  <a:pt x="1017569" y="959734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Tło – fasetka 84"/>
          <p:cNvSpPr/>
          <p:nvPr/>
        </p:nvSpPr>
        <p:spPr>
          <a:xfrm>
            <a:off x="6825715" y="5912795"/>
            <a:ext cx="1136637" cy="945205"/>
          </a:xfrm>
          <a:custGeom>
            <a:avLst/>
            <a:gdLst/>
            <a:ahLst/>
            <a:cxnLst/>
            <a:rect l="0" t="0" r="r" b="b"/>
            <a:pathLst>
              <a:path w="1136637" h="945205">
                <a:moveTo>
                  <a:pt x="119068" y="0"/>
                </a:moveTo>
                <a:lnTo>
                  <a:pt x="1136637" y="945205"/>
                </a:lnTo>
                <a:lnTo>
                  <a:pt x="0" y="945205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Tło – fasetka 85"/>
          <p:cNvSpPr/>
          <p:nvPr/>
        </p:nvSpPr>
        <p:spPr>
          <a:xfrm>
            <a:off x="7780452" y="5759841"/>
            <a:ext cx="1873000" cy="1098159"/>
          </a:xfrm>
          <a:custGeom>
            <a:avLst/>
            <a:gdLst/>
            <a:ahLst/>
            <a:cxnLst/>
            <a:rect l="0" t="0" r="r" b="b"/>
            <a:pathLst>
              <a:path w="1873000" h="1098159">
                <a:moveTo>
                  <a:pt x="0" y="138425"/>
                </a:moveTo>
                <a:lnTo>
                  <a:pt x="1873000" y="0"/>
                </a:lnTo>
                <a:lnTo>
                  <a:pt x="181899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Tło – fasetka 86"/>
          <p:cNvSpPr/>
          <p:nvPr/>
        </p:nvSpPr>
        <p:spPr>
          <a:xfrm>
            <a:off x="7962352" y="5759841"/>
            <a:ext cx="1691101" cy="1098159"/>
          </a:xfrm>
          <a:custGeom>
            <a:avLst/>
            <a:gdLst/>
            <a:ahLst/>
            <a:cxnLst/>
            <a:rect l="0" t="0" r="r" b="b"/>
            <a:pathLst>
              <a:path w="1691101" h="1098159">
                <a:moveTo>
                  <a:pt x="1691101" y="0"/>
                </a:moveTo>
                <a:lnTo>
                  <a:pt x="1552046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Tło – fasetka 87"/>
          <p:cNvSpPr/>
          <p:nvPr/>
        </p:nvSpPr>
        <p:spPr>
          <a:xfrm>
            <a:off x="9653453" y="5737403"/>
            <a:ext cx="1041963" cy="1120597"/>
          </a:xfrm>
          <a:custGeom>
            <a:avLst/>
            <a:gdLst/>
            <a:ahLst/>
            <a:cxnLst/>
            <a:rect l="0" t="0" r="r" b="b"/>
            <a:pathLst>
              <a:path w="1041963" h="1120597">
                <a:moveTo>
                  <a:pt x="0" y="22437"/>
                </a:moveTo>
                <a:lnTo>
                  <a:pt x="1041963" y="0"/>
                </a:lnTo>
                <a:lnTo>
                  <a:pt x="984644" y="1120597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Tło – fasetka 88"/>
          <p:cNvSpPr/>
          <p:nvPr/>
        </p:nvSpPr>
        <p:spPr>
          <a:xfrm>
            <a:off x="9514398" y="5759841"/>
            <a:ext cx="1123699" cy="1098159"/>
          </a:xfrm>
          <a:custGeom>
            <a:avLst/>
            <a:gdLst/>
            <a:ahLst/>
            <a:cxnLst/>
            <a:rect l="0" t="0" r="r" b="b"/>
            <a:pathLst>
              <a:path w="1123699" h="1098159">
                <a:moveTo>
                  <a:pt x="139055" y="0"/>
                </a:moveTo>
                <a:lnTo>
                  <a:pt x="1123699" y="1098159"/>
                </a:lnTo>
                <a:lnTo>
                  <a:pt x="0" y="1098159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Tło – fasetka 89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57318" y="416304"/>
                </a:moveTo>
                <a:lnTo>
                  <a:pt x="1553903" y="0"/>
                </a:lnTo>
                <a:lnTo>
                  <a:pt x="0" y="15369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Tło – fasetka 90"/>
          <p:cNvSpPr/>
          <p:nvPr/>
        </p:nvSpPr>
        <p:spPr>
          <a:xfrm>
            <a:off x="10638097" y="5321099"/>
            <a:ext cx="1553903" cy="1536901"/>
          </a:xfrm>
          <a:custGeom>
            <a:avLst/>
            <a:gdLst/>
            <a:ahLst/>
            <a:cxnLst/>
            <a:rect l="0" t="0" r="r" b="b"/>
            <a:pathLst>
              <a:path w="1553903" h="1536901">
                <a:moveTo>
                  <a:pt x="1553903" y="0"/>
                </a:moveTo>
                <a:lnTo>
                  <a:pt x="1553903" y="1536901"/>
                </a:lnTo>
                <a:lnTo>
                  <a:pt x="0" y="1536901"/>
                </a:lnTo>
                <a:close/>
              </a:path>
            </a:pathLst>
          </a:custGeom>
          <a:solidFill>
            <a:srgbClr val="111111"/>
          </a:solidFill>
          <a:ln w="10160">
            <a:solidFill>
              <a:srgbClr val="111111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!!Tło 1"/>
          <p:cNvSpPr/>
          <p:nvPr/>
        </p:nvSpPr>
        <p:spPr>
          <a:xfrm>
            <a:off x="-561606" y="-1582372"/>
            <a:ext cx="3195697" cy="3767894"/>
          </a:xfrm>
          <a:custGeom>
            <a:avLst/>
            <a:gdLst/>
            <a:ahLst/>
            <a:cxnLst/>
            <a:rect l="0" t="0" r="r" b="b"/>
            <a:pathLst>
              <a:path w="3195697" h="3767894">
                <a:moveTo>
                  <a:pt x="1379662" y="3767894"/>
                </a:moveTo>
                <a:lnTo>
                  <a:pt x="0" y="0"/>
                </a:lnTo>
                <a:lnTo>
                  <a:pt x="3195697" y="2209786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!!Tło 3"/>
          <p:cNvSpPr/>
          <p:nvPr/>
        </p:nvSpPr>
        <p:spPr>
          <a:xfrm>
            <a:off x="8378620" y="1328184"/>
            <a:ext cx="4239561" cy="2658094"/>
          </a:xfrm>
          <a:custGeom>
            <a:avLst/>
            <a:gdLst/>
            <a:ahLst/>
            <a:cxnLst/>
            <a:rect l="0" t="0" r="r" b="b"/>
            <a:pathLst>
              <a:path w="4239561" h="2658094">
                <a:moveTo>
                  <a:pt x="4239561" y="2658094"/>
                </a:moveTo>
                <a:lnTo>
                  <a:pt x="0" y="2431824"/>
                </a:lnTo>
                <a:lnTo>
                  <a:pt x="2092971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!!Tło 5"/>
          <p:cNvSpPr/>
          <p:nvPr/>
        </p:nvSpPr>
        <p:spPr>
          <a:xfrm>
            <a:off x="2355780" y="527621"/>
            <a:ext cx="4449116" cy="5114374"/>
          </a:xfrm>
          <a:custGeom>
            <a:avLst/>
            <a:gdLst/>
            <a:ahLst/>
            <a:cxnLst/>
            <a:rect l="0" t="0" r="r" b="b"/>
            <a:pathLst>
              <a:path w="4449116" h="5114374">
                <a:moveTo>
                  <a:pt x="3615325" y="0"/>
                </a:moveTo>
                <a:lnTo>
                  <a:pt x="4449116" y="5114374"/>
                </a:lnTo>
                <a:lnTo>
                  <a:pt x="0" y="3480109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!!Tło 7"/>
          <p:cNvSpPr/>
          <p:nvPr/>
        </p:nvSpPr>
        <p:spPr>
          <a:xfrm>
            <a:off x="8346237" y="3287181"/>
            <a:ext cx="2503120" cy="2332867"/>
          </a:xfrm>
          <a:custGeom>
            <a:avLst/>
            <a:gdLst/>
            <a:ahLst/>
            <a:cxnLst/>
            <a:rect l="0" t="0" r="r" b="b"/>
            <a:pathLst>
              <a:path w="2503120" h="2332867">
                <a:moveTo>
                  <a:pt x="2503120" y="28857"/>
                </a:moveTo>
                <a:lnTo>
                  <a:pt x="1277662" y="2332867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!!Tło 9"/>
          <p:cNvSpPr/>
          <p:nvPr/>
        </p:nvSpPr>
        <p:spPr>
          <a:xfrm>
            <a:off x="8223299" y="604936"/>
            <a:ext cx="2182203" cy="2502434"/>
          </a:xfrm>
          <a:custGeom>
            <a:avLst/>
            <a:gdLst/>
            <a:ahLst/>
            <a:cxnLst/>
            <a:rect l="0" t="0" r="r" b="b"/>
            <a:pathLst>
              <a:path w="2182203" h="2502434">
                <a:moveTo>
                  <a:pt x="2182203" y="1724477"/>
                </a:moveTo>
                <a:lnTo>
                  <a:pt x="0" y="2502434"/>
                </a:lnTo>
                <a:lnTo>
                  <a:pt x="699654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!!Tło 11"/>
          <p:cNvSpPr/>
          <p:nvPr/>
        </p:nvSpPr>
        <p:spPr>
          <a:xfrm>
            <a:off x="5583654" y="1085760"/>
            <a:ext cx="2016165" cy="1754200"/>
          </a:xfrm>
          <a:custGeom>
            <a:avLst/>
            <a:gdLst/>
            <a:ahLst/>
            <a:cxnLst/>
            <a:rect l="0" t="0" r="r" b="b"/>
            <a:pathLst>
              <a:path w="2016165" h="1754200">
                <a:moveTo>
                  <a:pt x="2016165" y="0"/>
                </a:moveTo>
                <a:lnTo>
                  <a:pt x="1431024" y="1754200"/>
                </a:lnTo>
                <a:lnTo>
                  <a:pt x="0" y="1387255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!!Tło 13"/>
          <p:cNvSpPr/>
          <p:nvPr/>
        </p:nvSpPr>
        <p:spPr>
          <a:xfrm>
            <a:off x="1799697" y="920773"/>
            <a:ext cx="3701801" cy="6202256"/>
          </a:xfrm>
          <a:custGeom>
            <a:avLst/>
            <a:gdLst/>
            <a:ahLst/>
            <a:cxnLst/>
            <a:rect l="0" t="0" r="r" b="b"/>
            <a:pathLst>
              <a:path w="3701801" h="6202256">
                <a:moveTo>
                  <a:pt x="3701801" y="3810957"/>
                </a:moveTo>
                <a:lnTo>
                  <a:pt x="0" y="6202256"/>
                </a:lnTo>
                <a:lnTo>
                  <a:pt x="234748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!!Tło 15"/>
          <p:cNvSpPr/>
          <p:nvPr/>
        </p:nvSpPr>
        <p:spPr>
          <a:xfrm>
            <a:off x="-986531" y="3833232"/>
            <a:ext cx="3746217" cy="3898911"/>
          </a:xfrm>
          <a:custGeom>
            <a:avLst/>
            <a:gdLst/>
            <a:ahLst/>
            <a:cxnLst/>
            <a:rect l="0" t="0" r="r" b="b"/>
            <a:pathLst>
              <a:path w="3746217" h="3898911">
                <a:moveTo>
                  <a:pt x="0" y="0"/>
                </a:moveTo>
                <a:lnTo>
                  <a:pt x="3746217" y="720876"/>
                </a:lnTo>
                <a:lnTo>
                  <a:pt x="2223696" y="3898911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!!Tło 17"/>
          <p:cNvSpPr/>
          <p:nvPr/>
        </p:nvSpPr>
        <p:spPr>
          <a:xfrm>
            <a:off x="998365" y="4917411"/>
            <a:ext cx="1602767" cy="2206745"/>
          </a:xfrm>
          <a:custGeom>
            <a:avLst/>
            <a:gdLst/>
            <a:ahLst/>
            <a:cxnLst/>
            <a:rect l="0" t="0" r="r" b="b"/>
            <a:pathLst>
              <a:path w="1602767" h="2206745">
                <a:moveTo>
                  <a:pt x="0" y="2206745"/>
                </a:moveTo>
                <a:lnTo>
                  <a:pt x="333749" y="0"/>
                </a:lnTo>
                <a:lnTo>
                  <a:pt x="1602767" y="2144099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!!Tło 19"/>
          <p:cNvSpPr/>
          <p:nvPr/>
        </p:nvSpPr>
        <p:spPr>
          <a:xfrm>
            <a:off x="4707968" y="-879891"/>
            <a:ext cx="2582766" cy="3019150"/>
          </a:xfrm>
          <a:custGeom>
            <a:avLst/>
            <a:gdLst/>
            <a:ahLst/>
            <a:cxnLst/>
            <a:rect l="0" t="0" r="r" b="b"/>
            <a:pathLst>
              <a:path w="2582766" h="3019150">
                <a:moveTo>
                  <a:pt x="0" y="1363622"/>
                </a:moveTo>
                <a:lnTo>
                  <a:pt x="1859819" y="0"/>
                </a:lnTo>
                <a:lnTo>
                  <a:pt x="2582766" y="301915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!!Tło 21"/>
          <p:cNvSpPr/>
          <p:nvPr/>
        </p:nvSpPr>
        <p:spPr>
          <a:xfrm>
            <a:off x="9090779" y="-37645"/>
            <a:ext cx="3606275" cy="3602278"/>
          </a:xfrm>
          <a:custGeom>
            <a:avLst/>
            <a:gdLst/>
            <a:ahLst/>
            <a:cxnLst/>
            <a:rect l="0" t="0" r="r" b="b"/>
            <a:pathLst>
              <a:path w="3606275" h="3602278">
                <a:moveTo>
                  <a:pt x="0" y="1431234"/>
                </a:moveTo>
                <a:lnTo>
                  <a:pt x="3606275" y="0"/>
                </a:lnTo>
                <a:lnTo>
                  <a:pt x="2470121" y="3602278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!!Tło 23"/>
          <p:cNvSpPr/>
          <p:nvPr/>
        </p:nvSpPr>
        <p:spPr>
          <a:xfrm>
            <a:off x="5792319" y="2745821"/>
            <a:ext cx="4700354" cy="4862426"/>
          </a:xfrm>
          <a:custGeom>
            <a:avLst/>
            <a:gdLst/>
            <a:ahLst/>
            <a:cxnLst/>
            <a:rect l="0" t="0" r="r" b="b"/>
            <a:pathLst>
              <a:path w="4700354" h="4862426">
                <a:moveTo>
                  <a:pt x="4700354" y="4862426"/>
                </a:moveTo>
                <a:lnTo>
                  <a:pt x="0" y="2951737"/>
                </a:lnTo>
                <a:lnTo>
                  <a:pt x="2797907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!!Tło 25"/>
          <p:cNvSpPr/>
          <p:nvPr/>
        </p:nvSpPr>
        <p:spPr>
          <a:xfrm>
            <a:off x="4131234" y="2754538"/>
            <a:ext cx="3555231" cy="3738694"/>
          </a:xfrm>
          <a:custGeom>
            <a:avLst/>
            <a:gdLst/>
            <a:ahLst/>
            <a:cxnLst/>
            <a:rect l="0" t="0" r="r" b="b"/>
            <a:pathLst>
              <a:path w="3555231" h="3738694">
                <a:moveTo>
                  <a:pt x="3342829" y="286795"/>
                </a:moveTo>
                <a:lnTo>
                  <a:pt x="3555231" y="3738694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Kształt"/>
          <p:cNvSpPr/>
          <p:nvPr/>
        </p:nvSpPr>
        <p:spPr>
          <a:xfrm>
            <a:off x="882650" y="1962150"/>
            <a:ext cx="3314700" cy="3314700"/>
          </a:xfrm>
          <a:prstGeom prst="ellipse">
            <a:avLst/>
          </a:prstGeom>
          <a:noFill/>
          <a:ln w="1143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Kształt 2"/>
          <p:cNvSpPr/>
          <p:nvPr/>
        </p:nvSpPr>
        <p:spPr>
          <a:xfrm>
            <a:off x="16122650" y="1962150"/>
            <a:ext cx="3314700" cy="3314700"/>
          </a:xfrm>
          <a:prstGeom prst="ellipse">
            <a:avLst/>
          </a:prstGeom>
          <a:noFill/>
          <a:ln w="114300">
            <a:solidFill>
              <a:srgbClr val="26262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Kształt 3"/>
          <p:cNvSpPr/>
          <p:nvPr/>
        </p:nvSpPr>
        <p:spPr>
          <a:xfrm rot="16200000">
            <a:off x="16122650" y="1962150"/>
            <a:ext cx="3314700" cy="3314700"/>
          </a:xfrm>
          <a:prstGeom prst="arc">
            <a:avLst>
              <a:gd name="adj1" fmla="val 0"/>
              <a:gd name="adj2" fmla="val 21384000"/>
            </a:avLst>
          </a:prstGeom>
          <a:noFill/>
          <a:ln w="11430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Tekst: 100 % 99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99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09" name="Tekst: 100 % 98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98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0" name="Tekst: 100 % 95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95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1" name="Tekst: 100 % 87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87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2" name="Tekst: 100 % 74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74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3" name="Tekst: 100 % 56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56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4" name="Tekst: 100 % 33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33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5" name="Tekst: 100 % 0"/>
          <p:cNvSpPr txBox="1"/>
          <p:nvPr/>
        </p:nvSpPr>
        <p:spPr>
          <a:xfrm>
            <a:off x="1655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0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6" name="Tekst: 100 %"/>
          <p:cNvSpPr txBox="1"/>
          <p:nvPr/>
        </p:nvSpPr>
        <p:spPr>
          <a:xfrm>
            <a:off x="1314425" y="3086298"/>
            <a:ext cx="3094494" cy="13335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0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0500" kern="100" spc="-682" dirty="0">
                <a:solidFill>
                  <a:srgbClr val="FFFFFF"/>
                </a:solidFill>
                <a:latin typeface="Lato Black"/>
                <a:cs typeface="Lato Black"/>
              </a:rPr>
              <a:t>100</a:t>
            </a:r>
            <a:r>
              <a:rPr lang="pl-PL" sz="4250" kern="100" spc="-682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4250" kern="100" spc="-682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117" name="Tekst: Mamy to!"/>
          <p:cNvSpPr txBox="1"/>
          <p:nvPr/>
        </p:nvSpPr>
        <p:spPr>
          <a:xfrm>
            <a:off x="5207000" y="3232912"/>
            <a:ext cx="6159500" cy="864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680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300" kern="100" spc="-220" dirty="0">
                <a:solidFill>
                  <a:srgbClr val="FFFFFF"/>
                </a:solidFill>
                <a:latin typeface="Lato Black"/>
                <a:cs typeface="Lato Black"/>
              </a:rPr>
              <a:t>Mamy to!</a:t>
            </a:r>
            <a:endParaRPr lang="pl-PL" sz="6300" kern="100" spc="-22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pic>
        <p:nvPicPr>
          <p:cNvPr id="118" name="!!Serce w rogu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66450" y="330349"/>
            <a:ext cx="431800" cy="355600"/>
          </a:xfrm>
          <a:prstGeom prst="rect">
            <a:avLst/>
          </a:prstGeom>
        </p:spPr>
      </p:pic>
      <p:sp>
        <p:nvSpPr>
          <p:cNvPr id="119" name="!!Numer slajdu"/>
          <p:cNvSpPr txBox="1"/>
          <p:nvPr/>
        </p:nvSpPr>
        <p:spPr>
          <a:xfrm>
            <a:off x="10850587" y="6428437"/>
            <a:ext cx="773370" cy="18859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14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100" kern="100" spc="66" dirty="0">
                <a:solidFill>
                  <a:srgbClr val="A9A9A9"/>
                </a:solidFill>
                <a:latin typeface="Lato"/>
                <a:cs typeface="Lato"/>
              </a:rPr>
              <a:t>23 / 24</a:t>
            </a:r>
            <a:endParaRPr lang="pl-PL" sz="1100" kern="100" spc="66" dirty="0">
              <a:solidFill>
                <a:srgbClr val="A9A9A9"/>
              </a:solidFill>
              <a:latin typeface="Lato"/>
              <a:cs typeface="Lato"/>
            </a:endParaRPr>
          </a:p>
        </p:txBody>
      </p:sp>
      <p:sp>
        <p:nvSpPr>
          <p:cNvPr id="120" name="!!Postęp"/>
          <p:cNvSpPr/>
          <p:nvPr/>
        </p:nvSpPr>
        <p:spPr>
          <a:xfrm>
            <a:off x="0" y="6826250"/>
            <a:ext cx="11684000" cy="31750"/>
          </a:xfrm>
          <a:prstGeom prst="rect">
            <a:avLst/>
          </a:pr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!!Postać 1"/>
          <p:cNvSpPr/>
          <p:nvPr/>
        </p:nvSpPr>
        <p:spPr>
          <a:xfrm>
            <a:off x="9925006" y="3924065"/>
            <a:ext cx="681075" cy="710768"/>
          </a:xfrm>
          <a:custGeom>
            <a:avLst/>
            <a:gdLst/>
            <a:ahLst/>
            <a:cxnLst/>
            <a:rect l="0" t="0" r="r" b="b"/>
            <a:pathLst>
              <a:path w="681075" h="710768">
                <a:moveTo>
                  <a:pt x="0" y="63492"/>
                </a:moveTo>
                <a:lnTo>
                  <a:pt x="647770" y="0"/>
                </a:lnTo>
                <a:lnTo>
                  <a:pt x="681075" y="653048"/>
                </a:lnTo>
                <a:lnTo>
                  <a:pt x="92194" y="710768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!!Postać 2"/>
          <p:cNvSpPr/>
          <p:nvPr/>
        </p:nvSpPr>
        <p:spPr>
          <a:xfrm>
            <a:off x="9872239" y="3335202"/>
            <a:ext cx="316754" cy="207966"/>
          </a:xfrm>
          <a:custGeom>
            <a:avLst/>
            <a:gdLst/>
            <a:ahLst/>
            <a:cxnLst/>
            <a:rect l="0" t="0" r="r" b="b"/>
            <a:pathLst>
              <a:path w="316754" h="207966">
                <a:moveTo>
                  <a:pt x="316754" y="0"/>
                </a:moveTo>
                <a:lnTo>
                  <a:pt x="0" y="105628"/>
                </a:lnTo>
                <a:lnTo>
                  <a:pt x="173351" y="207966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!!Postać 3"/>
          <p:cNvSpPr/>
          <p:nvPr/>
        </p:nvSpPr>
        <p:spPr>
          <a:xfrm>
            <a:off x="9743328" y="3440830"/>
            <a:ext cx="302262" cy="281127"/>
          </a:xfrm>
          <a:custGeom>
            <a:avLst/>
            <a:gdLst/>
            <a:ahLst/>
            <a:cxnLst/>
            <a:rect l="0" t="0" r="r" b="b"/>
            <a:pathLst>
              <a:path w="302262" h="281127">
                <a:moveTo>
                  <a:pt x="128911" y="0"/>
                </a:moveTo>
                <a:lnTo>
                  <a:pt x="0" y="281127"/>
                </a:lnTo>
                <a:lnTo>
                  <a:pt x="302262" y="102338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!!Postać 4"/>
          <p:cNvSpPr/>
          <p:nvPr/>
        </p:nvSpPr>
        <p:spPr>
          <a:xfrm>
            <a:off x="9743328" y="3543168"/>
            <a:ext cx="302262" cy="386005"/>
          </a:xfrm>
          <a:custGeom>
            <a:avLst/>
            <a:gdLst/>
            <a:ahLst/>
            <a:cxnLst/>
            <a:rect l="0" t="0" r="r" b="b"/>
            <a:pathLst>
              <a:path w="302262" h="386005">
                <a:moveTo>
                  <a:pt x="0" y="178788"/>
                </a:moveTo>
                <a:lnTo>
                  <a:pt x="168612" y="386005"/>
                </a:lnTo>
                <a:lnTo>
                  <a:pt x="302262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!!Postać 5"/>
          <p:cNvSpPr/>
          <p:nvPr/>
        </p:nvSpPr>
        <p:spPr>
          <a:xfrm>
            <a:off x="9734815" y="3721957"/>
            <a:ext cx="177125" cy="373739"/>
          </a:xfrm>
          <a:custGeom>
            <a:avLst/>
            <a:gdLst/>
            <a:ahLst/>
            <a:cxnLst/>
            <a:rect l="0" t="0" r="r" b="b"/>
            <a:pathLst>
              <a:path w="177125" h="373739">
                <a:moveTo>
                  <a:pt x="8513" y="0"/>
                </a:moveTo>
                <a:lnTo>
                  <a:pt x="0" y="373739"/>
                </a:lnTo>
                <a:lnTo>
                  <a:pt x="177125" y="207216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!!Postać 6"/>
          <p:cNvSpPr/>
          <p:nvPr/>
        </p:nvSpPr>
        <p:spPr>
          <a:xfrm>
            <a:off x="9734815" y="3929173"/>
            <a:ext cx="223222" cy="323638"/>
          </a:xfrm>
          <a:custGeom>
            <a:avLst/>
            <a:gdLst/>
            <a:ahLst/>
            <a:cxnLst/>
            <a:rect l="0" t="0" r="r" b="b"/>
            <a:pathLst>
              <a:path w="223222" h="323638">
                <a:moveTo>
                  <a:pt x="0" y="166523"/>
                </a:moveTo>
                <a:lnTo>
                  <a:pt x="223222" y="323638"/>
                </a:lnTo>
                <a:lnTo>
                  <a:pt x="177125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!!Postać 7"/>
          <p:cNvSpPr/>
          <p:nvPr/>
        </p:nvSpPr>
        <p:spPr>
          <a:xfrm>
            <a:off x="9734815" y="4095696"/>
            <a:ext cx="223222" cy="308140"/>
          </a:xfrm>
          <a:custGeom>
            <a:avLst/>
            <a:gdLst/>
            <a:ahLst/>
            <a:cxnLst/>
            <a:rect l="0" t="0" r="r" b="b"/>
            <a:pathLst>
              <a:path w="223222" h="308140">
                <a:moveTo>
                  <a:pt x="0" y="0"/>
                </a:moveTo>
                <a:lnTo>
                  <a:pt x="52032" y="308140"/>
                </a:lnTo>
                <a:lnTo>
                  <a:pt x="223222" y="15711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!!Postać 8"/>
          <p:cNvSpPr/>
          <p:nvPr/>
        </p:nvSpPr>
        <p:spPr>
          <a:xfrm>
            <a:off x="9786847" y="4252811"/>
            <a:ext cx="274519" cy="377693"/>
          </a:xfrm>
          <a:custGeom>
            <a:avLst/>
            <a:gdLst/>
            <a:ahLst/>
            <a:cxnLst/>
            <a:rect l="0" t="0" r="r" b="b"/>
            <a:pathLst>
              <a:path w="274519" h="377693">
                <a:moveTo>
                  <a:pt x="0" y="151025"/>
                </a:moveTo>
                <a:lnTo>
                  <a:pt x="274519" y="377693"/>
                </a:lnTo>
                <a:lnTo>
                  <a:pt x="171190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!!Postać 9"/>
          <p:cNvSpPr/>
          <p:nvPr/>
        </p:nvSpPr>
        <p:spPr>
          <a:xfrm>
            <a:off x="9786847" y="4403836"/>
            <a:ext cx="171234" cy="311373"/>
          </a:xfrm>
          <a:custGeom>
            <a:avLst/>
            <a:gdLst/>
            <a:ahLst/>
            <a:cxnLst/>
            <a:rect l="0" t="0" r="r" b="b"/>
            <a:pathLst>
              <a:path w="171234" h="311373">
                <a:moveTo>
                  <a:pt x="0" y="0"/>
                </a:moveTo>
                <a:lnTo>
                  <a:pt x="83132" y="245427"/>
                </a:lnTo>
                <a:lnTo>
                  <a:pt x="171234" y="311373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!!Postać 10"/>
          <p:cNvSpPr/>
          <p:nvPr/>
        </p:nvSpPr>
        <p:spPr>
          <a:xfrm>
            <a:off x="9786847" y="4403836"/>
            <a:ext cx="274519" cy="311373"/>
          </a:xfrm>
          <a:custGeom>
            <a:avLst/>
            <a:gdLst/>
            <a:ahLst/>
            <a:cxnLst/>
            <a:rect l="0" t="0" r="r" b="b"/>
            <a:pathLst>
              <a:path w="274519" h="311373">
                <a:moveTo>
                  <a:pt x="0" y="0"/>
                </a:moveTo>
                <a:lnTo>
                  <a:pt x="171234" y="311373"/>
                </a:lnTo>
                <a:lnTo>
                  <a:pt x="274519" y="226668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!!Postać 11"/>
          <p:cNvSpPr/>
          <p:nvPr/>
        </p:nvSpPr>
        <p:spPr>
          <a:xfrm>
            <a:off x="10188993" y="3335202"/>
            <a:ext cx="331015" cy="176220"/>
          </a:xfrm>
          <a:custGeom>
            <a:avLst/>
            <a:gdLst/>
            <a:ahLst/>
            <a:cxnLst/>
            <a:rect l="0" t="0" r="r" b="b"/>
            <a:pathLst>
              <a:path w="331015" h="176220">
                <a:moveTo>
                  <a:pt x="0" y="0"/>
                </a:moveTo>
                <a:lnTo>
                  <a:pt x="331015" y="42136"/>
                </a:lnTo>
                <a:lnTo>
                  <a:pt x="180482" y="17622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!!Postać 12"/>
          <p:cNvSpPr/>
          <p:nvPr/>
        </p:nvSpPr>
        <p:spPr>
          <a:xfrm>
            <a:off x="10369475" y="3377338"/>
            <a:ext cx="330785" cy="250824"/>
          </a:xfrm>
          <a:custGeom>
            <a:avLst/>
            <a:gdLst/>
            <a:ahLst/>
            <a:cxnLst/>
            <a:rect l="0" t="0" r="r" b="b"/>
            <a:pathLst>
              <a:path w="330785" h="250824">
                <a:moveTo>
                  <a:pt x="150533" y="0"/>
                </a:moveTo>
                <a:lnTo>
                  <a:pt x="330785" y="250824"/>
                </a:lnTo>
                <a:lnTo>
                  <a:pt x="0" y="134084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!!Postać 13"/>
          <p:cNvSpPr/>
          <p:nvPr/>
        </p:nvSpPr>
        <p:spPr>
          <a:xfrm>
            <a:off x="10369475" y="3511422"/>
            <a:ext cx="330785" cy="352816"/>
          </a:xfrm>
          <a:custGeom>
            <a:avLst/>
            <a:gdLst/>
            <a:ahLst/>
            <a:cxnLst/>
            <a:rect l="0" t="0" r="r" b="b"/>
            <a:pathLst>
              <a:path w="330785" h="352816">
                <a:moveTo>
                  <a:pt x="330785" y="116740"/>
                </a:moveTo>
                <a:lnTo>
                  <a:pt x="204957" y="352816"/>
                </a:lnTo>
                <a:lnTo>
                  <a:pt x="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!!Postać 14"/>
          <p:cNvSpPr/>
          <p:nvPr/>
        </p:nvSpPr>
        <p:spPr>
          <a:xfrm>
            <a:off x="10574432" y="3628162"/>
            <a:ext cx="205648" cy="365081"/>
          </a:xfrm>
          <a:custGeom>
            <a:avLst/>
            <a:gdLst/>
            <a:ahLst/>
            <a:cxnLst/>
            <a:rect l="0" t="0" r="r" b="b"/>
            <a:pathLst>
              <a:path w="205648" h="365081">
                <a:moveTo>
                  <a:pt x="125828" y="0"/>
                </a:moveTo>
                <a:lnTo>
                  <a:pt x="205648" y="365081"/>
                </a:lnTo>
                <a:lnTo>
                  <a:pt x="0" y="236076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!!Postać 15"/>
          <p:cNvSpPr/>
          <p:nvPr/>
        </p:nvSpPr>
        <p:spPr>
          <a:xfrm>
            <a:off x="10574432" y="3864238"/>
            <a:ext cx="205648" cy="326524"/>
          </a:xfrm>
          <a:custGeom>
            <a:avLst/>
            <a:gdLst/>
            <a:ahLst/>
            <a:cxnLst/>
            <a:rect l="0" t="0" r="r" b="b"/>
            <a:pathLst>
              <a:path w="205648" h="326524">
                <a:moveTo>
                  <a:pt x="205648" y="129005"/>
                </a:moveTo>
                <a:lnTo>
                  <a:pt x="16653" y="326524"/>
                </a:lnTo>
                <a:lnTo>
                  <a:pt x="0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!!Postać 16"/>
          <p:cNvSpPr/>
          <p:nvPr/>
        </p:nvSpPr>
        <p:spPr>
          <a:xfrm>
            <a:off x="10591085" y="3993243"/>
            <a:ext cx="196861" cy="312469"/>
          </a:xfrm>
          <a:custGeom>
            <a:avLst/>
            <a:gdLst/>
            <a:ahLst/>
            <a:cxnLst/>
            <a:rect l="0" t="0" r="r" b="b"/>
            <a:pathLst>
              <a:path w="196861" h="312469">
                <a:moveTo>
                  <a:pt x="188995" y="0"/>
                </a:moveTo>
                <a:lnTo>
                  <a:pt x="196861" y="312469"/>
                </a:lnTo>
                <a:lnTo>
                  <a:pt x="0" y="197519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!!Postać 17"/>
          <p:cNvSpPr/>
          <p:nvPr/>
        </p:nvSpPr>
        <p:spPr>
          <a:xfrm>
            <a:off x="10561915" y="4190762"/>
            <a:ext cx="226030" cy="390680"/>
          </a:xfrm>
          <a:custGeom>
            <a:avLst/>
            <a:gdLst/>
            <a:ahLst/>
            <a:cxnLst/>
            <a:rect l="0" t="0" r="r" b="b"/>
            <a:pathLst>
              <a:path w="226030" h="390680">
                <a:moveTo>
                  <a:pt x="226030" y="114950"/>
                </a:moveTo>
                <a:lnTo>
                  <a:pt x="0" y="390680"/>
                </a:lnTo>
                <a:lnTo>
                  <a:pt x="29170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!!Postać 18"/>
          <p:cNvSpPr/>
          <p:nvPr/>
        </p:nvSpPr>
        <p:spPr>
          <a:xfrm>
            <a:off x="10679461" y="4305712"/>
            <a:ext cx="108485" cy="338789"/>
          </a:xfrm>
          <a:custGeom>
            <a:avLst/>
            <a:gdLst/>
            <a:ahLst/>
            <a:cxnLst/>
            <a:rect l="0" t="0" r="r" b="b"/>
            <a:pathLst>
              <a:path w="108485" h="338789">
                <a:moveTo>
                  <a:pt x="108485" y="0"/>
                </a:moveTo>
                <a:lnTo>
                  <a:pt x="73841" y="256971"/>
                </a:lnTo>
                <a:lnTo>
                  <a:pt x="0" y="338789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!!Postać 19"/>
          <p:cNvSpPr/>
          <p:nvPr/>
        </p:nvSpPr>
        <p:spPr>
          <a:xfrm>
            <a:off x="10561915" y="4305712"/>
            <a:ext cx="226030" cy="338789"/>
          </a:xfrm>
          <a:custGeom>
            <a:avLst/>
            <a:gdLst/>
            <a:ahLst/>
            <a:cxnLst/>
            <a:rect l="0" t="0" r="r" b="b"/>
            <a:pathLst>
              <a:path w="226030" h="338789">
                <a:moveTo>
                  <a:pt x="226030" y="0"/>
                </a:moveTo>
                <a:lnTo>
                  <a:pt x="117546" y="338789"/>
                </a:lnTo>
                <a:lnTo>
                  <a:pt x="0" y="27573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!!Postać 20"/>
          <p:cNvSpPr/>
          <p:nvPr/>
        </p:nvSpPr>
        <p:spPr>
          <a:xfrm>
            <a:off x="10045591" y="3335202"/>
            <a:ext cx="323885" cy="207966"/>
          </a:xfrm>
          <a:custGeom>
            <a:avLst/>
            <a:gdLst/>
            <a:ahLst/>
            <a:cxnLst/>
            <a:rect l="0" t="0" r="r" b="b"/>
            <a:pathLst>
              <a:path w="323885" h="207966">
                <a:moveTo>
                  <a:pt x="143403" y="0"/>
                </a:moveTo>
                <a:lnTo>
                  <a:pt x="0" y="207966"/>
                </a:lnTo>
                <a:lnTo>
                  <a:pt x="323885" y="17622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!!Postać 21"/>
          <p:cNvSpPr/>
          <p:nvPr/>
        </p:nvSpPr>
        <p:spPr>
          <a:xfrm>
            <a:off x="10141712" y="5201971"/>
            <a:ext cx="110490" cy="415692"/>
          </a:xfrm>
          <a:custGeom>
            <a:avLst/>
            <a:gdLst/>
            <a:ahLst/>
            <a:cxnLst/>
            <a:rect l="0" t="0" r="r" b="b"/>
            <a:pathLst>
              <a:path w="110490" h="415692">
                <a:moveTo>
                  <a:pt x="0" y="0"/>
                </a:moveTo>
                <a:lnTo>
                  <a:pt x="110490" y="0"/>
                </a:lnTo>
                <a:lnTo>
                  <a:pt x="22098" y="415692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!!Postać 22"/>
          <p:cNvSpPr/>
          <p:nvPr/>
        </p:nvSpPr>
        <p:spPr>
          <a:xfrm>
            <a:off x="10163810" y="5201971"/>
            <a:ext cx="88392" cy="415692"/>
          </a:xfrm>
          <a:custGeom>
            <a:avLst/>
            <a:gdLst/>
            <a:ahLst/>
            <a:cxnLst/>
            <a:rect l="0" t="0" r="r" b="b"/>
            <a:pathLst>
              <a:path w="88392" h="415692">
                <a:moveTo>
                  <a:pt x="88392" y="0"/>
                </a:moveTo>
                <a:lnTo>
                  <a:pt x="73660" y="415692"/>
                </a:lnTo>
                <a:lnTo>
                  <a:pt x="0" y="415692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!!Postać 23"/>
          <p:cNvSpPr/>
          <p:nvPr/>
        </p:nvSpPr>
        <p:spPr>
          <a:xfrm>
            <a:off x="9994393" y="5602817"/>
            <a:ext cx="279907" cy="89077"/>
          </a:xfrm>
          <a:custGeom>
            <a:avLst/>
            <a:gdLst/>
            <a:ahLst/>
            <a:cxnLst/>
            <a:rect l="0" t="0" r="r" b="b"/>
            <a:pathLst>
              <a:path w="279907" h="89077">
                <a:moveTo>
                  <a:pt x="88392" y="0"/>
                </a:moveTo>
                <a:lnTo>
                  <a:pt x="265175" y="0"/>
                </a:lnTo>
                <a:lnTo>
                  <a:pt x="279907" y="89077"/>
                </a:lnTo>
                <a:lnTo>
                  <a:pt x="0" y="74231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!!Postać 24"/>
          <p:cNvSpPr/>
          <p:nvPr/>
        </p:nvSpPr>
        <p:spPr>
          <a:xfrm>
            <a:off x="9979661" y="5677047"/>
            <a:ext cx="294639" cy="74231"/>
          </a:xfrm>
          <a:custGeom>
            <a:avLst/>
            <a:gdLst/>
            <a:ahLst/>
            <a:cxnLst/>
            <a:rect l="0" t="0" r="r" b="b"/>
            <a:pathLst>
              <a:path w="294639" h="74231">
                <a:moveTo>
                  <a:pt x="14732" y="0"/>
                </a:moveTo>
                <a:lnTo>
                  <a:pt x="294639" y="14846"/>
                </a:lnTo>
                <a:lnTo>
                  <a:pt x="279907" y="74231"/>
                </a:lnTo>
                <a:lnTo>
                  <a:pt x="0" y="7423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!!Postać 25"/>
          <p:cNvSpPr/>
          <p:nvPr/>
        </p:nvSpPr>
        <p:spPr>
          <a:xfrm>
            <a:off x="10296397" y="5201971"/>
            <a:ext cx="88392" cy="415692"/>
          </a:xfrm>
          <a:custGeom>
            <a:avLst/>
            <a:gdLst/>
            <a:ahLst/>
            <a:cxnLst/>
            <a:rect l="0" t="0" r="r" b="b"/>
            <a:pathLst>
              <a:path w="88392" h="415692">
                <a:moveTo>
                  <a:pt x="0" y="0"/>
                </a:moveTo>
                <a:lnTo>
                  <a:pt x="88392" y="415692"/>
                </a:lnTo>
                <a:lnTo>
                  <a:pt x="14732" y="415692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!!Postać 26"/>
          <p:cNvSpPr/>
          <p:nvPr/>
        </p:nvSpPr>
        <p:spPr>
          <a:xfrm>
            <a:off x="10296397" y="5201971"/>
            <a:ext cx="110490" cy="415692"/>
          </a:xfrm>
          <a:custGeom>
            <a:avLst/>
            <a:gdLst/>
            <a:ahLst/>
            <a:cxnLst/>
            <a:rect l="0" t="0" r="r" b="b"/>
            <a:pathLst>
              <a:path w="110490" h="415692">
                <a:moveTo>
                  <a:pt x="0" y="0"/>
                </a:moveTo>
                <a:lnTo>
                  <a:pt x="110490" y="0"/>
                </a:lnTo>
                <a:lnTo>
                  <a:pt x="88392" y="415692"/>
                </a:lnTo>
                <a:close/>
              </a:path>
            </a:pathLst>
          </a:custGeom>
          <a:solidFill>
            <a:srgbClr val="BABAB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!!Postać 27"/>
          <p:cNvSpPr/>
          <p:nvPr/>
        </p:nvSpPr>
        <p:spPr>
          <a:xfrm>
            <a:off x="10274300" y="5602817"/>
            <a:ext cx="279907" cy="89077"/>
          </a:xfrm>
          <a:custGeom>
            <a:avLst/>
            <a:gdLst/>
            <a:ahLst/>
            <a:cxnLst/>
            <a:rect l="0" t="0" r="r" b="b"/>
            <a:pathLst>
              <a:path w="279907" h="89077">
                <a:moveTo>
                  <a:pt x="14732" y="0"/>
                </a:moveTo>
                <a:lnTo>
                  <a:pt x="191515" y="0"/>
                </a:lnTo>
                <a:lnTo>
                  <a:pt x="279907" y="74231"/>
                </a:lnTo>
                <a:lnTo>
                  <a:pt x="0" y="89077"/>
                </a:lnTo>
                <a:close/>
              </a:path>
            </a:pathLst>
          </a:custGeom>
          <a:solidFill>
            <a:srgbClr val="DCDC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!!Postać 28"/>
          <p:cNvSpPr/>
          <p:nvPr/>
        </p:nvSpPr>
        <p:spPr>
          <a:xfrm>
            <a:off x="10274300" y="5677047"/>
            <a:ext cx="294639" cy="74231"/>
          </a:xfrm>
          <a:custGeom>
            <a:avLst/>
            <a:gdLst/>
            <a:ahLst/>
            <a:cxnLst/>
            <a:rect l="0" t="0" r="r" b="b"/>
            <a:pathLst>
              <a:path w="294639" h="74231">
                <a:moveTo>
                  <a:pt x="0" y="14846"/>
                </a:moveTo>
                <a:lnTo>
                  <a:pt x="279907" y="0"/>
                </a:lnTo>
                <a:lnTo>
                  <a:pt x="294639" y="74231"/>
                </a:lnTo>
                <a:lnTo>
                  <a:pt x="14732" y="74231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!!Postać 29"/>
          <p:cNvSpPr/>
          <p:nvPr/>
        </p:nvSpPr>
        <p:spPr>
          <a:xfrm>
            <a:off x="10215372" y="4251818"/>
            <a:ext cx="117856" cy="133615"/>
          </a:xfrm>
          <a:custGeom>
            <a:avLst/>
            <a:gdLst/>
            <a:ahLst/>
            <a:cxnLst/>
            <a:rect l="0" t="0" r="r" b="b"/>
            <a:pathLst>
              <a:path w="117856" h="133615">
                <a:moveTo>
                  <a:pt x="0" y="0"/>
                </a:moveTo>
                <a:lnTo>
                  <a:pt x="117856" y="0"/>
                </a:lnTo>
                <a:lnTo>
                  <a:pt x="117856" y="133615"/>
                </a:lnTo>
                <a:lnTo>
                  <a:pt x="0" y="133615"/>
                </a:lnTo>
                <a:close/>
              </a:path>
            </a:pathLst>
          </a:cu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!!Postać 30"/>
          <p:cNvSpPr/>
          <p:nvPr/>
        </p:nvSpPr>
        <p:spPr>
          <a:xfrm>
            <a:off x="9994393" y="4340895"/>
            <a:ext cx="279907" cy="341461"/>
          </a:xfrm>
          <a:custGeom>
            <a:avLst/>
            <a:gdLst/>
            <a:ahLst/>
            <a:cxnLst/>
            <a:rect l="0" t="0" r="r" b="b"/>
            <a:pathLst>
              <a:path w="279907" h="341461">
                <a:moveTo>
                  <a:pt x="0" y="74231"/>
                </a:moveTo>
                <a:lnTo>
                  <a:pt x="279907" y="0"/>
                </a:lnTo>
                <a:lnTo>
                  <a:pt x="279907" y="34146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!!Postać 31"/>
          <p:cNvSpPr/>
          <p:nvPr/>
        </p:nvSpPr>
        <p:spPr>
          <a:xfrm>
            <a:off x="10274300" y="4340895"/>
            <a:ext cx="279907" cy="341461"/>
          </a:xfrm>
          <a:custGeom>
            <a:avLst/>
            <a:gdLst/>
            <a:ahLst/>
            <a:cxnLst/>
            <a:rect l="0" t="0" r="r" b="b"/>
            <a:pathLst>
              <a:path w="279907" h="341461">
                <a:moveTo>
                  <a:pt x="0" y="0"/>
                </a:moveTo>
                <a:lnTo>
                  <a:pt x="279907" y="74231"/>
                </a:lnTo>
                <a:lnTo>
                  <a:pt x="0" y="341461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!!Postać 32"/>
          <p:cNvSpPr/>
          <p:nvPr/>
        </p:nvSpPr>
        <p:spPr>
          <a:xfrm>
            <a:off x="9994393" y="4415126"/>
            <a:ext cx="279907" cy="356307"/>
          </a:xfrm>
          <a:custGeom>
            <a:avLst/>
            <a:gdLst/>
            <a:ahLst/>
            <a:cxnLst/>
            <a:rect l="0" t="0" r="r" b="b"/>
            <a:pathLst>
              <a:path w="279907" h="356307">
                <a:moveTo>
                  <a:pt x="0" y="0"/>
                </a:moveTo>
                <a:lnTo>
                  <a:pt x="279907" y="267230"/>
                </a:lnTo>
                <a:lnTo>
                  <a:pt x="279907" y="356307"/>
                </a:lnTo>
                <a:lnTo>
                  <a:pt x="73660" y="35630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!!Postać 33"/>
          <p:cNvSpPr/>
          <p:nvPr/>
        </p:nvSpPr>
        <p:spPr>
          <a:xfrm>
            <a:off x="10274300" y="4415126"/>
            <a:ext cx="279907" cy="356307"/>
          </a:xfrm>
          <a:custGeom>
            <a:avLst/>
            <a:gdLst/>
            <a:ahLst/>
            <a:cxnLst/>
            <a:rect l="0" t="0" r="r" b="b"/>
            <a:pathLst>
              <a:path w="279907" h="356307">
                <a:moveTo>
                  <a:pt x="279907" y="0"/>
                </a:moveTo>
                <a:lnTo>
                  <a:pt x="206247" y="356307"/>
                </a:lnTo>
                <a:lnTo>
                  <a:pt x="0" y="356307"/>
                </a:lnTo>
                <a:lnTo>
                  <a:pt x="0" y="26723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!!Postać 34"/>
          <p:cNvSpPr/>
          <p:nvPr/>
        </p:nvSpPr>
        <p:spPr>
          <a:xfrm>
            <a:off x="10068052" y="4756587"/>
            <a:ext cx="206247" cy="489922"/>
          </a:xfrm>
          <a:custGeom>
            <a:avLst/>
            <a:gdLst/>
            <a:ahLst/>
            <a:cxnLst/>
            <a:rect l="0" t="0" r="r" b="b"/>
            <a:pathLst>
              <a:path w="206247" h="489922">
                <a:moveTo>
                  <a:pt x="0" y="0"/>
                </a:moveTo>
                <a:lnTo>
                  <a:pt x="206247" y="0"/>
                </a:lnTo>
                <a:lnTo>
                  <a:pt x="29464" y="489922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!!Postać 35"/>
          <p:cNvSpPr/>
          <p:nvPr/>
        </p:nvSpPr>
        <p:spPr>
          <a:xfrm>
            <a:off x="9876537" y="4756587"/>
            <a:ext cx="220979" cy="489922"/>
          </a:xfrm>
          <a:custGeom>
            <a:avLst/>
            <a:gdLst/>
            <a:ahLst/>
            <a:cxnLst/>
            <a:rect l="0" t="0" r="r" b="b"/>
            <a:pathLst>
              <a:path w="220979" h="489922">
                <a:moveTo>
                  <a:pt x="191515" y="0"/>
                </a:moveTo>
                <a:lnTo>
                  <a:pt x="220979" y="489922"/>
                </a:lnTo>
                <a:lnTo>
                  <a:pt x="0" y="489922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!!Postać 36"/>
          <p:cNvSpPr/>
          <p:nvPr/>
        </p:nvSpPr>
        <p:spPr>
          <a:xfrm>
            <a:off x="10097516" y="4756587"/>
            <a:ext cx="176783" cy="489922"/>
          </a:xfrm>
          <a:custGeom>
            <a:avLst/>
            <a:gdLst/>
            <a:ahLst/>
            <a:cxnLst/>
            <a:rect l="0" t="0" r="r" b="b"/>
            <a:pathLst>
              <a:path w="176783" h="489922">
                <a:moveTo>
                  <a:pt x="176783" y="0"/>
                </a:moveTo>
                <a:lnTo>
                  <a:pt x="176783" y="489922"/>
                </a:lnTo>
                <a:lnTo>
                  <a:pt x="0" y="489922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!!Postać 37"/>
          <p:cNvSpPr/>
          <p:nvPr/>
        </p:nvSpPr>
        <p:spPr>
          <a:xfrm>
            <a:off x="10274300" y="4756587"/>
            <a:ext cx="176783" cy="489922"/>
          </a:xfrm>
          <a:custGeom>
            <a:avLst/>
            <a:gdLst/>
            <a:ahLst/>
            <a:cxnLst/>
            <a:rect l="0" t="0" r="r" b="b"/>
            <a:pathLst>
              <a:path w="176783" h="489922">
                <a:moveTo>
                  <a:pt x="0" y="0"/>
                </a:moveTo>
                <a:lnTo>
                  <a:pt x="176783" y="489922"/>
                </a:lnTo>
                <a:lnTo>
                  <a:pt x="0" y="48992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!!Postać 38"/>
          <p:cNvSpPr/>
          <p:nvPr/>
        </p:nvSpPr>
        <p:spPr>
          <a:xfrm>
            <a:off x="10274300" y="4756587"/>
            <a:ext cx="206247" cy="489922"/>
          </a:xfrm>
          <a:custGeom>
            <a:avLst/>
            <a:gdLst/>
            <a:ahLst/>
            <a:cxnLst/>
            <a:rect l="0" t="0" r="r" b="b"/>
            <a:pathLst>
              <a:path w="206247" h="489922">
                <a:moveTo>
                  <a:pt x="0" y="0"/>
                </a:moveTo>
                <a:lnTo>
                  <a:pt x="206247" y="0"/>
                </a:lnTo>
                <a:lnTo>
                  <a:pt x="176783" y="489922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!!Postać 39"/>
          <p:cNvSpPr/>
          <p:nvPr/>
        </p:nvSpPr>
        <p:spPr>
          <a:xfrm>
            <a:off x="10451083" y="4756587"/>
            <a:ext cx="220979" cy="489922"/>
          </a:xfrm>
          <a:custGeom>
            <a:avLst/>
            <a:gdLst/>
            <a:ahLst/>
            <a:cxnLst/>
            <a:rect l="0" t="0" r="r" b="b"/>
            <a:pathLst>
              <a:path w="220979" h="489922">
                <a:moveTo>
                  <a:pt x="29464" y="0"/>
                </a:moveTo>
                <a:lnTo>
                  <a:pt x="220979" y="489922"/>
                </a:lnTo>
                <a:lnTo>
                  <a:pt x="0" y="48992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!!Postać 40"/>
          <p:cNvSpPr/>
          <p:nvPr/>
        </p:nvSpPr>
        <p:spPr>
          <a:xfrm>
            <a:off x="10190469" y="3453347"/>
            <a:ext cx="391665" cy="388412"/>
          </a:xfrm>
          <a:custGeom>
            <a:avLst/>
            <a:gdLst/>
            <a:ahLst/>
            <a:cxnLst/>
            <a:rect l="0" t="0" r="r" b="b"/>
            <a:pathLst>
              <a:path w="391665" h="388412">
                <a:moveTo>
                  <a:pt x="10644" y="0"/>
                </a:moveTo>
                <a:lnTo>
                  <a:pt x="391665" y="130338"/>
                </a:lnTo>
                <a:lnTo>
                  <a:pt x="0" y="388412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!!Postać 41"/>
          <p:cNvSpPr/>
          <p:nvPr/>
        </p:nvSpPr>
        <p:spPr>
          <a:xfrm>
            <a:off x="10190469" y="3583685"/>
            <a:ext cx="447428" cy="471975"/>
          </a:xfrm>
          <a:custGeom>
            <a:avLst/>
            <a:gdLst/>
            <a:ahLst/>
            <a:cxnLst/>
            <a:rect l="0" t="0" r="r" b="b"/>
            <a:pathLst>
              <a:path w="447428" h="471975">
                <a:moveTo>
                  <a:pt x="391665" y="0"/>
                </a:moveTo>
                <a:lnTo>
                  <a:pt x="447428" y="471975"/>
                </a:lnTo>
                <a:lnTo>
                  <a:pt x="0" y="258075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!!Postać 42"/>
          <p:cNvSpPr/>
          <p:nvPr/>
        </p:nvSpPr>
        <p:spPr>
          <a:xfrm>
            <a:off x="10190469" y="3841760"/>
            <a:ext cx="447428" cy="454597"/>
          </a:xfrm>
          <a:custGeom>
            <a:avLst/>
            <a:gdLst/>
            <a:ahLst/>
            <a:cxnLst/>
            <a:rect l="0" t="0" r="r" b="b"/>
            <a:pathLst>
              <a:path w="447428" h="454597">
                <a:moveTo>
                  <a:pt x="447428" y="213900"/>
                </a:moveTo>
                <a:lnTo>
                  <a:pt x="83831" y="454597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!!Postać 43"/>
          <p:cNvSpPr/>
          <p:nvPr/>
        </p:nvSpPr>
        <p:spPr>
          <a:xfrm>
            <a:off x="9874751" y="3841760"/>
            <a:ext cx="399549" cy="454597"/>
          </a:xfrm>
          <a:custGeom>
            <a:avLst/>
            <a:gdLst/>
            <a:ahLst/>
            <a:cxnLst/>
            <a:rect l="0" t="0" r="r" b="b"/>
            <a:pathLst>
              <a:path w="399549" h="454597">
                <a:moveTo>
                  <a:pt x="399549" y="454597"/>
                </a:moveTo>
                <a:lnTo>
                  <a:pt x="0" y="281184"/>
                </a:lnTo>
                <a:lnTo>
                  <a:pt x="315718" y="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!!Postać 44"/>
          <p:cNvSpPr/>
          <p:nvPr/>
        </p:nvSpPr>
        <p:spPr>
          <a:xfrm>
            <a:off x="9848340" y="3648381"/>
            <a:ext cx="342129" cy="474562"/>
          </a:xfrm>
          <a:custGeom>
            <a:avLst/>
            <a:gdLst/>
            <a:ahLst/>
            <a:cxnLst/>
            <a:rect l="0" t="0" r="r" b="b"/>
            <a:pathLst>
              <a:path w="342129" h="474562">
                <a:moveTo>
                  <a:pt x="26411" y="474562"/>
                </a:moveTo>
                <a:lnTo>
                  <a:pt x="0" y="0"/>
                </a:lnTo>
                <a:lnTo>
                  <a:pt x="342129" y="193378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!!Postać 45"/>
          <p:cNvSpPr/>
          <p:nvPr/>
        </p:nvSpPr>
        <p:spPr>
          <a:xfrm>
            <a:off x="9848340" y="3453347"/>
            <a:ext cx="352773" cy="388412"/>
          </a:xfrm>
          <a:custGeom>
            <a:avLst/>
            <a:gdLst/>
            <a:ahLst/>
            <a:cxnLst/>
            <a:rect l="0" t="0" r="r" b="b"/>
            <a:pathLst>
              <a:path w="352773" h="388412">
                <a:moveTo>
                  <a:pt x="0" y="195034"/>
                </a:moveTo>
                <a:lnTo>
                  <a:pt x="352773" y="0"/>
                </a:lnTo>
                <a:lnTo>
                  <a:pt x="342129" y="388412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Postać 46 (wariant)"/>
          <p:cNvSpPr/>
          <p:nvPr/>
        </p:nvSpPr>
        <p:spPr>
          <a:xfrm>
            <a:off x="25167194" y="2590257"/>
            <a:ext cx="694210" cy="950173"/>
          </a:xfrm>
          <a:custGeom>
            <a:avLst/>
            <a:gdLst/>
            <a:ahLst/>
            <a:cxnLst/>
            <a:rect l="0" t="0" r="r" b="b"/>
            <a:pathLst>
              <a:path w="694210" h="950173">
                <a:moveTo>
                  <a:pt x="347105" y="0"/>
                </a:moveTo>
                <a:lnTo>
                  <a:pt x="680860" y="183367"/>
                </a:lnTo>
                <a:lnTo>
                  <a:pt x="694210" y="716797"/>
                </a:lnTo>
                <a:lnTo>
                  <a:pt x="347105" y="950173"/>
                </a:lnTo>
                <a:lnTo>
                  <a:pt x="0" y="716797"/>
                </a:lnTo>
                <a:lnTo>
                  <a:pt x="13350" y="183367"/>
                </a:lnTo>
                <a:close/>
              </a:path>
            </a:pathLst>
          </a:custGeom>
          <a:solidFill>
            <a:srgbClr val="EE312F">
              <a:alpha val="14000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!!Postać 47"/>
          <p:cNvSpPr/>
          <p:nvPr/>
        </p:nvSpPr>
        <p:spPr>
          <a:xfrm>
            <a:off x="9822840" y="3394189"/>
            <a:ext cx="373137" cy="331285"/>
          </a:xfrm>
          <a:custGeom>
            <a:avLst/>
            <a:gdLst/>
            <a:ahLst/>
            <a:cxnLst/>
            <a:rect l="0" t="0" r="r" b="b"/>
            <a:pathLst>
              <a:path w="373137" h="331285">
                <a:moveTo>
                  <a:pt x="0" y="301150"/>
                </a:moveTo>
                <a:lnTo>
                  <a:pt x="373137" y="0"/>
                </a:lnTo>
                <a:lnTo>
                  <a:pt x="165287" y="33128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!!Postać 48"/>
          <p:cNvSpPr/>
          <p:nvPr/>
        </p:nvSpPr>
        <p:spPr>
          <a:xfrm>
            <a:off x="9988127" y="3394189"/>
            <a:ext cx="244354" cy="331285"/>
          </a:xfrm>
          <a:custGeom>
            <a:avLst/>
            <a:gdLst/>
            <a:ahLst/>
            <a:cxnLst/>
            <a:rect l="0" t="0" r="r" b="b"/>
            <a:pathLst>
              <a:path w="244354" h="331285">
                <a:moveTo>
                  <a:pt x="0" y="331285"/>
                </a:moveTo>
                <a:lnTo>
                  <a:pt x="207851" y="0"/>
                </a:lnTo>
                <a:lnTo>
                  <a:pt x="244354" y="25013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!!Postać 49"/>
          <p:cNvSpPr/>
          <p:nvPr/>
        </p:nvSpPr>
        <p:spPr>
          <a:xfrm>
            <a:off x="10195977" y="3394189"/>
            <a:ext cx="276453" cy="288586"/>
          </a:xfrm>
          <a:custGeom>
            <a:avLst/>
            <a:gdLst/>
            <a:ahLst/>
            <a:cxnLst/>
            <a:rect l="0" t="0" r="r" b="b"/>
            <a:pathLst>
              <a:path w="276453" h="288586">
                <a:moveTo>
                  <a:pt x="36503" y="250130"/>
                </a:moveTo>
                <a:lnTo>
                  <a:pt x="0" y="0"/>
                </a:lnTo>
                <a:lnTo>
                  <a:pt x="276453" y="288586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!!Postać 50"/>
          <p:cNvSpPr/>
          <p:nvPr/>
        </p:nvSpPr>
        <p:spPr>
          <a:xfrm>
            <a:off x="10195977" y="3394189"/>
            <a:ext cx="432752" cy="288586"/>
          </a:xfrm>
          <a:custGeom>
            <a:avLst/>
            <a:gdLst/>
            <a:ahLst/>
            <a:cxnLst/>
            <a:rect l="0" t="0" r="r" b="b"/>
            <a:pathLst>
              <a:path w="432752" h="288586">
                <a:moveTo>
                  <a:pt x="276453" y="288586"/>
                </a:moveTo>
                <a:lnTo>
                  <a:pt x="0" y="0"/>
                </a:lnTo>
                <a:lnTo>
                  <a:pt x="432752" y="215194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!!Postać 51"/>
          <p:cNvSpPr/>
          <p:nvPr/>
        </p:nvSpPr>
        <p:spPr>
          <a:xfrm>
            <a:off x="9798258" y="3667700"/>
            <a:ext cx="131165" cy="623106"/>
          </a:xfrm>
          <a:custGeom>
            <a:avLst/>
            <a:gdLst/>
            <a:ahLst/>
            <a:cxnLst/>
            <a:rect l="0" t="0" r="r" b="b"/>
            <a:pathLst>
              <a:path w="131165" h="623106">
                <a:moveTo>
                  <a:pt x="0" y="0"/>
                </a:moveTo>
                <a:lnTo>
                  <a:pt x="131165" y="62950"/>
                </a:lnTo>
                <a:lnTo>
                  <a:pt x="125656" y="510521"/>
                </a:lnTo>
                <a:lnTo>
                  <a:pt x="31913" y="623106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!!Postać 52"/>
          <p:cNvSpPr/>
          <p:nvPr/>
        </p:nvSpPr>
        <p:spPr>
          <a:xfrm>
            <a:off x="10516458" y="3593946"/>
            <a:ext cx="194266" cy="619224"/>
          </a:xfrm>
          <a:custGeom>
            <a:avLst/>
            <a:gdLst/>
            <a:ahLst/>
            <a:cxnLst/>
            <a:rect l="0" t="0" r="r" b="b"/>
            <a:pathLst>
              <a:path w="194266" h="619224">
                <a:moveTo>
                  <a:pt x="118325" y="0"/>
                </a:moveTo>
                <a:lnTo>
                  <a:pt x="0" y="84947"/>
                </a:lnTo>
                <a:lnTo>
                  <a:pt x="82547" y="524754"/>
                </a:lnTo>
                <a:lnTo>
                  <a:pt x="194266" y="619224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Postać oko L (wariant)"/>
          <p:cNvSpPr/>
          <p:nvPr/>
        </p:nvSpPr>
        <p:spPr>
          <a:xfrm>
            <a:off x="25226344" y="3825089"/>
            <a:ext cx="131770" cy="157491"/>
          </a:xfrm>
          <a:custGeom>
            <a:avLst/>
            <a:gdLst/>
            <a:ahLst/>
            <a:cxnLst/>
            <a:rect l="0" t="0" r="r" b="b"/>
            <a:pathLst>
              <a:path w="131770" h="157491">
                <a:moveTo>
                  <a:pt x="46636" y="25426"/>
                </a:moveTo>
                <a:lnTo>
                  <a:pt x="83320" y="22158"/>
                </a:lnTo>
                <a:lnTo>
                  <a:pt x="120005" y="18890"/>
                </a:lnTo>
                <a:lnTo>
                  <a:pt x="131770" y="150955"/>
                </a:lnTo>
                <a:lnTo>
                  <a:pt x="95085" y="154223"/>
                </a:lnTo>
                <a:lnTo>
                  <a:pt x="58401" y="157491"/>
                </a:lnTo>
                <a:lnTo>
                  <a:pt x="49250" y="54774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Postać oko L (wariant) 2"/>
          <p:cNvSpPr/>
          <p:nvPr/>
        </p:nvSpPr>
        <p:spPr>
          <a:xfrm>
            <a:off x="25256832" y="4124656"/>
            <a:ext cx="132023" cy="93172"/>
          </a:xfrm>
          <a:custGeom>
            <a:avLst/>
            <a:gdLst/>
            <a:ahLst/>
            <a:cxnLst/>
            <a:rect l="0" t="0" r="r" b="b"/>
            <a:pathLst>
              <a:path w="132023" h="93172">
                <a:moveTo>
                  <a:pt x="49436" y="18534"/>
                </a:moveTo>
                <a:lnTo>
                  <a:pt x="90591" y="24649"/>
                </a:lnTo>
                <a:lnTo>
                  <a:pt x="131746" y="30764"/>
                </a:lnTo>
                <a:lnTo>
                  <a:pt x="132023" y="92963"/>
                </a:lnTo>
                <a:lnTo>
                  <a:pt x="90896" y="93068"/>
                </a:lnTo>
                <a:lnTo>
                  <a:pt x="49768" y="93172"/>
                </a:lnTo>
                <a:lnTo>
                  <a:pt x="49519" y="37194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!!Postać oko L"/>
          <p:cNvSpPr/>
          <p:nvPr/>
        </p:nvSpPr>
        <p:spPr>
          <a:xfrm>
            <a:off x="10002309" y="3877670"/>
            <a:ext cx="139598" cy="11172"/>
          </a:xfrm>
          <a:custGeom>
            <a:avLst/>
            <a:gdLst/>
            <a:ahLst/>
            <a:cxnLst/>
            <a:rect l="0" t="0" r="r" b="b"/>
            <a:pathLst>
              <a:path w="139598" h="11172">
                <a:moveTo>
                  <a:pt x="36867" y="9982"/>
                </a:moveTo>
                <a:lnTo>
                  <a:pt x="87759" y="0"/>
                </a:lnTo>
                <a:lnTo>
                  <a:pt x="139598" y="924"/>
                </a:lnTo>
                <a:lnTo>
                  <a:pt x="117762" y="4910"/>
                </a:lnTo>
                <a:lnTo>
                  <a:pt x="88114" y="4090"/>
                </a:lnTo>
                <a:lnTo>
                  <a:pt x="59059" y="10085"/>
                </a:lnTo>
                <a:lnTo>
                  <a:pt x="51661" y="10051"/>
                </a:lnTo>
                <a:lnTo>
                  <a:pt x="0" y="11172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Postać oko P (wariant)"/>
          <p:cNvSpPr/>
          <p:nvPr/>
        </p:nvSpPr>
        <p:spPr>
          <a:xfrm>
            <a:off x="25566456" y="3784566"/>
            <a:ext cx="114776" cy="171870"/>
          </a:xfrm>
          <a:custGeom>
            <a:avLst/>
            <a:gdLst/>
            <a:ahLst/>
            <a:cxnLst/>
            <a:rect l="0" t="0" r="r" b="b"/>
            <a:pathLst>
              <a:path w="114776" h="171870">
                <a:moveTo>
                  <a:pt x="73369" y="33269"/>
                </a:moveTo>
                <a:lnTo>
                  <a:pt x="36685" y="36537"/>
                </a:lnTo>
                <a:lnTo>
                  <a:pt x="0" y="39805"/>
                </a:lnTo>
                <a:lnTo>
                  <a:pt x="11765" y="171870"/>
                </a:lnTo>
                <a:lnTo>
                  <a:pt x="48449" y="168602"/>
                </a:lnTo>
                <a:lnTo>
                  <a:pt x="85134" y="165334"/>
                </a:lnTo>
                <a:lnTo>
                  <a:pt x="75984" y="62617"/>
                </a:lnTo>
                <a:lnTo>
                  <a:pt x="114776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Postać oko P (wariant) 2"/>
          <p:cNvSpPr/>
          <p:nvPr/>
        </p:nvSpPr>
        <p:spPr>
          <a:xfrm>
            <a:off x="25635343" y="4123358"/>
            <a:ext cx="131469" cy="93633"/>
          </a:xfrm>
          <a:custGeom>
            <a:avLst/>
            <a:gdLst/>
            <a:ahLst/>
            <a:cxnLst/>
            <a:rect l="0" t="0" r="r" b="b"/>
            <a:pathLst>
              <a:path w="131469" h="93633">
                <a:moveTo>
                  <a:pt x="82199" y="18785"/>
                </a:moveTo>
                <a:lnTo>
                  <a:pt x="41100" y="25110"/>
                </a:lnTo>
                <a:lnTo>
                  <a:pt x="0" y="31434"/>
                </a:lnTo>
                <a:lnTo>
                  <a:pt x="277" y="93633"/>
                </a:lnTo>
                <a:lnTo>
                  <a:pt x="41404" y="93528"/>
                </a:lnTo>
                <a:lnTo>
                  <a:pt x="82532" y="93424"/>
                </a:lnTo>
                <a:lnTo>
                  <a:pt x="82282" y="37445"/>
                </a:lnTo>
                <a:lnTo>
                  <a:pt x="131469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!!Postać oko P"/>
          <p:cNvSpPr/>
          <p:nvPr/>
        </p:nvSpPr>
        <p:spPr>
          <a:xfrm>
            <a:off x="10332694" y="3847436"/>
            <a:ext cx="139243" cy="14441"/>
          </a:xfrm>
          <a:custGeom>
            <a:avLst/>
            <a:gdLst/>
            <a:ahLst/>
            <a:cxnLst/>
            <a:rect l="0" t="0" r="r" b="b"/>
            <a:pathLst>
              <a:path w="139243" h="14441">
                <a:moveTo>
                  <a:pt x="102731" y="5280"/>
                </a:moveTo>
                <a:lnTo>
                  <a:pt x="50892" y="4356"/>
                </a:lnTo>
                <a:lnTo>
                  <a:pt x="0" y="14337"/>
                </a:lnTo>
                <a:lnTo>
                  <a:pt x="22191" y="14441"/>
                </a:lnTo>
                <a:lnTo>
                  <a:pt x="51247" y="8445"/>
                </a:lnTo>
                <a:lnTo>
                  <a:pt x="80895" y="9265"/>
                </a:lnTo>
                <a:lnTo>
                  <a:pt x="88174" y="7937"/>
                </a:lnTo>
                <a:lnTo>
                  <a:pt x="139243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Postać brew L (wariant)"/>
          <p:cNvSpPr/>
          <p:nvPr/>
        </p:nvSpPr>
        <p:spPr>
          <a:xfrm>
            <a:off x="25243211" y="3721909"/>
            <a:ext cx="155382" cy="57747"/>
          </a:xfrm>
          <a:custGeom>
            <a:avLst/>
            <a:gdLst/>
            <a:ahLst/>
            <a:cxnLst/>
            <a:rect l="0" t="0" r="r" b="b"/>
            <a:pathLst>
              <a:path w="155382" h="57747">
                <a:moveTo>
                  <a:pt x="0" y="28399"/>
                </a:moveTo>
                <a:lnTo>
                  <a:pt x="152768" y="0"/>
                </a:lnTo>
                <a:lnTo>
                  <a:pt x="155382" y="29348"/>
                </a:lnTo>
                <a:lnTo>
                  <a:pt x="2614" y="57747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Postać brew L (wariant) 2"/>
          <p:cNvSpPr/>
          <p:nvPr/>
        </p:nvSpPr>
        <p:spPr>
          <a:xfrm>
            <a:off x="25265292" y="4024430"/>
            <a:ext cx="181210" cy="55518"/>
          </a:xfrm>
          <a:custGeom>
            <a:avLst/>
            <a:gdLst/>
            <a:ahLst/>
            <a:cxnLst/>
            <a:rect l="0" t="0" r="r" b="b"/>
            <a:pathLst>
              <a:path w="181210" h="55518">
                <a:moveTo>
                  <a:pt x="0" y="0"/>
                </a:moveTo>
                <a:lnTo>
                  <a:pt x="181099" y="30639"/>
                </a:lnTo>
                <a:lnTo>
                  <a:pt x="181210" y="55518"/>
                </a:lnTo>
                <a:lnTo>
                  <a:pt x="111" y="24879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!!Postać brew L"/>
          <p:cNvSpPr/>
          <p:nvPr/>
        </p:nvSpPr>
        <p:spPr>
          <a:xfrm>
            <a:off x="10000234" y="3666225"/>
            <a:ext cx="155381" cy="57955"/>
          </a:xfrm>
          <a:custGeom>
            <a:avLst/>
            <a:gdLst/>
            <a:ahLst/>
            <a:cxnLst/>
            <a:rect l="0" t="0" r="r" b="b"/>
            <a:pathLst>
              <a:path w="155381" h="57955">
                <a:moveTo>
                  <a:pt x="0" y="28376"/>
                </a:moveTo>
                <a:lnTo>
                  <a:pt x="152813" y="0"/>
                </a:lnTo>
                <a:lnTo>
                  <a:pt x="155381" y="29579"/>
                </a:lnTo>
                <a:lnTo>
                  <a:pt x="2568" y="57955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Postać brew P (wariant)"/>
          <p:cNvSpPr/>
          <p:nvPr/>
        </p:nvSpPr>
        <p:spPr>
          <a:xfrm>
            <a:off x="25528044" y="3710144"/>
            <a:ext cx="157997" cy="30296"/>
          </a:xfrm>
          <a:custGeom>
            <a:avLst/>
            <a:gdLst/>
            <a:ahLst/>
            <a:cxnLst/>
            <a:rect l="0" t="0" r="r" b="b"/>
            <a:pathLst>
              <a:path w="157997" h="30296">
                <a:moveTo>
                  <a:pt x="155382" y="948"/>
                </a:moveTo>
                <a:lnTo>
                  <a:pt x="0" y="0"/>
                </a:lnTo>
                <a:lnTo>
                  <a:pt x="2614" y="29348"/>
                </a:lnTo>
                <a:lnTo>
                  <a:pt x="157997" y="3029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Postać brew P (wariant) 2"/>
          <p:cNvSpPr/>
          <p:nvPr/>
        </p:nvSpPr>
        <p:spPr>
          <a:xfrm>
            <a:off x="25577998" y="4023174"/>
            <a:ext cx="180933" cy="56439"/>
          </a:xfrm>
          <a:custGeom>
            <a:avLst/>
            <a:gdLst/>
            <a:ahLst/>
            <a:cxnLst/>
            <a:rect l="0" t="0" r="r" b="b"/>
            <a:pathLst>
              <a:path w="180933" h="56439">
                <a:moveTo>
                  <a:pt x="180822" y="0"/>
                </a:moveTo>
                <a:lnTo>
                  <a:pt x="0" y="31560"/>
                </a:lnTo>
                <a:lnTo>
                  <a:pt x="111" y="56439"/>
                </a:lnTo>
                <a:lnTo>
                  <a:pt x="180933" y="24879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!!Postać brew P"/>
          <p:cNvSpPr/>
          <p:nvPr/>
        </p:nvSpPr>
        <p:spPr>
          <a:xfrm>
            <a:off x="10285130" y="3654579"/>
            <a:ext cx="157949" cy="30783"/>
          </a:xfrm>
          <a:custGeom>
            <a:avLst/>
            <a:gdLst/>
            <a:ahLst/>
            <a:cxnLst/>
            <a:rect l="0" t="0" r="r" b="b"/>
            <a:pathLst>
              <a:path w="157949" h="30783">
                <a:moveTo>
                  <a:pt x="155381" y="1203"/>
                </a:moveTo>
                <a:lnTo>
                  <a:pt x="0" y="0"/>
                </a:lnTo>
                <a:lnTo>
                  <a:pt x="2568" y="29579"/>
                </a:lnTo>
                <a:lnTo>
                  <a:pt x="157949" y="30783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Postać usta (wariant)"/>
          <p:cNvSpPr/>
          <p:nvPr/>
        </p:nvSpPr>
        <p:spPr>
          <a:xfrm>
            <a:off x="25429967" y="4091664"/>
            <a:ext cx="134679" cy="42567"/>
          </a:xfrm>
          <a:custGeom>
            <a:avLst/>
            <a:gdLst/>
            <a:ahLst/>
            <a:cxnLst/>
            <a:rect l="0" t="0" r="r" b="b"/>
            <a:pathLst>
              <a:path w="134679" h="42567">
                <a:moveTo>
                  <a:pt x="0" y="11765"/>
                </a:moveTo>
                <a:lnTo>
                  <a:pt x="66686" y="13219"/>
                </a:lnTo>
                <a:lnTo>
                  <a:pt x="132064" y="0"/>
                </a:lnTo>
                <a:lnTo>
                  <a:pt x="134679" y="29348"/>
                </a:lnTo>
                <a:lnTo>
                  <a:pt x="69300" y="42567"/>
                </a:lnTo>
                <a:lnTo>
                  <a:pt x="2614" y="41112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Postać usta (wariant) 2"/>
          <p:cNvSpPr/>
          <p:nvPr/>
        </p:nvSpPr>
        <p:spPr>
          <a:xfrm>
            <a:off x="25423210" y="4353455"/>
            <a:ext cx="181044" cy="56209"/>
          </a:xfrm>
          <a:custGeom>
            <a:avLst/>
            <a:gdLst/>
            <a:ahLst/>
            <a:cxnLst/>
            <a:rect l="0" t="0" r="r" b="b"/>
            <a:pathLst>
              <a:path w="181044" h="56209">
                <a:moveTo>
                  <a:pt x="0" y="37550"/>
                </a:moveTo>
                <a:lnTo>
                  <a:pt x="90314" y="0"/>
                </a:lnTo>
                <a:lnTo>
                  <a:pt x="180961" y="37089"/>
                </a:lnTo>
                <a:lnTo>
                  <a:pt x="181044" y="55748"/>
                </a:lnTo>
                <a:lnTo>
                  <a:pt x="90425" y="24879"/>
                </a:lnTo>
                <a:lnTo>
                  <a:pt x="83" y="56209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!!Postać usta"/>
          <p:cNvSpPr/>
          <p:nvPr/>
        </p:nvSpPr>
        <p:spPr>
          <a:xfrm>
            <a:off x="10144329" y="4057413"/>
            <a:ext cx="220138" cy="135416"/>
          </a:xfrm>
          <a:custGeom>
            <a:avLst/>
            <a:gdLst/>
            <a:ahLst/>
            <a:cxnLst/>
            <a:rect l="0" t="0" r="r" b="b"/>
            <a:pathLst>
              <a:path w="220138" h="135416">
                <a:moveTo>
                  <a:pt x="0" y="19409"/>
                </a:moveTo>
                <a:lnTo>
                  <a:pt x="111353" y="24494"/>
                </a:lnTo>
                <a:lnTo>
                  <a:pt x="220138" y="0"/>
                </a:lnTo>
                <a:lnTo>
                  <a:pt x="197206" y="76536"/>
                </a:lnTo>
                <a:lnTo>
                  <a:pt x="120983" y="135416"/>
                </a:lnTo>
                <a:lnTo>
                  <a:pt x="35772" y="90769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!!Postać 58"/>
          <p:cNvSpPr/>
          <p:nvPr/>
        </p:nvSpPr>
        <p:spPr>
          <a:xfrm>
            <a:off x="9925142" y="4390238"/>
            <a:ext cx="161026" cy="232803"/>
          </a:xfrm>
          <a:custGeom>
            <a:avLst/>
            <a:gdLst/>
            <a:ahLst/>
            <a:cxnLst/>
            <a:rect l="0" t="0" r="r" b="b"/>
            <a:pathLst>
              <a:path w="161026" h="232803">
                <a:moveTo>
                  <a:pt x="15141" y="0"/>
                </a:moveTo>
                <a:lnTo>
                  <a:pt x="161026" y="20662"/>
                </a:lnTo>
                <a:lnTo>
                  <a:pt x="124003" y="232803"/>
                </a:lnTo>
                <a:lnTo>
                  <a:pt x="0" y="21524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!!Postać 59"/>
          <p:cNvSpPr/>
          <p:nvPr/>
        </p:nvSpPr>
        <p:spPr>
          <a:xfrm>
            <a:off x="9916152" y="4599160"/>
            <a:ext cx="126723" cy="190883"/>
          </a:xfrm>
          <a:custGeom>
            <a:avLst/>
            <a:gdLst/>
            <a:ahLst/>
            <a:cxnLst/>
            <a:rect l="0" t="0" r="r" b="b"/>
            <a:pathLst>
              <a:path w="126723" h="190883">
                <a:moveTo>
                  <a:pt x="17309" y="0"/>
                </a:moveTo>
                <a:lnTo>
                  <a:pt x="126723" y="15496"/>
                </a:lnTo>
                <a:lnTo>
                  <a:pt x="94826" y="190883"/>
                </a:lnTo>
                <a:lnTo>
                  <a:pt x="0" y="177453"/>
                </a:lnTo>
                <a:close/>
              </a:path>
            </a:pathLst>
          </a:custGeom>
          <a:solidFill>
            <a:srgbClr val="E8E8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!!Postać 60"/>
          <p:cNvSpPr/>
          <p:nvPr/>
        </p:nvSpPr>
        <p:spPr>
          <a:xfrm>
            <a:off x="9914367" y="4766488"/>
            <a:ext cx="98363" cy="292432"/>
          </a:xfrm>
          <a:custGeom>
            <a:avLst/>
            <a:gdLst/>
            <a:ahLst/>
            <a:cxnLst/>
            <a:rect l="0" t="0" r="r" b="b"/>
            <a:pathLst>
              <a:path w="98363" h="292432">
                <a:moveTo>
                  <a:pt x="2664" y="0"/>
                </a:moveTo>
                <a:lnTo>
                  <a:pt x="98363" y="3368"/>
                </a:lnTo>
                <a:lnTo>
                  <a:pt x="80976" y="292432"/>
                </a:lnTo>
                <a:lnTo>
                  <a:pt x="0" y="289582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!!Postać 61"/>
          <p:cNvSpPr/>
          <p:nvPr/>
        </p:nvSpPr>
        <p:spPr>
          <a:xfrm>
            <a:off x="9900672" y="4951692"/>
            <a:ext cx="112993" cy="78071"/>
          </a:xfrm>
          <a:custGeom>
            <a:avLst/>
            <a:gdLst/>
            <a:ahLst/>
            <a:cxnLst/>
            <a:rect l="0" t="0" r="r" b="b"/>
            <a:pathLst>
              <a:path w="112993" h="78071">
                <a:moveTo>
                  <a:pt x="2571" y="0"/>
                </a:moveTo>
                <a:lnTo>
                  <a:pt x="112993" y="3886"/>
                </a:lnTo>
                <a:lnTo>
                  <a:pt x="110422" y="78071"/>
                </a:lnTo>
                <a:lnTo>
                  <a:pt x="0" y="74185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!!Postać 62"/>
          <p:cNvSpPr/>
          <p:nvPr/>
        </p:nvSpPr>
        <p:spPr>
          <a:xfrm>
            <a:off x="9930632" y="4967566"/>
            <a:ext cx="53073" cy="46325"/>
          </a:xfrm>
          <a:custGeom>
            <a:avLst/>
            <a:gdLst/>
            <a:ahLst/>
            <a:cxnLst/>
            <a:rect l="0" t="0" r="r" b="b"/>
            <a:pathLst>
              <a:path w="53073" h="46325">
                <a:moveTo>
                  <a:pt x="1542" y="0"/>
                </a:moveTo>
                <a:lnTo>
                  <a:pt x="53073" y="1813"/>
                </a:lnTo>
                <a:lnTo>
                  <a:pt x="51530" y="46325"/>
                </a:lnTo>
                <a:lnTo>
                  <a:pt x="0" y="4451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3" name="!!Postać 63"/>
          <p:cNvSpPr/>
          <p:nvPr/>
        </p:nvSpPr>
        <p:spPr>
          <a:xfrm>
            <a:off x="9882350" y="5040456"/>
            <a:ext cx="139868" cy="159157"/>
          </a:xfrm>
          <a:custGeom>
            <a:avLst/>
            <a:gdLst/>
            <a:ahLst/>
            <a:cxnLst/>
            <a:rect l="0" t="0" r="r" b="b"/>
            <a:pathLst>
              <a:path w="139868" h="159157">
                <a:moveTo>
                  <a:pt x="10446" y="0"/>
                </a:moveTo>
                <a:lnTo>
                  <a:pt x="135592" y="4404"/>
                </a:lnTo>
                <a:lnTo>
                  <a:pt x="139868" y="93686"/>
                </a:lnTo>
                <a:lnTo>
                  <a:pt x="100747" y="159157"/>
                </a:lnTo>
                <a:lnTo>
                  <a:pt x="34494" y="156826"/>
                </a:lnTo>
                <a:lnTo>
                  <a:pt x="0" y="88763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4" name="!!Postać 64"/>
          <p:cNvSpPr/>
          <p:nvPr/>
        </p:nvSpPr>
        <p:spPr>
          <a:xfrm>
            <a:off x="10460199" y="4372654"/>
            <a:ext cx="208009" cy="254023"/>
          </a:xfrm>
          <a:custGeom>
            <a:avLst/>
            <a:gdLst/>
            <a:ahLst/>
            <a:cxnLst/>
            <a:rect l="0" t="0" r="r" b="b"/>
            <a:pathLst>
              <a:path w="208009" h="254023">
                <a:moveTo>
                  <a:pt x="134583" y="0"/>
                </a:moveTo>
                <a:lnTo>
                  <a:pt x="0" y="60385"/>
                </a:lnTo>
                <a:lnTo>
                  <a:pt x="93613" y="254023"/>
                </a:lnTo>
                <a:lnTo>
                  <a:pt x="208009" y="202696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5" name="!!Postać 65"/>
          <p:cNvSpPr/>
          <p:nvPr/>
        </p:nvSpPr>
        <p:spPr>
          <a:xfrm>
            <a:off x="10557546" y="4571589"/>
            <a:ext cx="166112" cy="205021"/>
          </a:xfrm>
          <a:custGeom>
            <a:avLst/>
            <a:gdLst/>
            <a:ahLst/>
            <a:cxnLst/>
            <a:rect l="0" t="0" r="r" b="b"/>
            <a:pathLst>
              <a:path w="166112" h="205021">
                <a:moveTo>
                  <a:pt x="100937" y="0"/>
                </a:moveTo>
                <a:lnTo>
                  <a:pt x="0" y="45289"/>
                </a:lnTo>
                <a:lnTo>
                  <a:pt x="78633" y="205021"/>
                </a:lnTo>
                <a:lnTo>
                  <a:pt x="166112" y="165771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6" name="!!Postać 66"/>
          <p:cNvSpPr/>
          <p:nvPr/>
        </p:nvSpPr>
        <p:spPr>
          <a:xfrm>
            <a:off x="10400380" y="4696732"/>
            <a:ext cx="287273" cy="96500"/>
          </a:xfrm>
          <a:custGeom>
            <a:avLst/>
            <a:gdLst/>
            <a:ahLst/>
            <a:cxnLst/>
            <a:rect l="0" t="0" r="r" b="b"/>
            <a:pathLst>
              <a:path w="287273" h="96500">
                <a:moveTo>
                  <a:pt x="287273" y="96500"/>
                </a:moveTo>
                <a:lnTo>
                  <a:pt x="287273" y="0"/>
                </a:lnTo>
                <a:lnTo>
                  <a:pt x="0" y="7423"/>
                </a:lnTo>
                <a:lnTo>
                  <a:pt x="0" y="89077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7" name="!!Postać 67"/>
          <p:cNvSpPr/>
          <p:nvPr/>
        </p:nvSpPr>
        <p:spPr>
          <a:xfrm>
            <a:off x="10260427" y="4674463"/>
            <a:ext cx="154685" cy="141038"/>
          </a:xfrm>
          <a:custGeom>
            <a:avLst/>
            <a:gdLst/>
            <a:ahLst/>
            <a:cxnLst/>
            <a:rect l="0" t="0" r="r" b="b"/>
            <a:pathLst>
              <a:path w="154685" h="141038">
                <a:moveTo>
                  <a:pt x="154685" y="133615"/>
                </a:moveTo>
                <a:lnTo>
                  <a:pt x="154685" y="7423"/>
                </a:lnTo>
                <a:lnTo>
                  <a:pt x="66294" y="0"/>
                </a:lnTo>
                <a:lnTo>
                  <a:pt x="0" y="37115"/>
                </a:lnTo>
                <a:lnTo>
                  <a:pt x="0" y="103923"/>
                </a:lnTo>
                <a:lnTo>
                  <a:pt x="66294" y="141038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8" name="!!Postać 68"/>
          <p:cNvSpPr/>
          <p:nvPr/>
        </p:nvSpPr>
        <p:spPr>
          <a:xfrm>
            <a:off x="10326720" y="4563117"/>
            <a:ext cx="66294" cy="126192"/>
          </a:xfrm>
          <a:custGeom>
            <a:avLst/>
            <a:gdLst/>
            <a:ahLst/>
            <a:cxnLst/>
            <a:rect l="0" t="0" r="r" b="b"/>
            <a:pathLst>
              <a:path w="66294" h="126192">
                <a:moveTo>
                  <a:pt x="58928" y="0"/>
                </a:moveTo>
                <a:lnTo>
                  <a:pt x="66294" y="126192"/>
                </a:lnTo>
                <a:lnTo>
                  <a:pt x="0" y="126192"/>
                </a:lnTo>
                <a:lnTo>
                  <a:pt x="0" y="0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9" name="Iskra"/>
          <p:cNvSpPr/>
          <p:nvPr/>
        </p:nvSpPr>
        <p:spPr>
          <a:xfrm>
            <a:off x="22566602" y="33203665"/>
            <a:ext cx="95323" cy="81970"/>
          </a:xfrm>
          <a:custGeom>
            <a:avLst/>
            <a:gdLst/>
            <a:ahLst/>
            <a:cxnLst/>
            <a:rect l="0" t="0" r="r" b="b"/>
            <a:pathLst>
              <a:path w="95323" h="81970">
                <a:moveTo>
                  <a:pt x="0" y="4810"/>
                </a:moveTo>
                <a:lnTo>
                  <a:pt x="95323" y="0"/>
                </a:lnTo>
                <a:lnTo>
                  <a:pt x="36144" y="8197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0" name="Iskra 2"/>
          <p:cNvSpPr/>
          <p:nvPr/>
        </p:nvSpPr>
        <p:spPr>
          <a:xfrm>
            <a:off x="11492240" y="20968069"/>
            <a:ext cx="208049" cy="189144"/>
          </a:xfrm>
          <a:custGeom>
            <a:avLst/>
            <a:gdLst/>
            <a:ahLst/>
            <a:cxnLst/>
            <a:rect l="0" t="0" r="r" b="b"/>
            <a:pathLst>
              <a:path w="208049" h="189144">
                <a:moveTo>
                  <a:pt x="208049" y="109894"/>
                </a:moveTo>
                <a:lnTo>
                  <a:pt x="36923" y="189144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1" name="Iskra 3"/>
          <p:cNvSpPr/>
          <p:nvPr/>
        </p:nvSpPr>
        <p:spPr>
          <a:xfrm>
            <a:off x="22333549" y="26747565"/>
            <a:ext cx="50211" cy="57669"/>
          </a:xfrm>
          <a:custGeom>
            <a:avLst/>
            <a:gdLst/>
            <a:ahLst/>
            <a:cxnLst/>
            <a:rect l="0" t="0" r="r" b="b"/>
            <a:pathLst>
              <a:path w="50211" h="57669">
                <a:moveTo>
                  <a:pt x="50211" y="57669"/>
                </a:moveTo>
                <a:lnTo>
                  <a:pt x="0" y="57243"/>
                </a:lnTo>
                <a:lnTo>
                  <a:pt x="831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2" name="Iskra 4"/>
          <p:cNvSpPr/>
          <p:nvPr/>
        </p:nvSpPr>
        <p:spPr>
          <a:xfrm>
            <a:off x="19722759" y="13357600"/>
            <a:ext cx="106897" cy="85129"/>
          </a:xfrm>
          <a:custGeom>
            <a:avLst/>
            <a:gdLst/>
            <a:ahLst/>
            <a:cxnLst/>
            <a:rect l="0" t="0" r="r" b="b"/>
            <a:pathLst>
              <a:path w="106897" h="85129">
                <a:moveTo>
                  <a:pt x="106897" y="85129"/>
                </a:moveTo>
                <a:lnTo>
                  <a:pt x="0" y="59521"/>
                </a:lnTo>
                <a:lnTo>
                  <a:pt x="7405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3" name="Iskra 5"/>
          <p:cNvSpPr/>
          <p:nvPr/>
        </p:nvSpPr>
        <p:spPr>
          <a:xfrm>
            <a:off x="9031292" y="25059328"/>
            <a:ext cx="99592" cy="123494"/>
          </a:xfrm>
          <a:custGeom>
            <a:avLst/>
            <a:gdLst/>
            <a:ahLst/>
            <a:cxnLst/>
            <a:rect l="0" t="0" r="r" b="b"/>
            <a:pathLst>
              <a:path w="99592" h="123494">
                <a:moveTo>
                  <a:pt x="99592" y="123494"/>
                </a:moveTo>
                <a:lnTo>
                  <a:pt x="0" y="37213"/>
                </a:lnTo>
                <a:lnTo>
                  <a:pt x="78452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4" name="Iskra 6"/>
          <p:cNvSpPr/>
          <p:nvPr/>
        </p:nvSpPr>
        <p:spPr>
          <a:xfrm>
            <a:off x="25794675" y="42410598"/>
            <a:ext cx="163080" cy="174897"/>
          </a:xfrm>
          <a:custGeom>
            <a:avLst/>
            <a:gdLst/>
            <a:ahLst/>
            <a:cxnLst/>
            <a:rect l="0" t="0" r="r" b="b"/>
            <a:pathLst>
              <a:path w="163080" h="174897">
                <a:moveTo>
                  <a:pt x="0" y="118620"/>
                </a:moveTo>
                <a:lnTo>
                  <a:pt x="87144" y="0"/>
                </a:lnTo>
                <a:lnTo>
                  <a:pt x="163080" y="174897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5" name="Iskra 7"/>
          <p:cNvSpPr/>
          <p:nvPr/>
        </p:nvSpPr>
        <p:spPr>
          <a:xfrm>
            <a:off x="11776413" y="24906208"/>
            <a:ext cx="123480" cy="137649"/>
          </a:xfrm>
          <a:custGeom>
            <a:avLst/>
            <a:gdLst/>
            <a:ahLst/>
            <a:cxnLst/>
            <a:rect l="0" t="0" r="r" b="b"/>
            <a:pathLst>
              <a:path w="123480" h="137649">
                <a:moveTo>
                  <a:pt x="102486" y="0"/>
                </a:moveTo>
                <a:lnTo>
                  <a:pt x="123480" y="137649"/>
                </a:lnTo>
                <a:lnTo>
                  <a:pt x="0" y="9158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6" name="Iskra 8"/>
          <p:cNvSpPr/>
          <p:nvPr/>
        </p:nvSpPr>
        <p:spPr>
          <a:xfrm>
            <a:off x="20722130" y="19033665"/>
            <a:ext cx="154759" cy="126482"/>
          </a:xfrm>
          <a:custGeom>
            <a:avLst/>
            <a:gdLst/>
            <a:ahLst/>
            <a:cxnLst/>
            <a:rect l="0" t="0" r="r" b="b"/>
            <a:pathLst>
              <a:path w="154759" h="126482">
                <a:moveTo>
                  <a:pt x="27864" y="126482"/>
                </a:moveTo>
                <a:lnTo>
                  <a:pt x="0" y="0"/>
                </a:lnTo>
                <a:lnTo>
                  <a:pt x="154759" y="50019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7" name="Iskra 9"/>
          <p:cNvSpPr/>
          <p:nvPr/>
        </p:nvSpPr>
        <p:spPr>
          <a:xfrm>
            <a:off x="14259653" y="18050540"/>
            <a:ext cx="126371" cy="136139"/>
          </a:xfrm>
          <a:custGeom>
            <a:avLst/>
            <a:gdLst/>
            <a:ahLst/>
            <a:cxnLst/>
            <a:rect l="0" t="0" r="r" b="b"/>
            <a:pathLst>
              <a:path w="126371" h="136139">
                <a:moveTo>
                  <a:pt x="117475" y="0"/>
                </a:moveTo>
                <a:lnTo>
                  <a:pt x="126371" y="136139"/>
                </a:lnTo>
                <a:lnTo>
                  <a:pt x="0" y="4140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8" name="Iskra 10"/>
          <p:cNvSpPr/>
          <p:nvPr/>
        </p:nvSpPr>
        <p:spPr>
          <a:xfrm>
            <a:off x="19023012" y="18135429"/>
            <a:ext cx="150928" cy="245848"/>
          </a:xfrm>
          <a:custGeom>
            <a:avLst/>
            <a:gdLst/>
            <a:ahLst/>
            <a:cxnLst/>
            <a:rect l="0" t="0" r="r" b="b"/>
            <a:pathLst>
              <a:path w="150928" h="245848">
                <a:moveTo>
                  <a:pt x="99191" y="245848"/>
                </a:moveTo>
                <a:lnTo>
                  <a:pt x="0" y="141475"/>
                </a:lnTo>
                <a:lnTo>
                  <a:pt x="150928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9" name="Iskra 11"/>
          <p:cNvSpPr/>
          <p:nvPr/>
        </p:nvSpPr>
        <p:spPr>
          <a:xfrm>
            <a:off x="25174140" y="24353246"/>
            <a:ext cx="101391" cy="140172"/>
          </a:xfrm>
          <a:custGeom>
            <a:avLst/>
            <a:gdLst/>
            <a:ahLst/>
            <a:cxnLst/>
            <a:rect l="0" t="0" r="r" b="b"/>
            <a:pathLst>
              <a:path w="101391" h="140172">
                <a:moveTo>
                  <a:pt x="0" y="140172"/>
                </a:moveTo>
                <a:lnTo>
                  <a:pt x="80152" y="0"/>
                </a:lnTo>
                <a:lnTo>
                  <a:pt x="101391" y="13623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0" name="Iskra 12"/>
          <p:cNvSpPr/>
          <p:nvPr/>
        </p:nvSpPr>
        <p:spPr>
          <a:xfrm>
            <a:off x="13784076" y="24547784"/>
            <a:ext cx="157509" cy="111861"/>
          </a:xfrm>
          <a:custGeom>
            <a:avLst/>
            <a:gdLst/>
            <a:ahLst/>
            <a:cxnLst/>
            <a:rect l="0" t="0" r="r" b="b"/>
            <a:pathLst>
              <a:path w="157509" h="111861">
                <a:moveTo>
                  <a:pt x="157509" y="81234"/>
                </a:moveTo>
                <a:lnTo>
                  <a:pt x="0" y="111861"/>
                </a:lnTo>
                <a:lnTo>
                  <a:pt x="25589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1" name="Iskra 13"/>
          <p:cNvSpPr/>
          <p:nvPr/>
        </p:nvSpPr>
        <p:spPr>
          <a:xfrm>
            <a:off x="21371188" y="11730959"/>
            <a:ext cx="107860" cy="101759"/>
          </a:xfrm>
          <a:custGeom>
            <a:avLst/>
            <a:gdLst/>
            <a:ahLst/>
            <a:cxnLst/>
            <a:rect l="0" t="0" r="r" b="b"/>
            <a:pathLst>
              <a:path w="107860" h="101759">
                <a:moveTo>
                  <a:pt x="46341" y="0"/>
                </a:moveTo>
                <a:lnTo>
                  <a:pt x="107860" y="101759"/>
                </a:lnTo>
                <a:lnTo>
                  <a:pt x="0" y="8716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2" name="Iskra 14"/>
          <p:cNvSpPr/>
          <p:nvPr/>
        </p:nvSpPr>
        <p:spPr>
          <a:xfrm>
            <a:off x="18565858" y="11455533"/>
            <a:ext cx="85657" cy="71007"/>
          </a:xfrm>
          <a:custGeom>
            <a:avLst/>
            <a:gdLst/>
            <a:ahLst/>
            <a:cxnLst/>
            <a:rect l="0" t="0" r="r" b="b"/>
            <a:pathLst>
              <a:path w="85657" h="71007">
                <a:moveTo>
                  <a:pt x="85657" y="71007"/>
                </a:moveTo>
                <a:lnTo>
                  <a:pt x="0" y="21979"/>
                </a:lnTo>
                <a:lnTo>
                  <a:pt x="79276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3" name="Iskra 15"/>
          <p:cNvSpPr/>
          <p:nvPr/>
        </p:nvSpPr>
        <p:spPr>
          <a:xfrm>
            <a:off x="10530591" y="26815442"/>
            <a:ext cx="83939" cy="58664"/>
          </a:xfrm>
          <a:custGeom>
            <a:avLst/>
            <a:gdLst/>
            <a:ahLst/>
            <a:cxnLst/>
            <a:rect l="0" t="0" r="r" b="b"/>
            <a:pathLst>
              <a:path w="83939" h="58664">
                <a:moveTo>
                  <a:pt x="61631" y="0"/>
                </a:moveTo>
                <a:lnTo>
                  <a:pt x="83939" y="58664"/>
                </a:lnTo>
                <a:lnTo>
                  <a:pt x="0" y="43589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4" name="Iskra 16"/>
          <p:cNvSpPr/>
          <p:nvPr/>
        </p:nvSpPr>
        <p:spPr>
          <a:xfrm>
            <a:off x="12560183" y="21497885"/>
            <a:ext cx="141105" cy="172663"/>
          </a:xfrm>
          <a:custGeom>
            <a:avLst/>
            <a:gdLst/>
            <a:ahLst/>
            <a:cxnLst/>
            <a:rect l="0" t="0" r="r" b="b"/>
            <a:pathLst>
              <a:path w="141105" h="172663">
                <a:moveTo>
                  <a:pt x="141105" y="37921"/>
                </a:moveTo>
                <a:lnTo>
                  <a:pt x="46511" y="172663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5" name="Iskra 17"/>
          <p:cNvSpPr/>
          <p:nvPr/>
        </p:nvSpPr>
        <p:spPr>
          <a:xfrm>
            <a:off x="24180377" y="13828403"/>
            <a:ext cx="164945" cy="220523"/>
          </a:xfrm>
          <a:custGeom>
            <a:avLst/>
            <a:gdLst/>
            <a:ahLst/>
            <a:cxnLst/>
            <a:rect l="0" t="0" r="r" b="b"/>
            <a:pathLst>
              <a:path w="164945" h="220523">
                <a:moveTo>
                  <a:pt x="133271" y="220523"/>
                </a:moveTo>
                <a:lnTo>
                  <a:pt x="0" y="20471"/>
                </a:lnTo>
                <a:lnTo>
                  <a:pt x="164945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6" name="Iskra 18"/>
          <p:cNvSpPr/>
          <p:nvPr/>
        </p:nvSpPr>
        <p:spPr>
          <a:xfrm>
            <a:off x="14446004" y="21498281"/>
            <a:ext cx="164461" cy="209331"/>
          </a:xfrm>
          <a:custGeom>
            <a:avLst/>
            <a:gdLst/>
            <a:ahLst/>
            <a:cxnLst/>
            <a:rect l="0" t="0" r="r" b="b"/>
            <a:pathLst>
              <a:path w="164461" h="209331">
                <a:moveTo>
                  <a:pt x="0" y="209331"/>
                </a:moveTo>
                <a:lnTo>
                  <a:pt x="1258" y="0"/>
                </a:lnTo>
                <a:lnTo>
                  <a:pt x="164461" y="124547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7" name="Iskra 19"/>
          <p:cNvSpPr/>
          <p:nvPr/>
        </p:nvSpPr>
        <p:spPr>
          <a:xfrm>
            <a:off x="18432192" y="13553257"/>
            <a:ext cx="104840" cy="167262"/>
          </a:xfrm>
          <a:custGeom>
            <a:avLst/>
            <a:gdLst/>
            <a:ahLst/>
            <a:cxnLst/>
            <a:rect l="0" t="0" r="r" b="b"/>
            <a:pathLst>
              <a:path w="104840" h="167262">
                <a:moveTo>
                  <a:pt x="0" y="0"/>
                </a:moveTo>
                <a:lnTo>
                  <a:pt x="104840" y="125489"/>
                </a:lnTo>
                <a:lnTo>
                  <a:pt x="3811" y="167262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8" name="Iskra 20"/>
          <p:cNvSpPr/>
          <p:nvPr/>
        </p:nvSpPr>
        <p:spPr>
          <a:xfrm>
            <a:off x="21334002" y="28335300"/>
            <a:ext cx="162034" cy="133062"/>
          </a:xfrm>
          <a:custGeom>
            <a:avLst/>
            <a:gdLst/>
            <a:ahLst/>
            <a:cxnLst/>
            <a:rect l="0" t="0" r="r" b="b"/>
            <a:pathLst>
              <a:path w="162034" h="133062">
                <a:moveTo>
                  <a:pt x="162034" y="61419"/>
                </a:moveTo>
                <a:lnTo>
                  <a:pt x="21207" y="133062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9" name="Iskra 21"/>
          <p:cNvSpPr/>
          <p:nvPr/>
        </p:nvSpPr>
        <p:spPr>
          <a:xfrm>
            <a:off x="18585777" y="23212019"/>
            <a:ext cx="55508" cy="58216"/>
          </a:xfrm>
          <a:custGeom>
            <a:avLst/>
            <a:gdLst/>
            <a:ahLst/>
            <a:cxnLst/>
            <a:rect l="0" t="0" r="r" b="b"/>
            <a:pathLst>
              <a:path w="55508" h="58216">
                <a:moveTo>
                  <a:pt x="33192" y="58216"/>
                </a:moveTo>
                <a:lnTo>
                  <a:pt x="0" y="20779"/>
                </a:lnTo>
                <a:lnTo>
                  <a:pt x="55508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0" name="Iskra 22"/>
          <p:cNvSpPr/>
          <p:nvPr/>
        </p:nvSpPr>
        <p:spPr>
          <a:xfrm>
            <a:off x="12643519" y="22953545"/>
            <a:ext cx="169935" cy="183317"/>
          </a:xfrm>
          <a:custGeom>
            <a:avLst/>
            <a:gdLst/>
            <a:ahLst/>
            <a:cxnLst/>
            <a:rect l="0" t="0" r="r" b="b"/>
            <a:pathLst>
              <a:path w="169935" h="183317">
                <a:moveTo>
                  <a:pt x="0" y="175701"/>
                </a:moveTo>
                <a:lnTo>
                  <a:pt x="115292" y="0"/>
                </a:lnTo>
                <a:lnTo>
                  <a:pt x="169935" y="183317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1" name="Iskra 23"/>
          <p:cNvSpPr/>
          <p:nvPr/>
        </p:nvSpPr>
        <p:spPr>
          <a:xfrm>
            <a:off x="13118058" y="17342508"/>
            <a:ext cx="152123" cy="154956"/>
          </a:xfrm>
          <a:custGeom>
            <a:avLst/>
            <a:gdLst/>
            <a:ahLst/>
            <a:cxnLst/>
            <a:rect l="0" t="0" r="r" b="b"/>
            <a:pathLst>
              <a:path w="152123" h="154956">
                <a:moveTo>
                  <a:pt x="0" y="63363"/>
                </a:moveTo>
                <a:lnTo>
                  <a:pt x="152123" y="0"/>
                </a:lnTo>
                <a:lnTo>
                  <a:pt x="143127" y="154956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2" name="Iskra 24"/>
          <p:cNvSpPr/>
          <p:nvPr/>
        </p:nvSpPr>
        <p:spPr>
          <a:xfrm>
            <a:off x="25466142" y="23707020"/>
            <a:ext cx="93050" cy="61693"/>
          </a:xfrm>
          <a:custGeom>
            <a:avLst/>
            <a:gdLst/>
            <a:ahLst/>
            <a:cxnLst/>
            <a:rect l="0" t="0" r="r" b="b"/>
            <a:pathLst>
              <a:path w="93050" h="61693">
                <a:moveTo>
                  <a:pt x="93050" y="0"/>
                </a:moveTo>
                <a:lnTo>
                  <a:pt x="43515" y="61693"/>
                </a:lnTo>
                <a:lnTo>
                  <a:pt x="0" y="8649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3" name="Iskra 25"/>
          <p:cNvSpPr/>
          <p:nvPr/>
        </p:nvSpPr>
        <p:spPr>
          <a:xfrm>
            <a:off x="17044610" y="8233126"/>
            <a:ext cx="123950" cy="111884"/>
          </a:xfrm>
          <a:custGeom>
            <a:avLst/>
            <a:gdLst/>
            <a:ahLst/>
            <a:cxnLst/>
            <a:rect l="0" t="0" r="r" b="b"/>
            <a:pathLst>
              <a:path w="123950" h="111884">
                <a:moveTo>
                  <a:pt x="83989" y="0"/>
                </a:moveTo>
                <a:lnTo>
                  <a:pt x="123950" y="111884"/>
                </a:lnTo>
                <a:lnTo>
                  <a:pt x="0" y="60343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4" name="Iskra 26"/>
          <p:cNvSpPr/>
          <p:nvPr/>
        </p:nvSpPr>
        <p:spPr>
          <a:xfrm>
            <a:off x="22029027" y="18452512"/>
            <a:ext cx="142121" cy="105093"/>
          </a:xfrm>
          <a:custGeom>
            <a:avLst/>
            <a:gdLst/>
            <a:ahLst/>
            <a:cxnLst/>
            <a:rect l="0" t="0" r="r" b="b"/>
            <a:pathLst>
              <a:path w="142121" h="105093">
                <a:moveTo>
                  <a:pt x="119782" y="105093"/>
                </a:moveTo>
                <a:lnTo>
                  <a:pt x="0" y="8828"/>
                </a:lnTo>
                <a:lnTo>
                  <a:pt x="142121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5" name="Iskra 27"/>
          <p:cNvSpPr/>
          <p:nvPr/>
        </p:nvSpPr>
        <p:spPr>
          <a:xfrm>
            <a:off x="22833912" y="34912492"/>
            <a:ext cx="95693" cy="107914"/>
          </a:xfrm>
          <a:custGeom>
            <a:avLst/>
            <a:gdLst/>
            <a:ahLst/>
            <a:cxnLst/>
            <a:rect l="0" t="0" r="r" b="b"/>
            <a:pathLst>
              <a:path w="95693" h="107914">
                <a:moveTo>
                  <a:pt x="95693" y="107914"/>
                </a:moveTo>
                <a:lnTo>
                  <a:pt x="0" y="51767"/>
                </a:lnTo>
                <a:lnTo>
                  <a:pt x="8154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6" name="Iskra 28"/>
          <p:cNvSpPr/>
          <p:nvPr/>
        </p:nvSpPr>
        <p:spPr>
          <a:xfrm>
            <a:off x="14942145" y="28526029"/>
            <a:ext cx="103058" cy="94980"/>
          </a:xfrm>
          <a:custGeom>
            <a:avLst/>
            <a:gdLst/>
            <a:ahLst/>
            <a:cxnLst/>
            <a:rect l="0" t="0" r="r" b="b"/>
            <a:pathLst>
              <a:path w="103058" h="94980">
                <a:moveTo>
                  <a:pt x="103058" y="94980"/>
                </a:moveTo>
                <a:lnTo>
                  <a:pt x="0" y="28212"/>
                </a:lnTo>
                <a:lnTo>
                  <a:pt x="7873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7" name="Iskra 29"/>
          <p:cNvSpPr/>
          <p:nvPr/>
        </p:nvSpPr>
        <p:spPr>
          <a:xfrm>
            <a:off x="23262729" y="19089125"/>
            <a:ext cx="132298" cy="70340"/>
          </a:xfrm>
          <a:custGeom>
            <a:avLst/>
            <a:gdLst/>
            <a:ahLst/>
            <a:cxnLst/>
            <a:rect l="0" t="0" r="r" b="b"/>
            <a:pathLst>
              <a:path w="132298" h="70340">
                <a:moveTo>
                  <a:pt x="36998" y="70340"/>
                </a:moveTo>
                <a:lnTo>
                  <a:pt x="0" y="0"/>
                </a:lnTo>
                <a:lnTo>
                  <a:pt x="132298" y="27666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8" name="Iskra 30"/>
          <p:cNvSpPr/>
          <p:nvPr/>
        </p:nvSpPr>
        <p:spPr>
          <a:xfrm>
            <a:off x="16568140" y="16367058"/>
            <a:ext cx="108319" cy="67558"/>
          </a:xfrm>
          <a:custGeom>
            <a:avLst/>
            <a:gdLst/>
            <a:ahLst/>
            <a:cxnLst/>
            <a:rect l="0" t="0" r="r" b="b"/>
            <a:pathLst>
              <a:path w="108319" h="67558">
                <a:moveTo>
                  <a:pt x="75725" y="67558"/>
                </a:moveTo>
                <a:lnTo>
                  <a:pt x="0" y="0"/>
                </a:lnTo>
                <a:lnTo>
                  <a:pt x="108319" y="119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9" name="Iskra 31"/>
          <p:cNvSpPr/>
          <p:nvPr/>
        </p:nvSpPr>
        <p:spPr>
          <a:xfrm>
            <a:off x="24343182" y="29849265"/>
            <a:ext cx="153773" cy="142067"/>
          </a:xfrm>
          <a:custGeom>
            <a:avLst/>
            <a:gdLst/>
            <a:ahLst/>
            <a:cxnLst/>
            <a:rect l="0" t="0" r="r" b="b"/>
            <a:pathLst>
              <a:path w="153773" h="142067">
                <a:moveTo>
                  <a:pt x="0" y="114808"/>
                </a:moveTo>
                <a:lnTo>
                  <a:pt x="120177" y="0"/>
                </a:lnTo>
                <a:lnTo>
                  <a:pt x="153773" y="142067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0" name="Iskra 32"/>
          <p:cNvSpPr/>
          <p:nvPr/>
        </p:nvSpPr>
        <p:spPr>
          <a:xfrm>
            <a:off x="15302648" y="15115421"/>
            <a:ext cx="84357" cy="85064"/>
          </a:xfrm>
          <a:custGeom>
            <a:avLst/>
            <a:gdLst/>
            <a:ahLst/>
            <a:cxnLst/>
            <a:rect l="0" t="0" r="r" b="b"/>
            <a:pathLst>
              <a:path w="84357" h="85064">
                <a:moveTo>
                  <a:pt x="53683" y="0"/>
                </a:moveTo>
                <a:lnTo>
                  <a:pt x="84357" y="84119"/>
                </a:lnTo>
                <a:lnTo>
                  <a:pt x="0" y="8506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1" name="Iskra 33"/>
          <p:cNvSpPr/>
          <p:nvPr/>
        </p:nvSpPr>
        <p:spPr>
          <a:xfrm>
            <a:off x="12847200" y="17354701"/>
            <a:ext cx="98291" cy="87363"/>
          </a:xfrm>
          <a:custGeom>
            <a:avLst/>
            <a:gdLst/>
            <a:ahLst/>
            <a:cxnLst/>
            <a:rect l="0" t="0" r="r" b="b"/>
            <a:pathLst>
              <a:path w="98291" h="87363">
                <a:moveTo>
                  <a:pt x="0" y="14290"/>
                </a:moveTo>
                <a:lnTo>
                  <a:pt x="98291" y="0"/>
                </a:lnTo>
                <a:lnTo>
                  <a:pt x="91666" y="87363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2" name="Iskra 34"/>
          <p:cNvSpPr/>
          <p:nvPr/>
        </p:nvSpPr>
        <p:spPr>
          <a:xfrm>
            <a:off x="22038164" y="26444521"/>
            <a:ext cx="68912" cy="56180"/>
          </a:xfrm>
          <a:custGeom>
            <a:avLst/>
            <a:gdLst/>
            <a:ahLst/>
            <a:cxnLst/>
            <a:rect l="0" t="0" r="r" b="b"/>
            <a:pathLst>
              <a:path w="68912" h="56180">
                <a:moveTo>
                  <a:pt x="0" y="9176"/>
                </a:moveTo>
                <a:lnTo>
                  <a:pt x="68912" y="0"/>
                </a:lnTo>
                <a:lnTo>
                  <a:pt x="37657" y="5618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3" name="Iskra 35"/>
          <p:cNvSpPr/>
          <p:nvPr/>
        </p:nvSpPr>
        <p:spPr>
          <a:xfrm>
            <a:off x="12796574" y="19300373"/>
            <a:ext cx="156555" cy="120005"/>
          </a:xfrm>
          <a:custGeom>
            <a:avLst/>
            <a:gdLst/>
            <a:ahLst/>
            <a:cxnLst/>
            <a:rect l="0" t="0" r="r" b="b"/>
            <a:pathLst>
              <a:path w="156555" h="120005">
                <a:moveTo>
                  <a:pt x="79978" y="0"/>
                </a:moveTo>
                <a:lnTo>
                  <a:pt x="156555" y="120005"/>
                </a:lnTo>
                <a:lnTo>
                  <a:pt x="0" y="86158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4" name="Iskra 36"/>
          <p:cNvSpPr/>
          <p:nvPr/>
        </p:nvSpPr>
        <p:spPr>
          <a:xfrm>
            <a:off x="25648525" y="23932589"/>
            <a:ext cx="105396" cy="91866"/>
          </a:xfrm>
          <a:custGeom>
            <a:avLst/>
            <a:gdLst/>
            <a:ahLst/>
            <a:cxnLst/>
            <a:rect l="0" t="0" r="r" b="b"/>
            <a:pathLst>
              <a:path w="105396" h="91866">
                <a:moveTo>
                  <a:pt x="105396" y="0"/>
                </a:moveTo>
                <a:lnTo>
                  <a:pt x="83232" y="91866"/>
                </a:lnTo>
                <a:lnTo>
                  <a:pt x="0" y="11503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5" name="Iskra 37"/>
          <p:cNvSpPr/>
          <p:nvPr/>
        </p:nvSpPr>
        <p:spPr>
          <a:xfrm>
            <a:off x="26835062" y="35013469"/>
            <a:ext cx="99963" cy="143560"/>
          </a:xfrm>
          <a:custGeom>
            <a:avLst/>
            <a:gdLst/>
            <a:ahLst/>
            <a:cxnLst/>
            <a:rect l="0" t="0" r="r" b="b"/>
            <a:pathLst>
              <a:path w="99963" h="143560">
                <a:moveTo>
                  <a:pt x="99963" y="123245"/>
                </a:moveTo>
                <a:lnTo>
                  <a:pt x="0" y="143560"/>
                </a:lnTo>
                <a:lnTo>
                  <a:pt x="34747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6" name="Iskra 38"/>
          <p:cNvSpPr/>
          <p:nvPr/>
        </p:nvSpPr>
        <p:spPr>
          <a:xfrm>
            <a:off x="18833278" y="12546795"/>
            <a:ext cx="157424" cy="154977"/>
          </a:xfrm>
          <a:custGeom>
            <a:avLst/>
            <a:gdLst/>
            <a:ahLst/>
            <a:cxnLst/>
            <a:rect l="0" t="0" r="r" b="b"/>
            <a:pathLst>
              <a:path w="157424" h="154977">
                <a:moveTo>
                  <a:pt x="0" y="135994"/>
                </a:moveTo>
                <a:lnTo>
                  <a:pt x="134487" y="0"/>
                </a:lnTo>
                <a:lnTo>
                  <a:pt x="157424" y="15497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7" name="Iskra 39"/>
          <p:cNvSpPr/>
          <p:nvPr/>
        </p:nvSpPr>
        <p:spPr>
          <a:xfrm>
            <a:off x="23163523" y="27121868"/>
            <a:ext cx="157260" cy="176288"/>
          </a:xfrm>
          <a:custGeom>
            <a:avLst/>
            <a:gdLst/>
            <a:ahLst/>
            <a:cxnLst/>
            <a:rect l="0" t="0" r="r" b="b"/>
            <a:pathLst>
              <a:path w="157260" h="176288">
                <a:moveTo>
                  <a:pt x="67734" y="176288"/>
                </a:moveTo>
                <a:lnTo>
                  <a:pt x="0" y="0"/>
                </a:lnTo>
                <a:lnTo>
                  <a:pt x="157260" y="9346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8" name="Iskra 40"/>
          <p:cNvSpPr/>
          <p:nvPr/>
        </p:nvSpPr>
        <p:spPr>
          <a:xfrm>
            <a:off x="22856555" y="40643879"/>
            <a:ext cx="134197" cy="134935"/>
          </a:xfrm>
          <a:custGeom>
            <a:avLst/>
            <a:gdLst/>
            <a:ahLst/>
            <a:cxnLst/>
            <a:rect l="0" t="0" r="r" b="b"/>
            <a:pathLst>
              <a:path w="134197" h="134935">
                <a:moveTo>
                  <a:pt x="43428" y="0"/>
                </a:moveTo>
                <a:lnTo>
                  <a:pt x="134197" y="124259"/>
                </a:lnTo>
                <a:lnTo>
                  <a:pt x="0" y="13493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9" name="Iskra 41"/>
          <p:cNvSpPr/>
          <p:nvPr/>
        </p:nvSpPr>
        <p:spPr>
          <a:xfrm>
            <a:off x="12737254" y="21041370"/>
            <a:ext cx="151595" cy="131760"/>
          </a:xfrm>
          <a:custGeom>
            <a:avLst/>
            <a:gdLst/>
            <a:ahLst/>
            <a:cxnLst/>
            <a:rect l="0" t="0" r="r" b="b"/>
            <a:pathLst>
              <a:path w="151595" h="131760">
                <a:moveTo>
                  <a:pt x="0" y="0"/>
                </a:moveTo>
                <a:lnTo>
                  <a:pt x="151595" y="30737"/>
                </a:lnTo>
                <a:lnTo>
                  <a:pt x="92778" y="13176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0" name="Iskra 42"/>
          <p:cNvSpPr/>
          <p:nvPr/>
        </p:nvSpPr>
        <p:spPr>
          <a:xfrm>
            <a:off x="18074472" y="7794993"/>
            <a:ext cx="222072" cy="146626"/>
          </a:xfrm>
          <a:custGeom>
            <a:avLst/>
            <a:gdLst/>
            <a:ahLst/>
            <a:cxnLst/>
            <a:rect l="0" t="0" r="r" b="b"/>
            <a:pathLst>
              <a:path w="222072" h="146626">
                <a:moveTo>
                  <a:pt x="135688" y="0"/>
                </a:moveTo>
                <a:lnTo>
                  <a:pt x="222072" y="146626"/>
                </a:lnTo>
                <a:lnTo>
                  <a:pt x="0" y="12121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1" name="Iskra 43"/>
          <p:cNvSpPr/>
          <p:nvPr/>
        </p:nvSpPr>
        <p:spPr>
          <a:xfrm>
            <a:off x="21841240" y="35649256"/>
            <a:ext cx="72643" cy="94081"/>
          </a:xfrm>
          <a:custGeom>
            <a:avLst/>
            <a:gdLst/>
            <a:ahLst/>
            <a:cxnLst/>
            <a:rect l="0" t="0" r="r" b="b"/>
            <a:pathLst>
              <a:path w="72643" h="94081">
                <a:moveTo>
                  <a:pt x="72643" y="75385"/>
                </a:moveTo>
                <a:lnTo>
                  <a:pt x="0" y="94081"/>
                </a:lnTo>
                <a:lnTo>
                  <a:pt x="3356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2" name="Iskra 44"/>
          <p:cNvSpPr/>
          <p:nvPr/>
        </p:nvSpPr>
        <p:spPr>
          <a:xfrm>
            <a:off x="21936172" y="9797645"/>
            <a:ext cx="73593" cy="68282"/>
          </a:xfrm>
          <a:custGeom>
            <a:avLst/>
            <a:gdLst/>
            <a:ahLst/>
            <a:cxnLst/>
            <a:rect l="0" t="0" r="r" b="b"/>
            <a:pathLst>
              <a:path w="73593" h="68282">
                <a:moveTo>
                  <a:pt x="0" y="68282"/>
                </a:moveTo>
                <a:lnTo>
                  <a:pt x="40036" y="0"/>
                </a:lnTo>
                <a:lnTo>
                  <a:pt x="73593" y="5379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3" name="Iskra 45"/>
          <p:cNvSpPr/>
          <p:nvPr/>
        </p:nvSpPr>
        <p:spPr>
          <a:xfrm>
            <a:off x="9517404" y="40690441"/>
            <a:ext cx="132571" cy="199675"/>
          </a:xfrm>
          <a:custGeom>
            <a:avLst/>
            <a:gdLst/>
            <a:ahLst/>
            <a:cxnLst/>
            <a:rect l="0" t="0" r="r" b="b"/>
            <a:pathLst>
              <a:path w="132571" h="199675">
                <a:moveTo>
                  <a:pt x="132571" y="199675"/>
                </a:moveTo>
                <a:lnTo>
                  <a:pt x="0" y="123938"/>
                </a:lnTo>
                <a:lnTo>
                  <a:pt x="7549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4" name="Iskra 46"/>
          <p:cNvSpPr/>
          <p:nvPr/>
        </p:nvSpPr>
        <p:spPr>
          <a:xfrm>
            <a:off x="11844039" y="13641068"/>
            <a:ext cx="196439" cy="143955"/>
          </a:xfrm>
          <a:custGeom>
            <a:avLst/>
            <a:gdLst/>
            <a:ahLst/>
            <a:cxnLst/>
            <a:rect l="0" t="0" r="r" b="b"/>
            <a:pathLst>
              <a:path w="196439" h="143955">
                <a:moveTo>
                  <a:pt x="196439" y="143955"/>
                </a:moveTo>
                <a:lnTo>
                  <a:pt x="0" y="98988"/>
                </a:lnTo>
                <a:lnTo>
                  <a:pt x="143679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5" name="Iskra 47"/>
          <p:cNvSpPr/>
          <p:nvPr/>
        </p:nvSpPr>
        <p:spPr>
          <a:xfrm>
            <a:off x="25668399" y="26371157"/>
            <a:ext cx="149371" cy="112262"/>
          </a:xfrm>
          <a:custGeom>
            <a:avLst/>
            <a:gdLst/>
            <a:ahLst/>
            <a:cxnLst/>
            <a:rect l="0" t="0" r="r" b="b"/>
            <a:pathLst>
              <a:path w="149371" h="112262">
                <a:moveTo>
                  <a:pt x="138423" y="112262"/>
                </a:moveTo>
                <a:lnTo>
                  <a:pt x="0" y="90545"/>
                </a:lnTo>
                <a:lnTo>
                  <a:pt x="149371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6" name="Iskra 48"/>
          <p:cNvSpPr/>
          <p:nvPr/>
        </p:nvSpPr>
        <p:spPr>
          <a:xfrm>
            <a:off x="21668471" y="10169745"/>
            <a:ext cx="109364" cy="133044"/>
          </a:xfrm>
          <a:custGeom>
            <a:avLst/>
            <a:gdLst/>
            <a:ahLst/>
            <a:cxnLst/>
            <a:rect l="0" t="0" r="r" b="b"/>
            <a:pathLst>
              <a:path w="109364" h="133044">
                <a:moveTo>
                  <a:pt x="109364" y="124739"/>
                </a:moveTo>
                <a:lnTo>
                  <a:pt x="0" y="133044"/>
                </a:lnTo>
                <a:lnTo>
                  <a:pt x="4100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7" name="Iskra 49"/>
          <p:cNvSpPr/>
          <p:nvPr/>
        </p:nvSpPr>
        <p:spPr>
          <a:xfrm>
            <a:off x="13298749" y="23591424"/>
            <a:ext cx="70857" cy="91241"/>
          </a:xfrm>
          <a:custGeom>
            <a:avLst/>
            <a:gdLst/>
            <a:ahLst/>
            <a:cxnLst/>
            <a:rect l="0" t="0" r="r" b="b"/>
            <a:pathLst>
              <a:path w="70857" h="91241">
                <a:moveTo>
                  <a:pt x="38344" y="0"/>
                </a:moveTo>
                <a:lnTo>
                  <a:pt x="70857" y="76736"/>
                </a:lnTo>
                <a:lnTo>
                  <a:pt x="0" y="91241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8" name="Iskra 50"/>
          <p:cNvSpPr/>
          <p:nvPr/>
        </p:nvSpPr>
        <p:spPr>
          <a:xfrm>
            <a:off x="21988385" y="17458852"/>
            <a:ext cx="70271" cy="75495"/>
          </a:xfrm>
          <a:custGeom>
            <a:avLst/>
            <a:gdLst/>
            <a:ahLst/>
            <a:cxnLst/>
            <a:rect l="0" t="0" r="r" b="b"/>
            <a:pathLst>
              <a:path w="70271" h="75495">
                <a:moveTo>
                  <a:pt x="53928" y="75495"/>
                </a:moveTo>
                <a:lnTo>
                  <a:pt x="0" y="25994"/>
                </a:lnTo>
                <a:lnTo>
                  <a:pt x="70271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9" name="Iskra 51"/>
          <p:cNvSpPr/>
          <p:nvPr/>
        </p:nvSpPr>
        <p:spPr>
          <a:xfrm>
            <a:off x="16438863" y="17447690"/>
            <a:ext cx="81993" cy="42803"/>
          </a:xfrm>
          <a:custGeom>
            <a:avLst/>
            <a:gdLst/>
            <a:ahLst/>
            <a:cxnLst/>
            <a:rect l="0" t="0" r="r" b="b"/>
            <a:pathLst>
              <a:path w="81993" h="42803">
                <a:moveTo>
                  <a:pt x="31650" y="0"/>
                </a:moveTo>
                <a:lnTo>
                  <a:pt x="81993" y="42803"/>
                </a:lnTo>
                <a:lnTo>
                  <a:pt x="0" y="42501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0" name="Iskra 52"/>
          <p:cNvSpPr/>
          <p:nvPr/>
        </p:nvSpPr>
        <p:spPr>
          <a:xfrm>
            <a:off x="13876514" y="22790952"/>
            <a:ext cx="122476" cy="84537"/>
          </a:xfrm>
          <a:custGeom>
            <a:avLst/>
            <a:gdLst/>
            <a:ahLst/>
            <a:cxnLst/>
            <a:rect l="0" t="0" r="r" b="b"/>
            <a:pathLst>
              <a:path w="122476" h="84537">
                <a:moveTo>
                  <a:pt x="0" y="81432"/>
                </a:moveTo>
                <a:lnTo>
                  <a:pt x="58406" y="0"/>
                </a:lnTo>
                <a:lnTo>
                  <a:pt x="122476" y="84537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1" name="Iskra 53"/>
          <p:cNvSpPr/>
          <p:nvPr/>
        </p:nvSpPr>
        <p:spPr>
          <a:xfrm>
            <a:off x="15076048" y="14027325"/>
            <a:ext cx="166868" cy="127815"/>
          </a:xfrm>
          <a:custGeom>
            <a:avLst/>
            <a:gdLst/>
            <a:ahLst/>
            <a:cxnLst/>
            <a:rect l="0" t="0" r="r" b="b"/>
            <a:pathLst>
              <a:path w="166868" h="127815">
                <a:moveTo>
                  <a:pt x="0" y="0"/>
                </a:moveTo>
                <a:lnTo>
                  <a:pt x="166868" y="55717"/>
                </a:lnTo>
                <a:lnTo>
                  <a:pt x="58482" y="12781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2" name="Iskra 54"/>
          <p:cNvSpPr/>
          <p:nvPr/>
        </p:nvSpPr>
        <p:spPr>
          <a:xfrm>
            <a:off x="21428457" y="27398039"/>
            <a:ext cx="84773" cy="82933"/>
          </a:xfrm>
          <a:custGeom>
            <a:avLst/>
            <a:gdLst/>
            <a:ahLst/>
            <a:cxnLst/>
            <a:rect l="0" t="0" r="r" b="b"/>
            <a:pathLst>
              <a:path w="84773" h="82933">
                <a:moveTo>
                  <a:pt x="0" y="82933"/>
                </a:moveTo>
                <a:lnTo>
                  <a:pt x="18919" y="0"/>
                </a:lnTo>
                <a:lnTo>
                  <a:pt x="84773" y="57196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3" name="Iskra 55"/>
          <p:cNvSpPr/>
          <p:nvPr/>
        </p:nvSpPr>
        <p:spPr>
          <a:xfrm>
            <a:off x="14136613" y="20806845"/>
            <a:ext cx="122995" cy="125782"/>
          </a:xfrm>
          <a:custGeom>
            <a:avLst/>
            <a:gdLst/>
            <a:ahLst/>
            <a:cxnLst/>
            <a:rect l="0" t="0" r="r" b="b"/>
            <a:pathLst>
              <a:path w="122995" h="125782">
                <a:moveTo>
                  <a:pt x="0" y="0"/>
                </a:moveTo>
                <a:lnTo>
                  <a:pt x="122995" y="43424"/>
                </a:lnTo>
                <a:lnTo>
                  <a:pt x="25878" y="125782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4" name="Iskra 56"/>
          <p:cNvSpPr/>
          <p:nvPr/>
        </p:nvSpPr>
        <p:spPr>
          <a:xfrm>
            <a:off x="16094723" y="18259487"/>
            <a:ext cx="181981" cy="193454"/>
          </a:xfrm>
          <a:custGeom>
            <a:avLst/>
            <a:gdLst/>
            <a:ahLst/>
            <a:cxnLst/>
            <a:rect l="0" t="0" r="r" b="b"/>
            <a:pathLst>
              <a:path w="181981" h="193454">
                <a:moveTo>
                  <a:pt x="0" y="193454"/>
                </a:moveTo>
                <a:lnTo>
                  <a:pt x="47840" y="0"/>
                </a:lnTo>
                <a:lnTo>
                  <a:pt x="181981" y="15057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5" name="Iskra 57"/>
          <p:cNvSpPr/>
          <p:nvPr/>
        </p:nvSpPr>
        <p:spPr>
          <a:xfrm>
            <a:off x="9984884" y="34756575"/>
            <a:ext cx="198042" cy="171045"/>
          </a:xfrm>
          <a:custGeom>
            <a:avLst/>
            <a:gdLst/>
            <a:ahLst/>
            <a:cxnLst/>
            <a:rect l="0" t="0" r="r" b="b"/>
            <a:pathLst>
              <a:path w="198042" h="171045">
                <a:moveTo>
                  <a:pt x="198042" y="129616"/>
                </a:moveTo>
                <a:lnTo>
                  <a:pt x="0" y="171045"/>
                </a:lnTo>
                <a:lnTo>
                  <a:pt x="78446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6" name="Iskra 58"/>
          <p:cNvSpPr/>
          <p:nvPr/>
        </p:nvSpPr>
        <p:spPr>
          <a:xfrm>
            <a:off x="13281619" y="14652482"/>
            <a:ext cx="143773" cy="93460"/>
          </a:xfrm>
          <a:custGeom>
            <a:avLst/>
            <a:gdLst/>
            <a:ahLst/>
            <a:cxnLst/>
            <a:rect l="0" t="0" r="r" b="b"/>
            <a:pathLst>
              <a:path w="143773" h="93460">
                <a:moveTo>
                  <a:pt x="65640" y="93460"/>
                </a:moveTo>
                <a:lnTo>
                  <a:pt x="0" y="7879"/>
                </a:lnTo>
                <a:lnTo>
                  <a:pt x="143773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7" name="Iskra 59"/>
          <p:cNvSpPr/>
          <p:nvPr/>
        </p:nvSpPr>
        <p:spPr>
          <a:xfrm>
            <a:off x="9144672" y="26072315"/>
            <a:ext cx="71034" cy="52207"/>
          </a:xfrm>
          <a:custGeom>
            <a:avLst/>
            <a:gdLst/>
            <a:ahLst/>
            <a:cxnLst/>
            <a:rect l="0" t="0" r="r" b="b"/>
            <a:pathLst>
              <a:path w="71034" h="52207">
                <a:moveTo>
                  <a:pt x="21190" y="0"/>
                </a:moveTo>
                <a:lnTo>
                  <a:pt x="71034" y="41131"/>
                </a:lnTo>
                <a:lnTo>
                  <a:pt x="0" y="5220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8" name="Iskra 60"/>
          <p:cNvSpPr/>
          <p:nvPr/>
        </p:nvSpPr>
        <p:spPr>
          <a:xfrm>
            <a:off x="10969136" y="23837371"/>
            <a:ext cx="93840" cy="160414"/>
          </a:xfrm>
          <a:custGeom>
            <a:avLst/>
            <a:gdLst/>
            <a:ahLst/>
            <a:cxnLst/>
            <a:rect l="0" t="0" r="r" b="b"/>
            <a:pathLst>
              <a:path w="93840" h="160414">
                <a:moveTo>
                  <a:pt x="93840" y="160414"/>
                </a:moveTo>
                <a:lnTo>
                  <a:pt x="0" y="88273"/>
                </a:lnTo>
                <a:lnTo>
                  <a:pt x="93544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9" name="Iskra 61"/>
          <p:cNvSpPr/>
          <p:nvPr/>
        </p:nvSpPr>
        <p:spPr>
          <a:xfrm>
            <a:off x="22104438" y="28733379"/>
            <a:ext cx="180523" cy="136102"/>
          </a:xfrm>
          <a:custGeom>
            <a:avLst/>
            <a:gdLst/>
            <a:ahLst/>
            <a:cxnLst/>
            <a:rect l="0" t="0" r="r" b="b"/>
            <a:pathLst>
              <a:path w="180523" h="136102">
                <a:moveTo>
                  <a:pt x="180523" y="136102"/>
                </a:moveTo>
                <a:lnTo>
                  <a:pt x="0" y="106471"/>
                </a:lnTo>
                <a:lnTo>
                  <a:pt x="137922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0" name="Iskra 62"/>
          <p:cNvSpPr/>
          <p:nvPr/>
        </p:nvSpPr>
        <p:spPr>
          <a:xfrm>
            <a:off x="22274698" y="11276375"/>
            <a:ext cx="127550" cy="125122"/>
          </a:xfrm>
          <a:custGeom>
            <a:avLst/>
            <a:gdLst/>
            <a:ahLst/>
            <a:cxnLst/>
            <a:rect l="0" t="0" r="r" b="b"/>
            <a:pathLst>
              <a:path w="127550" h="125122">
                <a:moveTo>
                  <a:pt x="127550" y="14396"/>
                </a:moveTo>
                <a:lnTo>
                  <a:pt x="39269" y="125122"/>
                </a:lnTo>
                <a:lnTo>
                  <a:pt x="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1" name="Iskra 63"/>
          <p:cNvSpPr/>
          <p:nvPr/>
        </p:nvSpPr>
        <p:spPr>
          <a:xfrm>
            <a:off x="23049796" y="19345952"/>
            <a:ext cx="196459" cy="147061"/>
          </a:xfrm>
          <a:custGeom>
            <a:avLst/>
            <a:gdLst/>
            <a:ahLst/>
            <a:cxnLst/>
            <a:rect l="0" t="0" r="r" b="b"/>
            <a:pathLst>
              <a:path w="196459" h="147061">
                <a:moveTo>
                  <a:pt x="56819" y="0"/>
                </a:moveTo>
                <a:lnTo>
                  <a:pt x="196459" y="68807"/>
                </a:lnTo>
                <a:lnTo>
                  <a:pt x="0" y="147061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2" name="Iskra 64"/>
          <p:cNvSpPr/>
          <p:nvPr/>
        </p:nvSpPr>
        <p:spPr>
          <a:xfrm>
            <a:off x="15267272" y="25611260"/>
            <a:ext cx="95929" cy="67726"/>
          </a:xfrm>
          <a:custGeom>
            <a:avLst/>
            <a:gdLst/>
            <a:ahLst/>
            <a:cxnLst/>
            <a:rect l="0" t="0" r="r" b="b"/>
            <a:pathLst>
              <a:path w="95929" h="67726">
                <a:moveTo>
                  <a:pt x="0" y="26145"/>
                </a:moveTo>
                <a:lnTo>
                  <a:pt x="95929" y="0"/>
                </a:lnTo>
                <a:lnTo>
                  <a:pt x="81412" y="67726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3" name="Iskra 65"/>
          <p:cNvSpPr/>
          <p:nvPr/>
        </p:nvSpPr>
        <p:spPr>
          <a:xfrm>
            <a:off x="23956175" y="21991933"/>
            <a:ext cx="126300" cy="95749"/>
          </a:xfrm>
          <a:custGeom>
            <a:avLst/>
            <a:gdLst/>
            <a:ahLst/>
            <a:cxnLst/>
            <a:rect l="0" t="0" r="r" b="b"/>
            <a:pathLst>
              <a:path w="126300" h="95749">
                <a:moveTo>
                  <a:pt x="0" y="95749"/>
                </a:moveTo>
                <a:lnTo>
                  <a:pt x="17832" y="0"/>
                </a:lnTo>
                <a:lnTo>
                  <a:pt x="126300" y="42003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4" name="Iskra 66"/>
          <p:cNvSpPr/>
          <p:nvPr/>
        </p:nvSpPr>
        <p:spPr>
          <a:xfrm>
            <a:off x="11580525" y="18650480"/>
            <a:ext cx="107501" cy="171379"/>
          </a:xfrm>
          <a:custGeom>
            <a:avLst/>
            <a:gdLst/>
            <a:ahLst/>
            <a:cxnLst/>
            <a:rect l="0" t="0" r="r" b="b"/>
            <a:pathLst>
              <a:path w="107501" h="171379">
                <a:moveTo>
                  <a:pt x="0" y="0"/>
                </a:moveTo>
                <a:lnTo>
                  <a:pt x="107501" y="106009"/>
                </a:lnTo>
                <a:lnTo>
                  <a:pt x="19452" y="171379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5" name="Iskra 67"/>
          <p:cNvSpPr/>
          <p:nvPr/>
        </p:nvSpPr>
        <p:spPr>
          <a:xfrm>
            <a:off x="12502600" y="32518633"/>
            <a:ext cx="78326" cy="74742"/>
          </a:xfrm>
          <a:custGeom>
            <a:avLst/>
            <a:gdLst/>
            <a:ahLst/>
            <a:cxnLst/>
            <a:rect l="0" t="0" r="r" b="b"/>
            <a:pathLst>
              <a:path w="78326" h="74742">
                <a:moveTo>
                  <a:pt x="51755" y="74742"/>
                </a:moveTo>
                <a:lnTo>
                  <a:pt x="0" y="30555"/>
                </a:lnTo>
                <a:lnTo>
                  <a:pt x="78326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6" name="Iskra 68"/>
          <p:cNvSpPr/>
          <p:nvPr/>
        </p:nvSpPr>
        <p:spPr>
          <a:xfrm>
            <a:off x="18451878" y="22771349"/>
            <a:ext cx="144137" cy="158480"/>
          </a:xfrm>
          <a:custGeom>
            <a:avLst/>
            <a:gdLst/>
            <a:ahLst/>
            <a:cxnLst/>
            <a:rect l="0" t="0" r="r" b="b"/>
            <a:pathLst>
              <a:path w="144137" h="158480">
                <a:moveTo>
                  <a:pt x="15274" y="158480"/>
                </a:moveTo>
                <a:lnTo>
                  <a:pt x="0" y="0"/>
                </a:lnTo>
                <a:lnTo>
                  <a:pt x="144137" y="3796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7" name="Iskra 69"/>
          <p:cNvSpPr/>
          <p:nvPr/>
        </p:nvSpPr>
        <p:spPr>
          <a:xfrm>
            <a:off x="14189612" y="24292631"/>
            <a:ext cx="168901" cy="185635"/>
          </a:xfrm>
          <a:custGeom>
            <a:avLst/>
            <a:gdLst/>
            <a:ahLst/>
            <a:cxnLst/>
            <a:rect l="0" t="0" r="r" b="b"/>
            <a:pathLst>
              <a:path w="168901" h="185635">
                <a:moveTo>
                  <a:pt x="0" y="2864"/>
                </a:moveTo>
                <a:lnTo>
                  <a:pt x="168901" y="0"/>
                </a:lnTo>
                <a:lnTo>
                  <a:pt x="122433" y="18563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8" name="Iskra 70"/>
          <p:cNvSpPr/>
          <p:nvPr/>
        </p:nvSpPr>
        <p:spPr>
          <a:xfrm>
            <a:off x="16798492" y="11457947"/>
            <a:ext cx="193161" cy="146571"/>
          </a:xfrm>
          <a:custGeom>
            <a:avLst/>
            <a:gdLst/>
            <a:ahLst/>
            <a:cxnLst/>
            <a:rect l="0" t="0" r="r" b="b"/>
            <a:pathLst>
              <a:path w="193161" h="146571">
                <a:moveTo>
                  <a:pt x="193161" y="146571"/>
                </a:moveTo>
                <a:lnTo>
                  <a:pt x="0" y="76223"/>
                </a:lnTo>
                <a:lnTo>
                  <a:pt x="87141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9" name="Iskra 71"/>
          <p:cNvSpPr/>
          <p:nvPr/>
        </p:nvSpPr>
        <p:spPr>
          <a:xfrm>
            <a:off x="9163202" y="26028510"/>
            <a:ext cx="158373" cy="204521"/>
          </a:xfrm>
          <a:custGeom>
            <a:avLst/>
            <a:gdLst/>
            <a:ahLst/>
            <a:cxnLst/>
            <a:rect l="0" t="0" r="r" b="b"/>
            <a:pathLst>
              <a:path w="158373" h="204521">
                <a:moveTo>
                  <a:pt x="0" y="204521"/>
                </a:moveTo>
                <a:lnTo>
                  <a:pt x="9718" y="0"/>
                </a:lnTo>
                <a:lnTo>
                  <a:pt x="158373" y="11161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0" name="Iskra 72"/>
          <p:cNvSpPr/>
          <p:nvPr/>
        </p:nvSpPr>
        <p:spPr>
          <a:xfrm>
            <a:off x="18701300" y="18564354"/>
            <a:ext cx="144210" cy="84186"/>
          </a:xfrm>
          <a:custGeom>
            <a:avLst/>
            <a:gdLst/>
            <a:ahLst/>
            <a:cxnLst/>
            <a:rect l="0" t="0" r="r" b="b"/>
            <a:pathLst>
              <a:path w="144210" h="84186">
                <a:moveTo>
                  <a:pt x="144210" y="0"/>
                </a:moveTo>
                <a:lnTo>
                  <a:pt x="102120" y="84186"/>
                </a:lnTo>
                <a:lnTo>
                  <a:pt x="0" y="11959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1" name="Iskra 73"/>
          <p:cNvSpPr/>
          <p:nvPr/>
        </p:nvSpPr>
        <p:spPr>
          <a:xfrm>
            <a:off x="17066527" y="1393980"/>
            <a:ext cx="20995" cy="22229"/>
          </a:xfrm>
          <a:custGeom>
            <a:avLst/>
            <a:gdLst/>
            <a:ahLst/>
            <a:cxnLst/>
            <a:rect l="0" t="0" r="r" b="b"/>
            <a:pathLst>
              <a:path w="20995" h="22229">
                <a:moveTo>
                  <a:pt x="0" y="3475"/>
                </a:moveTo>
                <a:lnTo>
                  <a:pt x="20995" y="0"/>
                </a:lnTo>
                <a:lnTo>
                  <a:pt x="16954" y="22229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2" name="Iskra 74"/>
          <p:cNvSpPr/>
          <p:nvPr/>
        </p:nvSpPr>
        <p:spPr>
          <a:xfrm>
            <a:off x="18175237" y="1322906"/>
            <a:ext cx="20566" cy="25425"/>
          </a:xfrm>
          <a:custGeom>
            <a:avLst/>
            <a:gdLst/>
            <a:ahLst/>
            <a:cxnLst/>
            <a:rect l="0" t="0" r="r" b="b"/>
            <a:pathLst>
              <a:path w="20566" h="25425">
                <a:moveTo>
                  <a:pt x="9146" y="0"/>
                </a:moveTo>
                <a:lnTo>
                  <a:pt x="20566" y="13772"/>
                </a:lnTo>
                <a:lnTo>
                  <a:pt x="0" y="2542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3" name="Iskra 75"/>
          <p:cNvSpPr/>
          <p:nvPr/>
        </p:nvSpPr>
        <p:spPr>
          <a:xfrm>
            <a:off x="17435385" y="2614143"/>
            <a:ext cx="20723" cy="19740"/>
          </a:xfrm>
          <a:custGeom>
            <a:avLst/>
            <a:gdLst/>
            <a:ahLst/>
            <a:cxnLst/>
            <a:rect l="0" t="0" r="r" b="b"/>
            <a:pathLst>
              <a:path w="20723" h="19740">
                <a:moveTo>
                  <a:pt x="0" y="19740"/>
                </a:moveTo>
                <a:lnTo>
                  <a:pt x="11127" y="0"/>
                </a:lnTo>
                <a:lnTo>
                  <a:pt x="20723" y="1641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4" name="Iskra 76"/>
          <p:cNvSpPr/>
          <p:nvPr/>
        </p:nvSpPr>
        <p:spPr>
          <a:xfrm>
            <a:off x="17130646" y="2415779"/>
            <a:ext cx="13404" cy="24964"/>
          </a:xfrm>
          <a:custGeom>
            <a:avLst/>
            <a:gdLst/>
            <a:ahLst/>
            <a:cxnLst/>
            <a:rect l="0" t="0" r="r" b="b"/>
            <a:pathLst>
              <a:path w="13404" h="24964">
                <a:moveTo>
                  <a:pt x="0" y="0"/>
                </a:moveTo>
                <a:lnTo>
                  <a:pt x="13404" y="1720"/>
                </a:lnTo>
                <a:lnTo>
                  <a:pt x="6600" y="2496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5" name="Iskra 77"/>
          <p:cNvSpPr/>
          <p:nvPr/>
        </p:nvSpPr>
        <p:spPr>
          <a:xfrm>
            <a:off x="17122152" y="2423753"/>
            <a:ext cx="24895" cy="21779"/>
          </a:xfrm>
          <a:custGeom>
            <a:avLst/>
            <a:gdLst/>
            <a:ahLst/>
            <a:cxnLst/>
            <a:rect l="0" t="0" r="r" b="b"/>
            <a:pathLst>
              <a:path w="24895" h="21779">
                <a:moveTo>
                  <a:pt x="24895" y="7514"/>
                </a:moveTo>
                <a:lnTo>
                  <a:pt x="0" y="21779"/>
                </a:lnTo>
                <a:lnTo>
                  <a:pt x="3073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6" name="Iskra 78"/>
          <p:cNvSpPr/>
          <p:nvPr/>
        </p:nvSpPr>
        <p:spPr>
          <a:xfrm>
            <a:off x="17534051" y="1014968"/>
            <a:ext cx="25645" cy="27271"/>
          </a:xfrm>
          <a:custGeom>
            <a:avLst/>
            <a:gdLst/>
            <a:ahLst/>
            <a:cxnLst/>
            <a:rect l="0" t="0" r="r" b="b"/>
            <a:pathLst>
              <a:path w="25645" h="27271">
                <a:moveTo>
                  <a:pt x="18712" y="0"/>
                </a:moveTo>
                <a:lnTo>
                  <a:pt x="25645" y="27271"/>
                </a:lnTo>
                <a:lnTo>
                  <a:pt x="0" y="20562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47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47025">
                                          <p:val>
                                            <p:strVal val="#ppt_x+0"/>
                                          </p:val>
                                        </p:tav>
                                        <p:tav tm="47985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48944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50864">
                                          <p:val>
                                            <p:strVal val="#ppt_x+0"/>
                                          </p:val>
                                        </p:tav>
                                        <p:tav tm="51823">
                                          <p:val>
                                            <p:strVal val="#ppt_x-0.0006"/>
                                          </p:val>
                                        </p:tav>
                                        <p:tav tm="52783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55662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56622">
                                          <p:val>
                                            <p:strVal val="#ppt_x+0.00016"/>
                                          </p:val>
                                        </p:tav>
                                        <p:tav tm="62380">
                                          <p:val>
                                            <p:strVal val="#ppt_x+0"/>
                                          </p:val>
                                        </p:tav>
                                        <p:tav tm="63340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66219">
                                          <p:val>
                                            <p:strVal val="#ppt_x+0"/>
                                          </p:val>
                                        </p:tav>
                                        <p:tav tm="67179">
                                          <p:val>
                                            <p:strVal val="#ppt_x+0.00047"/>
                                          </p:val>
                                        </p:tav>
                                        <p:tav tm="72937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73896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76775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77735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80614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99808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47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7025">
                                          <p:val>
                                            <p:strVal val="#ppt_y+0"/>
                                          </p:val>
                                        </p:tav>
                                        <p:tav tm="47985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50864">
                                          <p:val>
                                            <p:strVal val="#ppt_y+0"/>
                                          </p:val>
                                        </p:tav>
                                        <p:tav tm="51823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54702">
                                          <p:val>
                                            <p:strVal val="#ppt_y+0"/>
                                          </p:val>
                                        </p:tav>
                                        <p:tav tm="55662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58541">
                                          <p:val>
                                            <p:strVal val="#ppt_y+0"/>
                                          </p:val>
                                        </p:tav>
                                        <p:tav tm="59501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62380">
                                          <p:val>
                                            <p:strVal val="#ppt_y+0"/>
                                          </p:val>
                                        </p:tav>
                                        <p:tav tm="63340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66219">
                                          <p:val>
                                            <p:strVal val="#ppt_y+0"/>
                                          </p:val>
                                        </p:tav>
                                        <p:tav tm="67179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70058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71017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73896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74856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77735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78695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808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" dur="347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80614">
                                          <p:val>
                                            <p:strVal val="#ppt_w*1"/>
                                          </p:val>
                                        </p:tav>
                                        <p:tav tm="81574">
                                          <p:val>
                                            <p:strVal val="#ppt_w*1.04815"/>
                                          </p:val>
                                        </p:tav>
                                        <p:tav tm="82534">
                                          <p:val>
                                            <p:strVal val="#ppt_w*1.07239"/>
                                          </p:val>
                                        </p:tav>
                                        <p:tav tm="83493">
                                          <p:val>
                                            <p:strVal val="#ppt_w*1.05196"/>
                                          </p:val>
                                        </p:tav>
                                        <p:tav tm="84453">
                                          <p:val>
                                            <p:strVal val="#ppt_w*1.03714"/>
                                          </p:val>
                                        </p:tav>
                                        <p:tav tm="85413">
                                          <p:val>
                                            <p:strVal val="#ppt_w*1.02688"/>
                                          </p:val>
                                        </p:tav>
                                        <p:tav tm="86372">
                                          <p:val>
                                            <p:strVal val="#ppt_w*1.01971"/>
                                          </p:val>
                                        </p:tav>
                                        <p:tav tm="87332">
                                          <p:val>
                                            <p:strVal val="#ppt_w*1.01458"/>
                                          </p:val>
                                        </p:tav>
                                        <p:tav tm="89251">
                                          <p:val>
                                            <p:strVal val="#ppt_w*1.00799"/>
                                          </p:val>
                                        </p:tav>
                                        <p:tav tm="92131">
                                          <p:val>
                                            <p:strVal val="#ppt_w*1.00298"/>
                                          </p:val>
                                        </p:tav>
                                        <p:tav tm="95010">
                                          <p:val>
                                            <p:strVal val="#ppt_w*1.0008"/>
                                          </p:val>
                                        </p:tav>
                                        <p:tav tm="99808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47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80614">
                                          <p:val>
                                            <p:strVal val="#ppt_h*1"/>
                                          </p:val>
                                        </p:tav>
                                        <p:tav tm="81574">
                                          <p:val>
                                            <p:strVal val="#ppt_h*1.04815"/>
                                          </p:val>
                                        </p:tav>
                                        <p:tav tm="82534">
                                          <p:val>
                                            <p:strVal val="#ppt_h*1.07239"/>
                                          </p:val>
                                        </p:tav>
                                        <p:tav tm="83493">
                                          <p:val>
                                            <p:strVal val="#ppt_h*1.05196"/>
                                          </p:val>
                                        </p:tav>
                                        <p:tav tm="84453">
                                          <p:val>
                                            <p:strVal val="#ppt_h*1.03714"/>
                                          </p:val>
                                        </p:tav>
                                        <p:tav tm="85413">
                                          <p:val>
                                            <p:strVal val="#ppt_h*1.02688"/>
                                          </p:val>
                                        </p:tav>
                                        <p:tav tm="86372">
                                          <p:val>
                                            <p:strVal val="#ppt_h*1.01971"/>
                                          </p:val>
                                        </p:tav>
                                        <p:tav tm="87332">
                                          <p:val>
                                            <p:strVal val="#ppt_h*1.01458"/>
                                          </p:val>
                                        </p:tav>
                                        <p:tav tm="89251">
                                          <p:val>
                                            <p:strVal val="#ppt_h*1.00799"/>
                                          </p:val>
                                        </p:tav>
                                        <p:tav tm="92131">
                                          <p:val>
                                            <p:strVal val="#ppt_h*1.00298"/>
                                          </p:val>
                                        </p:tav>
                                        <p:tav tm="95010">
                                          <p:val>
                                            <p:strVal val="#ppt_h*1.0008"/>
                                          </p:val>
                                        </p:tav>
                                        <p:tav tm="99808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5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5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46226">
                                          <p:val>
                                            <p:strVal val="#ppt_x-1.25"/>
                                          </p:val>
                                        </p:tav>
                                        <p:tav tm="47170">
                                          <p:val>
                                            <p:strVal val="#ppt_x-1.25099"/>
                                          </p:val>
                                        </p:tav>
                                        <p:tav tm="48113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1.25"/>
                                          </p:val>
                                        </p:tav>
                                        <p:tav tm="50943">
                                          <p:val>
                                            <p:strVal val="#ppt_x-1.2506"/>
                                          </p:val>
                                        </p:tav>
                                        <p:tav tm="51887">
                                          <p:val>
                                            <p:strVal val="#ppt_x-1.24981"/>
                                          </p:val>
                                        </p:tav>
                                        <p:tav tm="54717">
                                          <p:val>
                                            <p:strVal val="#ppt_x-1.25019"/>
                                          </p:val>
                                        </p:tav>
                                        <p:tav tm="55660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61321">
                                          <p:val>
                                            <p:strVal val="#ppt_x-1.25"/>
                                          </p:val>
                                        </p:tav>
                                        <p:tav tm="62264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65094">
                                          <p:val>
                                            <p:strVal val="#ppt_x-1.25"/>
                                          </p:val>
                                        </p:tav>
                                        <p:tav tm="66038">
                                          <p:val>
                                            <p:strVal val="#ppt_x-1.24953"/>
                                          </p:val>
                                        </p:tav>
                                        <p:tav tm="71698">
                                          <p:val>
                                            <p:strVal val="#ppt_x-1.24999"/>
                                          </p:val>
                                        </p:tav>
                                        <p:tav tm="72642">
                                          <p:val>
                                            <p:strVal val="#ppt_x-1.24914"/>
                                          </p:val>
                                        </p:tav>
                                        <p:tav tm="75472">
                                          <p:val>
                                            <p:strVal val="#ppt_x-1.24999"/>
                                          </p:val>
                                        </p:tav>
                                        <p:tav tm="76415">
                                          <p:val>
                                            <p:strVal val="#ppt_x-1.24945"/>
                                          </p:val>
                                        </p:tav>
                                        <p:tav tm="79245">
                                          <p:val>
                                            <p:strVal val="#ppt_x-1.24999"/>
                                          </p:val>
                                        </p:tav>
                                        <p:tav tm="98113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5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46226">
                                          <p:val>
                                            <p:strVal val="#ppt_y+0"/>
                                          </p:val>
                                        </p:tav>
                                        <p:tav tm="47170">
                                          <p:val>
                                            <p:strVal val="#ppt_y+0.00088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"/>
                                          </p:val>
                                        </p:tav>
                                        <p:tav tm="50943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53774">
                                          <p:val>
                                            <p:strVal val="#ppt_y+0"/>
                                          </p:val>
                                        </p:tav>
                                        <p:tav tm="54717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57547">
                                          <p:val>
                                            <p:strVal val="#ppt_y+0"/>
                                          </p:val>
                                        </p:tav>
                                        <p:tav tm="58491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61321">
                                          <p:val>
                                            <p:strVal val="#ppt_y+0"/>
                                          </p:val>
                                        </p:tav>
                                        <p:tav tm="62264">
                                          <p:val>
                                            <p:strVal val="#ppt_y+0.00093"/>
                                          </p:val>
                                        </p:tav>
                                        <p:tav tm="65094">
                                          <p:val>
                                            <p:strVal val="#ppt_y+0"/>
                                          </p:val>
                                        </p:tav>
                                        <p:tav tm="66038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68868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69811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72642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73585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76415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77358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8113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5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9245">
                                          <p:val>
                                            <p:strVal val="#ppt_w*1"/>
                                          </p:val>
                                        </p:tav>
                                        <p:tav tm="80189">
                                          <p:val>
                                            <p:strVal val="#ppt_w*1.04815"/>
                                          </p:val>
                                        </p:tav>
                                        <p:tav tm="81132">
                                          <p:val>
                                            <p:strVal val="#ppt_w*1.07239"/>
                                          </p:val>
                                        </p:tav>
                                        <p:tav tm="82075">
                                          <p:val>
                                            <p:strVal val="#ppt_w*1.05196"/>
                                          </p:val>
                                        </p:tav>
                                        <p:tav tm="83019">
                                          <p:val>
                                            <p:strVal val="#ppt_w*1.03714"/>
                                          </p:val>
                                        </p:tav>
                                        <p:tav tm="83962">
                                          <p:val>
                                            <p:strVal val="#ppt_w*1.02688"/>
                                          </p:val>
                                        </p:tav>
                                        <p:tav tm="84906">
                                          <p:val>
                                            <p:strVal val="#ppt_w*1.01971"/>
                                          </p:val>
                                        </p:tav>
                                        <p:tav tm="85849">
                                          <p:val>
                                            <p:strVal val="#ppt_w*1.01458"/>
                                          </p:val>
                                        </p:tav>
                                        <p:tav tm="87736">
                                          <p:val>
                                            <p:strVal val="#ppt_w*1.00799"/>
                                          </p:val>
                                        </p:tav>
                                        <p:tav tm="90566">
                                          <p:val>
                                            <p:strVal val="#ppt_w*1.00298"/>
                                          </p:val>
                                        </p:tav>
                                        <p:tav tm="93396">
                                          <p:val>
                                            <p:strVal val="#ppt_w*1.0008"/>
                                          </p:val>
                                        </p:tav>
                                        <p:tav tm="98113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353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9245">
                                          <p:val>
                                            <p:strVal val="#ppt_h*1"/>
                                          </p:val>
                                        </p:tav>
                                        <p:tav tm="80189">
                                          <p:val>
                                            <p:strVal val="#ppt_h*1.04815"/>
                                          </p:val>
                                        </p:tav>
                                        <p:tav tm="81132">
                                          <p:val>
                                            <p:strVal val="#ppt_h*1.07239"/>
                                          </p:val>
                                        </p:tav>
                                        <p:tav tm="82075">
                                          <p:val>
                                            <p:strVal val="#ppt_h*1.05196"/>
                                          </p:val>
                                        </p:tav>
                                        <p:tav tm="83019">
                                          <p:val>
                                            <p:strVal val="#ppt_h*1.03714"/>
                                          </p:val>
                                        </p:tav>
                                        <p:tav tm="83962">
                                          <p:val>
                                            <p:strVal val="#ppt_h*1.02688"/>
                                          </p:val>
                                        </p:tav>
                                        <p:tav tm="84906">
                                          <p:val>
                                            <p:strVal val="#ppt_h*1.01971"/>
                                          </p:val>
                                        </p:tav>
                                        <p:tav tm="85849">
                                          <p:val>
                                            <p:strVal val="#ppt_h*1.01458"/>
                                          </p:val>
                                        </p:tav>
                                        <p:tav tm="87736">
                                          <p:val>
                                            <p:strVal val="#ppt_h*1.00799"/>
                                          </p:val>
                                        </p:tav>
                                        <p:tav tm="90566">
                                          <p:val>
                                            <p:strVal val="#ppt_h*1.00298"/>
                                          </p:val>
                                        </p:tav>
                                        <p:tav tm="93396">
                                          <p:val>
                                            <p:strVal val="#ppt_h*1.0008"/>
                                          </p:val>
                                        </p:tav>
                                        <p:tav tm="98113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111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06"/>
                                          </p:val>
                                        </p:tav>
                                        <p:tav tm="14970">
                                          <p:val>
                                            <p:strVal val="#ppt_x-0.0206"/>
                                          </p:val>
                                        </p:tav>
                                        <p:tav tm="17964">
                                          <p:val>
                                            <p:strVal val="#ppt_x-0.01786"/>
                                          </p:val>
                                        </p:tav>
                                        <p:tav tm="20958">
                                          <p:val>
                                            <p:strVal val="#ppt_x-0.01389"/>
                                          </p:val>
                                        </p:tav>
                                        <p:tav tm="23952">
                                          <p:val>
                                            <p:strVal val="#ppt_x-0.0107"/>
                                          </p:val>
                                        </p:tav>
                                        <p:tav tm="26946">
                                          <p:val>
                                            <p:strVal val="#ppt_x-0.00821"/>
                                          </p:val>
                                        </p:tav>
                                        <p:tav tm="32934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41916">
                                          <p:val>
                                            <p:strVal val="#ppt_x-0.00222"/>
                                          </p:val>
                                        </p:tav>
                                        <p:tav tm="50898">
                                          <p:val>
                                            <p:strVal val="#ppt_x-0.001"/>
                                          </p:val>
                                        </p:tav>
                                        <p:tav tm="59880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98802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11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57"/>
                                          </p:val>
                                        </p:tav>
                                        <p:tav tm="14970">
                                          <p:val>
                                            <p:strVal val="#ppt_w*0.957"/>
                                          </p:val>
                                        </p:tav>
                                        <p:tav tm="17964">
                                          <p:val>
                                            <p:strVal val="#ppt_w*0.96272"/>
                                          </p:val>
                                        </p:tav>
                                        <p:tav tm="20958">
                                          <p:val>
                                            <p:strVal val="#ppt_w*0.97101"/>
                                          </p:val>
                                        </p:tav>
                                        <p:tav tm="23952">
                                          <p:val>
                                            <p:strVal val="#ppt_w*0.97768"/>
                                          </p:val>
                                        </p:tav>
                                        <p:tav tm="26946">
                                          <p:val>
                                            <p:strVal val="#ppt_w*0.98287"/>
                                          </p:val>
                                        </p:tav>
                                        <p:tav tm="29940">
                                          <p:val>
                                            <p:strVal val="#ppt_w*0.98685"/>
                                          </p:val>
                                        </p:tav>
                                        <p:tav tm="32934">
                                          <p:val>
                                            <p:strVal val="#ppt_w*0.98988"/>
                                          </p:val>
                                        </p:tav>
                                        <p:tav tm="35928">
                                          <p:val>
                                            <p:strVal val="#ppt_w*0.9922"/>
                                          </p:val>
                                        </p:tav>
                                        <p:tav tm="41916">
                                          <p:val>
                                            <p:strVal val="#ppt_w*0.99536"/>
                                          </p:val>
                                        </p:tav>
                                        <p:tav tm="50898">
                                          <p:val>
                                            <p:strVal val="#ppt_w*0.99792"/>
                                          </p:val>
                                        </p:tav>
                                        <p:tav tm="59880">
                                          <p:val>
                                            <p:strVal val="#ppt_w*0.99913"/>
                                          </p:val>
                                        </p:tav>
                                        <p:tav tm="74850">
                                          <p:val>
                                            <p:strVal val="#ppt_w*0.99986"/>
                                          </p:val>
                                        </p:tav>
                                        <p:tav tm="98802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429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11646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29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036"/>
                                          </p:val>
                                        </p:tav>
                                        <p:tav tm="11646">
                                          <p:val>
                                            <p:strVal val="#ppt_y-0.29036"/>
                                          </p:val>
                                        </p:tav>
                                        <p:tav tm="12422">
                                          <p:val>
                                            <p:strVal val="#ppt_y-0.23284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17876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13183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09419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06558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04435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28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1715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00216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0536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0948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721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14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92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40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49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23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51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54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06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3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48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42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18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743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057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07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73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92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51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282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29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1646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2422">
                                          <p:val>
                                            <p:strVal val="#ppt_w*0.39515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53296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65309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74985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82366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87857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91914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94911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875"/>
                                          </p:val>
                                        </p:tav>
                                        <p:tav tm="20963">
                                          <p:val>
                                            <p:strVal val="#ppt_w*1.00757"/>
                                          </p:val>
                                        </p:tav>
                                        <p:tav tm="24068">
                                          <p:val>
                                            <p:strVal val="#ppt_w*1.0183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429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1646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2422">
                                          <p:val>
                                            <p:strVal val="#ppt_h*0.39375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53108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65078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7472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82075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87547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9158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94576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840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1.00401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429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4.4"/>
                                          </p:val>
                                        </p:tav>
                                        <p:tav tm="11646">
                                          <p:val>
                                            <p:fltVal val="-114.4"/>
                                          </p:val>
                                        </p:tav>
                                        <p:tav tm="12422">
                                          <p:val>
                                            <p:fltVal val="-90.92"/>
                                          </p:val>
                                        </p:tav>
                                        <p:tav tm="13199">
                                          <p:val>
                                            <p:fltVal val="-68.78"/>
                                          </p:val>
                                        </p:tav>
                                        <p:tav tm="13975">
                                          <p:val>
                                            <p:fltVal val="-49.48"/>
                                          </p:val>
                                        </p:tav>
                                        <p:tav tm="14752">
                                          <p:val>
                                            <p:fltVal val="-33.93"/>
                                          </p:val>
                                        </p:tav>
                                        <p:tav tm="15528">
                                          <p:val>
                                            <p:fltVal val="-22.07"/>
                                          </p:val>
                                        </p:tav>
                                        <p:tav tm="16304">
                                          <p:val>
                                            <p:fltVal val="-13.25"/>
                                          </p:val>
                                        </p:tav>
                                        <p:tav tm="17081">
                                          <p:val>
                                            <p:fltVal val="-6.73"/>
                                          </p:val>
                                        </p:tav>
                                        <p:tav tm="17857">
                                          <p:val>
                                            <p:fltVal val="-1.92"/>
                                          </p:val>
                                        </p:tav>
                                        <p:tav tm="18634">
                                          <p:val>
                                            <p:fltVal val="1.64"/>
                                          </p:val>
                                        </p:tav>
                                        <p:tav tm="19410">
                                          <p:val>
                                            <p:fltVal val="4.25"/>
                                          </p:val>
                                        </p:tav>
                                        <p:tav tm="20963">
                                          <p:val>
                                            <p:fltVal val="7.47"/>
                                          </p:val>
                                        </p:tav>
                                        <p:tav tm="22516">
                                          <p:val>
                                            <p:fltVal val="8.91"/>
                                          </p:val>
                                        </p:tav>
                                        <p:tav tm="24068">
                                          <p:val>
                                            <p:fltVal val="9.2"/>
                                          </p:val>
                                        </p:tav>
                                        <p:tav tm="26398">
                                          <p:val>
                                            <p:fltVal val="8.25"/>
                                          </p:val>
                                        </p:tav>
                                        <p:tav tm="29503">
                                          <p:val>
                                            <p:fltVal val="5.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149">
                                          <p:val>
                                            <p:fltVal val="0.51"/>
                                          </p:val>
                                        </p:tav>
                                        <p:tav tm="43478">
                                          <p:val>
                                            <p:fltVal val="-0.79"/>
                                          </p:val>
                                        </p:tav>
                                        <p:tav tm="46584">
                                          <p:val>
                                            <p:fltVal val="-1.28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67547">
                                          <p:val>
                                            <p:fltVal val="5.59"/>
                                          </p:val>
                                        </p:tav>
                                        <p:tav tm="75311">
                                          <p:val>
                                            <p:fltVal val="5.5"/>
                                          </p:val>
                                        </p:tav>
                                        <p:tav tm="78416">
                                          <p:val>
                                            <p:fltVal val="4.46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" dur="42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25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225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2112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1553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1121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972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776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668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595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614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513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41149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42702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48913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331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443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464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681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727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763"/>
                                          </p:val>
                                        </p:tav>
                                        <p:tav tm="75311">
                                          <p:val>
                                            <p:strVal val="#ppt_x+0.00754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666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.00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2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1646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3164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2869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2264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7141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1253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8928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6212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4197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2706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1603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0789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52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826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846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054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41925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45031">
                                          <p:val>
                                            <p:strVal val="#ppt_y+0.0027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9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437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16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095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94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223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882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3211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40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335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305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54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747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608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904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948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14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91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42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31853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46193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59244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70184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7874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516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89928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3444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604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9355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1051"/>
                                          </p:val>
                                        </p:tav>
                                        <p:tav tm="34161">
                                          <p:val>
                                            <p:strVal val="#ppt_w*1.01795"/>
                                          </p:val>
                                        </p:tav>
                                        <p:tav tm="39596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42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3174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46029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5903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69936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78461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4867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8961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3114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95702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9004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0694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.01435"/>
                                          </p:val>
                                        </p:tav>
                                        <p:tav tm="39596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29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2.6"/>
                                          </p:val>
                                        </p:tav>
                                        <p:tav tm="20963">
                                          <p:val>
                                            <p:fltVal val="162.6"/>
                                          </p:val>
                                        </p:tav>
                                        <p:tav tm="21739">
                                          <p:val>
                                            <p:fltVal val="147.98"/>
                                          </p:val>
                                        </p:tav>
                                        <p:tav tm="22516">
                                          <p:val>
                                            <p:fltVal val="117.84"/>
                                          </p:val>
                                        </p:tav>
                                        <p:tav tm="23292">
                                          <p:val>
                                            <p:fltVal val="90.4"/>
                                          </p:val>
                                        </p:tav>
                                        <p:tav tm="24068">
                                          <p:val>
                                            <p:fltVal val="67.41"/>
                                          </p:val>
                                        </p:tav>
                                        <p:tav tm="24845">
                                          <p:val>
                                            <p:fltVal val="49.42"/>
                                          </p:val>
                                        </p:tav>
                                        <p:tav tm="25621">
                                          <p:val>
                                            <p:fltVal val="35.91"/>
                                          </p:val>
                                        </p:tav>
                                        <p:tav tm="26398">
                                          <p:val>
                                            <p:fltVal val="25.91"/>
                                          </p:val>
                                        </p:tav>
                                        <p:tav tm="27174">
                                          <p:val>
                                            <p:fltVal val="18.52"/>
                                          </p:val>
                                        </p:tav>
                                        <p:tav tm="27950">
                                          <p:val>
                                            <p:fltVal val="13.06"/>
                                          </p:val>
                                        </p:tav>
                                        <p:tav tm="28727">
                                          <p:val>
                                            <p:fltVal val="9.03"/>
                                          </p:val>
                                        </p:tav>
                                        <p:tav tm="29503">
                                          <p:val>
                                            <p:fltVal val="6.09"/>
                                          </p:val>
                                        </p:tav>
                                        <p:tav tm="30280">
                                          <p:val>
                                            <p:fltVal val="3.98"/>
                                          </p:val>
                                        </p:tav>
                                        <p:tav tm="31056">
                                          <p:val>
                                            <p:fltVal val="2.53"/>
                                          </p:val>
                                        </p:tav>
                                        <p:tav tm="32609">
                                          <p:val>
                                            <p:fltVal val="1.06"/>
                                          </p:val>
                                        </p:tav>
                                        <p:tav tm="34161">
                                          <p:val>
                                            <p:fltVal val="0.96"/>
                                          </p:val>
                                        </p:tav>
                                        <p:tav tm="35714">
                                          <p:val>
                                            <p:fltVal val="1.8"/>
                                          </p:val>
                                        </p:tav>
                                        <p:tav tm="38043">
                                          <p:val>
                                            <p:fltVal val="4.21"/>
                                          </p:val>
                                        </p:tav>
                                        <p:tav tm="38820">
                                          <p:val>
                                            <p:fltVal val="4.34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149">
                                          <p:val>
                                            <p:fltVal val="0.51"/>
                                          </p:val>
                                        </p:tav>
                                        <p:tav tm="44255">
                                          <p:val>
                                            <p:fltVal val="-0.98"/>
                                          </p:val>
                                        </p:tav>
                                        <p:tav tm="48913">
                                          <p:val>
                                            <p:fltVal val="-1.39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74534">
                                          <p:val>
                                            <p:fltVal val="5.58"/>
                                          </p:val>
                                        </p:tav>
                                        <p:tav tm="77640">
                                          <p:val>
                                            <p:fltVal val="4.84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2" dur="42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096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3096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2817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1908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155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1264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1043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749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533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454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528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31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34"/>
                                          </p:val>
                                        </p:tav>
                                        <p:tav tm="48137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9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625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751"/>
                                          </p:val>
                                        </p:tav>
                                        <p:tav tm="72981">
                                          <p:val>
                                            <p:strVal val="#ppt_x+0.00785"/>
                                          </p:val>
                                        </p:tav>
                                        <p:tav tm="75311">
                                          <p:val>
                                            <p:strVal val="#ppt_x+0.00772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671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518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32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12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2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4539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34539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30897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2440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850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3556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96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6785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4634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3046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1874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101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038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07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688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7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512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37267">
                                          <p:val>
                                            <p:strVal val="#ppt_y-0.00311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8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01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66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786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212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97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222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855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3175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36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29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301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5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721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59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904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973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203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492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2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3291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47197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6011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70886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79274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556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0221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366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6201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944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1091"/>
                                          </p:val>
                                        </p:tav>
                                        <p:tav tm="31832">
                                          <p:val>
                                            <p:strVal val="#ppt_w*1.01787"/>
                                          </p:val>
                                        </p:tav>
                                        <p:tav tm="3726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2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3280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4703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5990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7063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78993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5263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89903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3329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95861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9089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0734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01427"/>
                                          </p:val>
                                        </p:tav>
                                        <p:tav tm="3726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429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1.6"/>
                                          </p:val>
                                        </p:tav>
                                        <p:tav tm="18634">
                                          <p:val>
                                            <p:fltVal val="171.6"/>
                                          </p:val>
                                        </p:tav>
                                        <p:tav tm="19410">
                                          <p:val>
                                            <p:fltVal val="192.43"/>
                                          </p:val>
                                        </p:tav>
                                        <p:tav tm="20186">
                                          <p:val>
                                            <p:fltVal val="229.52"/>
                                          </p:val>
                                        </p:tav>
                                        <p:tav tm="20963">
                                          <p:val>
                                            <p:fltVal val="263.08"/>
                                          </p:val>
                                        </p:tav>
                                        <p:tav tm="21739">
                                          <p:val>
                                            <p:fltVal val="291.05"/>
                                          </p:val>
                                        </p:tav>
                                        <p:tav tm="22516">
                                          <p:val>
                                            <p:fltVal val="312.83"/>
                                          </p:val>
                                        </p:tav>
                                        <p:tav tm="23292">
                                          <p:val>
                                            <p:fltVal val="329.17"/>
                                          </p:val>
                                        </p:tav>
                                        <p:tav tm="24068">
                                          <p:val>
                                            <p:fltVal val="341.26"/>
                                          </p:val>
                                        </p:tav>
                                        <p:tav tm="24845">
                                          <p:val>
                                            <p:fltVal val="350.2"/>
                                          </p:val>
                                        </p:tav>
                                        <p:tav tm="25621">
                                          <p:val>
                                            <p:fltVal val="356.8"/>
                                          </p:val>
                                        </p:tav>
                                        <p:tav tm="26398">
                                          <p:val>
                                            <p:fltVal val="361.66"/>
                                          </p:val>
                                        </p:tav>
                                        <p:tav tm="27174">
                                          <p:val>
                                            <p:fltVal val="365.21"/>
                                          </p:val>
                                        </p:tav>
                                        <p:tav tm="27950">
                                          <p:val>
                                            <p:fltVal val="367.75"/>
                                          </p:val>
                                        </p:tav>
                                        <p:tav tm="28727">
                                          <p:val>
                                            <p:fltVal val="369.5"/>
                                          </p:val>
                                        </p:tav>
                                        <p:tav tm="30280">
                                          <p:val>
                                            <p:fltVal val="371.23"/>
                                          </p:val>
                                        </p:tav>
                                        <p:tav tm="31056">
                                          <p:val>
                                            <p:fltVal val="371.44"/>
                                          </p:val>
                                        </p:tav>
                                        <p:tav tm="32609">
                                          <p:val>
                                            <p:fltVal val="370.89"/>
                                          </p:val>
                                        </p:tav>
                                        <p:tav tm="34161">
                                          <p:val>
                                            <p:fltVal val="369.39"/>
                                          </p:val>
                                        </p:tav>
                                        <p:tav tm="36491">
                                          <p:val>
                                            <p:fltVal val="365.94"/>
                                          </p:val>
                                        </p:tav>
                                        <p:tav tm="38043">
                                          <p:val>
                                            <p:fltVal val="365.6"/>
                                          </p:val>
                                        </p:tav>
                                        <p:tav tm="38820">
                                          <p:val>
                                            <p:fltVal val="364.69"/>
                                          </p:val>
                                        </p:tav>
                                        <p:tav tm="40373">
                                          <p:val>
                                            <p:fltVal val="361.48"/>
                                          </p:val>
                                        </p:tav>
                                        <p:tav tm="41149">
                                          <p:val>
                                            <p:fltVal val="360.51"/>
                                          </p:val>
                                        </p:tav>
                                        <p:tav tm="42702">
                                          <p:val>
                                            <p:fltVal val="359.49"/>
                                          </p:val>
                                        </p:tav>
                                        <p:tav tm="45031">
                                          <p:val>
                                            <p:fltVal val="358.88"/>
                                          </p:val>
                                        </p:tav>
                                        <p:tav tm="65217">
                                          <p:val>
                                            <p:fltVal val="358.6"/>
                                          </p:val>
                                        </p:tav>
                                        <p:tav tm="65994">
                                          <p:val>
                                            <p:fltVal val="364.66"/>
                                          </p:val>
                                        </p:tav>
                                        <p:tav tm="66770">
                                          <p:val>
                                            <p:fltVal val="365.45"/>
                                          </p:val>
                                        </p:tav>
                                        <p:tav tm="67547">
                                          <p:val>
                                            <p:fltVal val="365.59"/>
                                          </p:val>
                                        </p:tav>
                                        <p:tav tm="75311">
                                          <p:val>
                                            <p:fltVal val="365.5"/>
                                          </p:val>
                                        </p:tav>
                                        <p:tav tm="78416">
                                          <p:val>
                                            <p:fltVal val="364.46"/>
                                          </p:val>
                                        </p:tav>
                                        <p:tav tm="80745">
                                          <p:val>
                                            <p:fltVal val="362.67"/>
                                          </p:val>
                                        </p:tav>
                                        <p:tav tm="87733">
                                          <p:val>
                                            <p:fltVal val="362.6"/>
                                          </p:val>
                                        </p:tav>
                                        <p:tav tm="91615">
                                          <p:val>
                                            <p:fltVal val="360.91"/>
                                          </p:val>
                                        </p:tav>
                                        <p:tav tm="99379">
                                          <p:val>
                                            <p:fltVal val="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0" dur="42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638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4638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415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2693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2089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1603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1232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956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601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41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314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275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.004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40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1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48137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508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599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66"/>
                                          </p:val>
                                        </p:tav>
                                        <p:tav tm="74534">
                                          <p:val>
                                            <p:strVal val="#ppt_x+0.00674"/>
                                          </p:val>
                                        </p:tav>
                                        <p:tav tm="76863">
                                          <p:val>
                                            <p:strVal val="#ppt_x+0.00615"/>
                                          </p:val>
                                        </p:tav>
                                        <p:tav tm="78416">
                                          <p:val>
                                            <p:strVal val="#ppt_x+0.00513"/>
                                          </p:val>
                                        </p:tav>
                                        <p:tav tm="79969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74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92391">
                                          <p:val>
                                            <p:strVal val="#ppt_x+0.00011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2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6348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36348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31939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25083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8961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13897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995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6984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4776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3138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1923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1027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0372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417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732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366"/>
                                          </p:val>
                                        </p:tav>
                                        <p:tav tm="34161">
                                          <p:val>
                                            <p:strVal val="#ppt_y-0.00293"/>
                                          </p:val>
                                        </p:tav>
                                        <p:tav tm="34938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339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69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28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40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11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78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98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5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898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083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01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743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24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474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372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833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12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02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075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075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084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2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33982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48194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609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7157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79797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5954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050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3872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6358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9523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113"/>
                                          </p:val>
                                        </p:tav>
                                        <p:tav tm="29503">
                                          <p:val>
                                            <p:strVal val="#ppt_w*1.01779"/>
                                          </p:val>
                                        </p:tav>
                                        <p:tav tm="34938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2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33862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48024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60765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7132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79515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56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0188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354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6017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917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0772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01419"/>
                                          </p:val>
                                        </p:tav>
                                        <p:tav tm="34938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429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3.4"/>
                                          </p:val>
                                        </p:tav>
                                        <p:tav tm="16304">
                                          <p:val>
                                            <p:fltVal val="-123.4"/>
                                          </p:val>
                                        </p:tav>
                                        <p:tav tm="17081">
                                          <p:val>
                                            <p:fltVal val="-151.5"/>
                                          </p:val>
                                        </p:tav>
                                        <p:tav tm="17857">
                                          <p:val>
                                            <p:fltVal val="-195.45"/>
                                          </p:val>
                                        </p:tav>
                                        <p:tav tm="18634">
                                          <p:val>
                                            <p:fltVal val="-234.99"/>
                                          </p:val>
                                        </p:tav>
                                        <p:tav tm="19410">
                                          <p:val>
                                            <p:fltVal val="-267.76"/>
                                          </p:val>
                                        </p:tav>
                                        <p:tav tm="20186">
                                          <p:val>
                                            <p:fltVal val="-293.19"/>
                                          </p:val>
                                        </p:tav>
                                        <p:tav tm="20963">
                                          <p:val>
                                            <p:fltVal val="-312.23"/>
                                          </p:val>
                                        </p:tav>
                                        <p:tav tm="21739">
                                          <p:val>
                                            <p:fltVal val="-326.31"/>
                                          </p:val>
                                        </p:tav>
                                        <p:tav tm="22516">
                                          <p:val>
                                            <p:fltVal val="-336.72"/>
                                          </p:val>
                                        </p:tav>
                                        <p:tav tm="23292">
                                          <p:val>
                                            <p:fltVal val="-344.41"/>
                                          </p:val>
                                        </p:tav>
                                        <p:tav tm="24068">
                                          <p:val>
                                            <p:fltVal val="-350.07"/>
                                          </p:val>
                                        </p:tav>
                                        <p:tav tm="24845">
                                          <p:val>
                                            <p:fltVal val="-354.2"/>
                                          </p:val>
                                        </p:tav>
                                        <p:tav tm="25621">
                                          <p:val>
                                            <p:fltVal val="-357.14"/>
                                          </p:val>
                                        </p:tav>
                                        <p:tav tm="26398">
                                          <p:val>
                                            <p:fltVal val="-359.16"/>
                                          </p:val>
                                        </p:tav>
                                        <p:tav tm="27950">
                                          <p:val>
                                            <p:fltVal val="-361.14"/>
                                          </p:val>
                                        </p:tav>
                                        <p:tav tm="29503">
                                          <p:val>
                                            <p:fltVal val="-361.17"/>
                                          </p:val>
                                        </p:tav>
                                        <p:tav tm="31832">
                                          <p:val>
                                            <p:fltVal val="-358.84"/>
                                          </p:val>
                                        </p:tav>
                                        <p:tav tm="34161">
                                          <p:val>
                                            <p:fltVal val="-354.69"/>
                                          </p:val>
                                        </p:tav>
                                        <p:tav tm="38043">
                                          <p:val>
                                            <p:fltVal val="-354.4"/>
                                          </p:val>
                                        </p:tav>
                                        <p:tav tm="38820">
                                          <p:val>
                                            <p:fltVal val="-355.31"/>
                                          </p:val>
                                        </p:tav>
                                        <p:tav tm="40373">
                                          <p:val>
                                            <p:fltVal val="-358.52"/>
                                          </p:val>
                                        </p:tav>
                                        <p:tav tm="41149">
                                          <p:val>
                                            <p:fltVal val="-359.49"/>
                                          </p:val>
                                        </p:tav>
                                        <p:tav tm="43478">
                                          <p:val>
                                            <p:fltVal val="-360.79"/>
                                          </p:val>
                                        </p:tav>
                                        <p:tav tm="48137">
                                          <p:val>
                                            <p:fltVal val="-361.37"/>
                                          </p:val>
                                        </p:tav>
                                        <p:tav tm="65217">
                                          <p:val>
                                            <p:fltVal val="-361.4"/>
                                          </p:val>
                                        </p:tav>
                                        <p:tav tm="65994">
                                          <p:val>
                                            <p:fltVal val="-355.34"/>
                                          </p:val>
                                        </p:tav>
                                        <p:tav tm="66770">
                                          <p:val>
                                            <p:fltVal val="-354.55"/>
                                          </p:val>
                                        </p:tav>
                                        <p:tav tm="73758">
                                          <p:val>
                                            <p:fltVal val="-354.4"/>
                                          </p:val>
                                        </p:tav>
                                        <p:tav tm="77640">
                                          <p:val>
                                            <p:fltVal val="-355.16"/>
                                          </p:val>
                                        </p:tav>
                                        <p:tav tm="80745">
                                          <p:val>
                                            <p:fltVal val="-357.33"/>
                                          </p:val>
                                        </p:tav>
                                        <p:tav tm="87733">
                                          <p:val>
                                            <p:fltVal val="-357.4"/>
                                          </p:val>
                                        </p:tav>
                                        <p:tav tm="91615">
                                          <p:val>
                                            <p:fltVal val="-359.09"/>
                                          </p:val>
                                        </p:tav>
                                        <p:tav tm="99379">
                                          <p:val>
                                            <p:fltVal val="-35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" dur="42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424"/>
                                          </p:val>
                                        </p:tav>
                                        <p:tav tm="13975">
                                          <p:val>
                                            <p:strVal val="#ppt_x+0.02424"/>
                                          </p:val>
                                        </p:tav>
                                        <p:tav tm="14752">
                                          <p:val>
                                            <p:strVal val="#ppt_x+0.021"/>
                                          </p:val>
                                        </p:tav>
                                        <p:tav tm="15528">
                                          <p:val>
                                            <p:strVal val="#ppt_x+0.0167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1324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0848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0684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454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222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202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274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135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404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519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597"/>
                                          </p:val>
                                        </p:tav>
                                        <p:tav tm="73758">
                                          <p:val>
                                            <p:strVal val="#ppt_x+0.00618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512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371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097"/>
                                          </p:val>
                                        </p:tav>
                                        <p:tav tm="92391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2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0091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40091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34742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27329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20692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517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0871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763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522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344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2133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1167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705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289"/>
                                          </p:val>
                                        </p:tav>
                                        <p:tav tm="31832">
                                          <p:val>
                                            <p:strVal val="#ppt_y-0.0044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6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264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7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88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11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672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82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408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70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881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8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54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05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303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22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744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758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108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61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144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2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35042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49184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61831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2251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030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6333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078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4079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6511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9604"/>
                                          </p:val>
                                        </p:tav>
                                        <p:tav tm="24068">
                                          <p:val>
                                            <p:strVal val="#ppt_w*1.01167"/>
                                          </p:val>
                                        </p:tav>
                                        <p:tav tm="27174">
                                          <p:val>
                                            <p:strVal val="#ppt_w*1.0177"/>
                                          </p:val>
                                        </p:tav>
                                        <p:tav tm="32609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42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34919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490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61612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71996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0025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6028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0468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3747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617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0081"/>
                                          </p:val>
                                        </p:tav>
                                        <p:tav tm="27174">
                                          <p:val>
                                            <p:strVal val="#ppt_h*1.0141"/>
                                          </p:val>
                                        </p:tav>
                                        <p:tav tm="32609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429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7.6"/>
                                          </p:val>
                                        </p:tav>
                                        <p:tav tm="13975">
                                          <p:val>
                                            <p:fltVal val="97.6"/>
                                          </p:val>
                                        </p:tav>
                                        <p:tav tm="14752">
                                          <p:val>
                                            <p:fltVal val="134"/>
                                          </p:val>
                                        </p:tav>
                                        <p:tav tm="15528">
                                          <p:val>
                                            <p:fltVal val="184.74"/>
                                          </p:val>
                                        </p:tav>
                                        <p:tav tm="16304">
                                          <p:val>
                                            <p:fltVal val="230.12"/>
                                          </p:val>
                                        </p:tav>
                                        <p:tav tm="17081">
                                          <p:val>
                                            <p:fltVal val="267.51"/>
                                          </p:val>
                                        </p:tav>
                                        <p:tav tm="17857">
                                          <p:val>
                                            <p:fltVal val="296.42"/>
                                          </p:val>
                                        </p:tav>
                                        <p:tav tm="18634">
                                          <p:val>
                                            <p:fltVal val="318.03"/>
                                          </p:val>
                                        </p:tav>
                                        <p:tav tm="19410">
                                          <p:val>
                                            <p:fltVal val="334.02"/>
                                          </p:val>
                                        </p:tav>
                                        <p:tav tm="20186">
                                          <p:val>
                                            <p:fltVal val="345.83"/>
                                          </p:val>
                                        </p:tav>
                                        <p:tav tm="20963">
                                          <p:val>
                                            <p:fltVal val="354.55"/>
                                          </p:val>
                                        </p:tav>
                                        <p:tav tm="21739">
                                          <p:val>
                                            <p:fltVal val="360.97"/>
                                          </p:val>
                                        </p:tav>
                                        <p:tav tm="22516">
                                          <p:val>
                                            <p:fltVal val="365.65"/>
                                          </p:val>
                                        </p:tav>
                                        <p:tav tm="23292">
                                          <p:val>
                                            <p:fltVal val="368.98"/>
                                          </p:val>
                                        </p:tav>
                                        <p:tav tm="24068">
                                          <p:val>
                                            <p:fltVal val="371.26"/>
                                          </p:val>
                                        </p:tav>
                                        <p:tav tm="24845">
                                          <p:val>
                                            <p:fltVal val="372.7"/>
                                          </p:val>
                                        </p:tav>
                                        <p:tav tm="25621">
                                          <p:val>
                                            <p:fltVal val="373.46"/>
                                          </p:val>
                                        </p:tav>
                                        <p:tav tm="27174">
                                          <p:val>
                                            <p:fltVal val="373.42"/>
                                          </p:val>
                                        </p:tav>
                                        <p:tav tm="29503">
                                          <p:val>
                                            <p:fltVal val="370.65"/>
                                          </p:val>
                                        </p:tav>
                                        <p:tav tm="31832">
                                          <p:val>
                                            <p:fltVal val="365.8"/>
                                          </p:val>
                                        </p:tav>
                                        <p:tav tm="38043">
                                          <p:val>
                                            <p:fltVal val="365.6"/>
                                          </p:val>
                                        </p:tav>
                                        <p:tav tm="38820">
                                          <p:val>
                                            <p:fltVal val="364.69"/>
                                          </p:val>
                                        </p:tav>
                                        <p:tav tm="40373">
                                          <p:val>
                                            <p:fltVal val="361.48"/>
                                          </p:val>
                                        </p:tav>
                                        <p:tav tm="41149">
                                          <p:val>
                                            <p:fltVal val="360.51"/>
                                          </p:val>
                                        </p:tav>
                                        <p:tav tm="42702">
                                          <p:val>
                                            <p:fltVal val="359.49"/>
                                          </p:val>
                                        </p:tav>
                                        <p:tav tm="45031">
                                          <p:val>
                                            <p:fltVal val="358.88"/>
                                          </p:val>
                                        </p:tav>
                                        <p:tav tm="65217">
                                          <p:val>
                                            <p:fltVal val="358.6"/>
                                          </p:val>
                                        </p:tav>
                                        <p:tav tm="65994">
                                          <p:val>
                                            <p:fltVal val="364.66"/>
                                          </p:val>
                                        </p:tav>
                                        <p:tav tm="66770">
                                          <p:val>
                                            <p:fltVal val="365.45"/>
                                          </p:val>
                                        </p:tav>
                                        <p:tav tm="67547">
                                          <p:val>
                                            <p:fltVal val="365.59"/>
                                          </p:val>
                                        </p:tav>
                                        <p:tav tm="75311">
                                          <p:val>
                                            <p:fltVal val="365.5"/>
                                          </p:val>
                                        </p:tav>
                                        <p:tav tm="78416">
                                          <p:val>
                                            <p:fltVal val="364.46"/>
                                          </p:val>
                                        </p:tav>
                                        <p:tav tm="80745">
                                          <p:val>
                                            <p:fltVal val="362.67"/>
                                          </p:val>
                                        </p:tav>
                                        <p:tav tm="87733">
                                          <p:val>
                                            <p:fltVal val="362.6"/>
                                          </p:val>
                                        </p:tav>
                                        <p:tav tm="91615">
                                          <p:val>
                                            <p:fltVal val="360.91"/>
                                          </p:val>
                                        </p:tav>
                                        <p:tav tm="99379">
                                          <p:val>
                                            <p:fltVal val="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66" dur="42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11646">
                                          <p:val>
                                            <p:strVal val="#ppt_x-0.01122"/>
                                          </p:val>
                                        </p:tav>
                                        <p:tav tm="13975">
                                          <p:val>
                                            <p:strVal val="#ppt_x-0.00465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0155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131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274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371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448"/>
                                          </p:val>
                                        </p:tav>
                                        <p:tav tm="73758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379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26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42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2676"/>
                                          </p:val>
                                        </p:tav>
                                        <p:tav tm="11646">
                                          <p:val>
                                            <p:strVal val="#ppt_y-0.42676"/>
                                          </p:val>
                                        </p:tav>
                                        <p:tav tm="12422">
                                          <p:val>
                                            <p:strVal val="#ppt_y-0.36303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28319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21246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15468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11025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07711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5263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3454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2117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1134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0419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00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436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765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749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306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471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4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8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909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376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46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973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40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506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05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3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50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4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18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71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978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931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495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56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9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56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152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032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2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1646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2422">
                                          <p:val>
                                            <p:strVal val="#ppt_w*0.361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50165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62669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72915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8081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86705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91063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94282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9666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9683"/>
                                          </p:val>
                                        </p:tav>
                                        <p:tav tm="21739">
                                          <p:val>
                                            <p:strVal val="#ppt_w*1.01204"/>
                                          </p:val>
                                        </p:tav>
                                        <p:tav tm="24845">
                                          <p:val>
                                            <p:strVal val="#ppt_w*1.0176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960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42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1646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2422">
                                          <p:val>
                                            <p:strVal val="#ppt_h*0.35973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49988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62448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72657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80524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86398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90741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9394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96319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933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1.00846"/>
                                          </p:val>
                                        </p:tav>
                                        <p:tav tm="24845">
                                          <p:val>
                                            <p:strVal val="#ppt_h*1.01401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925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429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0.6"/>
                                          </p:val>
                                        </p:tav>
                                        <p:tav tm="11646">
                                          <p:val>
                                            <p:fltVal val="150.6"/>
                                          </p:val>
                                        </p:tav>
                                        <p:tav tm="12422">
                                          <p:val>
                                            <p:fltVal val="128.85"/>
                                          </p:val>
                                        </p:tav>
                                        <p:tav tm="13199">
                                          <p:val>
                                            <p:fltVal val="101.55"/>
                                          </p:val>
                                        </p:tav>
                                        <p:tav tm="13975">
                                          <p:val>
                                            <p:fltVal val="77.27"/>
                                          </p:val>
                                        </p:tav>
                                        <p:tav tm="14752">
                                          <p:val>
                                            <p:fltVal val="57.38"/>
                                          </p:val>
                                        </p:tav>
                                        <p:tav tm="15528">
                                          <p:val>
                                            <p:fltVal val="42.06"/>
                                          </p:val>
                                        </p:tav>
                                        <p:tav tm="16304">
                                          <p:val>
                                            <p:fltVal val="30.61"/>
                                          </p:val>
                                        </p:tav>
                                        <p:tav tm="17081">
                                          <p:val>
                                            <p:fltVal val="22.15"/>
                                          </p:val>
                                        </p:tav>
                                        <p:tav tm="17857">
                                          <p:val>
                                            <p:fltVal val="15.9"/>
                                          </p:val>
                                        </p:tav>
                                        <p:tav tm="18634">
                                          <p:val>
                                            <p:fltVal val="11.29"/>
                                          </p:val>
                                        </p:tav>
                                        <p:tav tm="19410">
                                          <p:val>
                                            <p:fltVal val="7.89"/>
                                          </p:val>
                                        </p:tav>
                                        <p:tav tm="20186">
                                          <p:val>
                                            <p:fltVal val="5.42"/>
                                          </p:val>
                                        </p:tav>
                                        <p:tav tm="21739">
                                          <p:val>
                                            <p:fltVal val="2.47"/>
                                          </p:val>
                                        </p:tav>
                                        <p:tav tm="23292">
                                          <p:val>
                                            <p:fltVal val="1.33"/>
                                          </p:val>
                                        </p:tav>
                                        <p:tav tm="24845">
                                          <p:val>
                                            <p:fltVal val="1.38"/>
                                          </p:val>
                                        </p:tav>
                                        <p:tav tm="27174">
                                          <p:val>
                                            <p:fltVal val="2.92"/>
                                          </p:val>
                                        </p:tav>
                                        <p:tav tm="29503">
                                          <p:val>
                                            <p:fltVal val="5.5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149">
                                          <p:val>
                                            <p:fltVal val="0.51"/>
                                          </p:val>
                                        </p:tav>
                                        <p:tav tm="43478">
                                          <p:val>
                                            <p:fltVal val="-0.79"/>
                                          </p:val>
                                        </p:tav>
                                        <p:tav tm="48137">
                                          <p:val>
                                            <p:fltVal val="-1.37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73758">
                                          <p:val>
                                            <p:fltVal val="5.6"/>
                                          </p:val>
                                        </p:tav>
                                        <p:tav tm="77640">
                                          <p:val>
                                            <p:fltVal val="4.84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74" dur="42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977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697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6643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5253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3976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29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2059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1428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962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619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127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199"/>
                                          </p:val>
                                        </p:tav>
                                        <p:tav tm="34938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39596">
                                          <p:val>
                                            <p:strVal val="#ppt_x-0.00023"/>
                                          </p:val>
                                        </p:tav>
                                        <p:tav tm="41925">
                                          <p:val>
                                            <p:strVal val="#ppt_x-0.0004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358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414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255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349"/>
                                          </p:val>
                                        </p:tav>
                                        <p:tav tm="76863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173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026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2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350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4350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4150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33165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25404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18764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13505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9535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6599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4434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2837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1661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8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0179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254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539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777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769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39596">
                                          <p:val>
                                            <p:strVal val="#ppt_y-0.00207"/>
                                          </p:val>
                                        </p:tav>
                                        <p:tav tm="41925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45031">
                                          <p:val>
                                            <p:strVal val="#ppt_y+0.00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58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992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07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876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20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25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78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05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218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15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90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4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72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70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30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42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19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66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172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172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42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283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42883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56326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67814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76925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3817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8893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2706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5497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9064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0911"/>
                                          </p:val>
                                        </p:tav>
                                        <p:tav tm="34161">
                                          <p:val>
                                            <p:strVal val="#ppt_w*1.01815"/>
                                          </p:val>
                                        </p:tav>
                                        <p:tav tm="39596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42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2828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42731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56127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67575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76653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352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88616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2379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95159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8714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0554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.01456"/>
                                          </p:val>
                                        </p:tav>
                                        <p:tav tm="39596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29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83.6"/>
                                          </p:val>
                                        </p:tav>
                                        <p:tav tm="20963">
                                          <p:val>
                                            <p:fltVal val="183.6"/>
                                          </p:val>
                                        </p:tav>
                                        <p:tav tm="21739">
                                          <p:val>
                                            <p:fltVal val="192.08"/>
                                          </p:val>
                                        </p:tav>
                                        <p:tav tm="22516">
                                          <p:val>
                                            <p:fltVal val="227.42"/>
                                          </p:val>
                                        </p:tav>
                                        <p:tav tm="23292">
                                          <p:val>
                                            <p:fltVal val="260.18"/>
                                          </p:val>
                                        </p:tav>
                                        <p:tav tm="24068">
                                          <p:val>
                                            <p:fltVal val="288.17"/>
                                          </p:val>
                                        </p:tav>
                                        <p:tav tm="24845">
                                          <p:val>
                                            <p:fltVal val="310.37"/>
                                          </p:val>
                                        </p:tav>
                                        <p:tav tm="25621">
                                          <p:val>
                                            <p:fltVal val="327.16"/>
                                          </p:val>
                                        </p:tav>
                                        <p:tav tm="26398">
                                          <p:val>
                                            <p:fltVal val="339.62"/>
                                          </p:val>
                                        </p:tav>
                                        <p:tav tm="27174">
                                          <p:val>
                                            <p:fltVal val="348.82"/>
                                          </p:val>
                                        </p:tav>
                                        <p:tav tm="27950">
                                          <p:val>
                                            <p:fltVal val="355.62"/>
                                          </p:val>
                                        </p:tav>
                                        <p:tav tm="28727">
                                          <p:val>
                                            <p:fltVal val="360.64"/>
                                          </p:val>
                                        </p:tav>
                                        <p:tav tm="29503">
                                          <p:val>
                                            <p:fltVal val="364.32"/>
                                          </p:val>
                                        </p:tav>
                                        <p:tav tm="30280">
                                          <p:val>
                                            <p:fltVal val="366.97"/>
                                          </p:val>
                                        </p:tav>
                                        <p:tav tm="31056">
                                          <p:val>
                                            <p:fltVal val="368.82"/>
                                          </p:val>
                                        </p:tav>
                                        <p:tav tm="32609">
                                          <p:val>
                                            <p:fltVal val="370.75"/>
                                          </p:val>
                                        </p:tav>
                                        <p:tav tm="33385">
                                          <p:val>
                                            <p:fltVal val="371.05"/>
                                          </p:val>
                                        </p:tav>
                                        <p:tav tm="34938">
                                          <p:val>
                                            <p:fltVal val="370.71"/>
                                          </p:val>
                                        </p:tav>
                                        <p:tav tm="36491">
                                          <p:val>
                                            <p:fltVal val="369.42"/>
                                          </p:val>
                                        </p:tav>
                                        <p:tav tm="38043">
                                          <p:val>
                                            <p:fltVal val="367.47"/>
                                          </p:val>
                                        </p:tav>
                                        <p:tav tm="39596">
                                          <p:val>
                                            <p:fltVal val="362.92"/>
                                          </p:val>
                                        </p:tav>
                                        <p:tav tm="41149">
                                          <p:val>
                                            <p:fltVal val="360.51"/>
                                          </p:val>
                                        </p:tav>
                                        <p:tav tm="42702">
                                          <p:val>
                                            <p:fltVal val="359.49"/>
                                          </p:val>
                                        </p:tav>
                                        <p:tav tm="45807">
                                          <p:val>
                                            <p:fltVal val="358.79"/>
                                          </p:val>
                                        </p:tav>
                                        <p:tav tm="65217">
                                          <p:val>
                                            <p:fltVal val="358.6"/>
                                          </p:val>
                                        </p:tav>
                                        <p:tav tm="65994">
                                          <p:val>
                                            <p:fltVal val="364.66"/>
                                          </p:val>
                                        </p:tav>
                                        <p:tav tm="66770">
                                          <p:val>
                                            <p:fltVal val="365.45"/>
                                          </p:val>
                                        </p:tav>
                                        <p:tav tm="67547">
                                          <p:val>
                                            <p:fltVal val="365.59"/>
                                          </p:val>
                                        </p:tav>
                                        <p:tav tm="75311">
                                          <p:val>
                                            <p:fltVal val="365.5"/>
                                          </p:val>
                                        </p:tav>
                                        <p:tav tm="78416">
                                          <p:val>
                                            <p:fltVal val="364.46"/>
                                          </p:val>
                                        </p:tav>
                                        <p:tav tm="80745">
                                          <p:val>
                                            <p:fltVal val="362.67"/>
                                          </p:val>
                                        </p:tav>
                                        <p:tav tm="87733">
                                          <p:val>
                                            <p:fltVal val="362.6"/>
                                          </p:val>
                                        </p:tav>
                                        <p:tav tm="91615">
                                          <p:val>
                                            <p:fltVal val="360.91"/>
                                          </p:val>
                                        </p:tav>
                                        <p:tav tm="99379">
                                          <p:val>
                                            <p:fltVal val="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82" dur="42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082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9082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8545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6824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5215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384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276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1951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1358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0924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0605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371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2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008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096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37267">
                                          <p:val>
                                            <p:strVal val="#ppt_x-0.0015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43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512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036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111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76863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098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2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4184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24184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22716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1804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37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0154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7335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5221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3658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2504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1651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243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271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0345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424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16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257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618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686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643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8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83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333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588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7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676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43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99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304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32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97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16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53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145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42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294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43908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5723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6855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77496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4243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8924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2939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5668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9156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0956"/>
                                          </p:val>
                                        </p:tav>
                                        <p:tav tm="31832">
                                          <p:val>
                                            <p:strVal val="#ppt_w*1.0181"/>
                                          </p:val>
                                        </p:tav>
                                        <p:tav tm="3726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42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2934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43753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57034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6831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77222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394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88929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261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9533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8806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0599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0145"/>
                                          </p:val>
                                        </p:tav>
                                        <p:tav tm="3726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429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5.4"/>
                                          </p:val>
                                        </p:tav>
                                        <p:tav tm="18634">
                                          <p:val>
                                            <p:fltVal val="-135.4"/>
                                          </p:val>
                                        </p:tav>
                                        <p:tav tm="19410">
                                          <p:val>
                                            <p:fltVal val="-148.75"/>
                                          </p:val>
                                        </p:tav>
                                        <p:tav tm="20186">
                                          <p:val>
                                            <p:fltVal val="-191.14"/>
                                          </p:val>
                                        </p:tav>
                                        <p:tav tm="20963">
                                          <p:val>
                                            <p:fltVal val="-230.22"/>
                                          </p:val>
                                        </p:tav>
                                        <p:tav tm="21739">
                                          <p:val>
                                            <p:fltVal val="-263.42"/>
                                          </p:val>
                                        </p:tav>
                                        <p:tav tm="22516">
                                          <p:val>
                                            <p:fltVal val="-289.62"/>
                                          </p:val>
                                        </p:tav>
                                        <p:tav tm="23292">
                                          <p:val>
                                            <p:fltVal val="-309.4"/>
                                          </p:val>
                                        </p:tav>
                                        <p:tav tm="24068">
                                          <p:val>
                                            <p:fltVal val="-324.07"/>
                                          </p:val>
                                        </p:tav>
                                        <p:tav tm="24845">
                                          <p:val>
                                            <p:fltVal val="-334.9"/>
                                          </p:val>
                                        </p:tav>
                                        <p:tav tm="25621">
                                          <p:val>
                                            <p:fltVal val="-342.9"/>
                                          </p:val>
                                        </p:tav>
                                        <p:tav tm="26398">
                                          <p:val>
                                            <p:fltVal val="-348.81"/>
                                          </p:val>
                                        </p:tav>
                                        <p:tav tm="27174">
                                          <p:val>
                                            <p:fltVal val="-353.13"/>
                                          </p:val>
                                        </p:tav>
                                        <p:tav tm="27950">
                                          <p:val>
                                            <p:fltVal val="-356.24"/>
                                          </p:val>
                                        </p:tav>
                                        <p:tav tm="28727">
                                          <p:val>
                                            <p:fltVal val="-358.41"/>
                                          </p:val>
                                        </p:tav>
                                        <p:tav tm="30280">
                                          <p:val>
                                            <p:fltVal val="-360.64"/>
                                          </p:val>
                                        </p:tav>
                                        <p:tav tm="31832">
                                          <p:val>
                                            <p:fltVal val="-360.91"/>
                                          </p:val>
                                        </p:tav>
                                        <p:tav tm="34161">
                                          <p:val>
                                            <p:fltVal val="-358.93"/>
                                          </p:val>
                                        </p:tav>
                                        <p:tav tm="36491">
                                          <p:val>
                                            <p:fltVal val="-355.14"/>
                                          </p:val>
                                        </p:tav>
                                        <p:tav tm="37267">
                                          <p:val>
                                            <p:fltVal val="-354.4"/>
                                          </p:val>
                                        </p:tav>
                                        <p:tav tm="38043">
                                          <p:val>
                                            <p:fltVal val="-354.4"/>
                                          </p:val>
                                        </p:tav>
                                        <p:tav tm="38820">
                                          <p:val>
                                            <p:fltVal val="-355.31"/>
                                          </p:val>
                                        </p:tav>
                                        <p:tav tm="40373">
                                          <p:val>
                                            <p:fltVal val="-358.52"/>
                                          </p:val>
                                        </p:tav>
                                        <p:tav tm="41149">
                                          <p:val>
                                            <p:fltVal val="-359.49"/>
                                          </p:val>
                                        </p:tav>
                                        <p:tav tm="43478">
                                          <p:val>
                                            <p:fltVal val="-360.79"/>
                                          </p:val>
                                        </p:tav>
                                        <p:tav tm="48137">
                                          <p:val>
                                            <p:fltVal val="-361.37"/>
                                          </p:val>
                                        </p:tav>
                                        <p:tav tm="65217">
                                          <p:val>
                                            <p:fltVal val="-361.4"/>
                                          </p:val>
                                        </p:tav>
                                        <p:tav tm="65994">
                                          <p:val>
                                            <p:fltVal val="-355.34"/>
                                          </p:val>
                                        </p:tav>
                                        <p:tav tm="66770">
                                          <p:val>
                                            <p:fltVal val="-354.55"/>
                                          </p:val>
                                        </p:tav>
                                        <p:tav tm="73758">
                                          <p:val>
                                            <p:fltVal val="-354.4"/>
                                          </p:val>
                                        </p:tav>
                                        <p:tav tm="77640">
                                          <p:val>
                                            <p:fltVal val="-355.16"/>
                                          </p:val>
                                        </p:tav>
                                        <p:tav tm="80745">
                                          <p:val>
                                            <p:fltVal val="-357.33"/>
                                          </p:val>
                                        </p:tav>
                                        <p:tav tm="87733">
                                          <p:val>
                                            <p:fltVal val="-357.4"/>
                                          </p:val>
                                        </p:tav>
                                        <p:tav tm="91615">
                                          <p:val>
                                            <p:fltVal val="-359.09"/>
                                          </p:val>
                                        </p:tav>
                                        <p:tav tm="99379">
                                          <p:val>
                                            <p:fltVal val="-35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0" dur="42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356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1356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12558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9988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7632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5643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4079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290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2029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1384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908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0557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03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156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34938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38043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0009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549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0644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662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013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093"/>
                                          </p:val>
                                        </p:tav>
                                        <p:tav tm="76863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2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717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5717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4573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1641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8954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6684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49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355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2561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182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1282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068"/>
                                          </p:val>
                                        </p:tav>
                                        <p:tav tm="34938">
                                          <p:val>
                                            <p:strVal val="#ppt_y-0.00519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519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196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27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33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64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77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732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21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459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60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543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30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87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19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22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897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11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43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67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194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2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30519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44927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58135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6928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78056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46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89553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3166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5836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9246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0999"/>
                                          </p:val>
                                        </p:tav>
                                        <p:tav tm="29503">
                                          <p:val>
                                            <p:strVal val="#ppt_w*1.01803"/>
                                          </p:val>
                                        </p:tav>
                                        <p:tav tm="34938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2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30411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4476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5793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69044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7778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436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8923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283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5498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8895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0642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01444"/>
                                          </p:val>
                                        </p:tav>
                                        <p:tav tm="34938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429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9.6"/>
                                          </p:val>
                                        </p:tav>
                                        <p:tav tm="16304">
                                          <p:val>
                                            <p:fltVal val="109.6"/>
                                          </p:val>
                                        </p:tav>
                                        <p:tav tm="17081">
                                          <p:val>
                                            <p:fltVal val="128.87"/>
                                          </p:val>
                                        </p:tav>
                                        <p:tav tm="17857">
                                          <p:val>
                                            <p:fltVal val="178.25"/>
                                          </p:val>
                                        </p:tav>
                                        <p:tav tm="18634">
                                          <p:val>
                                            <p:fltVal val="223.52"/>
                                          </p:val>
                                        </p:tav>
                                        <p:tav tm="19410">
                                          <p:val>
                                            <p:fltVal val="261.74"/>
                                          </p:val>
                                        </p:tav>
                                        <p:tav tm="20186">
                                          <p:val>
                                            <p:fltVal val="291.79"/>
                                          </p:val>
                                        </p:tav>
                                        <p:tav tm="20963">
                                          <p:val>
                                            <p:fltVal val="314.43"/>
                                          </p:val>
                                        </p:tav>
                                        <p:tav tm="21739">
                                          <p:val>
                                            <p:fltVal val="331.2"/>
                                          </p:val>
                                        </p:tav>
                                        <p:tav tm="22516">
                                          <p:val>
                                            <p:fltVal val="343.58"/>
                                          </p:val>
                                        </p:tav>
                                        <p:tav tm="23292">
                                          <p:val>
                                            <p:fltVal val="352.73"/>
                                          </p:val>
                                        </p:tav>
                                        <p:tav tm="24068">
                                          <p:val>
                                            <p:fltVal val="359.48"/>
                                          </p:val>
                                        </p:tav>
                                        <p:tav tm="24845">
                                          <p:val>
                                            <p:fltVal val="364.42"/>
                                          </p:val>
                                        </p:tav>
                                        <p:tav tm="25621">
                                          <p:val>
                                            <p:fltVal val="367.96"/>
                                          </p:val>
                                        </p:tav>
                                        <p:tav tm="26398">
                                          <p:val>
                                            <p:fltVal val="370.43"/>
                                          </p:val>
                                        </p:tav>
                                        <p:tav tm="27174">
                                          <p:val>
                                            <p:fltVal val="372.03"/>
                                          </p:val>
                                        </p:tav>
                                        <p:tav tm="27950">
                                          <p:val>
                                            <p:fltVal val="372.94"/>
                                          </p:val>
                                        </p:tav>
                                        <p:tav tm="29503">
                                          <p:val>
                                            <p:fltVal val="373.18"/>
                                          </p:val>
                                        </p:tav>
                                        <p:tav tm="30280">
                                          <p:val>
                                            <p:fltVal val="372.69"/>
                                          </p:val>
                                        </p:tav>
                                        <p:tav tm="31832">
                                          <p:val>
                                            <p:fltVal val="370.81"/>
                                          </p:val>
                                        </p:tav>
                                        <p:tav tm="34161">
                                          <p:val>
                                            <p:fltVal val="366.34"/>
                                          </p:val>
                                        </p:tav>
                                        <p:tav tm="34938">
                                          <p:val>
                                            <p:fltVal val="365.6"/>
                                          </p:val>
                                        </p:tav>
                                        <p:tav tm="38043">
                                          <p:val>
                                            <p:fltVal val="365.6"/>
                                          </p:val>
                                        </p:tav>
                                        <p:tav tm="38820">
                                          <p:val>
                                            <p:fltVal val="364.69"/>
                                          </p:val>
                                        </p:tav>
                                        <p:tav tm="40373">
                                          <p:val>
                                            <p:fltVal val="361.48"/>
                                          </p:val>
                                        </p:tav>
                                        <p:tav tm="41149">
                                          <p:val>
                                            <p:fltVal val="360.51"/>
                                          </p:val>
                                        </p:tav>
                                        <p:tav tm="42702">
                                          <p:val>
                                            <p:fltVal val="359.49"/>
                                          </p:val>
                                        </p:tav>
                                        <p:tav tm="45031">
                                          <p:val>
                                            <p:fltVal val="358.88"/>
                                          </p:val>
                                        </p:tav>
                                        <p:tav tm="65217">
                                          <p:val>
                                            <p:fltVal val="358.6"/>
                                          </p:val>
                                        </p:tav>
                                        <p:tav tm="65994">
                                          <p:val>
                                            <p:fltVal val="364.66"/>
                                          </p:val>
                                        </p:tav>
                                        <p:tav tm="66770">
                                          <p:val>
                                            <p:fltVal val="365.45"/>
                                          </p:val>
                                        </p:tav>
                                        <p:tav tm="67547">
                                          <p:val>
                                            <p:fltVal val="365.59"/>
                                          </p:val>
                                        </p:tav>
                                        <p:tav tm="75311">
                                          <p:val>
                                            <p:fltVal val="365.5"/>
                                          </p:val>
                                        </p:tav>
                                        <p:tav tm="78416">
                                          <p:val>
                                            <p:fltVal val="364.46"/>
                                          </p:val>
                                        </p:tav>
                                        <p:tav tm="80745">
                                          <p:val>
                                            <p:fltVal val="362.67"/>
                                          </p:val>
                                        </p:tav>
                                        <p:tav tm="87733">
                                          <p:val>
                                            <p:fltVal val="362.6"/>
                                          </p:val>
                                        </p:tav>
                                        <p:tav tm="91615">
                                          <p:val>
                                            <p:fltVal val="360.91"/>
                                          </p:val>
                                        </p:tav>
                                        <p:tav tm="99379">
                                          <p:val>
                                            <p:fltVal val="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98" dur="42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5454"/>
                                          </p:val>
                                        </p:tav>
                                        <p:tav tm="13975">
                                          <p:val>
                                            <p:strVal val="#ppt_x-0.15454"/>
                                          </p:val>
                                        </p:tav>
                                        <p:tav tm="14752">
                                          <p:val>
                                            <p:strVal val="#ppt_x-0.14093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11175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8517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6283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4532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3213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2235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1512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097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0583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0295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2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31832">
                                          <p:val>
                                            <p:strVal val="#ppt_x-0.00206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00242"/>
                                          </p:val>
                                        </p:tav>
                                        <p:tav tm="38043">
                                          <p:val>
                                            <p:strVal val="#ppt_x-0.0024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0007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51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0599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615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125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2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183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1183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10824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08657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0667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4992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3673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2679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1943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1399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099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0223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0446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446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05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01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33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39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572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69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6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13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377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52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46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22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7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11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151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831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058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695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32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16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42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31587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4594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59024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0007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78604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506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89854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3389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6001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9334"/>
                                          </p:val>
                                        </p:tav>
                                        <p:tav tm="24068">
                                          <p:val>
                                            <p:strVal val="#ppt_w*1.0104"/>
                                          </p:val>
                                        </p:tav>
                                        <p:tav tm="27174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32609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2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31475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45778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58815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6975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78326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4767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8953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305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5662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8982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00683"/>
                                          </p:val>
                                        </p:tav>
                                        <p:tav tm="27174">
                                          <p:val>
                                            <p:strVal val="#ppt_h*1.01437"/>
                                          </p:val>
                                        </p:tav>
                                        <p:tav tm="32609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429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8.6"/>
                                          </p:val>
                                        </p:tav>
                                        <p:tav tm="13975">
                                          <p:val>
                                            <p:fltVal val="138.6"/>
                                          </p:val>
                                        </p:tav>
                                        <p:tav tm="14752">
                                          <p:val>
                                            <p:fltVal val="126.69"/>
                                          </p:val>
                                        </p:tav>
                                        <p:tav tm="15528">
                                          <p:val>
                                            <p:fltVal val="101.13"/>
                                          </p:val>
                                        </p:tav>
                                        <p:tav tm="16304">
                                          <p:val>
                                            <p:fltVal val="77.83"/>
                                          </p:val>
                                        </p:tav>
                                        <p:tav tm="17081">
                                          <p:val>
                                            <p:fltVal val="58.27"/>
                                          </p:val>
                                        </p:tav>
                                        <p:tav tm="17857">
                                          <p:val>
                                            <p:fltVal val="42.97"/>
                                          </p:val>
                                        </p:tav>
                                        <p:tav tm="18634">
                                          <p:val>
                                            <p:fltVal val="31.46"/>
                                          </p:val>
                                        </p:tav>
                                        <p:tav tm="19410">
                                          <p:val>
                                            <p:fltVal val="22.93"/>
                                          </p:val>
                                        </p:tav>
                                        <p:tav tm="20186">
                                          <p:val>
                                            <p:fltVal val="16.64"/>
                                          </p:val>
                                        </p:tav>
                                        <p:tav tm="20963">
                                          <p:val>
                                            <p:fltVal val="11.99"/>
                                          </p:val>
                                        </p:tav>
                                        <p:tav tm="21739">
                                          <p:val>
                                            <p:fltVal val="8.56"/>
                                          </p:val>
                                        </p:tav>
                                        <p:tav tm="22516">
                                          <p:val>
                                            <p:fltVal val="6.05"/>
                                          </p:val>
                                        </p:tav>
                                        <p:tav tm="24068">
                                          <p:val>
                                            <p:fltVal val="3.02"/>
                                          </p:val>
                                        </p:tav>
                                        <p:tav tm="25621">
                                          <p:val>
                                            <p:fltVal val="1.76"/>
                                          </p:val>
                                        </p:tav>
                                        <p:tav tm="27174">
                                          <p:val>
                                            <p:fltVal val="1.67"/>
                                          </p:val>
                                        </p:tav>
                                        <p:tav tm="28727">
                                          <p:val>
                                            <p:fltVal val="2.37"/>
                                          </p:val>
                                        </p:tav>
                                        <p:tav tm="31832">
                                          <p:val>
                                            <p:fltVal val="5.28"/>
                                          </p:val>
                                        </p:tav>
                                        <p:tav tm="32609">
                                          <p:val>
                                            <p:fltVal val="5.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149">
                                          <p:val>
                                            <p:fltVal val="0.51"/>
                                          </p:val>
                                        </p:tav>
                                        <p:tav tm="43478">
                                          <p:val>
                                            <p:fltVal val="-0.79"/>
                                          </p:val>
                                        </p:tav>
                                        <p:tav tm="48137">
                                          <p:val>
                                            <p:fltVal val="-1.37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74534">
                                          <p:val>
                                            <p:fltVal val="5.58"/>
                                          </p:val>
                                        </p:tav>
                                        <p:tav tm="77640">
                                          <p:val>
                                            <p:fltVal val="4.84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06" dur="42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953"/>
                                          </p:val>
                                        </p:tav>
                                        <p:tav tm="11646">
                                          <p:val>
                                            <p:strVal val="#ppt_x-0.05953"/>
                                          </p:val>
                                        </p:tav>
                                        <p:tav tm="12422">
                                          <p:val>
                                            <p:strVal val="#ppt_x-0.05255"/>
                                          </p:val>
                                        </p:tav>
                                        <p:tav tm="13199">
                                          <p:val>
                                            <p:strVal val="#ppt_x-0.03972"/>
                                          </p:val>
                                        </p:tav>
                                        <p:tav tm="13975">
                                          <p:val>
                                            <p:strVal val="#ppt_x-0.02821"/>
                                          </p:val>
                                        </p:tav>
                                        <p:tav tm="14752">
                                          <p:val>
                                            <p:strVal val="#ppt_x-0.01872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1141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0595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0105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0324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747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808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619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619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508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4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586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771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571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528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447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385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59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.000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42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5797"/>
                                          </p:val>
                                        </p:tav>
                                        <p:tav tm="11646">
                                          <p:val>
                                            <p:strVal val="#ppt_y-0.35797"/>
                                          </p:val>
                                        </p:tav>
                                        <p:tav tm="12422">
                                          <p:val>
                                            <p:strVal val="#ppt_y-0.3205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25124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18832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1358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09493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06433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4174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2509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128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00284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075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1082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1406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421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1226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434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367"/>
                                          </p:val>
                                        </p:tav>
                                        <p:tav tm="40373">
                                          <p:val>
                                            <p:strVal val="#ppt_y+0.00236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78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574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72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623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462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74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392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7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91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84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57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07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293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179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652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598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854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2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42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1646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2422">
                                          <p:val>
                                            <p:strVal val="#ppt_w*0.32653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46947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59901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70712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79141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85467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90149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93607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96162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941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1.01081"/>
                                          </p:val>
                                        </p:tav>
                                        <p:tav tm="24845">
                                          <p:val>
                                            <p:strVal val="#ppt_w*1.01789"/>
                                          </p:val>
                                        </p:tav>
                                        <p:tav tm="3028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42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1646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2422">
                                          <p:val>
                                            <p:strVal val="#ppt_h*0.32537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46781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59689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70462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7886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85165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8983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93276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9582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9068"/>
                                          </p:val>
                                        </p:tav>
                                        <p:tav tm="21739">
                                          <p:val>
                                            <p:strVal val="#ppt_h*1.0072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1.01429"/>
                                          </p:val>
                                        </p:tav>
                                        <p:tav tm="3028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429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4.4"/>
                                          </p:val>
                                        </p:tav>
                                        <p:tav tm="11646">
                                          <p:val>
                                            <p:fltVal val="-164.4"/>
                                          </p:val>
                                        </p:tav>
                                        <p:tav tm="12422">
                                          <p:val>
                                            <p:fltVal val="-146.75"/>
                                          </p:val>
                                        </p:tav>
                                        <p:tav tm="13199">
                                          <p:val>
                                            <p:fltVal val="-114.22"/>
                                          </p:val>
                                        </p:tav>
                                        <p:tav tm="13975">
                                          <p:val>
                                            <p:fltVal val="-84.73"/>
                                          </p:val>
                                        </p:tav>
                                        <p:tav tm="14752">
                                          <p:val>
                                            <p:fltVal val="-60.13"/>
                                          </p:val>
                                        </p:tav>
                                        <p:tav tm="15528">
                                          <p:val>
                                            <p:fltVal val="-40.94"/>
                                          </p:val>
                                        </p:tav>
                                        <p:tav tm="16304">
                                          <p:val>
                                            <p:fltVal val="-26.55"/>
                                          </p:val>
                                        </p:tav>
                                        <p:tav tm="17081">
                                          <p:val>
                                            <p:fltVal val="-15.89"/>
                                          </p:val>
                                        </p:tav>
                                        <p:tav tm="17857">
                                          <p:val>
                                            <p:fltVal val="-8.02"/>
                                          </p:val>
                                        </p:tav>
                                        <p:tav tm="18634">
                                          <p:val>
                                            <p:fltVal val="-2.2"/>
                                          </p:val>
                                        </p:tav>
                                        <p:tav tm="19410">
                                          <p:val>
                                            <p:fltVal val="2.08"/>
                                          </p:val>
                                        </p:tav>
                                        <p:tav tm="20186">
                                          <p:val>
                                            <p:fltVal val="5.21"/>
                                          </p:val>
                                        </p:tav>
                                        <p:tav tm="20963">
                                          <p:val>
                                            <p:fltVal val="7.45"/>
                                          </p:val>
                                        </p:tav>
                                        <p:tav tm="21739">
                                          <p:val>
                                            <p:fltVal val="8.99"/>
                                          </p:val>
                                        </p:tav>
                                        <p:tav tm="23292">
                                          <p:val>
                                            <p:fltVal val="10.53"/>
                                          </p:val>
                                        </p:tav>
                                        <p:tav tm="24845">
                                          <p:val>
                                            <p:fltVal val="10.6"/>
                                          </p:val>
                                        </p:tav>
                                        <p:tav tm="26398">
                                          <p:val>
                                            <p:fltVal val="9.68"/>
                                          </p:val>
                                        </p:tav>
                                        <p:tav tm="29503">
                                          <p:val>
                                            <p:fltVal val="5.92"/>
                                          </p:val>
                                        </p:tav>
                                        <p:tav tm="30280">
                                          <p:val>
                                            <p:fltVal val="5.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149">
                                          <p:val>
                                            <p:fltVal val="0.51"/>
                                          </p:val>
                                        </p:tav>
                                        <p:tav tm="42702">
                                          <p:val>
                                            <p:fltVal val="-0.51"/>
                                          </p:val>
                                        </p:tav>
                                        <p:tav tm="45807">
                                          <p:val>
                                            <p:fltVal val="-1.21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67547">
                                          <p:val>
                                            <p:fltVal val="5.59"/>
                                          </p:val>
                                        </p:tav>
                                        <p:tav tm="75311">
                                          <p:val>
                                            <p:fltVal val="5.5"/>
                                          </p:val>
                                        </p:tav>
                                        <p:tav tm="78416">
                                          <p:val>
                                            <p:fltVal val="4.46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42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4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546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3179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2196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1407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374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181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34938">
                                          <p:val>
                                            <p:strVal val="#ppt_x+0.00708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611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78"/>
                                          </p:val>
                                        </p:tav>
                                        <p:tav tm="39596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89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1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65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669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833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864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443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312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14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42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8628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3862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308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23604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17282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12215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8364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5503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3391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1831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0678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782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1215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1506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1682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1766"/>
                                          </p:val>
                                        </p:tav>
                                        <p:tav tm="34938">
                                          <p:val>
                                            <p:strVal val="#ppt_y+0.01721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1466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1063"/>
                                          </p:val>
                                        </p:tav>
                                        <p:tav tm="39596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42702">
                                          <p:val>
                                            <p:strVal val="#ppt_y+0.00162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0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79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5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7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306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08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33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96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288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481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4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14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658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89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81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32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32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64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051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73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2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2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3951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53296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6530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74985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2366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87857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1914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491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875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0757"/>
                                          </p:val>
                                        </p:tav>
                                        <p:tav tm="34161">
                                          <p:val>
                                            <p:strVal val="#ppt_w*1.0183"/>
                                          </p:val>
                                        </p:tav>
                                        <p:tav tm="39596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2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39375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53108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65078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7472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2075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87547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1589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94576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8401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0401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39596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429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7.4"/>
                                          </p:val>
                                        </p:tav>
                                        <p:tav tm="21739">
                                          <p:val>
                                            <p:fltVal val="-147.4"/>
                                          </p:val>
                                        </p:tav>
                                        <p:tav tm="22516">
                                          <p:val>
                                            <p:fltVal val="-187.91"/>
                                          </p:val>
                                        </p:tav>
                                        <p:tav tm="23292">
                                          <p:val>
                                            <p:fltVal val="-226.1"/>
                                          </p:val>
                                        </p:tav>
                                        <p:tav tm="24068">
                                          <p:val>
                                            <p:fltVal val="-259.4"/>
                                          </p:val>
                                        </p:tav>
                                        <p:tav tm="24845">
                                          <p:val>
                                            <p:fltVal val="-286.21"/>
                                          </p:val>
                                        </p:tav>
                                        <p:tav tm="25621">
                                          <p:val>
                                            <p:fltVal val="-306.67"/>
                                          </p:val>
                                        </p:tav>
                                        <p:tav tm="26398">
                                          <p:val>
                                            <p:fltVal val="-321.89"/>
                                          </p:val>
                                        </p:tav>
                                        <p:tav tm="27174">
                                          <p:val>
                                            <p:fltVal val="-333.13"/>
                                          </p:val>
                                        </p:tav>
                                        <p:tav tm="27950">
                                          <p:val>
                                            <p:fltVal val="-341.43"/>
                                          </p:val>
                                        </p:tav>
                                        <p:tav tm="28727">
                                          <p:val>
                                            <p:fltVal val="-347.57"/>
                                          </p:val>
                                        </p:tav>
                                        <p:tav tm="29503">
                                          <p:val>
                                            <p:fltVal val="-352.07"/>
                                          </p:val>
                                        </p:tav>
                                        <p:tav tm="30280">
                                          <p:val>
                                            <p:fltVal val="-355.34"/>
                                          </p:val>
                                        </p:tav>
                                        <p:tav tm="31056">
                                          <p:val>
                                            <p:fltVal val="-357.64"/>
                                          </p:val>
                                        </p:tav>
                                        <p:tav tm="31832">
                                          <p:val>
                                            <p:fltVal val="-359.18"/>
                                          </p:val>
                                        </p:tav>
                                        <p:tav tm="33385">
                                          <p:val>
                                            <p:fltVal val="-360.56"/>
                                          </p:val>
                                        </p:tav>
                                        <p:tav tm="34161">
                                          <p:val>
                                            <p:fltVal val="-360.61"/>
                                          </p:val>
                                        </p:tav>
                                        <p:tav tm="35714">
                                          <p:val>
                                            <p:fltVal val="-359.76"/>
                                          </p:val>
                                        </p:tav>
                                        <p:tav tm="38043">
                                          <p:val>
                                            <p:fltVal val="-356.83"/>
                                          </p:val>
                                        </p:tav>
                                        <p:tav tm="38820">
                                          <p:val>
                                            <p:fltVal val="-356.43"/>
                                          </p:val>
                                        </p:tav>
                                        <p:tav tm="39596">
                                          <p:val>
                                            <p:fltVal val="-357.08"/>
                                          </p:val>
                                        </p:tav>
                                        <p:tav tm="41149">
                                          <p:val>
                                            <p:fltVal val="-359.49"/>
                                          </p:val>
                                        </p:tav>
                                        <p:tav tm="44255">
                                          <p:val>
                                            <p:fltVal val="-360.98"/>
                                          </p:val>
                                        </p:tav>
                                        <p:tav tm="48913">
                                          <p:val>
                                            <p:fltVal val="-361.39"/>
                                          </p:val>
                                        </p:tav>
                                        <p:tav tm="65217">
                                          <p:val>
                                            <p:fltVal val="-361.4"/>
                                          </p:val>
                                        </p:tav>
                                        <p:tav tm="65994">
                                          <p:val>
                                            <p:fltVal val="-355.34"/>
                                          </p:val>
                                        </p:tav>
                                        <p:tav tm="66770">
                                          <p:val>
                                            <p:fltVal val="-354.55"/>
                                          </p:val>
                                        </p:tav>
                                        <p:tav tm="73758">
                                          <p:val>
                                            <p:fltVal val="-354.4"/>
                                          </p:val>
                                        </p:tav>
                                        <p:tav tm="77640">
                                          <p:val>
                                            <p:fltVal val="-355.16"/>
                                          </p:val>
                                        </p:tav>
                                        <p:tav tm="80745">
                                          <p:val>
                                            <p:fltVal val="-357.33"/>
                                          </p:val>
                                        </p:tav>
                                        <p:tav tm="87733">
                                          <p:val>
                                            <p:fltVal val="-357.4"/>
                                          </p:val>
                                        </p:tav>
                                        <p:tav tm="91615">
                                          <p:val>
                                            <p:fltVal val="-359.09"/>
                                          </p:val>
                                        </p:tav>
                                        <p:tav tm="99379">
                                          <p:val>
                                            <p:fltVal val="-35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67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1" dur="42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362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4362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429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3311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239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1633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1045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609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0288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353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473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536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398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323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41925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9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543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676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702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16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48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03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42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2246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42246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4163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33301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25425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857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3091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894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5876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3622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1962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0739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803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1258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1561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1743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1831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1487"/>
                                          </p:val>
                                        </p:tav>
                                        <p:tav tm="37267">
                                          <p:val>
                                            <p:strVal val="#ppt_y+0.00573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503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46584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87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408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14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28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193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84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04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65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957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14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07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81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34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603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549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10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15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55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49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2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2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259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40556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5423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6609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7559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2824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8819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2164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5096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8849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0806"/>
                                          </p:val>
                                        </p:tav>
                                        <p:tav tm="31832">
                                          <p:val>
                                            <p:strVal val="#ppt_w*1.01826"/>
                                          </p:val>
                                        </p:tav>
                                        <p:tav tm="3726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42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25878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40413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54048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658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75328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2531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8788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1838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9476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85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045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01466"/>
                                          </p:val>
                                        </p:tav>
                                        <p:tav tm="3726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429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1.6"/>
                                          </p:val>
                                        </p:tav>
                                        <p:tav tm="18634">
                                          <p:val>
                                            <p:fltVal val="121.6"/>
                                          </p:val>
                                        </p:tav>
                                        <p:tav tm="19410">
                                          <p:val>
                                            <p:fltVal val="125.1"/>
                                          </p:val>
                                        </p:tav>
                                        <p:tav tm="20186">
                                          <p:val>
                                            <p:fltVal val="172.75"/>
                                          </p:val>
                                        </p:tav>
                                        <p:tav tm="20963">
                                          <p:val>
                                            <p:fltVal val="217.45"/>
                                          </p:val>
                                        </p:tav>
                                        <p:tav tm="21739">
                                          <p:val>
                                            <p:fltVal val="256.18"/>
                                          </p:val>
                                        </p:tav>
                                        <p:tav tm="22516">
                                          <p:val>
                                            <p:fltVal val="287.21"/>
                                          </p:val>
                                        </p:tav>
                                        <p:tav tm="23292">
                                          <p:val>
                                            <p:fltVal val="310.83"/>
                                          </p:val>
                                        </p:tav>
                                        <p:tav tm="24068">
                                          <p:val>
                                            <p:fltVal val="328.37"/>
                                          </p:val>
                                        </p:tav>
                                        <p:tav tm="24845">
                                          <p:val>
                                            <p:fltVal val="341.34"/>
                                          </p:val>
                                        </p:tav>
                                        <p:tav tm="25621">
                                          <p:val>
                                            <p:fltVal val="350.92"/>
                                          </p:val>
                                        </p:tav>
                                        <p:tav tm="26398">
                                          <p:val>
                                            <p:fltVal val="357.99"/>
                                          </p:val>
                                        </p:tav>
                                        <p:tav tm="27174">
                                          <p:val>
                                            <p:fltVal val="363.18"/>
                                          </p:val>
                                        </p:tav>
                                        <p:tav tm="27950">
                                          <p:val>
                                            <p:fltVal val="366.93"/>
                                          </p:val>
                                        </p:tav>
                                        <p:tav tm="28727">
                                          <p:val>
                                            <p:fltVal val="369.57"/>
                                          </p:val>
                                        </p:tav>
                                        <p:tav tm="29503">
                                          <p:val>
                                            <p:fltVal val="371.33"/>
                                          </p:val>
                                        </p:tav>
                                        <p:tav tm="30280">
                                          <p:val>
                                            <p:fltVal val="372.39"/>
                                          </p:val>
                                        </p:tav>
                                        <p:tav tm="31056">
                                          <p:val>
                                            <p:fltVal val="372.88"/>
                                          </p:val>
                                        </p:tav>
                                        <p:tav tm="32609">
                                          <p:val>
                                            <p:fltVal val="372.54"/>
                                          </p:val>
                                        </p:tav>
                                        <p:tav tm="34161">
                                          <p:val>
                                            <p:fltVal val="370.9"/>
                                          </p:val>
                                        </p:tav>
                                        <p:tav tm="37267">
                                          <p:val>
                                            <p:fltVal val="365.6"/>
                                          </p:val>
                                        </p:tav>
                                        <p:tav tm="38043">
                                          <p:val>
                                            <p:fltVal val="365.6"/>
                                          </p:val>
                                        </p:tav>
                                        <p:tav tm="38820">
                                          <p:val>
                                            <p:fltVal val="364.69"/>
                                          </p:val>
                                        </p:tav>
                                        <p:tav tm="40373">
                                          <p:val>
                                            <p:fltVal val="361.48"/>
                                          </p:val>
                                        </p:tav>
                                        <p:tav tm="41149">
                                          <p:val>
                                            <p:fltVal val="360.51"/>
                                          </p:val>
                                        </p:tav>
                                        <p:tav tm="42702">
                                          <p:val>
                                            <p:fltVal val="359.49"/>
                                          </p:val>
                                        </p:tav>
                                        <p:tav tm="45031">
                                          <p:val>
                                            <p:fltVal val="358.88"/>
                                          </p:val>
                                        </p:tav>
                                        <p:tav tm="65217">
                                          <p:val>
                                            <p:fltVal val="358.6"/>
                                          </p:val>
                                        </p:tav>
                                        <p:tav tm="65994">
                                          <p:val>
                                            <p:fltVal val="364.66"/>
                                          </p:val>
                                        </p:tav>
                                        <p:tav tm="66770">
                                          <p:val>
                                            <p:fltVal val="365.45"/>
                                          </p:val>
                                        </p:tav>
                                        <p:tav tm="67547">
                                          <p:val>
                                            <p:fltVal val="365.59"/>
                                          </p:val>
                                        </p:tav>
                                        <p:tav tm="75311">
                                          <p:val>
                                            <p:fltVal val="365.5"/>
                                          </p:val>
                                        </p:tav>
                                        <p:tav tm="78416">
                                          <p:val>
                                            <p:fltVal val="364.46"/>
                                          </p:val>
                                        </p:tav>
                                        <p:tav tm="80745">
                                          <p:val>
                                            <p:fltVal val="362.67"/>
                                          </p:val>
                                        </p:tav>
                                        <p:tav tm="87733">
                                          <p:val>
                                            <p:fltVal val="362.6"/>
                                          </p:val>
                                        </p:tav>
                                        <p:tav tm="91615">
                                          <p:val>
                                            <p:fltVal val="360.91"/>
                                          </p:val>
                                        </p:tav>
                                        <p:tav tm="99379">
                                          <p:val>
                                            <p:fltVal val="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67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29" dur="42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73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0716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445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324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9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45807">
                                          <p:val>
                                            <p:strVal val="#ppt_x-0.0016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7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567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698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722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0046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81522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42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305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28305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27463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21755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6448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11896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8279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554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351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201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091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0094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504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936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1239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156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1566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1369"/>
                                          </p:val>
                                        </p:tav>
                                        <p:tav tm="34938">
                                          <p:val>
                                            <p:strVal val="#ppt_y+0.00752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752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21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08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29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00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14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6906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4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63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212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509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68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6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37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91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197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17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77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88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363"/>
                                          </p:val>
                                        </p:tav>
                                        <p:tav tm="80745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426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2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2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27041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41594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55173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6686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76194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3271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88526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2408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5276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8946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0854"/>
                                          </p:val>
                                        </p:tav>
                                        <p:tav tm="29503">
                                          <p:val>
                                            <p:strVal val="#ppt_w*1.01822"/>
                                          </p:val>
                                        </p:tav>
                                        <p:tav tm="34938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42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26946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41447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54978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6663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75924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2977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88213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2082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49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859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0497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01462"/>
                                          </p:val>
                                        </p:tav>
                                        <p:tav tm="34938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29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6.6"/>
                                          </p:val>
                                        </p:tav>
                                        <p:tav tm="16304">
                                          <p:val>
                                            <p:fltVal val="126.6"/>
                                          </p:val>
                                        </p:tav>
                                        <p:tav tm="17081">
                                          <p:val>
                                            <p:fltVal val="123.13"/>
                                          </p:val>
                                        </p:tav>
                                        <p:tav tm="17857">
                                          <p:val>
                                            <p:fltVal val="99.55"/>
                                          </p:val>
                                        </p:tav>
                                        <p:tav tm="18634">
                                          <p:val>
                                            <p:fltVal val="77.55"/>
                                          </p:val>
                                        </p:tav>
                                        <p:tav tm="19410">
                                          <p:val>
                                            <p:fltVal val="58.61"/>
                                          </p:val>
                                        </p:tav>
                                        <p:tav tm="20186">
                                          <p:val>
                                            <p:fltVal val="43.5"/>
                                          </p:val>
                                        </p:tav>
                                        <p:tav tm="20963">
                                          <p:val>
                                            <p:fltVal val="32.03"/>
                                          </p:val>
                                        </p:tav>
                                        <p:tav tm="21739">
                                          <p:val>
                                            <p:fltVal val="23.52"/>
                                          </p:val>
                                        </p:tav>
                                        <p:tav tm="22516">
                                          <p:val>
                                            <p:fltVal val="17.23"/>
                                          </p:val>
                                        </p:tav>
                                        <p:tav tm="23292">
                                          <p:val>
                                            <p:fltVal val="12.59"/>
                                          </p:val>
                                        </p:tav>
                                        <p:tav tm="24068">
                                          <p:val>
                                            <p:fltVal val="9.16"/>
                                          </p:val>
                                        </p:tav>
                                        <p:tav tm="24845">
                                          <p:val>
                                            <p:fltVal val="6.64"/>
                                          </p:val>
                                        </p:tav>
                                        <p:tav tm="26398">
                                          <p:val>
                                            <p:fltVal val="3.55"/>
                                          </p:val>
                                        </p:tav>
                                        <p:tav tm="27950">
                                          <p:val>
                                            <p:fltVal val="2.2"/>
                                          </p:val>
                                        </p:tav>
                                        <p:tav tm="29503">
                                          <p:val>
                                            <p:fltVal val="1.98"/>
                                          </p:val>
                                        </p:tav>
                                        <p:tav tm="31832">
                                          <p:val>
                                            <p:fltVal val="3.01"/>
                                          </p:val>
                                        </p:tav>
                                        <p:tav tm="34938">
                                          <p:val>
                                            <p:fltVal val="5.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925">
                                          <p:val>
                                            <p:fltVal val="-0.11"/>
                                          </p:val>
                                        </p:tav>
                                        <p:tav tm="44255">
                                          <p:val>
                                            <p:fltVal val="-0.98"/>
                                          </p:val>
                                        </p:tav>
                                        <p:tav tm="48137">
                                          <p:val>
                                            <p:fltVal val="-1.37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67547">
                                          <p:val>
                                            <p:fltVal val="5.59"/>
                                          </p:val>
                                        </p:tav>
                                        <p:tav tm="75311">
                                          <p:val>
                                            <p:fltVal val="5.5"/>
                                          </p:val>
                                        </p:tav>
                                        <p:tav tm="78416">
                                          <p:val>
                                            <p:fltVal val="4.46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67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37" dur="42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832"/>
                                          </p:val>
                                        </p:tav>
                                        <p:tav tm="13975">
                                          <p:val>
                                            <p:strVal val="#ppt_x+0.04832"/>
                                          </p:val>
                                        </p:tav>
                                        <p:tav tm="14752">
                                          <p:val>
                                            <p:strVal val="#ppt_x+0.04634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2908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2185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1603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1157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0824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576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0393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0158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57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3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42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514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532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0122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02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81522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42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769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29769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28465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22562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7062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2342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8594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5759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366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2111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0969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49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935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1245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157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617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1353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713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713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86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84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485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606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677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19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29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08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121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28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22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098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098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886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511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691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257"/>
                                          </p:val>
                                        </p:tav>
                                        <p:tav tm="80745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399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42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28113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42626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56097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67626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767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3709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888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2647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5453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9041"/>
                                          </p:val>
                                        </p:tav>
                                        <p:tav tm="24068">
                                          <p:val>
                                            <p:strVal val="#ppt_w*1.009"/>
                                          </p:val>
                                        </p:tav>
                                        <p:tav tm="27174">
                                          <p:val>
                                            <p:strVal val="#ppt_w*1.01817"/>
                                          </p:val>
                                        </p:tav>
                                        <p:tav tm="32609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42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28013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42475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55898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67387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7650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3413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8853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232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511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8691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00543"/>
                                          </p:val>
                                        </p:tav>
                                        <p:tav tm="27174">
                                          <p:val>
                                            <p:strVal val="#ppt_h*1.01457"/>
                                          </p:val>
                                        </p:tav>
                                        <p:tav tm="32609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429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2.4"/>
                                          </p:val>
                                        </p:tav>
                                        <p:tav tm="13975">
                                          <p:val>
                                            <p:fltVal val="-152.4"/>
                                          </p:val>
                                        </p:tav>
                                        <p:tav tm="14752">
                                          <p:val>
                                            <p:fltVal val="-145.6"/>
                                          </p:val>
                                        </p:tav>
                                        <p:tav tm="15528">
                                          <p:val>
                                            <p:fltVal val="-114.9"/>
                                          </p:val>
                                        </p:tav>
                                        <p:tav tm="16304">
                                          <p:val>
                                            <p:fltVal val="-86.41"/>
                                          </p:val>
                                        </p:tav>
                                        <p:tav tm="17081">
                                          <p:val>
                                            <p:fltVal val="-62.02"/>
                                          </p:val>
                                        </p:tav>
                                        <p:tav tm="17857">
                                          <p:val>
                                            <p:fltVal val="-42.65"/>
                                          </p:val>
                                        </p:tav>
                                        <p:tav tm="18634">
                                          <p:val>
                                            <p:fltVal val="-28"/>
                                          </p:val>
                                        </p:tav>
                                        <p:tav tm="19410">
                                          <p:val>
                                            <p:fltVal val="-17.12"/>
                                          </p:val>
                                        </p:tav>
                                        <p:tav tm="20186">
                                          <p:val>
                                            <p:fltVal val="-9.09"/>
                                          </p:val>
                                        </p:tav>
                                        <p:tav tm="20963">
                                          <p:val>
                                            <p:fltVal val="-3.15"/>
                                          </p:val>
                                        </p:tav>
                                        <p:tav tm="21739">
                                          <p:val>
                                            <p:fltVal val="1.23"/>
                                          </p:val>
                                        </p:tav>
                                        <p:tav tm="22516">
                                          <p:val>
                                            <p:fltVal val="4.44"/>
                                          </p:val>
                                        </p:tav>
                                        <p:tav tm="23292">
                                          <p:val>
                                            <p:fltVal val="6.75"/>
                                          </p:val>
                                        </p:tav>
                                        <p:tav tm="24068">
                                          <p:val>
                                            <p:fltVal val="8.37"/>
                                          </p:val>
                                        </p:tav>
                                        <p:tav tm="25621">
                                          <p:val>
                                            <p:fltVal val="10.06"/>
                                          </p:val>
                                        </p:tav>
                                        <p:tav tm="27174">
                                          <p:val>
                                            <p:fltVal val="10.31"/>
                                          </p:val>
                                        </p:tav>
                                        <p:tav tm="29503">
                                          <p:val>
                                            <p:fltVal val="8.93"/>
                                          </p:val>
                                        </p:tav>
                                        <p:tav tm="32609">
                                          <p:val>
                                            <p:fltVal val="5.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149">
                                          <p:val>
                                            <p:fltVal val="0.51"/>
                                          </p:val>
                                        </p:tav>
                                        <p:tav tm="42702">
                                          <p:val>
                                            <p:fltVal val="-0.51"/>
                                          </p:val>
                                        </p:tav>
                                        <p:tav tm="45807">
                                          <p:val>
                                            <p:fltVal val="-1.21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67547">
                                          <p:val>
                                            <p:fltVal val="5.59"/>
                                          </p:val>
                                        </p:tav>
                                        <p:tav tm="75311">
                                          <p:val>
                                            <p:fltVal val="5.5"/>
                                          </p:val>
                                        </p:tav>
                                        <p:tav tm="78416">
                                          <p:val>
                                            <p:fltVal val="4.46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45" dur="42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9769"/>
                                          </p:val>
                                        </p:tav>
                                        <p:tav tm="11646">
                                          <p:val>
                                            <p:strVal val="#ppt_x+0.09769"/>
                                          </p:val>
                                        </p:tav>
                                        <p:tav tm="12422">
                                          <p:val>
                                            <p:strVal val="#ppt_x+0.09215"/>
                                          </p:val>
                                        </p:tav>
                                        <p:tav tm="13199">
                                          <p:val>
                                            <p:strVal val="#ppt_x+0.0735"/>
                                          </p:val>
                                        </p:tav>
                                        <p:tav tm="13975">
                                          <p:val>
                                            <p:strVal val="#ppt_x+0.05629"/>
                                          </p:val>
                                        </p:tav>
                                        <p:tav tm="14752">
                                          <p:val>
                                            <p:strVal val="#ppt_x+0.04156"/>
                                          </p:val>
                                        </p:tav>
                                        <p:tav tm="15528">
                                          <p:val>
                                            <p:strVal val="#ppt_x+0.0298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2084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1417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0922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0555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0285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26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0272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183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45031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0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347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104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0271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31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281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034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42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6996"/>
                                          </p:val>
                                        </p:tav>
                                        <p:tav tm="11646">
                                          <p:val>
                                            <p:strVal val="#ppt_y-0.26996"/>
                                          </p:val>
                                        </p:tav>
                                        <p:tav tm="12422">
                                          <p:val>
                                            <p:strVal val="#ppt_y-0.25392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19989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15032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10836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07526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05023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3163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1787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0767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00538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093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1214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1502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538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287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709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73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04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2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60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205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318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6682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02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0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0612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088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045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098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074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31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09637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867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34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56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186"/>
                                          </p:val>
                                        </p:tav>
                                        <p:tav tm="80745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392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21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2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1646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2422">
                                          <p:val>
                                            <p:strVal val="#ppt_w*0.29183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43652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5701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68373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77354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84137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89167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92881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95626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9133"/>
                                          </p:val>
                                        </p:tav>
                                        <p:tav tm="21739">
                                          <p:val>
                                            <p:strVal val="#ppt_w*1.0094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1.01811"/>
                                          </p:val>
                                        </p:tav>
                                        <p:tav tm="3028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2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1646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2422">
                                          <p:val>
                                            <p:strVal val="#ppt_h*0.2908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43498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56808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68132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7708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8384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88851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92553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95288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878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1.00588"/>
                                          </p:val>
                                        </p:tav>
                                        <p:tav tm="24845">
                                          <p:val>
                                            <p:strVal val="#ppt_h*1.01451"/>
                                          </p:val>
                                        </p:tav>
                                        <p:tav tm="3028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429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9.4"/>
                                          </p:val>
                                        </p:tav>
                                        <p:tav tm="11646">
                                          <p:val>
                                            <p:fltVal val="-159.4"/>
                                          </p:val>
                                        </p:tav>
                                        <p:tav tm="12422">
                                          <p:val>
                                            <p:fltVal val="-170.59"/>
                                          </p:val>
                                        </p:tav>
                                        <p:tav tm="13199">
                                          <p:val>
                                            <p:fltVal val="-208.37"/>
                                          </p:val>
                                        </p:tav>
                                        <p:tav tm="13975">
                                          <p:val>
                                            <p:fltVal val="-243.24"/>
                                          </p:val>
                                        </p:tav>
                                        <p:tav tm="14752">
                                          <p:val>
                                            <p:fltVal val="-272.9"/>
                                          </p:val>
                                        </p:tav>
                                        <p:tav tm="15528">
                                          <p:val>
                                            <p:fltVal val="-296.35"/>
                                          </p:val>
                                        </p:tav>
                                        <p:tav tm="16304">
                                          <p:val>
                                            <p:fltVal val="-314.06"/>
                                          </p:val>
                                        </p:tav>
                                        <p:tav tm="17081">
                                          <p:val>
                                            <p:fltVal val="-327.19"/>
                                          </p:val>
                                        </p:tav>
                                        <p:tav tm="17857">
                                          <p:val>
                                            <p:fltVal val="-336.89"/>
                                          </p:val>
                                        </p:tav>
                                        <p:tav tm="18634">
                                          <p:val>
                                            <p:fltVal val="-344.05"/>
                                          </p:val>
                                        </p:tav>
                                        <p:tav tm="19410">
                                          <p:val>
                                            <p:fltVal val="-349.34"/>
                                          </p:val>
                                        </p:tav>
                                        <p:tav tm="20186">
                                          <p:val>
                                            <p:fltVal val="-353.21"/>
                                          </p:val>
                                        </p:tav>
                                        <p:tav tm="20963">
                                          <p:val>
                                            <p:fltVal val="-356"/>
                                          </p:val>
                                        </p:tav>
                                        <p:tav tm="21739">
                                          <p:val>
                                            <p:fltVal val="-357.94"/>
                                          </p:val>
                                        </p:tav>
                                        <p:tav tm="23292">
                                          <p:val>
                                            <p:fltVal val="-359.95"/>
                                          </p:val>
                                        </p:tav>
                                        <p:tav tm="24845">
                                          <p:val>
                                            <p:fltVal val="-360.2"/>
                                          </p:val>
                                        </p:tav>
                                        <p:tav tm="27174">
                                          <p:val>
                                            <p:fltVal val="-358.45"/>
                                          </p:val>
                                        </p:tav>
                                        <p:tav tm="29503">
                                          <p:val>
                                            <p:fltVal val="-355.09"/>
                                          </p:val>
                                        </p:tav>
                                        <p:tav tm="30280">
                                          <p:val>
                                            <p:fltVal val="-354.4"/>
                                          </p:val>
                                        </p:tav>
                                        <p:tav tm="38043">
                                          <p:val>
                                            <p:fltVal val="-354.4"/>
                                          </p:val>
                                        </p:tav>
                                        <p:tav tm="38820">
                                          <p:val>
                                            <p:fltVal val="-355.31"/>
                                          </p:val>
                                        </p:tav>
                                        <p:tav tm="40373">
                                          <p:val>
                                            <p:fltVal val="-358.52"/>
                                          </p:val>
                                        </p:tav>
                                        <p:tav tm="41149">
                                          <p:val>
                                            <p:fltVal val="-359.49"/>
                                          </p:val>
                                        </p:tav>
                                        <p:tav tm="43478">
                                          <p:val>
                                            <p:fltVal val="-360.79"/>
                                          </p:val>
                                        </p:tav>
                                        <p:tav tm="48137">
                                          <p:val>
                                            <p:fltVal val="-361.37"/>
                                          </p:val>
                                        </p:tav>
                                        <p:tav tm="65217">
                                          <p:val>
                                            <p:fltVal val="-361.4"/>
                                          </p:val>
                                        </p:tav>
                                        <p:tav tm="65994">
                                          <p:val>
                                            <p:fltVal val="-355.34"/>
                                          </p:val>
                                        </p:tav>
                                        <p:tav tm="66770">
                                          <p:val>
                                            <p:fltVal val="-354.55"/>
                                          </p:val>
                                        </p:tav>
                                        <p:tav tm="73758">
                                          <p:val>
                                            <p:fltVal val="-354.4"/>
                                          </p:val>
                                        </p:tav>
                                        <p:tav tm="77640">
                                          <p:val>
                                            <p:fltVal val="-355.16"/>
                                          </p:val>
                                        </p:tav>
                                        <p:tav tm="80745">
                                          <p:val>
                                            <p:fltVal val="-357.33"/>
                                          </p:val>
                                        </p:tav>
                                        <p:tav tm="87733">
                                          <p:val>
                                            <p:fltVal val="-357.4"/>
                                          </p:val>
                                        </p:tav>
                                        <p:tav tm="91615">
                                          <p:val>
                                            <p:fltVal val="-359.09"/>
                                          </p:val>
                                        </p:tav>
                                        <p:tav tm="99379">
                                          <p:val>
                                            <p:fltVal val="-35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53" dur="42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4678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14678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1244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9655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7196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5179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3616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244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1566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916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435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30280">
                                          <p:val>
                                            <p:strVal val="#ppt_x-0.00179"/>
                                          </p:val>
                                        </p:tav>
                                        <p:tav tm="31832">
                                          <p:val>
                                            <p:strVal val="#ppt_x-0.00488"/>
                                          </p:val>
                                        </p:tav>
                                        <p:tav tm="33385">
                                          <p:val>
                                            <p:strVal val="#ppt_x-0.00607"/>
                                          </p:val>
                                        </p:tav>
                                        <p:tav tm="34938">
                                          <p:val>
                                            <p:strVal val="#ppt_x-0.00602"/>
                                          </p:val>
                                        </p:tav>
                                        <p:tav tm="37267">
                                          <p:val>
                                            <p:strVal val="#ppt_x-0.00441"/>
                                          </p:val>
                                        </p:tav>
                                        <p:tav tm="39596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40373">
                                          <p:val>
                                            <p:strVal val="#ppt_x-0.00093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5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175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0429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465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428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0298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121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42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873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8736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5884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2303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908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6409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4326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2764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1609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756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0127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335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67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107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1224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1169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903"/>
                                          </p:val>
                                        </p:tav>
                                        <p:tav tm="39596">
                                          <p:val>
                                            <p:strVal val="#ppt_y+0.00389"/>
                                          </p:val>
                                        </p:tav>
                                        <p:tav tm="40373">
                                          <p:val>
                                            <p:strVal val="#ppt_y+0.00241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01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09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616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71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6559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874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09733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022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048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063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0573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034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993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09281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835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082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3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083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42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361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5016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6266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72915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081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86705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1063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428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666"/>
                                          </p:val>
                                        </p:tav>
                                        <p:tav tm="30280">
                                          <p:val>
                                            <p:strVal val="#ppt_w*0.99683"/>
                                          </p:val>
                                        </p:tav>
                                        <p:tav tm="31832">
                                          <p:val>
                                            <p:strVal val="#ppt_w*1.01204"/>
                                          </p:val>
                                        </p:tav>
                                        <p:tav tm="34938">
                                          <p:val>
                                            <p:strVal val="#ppt_w*1.01761"/>
                                          </p:val>
                                        </p:tav>
                                        <p:tav tm="39596">
                                          <p:val>
                                            <p:strVal val="#ppt_w*0.9960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42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35973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49988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62448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72657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0524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86398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0741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93949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6319"/>
                                          </p:val>
                                        </p:tav>
                                        <p:tav tm="30280">
                                          <p:val>
                                            <p:strVal val="#ppt_h*0.99331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00846"/>
                                          </p:val>
                                        </p:tav>
                                        <p:tav tm="34938">
                                          <p:val>
                                            <p:strVal val="#ppt_h*1.01401"/>
                                          </p:val>
                                        </p:tav>
                                        <p:tav tm="39596">
                                          <p:val>
                                            <p:strVal val="#ppt_h*0.9925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429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3.6"/>
                                          </p:val>
                                        </p:tav>
                                        <p:tav tm="21739">
                                          <p:val>
                                            <p:fltVal val="133.6"/>
                                          </p:val>
                                        </p:tav>
                                        <p:tav tm="22516">
                                          <p:val>
                                            <p:fltVal val="168.39"/>
                                          </p:val>
                                        </p:tav>
                                        <p:tav tm="23292">
                                          <p:val>
                                            <p:fltVal val="212.08"/>
                                          </p:val>
                                        </p:tav>
                                        <p:tav tm="24068">
                                          <p:val>
                                            <p:fltVal val="250.92"/>
                                          </p:val>
                                        </p:tav>
                                        <p:tav tm="24845">
                                          <p:val>
                                            <p:fltVal val="282.74"/>
                                          </p:val>
                                        </p:tav>
                                        <p:tav tm="25621">
                                          <p:val>
                                            <p:fltVal val="307.27"/>
                                          </p:val>
                                        </p:tav>
                                        <p:tav tm="26398">
                                          <p:val>
                                            <p:fltVal val="325.58"/>
                                          </p:val>
                                        </p:tav>
                                        <p:tav tm="27174">
                                          <p:val>
                                            <p:fltVal val="339.11"/>
                                          </p:val>
                                        </p:tav>
                                        <p:tav tm="27950">
                                          <p:val>
                                            <p:fltVal val="349.11"/>
                                          </p:val>
                                        </p:tav>
                                        <p:tav tm="28727">
                                          <p:val>
                                            <p:fltVal val="356.5"/>
                                          </p:val>
                                        </p:tav>
                                        <p:tav tm="29503">
                                          <p:val>
                                            <p:fltVal val="361.93"/>
                                          </p:val>
                                        </p:tav>
                                        <p:tav tm="30280">
                                          <p:val>
                                            <p:fltVal val="365.89"/>
                                          </p:val>
                                        </p:tav>
                                        <p:tav tm="31056">
                                          <p:val>
                                            <p:fltVal val="368.7"/>
                                          </p:val>
                                        </p:tav>
                                        <p:tav tm="31832">
                                          <p:val>
                                            <p:fltVal val="370.61"/>
                                          </p:val>
                                        </p:tav>
                                        <p:tav tm="33385">
                                          <p:val>
                                            <p:fltVal val="372.43"/>
                                          </p:val>
                                        </p:tav>
                                        <p:tav tm="34161">
                                          <p:val>
                                            <p:fltVal val="372.58"/>
                                          </p:val>
                                        </p:tav>
                                        <p:tav tm="35714">
                                          <p:val>
                                            <p:fltVal val="371.78"/>
                                          </p:val>
                                        </p:tav>
                                        <p:tav tm="38043">
                                          <p:val>
                                            <p:fltVal val="368.64"/>
                                          </p:val>
                                        </p:tav>
                                        <p:tav tm="38820">
                                          <p:val>
                                            <p:fltVal val="366.31"/>
                                          </p:val>
                                        </p:tav>
                                        <p:tav tm="39596">
                                          <p:val>
                                            <p:fltVal val="362.98"/>
                                          </p:val>
                                        </p:tav>
                                        <p:tav tm="40373">
                                          <p:val>
                                            <p:fltVal val="361.48"/>
                                          </p:val>
                                        </p:tav>
                                        <p:tav tm="41925">
                                          <p:val>
                                            <p:fltVal val="359.89"/>
                                          </p:val>
                                        </p:tav>
                                        <p:tav tm="45031">
                                          <p:val>
                                            <p:fltVal val="358.88"/>
                                          </p:val>
                                        </p:tav>
                                        <p:tav tm="65217">
                                          <p:val>
                                            <p:fltVal val="358.6"/>
                                          </p:val>
                                        </p:tav>
                                        <p:tav tm="65994">
                                          <p:val>
                                            <p:fltVal val="364.66"/>
                                          </p:val>
                                        </p:tav>
                                        <p:tav tm="66770">
                                          <p:val>
                                            <p:fltVal val="365.45"/>
                                          </p:val>
                                        </p:tav>
                                        <p:tav tm="67547">
                                          <p:val>
                                            <p:fltVal val="365.59"/>
                                          </p:val>
                                        </p:tav>
                                        <p:tav tm="75311">
                                          <p:val>
                                            <p:fltVal val="365.5"/>
                                          </p:val>
                                        </p:tav>
                                        <p:tav tm="78416">
                                          <p:val>
                                            <p:fltVal val="364.46"/>
                                          </p:val>
                                        </p:tav>
                                        <p:tav tm="80745">
                                          <p:val>
                                            <p:fltVal val="362.67"/>
                                          </p:val>
                                        </p:tav>
                                        <p:tav tm="87733">
                                          <p:val>
                                            <p:fltVal val="362.6"/>
                                          </p:val>
                                        </p:tav>
                                        <p:tav tm="91615">
                                          <p:val>
                                            <p:fltVal val="360.91"/>
                                          </p:val>
                                        </p:tav>
                                        <p:tav tm="99379">
                                          <p:val>
                                            <p:fltVal val="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42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7287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17287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14412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11132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8233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5871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4057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2704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1704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965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274"/>
                                          </p:val>
                                        </p:tav>
                                        <p:tav tm="28727">
                                          <p:val>
                                            <p:strVal val="#ppt_x-0.0048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062"/>
                                          </p:val>
                                        </p:tav>
                                        <p:tav tm="31056">
                                          <p:val>
                                            <p:strVal val="#ppt_x-0.00752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00741"/>
                                          </p:val>
                                        </p:tav>
                                        <p:tav tm="34938">
                                          <p:val>
                                            <p:strVal val="#ppt_x-0.00551"/>
                                          </p:val>
                                        </p:tav>
                                        <p:tav tm="37267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159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19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366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0485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579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533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0375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158"/>
                                          </p:val>
                                        </p:tav>
                                        <p:tav tm="81522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42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087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608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257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165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095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0427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615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80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909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712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44255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969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46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56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641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85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0950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09983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0229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0376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0317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009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0905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814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6899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22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2985"/>
                                          </p:val>
                                        </p:tav>
                                        <p:tav tm="80745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379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188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42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37155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5113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63495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73566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13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87068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1331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4481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8517"/>
                                          </p:val>
                                        </p:tav>
                                        <p:tav tm="29503">
                                          <p:val>
                                            <p:strVal val="#ppt_w*1.01239"/>
                                          </p:val>
                                        </p:tav>
                                        <p:tav tm="32609">
                                          <p:val>
                                            <p:strVal val="#ppt_w*1.01751"/>
                                          </p:val>
                                        </p:tav>
                                        <p:tav tm="3726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2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37024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50958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6327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73306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1013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8676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1008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94147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8169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00881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.01391"/>
                                          </p:val>
                                        </p:tav>
                                        <p:tav tm="3726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429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5.4"/>
                                          </p:val>
                                        </p:tav>
                                        <p:tav tm="19410">
                                          <p:val>
                                            <p:fltVal val="-85.4"/>
                                          </p:val>
                                        </p:tav>
                                        <p:tav tm="20186">
                                          <p:val>
                                            <p:fltVal val="-129.55"/>
                                          </p:val>
                                        </p:tav>
                                        <p:tav tm="20963">
                                          <p:val>
                                            <p:fltVal val="-179.91"/>
                                          </p:val>
                                        </p:tav>
                                        <p:tav tm="21739">
                                          <p:val>
                                            <p:fltVal val="-224.41"/>
                                          </p:val>
                                        </p:tav>
                                        <p:tav tm="22516">
                                          <p:val>
                                            <p:fltVal val="-260.68"/>
                                          </p:val>
                                        </p:tav>
                                        <p:tav tm="23292">
                                          <p:val>
                                            <p:fltVal val="-288.53"/>
                                          </p:val>
                                        </p:tav>
                                        <p:tav tm="24068">
                                          <p:val>
                                            <p:fltVal val="-309.31"/>
                                          </p:val>
                                        </p:tav>
                                        <p:tav tm="24845">
                                          <p:val>
                                            <p:fltVal val="-324.66"/>
                                          </p:val>
                                        </p:tav>
                                        <p:tav tm="25621">
                                          <p:val>
                                            <p:fltVal val="-336"/>
                                          </p:val>
                                        </p:tav>
                                        <p:tav tm="26398">
                                          <p:val>
                                            <p:fltVal val="-344.38"/>
                                          </p:val>
                                        </p:tav>
                                        <p:tav tm="27174">
                                          <p:val>
                                            <p:fltVal val="-350.54"/>
                                          </p:val>
                                        </p:tav>
                                        <p:tav tm="27950">
                                          <p:val>
                                            <p:fltVal val="-355.02"/>
                                          </p:val>
                                        </p:tav>
                                        <p:tav tm="28727">
                                          <p:val>
                                            <p:fltVal val="-358.19"/>
                                          </p:val>
                                        </p:tav>
                                        <p:tav tm="29503">
                                          <p:val>
                                            <p:fltVal val="-360.34"/>
                                          </p:val>
                                        </p:tav>
                                        <p:tav tm="30280">
                                          <p:val>
                                            <p:fltVal val="-361.68"/>
                                          </p:val>
                                        </p:tav>
                                        <p:tav tm="31056">
                                          <p:val>
                                            <p:fltVal val="-362.35"/>
                                          </p:val>
                                        </p:tav>
                                        <p:tav tm="32609">
                                          <p:val>
                                            <p:fltVal val="-362.18"/>
                                          </p:val>
                                        </p:tav>
                                        <p:tav tm="34938">
                                          <p:val>
                                            <p:fltVal val="-359.28"/>
                                          </p:val>
                                        </p:tav>
                                        <p:tav tm="37267">
                                          <p:val>
                                            <p:fltVal val="-354.4"/>
                                          </p:val>
                                        </p:tav>
                                        <p:tav tm="38043">
                                          <p:val>
                                            <p:fltVal val="-354.4"/>
                                          </p:val>
                                        </p:tav>
                                        <p:tav tm="38820">
                                          <p:val>
                                            <p:fltVal val="-355.31"/>
                                          </p:val>
                                        </p:tav>
                                        <p:tav tm="40373">
                                          <p:val>
                                            <p:fltVal val="-358.52"/>
                                          </p:val>
                                        </p:tav>
                                        <p:tav tm="41925">
                                          <p:val>
                                            <p:fltVal val="-360.11"/>
                                          </p:val>
                                        </p:tav>
                                        <p:tav tm="46584">
                                          <p:val>
                                            <p:fltVal val="-361.28"/>
                                          </p:val>
                                        </p:tav>
                                        <p:tav tm="65217">
                                          <p:val>
                                            <p:fltVal val="-361.4"/>
                                          </p:val>
                                        </p:tav>
                                        <p:tav tm="65994">
                                          <p:val>
                                            <p:fltVal val="-355.34"/>
                                          </p:val>
                                        </p:tav>
                                        <p:tav tm="66770">
                                          <p:val>
                                            <p:fltVal val="-354.55"/>
                                          </p:val>
                                        </p:tav>
                                        <p:tav tm="67547">
                                          <p:val>
                                            <p:fltVal val="-354.41"/>
                                          </p:val>
                                        </p:tav>
                                        <p:tav tm="75311">
                                          <p:val>
                                            <p:fltVal val="-354.5"/>
                                          </p:val>
                                        </p:tav>
                                        <p:tav tm="78416">
                                          <p:val>
                                            <p:fltVal val="-355.54"/>
                                          </p:val>
                                        </p:tav>
                                        <p:tav tm="80745">
                                          <p:val>
                                            <p:fltVal val="-357.33"/>
                                          </p:val>
                                        </p:tav>
                                        <p:tav tm="87733">
                                          <p:val>
                                            <p:fltVal val="-357.4"/>
                                          </p:val>
                                        </p:tav>
                                        <p:tav tm="91615">
                                          <p:val>
                                            <p:fltVal val="-359.09"/>
                                          </p:val>
                                        </p:tav>
                                        <p:tav tm="99379">
                                          <p:val>
                                            <p:fltVal val="-35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42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871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1871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1533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11798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8697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6186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4267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284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1787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101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0291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508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743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0795"/>
                                          </p:val>
                                        </p:tav>
                                        <p:tav tm="31832">
                                          <p:val>
                                            <p:strVal val="#ppt_x-0.00652"/>
                                          </p:val>
                                        </p:tav>
                                        <p:tav tm="34938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38043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8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37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115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0344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0447"/>
                                          </p:val>
                                        </p:tav>
                                        <p:tav tm="72981">
                                          <p:val>
                                            <p:strVal val="#ppt_x-0.00534"/>
                                          </p:val>
                                        </p:tav>
                                        <p:tav tm="77640">
                                          <p:val>
                                            <p:strVal val="#ppt_x-0.00454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0347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154"/>
                                          </p:val>
                                        </p:tav>
                                        <p:tav tm="99379">
                                          <p:val>
                                            <p:strVal val="#ppt_x-0.00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42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065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4065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2315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1548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093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0121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326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569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698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769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629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44255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91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401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49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6505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863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0959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007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032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0471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041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018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09777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0913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8226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6974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2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039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41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341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42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52103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6430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74204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17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8742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1594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467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8622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0694"/>
                                          </p:val>
                                        </p:tav>
                                        <p:tav tm="29503">
                                          <p:val>
                                            <p:strVal val="#ppt_w*1.01834"/>
                                          </p:val>
                                        </p:tav>
                                        <p:tav tm="34938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42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51919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6408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73942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149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8711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12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43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8274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0338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01474"/>
                                          </p:val>
                                        </p:tav>
                                        <p:tav tm="34938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29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0.4"/>
                                          </p:val>
                                        </p:tav>
                                        <p:tav tm="17081">
                                          <p:val>
                                            <p:fltVal val="-140.4"/>
                                          </p:val>
                                        </p:tav>
                                        <p:tav tm="17857">
                                          <p:val>
                                            <p:fltVal val="-114.39"/>
                                          </p:val>
                                        </p:tav>
                                        <p:tav tm="18634">
                                          <p:val>
                                            <p:fltVal val="-87.22"/>
                                          </p:val>
                                        </p:tav>
                                        <p:tav tm="19410">
                                          <p:val>
                                            <p:fltVal val="-63.36"/>
                                          </p:val>
                                        </p:tav>
                                        <p:tav tm="20186">
                                          <p:val>
                                            <p:fltVal val="-44.02"/>
                                          </p:val>
                                        </p:tav>
                                        <p:tav tm="20963">
                                          <p:val>
                                            <p:fltVal val="-29.21"/>
                                          </p:val>
                                        </p:tav>
                                        <p:tav tm="21739">
                                          <p:val>
                                            <p:fltVal val="-18.18"/>
                                          </p:val>
                                        </p:tav>
                                        <p:tav tm="22516">
                                          <p:val>
                                            <p:fltVal val="-10.03"/>
                                          </p:val>
                                        </p:tav>
                                        <p:tav tm="23292">
                                          <p:val>
                                            <p:fltVal val="-4.01"/>
                                          </p:val>
                                        </p:tav>
                                        <p:tav tm="24068">
                                          <p:val>
                                            <p:fltVal val="0.44"/>
                                          </p:val>
                                        </p:tav>
                                        <p:tav tm="24845">
                                          <p:val>
                                            <p:fltVal val="3.71"/>
                                          </p:val>
                                        </p:tav>
                                        <p:tav tm="25621">
                                          <p:val>
                                            <p:fltVal val="6.08"/>
                                          </p:val>
                                        </p:tav>
                                        <p:tav tm="27174">
                                          <p:val>
                                            <p:fltVal val="8.89"/>
                                          </p:val>
                                        </p:tav>
                                        <p:tav tm="28727">
                                          <p:val>
                                            <p:fltVal val="9.93"/>
                                          </p:val>
                                        </p:tav>
                                        <p:tav tm="31056">
                                          <p:val>
                                            <p:fltVal val="9.42"/>
                                          </p:val>
                                        </p:tav>
                                        <p:tav tm="34938">
                                          <p:val>
                                            <p:fltVal val="5.6"/>
                                          </p:val>
                                        </p:tav>
                                        <p:tav tm="38043">
                                          <p:val>
                                            <p:fltVal val="5.6"/>
                                          </p:val>
                                        </p:tav>
                                        <p:tav tm="38820">
                                          <p:val>
                                            <p:fltVal val="4.69"/>
                                          </p:val>
                                        </p:tav>
                                        <p:tav tm="40373">
                                          <p:val>
                                            <p:fltVal val="1.48"/>
                                          </p:val>
                                        </p:tav>
                                        <p:tav tm="41925">
                                          <p:val>
                                            <p:fltVal val="-0.11"/>
                                          </p:val>
                                        </p:tav>
                                        <p:tav tm="45807">
                                          <p:val>
                                            <p:fltVal val="-1.21"/>
                                          </p:val>
                                        </p:tav>
                                        <p:tav tm="65217">
                                          <p:val>
                                            <p:fltVal val="-1.4"/>
                                          </p:val>
                                        </p:tav>
                                        <p:tav tm="65994">
                                          <p:val>
                                            <p:fltVal val="4.66"/>
                                          </p:val>
                                        </p:tav>
                                        <p:tav tm="66770">
                                          <p:val>
                                            <p:fltVal val="5.45"/>
                                          </p:val>
                                        </p:tav>
                                        <p:tav tm="67547">
                                          <p:val>
                                            <p:fltVal val="5.59"/>
                                          </p:val>
                                        </p:tav>
                                        <p:tav tm="75311">
                                          <p:val>
                                            <p:fltVal val="5.5"/>
                                          </p:val>
                                        </p:tav>
                                        <p:tav tm="78416">
                                          <p:val>
                                            <p:fltVal val="4.46"/>
                                          </p:val>
                                        </p:tav>
                                        <p:tav tm="80745">
                                          <p:val>
                                            <p:fltVal val="2.67"/>
                                          </p:val>
                                        </p:tav>
                                        <p:tav tm="87733">
                                          <p:val>
                                            <p:fltVal val="2.6"/>
                                          </p:val>
                                        </p:tav>
                                        <p:tav tm="91615">
                                          <p:val>
                                            <p:fltVal val="0.91"/>
                                          </p:val>
                                        </p:tav>
                                        <p:tav tm="99379">
                                          <p:val>
                                            <p:fltVal val="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42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932"/>
                                          </p:val>
                                        </p:tav>
                                        <p:tav tm="14752">
                                          <p:val>
                                            <p:strVal val="#ppt_x+0.11932"/>
                                          </p:val>
                                        </p:tav>
                                        <p:tav tm="15528">
                                          <p:val>
                                            <p:strVal val="#ppt_x+0.09719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76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5768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4305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3196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2374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1768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132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989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0746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445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31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283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617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506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41925">
                                          <p:val>
                                            <p:strVal val="#ppt_x-0.0008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185"/>
                                          </p:val>
                                        </p:tav>
                                        <p:tav tm="47360">
                                          <p:val>
                                            <p:strVal val="#ppt_x-0.0022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3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464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599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624"/>
                                          </p:val>
                                        </p:tav>
                                        <p:tav tm="76087">
                                          <p:val>
                                            <p:strVal val="#ppt_x+0.00589"/>
                                          </p:val>
                                        </p:tav>
                                        <p:tav tm="78416">
                                          <p:val>
                                            <p:strVal val="#ppt_x+0.00501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5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.0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42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8929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38929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31431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24188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7852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2747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8861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598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3856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229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113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321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0753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043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1219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1011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5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608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36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5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832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6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95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59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928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125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05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77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27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48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361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82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74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82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27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2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24898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53059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6511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7483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225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87771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1851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486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8724"/>
                                          </p:val>
                                        </p:tav>
                                        <p:tav tm="24068">
                                          <p:val>
                                            <p:strVal val="#ppt_w*1.00745"/>
                                          </p:val>
                                        </p:tav>
                                        <p:tav tm="27174">
                                          <p:val>
                                            <p:strVal val="#ppt_w*1.01831"/>
                                          </p:val>
                                        </p:tav>
                                        <p:tav tm="32609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21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52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5853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517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007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6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9687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4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265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42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2481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52871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6488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74566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196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87461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1526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4529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837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00389"/>
                                          </p:val>
                                        </p:tav>
                                        <p:tav tm="27174">
                                          <p:val>
                                            <p:strVal val="#ppt_h*1.01471"/>
                                          </p:val>
                                        </p:tav>
                                        <p:tav tm="32609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5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8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2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6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4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4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3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29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1.4"/>
                                          </p:val>
                                        </p:tav>
                                        <p:tav tm="14752">
                                          <p:val>
                                            <p:fltVal val="-171.4"/>
                                          </p:val>
                                        </p:tav>
                                        <p:tav tm="15528">
                                          <p:val>
                                            <p:fltVal val="-206.57"/>
                                          </p:val>
                                        </p:tav>
                                        <p:tav tm="16304">
                                          <p:val>
                                            <p:fltVal val="-240.4"/>
                                          </p:val>
                                        </p:tav>
                                        <p:tav tm="17081">
                                          <p:val>
                                            <p:fltVal val="-269.92"/>
                                          </p:val>
                                        </p:tav>
                                        <p:tav tm="17857">
                                          <p:val>
                                            <p:fltVal val="-293.74"/>
                                          </p:val>
                                        </p:tav>
                                        <p:tav tm="18634">
                                          <p:val>
                                            <p:fltVal val="-311.92"/>
                                          </p:val>
                                        </p:tav>
                                        <p:tav tm="19410">
                                          <p:val>
                                            <p:fltVal val="-325.45"/>
                                          </p:val>
                                        </p:tav>
                                        <p:tav tm="20186">
                                          <p:val>
                                            <p:fltVal val="-335.44"/>
                                          </p:val>
                                        </p:tav>
                                        <p:tav tm="20963">
                                          <p:val>
                                            <p:fltVal val="-342.82"/>
                                          </p:val>
                                        </p:tav>
                                        <p:tav tm="21739">
                                          <p:val>
                                            <p:fltVal val="-348.28"/>
                                          </p:val>
                                        </p:tav>
                                        <p:tav tm="22516">
                                          <p:val>
                                            <p:fltVal val="-352.28"/>
                                          </p:val>
                                        </p:tav>
                                        <p:tav tm="23292">
                                          <p:val>
                                            <p:fltVal val="-355.18"/>
                                          </p:val>
                                        </p:tav>
                                        <p:tav tm="24068">
                                          <p:val>
                                            <p:fltVal val="-357.23"/>
                                          </p:val>
                                        </p:tav>
                                        <p:tav tm="25621">
                                          <p:val>
                                            <p:fltVal val="-359.44"/>
                                          </p:val>
                                        </p:tav>
                                        <p:tav tm="27174">
                                          <p:val>
                                            <p:fltVal val="-359.89"/>
                                          </p:val>
                                        </p:tav>
                                        <p:tav tm="29503">
                                          <p:val>
                                            <p:fltVal val="-358.45"/>
                                          </p:val>
                                        </p:tav>
                                        <p:tav tm="32609">
                                          <p:val>
                                            <p:fltVal val="-354.4"/>
                                          </p:val>
                                        </p:tav>
                                        <p:tav tm="38043">
                                          <p:val>
                                            <p:fltVal val="-354.4"/>
                                          </p:val>
                                        </p:tav>
                                        <p:tav tm="38820">
                                          <p:val>
                                            <p:fltVal val="-355.31"/>
                                          </p:val>
                                        </p:tav>
                                        <p:tav tm="40373">
                                          <p:val>
                                            <p:fltVal val="-358.52"/>
                                          </p:val>
                                        </p:tav>
                                        <p:tav tm="41149">
                                          <p:val>
                                            <p:fltVal val="-359.49"/>
                                          </p:val>
                                        </p:tav>
                                        <p:tav tm="43478">
                                          <p:val>
                                            <p:fltVal val="-360.79"/>
                                          </p:val>
                                        </p:tav>
                                        <p:tav tm="48137">
                                          <p:val>
                                            <p:fltVal val="-361.37"/>
                                          </p:val>
                                        </p:tav>
                                        <p:tav tm="65217">
                                          <p:val>
                                            <p:fltVal val="-361.4"/>
                                          </p:val>
                                        </p:tav>
                                        <p:tav tm="65994">
                                          <p:val>
                                            <p:fltVal val="-355.34"/>
                                          </p:val>
                                        </p:tav>
                                        <p:tav tm="66770">
                                          <p:val>
                                            <p:fltVal val="-354.55"/>
                                          </p:val>
                                        </p:tav>
                                        <p:tav tm="74534">
                                          <p:val>
                                            <p:fltVal val="-354.42"/>
                                          </p:val>
                                        </p:tav>
                                        <p:tav tm="77640">
                                          <p:val>
                                            <p:fltVal val="-355.16"/>
                                          </p:val>
                                        </p:tav>
                                        <p:tav tm="80745">
                                          <p:val>
                                            <p:fltVal val="-357.33"/>
                                          </p:val>
                                        </p:tav>
                                        <p:tav tm="87733">
                                          <p:val>
                                            <p:fltVal val="-357.4"/>
                                          </p:val>
                                        </p:tav>
                                        <p:tav tm="91615">
                                          <p:val>
                                            <p:fltVal val="-359.09"/>
                                          </p:val>
                                        </p:tav>
                                        <p:tav tm="99379">
                                          <p:val>
                                            <p:fltVal val="-35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67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82" dur="350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6984"/>
                                          </p:val>
                                        </p:tav>
                                        <p:tav tm="14272">
                                          <p:val>
                                            <p:strVal val="#ppt_x-0.06984"/>
                                          </p:val>
                                        </p:tav>
                                        <p:tav tm="15224">
                                          <p:val>
                                            <p:strVal val="#ppt_x-0.06909"/>
                                          </p:val>
                                        </p:tav>
                                        <p:tav tm="16175">
                                          <p:val>
                                            <p:strVal val="#ppt_x-0.05544"/>
                                          </p:val>
                                        </p:tav>
                                        <p:tav tm="17127">
                                          <p:val>
                                            <p:strVal val="#ppt_x-0.04262"/>
                                          </p:val>
                                        </p:tav>
                                        <p:tav tm="18078">
                                          <p:val>
                                            <p:strVal val="#ppt_x-0.0315"/>
                                          </p:val>
                                        </p:tav>
                                        <p:tav tm="19029">
                                          <p:val>
                                            <p:strVal val="#ppt_x-0.02258"/>
                                          </p:val>
                                        </p:tav>
                                        <p:tav tm="19981">
                                          <p:val>
                                            <p:strVal val="#ppt_x-0.01578"/>
                                          </p:val>
                                        </p:tav>
                                        <p:tav tm="20932">
                                          <p:val>
                                            <p:strVal val="#ppt_x-0.01073"/>
                                          </p:val>
                                        </p:tav>
                                        <p:tav tm="21884">
                                          <p:val>
                                            <p:strVal val="#ppt_x-0.007"/>
                                          </p:val>
                                        </p:tav>
                                        <p:tav tm="22835">
                                          <p:val>
                                            <p:strVal val="#ppt_x-0.00425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0194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0209"/>
                                          </p:val>
                                        </p:tav>
                                        <p:tav tm="33302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37108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50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477"/>
                                          </p:val>
                                        </p:tav>
                                        <p:tav tm="14272">
                                          <p:val>
                                            <p:strVal val="#ppt_y+0.09477"/>
                                          </p:val>
                                        </p:tav>
                                        <p:tav tm="15224">
                                          <p:val>
                                            <p:strVal val="#ppt_y+0.09375"/>
                                          </p:val>
                                        </p:tav>
                                        <p:tav tm="16175">
                                          <p:val>
                                            <p:strVal val="#ppt_y+0.07518"/>
                                          </p:val>
                                        </p:tav>
                                        <p:tav tm="17127">
                                          <p:val>
                                            <p:strVal val="#ppt_y+0.05773"/>
                                          </p:val>
                                        </p:tav>
                                        <p:tav tm="18078">
                                          <p:val>
                                            <p:strVal val="#ppt_y+0.04259"/>
                                          </p:val>
                                        </p:tav>
                                        <p:tav tm="19029">
                                          <p:val>
                                            <p:strVal val="#ppt_y+0.03045"/>
                                          </p:val>
                                        </p:tav>
                                        <p:tav tm="19981">
                                          <p:val>
                                            <p:strVal val="#ppt_y+0.0212"/>
                                          </p:val>
                                        </p:tav>
                                        <p:tav tm="20932">
                                          <p:val>
                                            <p:strVal val="#ppt_y+0.01432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00925"/>
                                          </p:val>
                                        </p:tav>
                                        <p:tav tm="22835">
                                          <p:val>
                                            <p:strVal val="#ppt_y+0.00549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26641">
                                          <p:val>
                                            <p:strVal val="#ppt_y-0.00182"/>
                                          </p:val>
                                        </p:tav>
                                        <p:tav tm="30447">
                                          <p:val>
                                            <p:strVal val="#ppt_y-0.00313"/>
                                          </p:val>
                                        </p:tav>
                                        <p:tav tm="37108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761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452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986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68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028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206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9312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9261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07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715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166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3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303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856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924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33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350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4272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224">
                                          <p:val>
                                            <p:strVal val="#ppt_w*0.25807"/>
                                          </p:val>
                                        </p:tav>
                                        <p:tav tm="16175">
                                          <p:val>
                                            <p:strVal val="#ppt_w*0.40462"/>
                                          </p:val>
                                        </p:tav>
                                        <p:tav tm="17127">
                                          <p:val>
                                            <p:strVal val="#ppt_w*0.54227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6617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75754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83051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88474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92481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95441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26641">
                                          <p:val>
                                            <p:strVal val="#ppt_w*1.01209"/>
                                          </p:val>
                                        </p:tav>
                                        <p:tav tm="30447">
                                          <p:val>
                                            <p:strVal val="#ppt_w*1.02246"/>
                                          </p:val>
                                        </p:tav>
                                        <p:tav tm="37108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350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4272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5224">
                                          <p:val>
                                            <p:strVal val="#ppt_h*0.25609"/>
                                          </p:val>
                                        </p:tav>
                                        <p:tav tm="16175">
                                          <p:val>
                                            <p:strVal val="#ppt_h*0.40151"/>
                                          </p:val>
                                        </p:tav>
                                        <p:tav tm="17127">
                                          <p:val>
                                            <p:strVal val="#ppt_h*0.5381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65661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75172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82412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87794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9177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94707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98468"/>
                                          </p:val>
                                        </p:tav>
                                        <p:tav tm="26641">
                                          <p:val>
                                            <p:strVal val="#ppt_h*1.0043"/>
                                          </p:val>
                                        </p:tav>
                                        <p:tav tm="30447">
                                          <p:val>
                                            <p:strVal val="#ppt_h*1.0146"/>
                                          </p:val>
                                        </p:tav>
                                        <p:tav tm="37108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50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0"/>
                                          </p:val>
                                        </p:tav>
                                        <p:tav tm="14272">
                                          <p:val>
                                            <p:fltVal val="140"/>
                                          </p:val>
                                        </p:tav>
                                        <p:tav tm="15224">
                                          <p:val>
                                            <p:fltVal val="142.37"/>
                                          </p:val>
                                        </p:tav>
                                        <p:tav tm="16175">
                                          <p:val>
                                            <p:fltVal val="185.36"/>
                                          </p:val>
                                        </p:tav>
                                        <p:tav tm="17127">
                                          <p:val>
                                            <p:fltVal val="225.73"/>
                                          </p:val>
                                        </p:tav>
                                        <p:tav tm="18078">
                                          <p:val>
                                            <p:fltVal val="260.77"/>
                                          </p:val>
                                        </p:tav>
                                        <p:tav tm="19029">
                                          <p:val>
                                            <p:fltVal val="288.88"/>
                                          </p:val>
                                        </p:tav>
                                        <p:tav tm="19981">
                                          <p:val>
                                            <p:fltVal val="310.28"/>
                                          </p:val>
                                        </p:tav>
                                        <p:tav tm="20932">
                                          <p:val>
                                            <p:fltVal val="326.19"/>
                                          </p:val>
                                        </p:tav>
                                        <p:tav tm="21884">
                                          <p:val>
                                            <p:fltVal val="337.94"/>
                                          </p:val>
                                        </p:tav>
                                        <p:tav tm="22835">
                                          <p:val>
                                            <p:fltVal val="346.63"/>
                                          </p:val>
                                        </p:tav>
                                        <p:tav tm="23787">
                                          <p:val>
                                            <p:fltVal val="353.04"/>
                                          </p:val>
                                        </p:tav>
                                        <p:tav tm="24738">
                                          <p:val>
                                            <p:fltVal val="357.74"/>
                                          </p:val>
                                        </p:tav>
                                        <p:tav tm="25690">
                                          <p:val>
                                            <p:fltVal val="361.15"/>
                                          </p:val>
                                        </p:tav>
                                        <p:tav tm="26641">
                                          <p:val>
                                            <p:fltVal val="363.55"/>
                                          </p:val>
                                        </p:tav>
                                        <p:tav tm="27593">
                                          <p:val>
                                            <p:fltVal val="365.15"/>
                                          </p:val>
                                        </p:tav>
                                        <p:tav tm="28544">
                                          <p:val>
                                            <p:fltVal val="366.11"/>
                                          </p:val>
                                        </p:tav>
                                        <p:tav tm="30447">
                                          <p:val>
                                            <p:fltVal val="366.59"/>
                                          </p:val>
                                        </p:tav>
                                        <p:tav tm="33302">
                                          <p:val>
                                            <p:fltVal val="364.8"/>
                                          </p:val>
                                        </p:tav>
                                        <p:tav tm="37108">
                                          <p:val>
                                            <p:fltVal val="360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0" dur="350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389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5389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483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3798"/>
                                          </p:val>
                                        </p:tav>
                                        <p:tav tm="29496">
                                          <p:val>
                                            <p:strVal val="#ppt_x-0.02864"/>
                                          </p:val>
                                        </p:tav>
                                        <p:tav tm="30447">
                                          <p:val>
                                            <p:strVal val="#ppt_x-0.02084"/>
                                          </p:val>
                                        </p:tav>
                                        <p:tav tm="31399">
                                          <p:val>
                                            <p:strVal val="#ppt_x-0.01475"/>
                                          </p:val>
                                        </p:tav>
                                        <p:tav tm="32350">
                                          <p:val>
                                            <p:strVal val="#ppt_x-0.01019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0681"/>
                                          </p:val>
                                        </p:tav>
                                        <p:tav tm="34253">
                                          <p:val>
                                            <p:strVal val="#ppt_x-0.00432"/>
                                          </p:val>
                                        </p:tav>
                                        <p:tav tm="35205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36156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38059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41865">
                                          <p:val>
                                            <p:strVal val="#ppt_x+0.00162"/>
                                          </p:val>
                                        </p:tav>
                                        <p:tav tm="49477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054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50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4021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14021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12562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9873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7437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5403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3818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2628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1748"/>
                                          </p:val>
                                        </p:tav>
                                        <p:tav tm="34253">
                                          <p:val>
                                            <p:strVal val="#ppt_y+0.01097"/>
                                          </p:val>
                                        </p:tav>
                                        <p:tav tm="35205">
                                          <p:val>
                                            <p:strVal val="#ppt_y+0.00617"/>
                                          </p:val>
                                        </p:tav>
                                        <p:tav tm="36156">
                                          <p:val>
                                            <p:strVal val="#ppt_y+0.00262"/>
                                          </p:val>
                                        </p:tav>
                                        <p:tav tm="38059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39962">
                                          <p:val>
                                            <p:strVal val="#ppt_y-0.00391"/>
                                          </p:val>
                                        </p:tav>
                                        <p:tav tm="41865">
                                          <p:val>
                                            <p:strVal val="#ppt_y-0.00451"/>
                                          </p:val>
                                        </p:tav>
                                        <p:tav tm="44719">
                                          <p:val>
                                            <p:strVal val="#ppt_y-0.00366"/>
                                          </p:val>
                                        </p:tav>
                                        <p:tav tm="49477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761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452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986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68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028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206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9312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9261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07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715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166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3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303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856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924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33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350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32787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4714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60147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71003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79467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85819"/>
                                          </p:val>
                                        </p:tav>
                                        <p:tav tm="33302">
                                          <p:val>
                                            <p:strVal val="#ppt_w*0.9052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3992"/>
                                          </p:val>
                                        </p:tav>
                                        <p:tav tm="35205">
                                          <p:val>
                                            <p:strVal val="#ppt_w*0.96558"/>
                                          </p:val>
                                        </p:tav>
                                        <p:tav tm="36156">
                                          <p:val>
                                            <p:strVal val="#ppt_w*0.98448"/>
                                          </p:val>
                                        </p:tav>
                                        <p:tav tm="38059">
                                          <p:val>
                                            <p:strVal val="#ppt_w*1.00816"/>
                                          </p:val>
                                        </p:tav>
                                        <p:tav tm="41865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49477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350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32535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46777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59685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70457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78856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85159"/>
                                          </p:val>
                                        </p:tav>
                                        <p:tav tm="33302">
                                          <p:val>
                                            <p:strVal val="#ppt_h*0.89824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3269"/>
                                          </p:val>
                                        </p:tav>
                                        <p:tav tm="35205">
                                          <p:val>
                                            <p:strVal val="#ppt_h*0.95815"/>
                                          </p:val>
                                        </p:tav>
                                        <p:tav tm="36156">
                                          <p:val>
                                            <p:strVal val="#ppt_h*0.97691"/>
                                          </p:val>
                                        </p:tav>
                                        <p:tav tm="38059">
                                          <p:val>
                                            <p:strVal val="#ppt_h*1.00041"/>
                                          </p:val>
                                        </p:tav>
                                        <p:tav tm="41865">
                                          <p:val>
                                            <p:strVal val="#ppt_h*1.01471"/>
                                          </p:val>
                                        </p:tav>
                                        <p:tav tm="49477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350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3"/>
                                          </p:val>
                                        </p:tav>
                                        <p:tav tm="26641">
                                          <p:val>
                                            <p:fltVal val="-103"/>
                                          </p:val>
                                        </p:tav>
                                        <p:tav tm="27593">
                                          <p:val>
                                            <p:fltVal val="-129.68"/>
                                          </p:val>
                                        </p:tav>
                                        <p:tav tm="28544">
                                          <p:val>
                                            <p:fltVal val="-178.87"/>
                                          </p:val>
                                        </p:tav>
                                        <p:tav tm="29496">
                                          <p:val>
                                            <p:fltVal val="-223.44"/>
                                          </p:val>
                                        </p:tav>
                                        <p:tav tm="30447">
                                          <p:val>
                                            <p:fltVal val="-260.64"/>
                                          </p:val>
                                        </p:tav>
                                        <p:tav tm="31399">
                                          <p:val>
                                            <p:fltVal val="-289.64"/>
                                          </p:val>
                                        </p:tav>
                                        <p:tav tm="32350">
                                          <p:val>
                                            <p:fltVal val="-311.41"/>
                                          </p:val>
                                        </p:tav>
                                        <p:tav tm="33302">
                                          <p:val>
                                            <p:fltVal val="-327.51"/>
                                          </p:val>
                                        </p:tav>
                                        <p:tav tm="34253">
                                          <p:val>
                                            <p:fltVal val="-339.41"/>
                                          </p:val>
                                        </p:tav>
                                        <p:tav tm="35205">
                                          <p:val>
                                            <p:fltVal val="-348.2"/>
                                          </p:val>
                                        </p:tav>
                                        <p:tav tm="36156">
                                          <p:val>
                                            <p:fltVal val="-354.68"/>
                                          </p:val>
                                        </p:tav>
                                        <p:tav tm="37108">
                                          <p:val>
                                            <p:fltVal val="-359.41"/>
                                          </p:val>
                                        </p:tav>
                                        <p:tav tm="38059">
                                          <p:val>
                                            <p:fltVal val="-362.8"/>
                                          </p:val>
                                        </p:tav>
                                        <p:tav tm="39010">
                                          <p:val>
                                            <p:fltVal val="-365.13"/>
                                          </p:val>
                                        </p:tav>
                                        <p:tav tm="39962">
                                          <p:val>
                                            <p:fltVal val="-366.63"/>
                                          </p:val>
                                        </p:tav>
                                        <p:tav tm="41865">
                                          <p:val>
                                            <p:fltVal val="-367.74"/>
                                          </p:val>
                                        </p:tav>
                                        <p:tav tm="42816">
                                          <p:val>
                                            <p:fltVal val="-367.57"/>
                                          </p:val>
                                        </p:tav>
                                        <p:tav tm="44719">
                                          <p:val>
                                            <p:fltVal val="-366.17"/>
                                          </p:val>
                                        </p:tav>
                                        <p:tav tm="46622">
                                          <p:val>
                                            <p:fltVal val="-363.71"/>
                                          </p:val>
                                        </p:tav>
                                        <p:tav tm="48525">
                                          <p:val>
                                            <p:fltVal val="-360.49"/>
                                          </p:val>
                                        </p:tav>
                                        <p:tav tm="49477">
                                          <p:val>
                                            <p:fltVal val="-360"/>
                                          </p:val>
                                        </p:tav>
                                        <p:tav tm="9990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198" dur="350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3269"/>
                                          </p:val>
                                        </p:tav>
                                        <p:tav tm="23787">
                                          <p:val>
                                            <p:strVal val="#ppt_x-0.03269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2883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1699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1233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0872"/>
                                          </p:val>
                                        </p:tav>
                                        <p:tav tm="29496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31399">
                                          <p:val>
                                            <p:strVal val="#ppt_x-0.00253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0063"/>
                                          </p:val>
                                        </p:tav>
                                        <p:tav tm="35205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39010">
                                          <p:val>
                                            <p:strVal val="#ppt_x+0.00098"/>
                                          </p:val>
                                        </p:tav>
                                        <p:tav tm="46622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50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957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17957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15831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12399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9308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6742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475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3257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2152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1337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0734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35205">
                                          <p:val>
                                            <p:strVal val="#ppt_y-0.00265"/>
                                          </p:val>
                                        </p:tav>
                                        <p:tav tm="37108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39010">
                                          <p:val>
                                            <p:strVal val="#ppt_y-0.00597"/>
                                          </p:val>
                                        </p:tav>
                                        <p:tav tm="41865">
                                          <p:val>
                                            <p:strVal val="#ppt_y-0.00482"/>
                                          </p:val>
                                        </p:tav>
                                        <p:tav tm="45671">
                                          <p:val>
                                            <p:strVal val="#ppt_y-0.0008"/>
                                          </p:val>
                                        </p:tav>
                                        <p:tav tm="46622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29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667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29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8603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8762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8858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8809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8628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292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777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026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004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632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801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44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50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33855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48143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61016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71698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79995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86211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90809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94206"/>
                                          </p:val>
                                        </p:tav>
                                        <p:tav tm="33302">
                                          <p:val>
                                            <p:strVal val="#ppt_w*0.98564"/>
                                          </p:val>
                                        </p:tav>
                                        <p:tav tm="35205">
                                          <p:val>
                                            <p:strVal val="#ppt_w*1.00875"/>
                                          </p:val>
                                        </p:tav>
                                        <p:tav tm="39010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6622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50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33595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47773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60547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71147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7938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85548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90111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93481"/>
                                          </p:val>
                                        </p:tav>
                                        <p:tav tm="33302">
                                          <p:val>
                                            <p:strVal val="#ppt_h*0.97806"/>
                                          </p:val>
                                        </p:tav>
                                        <p:tav tm="35205">
                                          <p:val>
                                            <p:strVal val="#ppt_h*1.00099"/>
                                          </p:val>
                                        </p:tav>
                                        <p:tav tm="39010">
                                          <p:val>
                                            <p:strVal val="#ppt_h*1.01471"/>
                                          </p:val>
                                        </p:tav>
                                        <p:tav tm="46622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350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4"/>
                                          </p:val>
                                        </p:tav>
                                        <p:tav tm="23787">
                                          <p:val>
                                            <p:fltVal val="-134"/>
                                          </p:val>
                                        </p:tav>
                                        <p:tav tm="24738">
                                          <p:val>
                                            <p:fltVal val="-118.18"/>
                                          </p:val>
                                        </p:tav>
                                        <p:tav tm="25690">
                                          <p:val>
                                            <p:fltVal val="-92.65"/>
                                          </p:val>
                                        </p:tav>
                                        <p:tav tm="26641">
                                          <p:val>
                                            <p:fltVal val="-69.65"/>
                                          </p:val>
                                        </p:tav>
                                        <p:tav tm="27593">
                                          <p:val>
                                            <p:fltVal val="-50.57"/>
                                          </p:val>
                                        </p:tav>
                                        <p:tav tm="28544">
                                          <p:val>
                                            <p:fltVal val="-35.74"/>
                                          </p:val>
                                        </p:tav>
                                        <p:tav tm="29496">
                                          <p:val>
                                            <p:fltVal val="-24.64"/>
                                          </p:val>
                                        </p:tav>
                                        <p:tav tm="30447">
                                          <p:val>
                                            <p:fltVal val="-16.42"/>
                                          </p:val>
                                        </p:tav>
                                        <p:tav tm="31399">
                                          <p:val>
                                            <p:fltVal val="-10.35"/>
                                          </p:val>
                                        </p:tav>
                                        <p:tav tm="32350">
                                          <p:val>
                                            <p:fltVal val="-5.87"/>
                                          </p:val>
                                        </p:tav>
                                        <p:tav tm="33302">
                                          <p:val>
                                            <p:fltVal val="-2.57"/>
                                          </p:val>
                                        </p:tav>
                                        <p:tav tm="34253">
                                          <p:val>
                                            <p:fltVal val="-0.16"/>
                                          </p:val>
                                        </p:tav>
                                        <p:tav tm="35205">
                                          <p:val>
                                            <p:fltVal val="1.56"/>
                                          </p:val>
                                        </p:tav>
                                        <p:tav tm="37108">
                                          <p:val>
                                            <p:fltVal val="3.5"/>
                                          </p:val>
                                        </p:tav>
                                        <p:tav tm="39010">
                                          <p:val>
                                            <p:fltVal val="4.03"/>
                                          </p:val>
                                        </p:tav>
                                        <p:tav tm="41865">
                                          <p:val>
                                            <p:fltVal val="3.18"/>
                                          </p:val>
                                        </p:tav>
                                        <p:tav tm="45671">
                                          <p:val>
                                            <p:fltVal val="0.19"/>
                                          </p:val>
                                        </p:tav>
                                        <p:tav tm="46622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06" dur="350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20932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25690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32350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45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113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50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1193"/>
                                          </p:val>
                                        </p:tav>
                                        <p:tav tm="20932">
                                          <p:val>
                                            <p:strVal val="#ppt_y+0.21193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18382"/>
                                          </p:val>
                                        </p:tav>
                                        <p:tav tm="22835">
                                          <p:val>
                                            <p:strVal val="#ppt_y+0.14352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10743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7765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5461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3737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2462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152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0825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0312"/>
                                          </p:val>
                                        </p:tav>
                                        <p:tav tm="32350">
                                          <p:val>
                                            <p:strVal val="#ppt_y-0.00327"/>
                                          </p:val>
                                        </p:tav>
                                        <p:tav tm="34253">
                                          <p:val>
                                            <p:strVal val="#ppt_y-0.00624"/>
                                          </p:val>
                                        </p:tav>
                                        <p:tav tm="36156">
                                          <p:val>
                                            <p:strVal val="#ppt_y-0.00702"/>
                                          </p:val>
                                        </p:tav>
                                        <p:tav tm="39010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42816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43768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244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577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181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8483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8637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873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8682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8504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172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7659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6926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592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569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76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350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34921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49139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61873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7238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80512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86594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91092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94415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98677"/>
                                          </p:val>
                                        </p:tav>
                                        <p:tav tm="32350">
                                          <p:val>
                                            <p:strVal val="#ppt_w*1.00933"/>
                                          </p:val>
                                        </p:tav>
                                        <p:tav tm="36156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43768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50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34652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48761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61397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71824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79892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85928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90392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93689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97918"/>
                                          </p:val>
                                        </p:tav>
                                        <p:tav tm="32350">
                                          <p:val>
                                            <p:strVal val="#ppt_h*1.00156"/>
                                          </p:val>
                                        </p:tav>
                                        <p:tav tm="36156">
                                          <p:val>
                                            <p:strVal val="#ppt_h*1.01471"/>
                                          </p:val>
                                        </p:tav>
                                        <p:tav tm="43768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350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1"/>
                                          </p:val>
                                        </p:tav>
                                        <p:tav tm="20932">
                                          <p:val>
                                            <p:fltVal val="171"/>
                                          </p:val>
                                        </p:tav>
                                        <p:tav tm="21884">
                                          <p:val>
                                            <p:fltVal val="148.38"/>
                                          </p:val>
                                        </p:tav>
                                        <p:tav tm="22835">
                                          <p:val>
                                            <p:fltVal val="115.96"/>
                                          </p:val>
                                        </p:tav>
                                        <p:tav tm="23787">
                                          <p:val>
                                            <p:fltVal val="86.93"/>
                                          </p:val>
                                        </p:tav>
                                        <p:tav tm="24738">
                                          <p:val>
                                            <p:fltVal val="62.97"/>
                                          </p:val>
                                        </p:tav>
                                        <p:tav tm="25690">
                                          <p:val>
                                            <p:fltVal val="44.43"/>
                                          </p:val>
                                        </p:tav>
                                        <p:tav tm="26641">
                                          <p:val>
                                            <p:fltVal val="30.57"/>
                                          </p:val>
                                        </p:tav>
                                        <p:tav tm="27593">
                                          <p:val>
                                            <p:fltVal val="20.31"/>
                                          </p:val>
                                        </p:tav>
                                        <p:tav tm="28544">
                                          <p:val>
                                            <p:fltVal val="12.73"/>
                                          </p:val>
                                        </p:tav>
                                        <p:tav tm="29496">
                                          <p:val>
                                            <p:fltVal val="7.14"/>
                                          </p:val>
                                        </p:tav>
                                        <p:tav tm="30447">
                                          <p:val>
                                            <p:fltVal val="3.02"/>
                                          </p:val>
                                        </p:tav>
                                        <p:tav tm="31399">
                                          <p:val>
                                            <p:fltVal val="0.01"/>
                                          </p:val>
                                        </p:tav>
                                        <p:tav tm="32350">
                                          <p:val>
                                            <p:fltVal val="-2.13"/>
                                          </p:val>
                                        </p:tav>
                                        <p:tav tm="34253">
                                          <p:val>
                                            <p:fltVal val="-4.52"/>
                                          </p:val>
                                        </p:tav>
                                        <p:tav tm="36156">
                                          <p:val>
                                            <p:fltVal val="-5.15"/>
                                          </p:val>
                                        </p:tav>
                                        <p:tav tm="39010">
                                          <p:val>
                                            <p:fltVal val="-4.01"/>
                                          </p:val>
                                        </p:tav>
                                        <p:tav tm="42816">
                                          <p:val>
                                            <p:fltVal val="-0.15"/>
                                          </p:val>
                                        </p:tav>
                                        <p:tav tm="43768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14" dur="350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754"/>
                                          </p:val>
                                        </p:tav>
                                        <p:tav tm="18078">
                                          <p:val>
                                            <p:strVal val="#ppt_x+0.08754"/>
                                          </p:val>
                                        </p:tav>
                                        <p:tav tm="19029">
                                          <p:val>
                                            <p:strVal val="#ppt_x+0.07472"/>
                                          </p:val>
                                        </p:tav>
                                        <p:tav tm="19981">
                                          <p:val>
                                            <p:strVal val="#ppt_x+0.05821"/>
                                          </p:val>
                                        </p:tav>
                                        <p:tav tm="20932">
                                          <p:val>
                                            <p:strVal val="#ppt_x+0.04352"/>
                                          </p:val>
                                        </p:tav>
                                        <p:tav tm="21884">
                                          <p:val>
                                            <p:strVal val="#ppt_x+0.03146"/>
                                          </p:val>
                                        </p:tav>
                                        <p:tav tm="22835">
                                          <p:val>
                                            <p:strVal val="#ppt_x+0.02216"/>
                                          </p:val>
                                        </p:tav>
                                        <p:tav tm="23787">
                                          <p:val>
                                            <p:strVal val="#ppt_x+0.01521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01007"/>
                                          </p:val>
                                        </p:tav>
                                        <p:tav tm="25690">
                                          <p:val>
                                            <p:strVal val="#ppt_x+0.00628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00348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29496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31399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36156">
                                          <p:val>
                                            <p:strVal val="#ppt_x-0.00203"/>
                                          </p:val>
                                        </p:tav>
                                        <p:tav tm="39962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065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05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50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9939"/>
                                          </p:val>
                                        </p:tav>
                                        <p:tav tm="18078">
                                          <p:val>
                                            <p:strVal val="#ppt_y+0.19939"/>
                                          </p:val>
                                        </p:tav>
                                        <p:tav tm="19029">
                                          <p:val>
                                            <p:strVal val="#ppt_y+0.17015"/>
                                          </p:val>
                                        </p:tav>
                                        <p:tav tm="19981">
                                          <p:val>
                                            <p:strVal val="#ppt_y+0.13249"/>
                                          </p:val>
                                        </p:tav>
                                        <p:tav tm="20932">
                                          <p:val>
                                            <p:strVal val="#ppt_y+0.09897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07147"/>
                                          </p:val>
                                        </p:tav>
                                        <p:tav tm="22835">
                                          <p:val>
                                            <p:strVal val="#ppt_y+0.05025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03441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2269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0765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0294"/>
                                          </p:val>
                                        </p:tav>
                                        <p:tav tm="29496">
                                          <p:val>
                                            <p:strVal val="#ppt_y-0.00291"/>
                                          </p:val>
                                        </p:tav>
                                        <p:tav tm="31399">
                                          <p:val>
                                            <p:strVal val="#ppt_y-0.00561"/>
                                          </p:val>
                                        </p:tav>
                                        <p:tav tm="33302">
                                          <p:val>
                                            <p:strVal val="#ppt_y-0.00629"/>
                                          </p:val>
                                        </p:tav>
                                        <p:tav tm="36156">
                                          <p:val>
                                            <p:strVal val="#ppt_y-0.0049"/>
                                          </p:val>
                                        </p:tav>
                                        <p:tav tm="39962">
                                          <p:val>
                                            <p:strVal val="#ppt_y-0.00036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761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452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986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68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028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206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9312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9261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07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715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166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3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303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856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924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33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50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35984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50126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62718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7305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81018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86969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91369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9462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98788"/>
                                          </p:val>
                                        </p:tav>
                                        <p:tav tm="29496">
                                          <p:val>
                                            <p:strVal val="#ppt_w*1.00988"/>
                                          </p:val>
                                        </p:tav>
                                        <p:tav tm="33302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36156">
                                          <p:val>
                                            <p:strVal val="#ppt_w*1.01735"/>
                                          </p:val>
                                        </p:tav>
                                        <p:tav tm="39962">
                                          <p:val>
                                            <p:strVal val="#ppt_w*1.00029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50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35707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49741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62235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72488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80394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863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90667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93892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98028"/>
                                          </p:val>
                                        </p:tav>
                                        <p:tav tm="29496">
                                          <p:val>
                                            <p:strVal val="#ppt_h*1.00212"/>
                                          </p:val>
                                        </p:tav>
                                        <p:tav tm="33302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36156">
                                          <p:val>
                                            <p:strVal val="#ppt_h*1.00953"/>
                                          </p:val>
                                        </p:tav>
                                        <p:tav tm="39962">
                                          <p:val>
                                            <p:strVal val="#ppt_h*0.99259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350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2"/>
                                          </p:val>
                                        </p:tav>
                                        <p:tav tm="18078">
                                          <p:val>
                                            <p:fltVal val="152"/>
                                          </p:val>
                                        </p:tav>
                                        <p:tav tm="19029">
                                          <p:val>
                                            <p:fltVal val="182.46"/>
                                          </p:val>
                                        </p:tav>
                                        <p:tav tm="19981">
                                          <p:val>
                                            <p:fltVal val="221.68"/>
                                          </p:val>
                                        </p:tav>
                                        <p:tav tm="20932">
                                          <p:val>
                                            <p:fltVal val="256.6"/>
                                          </p:val>
                                        </p:tav>
                                        <p:tav tm="21884">
                                          <p:val>
                                            <p:fltVal val="285.26"/>
                                          </p:val>
                                        </p:tav>
                                        <p:tav tm="22835">
                                          <p:val>
                                            <p:fltVal val="307.36"/>
                                          </p:val>
                                        </p:tav>
                                        <p:tav tm="23787">
                                          <p:val>
                                            <p:fltVal val="323.86"/>
                                          </p:val>
                                        </p:tav>
                                        <p:tav tm="24738">
                                          <p:val>
                                            <p:fltVal val="336.06"/>
                                          </p:val>
                                        </p:tav>
                                        <p:tav tm="25690">
                                          <p:val>
                                            <p:fltVal val="345.08"/>
                                          </p:val>
                                        </p:tav>
                                        <p:tav tm="26641">
                                          <p:val>
                                            <p:fltVal val="351.74"/>
                                          </p:val>
                                        </p:tav>
                                        <p:tav tm="27593">
                                          <p:val>
                                            <p:fltVal val="356.64"/>
                                          </p:val>
                                        </p:tav>
                                        <p:tav tm="28544">
                                          <p:val>
                                            <p:fltVal val="360.21"/>
                                          </p:val>
                                        </p:tav>
                                        <p:tav tm="29496">
                                          <p:val>
                                            <p:fltVal val="362.74"/>
                                          </p:val>
                                        </p:tav>
                                        <p:tav tm="30447">
                                          <p:val>
                                            <p:fltVal val="364.47"/>
                                          </p:val>
                                        </p:tav>
                                        <p:tav tm="31399">
                                          <p:val>
                                            <p:fltVal val="365.55"/>
                                          </p:val>
                                        </p:tav>
                                        <p:tav tm="33302">
                                          <p:val>
                                            <p:fltVal val="366.26"/>
                                          </p:val>
                                        </p:tav>
                                        <p:tav tm="36156">
                                          <p:val>
                                            <p:fltVal val="364.81"/>
                                          </p:val>
                                        </p:tav>
                                        <p:tav tm="39962">
                                          <p:val>
                                            <p:fltVal val="360.08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" dur="350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215"/>
                                          </p:val>
                                        </p:tav>
                                        <p:tav tm="15224">
                                          <p:val>
                                            <p:strVal val="#ppt_x+0.1215"/>
                                          </p:val>
                                        </p:tav>
                                        <p:tav tm="16175">
                                          <p:val>
                                            <p:strVal val="#ppt_x+0.10199"/>
                                          </p:val>
                                        </p:tav>
                                        <p:tav tm="17127">
                                          <p:val>
                                            <p:strVal val="#ppt_x+0.07921"/>
                                          </p:val>
                                        </p:tav>
                                        <p:tav tm="18078">
                                          <p:val>
                                            <p:strVal val="#ppt_x+0.05905"/>
                                          </p:val>
                                        </p:tav>
                                        <p:tav tm="19029">
                                          <p:val>
                                            <p:strVal val="#ppt_x+0.04259"/>
                                          </p:val>
                                        </p:tav>
                                        <p:tav tm="19981">
                                          <p:val>
                                            <p:strVal val="#ppt_x+0.02995"/>
                                          </p:val>
                                        </p:tav>
                                        <p:tav tm="20932">
                                          <p:val>
                                            <p:strVal val="#ppt_x+0.02052"/>
                                          </p:val>
                                        </p:tav>
                                        <p:tav tm="21884">
                                          <p:val>
                                            <p:strVal val="#ppt_x+0.01354"/>
                                          </p:val>
                                        </p:tav>
                                        <p:tav tm="22835">
                                          <p:val>
                                            <p:strVal val="#ppt_x+0.00839"/>
                                          </p:val>
                                        </p:tav>
                                        <p:tav tm="23787">
                                          <p:val>
                                            <p:strVal val="#ppt_x+0.00459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0169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0328"/>
                                          </p:val>
                                        </p:tav>
                                        <p:tav tm="30447">
                                          <p:val>
                                            <p:strVal val="#ppt_x-0.00365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0277"/>
                                          </p:val>
                                        </p:tav>
                                        <p:tav tm="37108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063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076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24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350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9122"/>
                                          </p:val>
                                        </p:tav>
                                        <p:tav tm="15224">
                                          <p:val>
                                            <p:strVal val="#ppt_y+0.19122"/>
                                          </p:val>
                                        </p:tav>
                                        <p:tav tm="16175">
                                          <p:val>
                                            <p:strVal val="#ppt_y+0.16047"/>
                                          </p:val>
                                        </p:tav>
                                        <p:tav tm="17127">
                                          <p:val>
                                            <p:strVal val="#ppt_y+0.12456"/>
                                          </p:val>
                                        </p:tav>
                                        <p:tav tm="18078">
                                          <p:val>
                                            <p:strVal val="#ppt_y+0.09279"/>
                                          </p:val>
                                        </p:tav>
                                        <p:tav tm="19029">
                                          <p:val>
                                            <p:strVal val="#ppt_y+0.06686"/>
                                          </p:val>
                                        </p:tav>
                                        <p:tav tm="19981">
                                          <p:val>
                                            <p:strVal val="#ppt_y+0.04692"/>
                                          </p:val>
                                        </p:tav>
                                        <p:tav tm="20932">
                                          <p:val>
                                            <p:strVal val="#ppt_y+0.03205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02106"/>
                                          </p:val>
                                        </p:tav>
                                        <p:tav tm="22835">
                                          <p:val>
                                            <p:strVal val="#ppt_y+0.01294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00695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0254"/>
                                          </p:val>
                                        </p:tav>
                                        <p:tav tm="26641">
                                          <p:val>
                                            <p:strVal val="#ppt_y-0.00295"/>
                                          </p:val>
                                        </p:tav>
                                        <p:tav tm="28544">
                                          <p:val>
                                            <p:strVal val="#ppt_y-0.00545"/>
                                          </p:val>
                                        </p:tav>
                                        <p:tav tm="30447">
                                          <p:val>
                                            <p:strVal val="#ppt_y-0.00604"/>
                                          </p:val>
                                        </p:tav>
                                        <p:tav tm="33302">
                                          <p:val>
                                            <p:strVal val="#ppt_y-0.00466"/>
                                          </p:val>
                                        </p:tav>
                                        <p:tav tm="37108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761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452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986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68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028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206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9312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9261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07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715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166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3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303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856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924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33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50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224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175">
                                          <p:val>
                                            <p:strVal val="#ppt_w*0.37043"/>
                                          </p:val>
                                        </p:tav>
                                        <p:tav tm="17127">
                                          <p:val>
                                            <p:strVal val="#ppt_w*0.51106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63551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73707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81513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87336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9164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9482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98896"/>
                                          </p:val>
                                        </p:tav>
                                        <p:tav tm="26641">
                                          <p:val>
                                            <p:strVal val="#ppt_w*1.01043"/>
                                          </p:val>
                                        </p:tav>
                                        <p:tav tm="30447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33302">
                                          <p:val>
                                            <p:strVal val="#ppt_w*1.01713"/>
                                          </p:val>
                                        </p:tav>
                                        <p:tav tm="37108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50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5224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6175">
                                          <p:val>
                                            <p:strVal val="#ppt_h*0.36758"/>
                                          </p:val>
                                        </p:tav>
                                        <p:tav tm="17127">
                                          <p:val>
                                            <p:strVal val="#ppt_h*0.50713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63062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7314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80886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86664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90936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94091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98136"/>
                                          </p:val>
                                        </p:tav>
                                        <p:tav tm="26641">
                                          <p:val>
                                            <p:strVal val="#ppt_h*1.00265"/>
                                          </p:val>
                                        </p:tav>
                                        <p:tav tm="30447">
                                          <p:val>
                                            <p:strVal val="#ppt_h*1.01469"/>
                                          </p:val>
                                        </p:tav>
                                        <p:tav tm="33302">
                                          <p:val>
                                            <p:strVal val="#ppt_h*1.0093"/>
                                          </p:val>
                                        </p:tav>
                                        <p:tav tm="37108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50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"/>
                                          </p:val>
                                        </p:tav>
                                        <p:tav tm="15224">
                                          <p:val>
                                            <p:fltVal val="-115"/>
                                          </p:val>
                                        </p:tav>
                                        <p:tav tm="16175">
                                          <p:val>
                                            <p:fltVal val="-154.34"/>
                                          </p:val>
                                        </p:tav>
                                        <p:tav tm="17127">
                                          <p:val>
                                            <p:fltVal val="-200.28"/>
                                          </p:val>
                                        </p:tav>
                                        <p:tav tm="18078">
                                          <p:val>
                                            <p:fltVal val="-240.93"/>
                                          </p:val>
                                        </p:tav>
                                        <p:tav tm="19029">
                                          <p:val>
                                            <p:fltVal val="-274.11"/>
                                          </p:val>
                                        </p:tav>
                                        <p:tav tm="19981">
                                          <p:val>
                                            <p:fltVal val="-299.61"/>
                                          </p:val>
                                        </p:tav>
                                        <p:tav tm="20932">
                                          <p:val>
                                            <p:fltVal val="-318.63"/>
                                          </p:val>
                                        </p:tav>
                                        <p:tav tm="21884">
                                          <p:val>
                                            <p:fltVal val="-332.69"/>
                                          </p:val>
                                        </p:tav>
                                        <p:tav tm="22835">
                                          <p:val>
                                            <p:fltVal val="-343.08"/>
                                          </p:val>
                                        </p:tav>
                                        <p:tav tm="23787">
                                          <p:val>
                                            <p:fltVal val="-350.75"/>
                                          </p:val>
                                        </p:tav>
                                        <p:tav tm="24738">
                                          <p:val>
                                            <p:fltVal val="-356.39"/>
                                          </p:val>
                                        </p:tav>
                                        <p:tav tm="25690">
                                          <p:val>
                                            <p:fltVal val="-360.5"/>
                                          </p:val>
                                        </p:tav>
                                        <p:tav tm="26641">
                                          <p:val>
                                            <p:fltVal val="-363.41"/>
                                          </p:val>
                                        </p:tav>
                                        <p:tav tm="27593">
                                          <p:val>
                                            <p:fltVal val="-365.38"/>
                                          </p:val>
                                        </p:tav>
                                        <p:tav tm="28544">
                                          <p:val>
                                            <p:fltVal val="-366.61"/>
                                          </p:val>
                                        </p:tav>
                                        <p:tav tm="30447">
                                          <p:val>
                                            <p:fltVal val="-367.37"/>
                                          </p:val>
                                        </p:tav>
                                        <p:tav tm="31399">
                                          <p:val>
                                            <p:fltVal val="-367.1"/>
                                          </p:val>
                                        </p:tav>
                                        <p:tav tm="33302">
                                          <p:val>
                                            <p:fltVal val="-365.6"/>
                                          </p:val>
                                        </p:tav>
                                        <p:tav tm="35205">
                                          <p:val>
                                            <p:fltVal val="-363.13"/>
                                          </p:val>
                                        </p:tav>
                                        <p:tav tm="37108">
                                          <p:val>
                                            <p:fltVal val="-360"/>
                                          </p:val>
                                        </p:tav>
                                        <p:tav tm="9990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29" dur="350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902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07902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7449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5918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4505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3303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2353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1635"/>
                                          </p:val>
                                        </p:tav>
                                        <p:tav tm="33302">
                                          <p:val>
                                            <p:strVal val="#ppt_x+0.01103"/>
                                          </p:val>
                                        </p:tav>
                                        <p:tav tm="34253">
                                          <p:val>
                                            <p:strVal val="#ppt_x+0.0071"/>
                                          </p:val>
                                        </p:tav>
                                        <p:tav tm="35205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37108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39010">
                                          <p:val>
                                            <p:strVal val="#ppt_x-0.00143"/>
                                          </p:val>
                                        </p:tav>
                                        <p:tav tm="40913">
                                          <p:val>
                                            <p:strVal val="#ppt_x-0.00225"/>
                                          </p:val>
                                        </p:tav>
                                        <p:tav tm="42816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49477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350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443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6443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607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3649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2661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188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1289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35205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38059">
                                          <p:val>
                                            <p:strVal val="#ppt_y-0.00108"/>
                                          </p:val>
                                        </p:tav>
                                        <p:tav tm="41865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49477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014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29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667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29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8603"/>
                                          </p:val>
                                        </p:tav>
                                        <p:tav tm="89439">
                                          <p:val>
                                            <p:strVal val="#ppt_y-0.08836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8809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8628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292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777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026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004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632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801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44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50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29303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43832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57244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68655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77673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84484"/>
                                          </p:val>
                                        </p:tav>
                                        <p:tav tm="33302">
                                          <p:val>
                                            <p:strVal val="#ppt_w*0.89534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3263"/>
                                          </p:val>
                                        </p:tav>
                                        <p:tav tm="35205">
                                          <p:val>
                                            <p:strVal val="#ppt_w*0.96019"/>
                                          </p:val>
                                        </p:tav>
                                        <p:tav tm="37108">
                                          <p:val>
                                            <p:strVal val="#ppt_w*0.99541"/>
                                          </p:val>
                                        </p:tav>
                                        <p:tav tm="39010">
                                          <p:val>
                                            <p:strVal val="#ppt_w*1.0136"/>
                                          </p:val>
                                        </p:tav>
                                        <p:tav tm="42816">
                                          <p:val>
                                            <p:strVal val="#ppt_w*1.0223"/>
                                          </p:val>
                                        </p:tav>
                                        <p:tav tm="49477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50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29078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43495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56804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68127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77075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83834"/>
                                          </p:val>
                                        </p:tav>
                                        <p:tav tm="33302">
                                          <p:val>
                                            <p:strVal val="#ppt_h*0.88845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2546"/>
                                          </p:val>
                                        </p:tav>
                                        <p:tav tm="35205">
                                          <p:val>
                                            <p:strVal val="#ppt_h*0.95281"/>
                                          </p:val>
                                        </p:tav>
                                        <p:tav tm="37108">
                                          <p:val>
                                            <p:strVal val="#ppt_h*0.98776"/>
                                          </p:val>
                                        </p:tav>
                                        <p:tav tm="39010">
                                          <p:val>
                                            <p:strVal val="#ppt_h*1.0058"/>
                                          </p:val>
                                        </p:tav>
                                        <p:tav tm="42816">
                                          <p:val>
                                            <p:strVal val="#ppt_h*1.01444"/>
                                          </p:val>
                                        </p:tav>
                                        <p:tav tm="49477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50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2"/>
                                          </p:val>
                                        </p:tav>
                                        <p:tav tm="26641">
                                          <p:val>
                                            <p:fltVal val="-122"/>
                                          </p:val>
                                        </p:tav>
                                        <p:tav tm="27593">
                                          <p:val>
                                            <p:fltVal val="-115"/>
                                          </p:val>
                                        </p:tav>
                                        <p:tav tm="28544">
                                          <p:val>
                                            <p:fltVal val="-91.37"/>
                                          </p:val>
                                        </p:tav>
                                        <p:tav tm="29496">
                                          <p:val>
                                            <p:fltVal val="-69.55"/>
                                          </p:val>
                                        </p:tav>
                                        <p:tav tm="30447">
                                          <p:val>
                                            <p:fltVal val="-50.99"/>
                                          </p:val>
                                        </p:tav>
                                        <p:tav tm="31399">
                                          <p:val>
                                            <p:fltVal val="-36.32"/>
                                          </p:val>
                                        </p:tav>
                                        <p:tav tm="32350">
                                          <p:val>
                                            <p:fltVal val="-25.24"/>
                                          </p:val>
                                        </p:tav>
                                        <p:tav tm="33302">
                                          <p:val>
                                            <p:fltVal val="-17.03"/>
                                          </p:val>
                                        </p:tav>
                                        <p:tav tm="34253">
                                          <p:val>
                                            <p:fltVal val="-10.96"/>
                                          </p:val>
                                        </p:tav>
                                        <p:tav tm="35205">
                                          <p:val>
                                            <p:fltVal val="-6.48"/>
                                          </p:val>
                                        </p:tav>
                                        <p:tav tm="36156">
                                          <p:val>
                                            <p:fltVal val="-3.17"/>
                                          </p:val>
                                        </p:tav>
                                        <p:tav tm="37108">
                                          <p:val>
                                            <p:fltVal val="-0.75"/>
                                          </p:val>
                                        </p:tav>
                                        <p:tav tm="39010">
                                          <p:val>
                                            <p:fltVal val="2.21"/>
                                          </p:val>
                                        </p:tav>
                                        <p:tav tm="40913">
                                          <p:val>
                                            <p:fltVal val="3.47"/>
                                          </p:val>
                                        </p:tav>
                                        <p:tav tm="42816">
                                          <p:val>
                                            <p:fltVal val="3.63"/>
                                          </p:val>
                                        </p:tav>
                                        <p:tav tm="45671">
                                          <p:val>
                                            <p:fltVal val="2.53"/>
                                          </p:val>
                                        </p:tav>
                                        <p:tav tm="49477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37" dur="350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337"/>
                                          </p:val>
                                        </p:tav>
                                        <p:tav tm="23787">
                                          <p:val>
                                            <p:strVal val="#ppt_x+0.08337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0774"/>
                                          </p:val>
                                        </p:tav>
                                        <p:tav tm="25690">
                                          <p:val>
                                            <p:strVal val="#ppt_x+0.0613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04652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3403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2419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1678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1129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0723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0424"/>
                                          </p:val>
                                        </p:tav>
                                        <p:tav tm="34253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36156">
                                          <p:val>
                                            <p:strVal val="#ppt_x-0.00156"/>
                                          </p:val>
                                        </p:tav>
                                        <p:tav tm="38059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39962">
                                          <p:val>
                                            <p:strVal val="#ppt_x-0.00247"/>
                                          </p:val>
                                        </p:tav>
                                        <p:tav tm="46622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12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145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45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350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282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09282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8612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6808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5152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3751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2649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1818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1203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0748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35205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39010">
                                          <p:val>
                                            <p:strVal val="#ppt_y-0.00343"/>
                                          </p:val>
                                        </p:tav>
                                        <p:tav tm="46622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79924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244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7577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8181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8483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8637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0873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08682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8504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8172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7659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6926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592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4569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276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99905">
                                          <p:val>
                                            <p:strVal val="#ppt_y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50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30377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44857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5815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69392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78238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84905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89845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93493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96189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9632"/>
                                          </p:val>
                                        </p:tav>
                                        <p:tav tm="36156">
                                          <p:val>
                                            <p:strVal val="#ppt_w*1.01404"/>
                                          </p:val>
                                        </p:tav>
                                        <p:tav tm="39962">
                                          <p:val>
                                            <p:strVal val="#ppt_w*1.02224"/>
                                          </p:val>
                                        </p:tav>
                                        <p:tav tm="46622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50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30143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44512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57703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68858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77636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84252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89154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92774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95449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8866"/>
                                          </p:val>
                                        </p:tav>
                                        <p:tav tm="36156">
                                          <p:val>
                                            <p:strVal val="#ppt_h*1.00624"/>
                                          </p:val>
                                        </p:tav>
                                        <p:tav tm="39962">
                                          <p:val>
                                            <p:strVal val="#ppt_h*1.01438"/>
                                          </p:val>
                                        </p:tav>
                                        <p:tav tm="46622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50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9"/>
                                          </p:val>
                                        </p:tav>
                                        <p:tav tm="23787">
                                          <p:val>
                                            <p:fltVal val="159"/>
                                          </p:val>
                                        </p:tav>
                                        <p:tav tm="24738">
                                          <p:val>
                                            <p:fltVal val="147.6"/>
                                          </p:val>
                                        </p:tav>
                                        <p:tav tm="25690">
                                          <p:val>
                                            <p:fltVal val="116.9"/>
                                          </p:val>
                                        </p:tav>
                                        <p:tav tm="26641">
                                          <p:val>
                                            <p:fltVal val="88.72"/>
                                          </p:val>
                                        </p:tav>
                                        <p:tav tm="27593">
                                          <p:val>
                                            <p:fltVal val="64.89"/>
                                          </p:val>
                                        </p:tav>
                                        <p:tav tm="28544">
                                          <p:val>
                                            <p:fltVal val="46.14"/>
                                          </p:val>
                                        </p:tav>
                                        <p:tav tm="29496">
                                          <p:val>
                                            <p:fltVal val="32"/>
                                          </p:val>
                                        </p:tav>
                                        <p:tav tm="30447">
                                          <p:val>
                                            <p:fltVal val="21.53"/>
                                          </p:val>
                                        </p:tav>
                                        <p:tav tm="31399">
                                          <p:val>
                                            <p:fltVal val="13.79"/>
                                          </p:val>
                                        </p:tav>
                                        <p:tav tm="32350">
                                          <p:val>
                                            <p:fltVal val="8.08"/>
                                          </p:val>
                                        </p:tav>
                                        <p:tav tm="33302">
                                          <p:val>
                                            <p:fltVal val="3.86"/>
                                          </p:val>
                                        </p:tav>
                                        <p:tav tm="34253">
                                          <p:val>
                                            <p:fltVal val="0.78"/>
                                          </p:val>
                                        </p:tav>
                                        <p:tav tm="35205">
                                          <p:val>
                                            <p:fltVal val="-1.44"/>
                                          </p:val>
                                        </p:tav>
                                        <p:tav tm="36156">
                                          <p:val>
                                            <p:fltVal val="-2.98"/>
                                          </p:val>
                                        </p:tav>
                                        <p:tav tm="38059">
                                          <p:val>
                                            <p:fltVal val="-4.55"/>
                                          </p:val>
                                        </p:tav>
                                        <p:tav tm="39962">
                                          <p:val>
                                            <p:fltVal val="-4.72"/>
                                          </p:val>
                                        </p:tav>
                                        <p:tav tm="42816">
                                          <p:val>
                                            <p:fltVal val="-3.25"/>
                                          </p:val>
                                        </p:tav>
                                        <p:tav tm="45671">
                                          <p:val>
                                            <p:fltVal val="-0.48"/>
                                          </p:val>
                                        </p:tav>
                                        <p:tav tm="46622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45" dur="350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558"/>
                                          </p:val>
                                        </p:tav>
                                        <p:tav tm="20932">
                                          <p:val>
                                            <p:strVal val="#ppt_x-0.05558"/>
                                          </p:val>
                                        </p:tav>
                                        <p:tav tm="21884">
                                          <p:val>
                                            <p:strVal val="#ppt_x-0.0508"/>
                                          </p:val>
                                        </p:tav>
                                        <p:tav tm="22835">
                                          <p:val>
                                            <p:strVal val="#ppt_x-0.04011"/>
                                          </p:val>
                                        </p:tav>
                                        <p:tav tm="23787">
                                          <p:val>
                                            <p:strVal val="#ppt_x-0.03035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2215"/>
                                          </p:val>
                                        </p:tav>
                                        <p:tav tm="25690">
                                          <p:val>
                                            <p:strVal val="#ppt_x-0.01572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1088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073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0466"/>
                                          </p:val>
                                        </p:tav>
                                        <p:tav tm="29496">
                                          <p:val>
                                            <p:strVal val="#ppt_x-0.0027"/>
                                          </p:val>
                                        </p:tav>
                                        <p:tav tm="30447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0055"/>
                                          </p:val>
                                        </p:tav>
                                        <p:tav tm="36156">
                                          <p:val>
                                            <p:strVal val="#ppt_x+0.00167"/>
                                          </p:val>
                                        </p:tav>
                                        <p:tav tm="43768">
                                          <p:val>
                                            <p:strVal val="#ppt_x+0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350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45"/>
                                          </p:val>
                                        </p:tav>
                                        <p:tav tm="20932">
                                          <p:val>
                                            <p:strVal val="#ppt_y-0.3245"/>
                                          </p:val>
                                        </p:tav>
                                        <p:tav tm="21884">
                                          <p:val>
                                            <p:strVal val="#ppt_y-0.29652"/>
                                          </p:val>
                                        </p:tav>
                                        <p:tav tm="22835">
                                          <p:val>
                                            <p:strVal val="#ppt_y-0.23392"/>
                                          </p:val>
                                        </p:tav>
                                        <p:tav tm="23787">
                                          <p:val>
                                            <p:strVal val="#ppt_y-0.17677"/>
                                          </p:val>
                                        </p:tav>
                                        <p:tav tm="24738">
                                          <p:val>
                                            <p:strVal val="#ppt_y-0.12873"/>
                                          </p:val>
                                        </p:tav>
                                        <p:tav tm="25690">
                                          <p:val>
                                            <p:strVal val="#ppt_y-0.09109"/>
                                          </p:val>
                                        </p:tav>
                                        <p:tav tm="26641">
                                          <p:val>
                                            <p:strVal val="#ppt_y-0.06277"/>
                                          </p:val>
                                        </p:tav>
                                        <p:tav tm="27593">
                                          <p:val>
                                            <p:strVal val="#ppt_y-0.04181"/>
                                          </p:val>
                                        </p:tav>
                                        <p:tav tm="28544">
                                          <p:val>
                                            <p:strVal val="#ppt_y-0.02632"/>
                                          </p:val>
                                        </p:tav>
                                        <p:tav tm="29496">
                                          <p:val>
                                            <p:strVal val="#ppt_y-0.01488"/>
                                          </p:val>
                                        </p:tav>
                                        <p:tav tm="30447">
                                          <p:val>
                                            <p:strVal val="#ppt_y-0.00644"/>
                                          </p:val>
                                        </p:tav>
                                        <p:tav tm="31399">
                                          <p:val>
                                            <p:strVal val="#ppt_y-0.00027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0415"/>
                                          </p:val>
                                        </p:tav>
                                        <p:tav tm="34253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36156">
                                          <p:val>
                                            <p:strVal val="#ppt_y+0.01073"/>
                                          </p:val>
                                        </p:tav>
                                        <p:tav tm="39010">
                                          <p:val>
                                            <p:strVal val="#ppt_y+0.00887"/>
                                          </p:val>
                                        </p:tav>
                                        <p:tav tm="42816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43768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284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3319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3408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7195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945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10471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10983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11244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14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13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111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10661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9981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900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7675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883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491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50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31449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45876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59045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70116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78791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85317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90149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93718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96355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98299"/>
                                          </p:val>
                                        </p:tav>
                                        <p:tav tm="32350">
                                          <p:val>
                                            <p:strVal val="#ppt_w*1.0074"/>
                                          </p:val>
                                        </p:tav>
                                        <p:tav tm="34253">
                                          <p:val>
                                            <p:strVal val="#ppt_w*1.01903"/>
                                          </p:val>
                                        </p:tav>
                                        <p:tav tm="36156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39010">
                                          <p:val>
                                            <p:strVal val="#ppt_w*1.01826"/>
                                          </p:val>
                                        </p:tav>
                                        <p:tav tm="43768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50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31207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45523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58591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69577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78185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8466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89455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92997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95614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97543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99965"/>
                                          </p:val>
                                        </p:tav>
                                        <p:tav tm="34253">
                                          <p:val>
                                            <p:strVal val="#ppt_h*1.01119"/>
                                          </p:val>
                                        </p:tav>
                                        <p:tav tm="36156">
                                          <p:val>
                                            <p:strVal val="#ppt_h*1.01469"/>
                                          </p:val>
                                        </p:tav>
                                        <p:tav tm="39010">
                                          <p:val>
                                            <p:strVal val="#ppt_h*1.01043"/>
                                          </p:val>
                                        </p:tav>
                                        <p:tav tm="43768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50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4"/>
                                          </p:val>
                                        </p:tav>
                                        <p:tav tm="20932">
                                          <p:val>
                                            <p:fltVal val="164"/>
                                          </p:val>
                                        </p:tav>
                                        <p:tav tm="21884">
                                          <p:val>
                                            <p:fltVal val="180.85"/>
                                          </p:val>
                                        </p:tav>
                                        <p:tav tm="22835">
                                          <p:val>
                                            <p:fltVal val="218.56"/>
                                          </p:val>
                                        </p:tav>
                                        <p:tav tm="23787">
                                          <p:val>
                                            <p:fltVal val="252.97"/>
                                          </p:val>
                                        </p:tav>
                                        <p:tav tm="24738">
                                          <p:val>
                                            <p:fltVal val="281.9"/>
                                          </p:val>
                                        </p:tav>
                                        <p:tav tm="25690">
                                          <p:val>
                                            <p:fltVal val="304.57"/>
                                          </p:val>
                                        </p:tav>
                                        <p:tav tm="26641">
                                          <p:val>
                                            <p:fltVal val="321.63"/>
                                          </p:val>
                                        </p:tav>
                                        <p:tav tm="27593">
                                          <p:val>
                                            <p:fltVal val="334.26"/>
                                          </p:val>
                                        </p:tav>
                                        <p:tav tm="28544">
                                          <p:val>
                                            <p:fltVal val="343.58"/>
                                          </p:val>
                                        </p:tav>
                                        <p:tav tm="29496">
                                          <p:val>
                                            <p:fltVal val="350.47"/>
                                          </p:val>
                                        </p:tav>
                                        <p:tav tm="30447">
                                          <p:val>
                                            <p:fltVal val="355.56"/>
                                          </p:val>
                                        </p:tav>
                                        <p:tav tm="31399">
                                          <p:val>
                                            <p:fltVal val="359.27"/>
                                          </p:val>
                                        </p:tav>
                                        <p:tav tm="32350">
                                          <p:val>
                                            <p:fltVal val="361.93"/>
                                          </p:val>
                                        </p:tav>
                                        <p:tav tm="33302">
                                          <p:val>
                                            <p:fltVal val="363.78"/>
                                          </p:val>
                                        </p:tav>
                                        <p:tav tm="34253">
                                          <p:val>
                                            <p:fltVal val="364.97"/>
                                          </p:val>
                                        </p:tav>
                                        <p:tav tm="36156">
                                          <p:val>
                                            <p:fltVal val="365.9"/>
                                          </p:val>
                                        </p:tav>
                                        <p:tav tm="39010">
                                          <p:val>
                                            <p:fltVal val="364.77"/>
                                          </p:val>
                                        </p:tav>
                                        <p:tav tm="42816">
                                          <p:val>
                                            <p:fltVal val="360.49"/>
                                          </p:val>
                                        </p:tav>
                                        <p:tav tm="43768">
                                          <p:val>
                                            <p:fltVal val="360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53" dur="350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328"/>
                                          </p:val>
                                        </p:tav>
                                        <p:tav tm="18078">
                                          <p:val>
                                            <p:strVal val="#ppt_x-0.11328"/>
                                          </p:val>
                                        </p:tav>
                                        <p:tav tm="19029">
                                          <p:val>
                                            <p:strVal val="#ppt_x-0.10192"/>
                                          </p:val>
                                        </p:tav>
                                        <p:tav tm="19981">
                                          <p:val>
                                            <p:strVal val="#ppt_x-0.08022"/>
                                          </p:val>
                                        </p:tav>
                                        <p:tav tm="20932">
                                          <p:val>
                                            <p:strVal val="#ppt_x-0.06052"/>
                                          </p:val>
                                        </p:tav>
                                        <p:tav tm="21884">
                                          <p:val>
                                            <p:strVal val="#ppt_x-0.04406"/>
                                          </p:val>
                                        </p:tav>
                                        <p:tav tm="22835">
                                          <p:val>
                                            <p:strVal val="#ppt_x-0.03122"/>
                                          </p:val>
                                        </p:tav>
                                        <p:tav tm="23787">
                                          <p:val>
                                            <p:strVal val="#ppt_x-0.02157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1443"/>
                                          </p:val>
                                        </p:tav>
                                        <p:tav tm="25690">
                                          <p:val>
                                            <p:strVal val="#ppt_x-0.00916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0526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0239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0121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33302">
                                          <p:val>
                                            <p:strVal val="#ppt_x+0.00341"/>
                                          </p:val>
                                        </p:tav>
                                        <p:tav tm="36156">
                                          <p:val>
                                            <p:strVal val="#ppt_x+0.00273"/>
                                          </p:val>
                                        </p:tav>
                                        <p:tav tm="39962">
                                          <p:val>
                                            <p:strVal val="#ppt_x+0.00023"/>
                                          </p:val>
                                        </p:tav>
                                        <p:tav tm="40913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350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756"/>
                                          </p:val>
                                        </p:tav>
                                        <p:tav tm="18078">
                                          <p:val>
                                            <p:strVal val="#ppt_y-0.28756"/>
                                          </p:val>
                                        </p:tav>
                                        <p:tav tm="19029">
                                          <p:val>
                                            <p:strVal val="#ppt_y-0.25865"/>
                                          </p:val>
                                        </p:tav>
                                        <p:tav tm="19981">
                                          <p:val>
                                            <p:strVal val="#ppt_y-0.20342"/>
                                          </p:val>
                                        </p:tav>
                                        <p:tav tm="20932">
                                          <p:val>
                                            <p:strVal val="#ppt_y-0.1533"/>
                                          </p:val>
                                        </p:tav>
                                        <p:tav tm="21884">
                                          <p:val>
                                            <p:strVal val="#ppt_y-0.11141"/>
                                          </p:val>
                                        </p:tav>
                                        <p:tav tm="22835">
                                          <p:val>
                                            <p:strVal val="#ppt_y-0.07871"/>
                                          </p:val>
                                        </p:tav>
                                        <p:tav tm="23787">
                                          <p:val>
                                            <p:strVal val="#ppt_y-0.05417"/>
                                          </p:val>
                                        </p:tav>
                                        <p:tav tm="24738">
                                          <p:val>
                                            <p:strVal val="#ppt_y-0.036"/>
                                          </p:val>
                                        </p:tav>
                                        <p:tav tm="25690">
                                          <p:val>
                                            <p:strVal val="#ppt_y-0.02258"/>
                                          </p:val>
                                        </p:tav>
                                        <p:tav tm="26641">
                                          <p:val>
                                            <p:strVal val="#ppt_y-0.01266"/>
                                          </p:val>
                                        </p:tav>
                                        <p:tav tm="27593">
                                          <p:val>
                                            <p:strVal val="#ppt_y-0.00535"/>
                                          </p:val>
                                        </p:tav>
                                        <p:tav tm="28544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038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0814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94"/>
                                          </p:val>
                                        </p:tav>
                                        <p:tav tm="36156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39962">
                                          <p:val>
                                            <p:strVal val="#ppt_y+0.00131"/>
                                          </p:val>
                                        </p:tav>
                                        <p:tav tm="40913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2863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294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706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9191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10154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10637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10883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1031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969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10741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10317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966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872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7432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701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391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50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3252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46888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59928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70827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79333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85719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90446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93938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96518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98419"/>
                                          </p:val>
                                        </p:tav>
                                        <p:tav tm="29496">
                                          <p:val>
                                            <p:strVal val="#ppt_w*1.00801"/>
                                          </p:val>
                                        </p:tav>
                                        <p:tav tm="33302">
                                          <p:val>
                                            <p:strVal val="#ppt_w*1.02257"/>
                                          </p:val>
                                        </p:tav>
                                        <p:tav tm="40913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50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32269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46527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59467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70282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78723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8506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89751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93215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95775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97662"/>
                                          </p:val>
                                        </p:tav>
                                        <p:tav tm="29496">
                                          <p:val>
                                            <p:strVal val="#ppt_h*1.00026"/>
                                          </p:val>
                                        </p:tav>
                                        <p:tav tm="33302">
                                          <p:val>
                                            <p:strVal val="#ppt_h*1.01471"/>
                                          </p:val>
                                        </p:tav>
                                        <p:tav tm="40913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50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7"/>
                                          </p:val>
                                        </p:tav>
                                        <p:tav tm="18078">
                                          <p:val>
                                            <p:fltVal val="-127"/>
                                          </p:val>
                                        </p:tav>
                                        <p:tav tm="19029">
                                          <p:val>
                                            <p:fltVal val="-150.36"/>
                                          </p:val>
                                        </p:tav>
                                        <p:tav tm="19981">
                                          <p:val>
                                            <p:fltVal val="-195"/>
                                          </p:val>
                                        </p:tav>
                                        <p:tav tm="20932">
                                          <p:val>
                                            <p:fltVal val="-235.51"/>
                                          </p:val>
                                        </p:tav>
                                        <p:tav tm="21884">
                                          <p:val>
                                            <p:fltVal val="-269.37"/>
                                          </p:val>
                                        </p:tav>
                                        <p:tav tm="22835">
                                          <p:val>
                                            <p:fltVal val="-295.8"/>
                                          </p:val>
                                        </p:tav>
                                        <p:tav tm="23787">
                                          <p:val>
                                            <p:fltVal val="-315.63"/>
                                          </p:val>
                                        </p:tav>
                                        <p:tav tm="24738">
                                          <p:val>
                                            <p:fltVal val="-330.32"/>
                                          </p:val>
                                        </p:tav>
                                        <p:tav tm="25690">
                                          <p:val>
                                            <p:fltVal val="-341.17"/>
                                          </p:val>
                                        </p:tav>
                                        <p:tav tm="26641">
                                          <p:val>
                                            <p:fltVal val="-349.18"/>
                                          </p:val>
                                        </p:tav>
                                        <p:tav tm="27593">
                                          <p:val>
                                            <p:fltVal val="-355.09"/>
                                          </p:val>
                                        </p:tav>
                                        <p:tav tm="28544">
                                          <p:val>
                                            <p:fltVal val="-359.4"/>
                                          </p:val>
                                        </p:tav>
                                        <p:tav tm="29496">
                                          <p:val>
                                            <p:fltVal val="-362.49"/>
                                          </p:val>
                                        </p:tav>
                                        <p:tav tm="30447">
                                          <p:val>
                                            <p:fltVal val="-364.62"/>
                                          </p:val>
                                        </p:tav>
                                        <p:tav tm="31399">
                                          <p:val>
                                            <p:fltVal val="-365.99"/>
                                          </p:val>
                                        </p:tav>
                                        <p:tav tm="33302">
                                          <p:val>
                                            <p:fltVal val="-367.01"/>
                                          </p:val>
                                        </p:tav>
                                        <p:tav tm="34253">
                                          <p:val>
                                            <p:fltVal val="-366.87"/>
                                          </p:val>
                                        </p:tav>
                                        <p:tav tm="36156">
                                          <p:val>
                                            <p:fltVal val="-365.61"/>
                                          </p:val>
                                        </p:tav>
                                        <p:tav tm="38059">
                                          <p:val>
                                            <p:fltVal val="-363.39"/>
                                          </p:val>
                                        </p:tav>
                                        <p:tav tm="39962">
                                          <p:val>
                                            <p:fltVal val="-360.47"/>
                                          </p:val>
                                        </p:tav>
                                        <p:tav tm="40913">
                                          <p:val>
                                            <p:fltVal val="-360"/>
                                          </p:val>
                                        </p:tav>
                                        <p:tav tm="9990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1" dur="350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237"/>
                                          </p:val>
                                        </p:tav>
                                        <p:tav tm="15224">
                                          <p:val>
                                            <p:strVal val="#ppt_x+0.11237"/>
                                          </p:val>
                                        </p:tav>
                                        <p:tav tm="16175">
                                          <p:val>
                                            <p:strVal val="#ppt_x+0.09951"/>
                                          </p:val>
                                        </p:tav>
                                        <p:tav tm="17127">
                                          <p:val>
                                            <p:strVal val="#ppt_x+0.07807"/>
                                          </p:val>
                                        </p:tav>
                                        <p:tav tm="18078">
                                          <p:val>
                                            <p:strVal val="#ppt_x+0.05873"/>
                                          </p:val>
                                        </p:tav>
                                        <p:tav tm="19029">
                                          <p:val>
                                            <p:strVal val="#ppt_x+0.04266"/>
                                          </p:val>
                                        </p:tav>
                                        <p:tav tm="19981">
                                          <p:val>
                                            <p:strVal val="#ppt_x+0.03017"/>
                                          </p:val>
                                        </p:tav>
                                        <p:tav tm="20932">
                                          <p:val>
                                            <p:strVal val="#ppt_x+0.02081"/>
                                          </p:val>
                                        </p:tav>
                                        <p:tav tm="21884">
                                          <p:val>
                                            <p:strVal val="#ppt_x+0.01388"/>
                                          </p:val>
                                        </p:tav>
                                        <p:tav tm="22835">
                                          <p:val>
                                            <p:strVal val="#ppt_x+0.00876"/>
                                          </p:val>
                                        </p:tav>
                                        <p:tav tm="23787">
                                          <p:val>
                                            <p:strVal val="#ppt_x+0.00498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0292"/>
                                          </p:val>
                                        </p:tav>
                                        <p:tav tm="30447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0267"/>
                                          </p:val>
                                        </p:tav>
                                        <p:tav tm="37108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38059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350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483"/>
                                          </p:val>
                                        </p:tav>
                                        <p:tav tm="15224">
                                          <p:val>
                                            <p:strVal val="#ppt_y-0.32483"/>
                                          </p:val>
                                        </p:tav>
                                        <p:tav tm="16175">
                                          <p:val>
                                            <p:strVal val="#ppt_y-0.28755"/>
                                          </p:val>
                                        </p:tav>
                                        <p:tav tm="17127">
                                          <p:val>
                                            <p:strVal val="#ppt_y-0.22546"/>
                                          </p:val>
                                        </p:tav>
                                        <p:tav tm="18078">
                                          <p:val>
                                            <p:strVal val="#ppt_y-0.16943"/>
                                          </p:val>
                                        </p:tav>
                                        <p:tav tm="19029">
                                          <p:val>
                                            <p:strVal val="#ppt_y-0.12287"/>
                                          </p:val>
                                        </p:tav>
                                        <p:tav tm="19981">
                                          <p:val>
                                            <p:strVal val="#ppt_y-0.08668"/>
                                          </p:val>
                                        </p:tav>
                                        <p:tav tm="20932">
                                          <p:val>
                                            <p:strVal val="#ppt_y-0.05955"/>
                                          </p:val>
                                        </p:tav>
                                        <p:tav tm="21884">
                                          <p:val>
                                            <p:strVal val="#ppt_y-0.03948"/>
                                          </p:val>
                                        </p:tav>
                                        <p:tav tm="22835">
                                          <p:val>
                                            <p:strVal val="#ppt_y-0.02466"/>
                                          </p:val>
                                        </p:tav>
                                        <p:tav tm="23787">
                                          <p:val>
                                            <p:strVal val="#ppt_y-0.0137"/>
                                          </p:val>
                                        </p:tav>
                                        <p:tav tm="24738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0446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1053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37108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38059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2456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2863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294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706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9191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10154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10637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10883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1031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969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10741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10317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966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872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7432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701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391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292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50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224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175">
                                          <p:val>
                                            <p:strVal val="#ppt_w*0.33588"/>
                                          </p:val>
                                        </p:tav>
                                        <p:tav tm="17127">
                                          <p:val>
                                            <p:strVal val="#ppt_w*0.47893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608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71526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79864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86114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90738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94153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9853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1.00861"/>
                                          </p:val>
                                        </p:tav>
                                        <p:tav tm="30447">
                                          <p:val>
                                            <p:strVal val="#ppt_w*1.02258"/>
                                          </p:val>
                                        </p:tav>
                                        <p:tav tm="38059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350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5224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6175">
                                          <p:val>
                                            <p:strVal val="#ppt_h*0.3333"/>
                                          </p:val>
                                        </p:tav>
                                        <p:tav tm="17127">
                                          <p:val>
                                            <p:strVal val="#ppt_h*0.47525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60332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70975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7925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85451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9004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93429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97777"/>
                                          </p:val>
                                        </p:tav>
                                        <p:tav tm="26641">
                                          <p:val>
                                            <p:strVal val="#ppt_h*1.00085"/>
                                          </p:val>
                                        </p:tav>
                                        <p:tav tm="30447">
                                          <p:val>
                                            <p:strVal val="#ppt_h*1.01471"/>
                                          </p:val>
                                        </p:tav>
                                        <p:tav tm="38059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50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5224">
                                          <p:val>
                                            <p:fltVal val="90"/>
                                          </p:val>
                                        </p:tav>
                                        <p:tav tm="16175">
                                          <p:val>
                                            <p:fltVal val="120.92"/>
                                          </p:val>
                                        </p:tav>
                                        <p:tav tm="17127">
                                          <p:val>
                                            <p:fltVal val="172.41"/>
                                          </p:val>
                                        </p:tav>
                                        <p:tav tm="18078">
                                          <p:val>
                                            <p:fltVal val="218.88"/>
                                          </p:val>
                                        </p:tav>
                                        <p:tav tm="19029">
                                          <p:val>
                                            <p:fltVal val="257.49"/>
                                          </p:val>
                                        </p:tav>
                                        <p:tav tm="19981">
                                          <p:val>
                                            <p:fltVal val="287.51"/>
                                          </p:val>
                                        </p:tav>
                                        <p:tav tm="20932">
                                          <p:val>
                                            <p:fltVal val="310.01"/>
                                          </p:val>
                                        </p:tav>
                                        <p:tav tm="21884">
                                          <p:val>
                                            <p:fltVal val="326.66"/>
                                          </p:val>
                                        </p:tav>
                                        <p:tav tm="22835">
                                          <p:val>
                                            <p:fltVal val="338.95"/>
                                          </p:val>
                                        </p:tav>
                                        <p:tav tm="23787">
                                          <p:val>
                                            <p:fltVal val="348.03"/>
                                          </p:val>
                                        </p:tav>
                                        <p:tav tm="24738">
                                          <p:val>
                                            <p:fltVal val="354.73"/>
                                          </p:val>
                                        </p:tav>
                                        <p:tav tm="25690">
                                          <p:val>
                                            <p:fltVal val="359.61"/>
                                          </p:val>
                                        </p:tav>
                                        <p:tav tm="26641">
                                          <p:val>
                                            <p:fltVal val="363.1"/>
                                          </p:val>
                                        </p:tav>
                                        <p:tav tm="27593">
                                          <p:val>
                                            <p:fltVal val="365.5"/>
                                          </p:val>
                                        </p:tav>
                                        <p:tav tm="28544">
                                          <p:val>
                                            <p:fltVal val="367.03"/>
                                          </p:val>
                                        </p:tav>
                                        <p:tav tm="30447">
                                          <p:val>
                                            <p:fltVal val="368.13"/>
                                          </p:val>
                                        </p:tav>
                                        <p:tav tm="31399">
                                          <p:val>
                                            <p:fltVal val="367.93"/>
                                          </p:val>
                                        </p:tav>
                                        <p:tav tm="33302">
                                          <p:val>
                                            <p:fltVal val="366.42"/>
                                          </p:val>
                                        </p:tav>
                                        <p:tav tm="35205">
                                          <p:val>
                                            <p:fltVal val="363.82"/>
                                          </p:val>
                                        </p:tav>
                                        <p:tav tm="37108">
                                          <p:val>
                                            <p:fltVal val="360.41"/>
                                          </p:val>
                                        </p:tav>
                                        <p:tav tm="38059">
                                          <p:val>
                                            <p:fltVal val="360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67">
                                          <p:stCondLst>
                                            <p:cond delay="9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69" dur="350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987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9987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9879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7928"/>
                                          </p:val>
                                        </p:tav>
                                        <p:tav tm="29496">
                                          <p:val>
                                            <p:strVal val="#ppt_x-0.06095"/>
                                          </p:val>
                                        </p:tav>
                                        <p:tav tm="30447">
                                          <p:val>
                                            <p:strVal val="#ppt_x-0.04505"/>
                                          </p:val>
                                        </p:tav>
                                        <p:tav tm="31399">
                                          <p:val>
                                            <p:strVal val="#ppt_x-0.03228"/>
                                          </p:val>
                                        </p:tav>
                                        <p:tav tm="32350">
                                          <p:val>
                                            <p:strVal val="#ppt_x-0.02257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1535"/>
                                          </p:val>
                                        </p:tav>
                                        <p:tav tm="34253">
                                          <p:val>
                                            <p:strVal val="#ppt_x-0.01001"/>
                                          </p:val>
                                        </p:tav>
                                        <p:tav tm="35205">
                                          <p:val>
                                            <p:strVal val="#ppt_x-0.00607"/>
                                          </p:val>
                                        </p:tav>
                                        <p:tav tm="36156">
                                          <p:val>
                                            <p:strVal val="#ppt_x-0.00316"/>
                                          </p:val>
                                        </p:tav>
                                        <p:tav tm="37108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39010">
                                          <p:val>
                                            <p:strVal val="#ppt_x+0.00161"/>
                                          </p:val>
                                        </p:tav>
                                        <p:tav tm="40913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42816">
                                          <p:val>
                                            <p:strVal val="#ppt_x+0.00299"/>
                                          </p:val>
                                        </p:tav>
                                        <p:tav tm="45671">
                                          <p:val>
                                            <p:strVal val="#ppt_x+0.00218"/>
                                          </p:val>
                                        </p:tav>
                                        <p:tav tm="49477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114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350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7336"/>
                                          </p:val>
                                        </p:tav>
                                        <p:tav tm="26641">
                                          <p:val>
                                            <p:strVal val="#ppt_y-0.37336"/>
                                          </p:val>
                                        </p:tav>
                                        <p:tav tm="27593">
                                          <p:val>
                                            <p:strVal val="#ppt_y-0.36933"/>
                                          </p:val>
                                        </p:tav>
                                        <p:tav tm="28544">
                                          <p:val>
                                            <p:strVal val="#ppt_y-0.29626"/>
                                          </p:val>
                                        </p:tav>
                                        <p:tav tm="29496">
                                          <p:val>
                                            <p:strVal val="#ppt_y-0.22762"/>
                                          </p:val>
                                        </p:tav>
                                        <p:tav tm="30447">
                                          <p:val>
                                            <p:strVal val="#ppt_y-0.16806"/>
                                          </p:val>
                                        </p:tav>
                                        <p:tav tm="31399">
                                          <p:val>
                                            <p:strVal val="#ppt_y-0.12027"/>
                                          </p:val>
                                        </p:tav>
                                        <p:tav tm="32350">
                                          <p:val>
                                            <p:strVal val="#ppt_y-0.08389"/>
                                          </p:val>
                                        </p:tav>
                                        <p:tav tm="33302">
                                          <p:val>
                                            <p:strVal val="#ppt_y-0.05684"/>
                                          </p:val>
                                        </p:tav>
                                        <p:tav tm="34253">
                                          <p:val>
                                            <p:strVal val="#ppt_y-0.03686"/>
                                          </p:val>
                                        </p:tav>
                                        <p:tav tm="35205">
                                          <p:val>
                                            <p:strVal val="#ppt_y-0.0221"/>
                                          </p:val>
                                        </p:tav>
                                        <p:tav tm="36156">
                                          <p:val>
                                            <p:strVal val="#ppt_y-0.0112"/>
                                          </p:val>
                                        </p:tav>
                                        <p:tav tm="37108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38059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39010">
                                          <p:val>
                                            <p:strVal val="#ppt_y+0.00666"/>
                                          </p:val>
                                        </p:tav>
                                        <p:tav tm="40913">
                                          <p:val>
                                            <p:strVal val="#ppt_y+0.01102"/>
                                          </p:val>
                                        </p:tav>
                                        <p:tav tm="42816">
                                          <p:val>
                                            <p:strVal val="#ppt_y+0.01183"/>
                                          </p:val>
                                        </p:tav>
                                        <p:tav tm="45671">
                                          <p:val>
                                            <p:strVal val="#ppt_y+0.0088"/>
                                          </p:val>
                                        </p:tav>
                                        <p:tav tm="49477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22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267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274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7008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9081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1002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10491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10731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0875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814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10589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10171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9524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859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7329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6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348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50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25807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40462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54227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6617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75754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83051"/>
                                          </p:val>
                                        </p:tav>
                                        <p:tav tm="33302">
                                          <p:val>
                                            <p:strVal val="#ppt_w*0.88474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2481"/>
                                          </p:val>
                                        </p:tav>
                                        <p:tav tm="35205">
                                          <p:val>
                                            <p:strVal val="#ppt_w*0.95441"/>
                                          </p:val>
                                        </p:tav>
                                        <p:tav tm="37108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39010">
                                          <p:val>
                                            <p:strVal val="#ppt_w*1.01209"/>
                                          </p:val>
                                        </p:tav>
                                        <p:tav tm="42816">
                                          <p:val>
                                            <p:strVal val="#ppt_w*1.02246"/>
                                          </p:val>
                                        </p:tav>
                                        <p:tav tm="49477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50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25609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40151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5381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65661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75172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82412"/>
                                          </p:val>
                                        </p:tav>
                                        <p:tav tm="33302">
                                          <p:val>
                                            <p:strVal val="#ppt_h*0.87794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177"/>
                                          </p:val>
                                        </p:tav>
                                        <p:tav tm="35205">
                                          <p:val>
                                            <p:strVal val="#ppt_h*0.94707"/>
                                          </p:val>
                                        </p:tav>
                                        <p:tav tm="37108">
                                          <p:val>
                                            <p:strVal val="#ppt_h*0.98468"/>
                                          </p:val>
                                        </p:tav>
                                        <p:tav tm="39010">
                                          <p:val>
                                            <p:strVal val="#ppt_h*1.0043"/>
                                          </p:val>
                                        </p:tav>
                                        <p:tav tm="42816">
                                          <p:val>
                                            <p:strVal val="#ppt_h*1.0146"/>
                                          </p:val>
                                        </p:tav>
                                        <p:tav tm="49477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50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7"/>
                                          </p:val>
                                        </p:tav>
                                        <p:tav tm="26641">
                                          <p:val>
                                            <p:fltVal val="147"/>
                                          </p:val>
                                        </p:tav>
                                        <p:tav tm="27593">
                                          <p:val>
                                            <p:fltVal val="145.42"/>
                                          </p:val>
                                        </p:tav>
                                        <p:tav tm="28544">
                                          <p:val>
                                            <p:fltVal val="116.69"/>
                                          </p:val>
                                        </p:tav>
                                        <p:tav tm="29496">
                                          <p:val>
                                            <p:fltVal val="89.72"/>
                                          </p:val>
                                        </p:tav>
                                        <p:tav tm="30447">
                                          <p:val>
                                            <p:fltVal val="66.31"/>
                                          </p:val>
                                        </p:tav>
                                        <p:tav tm="31399">
                                          <p:val>
                                            <p:fltVal val="47.52"/>
                                          </p:val>
                                        </p:tav>
                                        <p:tav tm="32350">
                                          <p:val>
                                            <p:fltVal val="33.22"/>
                                          </p:val>
                                        </p:tav>
                                        <p:tav tm="33302">
                                          <p:val>
                                            <p:fltVal val="22.59"/>
                                          </p:val>
                                        </p:tav>
                                        <p:tav tm="34253">
                                          <p:val>
                                            <p:fltVal val="14.74"/>
                                          </p:val>
                                        </p:tav>
                                        <p:tav tm="35205">
                                          <p:val>
                                            <p:fltVal val="8.94"/>
                                          </p:val>
                                        </p:tav>
                                        <p:tav tm="36156">
                                          <p:val>
                                            <p:fltVal val="4.65"/>
                                          </p:val>
                                        </p:tav>
                                        <p:tav tm="37108">
                                          <p:val>
                                            <p:fltVal val="1.51"/>
                                          </p:val>
                                        </p:tav>
                                        <p:tav tm="38059">
                                          <p:val>
                                            <p:fltVal val="-0.77"/>
                                          </p:val>
                                        </p:tav>
                                        <p:tav tm="39010">
                                          <p:val>
                                            <p:fltVal val="-2.37"/>
                                          </p:val>
                                        </p:tav>
                                        <p:tav tm="40913">
                                          <p:val>
                                            <p:fltVal val="-4.08"/>
                                          </p:val>
                                        </p:tav>
                                        <p:tav tm="42816">
                                          <p:val>
                                            <p:fltVal val="-4.4"/>
                                          </p:val>
                                        </p:tav>
                                        <p:tav tm="45671">
                                          <p:val>
                                            <p:fltVal val="-3.21"/>
                                          </p:val>
                                        </p:tav>
                                        <p:tav tm="49477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67">
                                          <p:stCondLst>
                                            <p:cond delay="8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77" dur="350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20113"/>
                                          </p:val>
                                        </p:tav>
                                        <p:tav tm="23787">
                                          <p:val>
                                            <p:strVal val="#ppt_x+0.20113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19607"/>
                                          </p:val>
                                        </p:tav>
                                        <p:tav tm="25690">
                                          <p:val>
                                            <p:strVal val="#ppt_x+0.15687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12023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8863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634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4424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3001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195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1174"/>
                                          </p:val>
                                        </p:tav>
                                        <p:tav tm="33302">
                                          <p:val>
                                            <p:strVal val="#ppt_x+0.006"/>
                                          </p:val>
                                        </p:tav>
                                        <p:tav tm="34253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35205">
                                          <p:val>
                                            <p:strVal val="#ppt_x-0.00124"/>
                                          </p:val>
                                        </p:tav>
                                        <p:tav tm="36156">
                                          <p:val>
                                            <p:strVal val="#ppt_x-0.00337"/>
                                          </p:val>
                                        </p:tav>
                                        <p:tav tm="38059">
                                          <p:val>
                                            <p:strVal val="#ppt_x-0.00563"/>
                                          </p:val>
                                        </p:tav>
                                        <p:tav tm="39962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42816">
                                          <p:val>
                                            <p:strVal val="#ppt_x-0.00433"/>
                                          </p:val>
                                        </p:tav>
                                        <p:tav tm="46622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114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138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43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108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50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79"/>
                                          </p:val>
                                        </p:tav>
                                        <p:tav tm="23787">
                                          <p:val>
                                            <p:strVal val="#ppt_y-0.1579"/>
                                          </p:val>
                                        </p:tav>
                                        <p:tav tm="24738">
                                          <p:val>
                                            <p:strVal val="#ppt_y-0.15392"/>
                                          </p:val>
                                        </p:tav>
                                        <p:tav tm="25690">
                                          <p:val>
                                            <p:strVal val="#ppt_y-0.12301"/>
                                          </p:val>
                                        </p:tav>
                                        <p:tav tm="26641">
                                          <p:val>
                                            <p:strVal val="#ppt_y-0.09413"/>
                                          </p:val>
                                        </p:tav>
                                        <p:tav tm="27593">
                                          <p:val>
                                            <p:strVal val="#ppt_y-0.06923"/>
                                          </p:val>
                                        </p:tav>
                                        <p:tav tm="28544">
                                          <p:val>
                                            <p:strVal val="#ppt_y-0.04934"/>
                                          </p:val>
                                        </p:tav>
                                        <p:tav tm="29496">
                                          <p:val>
                                            <p:strVal val="#ppt_y-0.03424"/>
                                          </p:val>
                                        </p:tav>
                                        <p:tav tm="30447">
                                          <p:val>
                                            <p:strVal val="#ppt_y-0.02302"/>
                                          </p:val>
                                        </p:tav>
                                        <p:tav tm="31399">
                                          <p:val>
                                            <p:strVal val="#ppt_y-0.01474"/>
                                          </p:val>
                                        </p:tav>
                                        <p:tav tm="32350">
                                          <p:val>
                                            <p:strVal val="#ppt_y-0.00862"/>
                                          </p:val>
                                        </p:tav>
                                        <p:tav tm="33302">
                                          <p:val>
                                            <p:strVal val="#ppt_y-0.0041"/>
                                          </p:val>
                                        </p:tav>
                                        <p:tav tm="34253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36156">
                                          <p:val>
                                            <p:strVal val="#ppt_y+0.00329"/>
                                          </p:val>
                                        </p:tav>
                                        <p:tav tm="38059">
                                          <p:val>
                                            <p:strVal val="#ppt_y+0.00507"/>
                                          </p:val>
                                        </p:tav>
                                        <p:tav tm="39962">
                                          <p:val>
                                            <p:strVal val="#ppt_y+0.00537"/>
                                          </p:val>
                                        </p:tav>
                                        <p:tav tm="42816">
                                          <p:val>
                                            <p:strVal val="#ppt_y+0.00404"/>
                                          </p:val>
                                        </p:tav>
                                        <p:tav tm="46622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22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267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274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7008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9081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1002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10491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10731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0875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814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10589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10171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9524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8598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7329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6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348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296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50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26884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4150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55167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66949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76358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83502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88808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92728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95624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9329"/>
                                          </p:val>
                                        </p:tav>
                                        <p:tav tm="36156">
                                          <p:val>
                                            <p:strVal val="#ppt_w*1.01257"/>
                                          </p:val>
                                        </p:tav>
                                        <p:tav tm="39962">
                                          <p:val>
                                            <p:strVal val="#ppt_w*1.02242"/>
                                          </p:val>
                                        </p:tav>
                                        <p:tav tm="46622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50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26677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41186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54742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66434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75771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8286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88125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92014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94888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8565"/>
                                          </p:val>
                                        </p:tav>
                                        <p:tav tm="36156">
                                          <p:val>
                                            <p:strVal val="#ppt_h*1.00478"/>
                                          </p:val>
                                        </p:tav>
                                        <p:tav tm="39962">
                                          <p:val>
                                            <p:strVal val="#ppt_h*1.01456"/>
                                          </p:val>
                                        </p:tav>
                                        <p:tav tm="46622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50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6"/>
                                          </p:val>
                                        </p:tav>
                                        <p:tav tm="23787">
                                          <p:val>
                                            <p:fltVal val="176"/>
                                          </p:val>
                                        </p:tav>
                                        <p:tav tm="24738">
                                          <p:val>
                                            <p:fltVal val="180.62"/>
                                          </p:val>
                                        </p:tav>
                                        <p:tav tm="25690">
                                          <p:val>
                                            <p:fltVal val="216.49"/>
                                          </p:val>
                                        </p:tav>
                                        <p:tav tm="26641">
                                          <p:val>
                                            <p:fltVal val="250.01"/>
                                          </p:val>
                                        </p:tav>
                                        <p:tav tm="27593">
                                          <p:val>
                                            <p:fltVal val="278.92"/>
                                          </p:val>
                                        </p:tav>
                                        <p:tav tm="28544">
                                          <p:val>
                                            <p:fltVal val="302"/>
                                          </p:val>
                                        </p:tav>
                                        <p:tav tm="29496">
                                          <p:val>
                                            <p:fltVal val="319.53"/>
                                          </p:val>
                                        </p:tav>
                                        <p:tav tm="30447">
                                          <p:val>
                                            <p:fltVal val="332.54"/>
                                          </p:val>
                                        </p:tav>
                                        <p:tav tm="31399">
                                          <p:val>
                                            <p:fltVal val="342.16"/>
                                          </p:val>
                                        </p:tav>
                                        <p:tav tm="32350">
                                          <p:val>
                                            <p:fltVal val="349.26"/>
                                          </p:val>
                                        </p:tav>
                                        <p:tav tm="33302">
                                          <p:val>
                                            <p:fltVal val="354.51"/>
                                          </p:val>
                                        </p:tav>
                                        <p:tav tm="34253">
                                          <p:val>
                                            <p:fltVal val="358.35"/>
                                          </p:val>
                                        </p:tav>
                                        <p:tav tm="35205">
                                          <p:val>
                                            <p:fltVal val="361.13"/>
                                          </p:val>
                                        </p:tav>
                                        <p:tav tm="36156">
                                          <p:val>
                                            <p:fltVal val="363.08"/>
                                          </p:val>
                                        </p:tav>
                                        <p:tav tm="38059">
                                          <p:val>
                                            <p:fltVal val="365.15"/>
                                          </p:val>
                                        </p:tav>
                                        <p:tav tm="39962">
                                          <p:val>
                                            <p:fltVal val="365.5"/>
                                          </p:val>
                                        </p:tav>
                                        <p:tav tm="42816">
                                          <p:val>
                                            <p:fltVal val="363.96"/>
                                          </p:val>
                                        </p:tav>
                                        <p:tav tm="46622">
                                          <p:val>
                                            <p:fltVal val="360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67">
                                          <p:stCondLst>
                                            <p:cond delay="7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5" dur="350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945"/>
                                          </p:val>
                                        </p:tav>
                                        <p:tav tm="20932">
                                          <p:val>
                                            <p:strVal val="#ppt_x-0.09945"/>
                                          </p:val>
                                        </p:tav>
                                        <p:tav tm="21884">
                                          <p:val>
                                            <p:strVal val="#ppt_x-0.09552"/>
                                          </p:val>
                                        </p:tav>
                                        <p:tav tm="22835">
                                          <p:val>
                                            <p:strVal val="#ppt_x-0.07618"/>
                                          </p:val>
                                        </p:tav>
                                        <p:tav tm="23787">
                                          <p:val>
                                            <p:strVal val="#ppt_x-0.05821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4281"/>
                                          </p:val>
                                        </p:tav>
                                        <p:tav tm="25690">
                                          <p:val>
                                            <p:strVal val="#ppt_x-0.03056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2129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1441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0932"/>
                                          </p:val>
                                        </p:tav>
                                        <p:tav tm="29496">
                                          <p:val>
                                            <p:strVal val="#ppt_x-0.00557"/>
                                          </p:val>
                                        </p:tav>
                                        <p:tav tm="30447">
                                          <p:val>
                                            <p:strVal val="#ppt_x-0.00279"/>
                                          </p:val>
                                        </p:tav>
                                        <p:tav tm="31399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33302">
                                          <p:val>
                                            <p:strVal val="#ppt_x+0.00173"/>
                                          </p:val>
                                        </p:tav>
                                        <p:tav tm="35205">
                                          <p:val>
                                            <p:strVal val="#ppt_x+0.00281"/>
                                          </p:val>
                                        </p:tav>
                                        <p:tav tm="37108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39962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43768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101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079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350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432"/>
                                          </p:val>
                                        </p:tav>
                                        <p:tav tm="20932">
                                          <p:val>
                                            <p:strVal val="#ppt_y+0.04432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04258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02602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1918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1374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0962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0265"/>
                                          </p:val>
                                        </p:tav>
                                        <p:tav tm="33302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37108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4376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7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8533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935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76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968"/>
                                          </p:val>
                                        </p:tav>
                                        <p:tav tm="89439">
                                          <p:val>
                                            <p:strVal val="#ppt_y-0.10065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0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83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9443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989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816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13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50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27959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42543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56097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67715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769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83945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89135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92969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95802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99425"/>
                                          </p:val>
                                        </p:tav>
                                        <p:tav tm="33302">
                                          <p:val>
                                            <p:strVal val="#ppt_w*1.01304"/>
                                          </p:val>
                                        </p:tav>
                                        <p:tav tm="37108">
                                          <p:val>
                                            <p:strVal val="#ppt_w*1.02237"/>
                                          </p:val>
                                        </p:tav>
                                        <p:tav tm="43768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350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27744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42215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55665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67194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76358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83299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8845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92254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95065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9866"/>
                                          </p:val>
                                        </p:tav>
                                        <p:tav tm="33302">
                                          <p:val>
                                            <p:strVal val="#ppt_h*1.00524"/>
                                          </p:val>
                                        </p:tav>
                                        <p:tav tm="37108">
                                          <p:val>
                                            <p:strVal val="#ppt_h*1.01451"/>
                                          </p:val>
                                        </p:tav>
                                        <p:tav tm="43768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50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9"/>
                                          </p:val>
                                        </p:tav>
                                        <p:tav tm="20932">
                                          <p:val>
                                            <p:fltVal val="-139"/>
                                          </p:val>
                                        </p:tav>
                                        <p:tav tm="21884">
                                          <p:val>
                                            <p:fltVal val="-147.72"/>
                                          </p:val>
                                        </p:tav>
                                        <p:tav tm="22835">
                                          <p:val>
                                            <p:fltVal val="-190.69"/>
                                          </p:val>
                                        </p:tav>
                                        <p:tav tm="23787">
                                          <p:val>
                                            <p:fltVal val="-230.63"/>
                                          </p:val>
                                        </p:tav>
                                        <p:tav tm="24738">
                                          <p:val>
                                            <p:fltVal val="-264.87"/>
                                          </p:val>
                                        </p:tav>
                                        <p:tav tm="25690">
                                          <p:val>
                                            <p:fltVal val="-292.08"/>
                                          </p:val>
                                        </p:tav>
                                        <p:tav tm="26641">
                                          <p:val>
                                            <p:fltVal val="-312.69"/>
                                          </p:val>
                                        </p:tav>
                                        <p:tav tm="27593">
                                          <p:val>
                                            <p:fltVal val="-327.98"/>
                                          </p:val>
                                        </p:tav>
                                        <p:tav tm="28544">
                                          <p:val>
                                            <p:fltVal val="-339.28"/>
                                          </p:val>
                                        </p:tav>
                                        <p:tav tm="29496">
                                          <p:val>
                                            <p:fltVal val="-347.63"/>
                                          </p:val>
                                        </p:tav>
                                        <p:tav tm="30447">
                                          <p:val>
                                            <p:fltVal val="-353.79"/>
                                          </p:val>
                                        </p:tav>
                                        <p:tav tm="31399">
                                          <p:val>
                                            <p:fltVal val="-358.31"/>
                                          </p:val>
                                        </p:tav>
                                        <p:tav tm="32350">
                                          <p:val>
                                            <p:fltVal val="-361.56"/>
                                          </p:val>
                                        </p:tav>
                                        <p:tav tm="33302">
                                          <p:val>
                                            <p:fltVal val="-363.84"/>
                                          </p:val>
                                        </p:tav>
                                        <p:tav tm="34253">
                                          <p:val>
                                            <p:fltVal val="-365.35"/>
                                          </p:val>
                                        </p:tav>
                                        <p:tav tm="35205">
                                          <p:val>
                                            <p:fltVal val="-366.23"/>
                                          </p:val>
                                        </p:tav>
                                        <p:tav tm="37108">
                                          <p:val>
                                            <p:fltVal val="-366.59"/>
                                          </p:val>
                                        </p:tav>
                                        <p:tav tm="39962">
                                          <p:val>
                                            <p:fltVal val="-364.68"/>
                                          </p:val>
                                        </p:tav>
                                        <p:tav tm="43768">
                                          <p:val>
                                            <p:fltVal val="-360"/>
                                          </p:val>
                                        </p:tav>
                                        <p:tav tm="9990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93" dur="350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3539"/>
                                          </p:val>
                                        </p:tav>
                                        <p:tav tm="18078">
                                          <p:val>
                                            <p:strVal val="#ppt_x-0.13539"/>
                                          </p:val>
                                        </p:tav>
                                        <p:tav tm="19029">
                                          <p:val>
                                            <p:strVal val="#ppt_x-0.12811"/>
                                          </p:val>
                                        </p:tav>
                                        <p:tav tm="19981">
                                          <p:val>
                                            <p:strVal val="#ppt_x-0.10186"/>
                                          </p:val>
                                        </p:tav>
                                        <p:tav tm="20932">
                                          <p:val>
                                            <p:strVal val="#ppt_x-0.0776"/>
                                          </p:val>
                                        </p:tav>
                                        <p:tav tm="21884">
                                          <p:val>
                                            <p:strVal val="#ppt_x-0.05692"/>
                                          </p:val>
                                        </p:tav>
                                        <p:tav tm="22835">
                                          <p:val>
                                            <p:strVal val="#ppt_x-0.04056"/>
                                          </p:val>
                                        </p:tav>
                                        <p:tav tm="23787">
                                          <p:val>
                                            <p:strVal val="#ppt_x-0.0282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1904"/>
                                          </p:val>
                                        </p:tav>
                                        <p:tav tm="25690">
                                          <p:val>
                                            <p:strVal val="#ppt_x-0.01227"/>
                                          </p:val>
                                        </p:tav>
                                        <p:tav tm="26641">
                                          <p:val>
                                            <p:strVal val="#ppt_x-0.00726"/>
                                          </p:val>
                                        </p:tav>
                                        <p:tav tm="27593">
                                          <p:val>
                                            <p:strVal val="#ppt_x-0.00357"/>
                                          </p:val>
                                        </p:tav>
                                        <p:tav tm="28544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0385"/>
                                          </p:val>
                                        </p:tav>
                                        <p:tav tm="34253">
                                          <p:val>
                                            <p:strVal val="#ppt_x+0.00403"/>
                                          </p:val>
                                        </p:tav>
                                        <p:tav tm="37108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40913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235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282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88"/>
                                          </p:val>
                                        </p:tav>
                                        <p:tav tm="85633">
                                          <p:val>
                                            <p:strVal val="#ppt_x+0.00167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207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50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559"/>
                                          </p:val>
                                        </p:tav>
                                        <p:tav tm="18078">
                                          <p:val>
                                            <p:strVal val="#ppt_y-0.03559"/>
                                          </p:val>
                                        </p:tav>
                                        <p:tav tm="19029">
                                          <p:val>
                                            <p:strVal val="#ppt_y-0.03367"/>
                                          </p:val>
                                        </p:tav>
                                        <p:tav tm="20932">
                                          <p:val>
                                            <p:strVal val="#ppt_y-0.02032"/>
                                          </p:val>
                                        </p:tav>
                                        <p:tav tm="21884">
                                          <p:val>
                                            <p:strVal val="#ppt_y-0.01486"/>
                                          </p:val>
                                        </p:tav>
                                        <p:tav tm="23787">
                                          <p:val>
                                            <p:strVal val="#ppt_y-0.00728"/>
                                          </p:val>
                                        </p:tav>
                                        <p:tav tm="25690">
                                          <p:val>
                                            <p:strVal val="#ppt_y-0.00307"/>
                                          </p:val>
                                        </p:tav>
                                        <p:tav tm="28544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125"/>
                                          </p:val>
                                        </p:tav>
                                        <p:tav tm="40913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7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8533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935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76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968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0094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0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83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9443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989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816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13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50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25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29034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43575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57016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68468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7753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84377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89455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93205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95976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99518"/>
                                          </p:val>
                                        </p:tav>
                                        <p:tav tm="30447">
                                          <p:val>
                                            <p:strVal val="#ppt_w*1.01349"/>
                                          </p:val>
                                        </p:tav>
                                        <p:tav tm="34253">
                                          <p:val>
                                            <p:strVal val="#ppt_w*1.02232"/>
                                          </p:val>
                                        </p:tav>
                                        <p:tav tm="40913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50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28811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4324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56577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67942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76933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83728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88767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92488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95238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98753"/>
                                          </p:val>
                                        </p:tav>
                                        <p:tav tm="30447">
                                          <p:val>
                                            <p:strVal val="#ppt_h*1.00569"/>
                                          </p:val>
                                        </p:tav>
                                        <p:tav tm="34253">
                                          <p:val>
                                            <p:strVal val="#ppt_h*1.01445"/>
                                          </p:val>
                                        </p:tav>
                                        <p:tav tm="40913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50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2"/>
                                          </p:val>
                                        </p:tav>
                                        <p:tav tm="18078">
                                          <p:val>
                                            <p:fltVal val="102"/>
                                          </p:val>
                                        </p:tav>
                                        <p:tav tm="19029">
                                          <p:val>
                                            <p:fltVal val="115.88"/>
                                          </p:val>
                                        </p:tav>
                                        <p:tav tm="19981">
                                          <p:val>
                                            <p:fltVal val="165.9"/>
                                          </p:val>
                                        </p:tav>
                                        <p:tav tm="20932">
                                          <p:val>
                                            <p:fltVal val="212.14"/>
                                          </p:val>
                                        </p:tav>
                                        <p:tav tm="21884">
                                          <p:val>
                                            <p:fltVal val="251.53"/>
                                          </p:val>
                                        </p:tav>
                                        <p:tav tm="22835">
                                          <p:val>
                                            <p:fltVal val="282.7"/>
                                          </p:val>
                                        </p:tav>
                                        <p:tav tm="23787">
                                          <p:val>
                                            <p:fltVal val="306.26"/>
                                          </p:val>
                                        </p:tav>
                                        <p:tav tm="24738">
                                          <p:val>
                                            <p:fltVal val="323.72"/>
                                          </p:val>
                                        </p:tav>
                                        <p:tav tm="25690">
                                          <p:val>
                                            <p:fltVal val="336.63"/>
                                          </p:val>
                                        </p:tav>
                                        <p:tav tm="26641">
                                          <p:val>
                                            <p:fltVal val="346.16"/>
                                          </p:val>
                                        </p:tav>
                                        <p:tav tm="27593">
                                          <p:val>
                                            <p:fltVal val="353.19"/>
                                          </p:val>
                                        </p:tav>
                                        <p:tav tm="28544">
                                          <p:val>
                                            <p:fltVal val="358.34"/>
                                          </p:val>
                                        </p:tav>
                                        <p:tav tm="29496">
                                          <p:val>
                                            <p:fltVal val="362.05"/>
                                          </p:val>
                                        </p:tav>
                                        <p:tav tm="30447">
                                          <p:val>
                                            <p:fltVal val="364.64"/>
                                          </p:val>
                                        </p:tav>
                                        <p:tav tm="31399">
                                          <p:val>
                                            <p:fltVal val="366.34"/>
                                          </p:val>
                                        </p:tav>
                                        <p:tav tm="32350">
                                          <p:val>
                                            <p:fltVal val="367.33"/>
                                          </p:val>
                                        </p:tav>
                                        <p:tav tm="34253">
                                          <p:val>
                                            <p:fltVal val="367.68"/>
                                          </p:val>
                                        </p:tav>
                                        <p:tav tm="35205">
                                          <p:val>
                                            <p:fltVal val="367.22"/>
                                          </p:val>
                                        </p:tav>
                                        <p:tav tm="37108">
                                          <p:val>
                                            <p:fltVal val="365.38"/>
                                          </p:val>
                                        </p:tav>
                                        <p:tav tm="39962">
                                          <p:val>
                                            <p:fltVal val="360.94"/>
                                          </p:val>
                                        </p:tav>
                                        <p:tav tm="40913">
                                          <p:val>
                                            <p:fltVal val="360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01" dur="350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0597"/>
                                          </p:val>
                                        </p:tav>
                                        <p:tav tm="15224">
                                          <p:val>
                                            <p:strVal val="#ppt_x-0.10597"/>
                                          </p:val>
                                        </p:tav>
                                        <p:tav tm="16175">
                                          <p:val>
                                            <p:strVal val="#ppt_x-0.09875"/>
                                          </p:val>
                                        </p:tav>
                                        <p:tav tm="17127">
                                          <p:val>
                                            <p:strVal val="#ppt_x-0.07827"/>
                                          </p:val>
                                        </p:tav>
                                        <p:tav tm="18078">
                                          <p:val>
                                            <p:strVal val="#ppt_x-0.05945"/>
                                          </p:val>
                                        </p:tav>
                                        <p:tav tm="19029">
                                          <p:val>
                                            <p:strVal val="#ppt_x-0.04351"/>
                                          </p:val>
                                        </p:tav>
                                        <p:tav tm="19981">
                                          <p:val>
                                            <p:strVal val="#ppt_x-0.03095"/>
                                          </p:val>
                                        </p:tav>
                                        <p:tav tm="20932">
                                          <p:val>
                                            <p:strVal val="#ppt_x-0.02148"/>
                                          </p:val>
                                        </p:tav>
                                        <p:tav tm="21884">
                                          <p:val>
                                            <p:strVal val="#ppt_x-0.01446"/>
                                          </p:val>
                                        </p:tav>
                                        <p:tav tm="22835">
                                          <p:val>
                                            <p:strVal val="#ppt_x-0.00927"/>
                                          </p:val>
                                        </p:tav>
                                        <p:tav tm="23787">
                                          <p:val>
                                            <p:strVal val="#ppt_x-0.00544"/>
                                          </p:val>
                                        </p:tav>
                                        <p:tav tm="24738">
                                          <p:val>
                                            <p:strVal val="#ppt_x-0.00262"/>
                                          </p:val>
                                        </p:tav>
                                        <p:tav tm="25690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0197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0303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0314"/>
                                          </p:val>
                                        </p:tav>
                                        <p:tav tm="34253">
                                          <p:val>
                                            <p:strVal val="#ppt_x+0.00217"/>
                                          </p:val>
                                        </p:tav>
                                        <p:tav tm="38059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82778">
                                          <p:val>
                                            <p:strVal val="#ppt_x-0.00087"/>
                                          </p:val>
                                        </p:tav>
                                        <p:tav tm="84681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87536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94196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350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091"/>
                                          </p:val>
                                        </p:tav>
                                        <p:tav tm="15224">
                                          <p:val>
                                            <p:strVal val="#ppt_y+0.11091"/>
                                          </p:val>
                                        </p:tav>
                                        <p:tav tm="16175">
                                          <p:val>
                                            <p:strVal val="#ppt_y+0.10337"/>
                                          </p:val>
                                        </p:tav>
                                        <p:tav tm="17127">
                                          <p:val>
                                            <p:strVal val="#ppt_y+0.08197"/>
                                          </p:val>
                                        </p:tav>
                                        <p:tav tm="18078">
                                          <p:val>
                                            <p:strVal val="#ppt_y+0.0623"/>
                                          </p:val>
                                        </p:tav>
                                        <p:tav tm="19029">
                                          <p:val>
                                            <p:strVal val="#ppt_y+0.04564"/>
                                          </p:val>
                                        </p:tav>
                                        <p:tav tm="19981">
                                          <p:val>
                                            <p:strVal val="#ppt_y+0.03251"/>
                                          </p:val>
                                        </p:tav>
                                        <p:tav tm="20932">
                                          <p:val>
                                            <p:strVal val="#ppt_y+0.02262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01528"/>
                                          </p:val>
                                        </p:tav>
                                        <p:tav tm="22835">
                                          <p:val>
                                            <p:strVal val="#ppt_y+0.00987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00586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0075"/>
                                          </p:val>
                                        </p:tav>
                                        <p:tav tm="27593">
                                          <p:val>
                                            <p:strVal val="#ppt_y-0.00188"/>
                                          </p:val>
                                        </p:tav>
                                        <p:tav tm="31399">
                                          <p:val>
                                            <p:strVal val="#ppt_y-0.00311"/>
                                          </p:val>
                                        </p:tav>
                                        <p:tav tm="38059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7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8533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935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76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968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0094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0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83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9443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989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816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13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50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224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175">
                                          <p:val>
                                            <p:strVal val="#ppt_w*0.30108"/>
                                          </p:val>
                                        </p:tav>
                                        <p:tav tm="17127">
                                          <p:val>
                                            <p:strVal val="#ppt_w*0.44601"/>
                                          </p:val>
                                        </p:tav>
                                        <p:tav tm="18078">
                                          <p:val>
                                            <p:strVal val="#ppt_w*0.57925"/>
                                          </p:val>
                                        </p:tav>
                                        <p:tav tm="19029">
                                          <p:val>
                                            <p:strVal val="#ppt_w*0.69209"/>
                                          </p:val>
                                        </p:tav>
                                        <p:tav tm="19981">
                                          <p:val>
                                            <p:strVal val="#ppt_w*0.78098"/>
                                          </p:val>
                                        </p:tav>
                                        <p:tav tm="20932">
                                          <p:val>
                                            <p:strVal val="#ppt_w*0.848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89768"/>
                                          </p:val>
                                        </p:tav>
                                        <p:tav tm="22835">
                                          <p:val>
                                            <p:strVal val="#ppt_w*0.93436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96147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9961"/>
                                          </p:val>
                                        </p:tav>
                                        <p:tav tm="27593">
                                          <p:val>
                                            <p:strVal val="#ppt_w*1.01393"/>
                                          </p:val>
                                        </p:tav>
                                        <p:tav tm="31399">
                                          <p:val>
                                            <p:strVal val="#ppt_w*1.02226"/>
                                          </p:val>
                                        </p:tav>
                                        <p:tav tm="38059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350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5224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6175">
                                          <p:val>
                                            <p:strVal val="#ppt_h*0.29877"/>
                                          </p:val>
                                        </p:tav>
                                        <p:tav tm="17127">
                                          <p:val>
                                            <p:strVal val="#ppt_h*0.44258"/>
                                          </p:val>
                                        </p:tav>
                                        <p:tav tm="18078">
                                          <p:val>
                                            <p:strVal val="#ppt_h*0.57479"/>
                                          </p:val>
                                        </p:tav>
                                        <p:tav tm="19029">
                                          <p:val>
                                            <p:strVal val="#ppt_h*0.68676"/>
                                          </p:val>
                                        </p:tav>
                                        <p:tav tm="19981">
                                          <p:val>
                                            <p:strVal val="#ppt_h*0.77497"/>
                                          </p:val>
                                        </p:tav>
                                        <p:tav tm="20932">
                                          <p:val>
                                            <p:strVal val="#ppt_h*0.84148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89077"/>
                                          </p:val>
                                        </p:tav>
                                        <p:tav tm="22835">
                                          <p:val>
                                            <p:strVal val="#ppt_h*0.92718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95408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98843"/>
                                          </p:val>
                                        </p:tav>
                                        <p:tav tm="27593">
                                          <p:val>
                                            <p:strVal val="#ppt_h*1.00613"/>
                                          </p:val>
                                        </p:tav>
                                        <p:tav tm="31399">
                                          <p:val>
                                            <p:strVal val="#ppt_h*1.01439"/>
                                          </p:val>
                                        </p:tav>
                                        <p:tav tm="38059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50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"/>
                                          </p:val>
                                        </p:tav>
                                        <p:tav tm="15224">
                                          <p:val>
                                            <p:fltVal val="135"/>
                                          </p:val>
                                        </p:tav>
                                        <p:tav tm="16175">
                                          <p:val>
                                            <p:fltVal val="125.8"/>
                                          </p:val>
                                        </p:tav>
                                        <p:tav tm="17127">
                                          <p:val>
                                            <p:fltVal val="99.72"/>
                                          </p:val>
                                        </p:tav>
                                        <p:tav tm="18078">
                                          <p:val>
                                            <p:fltVal val="75.74"/>
                                          </p:val>
                                        </p:tav>
                                        <p:tav tm="19029">
                                          <p:val>
                                            <p:fltVal val="55.42"/>
                                          </p:val>
                                        </p:tav>
                                        <p:tav tm="19981">
                                          <p:val>
                                            <p:fltVal val="39.42"/>
                                          </p:val>
                                        </p:tav>
                                        <p:tav tm="20932">
                                          <p:val>
                                            <p:fltVal val="27.36"/>
                                          </p:val>
                                        </p:tav>
                                        <p:tav tm="21884">
                                          <p:val>
                                            <p:fltVal val="18.42"/>
                                          </p:val>
                                        </p:tav>
                                        <p:tav tm="22835">
                                          <p:val>
                                            <p:fltVal val="11.81"/>
                                          </p:val>
                                        </p:tav>
                                        <p:tav tm="23787">
                                          <p:val>
                                            <p:fltVal val="6.94"/>
                                          </p:val>
                                        </p:tav>
                                        <p:tav tm="24738">
                                          <p:val>
                                            <p:fltVal val="3.34"/>
                                          </p:val>
                                        </p:tav>
                                        <p:tav tm="25690">
                                          <p:val>
                                            <p:fltVal val="0.7"/>
                                          </p:val>
                                        </p:tav>
                                        <p:tav tm="27593">
                                          <p:val>
                                            <p:fltVal val="-2.51"/>
                                          </p:val>
                                        </p:tav>
                                        <p:tav tm="29496">
                                          <p:val>
                                            <p:fltVal val="-3.86"/>
                                          </p:val>
                                        </p:tav>
                                        <p:tav tm="31399">
                                          <p:val>
                                            <p:fltVal val="-4.01"/>
                                          </p:val>
                                        </p:tav>
                                        <p:tav tm="34253">
                                          <p:val>
                                            <p:fltVal val="-2.77"/>
                                          </p:val>
                                        </p:tav>
                                        <p:tav tm="38059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" dur="35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501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0501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35205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39010">
                                          <p:val>
                                            <p:strVal val="#ppt_x-0.00007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072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27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068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5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1284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21284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17869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13882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10353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7473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526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3608"/>
                                          </p:val>
                                        </p:tav>
                                        <p:tav tm="34253">
                                          <p:val>
                                            <p:strVal val="#ppt_y+0.02388"/>
                                          </p:val>
                                        </p:tav>
                                        <p:tav tm="35205">
                                          <p:val>
                                            <p:strVal val="#ppt_y+0.01486"/>
                                          </p:val>
                                        </p:tav>
                                        <p:tav tm="36156">
                                          <p:val>
                                            <p:strVal val="#ppt_y+0.0082"/>
                                          </p:val>
                                        </p:tav>
                                        <p:tav tm="37108">
                                          <p:val>
                                            <p:strVal val="#ppt_y+0.0033"/>
                                          </p:val>
                                        </p:tav>
                                        <p:tav tm="39010">
                                          <p:val>
                                            <p:strVal val="#ppt_y-0.00278"/>
                                          </p:val>
                                        </p:tav>
                                        <p:tav tm="40913">
                                          <p:val>
                                            <p:strVal val="#ppt_y-0.00556"/>
                                          </p:val>
                                        </p:tav>
                                        <p:tav tm="42816">
                                          <p:val>
                                            <p:strVal val="#ppt_y-0.00622"/>
                                          </p:val>
                                        </p:tav>
                                        <p:tav tm="45671">
                                          <p:val>
                                            <p:strVal val="#ppt_y-0.00468"/>
                                          </p:val>
                                        </p:tav>
                                        <p:tav tm="49477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7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8533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935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76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968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0094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0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83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9443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989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816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13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35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25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37043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51106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63551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73707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81513"/>
                                          </p:val>
                                        </p:tav>
                                        <p:tav tm="33302">
                                          <p:val>
                                            <p:strVal val="#ppt_w*0.87336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164"/>
                                          </p:val>
                                        </p:tav>
                                        <p:tav tm="35205">
                                          <p:val>
                                            <p:strVal val="#ppt_w*0.9482"/>
                                          </p:val>
                                        </p:tav>
                                        <p:tav tm="37108">
                                          <p:val>
                                            <p:strVal val="#ppt_w*0.98896"/>
                                          </p:val>
                                        </p:tav>
                                        <p:tav tm="39010">
                                          <p:val>
                                            <p:strVal val="#ppt_w*1.01043"/>
                                          </p:val>
                                        </p:tav>
                                        <p:tav tm="42816">
                                          <p:val>
                                            <p:strVal val="#ppt_w*1.02256"/>
                                          </p:val>
                                        </p:tav>
                                        <p:tav tm="45671">
                                          <p:val>
                                            <p:strVal val="#ppt_w*1.01713"/>
                                          </p:val>
                                        </p:tav>
                                        <p:tav tm="49477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5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36758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50713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63062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7314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80886"/>
                                          </p:val>
                                        </p:tav>
                                        <p:tav tm="33302">
                                          <p:val>
                                            <p:strVal val="#ppt_h*0.86664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0936"/>
                                          </p:val>
                                        </p:tav>
                                        <p:tav tm="35205">
                                          <p:val>
                                            <p:strVal val="#ppt_h*0.94091"/>
                                          </p:val>
                                        </p:tav>
                                        <p:tav tm="37108">
                                          <p:val>
                                            <p:strVal val="#ppt_h*0.98136"/>
                                          </p:val>
                                        </p:tav>
                                        <p:tav tm="39010">
                                          <p:val>
                                            <p:strVal val="#ppt_h*1.00265"/>
                                          </p:val>
                                        </p:tav>
                                        <p:tav tm="42816">
                                          <p:val>
                                            <p:strVal val="#ppt_h*1.01469"/>
                                          </p:val>
                                        </p:tav>
                                        <p:tav tm="45671">
                                          <p:val>
                                            <p:strVal val="#ppt_h*1.0093"/>
                                          </p:val>
                                        </p:tav>
                                        <p:tav tm="49477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350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2"/>
                                          </p:val>
                                        </p:tav>
                                        <p:tav tm="27593">
                                          <p:val>
                                            <p:fltVal val="-172"/>
                                          </p:val>
                                        </p:tav>
                                        <p:tav tm="28544">
                                          <p:val>
                                            <p:fltVal val="-144.38"/>
                                          </p:val>
                                        </p:tav>
                                        <p:tav tm="29496">
                                          <p:val>
                                            <p:fltVal val="-112.13"/>
                                          </p:val>
                                        </p:tav>
                                        <p:tav tm="30447">
                                          <p:val>
                                            <p:fltVal val="-83.59"/>
                                          </p:val>
                                        </p:tav>
                                        <p:tav tm="31399">
                                          <p:val>
                                            <p:fltVal val="-60.3"/>
                                          </p:val>
                                        </p:tav>
                                        <p:tav tm="32350">
                                          <p:val>
                                            <p:fltVal val="-42.4"/>
                                          </p:val>
                                        </p:tav>
                                        <p:tav tm="33302">
                                          <p:val>
                                            <p:fltVal val="-29.04"/>
                                          </p:val>
                                        </p:tav>
                                        <p:tav tm="34253">
                                          <p:val>
                                            <p:fltVal val="-19.17"/>
                                          </p:val>
                                        </p:tav>
                                        <p:tav tm="35205">
                                          <p:val>
                                            <p:fltVal val="-11.88"/>
                                          </p:val>
                                        </p:tav>
                                        <p:tav tm="36156">
                                          <p:val>
                                            <p:fltVal val="-6.49"/>
                                          </p:val>
                                        </p:tav>
                                        <p:tav tm="37108">
                                          <p:val>
                                            <p:fltVal val="-2.53"/>
                                          </p:val>
                                        </p:tav>
                                        <p:tav tm="38059">
                                          <p:val>
                                            <p:fltVal val="0.35"/>
                                          </p:val>
                                        </p:tav>
                                        <p:tav tm="39010">
                                          <p:val>
                                            <p:fltVal val="2.39"/>
                                          </p:val>
                                        </p:tav>
                                        <p:tav tm="40913">
                                          <p:val>
                                            <p:fltVal val="4.64"/>
                                          </p:val>
                                        </p:tav>
                                        <p:tav tm="42816">
                                          <p:val>
                                            <p:fltVal val="5.17"/>
                                          </p:val>
                                        </p:tav>
                                        <p:tav tm="45671">
                                          <p:val>
                                            <p:fltVal val="3.93"/>
                                          </p:val>
                                        </p:tav>
                                        <p:tav tm="49477">
                                          <p:val>
                                            <p:fltVal val="0"/>
                                          </p:val>
                                        </p:tav>
                                        <p:tav tm="99905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5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5752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05752"/>
                                          </p:val>
                                        </p:tav>
                                        <p:tav tm="25690">
                                          <p:val>
                                            <p:strVal val="#ppt_x+0.04747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03675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2732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1967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1381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0944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0621"/>
                                          </p:val>
                                        </p:tav>
                                        <p:tav tm="32350">
                                          <p:val>
                                            <p:strVal val="#ppt_x+0.00382"/>
                                          </p:val>
                                        </p:tav>
                                        <p:tav tm="34253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36156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39962">
                                          <p:val>
                                            <p:strVal val="#ppt_x-0.00173"/>
                                          </p:val>
                                        </p:tav>
                                        <p:tav tm="46622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101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079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074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5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2294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22294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18403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14252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106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7636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5365"/>
                                          </p:val>
                                        </p:tav>
                                        <p:tav tm="30447">
                                          <p:val>
                                            <p:strVal val="#ppt_y+0.03672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2422"/>
                                          </p:val>
                                        </p:tav>
                                        <p:tav tm="32350">
                                          <p:val>
                                            <p:strVal val="#ppt_y+0.01498"/>
                                          </p:val>
                                        </p:tav>
                                        <p:tav tm="33302">
                                          <p:val>
                                            <p:strVal val="#ppt_y+0.00815"/>
                                          </p:val>
                                        </p:tav>
                                        <p:tav tm="34253">
                                          <p:val>
                                            <p:strVal val="#ppt_y+0.00314"/>
                                          </p:val>
                                        </p:tav>
                                        <p:tav tm="36156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38059">
                                          <p:val>
                                            <p:strVal val="#ppt_y-0.00589"/>
                                          </p:val>
                                        </p:tav>
                                        <p:tav tm="39962">
                                          <p:val>
                                            <p:strVal val="#ppt_y-0.00652"/>
                                          </p:val>
                                        </p:tav>
                                        <p:tav tm="42816">
                                          <p:val>
                                            <p:strVal val="#ppt_y-0.00484"/>
                                          </p:val>
                                        </p:tav>
                                        <p:tav tm="46622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7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8533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935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76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968"/>
                                          </p:val>
                                        </p:tav>
                                        <p:tav tm="90390">
                                          <p:val>
                                            <p:strVal val="#ppt_y-0.10094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0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83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9443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989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816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13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5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25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381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52076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64371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74351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81998"/>
                                          </p:val>
                                        </p:tav>
                                        <p:tav tm="30447">
                                          <p:val>
                                            <p:strVal val="#ppt_w*0.87695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91905"/>
                                          </p:val>
                                        </p:tav>
                                        <p:tav tm="32350">
                                          <p:val>
                                            <p:strVal val="#ppt_w*0.95016"/>
                                          </p:val>
                                        </p:tav>
                                        <p:tav tm="34253">
                                          <p:val>
                                            <p:strVal val="#ppt_w*0.99002"/>
                                          </p:val>
                                        </p:tav>
                                        <p:tav tm="36156">
                                          <p:val>
                                            <p:strVal val="#ppt_w*1.01095"/>
                                          </p:val>
                                        </p:tav>
                                        <p:tav tm="39962">
                                          <p:val>
                                            <p:strVal val="#ppt_w*1.02253"/>
                                          </p:val>
                                        </p:tav>
                                        <p:tav tm="42816">
                                          <p:val>
                                            <p:strVal val="#ppt_w*1.0169"/>
                                          </p:val>
                                        </p:tav>
                                        <p:tav tm="46622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35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37807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51676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63876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73779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81367"/>
                                          </p:val>
                                        </p:tav>
                                        <p:tav tm="30447">
                                          <p:val>
                                            <p:strVal val="#ppt_h*0.87021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91199"/>
                                          </p:val>
                                        </p:tav>
                                        <p:tav tm="32350">
                                          <p:val>
                                            <p:strVal val="#ppt_h*0.94285"/>
                                          </p:val>
                                        </p:tav>
                                        <p:tav tm="34253">
                                          <p:val>
                                            <p:strVal val="#ppt_h*0.98241"/>
                                          </p:val>
                                        </p:tav>
                                        <p:tav tm="36156">
                                          <p:val>
                                            <p:strVal val="#ppt_h*1.00318"/>
                                          </p:val>
                                        </p:tav>
                                        <p:tav tm="39962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46622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50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1"/>
                                          </p:val>
                                        </p:tav>
                                        <p:tav tm="24738">
                                          <p:val>
                                            <p:fltVal val="-151"/>
                                          </p:val>
                                        </p:tav>
                                        <p:tav tm="25690">
                                          <p:val>
                                            <p:fltVal val="-187.5"/>
                                          </p:val>
                                        </p:tav>
                                        <p:tav tm="26641">
                                          <p:val>
                                            <p:fltVal val="-226.45"/>
                                          </p:val>
                                        </p:tav>
                                        <p:tav tm="27593">
                                          <p:val>
                                            <p:fltVal val="-260.71"/>
                                          </p:val>
                                        </p:tav>
                                        <p:tav tm="28544">
                                          <p:val>
                                            <p:fltVal val="-288.52"/>
                                          </p:val>
                                        </p:tav>
                                        <p:tav tm="29496">
                                          <p:val>
                                            <p:fltVal val="-309.83"/>
                                          </p:val>
                                        </p:tav>
                                        <p:tav tm="30447">
                                          <p:val>
                                            <p:fltVal val="-325.71"/>
                                          </p:val>
                                        </p:tav>
                                        <p:tav tm="31399">
                                          <p:val>
                                            <p:fltVal val="-337.44"/>
                                          </p:val>
                                        </p:tav>
                                        <p:tav tm="32350">
                                          <p:val>
                                            <p:fltVal val="-346.11"/>
                                          </p:val>
                                        </p:tav>
                                        <p:tav tm="33302">
                                          <p:val>
                                            <p:fltVal val="-352.51"/>
                                          </p:val>
                                        </p:tav>
                                        <p:tav tm="34253">
                                          <p:val>
                                            <p:fltVal val="-357.22"/>
                                          </p:val>
                                        </p:tav>
                                        <p:tav tm="35205">
                                          <p:val>
                                            <p:fltVal val="-360.64"/>
                                          </p:val>
                                        </p:tav>
                                        <p:tav tm="36156">
                                          <p:val>
                                            <p:fltVal val="-363.05"/>
                                          </p:val>
                                        </p:tav>
                                        <p:tav tm="37108">
                                          <p:val>
                                            <p:fltVal val="-364.69"/>
                                          </p:val>
                                        </p:tav>
                                        <p:tav tm="38059">
                                          <p:val>
                                            <p:fltVal val="-365.69"/>
                                          </p:val>
                                        </p:tav>
                                        <p:tav tm="39962">
                                          <p:val>
                                            <p:fltVal val="-366.28"/>
                                          </p:val>
                                        </p:tav>
                                        <p:tav tm="42816">
                                          <p:val>
                                            <p:fltVal val="-364.71"/>
                                          </p:val>
                                        </p:tav>
                                        <p:tav tm="46622">
                                          <p:val>
                                            <p:fltVal val="-360"/>
                                          </p:val>
                                        </p:tav>
                                        <p:tav tm="99905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5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6741"/>
                                          </p:val>
                                        </p:tav>
                                        <p:tav tm="21884">
                                          <p:val>
                                            <p:strVal val="#ppt_x+0.16741"/>
                                          </p:val>
                                        </p:tav>
                                        <p:tav tm="23787">
                                          <p:val>
                                            <p:strVal val="#ppt_x+0.10483"/>
                                          </p:val>
                                        </p:tav>
                                        <p:tav tm="24738">
                                          <p:val>
                                            <p:strVal val="#ppt_x+0.07773"/>
                                          </p:val>
                                        </p:tav>
                                        <p:tav tm="25690">
                                          <p:val>
                                            <p:strVal val="#ppt_x+0.05584"/>
                                          </p:val>
                                        </p:tav>
                                        <p:tav tm="26641">
                                          <p:val>
                                            <p:strVal val="#ppt_x+0.03913"/>
                                          </p:val>
                                        </p:tav>
                                        <p:tav tm="27593">
                                          <p:val>
                                            <p:strVal val="#ppt_x+0.02668"/>
                                          </p:val>
                                        </p:tav>
                                        <p:tav tm="28544">
                                          <p:val>
                                            <p:strVal val="#ppt_x+0.01749"/>
                                          </p:val>
                                        </p:tav>
                                        <p:tav tm="29496">
                                          <p:val>
                                            <p:strVal val="#ppt_x+0.0107"/>
                                          </p:val>
                                        </p:tav>
                                        <p:tav tm="30447">
                                          <p:val>
                                            <p:strVal val="#ppt_x+0.00568"/>
                                          </p:val>
                                        </p:tav>
                                        <p:tav tm="31399">
                                          <p:val>
                                            <p:strVal val="#ppt_x+0.002"/>
                                          </p:val>
                                        </p:tav>
                                        <p:tav tm="32350">
                                          <p:val>
                                            <p:strVal val="#ppt_x-0.00067"/>
                                          </p:val>
                                        </p:tav>
                                        <p:tav tm="33302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35205">
                                          <p:val>
                                            <p:strVal val="#ppt_x-0.0046"/>
                                          </p:val>
                                        </p:tav>
                                        <p:tav tm="37108">
                                          <p:val>
                                            <p:strVal val="#ppt_x-0.00502"/>
                                          </p:val>
                                        </p:tav>
                                        <p:tav tm="39962">
                                          <p:val>
                                            <p:strVal val="#ppt_x-0.00372"/>
                                          </p:val>
                                        </p:tav>
                                        <p:tav tm="43768">
                                          <p:val>
                                            <p:strVal val="#ppt_x+0"/>
                                          </p:val>
                                        </p:tav>
                                        <p:tav tm="79924">
                                          <p:val>
                                            <p:strVal val="#ppt_x+0"/>
                                          </p:val>
                                        </p:tav>
                                        <p:tav tm="80875">
                                          <p:val>
                                            <p:strVal val="#ppt_x+0.00235"/>
                                          </p:val>
                                        </p:tav>
                                        <p:tav tm="82778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84681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85633">
                                          <p:val>
                                            <p:strVal val="#ppt_x-0.00167"/>
                                          </p:val>
                                        </p:tav>
                                        <p:tav tm="87536">
                                          <p:val>
                                            <p:strVal val="#ppt_x-0.00221"/>
                                          </p:val>
                                        </p:tav>
                                        <p:tav tm="94196">
                                          <p:val>
                                            <p:strVal val="#ppt_x-0.00207"/>
                                          </p:val>
                                        </p:tav>
                                        <p:tav tm="99905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5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0146"/>
                                          </p:val>
                                        </p:tav>
                                        <p:tav tm="21884">
                                          <p:val>
                                            <p:strVal val="#ppt_y+0.10146"/>
                                          </p:val>
                                        </p:tav>
                                        <p:tav tm="23787">
                                          <p:val>
                                            <p:strVal val="#ppt_y+0.0636"/>
                                          </p:val>
                                        </p:tav>
                                        <p:tav tm="24738">
                                          <p:val>
                                            <p:strVal val="#ppt_y+0.0472"/>
                                          </p:val>
                                        </p:tav>
                                        <p:tav tm="25690">
                                          <p:val>
                                            <p:strVal val="#ppt_y+0.03396"/>
                                          </p:val>
                                        </p:tav>
                                        <p:tav tm="26641">
                                          <p:val>
                                            <p:strVal val="#ppt_y+0.02385"/>
                                          </p:val>
                                        </p:tav>
                                        <p:tav tm="27593">
                                          <p:val>
                                            <p:strVal val="#ppt_y+0.01632"/>
                                          </p:val>
                                        </p:tav>
                                        <p:tav tm="28544">
                                          <p:val>
                                            <p:strVal val="#ppt_y+0.01076"/>
                                          </p:val>
                                        </p:tav>
                                        <p:tav tm="29496">
                                          <p:val>
                                            <p:strVal val="#ppt_y+0.00665"/>
                                          </p:val>
                                        </p:tav>
                                        <p:tav tm="31399">
                                          <p:val>
                                            <p:strVal val="#ppt_y+0.00138"/>
                                          </p:val>
                                        </p:tav>
                                        <p:tav tm="33302">
                                          <p:val>
                                            <p:strVal val="#ppt_y-0.00137"/>
                                          </p:val>
                                        </p:tav>
                                        <p:tav tm="37108">
                                          <p:val>
                                            <p:strVal val="#ppt_y-0.00286"/>
                                          </p:val>
                                        </p:tav>
                                        <p:tav tm="43768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79924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80875">
                                          <p:val>
                                            <p:strVal val="#ppt_y+0.01459"/>
                                          </p:val>
                                        </p:tav>
                                        <p:tav tm="81827">
                                          <p:val>
                                            <p:strVal val="#ppt_y+0.01705"/>
                                          </p:val>
                                        </p:tav>
                                        <p:tav tm="82778">
                                          <p:val>
                                            <p:strVal val="#ppt_y+0.01752"/>
                                          </p:val>
                                        </p:tav>
                                        <p:tav tm="84681">
                                          <p:val>
                                            <p:strVal val="#ppt_y-0.0673"/>
                                          </p:val>
                                        </p:tav>
                                        <p:tav tm="85633">
                                          <p:val>
                                            <p:strVal val="#ppt_y-0.08533"/>
                                          </p:val>
                                        </p:tav>
                                        <p:tav tm="86584">
                                          <p:val>
                                            <p:strVal val="#ppt_y-0.0935"/>
                                          </p:val>
                                        </p:tav>
                                        <p:tav tm="87536">
                                          <p:val>
                                            <p:strVal val="#ppt_y-0.0976"/>
                                          </p:val>
                                        </p:tav>
                                        <p:tav tm="88487">
                                          <p:val>
                                            <p:strVal val="#ppt_y-0.09968"/>
                                          </p:val>
                                        </p:tav>
                                        <p:tav tm="89439">
                                          <p:val>
                                            <p:strVal val="#ppt_y-0.10065"/>
                                          </p:val>
                                        </p:tav>
                                        <p:tav tm="91342">
                                          <p:val>
                                            <p:strVal val="#ppt_y-0.10037"/>
                                          </p:val>
                                        </p:tav>
                                        <p:tav tm="92293">
                                          <p:val>
                                            <p:strVal val="#ppt_y-0.0983"/>
                                          </p:val>
                                        </p:tav>
                                        <p:tav tm="93245">
                                          <p:val>
                                            <p:strVal val="#ppt_y-0.09443"/>
                                          </p:val>
                                        </p:tav>
                                        <p:tav tm="94196">
                                          <p:val>
                                            <p:strVal val="#ppt_y-0.08845"/>
                                          </p:val>
                                        </p:tav>
                                        <p:tav tm="95147">
                                          <p:val>
                                            <p:strVal val="#ppt_y-0.07989"/>
                                          </p:val>
                                        </p:tav>
                                        <p:tav tm="96099">
                                          <p:val>
                                            <p:strVal val="#ppt_y-0.06816"/>
                                          </p:val>
                                        </p:tav>
                                        <p:tav tm="97050">
                                          <p:val>
                                            <p:strVal val="#ppt_y-0.0524"/>
                                          </p:val>
                                        </p:tav>
                                        <p:tav tm="98002">
                                          <p:val>
                                            <p:strVal val="#ppt_y-0.03136"/>
                                          </p:val>
                                        </p:tav>
                                        <p:tav tm="98953">
                                          <p:val>
                                            <p:strVal val="#ppt_y-0.00314"/>
                                          </p:val>
                                        </p:tav>
                                        <p:tav tm="99905">
                                          <p:val>
                                            <p:strVal val="#ppt_y+0.000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35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1884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787">
                                          <p:val>
                                            <p:strVal val="#ppt_w*0.53038"/>
                                          </p:val>
                                        </p:tav>
                                        <p:tav tm="24738">
                                          <p:val>
                                            <p:strVal val="#ppt_w*0.65178"/>
                                          </p:val>
                                        </p:tav>
                                        <p:tav tm="25690">
                                          <p:val>
                                            <p:strVal val="#ppt_w*0.74982"/>
                                          </p:val>
                                        </p:tav>
                                        <p:tav tm="26641">
                                          <p:val>
                                            <p:strVal val="#ppt_w*0.82472"/>
                                          </p:val>
                                        </p:tav>
                                        <p:tav tm="27593">
                                          <p:val>
                                            <p:strVal val="#ppt_w*0.88046"/>
                                          </p:val>
                                        </p:tav>
                                        <p:tav tm="28544">
                                          <p:val>
                                            <p:strVal val="#ppt_w*0.92165"/>
                                          </p:val>
                                        </p:tav>
                                        <p:tav tm="29496">
                                          <p:val>
                                            <p:strVal val="#ppt_w*0.95208"/>
                                          </p:val>
                                        </p:tav>
                                        <p:tav tm="31399">
                                          <p:val>
                                            <p:strVal val="#ppt_w*0.99105"/>
                                          </p:val>
                                        </p:tav>
                                        <p:tav tm="33302">
                                          <p:val>
                                            <p:strVal val="#ppt_w*1.01147"/>
                                          </p:val>
                                        </p:tav>
                                        <p:tav tm="37108">
                                          <p:val>
                                            <p:strVal val="#ppt_w*1.02251"/>
                                          </p:val>
                                        </p:tav>
                                        <p:tav tm="43768">
                                          <p:val>
                                            <p:strVal val="#ppt_w*1"/>
                                          </p:val>
                                        </p:tav>
                                        <p:tav tm="79924">
                                          <p:val>
                                            <p:strVal val="#ppt_w*1"/>
                                          </p:val>
                                        </p:tav>
                                        <p:tav tm="80875">
                                          <p:val>
                                            <p:strVal val="#ppt_w*1.09968"/>
                                          </p:val>
                                        </p:tav>
                                        <p:tav tm="81827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82778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84681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85633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87536">
                                          <p:val>
                                            <p:strVal val="#ppt_w*0.90621"/>
                                          </p:val>
                                        </p:tav>
                                        <p:tav tm="91342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94196">
                                          <p:val>
                                            <p:strVal val="#ppt_w*0.91235"/>
                                          </p:val>
                                        </p:tav>
                                        <p:tav tm="97050">
                                          <p:val>
                                            <p:strVal val="#ppt_w*0.948"/>
                                          </p:val>
                                        </p:tav>
                                        <p:tav tm="98953">
                                          <p:val>
                                            <p:strVal val="#ppt_w*0.99672"/>
                                          </p:val>
                                        </p:tav>
                                        <p:tav tm="99905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5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1884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3787">
                                          <p:val>
                                            <p:strVal val="#ppt_h*0.5263"/>
                                          </p:val>
                                        </p:tav>
                                        <p:tav tm="24738">
                                          <p:val>
                                            <p:strVal val="#ppt_h*0.64677"/>
                                          </p:val>
                                        </p:tav>
                                        <p:tav tm="25690">
                                          <p:val>
                                            <p:strVal val="#ppt_h*0.74406"/>
                                          </p:val>
                                        </p:tav>
                                        <p:tav tm="26641">
                                          <p:val>
                                            <p:strVal val="#ppt_h*0.81838"/>
                                          </p:val>
                                        </p:tav>
                                        <p:tav tm="27593">
                                          <p:val>
                                            <p:strVal val="#ppt_h*0.87369"/>
                                          </p:val>
                                        </p:tav>
                                        <p:tav tm="28544">
                                          <p:val>
                                            <p:strVal val="#ppt_h*0.91456"/>
                                          </p:val>
                                        </p:tav>
                                        <p:tav tm="29496">
                                          <p:val>
                                            <p:strVal val="#ppt_h*0.94475"/>
                                          </p:val>
                                        </p:tav>
                                        <p:tav tm="31399">
                                          <p:val>
                                            <p:strVal val="#ppt_h*0.98343"/>
                                          </p:val>
                                        </p:tav>
                                        <p:tav tm="33302">
                                          <p:val>
                                            <p:strVal val="#ppt_h*1.00369"/>
                                          </p:val>
                                        </p:tav>
                                        <p:tav tm="37108">
                                          <p:val>
                                            <p:strVal val="#ppt_h*1.01464"/>
                                          </p:val>
                                        </p:tav>
                                        <p:tav tm="43768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79924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80875">
                                          <p:val>
                                            <p:strVal val="#ppt_h*0.86042"/>
                                          </p:val>
                                        </p:tav>
                                        <p:tav tm="81827">
                                          <p:val>
                                            <p:strVal val="#ppt_h*0.83791"/>
                                          </p:val>
                                        </p:tav>
                                        <p:tav tm="82778">
                                          <p:val>
                                            <p:strVal val="#ppt_h*0.83369"/>
                                          </p:val>
                                        </p:tav>
                                        <p:tav tm="84681">
                                          <p:val>
                                            <p:strVal val="#ppt_h*1.0467"/>
                                          </p:val>
                                        </p:tav>
                                        <p:tav tm="85633">
                                          <p:val>
                                            <p:strVal val="#ppt_h*1.09202"/>
                                          </p:val>
                                        </p:tav>
                                        <p:tav tm="86584">
                                          <p:val>
                                            <p:strVal val="#ppt_h*1.11254"/>
                                          </p:val>
                                        </p:tav>
                                        <p:tav tm="87536">
                                          <p:val>
                                            <p:strVal val="#ppt_h*1.12283"/>
                                          </p:val>
                                        </p:tav>
                                        <p:tav tm="91342">
                                          <p:val>
                                            <p:strVal val="#ppt_h*1.13046"/>
                                          </p:val>
                                        </p:tav>
                                        <p:tav tm="94196">
                                          <p:val>
                                            <p:strVal val="#ppt_h*1.11407"/>
                                          </p:val>
                                        </p:tav>
                                        <p:tav tm="96099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97050">
                                          <p:val>
                                            <p:strVal val="#ppt_h*1.06454"/>
                                          </p:val>
                                        </p:tav>
                                        <p:tav tm="98002">
                                          <p:val>
                                            <p:strVal val="#ppt_h*1.03564"/>
                                          </p:val>
                                        </p:tav>
                                        <p:tav tm="98953">
                                          <p:val>
                                            <p:strVal val="#ppt_h*0.99687"/>
                                          </p:val>
                                        </p:tav>
                                        <p:tav tm="99905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350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"/>
                                          </p:val>
                                        </p:tav>
                                        <p:tav tm="21884">
                                          <p:val>
                                            <p:fltVal val="114"/>
                                          </p:val>
                                        </p:tav>
                                        <p:tav tm="22835">
                                          <p:val>
                                            <p:fltVal val="160.42"/>
                                          </p:val>
                                        </p:tav>
                                        <p:tav tm="23787">
                                          <p:val>
                                            <p:fltVal val="205.96"/>
                                          </p:val>
                                        </p:tav>
                                        <p:tav tm="24738">
                                          <p:val>
                                            <p:fltVal val="245.78"/>
                                          </p:val>
                                        </p:tav>
                                        <p:tav tm="25690">
                                          <p:val>
                                            <p:fltVal val="277.94"/>
                                          </p:val>
                                        </p:tav>
                                        <p:tav tm="26641">
                                          <p:val>
                                            <p:fltVal val="302.51"/>
                                          </p:val>
                                        </p:tav>
                                        <p:tav tm="27593">
                                          <p:val>
                                            <p:fltVal val="320.79"/>
                                          </p:val>
                                        </p:tav>
                                        <p:tav tm="28544">
                                          <p:val>
                                            <p:fltVal val="334.3"/>
                                          </p:val>
                                        </p:tav>
                                        <p:tav tm="29496">
                                          <p:val>
                                            <p:fltVal val="344.28"/>
                                          </p:val>
                                        </p:tav>
                                        <p:tav tm="30447">
                                          <p:val>
                                            <p:fltVal val="351.65"/>
                                          </p:val>
                                        </p:tav>
                                        <p:tav tm="31399">
                                          <p:val>
                                            <p:fltVal val="357.07"/>
                                          </p:val>
                                        </p:tav>
                                        <p:tav tm="32350">
                                          <p:val>
                                            <p:fltVal val="360.99"/>
                                          </p:val>
                                        </p:tav>
                                        <p:tav tm="33302">
                                          <p:val>
                                            <p:fltVal val="363.76"/>
                                          </p:val>
                                        </p:tav>
                                        <p:tav tm="34253">
                                          <p:val>
                                            <p:fltVal val="365.62"/>
                                          </p:val>
                                        </p:tav>
                                        <p:tav tm="35205">
                                          <p:val>
                                            <p:fltVal val="366.76"/>
                                          </p:val>
                                        </p:tav>
                                        <p:tav tm="37108">
                                          <p:val>
                                            <p:fltVal val="367.38"/>
                                          </p:val>
                                        </p:tav>
                                        <p:tav tm="38059">
                                          <p:val>
                                            <p:fltVal val="367.06"/>
                                          </p:val>
                                        </p:tav>
                                        <p:tav tm="39962">
                                          <p:val>
                                            <p:fltVal val="365.47"/>
                                          </p:val>
                                        </p:tav>
                                        <p:tav tm="43768">
                                          <p:val>
                                            <p:fltVal val="360"/>
                                          </p:val>
                                        </p:tav>
                                        <p:tav tm="99905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67">
                                          <p:stCondLst>
                                            <p:cond delay="667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0" dur="429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2845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2822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163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1108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0676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0341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419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539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558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8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476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598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621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405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338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296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84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92391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429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32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2832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28115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22527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724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2649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8956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6149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406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25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14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0565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047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801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1135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1198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97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40373">
                                          <p:val>
                                            <p:strVal val="#ppt_y+0.00196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13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327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04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18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46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15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372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983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29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481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41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1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66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914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8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367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38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4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32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429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5537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4019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53987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6596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75597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82931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8384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2413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5389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92"/>
                                          </p:val>
                                        </p:tav>
                                        <p:tav tm="24845">
                                          <p:val>
                                            <p:strVal val="#ppt_w*1.01191"/>
                                          </p:val>
                                        </p:tav>
                                        <p:tav tm="27950">
                                          <p:val>
                                            <p:strVal val="#ppt_w*1.02241"/>
                                          </p:val>
                                        </p:tav>
                                        <p:tav tm="33385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29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5343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39894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53578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6547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75024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82303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7715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171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466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8449"/>
                                          </p:val>
                                        </p:tav>
                                        <p:tav tm="24845">
                                          <p:val>
                                            <p:strVal val="#ppt_h*1.00424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1467"/>
                                          </p:val>
                                        </p:tav>
                                        <p:tav tm="33385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429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.04"/>
                                          </p:val>
                                        </p:tav>
                                        <p:tav tm="14752">
                                          <p:val>
                                            <p:fltVal val="128.04"/>
                                          </p:val>
                                        </p:tav>
                                        <p:tav tm="15528">
                                          <p:val>
                                            <p:fltVal val="127.16"/>
                                          </p:val>
                                        </p:tav>
                                        <p:tav tm="16304">
                                          <p:val>
                                            <p:fltVal val="103.11"/>
                                          </p:val>
                                        </p:tav>
                                        <p:tav tm="17081">
                                          <p:val>
                                            <p:fltVal val="80.49"/>
                                          </p:val>
                                        </p:tav>
                                        <p:tav tm="17857">
                                          <p:val>
                                            <p:fltVal val="60.84"/>
                                          </p:val>
                                        </p:tav>
                                        <p:tav tm="18634">
                                          <p:val>
                                            <p:fltVal val="45.05"/>
                                          </p:val>
                                        </p:tav>
                                        <p:tav tm="19410">
                                          <p:val>
                                            <p:fltVal val="33.02"/>
                                          </p:val>
                                        </p:tav>
                                        <p:tav tm="20186">
                                          <p:val>
                                            <p:fltVal val="24.08"/>
                                          </p:val>
                                        </p:tav>
                                        <p:tav tm="20963">
                                          <p:val>
                                            <p:fltVal val="17.47"/>
                                          </p:val>
                                        </p:tav>
                                        <p:tav tm="21739">
                                          <p:val>
                                            <p:fltVal val="12.59"/>
                                          </p:val>
                                        </p:tav>
                                        <p:tav tm="22516">
                                          <p:val>
                                            <p:fltVal val="8.99"/>
                                          </p:val>
                                        </p:tav>
                                        <p:tav tm="23292">
                                          <p:val>
                                            <p:fltVal val="6.34"/>
                                          </p:val>
                                        </p:tav>
                                        <p:tav tm="24845">
                                          <p:val>
                                            <p:fltVal val="3.08"/>
                                          </p:val>
                                        </p:tav>
                                        <p:tav tm="26398">
                                          <p:val>
                                            <p:fltVal val="1.63"/>
                                          </p:val>
                                        </p:tav>
                                        <p:tav tm="27950">
                                          <p:val>
                                            <p:fltVal val="1.35"/>
                                          </p:val>
                                        </p:tav>
                                        <p:tav tm="30280">
                                          <p:val>
                                            <p:fltVal val="2.34"/>
                                          </p:val>
                                        </p:tav>
                                        <p:tav tm="33385">
                                          <p:val>
                                            <p:fltVal val="5.04"/>
                                          </p:val>
                                        </p:tav>
                                        <p:tav tm="38043">
                                          <p:val>
                                            <p:fltVal val="5.04"/>
                                          </p:val>
                                        </p:tav>
                                        <p:tav tm="38820">
                                          <p:val>
                                            <p:fltVal val="4.13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925">
                                          <p:val>
                                            <p:fltVal val="-0.67"/>
                                          </p:val>
                                        </p:tav>
                                        <p:tav tm="44255">
                                          <p:val>
                                            <p:fltVal val="-1.54"/>
                                          </p:val>
                                        </p:tav>
                                        <p:tav tm="48137">
                                          <p:val>
                                            <p:fltVal val="-1.92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67547">
                                          <p:val>
                                            <p:fltVal val="5.03"/>
                                          </p:val>
                                        </p:tav>
                                        <p:tav tm="75311">
                                          <p:val>
                                            <p:fltVal val="4.94"/>
                                          </p:val>
                                        </p:tav>
                                        <p:tav tm="78416">
                                          <p:val>
                                            <p:fltVal val="3.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38" dur="429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522"/>
                                          </p:val>
                                        </p:tav>
                                        <p:tav tm="12422">
                                          <p:val>
                                            <p:strVal val="#ppt_x-0.04522"/>
                                          </p:val>
                                        </p:tav>
                                        <p:tav tm="13199">
                                          <p:val>
                                            <p:strVal val="#ppt_x-0.04424"/>
                                          </p:val>
                                        </p:tav>
                                        <p:tav tm="14752">
                                          <p:val>
                                            <p:strVal val="#ppt_x-0.02682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1923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1297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0811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0445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0286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481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334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3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395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492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511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206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35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29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641"/>
                                          </p:val>
                                        </p:tav>
                                        <p:tav tm="12422">
                                          <p:val>
                                            <p:strVal val="#ppt_y-0.29641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2899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23121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17672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1298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09221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6353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4211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2621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1443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057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0071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535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862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1209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1269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1014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354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354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47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09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8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99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66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78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319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89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06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645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94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123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05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80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33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6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55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12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202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632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2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429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2422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6613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41242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5493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66752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76204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83386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872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92661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5573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929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1.01239"/>
                                          </p:val>
                                        </p:tav>
                                        <p:tav tm="25621">
                                          <p:val>
                                            <p:strVal val="#ppt_w*1.02237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429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2422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6411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4093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54513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66246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75627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82754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8048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91959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484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8547"/>
                                          </p:val>
                                        </p:tav>
                                        <p:tav tm="22516">
                                          <p:val>
                                            <p:strVal val="#ppt_h*1.00472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1463"/>
                                          </p:val>
                                        </p:tav>
                                        <p:tav tm="31056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429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4.96"/>
                                          </p:val>
                                        </p:tav>
                                        <p:tav tm="12422">
                                          <p:val>
                                            <p:fltVal val="-154.96"/>
                                          </p:val>
                                        </p:tav>
                                        <p:tav tm="13199">
                                          <p:val>
                                            <p:fltVal val="-151.52"/>
                                          </p:val>
                                        </p:tav>
                                        <p:tav tm="13975">
                                          <p:val>
                                            <p:fltVal val="-120.31"/>
                                          </p:val>
                                        </p:tav>
                                        <p:tav tm="14752">
                                          <p:val>
                                            <p:fltVal val="-91.1"/>
                                          </p:val>
                                        </p:tav>
                                        <p:tav tm="15528">
                                          <p:val>
                                            <p:fltVal val="-65.88"/>
                                          </p:val>
                                        </p:tav>
                                        <p:tav tm="16304">
                                          <p:val>
                                            <p:fltVal val="-45.72"/>
                                          </p:val>
                                        </p:tav>
                                        <p:tav tm="17081">
                                          <p:val>
                                            <p:fltVal val="-30.4"/>
                                          </p:val>
                                        </p:tav>
                                        <p:tav tm="17857">
                                          <p:val>
                                            <p:fltVal val="-19.01"/>
                                          </p:val>
                                        </p:tav>
                                        <p:tav tm="18634">
                                          <p:val>
                                            <p:fltVal val="-10.61"/>
                                          </p:val>
                                        </p:tav>
                                        <p:tav tm="19410">
                                          <p:val>
                                            <p:fltVal val="-4.39"/>
                                          </p:val>
                                        </p:tav>
                                        <p:tav tm="20186">
                                          <p:val>
                                            <p:fltVal val="0.19"/>
                                          </p:val>
                                        </p:tav>
                                        <p:tav tm="20963">
                                          <p:val>
                                            <p:fltVal val="3.56"/>
                                          </p:val>
                                        </p:tav>
                                        <p:tav tm="21739">
                                          <p:val>
                                            <p:fltVal val="5.99"/>
                                          </p:val>
                                        </p:tav>
                                        <p:tav tm="22516">
                                          <p:val>
                                            <p:fltVal val="7.69"/>
                                          </p:val>
                                        </p:tav>
                                        <p:tav tm="24068">
                                          <p:val>
                                            <p:fltVal val="9.51"/>
                                          </p:val>
                                        </p:tav>
                                        <p:tav tm="25621">
                                          <p:val>
                                            <p:fltVal val="9.82"/>
                                          </p:val>
                                        </p:tav>
                                        <p:tav tm="27950">
                                          <p:val>
                                            <p:fltVal val="8.49"/>
                                          </p:val>
                                        </p:tav>
                                        <p:tav tm="31056">
                                          <p:val>
                                            <p:fltVal val="5.04"/>
                                          </p:val>
                                        </p:tav>
                                        <p:tav tm="38043">
                                          <p:val>
                                            <p:fltVal val="5.04"/>
                                          </p:val>
                                        </p:tav>
                                        <p:tav tm="38820">
                                          <p:val>
                                            <p:fltVal val="4.13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149">
                                          <p:val>
                                            <p:fltVal val="-0.05"/>
                                          </p:val>
                                        </p:tav>
                                        <p:tav tm="42702">
                                          <p:val>
                                            <p:fltVal val="-1.07"/>
                                          </p:val>
                                        </p:tav>
                                        <p:tav tm="45807">
                                          <p:val>
                                            <p:fltVal val="-1.77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67547">
                                          <p:val>
                                            <p:fltVal val="5.03"/>
                                          </p:val>
                                        </p:tav>
                                        <p:tav tm="75311">
                                          <p:val>
                                            <p:fltVal val="4.94"/>
                                          </p:val>
                                        </p:tav>
                                        <p:tav tm="78416">
                                          <p:val>
                                            <p:fltVal val="3.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67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46" dur="429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579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4579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4029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3141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2359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1705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1184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782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476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149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34938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37267">
                                          <p:val>
                                            <p:strVal val="#ppt_x+0.00282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208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3"/>
                                          </p:val>
                                        </p:tav>
                                        <p:tav tm="45807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247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313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108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064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429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99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329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29247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2299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17303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12519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8771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5952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3863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2322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1184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0347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264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699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998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1293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1228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966"/>
                                          </p:val>
                                        </p:tav>
                                        <p:tav tm="40373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48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06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17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16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57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66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21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49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661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595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35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19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19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82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975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50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95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429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33586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478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60796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71521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79859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6108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073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4147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6671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9886"/>
                                          </p:val>
                                        </p:tav>
                                        <p:tav tm="32609">
                                          <p:val>
                                            <p:strVal val="#ppt_w*1.01521"/>
                                          </p:val>
                                        </p:tav>
                                        <p:tav tm="35714">
                                          <p:val>
                                            <p:strVal val="#ppt_w*1.02196"/>
                                          </p:val>
                                        </p:tav>
                                        <p:tav tm="41149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429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33332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47527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60336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7098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79254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85456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90045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3434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5938"/>
                                          </p:val>
                                        </p:tav>
                                        <p:tav tm="31056">
                                          <p:val>
                                            <p:strVal val="#ppt_h*0.99129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.00752"/>
                                          </p:val>
                                        </p:tav>
                                        <p:tav tm="35714">
                                          <p:val>
                                            <p:strVal val="#ppt_h*1.01422"/>
                                          </p:val>
                                        </p:tav>
                                        <p:tav tm="41149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429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7.96"/>
                                          </p:val>
                                        </p:tav>
                                        <p:tav tm="22516">
                                          <p:val>
                                            <p:fltVal val="-157.96"/>
                                          </p:val>
                                        </p:tav>
                                        <p:tav tm="23292">
                                          <p:val>
                                            <p:fltVal val="-180.52"/>
                                          </p:val>
                                        </p:tav>
                                        <p:tav tm="24068">
                                          <p:val>
                                            <p:fltVal val="-218.09"/>
                                          </p:val>
                                        </p:tav>
                                        <p:tav tm="24845">
                                          <p:val>
                                            <p:fltVal val="-252"/>
                                          </p:val>
                                        </p:tav>
                                        <p:tav tm="25621">
                                          <p:val>
                                            <p:fltVal val="-280.17"/>
                                          </p:val>
                                        </p:tav>
                                        <p:tav tm="26398">
                                          <p:val>
                                            <p:fltVal val="-302.07"/>
                                          </p:val>
                                        </p:tav>
                                        <p:tav tm="27174">
                                          <p:val>
                                            <p:fltVal val="-318.49"/>
                                          </p:val>
                                        </p:tav>
                                        <p:tav tm="27950">
                                          <p:val>
                                            <p:fltVal val="-330.63"/>
                                          </p:val>
                                        </p:tav>
                                        <p:tav tm="28727">
                                          <p:val>
                                            <p:fltVal val="-339.6"/>
                                          </p:val>
                                        </p:tav>
                                        <p:tav tm="29503">
                                          <p:val>
                                            <p:fltVal val="-346.23"/>
                                          </p:val>
                                        </p:tav>
                                        <p:tav tm="30280">
                                          <p:val>
                                            <p:fltVal val="-351.11"/>
                                          </p:val>
                                        </p:tav>
                                        <p:tav tm="31056">
                                          <p:val>
                                            <p:fltVal val="-354.68"/>
                                          </p:val>
                                        </p:tav>
                                        <p:tav tm="31832">
                                          <p:val>
                                            <p:fltVal val="-357.22"/>
                                          </p:val>
                                        </p:tav>
                                        <p:tav tm="32609">
                                          <p:val>
                                            <p:fltVal val="-358.97"/>
                                          </p:val>
                                        </p:tav>
                                        <p:tav tm="33385">
                                          <p:val>
                                            <p:fltVal val="-360.09"/>
                                          </p:val>
                                        </p:tav>
                                        <p:tav tm="34938">
                                          <p:val>
                                            <p:fltVal val="-360.89"/>
                                          </p:val>
                                        </p:tav>
                                        <p:tav tm="36491">
                                          <p:val>
                                            <p:fltVal val="-360.32"/>
                                          </p:val>
                                        </p:tav>
                                        <p:tav tm="38043">
                                          <p:val>
                                            <p:fltVal val="-358.78"/>
                                          </p:val>
                                        </p:tav>
                                        <p:tav tm="38820">
                                          <p:val>
                                            <p:fltVal val="-358.65"/>
                                          </p:val>
                                        </p:tav>
                                        <p:tav tm="42702">
                                          <p:val>
                                            <p:fltVal val="-361.07"/>
                                          </p:val>
                                        </p:tav>
                                        <p:tav tm="45807">
                                          <p:val>
                                            <p:fltVal val="-361.77"/>
                                          </p:val>
                                        </p:tav>
                                        <p:tav tm="65217">
                                          <p:val>
                                            <p:fltVal val="-361.96"/>
                                          </p:val>
                                        </p:tav>
                                        <p:tav tm="65994">
                                          <p:val>
                                            <p:fltVal val="-355.9"/>
                                          </p:val>
                                        </p:tav>
                                        <p:tav tm="66770">
                                          <p:val>
                                            <p:fltVal val="-355.11"/>
                                          </p:val>
                                        </p:tav>
                                        <p:tav tm="73758">
                                          <p:val>
                                            <p:fltVal val="-354.96"/>
                                          </p:val>
                                        </p:tav>
                                        <p:tav tm="77640">
                                          <p:val>
                                            <p:fltVal val="-355.71"/>
                                          </p:val>
                                        </p:tav>
                                        <p:tav tm="80745">
                                          <p:val>
                                            <p:fltVal val="-357.89"/>
                                          </p:val>
                                        </p:tav>
                                        <p:tav tm="87733">
                                          <p:val>
                                            <p:fltVal val="-357.96"/>
                                          </p:val>
                                        </p:tav>
                                        <p:tav tm="91615">
                                          <p:val>
                                            <p:fltVal val="-359.65"/>
                                          </p:val>
                                        </p:tav>
                                        <p:tav tm="99379">
                                          <p:val>
                                            <p:fltVal val="-359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54" dur="429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615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11615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10134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7964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5999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4341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3031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2038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13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753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35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163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422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525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525"/>
                                          </p:val>
                                        </p:tav>
                                        <p:tav tm="35714">
                                          <p:val>
                                            <p:strVal val="#ppt_x+0.004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29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0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64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272"/>
                                          </p:val>
                                        </p:tav>
                                        <p:tav tm="73758">
                                          <p:val>
                                            <p:strVal val="#ppt_x+0.00315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429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026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28026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2437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9056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4355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0493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749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5222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3528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2267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133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636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233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482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724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723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429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0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195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713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8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619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0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15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703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98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153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085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83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36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648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61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20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305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72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77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429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34652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4888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61656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72207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8037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6494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1017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4358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6826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9968"/>
                                          </p:val>
                                        </p:tav>
                                        <p:tav tm="30280">
                                          <p:val>
                                            <p:strVal val="#ppt_w*1.01559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2188"/>
                                          </p:val>
                                        </p:tav>
                                        <p:tav tm="38820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429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3439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48517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61189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7166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7977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85839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90327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3643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6093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9211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.0079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01414"/>
                                          </p:val>
                                        </p:tav>
                                        <p:tav tm="3882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429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1.04"/>
                                          </p:val>
                                        </p:tav>
                                        <p:tav tm="20186">
                                          <p:val>
                                            <p:fltVal val="131.04"/>
                                          </p:val>
                                        </p:tav>
                                        <p:tav tm="20963">
                                          <p:val>
                                            <p:fltVal val="161.16"/>
                                          </p:val>
                                        </p:tav>
                                        <p:tav tm="21739">
                                          <p:val>
                                            <p:fltVal val="205.58"/>
                                          </p:val>
                                        </p:tav>
                                        <p:tav tm="22516">
                                          <p:val>
                                            <p:fltVal val="245.42"/>
                                          </p:val>
                                        </p:tav>
                                        <p:tav tm="23292">
                                          <p:val>
                                            <p:fltVal val="278.34"/>
                                          </p:val>
                                        </p:tav>
                                        <p:tav tm="24068">
                                          <p:val>
                                            <p:fltVal val="303.84"/>
                                          </p:val>
                                        </p:tav>
                                        <p:tav tm="24845">
                                          <p:val>
                                            <p:fltVal val="322.92"/>
                                          </p:val>
                                        </p:tav>
                                        <p:tav tm="25621">
                                          <p:val>
                                            <p:fltVal val="337.03"/>
                                          </p:val>
                                        </p:tav>
                                        <p:tav tm="26398">
                                          <p:val>
                                            <p:fltVal val="347.45"/>
                                          </p:val>
                                        </p:tav>
                                        <p:tav tm="27174">
                                          <p:val>
                                            <p:fltVal val="355.15"/>
                                          </p:val>
                                        </p:tav>
                                        <p:tav tm="27950">
                                          <p:val>
                                            <p:fltVal val="360.82"/>
                                          </p:val>
                                        </p:tav>
                                        <p:tav tm="28727">
                                          <p:val>
                                            <p:fltVal val="364.96"/>
                                          </p:val>
                                        </p:tav>
                                        <p:tav tm="29503">
                                          <p:val>
                                            <p:fltVal val="367.9"/>
                                          </p:val>
                                        </p:tav>
                                        <p:tav tm="30280">
                                          <p:val>
                                            <p:fltVal val="369.92"/>
                                          </p:val>
                                        </p:tav>
                                        <p:tav tm="31832">
                                          <p:val>
                                            <p:fltVal val="371.88"/>
                                          </p:val>
                                        </p:tav>
                                        <p:tav tm="32609">
                                          <p:val>
                                            <p:fltVal val="372.08"/>
                                          </p:val>
                                        </p:tav>
                                        <p:tav tm="34161">
                                          <p:val>
                                            <p:fltVal val="371.35"/>
                                          </p:val>
                                        </p:tav>
                                        <p:tav tm="36491">
                                          <p:val>
                                            <p:fltVal val="368.25"/>
                                          </p:val>
                                        </p:tav>
                                        <p:tav tm="40373">
                                          <p:val>
                                            <p:fltVal val="360.92"/>
                                          </p:val>
                                        </p:tav>
                                        <p:tav tm="41149">
                                          <p:val>
                                            <p:fltVal val="359.95"/>
                                          </p:val>
                                        </p:tav>
                                        <p:tav tm="42702">
                                          <p:val>
                                            <p:fltVal val="358.93"/>
                                          </p:val>
                                        </p:tav>
                                        <p:tav tm="45031">
                                          <p:val>
                                            <p:fltVal val="358.33"/>
                                          </p:val>
                                        </p:tav>
                                        <p:tav tm="65217">
                                          <p:val>
                                            <p:fltVal val="358.04"/>
                                          </p:val>
                                        </p:tav>
                                        <p:tav tm="65994">
                                          <p:val>
                                            <p:fltVal val="364.1"/>
                                          </p:val>
                                        </p:tav>
                                        <p:tav tm="66770">
                                          <p:val>
                                            <p:fltVal val="364.89"/>
                                          </p:val>
                                        </p:tav>
                                        <p:tav tm="67547">
                                          <p:val>
                                            <p:fltVal val="365.03"/>
                                          </p:val>
                                        </p:tav>
                                        <p:tav tm="75311">
                                          <p:val>
                                            <p:fltVal val="364.94"/>
                                          </p:val>
                                        </p:tav>
                                        <p:tav tm="78416">
                                          <p:val>
                                            <p:fltVal val="363.9"/>
                                          </p:val>
                                        </p:tav>
                                        <p:tav tm="80745">
                                          <p:val>
                                            <p:fltVal val="362.11"/>
                                          </p:val>
                                        </p:tav>
                                        <p:tav tm="87733">
                                          <p:val>
                                            <p:fltVal val="362.04"/>
                                          </p:val>
                                        </p:tav>
                                        <p:tav tm="91615">
                                          <p:val>
                                            <p:fltVal val="360.35"/>
                                          </p:val>
                                        </p:tav>
                                        <p:tav tm="99379">
                                          <p:val>
                                            <p:fltVal val="36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2" dur="429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9602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9602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8165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6302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4677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3343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2298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1501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902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0454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012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307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523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608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58"/>
                                          </p:val>
                                        </p:tav>
                                        <p:tav tm="35714">
                                          <p:val>
                                            <p:strVal val="#ppt_x+0.00305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99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45031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1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041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084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367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427"/>
                                          </p:val>
                                        </p:tav>
                                        <p:tav tm="72981">
                                          <p:val>
                                            <p:strVal val="#ppt_x+0.00477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406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309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3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92391">
                                          <p:val>
                                            <p:strVal val="#ppt_x+0.00012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29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4604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34604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2975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2335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1760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2818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908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6282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421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2684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1559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0733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292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583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86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852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489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0141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49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4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527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09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205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80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362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519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09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395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57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50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243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76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016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9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48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52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0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17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429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35716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4987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62504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7287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80887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6871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129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4564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697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0048"/>
                                          </p:val>
                                        </p:tav>
                                        <p:tav tm="27950">
                                          <p:val>
                                            <p:strVal val="#ppt_w*1.01596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2178"/>
                                          </p:val>
                                        </p:tav>
                                        <p:tav tm="36491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429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35445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49499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6203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72327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8027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86213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0604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3847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6243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929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0827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1405"/>
                                          </p:val>
                                        </p:tav>
                                        <p:tav tm="36491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429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3.96"/>
                                          </p:val>
                                        </p:tav>
                                        <p:tav tm="17857">
                                          <p:val>
                                            <p:fltVal val="-83.96"/>
                                          </p:val>
                                        </p:tav>
                                        <p:tav tm="18634">
                                          <p:val>
                                            <p:fltVal val="-122.69"/>
                                          </p:val>
                                        </p:tav>
                                        <p:tav tm="19410">
                                          <p:val>
                                            <p:fltVal val="-173.86"/>
                                          </p:val>
                                        </p:tav>
                                        <p:tav tm="20186">
                                          <p:val>
                                            <p:fltVal val="-219.49"/>
                                          </p:val>
                                        </p:tav>
                                        <p:tav tm="20963">
                                          <p:val>
                                            <p:fltVal val="-256.98"/>
                                          </p:val>
                                        </p:tav>
                                        <p:tav tm="21739">
                                          <p:val>
                                            <p:fltVal val="-285.92"/>
                                          </p:val>
                                        </p:tav>
                                        <p:tav tm="22516">
                                          <p:val>
                                            <p:fltVal val="-307.54"/>
                                          </p:val>
                                        </p:tav>
                                        <p:tav tm="23292">
                                          <p:val>
                                            <p:fltVal val="-323.53"/>
                                          </p:val>
                                        </p:tav>
                                        <p:tav tm="24068">
                                          <p:val>
                                            <p:fltVal val="-335.34"/>
                                          </p:val>
                                        </p:tav>
                                        <p:tav tm="24845">
                                          <p:val>
                                            <p:fltVal val="-344.06"/>
                                          </p:val>
                                        </p:tav>
                                        <p:tav tm="25621">
                                          <p:val>
                                            <p:fltVal val="-350.48"/>
                                          </p:val>
                                        </p:tav>
                                        <p:tav tm="26398">
                                          <p:val>
                                            <p:fltVal val="-355.16"/>
                                          </p:val>
                                        </p:tav>
                                        <p:tav tm="27174">
                                          <p:val>
                                            <p:fltVal val="-358.48"/>
                                          </p:val>
                                        </p:tav>
                                        <p:tav tm="27950">
                                          <p:val>
                                            <p:fltVal val="-360.75"/>
                                          </p:val>
                                        </p:tav>
                                        <p:tav tm="28727">
                                          <p:val>
                                            <p:fltVal val="-362.18"/>
                                          </p:val>
                                        </p:tav>
                                        <p:tav tm="29503">
                                          <p:val>
                                            <p:fltVal val="-362.92"/>
                                          </p:val>
                                        </p:tav>
                                        <p:tav tm="31056">
                                          <p:val>
                                            <p:fltVal val="-362.85"/>
                                          </p:val>
                                        </p:tav>
                                        <p:tav tm="31832">
                                          <p:val>
                                            <p:fltVal val="-362.21"/>
                                          </p:val>
                                        </p:tav>
                                        <p:tav tm="33385">
                                          <p:val>
                                            <p:fltVal val="-360.02"/>
                                          </p:val>
                                        </p:tav>
                                        <p:tav tm="35714">
                                          <p:val>
                                            <p:fltVal val="-355.1"/>
                                          </p:val>
                                        </p:tav>
                                        <p:tav tm="36491">
                                          <p:val>
                                            <p:fltVal val="-354.96"/>
                                          </p:val>
                                        </p:tav>
                                        <p:tav tm="38043">
                                          <p:val>
                                            <p:fltVal val="-354.96"/>
                                          </p:val>
                                        </p:tav>
                                        <p:tav tm="38820">
                                          <p:val>
                                            <p:fltVal val="-355.87"/>
                                          </p:val>
                                        </p:tav>
                                        <p:tav tm="40373">
                                          <p:val>
                                            <p:fltVal val="-359.08"/>
                                          </p:val>
                                        </p:tav>
                                        <p:tav tm="41925">
                                          <p:val>
                                            <p:fltVal val="-360.67"/>
                                          </p:val>
                                        </p:tav>
                                        <p:tav tm="46584">
                                          <p:val>
                                            <p:fltVal val="-361.84"/>
                                          </p:val>
                                        </p:tav>
                                        <p:tav tm="65217">
                                          <p:val>
                                            <p:fltVal val="-361.96"/>
                                          </p:val>
                                        </p:tav>
                                        <p:tav tm="65994">
                                          <p:val>
                                            <p:fltVal val="-355.9"/>
                                          </p:val>
                                        </p:tav>
                                        <p:tav tm="66770">
                                          <p:val>
                                            <p:fltVal val="-355.11"/>
                                          </p:val>
                                        </p:tav>
                                        <p:tav tm="67547">
                                          <p:val>
                                            <p:fltVal val="-354.97"/>
                                          </p:val>
                                        </p:tav>
                                        <p:tav tm="75311">
                                          <p:val>
                                            <p:fltVal val="-355.06"/>
                                          </p:val>
                                        </p:tav>
                                        <p:tav tm="78416">
                                          <p:val>
                                            <p:fltVal val="-356.1"/>
                                          </p:val>
                                        </p:tav>
                                        <p:tav tm="80745">
                                          <p:val>
                                            <p:fltVal val="-357.89"/>
                                          </p:val>
                                        </p:tav>
                                        <p:tav tm="87733">
                                          <p:val>
                                            <p:fltVal val="-357.96"/>
                                          </p:val>
                                        </p:tav>
                                        <p:tav tm="91615">
                                          <p:val>
                                            <p:fltVal val="-359.65"/>
                                          </p:val>
                                        </p:tav>
                                        <p:tav tm="99379">
                                          <p:val>
                                            <p:fltVal val="-359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" dur="429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126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5126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4258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323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2317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1562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0972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0526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0192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057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0242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598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64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468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468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382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81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27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7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83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187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278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527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72981">
                                          <p:val>
                                            <p:strVal val="#ppt_x+0.00625"/>
                                          </p:val>
                                        </p:tav>
                                        <p:tav tm="75311">
                                          <p:val>
                                            <p:strVal val="#ppt_x+0.00615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539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421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429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0733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40733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34289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2661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9853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435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10126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697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4649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2929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1657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0721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0041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443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081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1061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628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75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7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02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02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676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79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949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6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88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503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817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005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933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66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16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39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28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772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73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021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8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48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429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36777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50859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6334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73539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8138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724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156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476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8864"/>
                                          </p:val>
                                        </p:tav>
                                        <p:tav tm="25621">
                                          <p:val>
                                            <p:strVal val="#ppt_w*1.0163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2169"/>
                                          </p:val>
                                        </p:tav>
                                        <p:tav tm="33385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429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36498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50473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6286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72982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80769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657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0874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404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98115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086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1395"/>
                                          </p:val>
                                        </p:tav>
                                        <p:tav tm="33385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29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2.96"/>
                                          </p:val>
                                        </p:tav>
                                        <p:tav tm="15528">
                                          <p:val>
                                            <p:fltVal val="-142.96"/>
                                          </p:val>
                                        </p:tav>
                                        <p:tav tm="16304">
                                          <p:val>
                                            <p:fltVal val="-119.72"/>
                                          </p:val>
                                        </p:tav>
                                        <p:tav tm="17081">
                                          <p:val>
                                            <p:fltVal val="-91.93"/>
                                          </p:val>
                                        </p:tav>
                                        <p:tav tm="17857">
                                          <p:val>
                                            <p:fltVal val="-67.3"/>
                                          </p:val>
                                        </p:tav>
                                        <p:tav tm="18634">
                                          <p:val>
                                            <p:fltVal val="-47.17"/>
                                          </p:val>
                                        </p:tav>
                                        <p:tav tm="19410">
                                          <p:val>
                                            <p:fltVal val="-31.69"/>
                                          </p:val>
                                        </p:tav>
                                        <p:tav tm="20186">
                                          <p:val>
                                            <p:fltVal val="-20.13"/>
                                          </p:val>
                                        </p:tav>
                                        <p:tav tm="20963">
                                          <p:val>
                                            <p:fltVal val="-11.59"/>
                                          </p:val>
                                        </p:tav>
                                        <p:tav tm="21739">
                                          <p:val>
                                            <p:fltVal val="-5.28"/>
                                          </p:val>
                                        </p:tav>
                                        <p:tav tm="22516">
                                          <p:val>
                                            <p:fltVal val="-0.62"/>
                                          </p:val>
                                        </p:tav>
                                        <p:tav tm="23292">
                                          <p:val>
                                            <p:fltVal val="2.81"/>
                                          </p:val>
                                        </p:tav>
                                        <p:tav tm="24068">
                                          <p:val>
                                            <p:fltVal val="5.3"/>
                                          </p:val>
                                        </p:tav>
                                        <p:tav tm="25621">
                                          <p:val>
                                            <p:fltVal val="8.27"/>
                                          </p:val>
                                        </p:tav>
                                        <p:tav tm="27174">
                                          <p:val>
                                            <p:fltVal val="9.4"/>
                                          </p:val>
                                        </p:tav>
                                        <p:tav tm="28727">
                                          <p:val>
                                            <p:fltVal val="9.33"/>
                                          </p:val>
                                        </p:tav>
                                        <p:tav tm="31056">
                                          <p:val>
                                            <p:fltVal val="7.75"/>
                                          </p:val>
                                        </p:tav>
                                        <p:tav tm="33385">
                                          <p:val>
                                            <p:fltVal val="5.04"/>
                                          </p:val>
                                        </p:tav>
                                        <p:tav tm="38043">
                                          <p:val>
                                            <p:fltVal val="5.04"/>
                                          </p:val>
                                        </p:tav>
                                        <p:tav tm="38820">
                                          <p:val>
                                            <p:fltVal val="4.13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149">
                                          <p:val>
                                            <p:fltVal val="-0.05"/>
                                          </p:val>
                                        </p:tav>
                                        <p:tav tm="42702">
                                          <p:val>
                                            <p:fltVal val="-1.07"/>
                                          </p:val>
                                        </p:tav>
                                        <p:tav tm="45807">
                                          <p:val>
                                            <p:fltVal val="-1.77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67547">
                                          <p:val>
                                            <p:fltVal val="5.03"/>
                                          </p:val>
                                        </p:tav>
                                        <p:tav tm="75311">
                                          <p:val>
                                            <p:fltVal val="4.94"/>
                                          </p:val>
                                        </p:tav>
                                        <p:tav tm="78416">
                                          <p:val>
                                            <p:fltVal val="3.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6" dur="429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448"/>
                                          </p:val>
                                        </p:tav>
                                        <p:tav tm="13199">
                                          <p:val>
                                            <p:strVal val="#ppt_x-0.00448"/>
                                          </p:val>
                                        </p:tav>
                                        <p:tav tm="15528">
                                          <p:val>
                                            <p:strVal val="#ppt_x+0.00106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033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502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552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33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9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44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9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316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592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672"/>
                                          </p:val>
                                        </p:tav>
                                        <p:tav tm="72981">
                                          <p:val>
                                            <p:strVal val="#ppt_x+0.00694"/>
                                          </p:val>
                                        </p:tav>
                                        <p:tav tm="75311">
                                          <p:val>
                                            <p:strVal val="#ppt_x+0.00683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599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47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429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5021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45021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37308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28916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21543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5557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0966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7542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5008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313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175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073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533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888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216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1183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691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9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19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871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99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02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79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204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67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997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1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116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84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338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554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43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89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832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07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429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37834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51831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64163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74186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81873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7601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91834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4962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897"/>
                                          </p:val>
                                        </p:tav>
                                        <p:tav tm="23292">
                                          <p:val>
                                            <p:strVal val="#ppt_w*1.01667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2159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429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37547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51439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63677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73625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81252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6937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91139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4242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9822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0897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1385"/>
                                          </p:val>
                                        </p:tav>
                                        <p:tav tm="31056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429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9.96"/>
                                          </p:val>
                                        </p:tav>
                                        <p:tav tm="13199">
                                          <p:val>
                                            <p:fltVal val="-169.96"/>
                                          </p:val>
                                        </p:tav>
                                        <p:tav tm="13975">
                                          <p:val>
                                            <p:fltVal val="-201.62"/>
                                          </p:val>
                                        </p:tav>
                                        <p:tav tm="14752">
                                          <p:val>
                                            <p:fltVal val="-236.15"/>
                                          </p:val>
                                        </p:tav>
                                        <p:tav tm="15528">
                                          <p:val>
                                            <p:fltVal val="-266.57"/>
                                          </p:val>
                                        </p:tav>
                                        <p:tav tm="16304">
                                          <p:val>
                                            <p:fltVal val="-291.3"/>
                                          </p:val>
                                        </p:tav>
                                        <p:tav tm="17081">
                                          <p:val>
                                            <p:fltVal val="-310.26"/>
                                          </p:val>
                                        </p:tav>
                                        <p:tav tm="17857">
                                          <p:val>
                                            <p:fltVal val="-324.39"/>
                                          </p:val>
                                        </p:tav>
                                        <p:tav tm="18634">
                                          <p:val>
                                            <p:fltVal val="-334.83"/>
                                          </p:val>
                                        </p:tav>
                                        <p:tav tm="19410">
                                          <p:val>
                                            <p:fltVal val="-342.55"/>
                                          </p:val>
                                        </p:tav>
                                        <p:tav tm="20186">
                                          <p:val>
                                            <p:fltVal val="-348.25"/>
                                          </p:val>
                                        </p:tav>
                                        <p:tav tm="20963">
                                          <p:val>
                                            <p:fltVal val="-352.44"/>
                                          </p:val>
                                        </p:tav>
                                        <p:tav tm="21739">
                                          <p:val>
                                            <p:fltVal val="-355.48"/>
                                          </p:val>
                                        </p:tav>
                                        <p:tav tm="22516">
                                          <p:val>
                                            <p:fltVal val="-357.63"/>
                                          </p:val>
                                        </p:tav>
                                        <p:tav tm="24068">
                                          <p:val>
                                            <p:fltVal val="-359.99"/>
                                          </p:val>
                                        </p:tav>
                                        <p:tav tm="25621">
                                          <p:val>
                                            <p:fltVal val="-360.52"/>
                                          </p:val>
                                        </p:tav>
                                        <p:tav tm="27950">
                                          <p:val>
                                            <p:fltVal val="-359.14"/>
                                          </p:val>
                                        </p:tav>
                                        <p:tav tm="31056">
                                          <p:val>
                                            <p:fltVal val="-354.96"/>
                                          </p:val>
                                        </p:tav>
                                        <p:tav tm="38043">
                                          <p:val>
                                            <p:fltVal val="-354.96"/>
                                          </p:val>
                                        </p:tav>
                                        <p:tav tm="38820">
                                          <p:val>
                                            <p:fltVal val="-355.87"/>
                                          </p:val>
                                        </p:tav>
                                        <p:tav tm="40373">
                                          <p:val>
                                            <p:fltVal val="-359.08"/>
                                          </p:val>
                                        </p:tav>
                                        <p:tav tm="41149">
                                          <p:val>
                                            <p:fltVal val="-360.05"/>
                                          </p:val>
                                        </p:tav>
                                        <p:tav tm="43478">
                                          <p:val>
                                            <p:fltVal val="-361.35"/>
                                          </p:val>
                                        </p:tav>
                                        <p:tav tm="48137">
                                          <p:val>
                                            <p:fltVal val="-361.92"/>
                                          </p:val>
                                        </p:tav>
                                        <p:tav tm="65217">
                                          <p:val>
                                            <p:fltVal val="-361.96"/>
                                          </p:val>
                                        </p:tav>
                                        <p:tav tm="65994">
                                          <p:val>
                                            <p:fltVal val="-355.9"/>
                                          </p:val>
                                        </p:tav>
                                        <p:tav tm="66770">
                                          <p:val>
                                            <p:fltVal val="-355.11"/>
                                          </p:val>
                                        </p:tav>
                                        <p:tav tm="74534">
                                          <p:val>
                                            <p:fltVal val="-354.98"/>
                                          </p:val>
                                        </p:tav>
                                        <p:tav tm="77640">
                                          <p:val>
                                            <p:fltVal val="-355.71"/>
                                          </p:val>
                                        </p:tav>
                                        <p:tav tm="80745">
                                          <p:val>
                                            <p:fltVal val="-357.89"/>
                                          </p:val>
                                        </p:tav>
                                        <p:tav tm="87733">
                                          <p:val>
                                            <p:fltVal val="-357.96"/>
                                          </p:val>
                                        </p:tav>
                                        <p:tav tm="91615">
                                          <p:val>
                                            <p:fltVal val="-359.65"/>
                                          </p:val>
                                        </p:tav>
                                        <p:tav tm="99379">
                                          <p:val>
                                            <p:fltVal val="-359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67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84" dur="429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3562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3562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3341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2723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2178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1736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1395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1137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796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604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469"/>
                                          </p:val>
                                        </p:tav>
                                        <p:tav tm="34938">
                                          <p:val>
                                            <p:strVal val="#ppt_x+0.00433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463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387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45"/>
                                          </p:val>
                                        </p:tav>
                                        <p:tav tm="48137">
                                          <p:val>
                                            <p:strVal val="#ppt_x-0.0020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308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409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558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607"/>
                                          </p:val>
                                        </p:tav>
                                        <p:tav tm="75311">
                                          <p:val>
                                            <p:strVal val="#ppt_x+0.006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425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24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1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32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5" dur="429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806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2980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2778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2206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16822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12362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8823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6135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4133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265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1552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0741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0147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28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577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34938">
                                          <p:val>
                                            <p:strVal val="#ppt_y+0.00926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0858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83"/>
                                          </p:val>
                                        </p:tav>
                                        <p:tav tm="46584">
                                          <p:val>
                                            <p:strVal val="#ppt_y+0.0026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27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975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88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653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90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532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85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04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97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198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4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308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78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73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99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429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30107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4459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57921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69205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78093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4795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8976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343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6141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9604"/>
                                          </p:val>
                                        </p:tav>
                                        <p:tav tm="32609">
                                          <p:val>
                                            <p:strVal val="#ppt_w*1.01387"/>
                                          </p:val>
                                        </p:tav>
                                        <p:tav tm="35714">
                                          <p:val>
                                            <p:strVal val="#ppt_w*1.0222"/>
                                          </p:val>
                                        </p:tav>
                                        <p:tav tm="41149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429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29879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44261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57482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6868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77502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84153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8908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2723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5413"/>
                                          </p:val>
                                        </p:tav>
                                        <p:tav tm="31056">
                                          <p:val>
                                            <p:strVal val="#ppt_h*0.98849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.00619"/>
                                          </p:val>
                                        </p:tav>
                                        <p:tav tm="35714">
                                          <p:val>
                                            <p:strVal val="#ppt_h*1.01445"/>
                                          </p:val>
                                        </p:tav>
                                        <p:tav tm="41149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429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3.04"/>
                                          </p:val>
                                        </p:tav>
                                        <p:tav tm="22516">
                                          <p:val>
                                            <p:fltVal val="143.04"/>
                                          </p:val>
                                        </p:tav>
                                        <p:tav tm="23292">
                                          <p:val>
                                            <p:fltVal val="158.16"/>
                                          </p:val>
                                        </p:tav>
                                        <p:tav tm="24068">
                                          <p:val>
                                            <p:fltVal val="201.06"/>
                                          </p:val>
                                        </p:tav>
                                        <p:tav tm="24845">
                                          <p:val>
                                            <p:fltVal val="240.5"/>
                                          </p:val>
                                        </p:tav>
                                        <p:tav tm="25621">
                                          <p:val>
                                            <p:fltVal val="273.9"/>
                                          </p:val>
                                        </p:tav>
                                        <p:tav tm="26398">
                                          <p:val>
                                            <p:fltVal val="300.21"/>
                                          </p:val>
                                        </p:tav>
                                        <p:tav tm="27174">
                                          <p:val>
                                            <p:fltVal val="320.05"/>
                                          </p:val>
                                        </p:tav>
                                        <p:tav tm="27950">
                                          <p:val>
                                            <p:fltVal val="334.75"/>
                                          </p:val>
                                        </p:tav>
                                        <p:tav tm="28727">
                                          <p:val>
                                            <p:fltVal val="345.61"/>
                                          </p:val>
                                        </p:tav>
                                        <p:tav tm="29503">
                                          <p:val>
                                            <p:fltVal val="353.63"/>
                                          </p:val>
                                        </p:tav>
                                        <p:tav tm="30280">
                                          <p:val>
                                            <p:fltVal val="359.55"/>
                                          </p:val>
                                        </p:tav>
                                        <p:tav tm="31056">
                                          <p:val>
                                            <p:fltVal val="363.88"/>
                                          </p:val>
                                        </p:tav>
                                        <p:tav tm="31832">
                                          <p:val>
                                            <p:fltVal val="367"/>
                                          </p:val>
                                        </p:tav>
                                        <p:tav tm="32609">
                                          <p:val>
                                            <p:fltVal val="369.16"/>
                                          </p:val>
                                        </p:tav>
                                        <p:tav tm="33385">
                                          <p:val>
                                            <p:fltVal val="370.58"/>
                                          </p:val>
                                        </p:tav>
                                        <p:tav tm="34161">
                                          <p:val>
                                            <p:fltVal val="371.39"/>
                                          </p:val>
                                        </p:tav>
                                        <p:tav tm="34938">
                                          <p:val>
                                            <p:fltVal val="371.71"/>
                                          </p:val>
                                        </p:tav>
                                        <p:tav tm="36491">
                                          <p:val>
                                            <p:fltVal val="371.21"/>
                                          </p:val>
                                        </p:tav>
                                        <p:tav tm="38043">
                                          <p:val>
                                            <p:fltVal val="369.59"/>
                                          </p:val>
                                        </p:tav>
                                        <p:tav tm="38820">
                                          <p:val>
                                            <p:fltVal val="367.56"/>
                                          </p:val>
                                        </p:tav>
                                        <p:tav tm="40373">
                                          <p:val>
                                            <p:fltVal val="361.61"/>
                                          </p:val>
                                        </p:tav>
                                        <p:tav tm="41149">
                                          <p:val>
                                            <p:fltVal val="359.95"/>
                                          </p:val>
                                        </p:tav>
                                        <p:tav tm="42702">
                                          <p:val>
                                            <p:fltVal val="358.93"/>
                                          </p:val>
                                        </p:tav>
                                        <p:tav tm="45031">
                                          <p:val>
                                            <p:fltVal val="358.33"/>
                                          </p:val>
                                        </p:tav>
                                        <p:tav tm="65217">
                                          <p:val>
                                            <p:fltVal val="358.04"/>
                                          </p:val>
                                        </p:tav>
                                        <p:tav tm="65994">
                                          <p:val>
                                            <p:fltVal val="364.1"/>
                                          </p:val>
                                        </p:tav>
                                        <p:tav tm="66770">
                                          <p:val>
                                            <p:fltVal val="364.89"/>
                                          </p:val>
                                        </p:tav>
                                        <p:tav tm="67547">
                                          <p:val>
                                            <p:fltVal val="365.03"/>
                                          </p:val>
                                        </p:tav>
                                        <p:tav tm="75311">
                                          <p:val>
                                            <p:fltVal val="364.94"/>
                                          </p:val>
                                        </p:tav>
                                        <p:tav tm="78416">
                                          <p:val>
                                            <p:fltVal val="363.9"/>
                                          </p:val>
                                        </p:tav>
                                        <p:tav tm="80745">
                                          <p:val>
                                            <p:fltVal val="362.11"/>
                                          </p:val>
                                        </p:tav>
                                        <p:tav tm="87733">
                                          <p:val>
                                            <p:fltVal val="362.04"/>
                                          </p:val>
                                        </p:tav>
                                        <p:tav tm="91615">
                                          <p:val>
                                            <p:fltVal val="360.35"/>
                                          </p:val>
                                        </p:tav>
                                        <p:tav tm="99379">
                                          <p:val>
                                            <p:fltVal val="36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92" dur="429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8668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8668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7998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6432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5001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3795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285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2139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1612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1223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935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568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38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302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295"/>
                                          </p:val>
                                        </p:tav>
                                        <p:tav tm="35714">
                                          <p:val>
                                            <p:strVal val="#ppt_x+0.00372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514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39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41925">
                                          <p:val>
                                            <p:strVal val="#ppt_x-0.00076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47360">
                                          <p:val>
                                            <p:strVal val="#ppt_x-0.0020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499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633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658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463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393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23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33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29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174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2817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25828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20345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5334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1114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780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5314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3469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2107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11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358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185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844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1119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1142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874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258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398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602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36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619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24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567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75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687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42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926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15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062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55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53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835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208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19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429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3117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4561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58819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69932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7864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5209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006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3657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6308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9693"/>
                                          </p:val>
                                        </p:tav>
                                        <p:tav tm="30280">
                                          <p:val>
                                            <p:strVal val="#ppt_w*1.0143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2213"/>
                                          </p:val>
                                        </p:tav>
                                        <p:tav tm="38820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429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3094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45274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58373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69402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7805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84564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938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2947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5579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8938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.00661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01439"/>
                                          </p:val>
                                        </p:tav>
                                        <p:tav tm="3882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429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5.96"/>
                                          </p:val>
                                        </p:tav>
                                        <p:tav tm="20186">
                                          <p:val>
                                            <p:fltVal val="-95.96"/>
                                          </p:val>
                                        </p:tav>
                                        <p:tav tm="20963">
                                          <p:val>
                                            <p:fltVal val="-117.31"/>
                                          </p:val>
                                        </p:tav>
                                        <p:tav tm="21739">
                                          <p:val>
                                            <p:fltVal val="-167.18"/>
                                          </p:val>
                                        </p:tav>
                                        <p:tav tm="22516">
                                          <p:val>
                                            <p:fltVal val="-212.76"/>
                                          </p:val>
                                        </p:tav>
                                        <p:tav tm="23292">
                                          <p:val>
                                            <p:fltVal val="-251.14"/>
                                          </p:val>
                                        </p:tav>
                                        <p:tav tm="24068">
                                          <p:val>
                                            <p:fltVal val="-281.25"/>
                                          </p:val>
                                        </p:tav>
                                        <p:tav tm="24845">
                                          <p:val>
                                            <p:fltVal val="-303.9"/>
                                          </p:val>
                                        </p:tav>
                                        <p:tav tm="25621">
                                          <p:val>
                                            <p:fltVal val="-320.68"/>
                                          </p:val>
                                        </p:tav>
                                        <p:tav tm="26398">
                                          <p:val>
                                            <p:fltVal val="-333.08"/>
                                          </p:val>
                                        </p:tav>
                                        <p:tav tm="27174">
                                          <p:val>
                                            <p:fltVal val="-342.23"/>
                                          </p:val>
                                        </p:tav>
                                        <p:tav tm="27950">
                                          <p:val>
                                            <p:fltVal val="-348.98"/>
                                          </p:val>
                                        </p:tav>
                                        <p:tav tm="28727">
                                          <p:val>
                                            <p:fltVal val="-353.92"/>
                                          </p:val>
                                        </p:tav>
                                        <p:tav tm="29503">
                                          <p:val>
                                            <p:fltVal val="-357.46"/>
                                          </p:val>
                                        </p:tav>
                                        <p:tav tm="30280">
                                          <p:val>
                                            <p:fltVal val="-359.92"/>
                                          </p:val>
                                        </p:tav>
                                        <p:tav tm="31056">
                                          <p:val>
                                            <p:fltVal val="-361.51"/>
                                          </p:val>
                                        </p:tav>
                                        <p:tav tm="31832">
                                          <p:val>
                                            <p:fltVal val="-362.41"/>
                                          </p:val>
                                        </p:tav>
                                        <p:tav tm="33385">
                                          <p:val>
                                            <p:fltVal val="-362.62"/>
                                          </p:val>
                                        </p:tav>
                                        <p:tav tm="34161">
                                          <p:val>
                                            <p:fltVal val="-362.12"/>
                                          </p:val>
                                        </p:tav>
                                        <p:tav tm="35714">
                                          <p:val>
                                            <p:fltVal val="-360.19"/>
                                          </p:val>
                                        </p:tav>
                                        <p:tav tm="38043">
                                          <p:val>
                                            <p:fltVal val="-355.65"/>
                                          </p:val>
                                        </p:tav>
                                        <p:tav tm="38820">
                                          <p:val>
                                            <p:fltVal val="-355.87"/>
                                          </p:val>
                                        </p:tav>
                                        <p:tav tm="40373">
                                          <p:val>
                                            <p:fltVal val="-359.08"/>
                                          </p:val>
                                        </p:tav>
                                        <p:tav tm="41149">
                                          <p:val>
                                            <p:fltVal val="-360.05"/>
                                          </p:val>
                                        </p:tav>
                                        <p:tav tm="44255">
                                          <p:val>
                                            <p:fltVal val="-361.54"/>
                                          </p:val>
                                        </p:tav>
                                        <p:tav tm="48913">
                                          <p:val>
                                            <p:fltVal val="-361.95"/>
                                          </p:val>
                                        </p:tav>
                                        <p:tav tm="65217">
                                          <p:val>
                                            <p:fltVal val="-361.96"/>
                                          </p:val>
                                        </p:tav>
                                        <p:tav tm="65994">
                                          <p:val>
                                            <p:fltVal val="-355.9"/>
                                          </p:val>
                                        </p:tav>
                                        <p:tav tm="66770">
                                          <p:val>
                                            <p:fltVal val="-355.11"/>
                                          </p:val>
                                        </p:tav>
                                        <p:tav tm="73758">
                                          <p:val>
                                            <p:fltVal val="-354.96"/>
                                          </p:val>
                                        </p:tav>
                                        <p:tav tm="77640">
                                          <p:val>
                                            <p:fltVal val="-355.71"/>
                                          </p:val>
                                        </p:tav>
                                        <p:tav tm="80745">
                                          <p:val>
                                            <p:fltVal val="-357.89"/>
                                          </p:val>
                                        </p:tav>
                                        <p:tav tm="87733">
                                          <p:val>
                                            <p:fltVal val="-357.96"/>
                                          </p:val>
                                        </p:tav>
                                        <p:tav tm="91615">
                                          <p:val>
                                            <p:fltVal val="-359.65"/>
                                          </p:val>
                                        </p:tav>
                                        <p:tav tm="99379">
                                          <p:val>
                                            <p:fltVal val="-359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0" dur="429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128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1128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1025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8204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6338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4769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3539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2613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1926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1419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1043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766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564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319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219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213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318"/>
                                          </p:val>
                                        </p:tav>
                                        <p:tav tm="35714">
                                          <p:val>
                                            <p:strVal val="#ppt_x+0.0051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533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37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95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49"/>
                                          </p:val>
                                        </p:tav>
                                        <p:tav tm="48137">
                                          <p:val>
                                            <p:strVal val="#ppt_x-0.0021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16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561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705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732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471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39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341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21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92391">
                                          <p:val>
                                            <p:strVal val="#ppt_x+0.00022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429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778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27787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25067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19662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147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0619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740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49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3206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189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0919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0204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319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693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951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121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1225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955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459"/>
                                          </p:val>
                                        </p:tav>
                                        <p:tav tm="41925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574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5338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48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49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258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50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13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45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646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57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3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818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056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966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471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4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74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59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429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3225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46633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59705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7064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7919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5614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0367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3878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6472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978"/>
                                          </p:val>
                                        </p:tav>
                                        <p:tav tm="27950">
                                          <p:val>
                                            <p:strVal val="#ppt_w*1.01471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2206"/>
                                          </p:val>
                                        </p:tav>
                                        <p:tav tm="36491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29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32006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4628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59253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7011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78594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84966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9683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3167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574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9024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0702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1432"/>
                                          </p:val>
                                        </p:tav>
                                        <p:tav tm="36491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429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0.96"/>
                                          </p:val>
                                        </p:tav>
                                        <p:tav tm="17857">
                                          <p:val>
                                            <p:fltVal val="-130.96"/>
                                          </p:val>
                                        </p:tav>
                                        <p:tav tm="18634">
                                          <p:val>
                                            <p:fltVal val="-117.81"/>
                                          </p:val>
                                        </p:tav>
                                        <p:tav tm="19410">
                                          <p:val>
                                            <p:fltVal val="-91.73"/>
                                          </p:val>
                                        </p:tav>
                                        <p:tav tm="20186">
                                          <p:val>
                                            <p:fltVal val="-68.02"/>
                                          </p:val>
                                        </p:tav>
                                        <p:tav tm="20963">
                                          <p:val>
                                            <p:fltVal val="-48.18"/>
                                          </p:val>
                                        </p:tav>
                                        <p:tav tm="21739">
                                          <p:val>
                                            <p:fltVal val="-32.68"/>
                                          </p:val>
                                        </p:tav>
                                        <p:tav tm="22516">
                                          <p:val>
                                            <p:fltVal val="-21.04"/>
                                          </p:val>
                                        </p:tav>
                                        <p:tav tm="23292">
                                          <p:val>
                                            <p:fltVal val="-12.42"/>
                                          </p:val>
                                        </p:tav>
                                        <p:tav tm="24068">
                                          <p:val>
                                            <p:fltVal val="-6.05"/>
                                          </p:val>
                                        </p:tav>
                                        <p:tav tm="24845">
                                          <p:val>
                                            <p:fltVal val="-1.35"/>
                                          </p:val>
                                        </p:tav>
                                        <p:tav tm="25621">
                                          <p:val>
                                            <p:fltVal val="2.12"/>
                                          </p:val>
                                        </p:tav>
                                        <p:tav tm="26398">
                                          <p:val>
                                            <p:fltVal val="4.65"/>
                                          </p:val>
                                        </p:tav>
                                        <p:tav tm="27950">
                                          <p:val>
                                            <p:fltVal val="7.72"/>
                                          </p:val>
                                        </p:tav>
                                        <p:tav tm="29503">
                                          <p:val>
                                            <p:fltVal val="8.97"/>
                                          </p:val>
                                        </p:tav>
                                        <p:tav tm="31832">
                                          <p:val>
                                            <p:fltVal val="8.77"/>
                                          </p:val>
                                        </p:tav>
                                        <p:tav tm="33385">
                                          <p:val>
                                            <p:fltVal val="7.74"/>
                                          </p:val>
                                        </p:tav>
                                        <p:tav tm="35714">
                                          <p:val>
                                            <p:fltVal val="5.33"/>
                                          </p:val>
                                        </p:tav>
                                        <p:tav tm="38043">
                                          <p:val>
                                            <p:fltVal val="5.04"/>
                                          </p:val>
                                        </p:tav>
                                        <p:tav tm="38820">
                                          <p:val>
                                            <p:fltVal val="4.13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925">
                                          <p:val>
                                            <p:fltVal val="-0.67"/>
                                          </p:val>
                                        </p:tav>
                                        <p:tav tm="45807">
                                          <p:val>
                                            <p:fltVal val="-1.77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67547">
                                          <p:val>
                                            <p:fltVal val="5.03"/>
                                          </p:val>
                                        </p:tav>
                                        <p:tav tm="75311">
                                          <p:val>
                                            <p:fltVal val="4.94"/>
                                          </p:val>
                                        </p:tav>
                                        <p:tav tm="78416">
                                          <p:val>
                                            <p:fltVal val="3.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08" dur="429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383"/>
                                          </p:val>
                                        </p:tav>
                                        <p:tav tm="15528">
                                          <p:val>
                                            <p:strVal val="#ppt_x+0.02383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2162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1383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106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081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626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0493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0328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215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178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38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8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139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138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355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46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531"/>
                                          </p:val>
                                        </p:tav>
                                        <p:tav tm="73758">
                                          <p:val>
                                            <p:strVal val="#ppt_x+0.00551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457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333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07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429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8715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38715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34496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2723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20659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5156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10851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7611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5208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34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2115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1146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067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414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759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771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556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0308"/>
                                          </p:val>
                                        </p:tav>
                                        <p:tav tm="34161">
                                          <p:val>
                                            <p:strVal val="#ppt_y-0.00372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372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42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99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44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20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712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808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95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4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593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16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451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62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555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29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81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071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00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549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591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81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485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0074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429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33319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4764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605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7134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79728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6011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906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409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6631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9865"/>
                                          </p:val>
                                        </p:tav>
                                        <p:tav tm="25621">
                                          <p:val>
                                            <p:strVal val="#ppt_w*1.01511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2198"/>
                                          </p:val>
                                        </p:tav>
                                        <p:tav tm="34161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29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33067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4727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60121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70808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79124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535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997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338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5899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9108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074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1424"/>
                                          </p:val>
                                        </p:tav>
                                        <p:tav tm="34161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429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8.04"/>
                                          </p:val>
                                        </p:tav>
                                        <p:tav tm="15528">
                                          <p:val>
                                            <p:fltVal val="178.04"/>
                                          </p:val>
                                        </p:tav>
                                        <p:tav tm="16304">
                                          <p:val>
                                            <p:fltVal val="158.84"/>
                                          </p:val>
                                        </p:tav>
                                        <p:tav tm="17081">
                                          <p:val>
                                            <p:fltVal val="125.81"/>
                                          </p:val>
                                        </p:tav>
                                        <p:tav tm="17857">
                                          <p:val>
                                            <p:fltVal val="95.96"/>
                                          </p:val>
                                        </p:tav>
                                        <p:tav tm="18634">
                                          <p:val>
                                            <p:fltVal val="71.12"/>
                                          </p:val>
                                        </p:tav>
                                        <p:tav tm="19410">
                                          <p:val>
                                            <p:fltVal val="51.79"/>
                                          </p:val>
                                        </p:tav>
                                        <p:tav tm="20186">
                                          <p:val>
                                            <p:fltVal val="37.3"/>
                                          </p:val>
                                        </p:tav>
                                        <p:tav tm="20963">
                                          <p:val>
                                            <p:fltVal val="26.57"/>
                                          </p:val>
                                        </p:tav>
                                        <p:tav tm="21739">
                                          <p:val>
                                            <p:fltVal val="18.65"/>
                                          </p:val>
                                        </p:tav>
                                        <p:tav tm="22516">
                                          <p:val>
                                            <p:fltVal val="12.8"/>
                                          </p:val>
                                        </p:tav>
                                        <p:tav tm="23292">
                                          <p:val>
                                            <p:fltVal val="8.48"/>
                                          </p:val>
                                        </p:tav>
                                        <p:tav tm="24068">
                                          <p:val>
                                            <p:fltVal val="5.34"/>
                                          </p:val>
                                        </p:tav>
                                        <p:tav tm="24845">
                                          <p:val>
                                            <p:fltVal val="3.09"/>
                                          </p:val>
                                        </p:tav>
                                        <p:tav tm="25621">
                                          <p:val>
                                            <p:fltVal val="1.54"/>
                                          </p:val>
                                        </p:tav>
                                        <p:tav tm="27174">
                                          <p:val>
                                            <p:fltVal val="0.01"/>
                                          </p:val>
                                        </p:tav>
                                        <p:tav tm="28727">
                                          <p:val>
                                            <p:fltVal val="-0.05"/>
                                          </p:val>
                                        </p:tav>
                                        <p:tav tm="31056">
                                          <p:val>
                                            <p:fltVal val="1.67"/>
                                          </p:val>
                                        </p:tav>
                                        <p:tav tm="33385">
                                          <p:val>
                                            <p:fltVal val="4.75"/>
                                          </p:val>
                                        </p:tav>
                                        <p:tav tm="38043">
                                          <p:val>
                                            <p:fltVal val="5.04"/>
                                          </p:val>
                                        </p:tav>
                                        <p:tav tm="38820">
                                          <p:val>
                                            <p:fltVal val="4.13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149">
                                          <p:val>
                                            <p:fltVal val="-0.05"/>
                                          </p:val>
                                        </p:tav>
                                        <p:tav tm="43478">
                                          <p:val>
                                            <p:fltVal val="-1.35"/>
                                          </p:val>
                                        </p:tav>
                                        <p:tav tm="48137">
                                          <p:val>
                                            <p:fltVal val="-1.92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73758">
                                          <p:val>
                                            <p:fltVal val="5.04"/>
                                          </p:val>
                                        </p:tav>
                                        <p:tav tm="77640">
                                          <p:val>
                                            <p:fltVal val="4.2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416" dur="429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441"/>
                                          </p:val>
                                        </p:tav>
                                        <p:tav tm="13199">
                                          <p:val>
                                            <p:strVal val="#ppt_x+0.1441"/>
                                          </p:val>
                                        </p:tav>
                                        <p:tav tm="13975">
                                          <p:val>
                                            <p:strVal val="#ppt_x+0.12628"/>
                                          </p:val>
                                        </p:tav>
                                        <p:tav tm="14752">
                                          <p:val>
                                            <p:strVal val="#ppt_x+0.0992"/>
                                          </p:val>
                                        </p:tav>
                                        <p:tav tm="15528">
                                          <p:val>
                                            <p:strVal val="#ppt_x+0.07494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5496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3955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2805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1956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1329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0866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0525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277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022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0141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142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252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68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5"/>
                                          </p:val>
                                        </p:tav>
                                        <p:tav tm="44255">
                                          <p:val>
                                            <p:strVal val="#ppt_x-0.0008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13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505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613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633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051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0018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017"/>
                                          </p:val>
                                        </p:tav>
                                        <p:tav tm="81522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1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429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448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28448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24796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19271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14328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0243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7073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4694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293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1624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0657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575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946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1201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45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1451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1154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627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593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33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29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99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66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79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508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64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21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50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678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61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36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09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20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19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801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932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434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87733">
                                          <p:val>
                                            <p:strVal val="#ppt_y+0.00317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429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34386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48639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61442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72037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8025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639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90946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4306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6787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9948"/>
                                          </p:val>
                                        </p:tav>
                                        <p:tav tm="23292">
                                          <p:val>
                                            <p:strVal val="#ppt_w*1.0155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219"/>
                                          </p:val>
                                        </p:tav>
                                        <p:tav tm="3183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429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34126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48271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60977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71491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79642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5744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90257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3591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6054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919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078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1416"/>
                                          </p:val>
                                        </p:tav>
                                        <p:tav tm="3183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429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5.04"/>
                                          </p:val>
                                        </p:tav>
                                        <p:tav tm="13199">
                                          <p:val>
                                            <p:fltVal val="155.04"/>
                                          </p:val>
                                        </p:tav>
                                        <p:tav tm="13975">
                                          <p:val>
                                            <p:fltVal val="181.33"/>
                                          </p:val>
                                        </p:tav>
                                        <p:tav tm="14752">
                                          <p:val>
                                            <p:fltVal val="221.24"/>
                                          </p:val>
                                        </p:tav>
                                        <p:tav tm="15528">
                                          <p:val>
                                            <p:fltVal val="257.09"/>
                                          </p:val>
                                        </p:tav>
                                        <p:tav tm="16304">
                                          <p:val>
                                            <p:fltVal val="286.75"/>
                                          </p:val>
                                        </p:tav>
                                        <p:tav tm="17081">
                                          <p:val>
                                            <p:fltVal val="309.75"/>
                                          </p:val>
                                        </p:tav>
                                        <p:tav tm="17857">
                                          <p:val>
                                            <p:fltVal val="326.97"/>
                                          </p:val>
                                        </p:tav>
                                        <p:tav tm="18634">
                                          <p:val>
                                            <p:fltVal val="339.7"/>
                                          </p:val>
                                        </p:tav>
                                        <p:tav tm="19410">
                                          <p:val>
                                            <p:fltVal val="349.11"/>
                                          </p:val>
                                        </p:tav>
                                        <p:tav tm="20186">
                                          <p:val>
                                            <p:fltVal val="356.06"/>
                                          </p:val>
                                        </p:tav>
                                        <p:tav tm="20963">
                                          <p:val>
                                            <p:fltVal val="361.18"/>
                                          </p:val>
                                        </p:tav>
                                        <p:tav tm="21739">
                                          <p:val>
                                            <p:fltVal val="364.91"/>
                                          </p:val>
                                        </p:tav>
                                        <p:tav tm="22516">
                                          <p:val>
                                            <p:fltVal val="367.57"/>
                                          </p:val>
                                        </p:tav>
                                        <p:tav tm="23292">
                                          <p:val>
                                            <p:fltVal val="369.39"/>
                                          </p:val>
                                        </p:tav>
                                        <p:tav tm="24845">
                                          <p:val>
                                            <p:fltVal val="371.18"/>
                                          </p:val>
                                        </p:tav>
                                        <p:tav tm="26398">
                                          <p:val>
                                            <p:fltVal val="371.19"/>
                                          </p:val>
                                        </p:tav>
                                        <p:tav tm="28727">
                                          <p:val>
                                            <p:fltVal val="369.05"/>
                                          </p:val>
                                        </p:tav>
                                        <p:tav tm="31056">
                                          <p:val>
                                            <p:fltVal val="365.28"/>
                                          </p:val>
                                        </p:tav>
                                        <p:tav tm="38043">
                                          <p:val>
                                            <p:fltVal val="365.04"/>
                                          </p:val>
                                        </p:tav>
                                        <p:tav tm="38820">
                                          <p:val>
                                            <p:fltVal val="364.13"/>
                                          </p:val>
                                        </p:tav>
                                        <p:tav tm="40373">
                                          <p:val>
                                            <p:fltVal val="360.92"/>
                                          </p:val>
                                        </p:tav>
                                        <p:tav tm="41149">
                                          <p:val>
                                            <p:fltVal val="359.95"/>
                                          </p:val>
                                        </p:tav>
                                        <p:tav tm="42702">
                                          <p:val>
                                            <p:fltVal val="358.93"/>
                                          </p:val>
                                        </p:tav>
                                        <p:tav tm="45807">
                                          <p:val>
                                            <p:fltVal val="358.23"/>
                                          </p:val>
                                        </p:tav>
                                        <p:tav tm="65217">
                                          <p:val>
                                            <p:fltVal val="358.04"/>
                                          </p:val>
                                        </p:tav>
                                        <p:tav tm="65994">
                                          <p:val>
                                            <p:fltVal val="364.1"/>
                                          </p:val>
                                        </p:tav>
                                        <p:tav tm="66770">
                                          <p:val>
                                            <p:fltVal val="364.89"/>
                                          </p:val>
                                        </p:tav>
                                        <p:tav tm="67547">
                                          <p:val>
                                            <p:fltVal val="365.03"/>
                                          </p:val>
                                        </p:tav>
                                        <p:tav tm="75311">
                                          <p:val>
                                            <p:fltVal val="364.94"/>
                                          </p:val>
                                        </p:tav>
                                        <p:tav tm="78416">
                                          <p:val>
                                            <p:fltVal val="363.9"/>
                                          </p:val>
                                        </p:tav>
                                        <p:tav tm="80745">
                                          <p:val>
                                            <p:fltVal val="362.11"/>
                                          </p:val>
                                        </p:tav>
                                        <p:tav tm="87733">
                                          <p:val>
                                            <p:fltVal val="362.04"/>
                                          </p:val>
                                        </p:tav>
                                        <p:tav tm="91615">
                                          <p:val>
                                            <p:fltVal val="360.35"/>
                                          </p:val>
                                        </p:tav>
                                        <p:tav tm="99379">
                                          <p:val>
                                            <p:fltVal val="36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67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5" dur="42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855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387"/>
                                          </p:val>
                                        </p:tav>
                                        <p:tav tm="25621">
                                          <p:val>
                                            <p:strVal val="#ppt_x-1.24271"/>
                                          </p:val>
                                        </p:tav>
                                        <p:tav tm="27950">
                                          <p:val>
                                            <p:strVal val="#ppt_x-1.24478"/>
                                          </p:val>
                                        </p:tav>
                                        <p:tav tm="31832">
                                          <p:val>
                                            <p:strVal val="#ppt_x-1.24574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38820">
                                          <p:val>
                                            <p:strVal val="#ppt_x-1.24655"/>
                                          </p:val>
                                        </p:tav>
                                        <p:tav tm="40373">
                                          <p:val>
                                            <p:strVal val="#ppt_x-1.24919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45031">
                                          <p:val>
                                            <p:strVal val="#ppt_x-1.25127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149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4824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738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4518"/>
                                          </p:val>
                                        </p:tav>
                                        <p:tav tm="72205">
                                          <p:val>
                                            <p:strVal val="#ppt_x-1.24435"/>
                                          </p:val>
                                        </p:tav>
                                        <p:tav tm="77640">
                                          <p:val>
                                            <p:strVal val="#ppt_x-1.24496"/>
                                          </p:val>
                                        </p:tav>
                                        <p:tav tm="79193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4746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4757"/>
                                          </p:val>
                                        </p:tav>
                                        <p:tav tm="91615">
                                          <p:val>
                                            <p:strVal val="#ppt_x-1.2486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48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42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4364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44364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43424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34906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26929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20024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14494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1029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7168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4862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316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1904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0983"/>
                                          </p:val>
                                        </p:tav>
                                        <p:tav tm="31832">
                                          <p:val>
                                            <p:strVal val="#ppt_y-0.0031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461"/>
                                          </p:val>
                                        </p:tav>
                                        <p:tav tm="34938">
                                          <p:val>
                                            <p:strVal val="#ppt_y+0.00731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0665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251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16"/>
                                          </p:val>
                                        </p:tav>
                                        <p:tav tm="46584">
                                          <p:val>
                                            <p:strVal val="#ppt_y+0.0022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3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18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711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81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23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79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956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53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83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01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94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683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203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458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39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934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97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358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851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439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03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42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2661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4124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54933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66756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76208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339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88726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2667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5578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9305"/>
                                          </p:val>
                                        </p:tav>
                                        <p:tav tm="32609">
                                          <p:val>
                                            <p:strVal val="#ppt_w*1.01245"/>
                                          </p:val>
                                        </p:tav>
                                        <p:tav tm="35714">
                                          <p:val>
                                            <p:strVal val="#ppt_w*1.02243"/>
                                          </p:val>
                                        </p:tav>
                                        <p:tav tm="41149">
                                          <p:val>
                                            <p:strVal val="#ppt_w*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81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3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6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2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25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2661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41245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54933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6675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76208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8339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88726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2667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5578"/>
                                          </p:val>
                                        </p:tav>
                                        <p:tav tm="31056">
                                          <p:val>
                                            <p:strVal val="#ppt_h*0.99305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.01245"/>
                                          </p:val>
                                        </p:tav>
                                        <p:tav tm="35714">
                                          <p:val>
                                            <p:strVal val="#ppt_h*1.02243"/>
                                          </p:val>
                                        </p:tav>
                                        <p:tav tm="41149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71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44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01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5481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1004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2116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3682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92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2269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9456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27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9" dur="429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7.91"/>
                                          </p:val>
                                        </p:tav>
                                        <p:tav tm="22516">
                                          <p:val>
                                            <p:fltVal val="-107.91"/>
                                          </p:val>
                                        </p:tav>
                                        <p:tav tm="23292">
                                          <p:val>
                                            <p:fltVal val="-113.23"/>
                                          </p:val>
                                        </p:tav>
                                        <p:tav tm="24068">
                                          <p:val>
                                            <p:fltVal val="-161.41"/>
                                          </p:val>
                                        </p:tav>
                                        <p:tav tm="24845">
                                          <p:val>
                                            <p:fltVal val="-206.49"/>
                                          </p:val>
                                        </p:tav>
                                        <p:tav tm="25621">
                                          <p:val>
                                            <p:fltVal val="-245.42"/>
                                          </p:val>
                                        </p:tav>
                                        <p:tav tm="26398">
                                          <p:val>
                                            <p:fltVal val="-276.56"/>
                                          </p:val>
                                        </p:tav>
                                        <p:tav tm="27174">
                                          <p:val>
                                            <p:fltVal val="-300.21"/>
                                          </p:val>
                                        </p:tav>
                                        <p:tav tm="27950">
                                          <p:val>
                                            <p:fltVal val="-317.78"/>
                                          </p:val>
                                        </p:tav>
                                        <p:tav tm="28727">
                                          <p:val>
                                            <p:fltVal val="-330.76"/>
                                          </p:val>
                                        </p:tav>
                                        <p:tav tm="29503">
                                          <p:val>
                                            <p:fltVal val="-340.35"/>
                                          </p:val>
                                        </p:tav>
                                        <p:tav tm="30280">
                                          <p:val>
                                            <p:fltVal val="-347.43"/>
                                          </p:val>
                                        </p:tav>
                                        <p:tav tm="31056">
                                          <p:val>
                                            <p:fltVal val="-352.62"/>
                                          </p:val>
                                        </p:tav>
                                        <p:tav tm="31832">
                                          <p:val>
                                            <p:fltVal val="-356.37"/>
                                          </p:val>
                                        </p:tav>
                                        <p:tav tm="32609">
                                          <p:val>
                                            <p:fltVal val="-359.01"/>
                                          </p:val>
                                        </p:tav>
                                        <p:tav tm="33385">
                                          <p:val>
                                            <p:fltVal val="-360.76"/>
                                          </p:val>
                                        </p:tav>
                                        <p:tav tm="34938">
                                          <p:val>
                                            <p:fltVal val="-362.29"/>
                                          </p:val>
                                        </p:tav>
                                        <p:tav tm="36491">
                                          <p:val>
                                            <p:fltVal val="-361.92"/>
                                          </p:val>
                                        </p:tav>
                                        <p:tav tm="38043">
                                          <p:val>
                                            <p:fltVal val="-360.24"/>
                                          </p:val>
                                        </p:tav>
                                        <p:tav tm="38820">
                                          <p:val>
                                            <p:fltVal val="-359.94"/>
                                          </p:val>
                                        </p:tav>
                                        <p:tav tm="39596">
                                          <p:val>
                                            <p:fltVal val="-360.32"/>
                                          </p:val>
                                        </p:tav>
                                        <p:tav tm="41149">
                                          <p:val>
                                            <p:fltVal val="-360"/>
                                          </p:val>
                                        </p:tav>
                                        <p:tav tm="43478">
                                          <p:val>
                                            <p:fltVal val="-361.29"/>
                                          </p:val>
                                        </p:tav>
                                        <p:tav tm="46584">
                                          <p:val>
                                            <p:fltVal val="-361.79"/>
                                          </p:val>
                                        </p:tav>
                                        <p:tav tm="65217">
                                          <p:val>
                                            <p:fltVal val="-361.91"/>
                                          </p:val>
                                        </p:tav>
                                        <p:tav tm="65994">
                                          <p:val>
                                            <p:fltVal val="-355.84"/>
                                          </p:val>
                                        </p:tav>
                                        <p:tav tm="66770">
                                          <p:val>
                                            <p:fltVal val="-355.06"/>
                                          </p:val>
                                        </p:tav>
                                        <p:tav tm="73758">
                                          <p:val>
                                            <p:fltVal val="-354.91"/>
                                          </p:val>
                                        </p:tav>
                                        <p:tav tm="77640">
                                          <p:val>
                                            <p:fltVal val="-355.66"/>
                                          </p:val>
                                        </p:tav>
                                        <p:tav tm="80745">
                                          <p:val>
                                            <p:fltVal val="-357.83"/>
                                          </p:val>
                                        </p:tav>
                                        <p:tav tm="87733">
                                          <p:val>
                                            <p:fltVal val="-357.91"/>
                                          </p:val>
                                        </p:tav>
                                        <p:tav tm="91615">
                                          <p:val>
                                            <p:fltVal val="-359.6"/>
                                          </p:val>
                                        </p:tav>
                                        <p:tav tm="99379">
                                          <p:val>
                                            <p:fltVal val="-359.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3" dur="42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077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4092"/>
                                          </p:val>
                                        </p:tav>
                                        <p:tav tm="25621">
                                          <p:val>
                                            <p:strVal val="#ppt_x-1.24602"/>
                                          </p:val>
                                        </p:tav>
                                        <p:tav tm="27174">
                                          <p:val>
                                            <p:strVal val="#ppt_x-1.24766"/>
                                          </p:val>
                                        </p:tav>
                                        <p:tav tm="29503">
                                          <p:val>
                                            <p:strVal val="#ppt_x-1.24814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82"/>
                                          </p:val>
                                        </p:tav>
                                        <p:tav tm="38820">
                                          <p:val>
                                            <p:strVal val="#ppt_x-1.24893"/>
                                          </p:val>
                                        </p:tav>
                                        <p:tav tm="40373">
                                          <p:val>
                                            <p:strVal val="#ppt_x-1.2515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238"/>
                                          </p:val>
                                        </p:tav>
                                        <p:tav tm="45031">
                                          <p:val>
                                            <p:strVal val="#ppt_x-1.2536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383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5069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4767"/>
                                          </p:val>
                                        </p:tav>
                                        <p:tav tm="72205">
                                          <p:val>
                                            <p:strVal val="#ppt_x-1.24684"/>
                                          </p:val>
                                        </p:tav>
                                        <p:tav tm="77640">
                                          <p:val>
                                            <p:strVal val="#ppt_x-1.24744"/>
                                          </p:val>
                                        </p:tav>
                                        <p:tav tm="79193">
                                          <p:val>
                                            <p:strVal val="#ppt_x-1.24829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4999"/>
                                          </p:val>
                                        </p:tav>
                                        <p:tav tm="91615">
                                          <p:val>
                                            <p:strVal val="#ppt_x-1.25099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5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" dur="42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8286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4828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4735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3889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30931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2397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18356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14079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10907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8571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6852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5587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4661"/>
                                          </p:val>
                                        </p:tav>
                                        <p:tav tm="31832">
                                          <p:val>
                                            <p:strVal val="#ppt_y-0.03993"/>
                                          </p:val>
                                        </p:tav>
                                        <p:tav tm="32609">
                                          <p:val>
                                            <p:strVal val="#ppt_y-0.03524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3213"/>
                                          </p:val>
                                        </p:tav>
                                        <p:tav tm="34938">
                                          <p:val>
                                            <p:strVal val="#ppt_y-0.02943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3009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3424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3678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3518"/>
                                          </p:val>
                                        </p:tav>
                                        <p:tav tm="46584">
                                          <p:val>
                                            <p:strVal val="#ppt_y-0.0345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344"/>
                                          </p:val>
                                        </p:tav>
                                        <p:tav tm="65994">
                                          <p:val>
                                            <p:strVal val="#ppt_y-0.00525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009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189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44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560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618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648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665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6587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632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58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5107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404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259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063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8025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4527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4115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4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2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23833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3693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49192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597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68245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74676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79454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82983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85591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88928"/>
                                          </p:val>
                                        </p:tav>
                                        <p:tav tm="32609">
                                          <p:val>
                                            <p:strVal val="#ppt_w*0.90665"/>
                                          </p:val>
                                        </p:tav>
                                        <p:tav tm="35714">
                                          <p:val>
                                            <p:strVal val="#ppt_w*0.91559"/>
                                          </p:val>
                                        </p:tav>
                                        <p:tav tm="41149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0.9846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028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861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831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8183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0804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064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81703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8490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8925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42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31519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4884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65054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7905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025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8756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5074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9741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13189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17602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.199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.20908"/>
                                          </p:val>
                                        </p:tav>
                                        <p:tav tm="35714">
                                          <p:val>
                                            <p:strVal val="#ppt_h*1.21082"/>
                                          </p:val>
                                        </p:tav>
                                        <p:tav tm="41149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1.0269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9949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2491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30326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32774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34629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34913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32956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2962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2703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23584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18967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429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2.85"/>
                                          </p:val>
                                        </p:tav>
                                        <p:tav tm="22516">
                                          <p:val>
                                            <p:fltVal val="-112.85"/>
                                          </p:val>
                                        </p:tav>
                                        <p:tav tm="23292">
                                          <p:val>
                                            <p:fltVal val="-118.17"/>
                                          </p:val>
                                        </p:tav>
                                        <p:tav tm="24068">
                                          <p:val>
                                            <p:fltVal val="-166.35"/>
                                          </p:val>
                                        </p:tav>
                                        <p:tav tm="24845">
                                          <p:val>
                                            <p:fltVal val="-211.43"/>
                                          </p:val>
                                        </p:tav>
                                        <p:tav tm="25621">
                                          <p:val>
                                            <p:fltVal val="-250.37"/>
                                          </p:val>
                                        </p:tav>
                                        <p:tav tm="26398">
                                          <p:val>
                                            <p:fltVal val="-281.5"/>
                                          </p:val>
                                        </p:tav>
                                        <p:tav tm="27174">
                                          <p:val>
                                            <p:fltVal val="-305.15"/>
                                          </p:val>
                                        </p:tav>
                                        <p:tav tm="27950">
                                          <p:val>
                                            <p:fltVal val="-322.72"/>
                                          </p:val>
                                        </p:tav>
                                        <p:tav tm="28727">
                                          <p:val>
                                            <p:fltVal val="-335.7"/>
                                          </p:val>
                                        </p:tav>
                                        <p:tav tm="29503">
                                          <p:val>
                                            <p:fltVal val="-345.29"/>
                                          </p:val>
                                        </p:tav>
                                        <p:tav tm="30280">
                                          <p:val>
                                            <p:fltVal val="-352.37"/>
                                          </p:val>
                                        </p:tav>
                                        <p:tav tm="31056">
                                          <p:val>
                                            <p:fltVal val="-357.56"/>
                                          </p:val>
                                        </p:tav>
                                        <p:tav tm="31832">
                                          <p:val>
                                            <p:fltVal val="-361.32"/>
                                          </p:val>
                                        </p:tav>
                                        <p:tav tm="32609">
                                          <p:val>
                                            <p:fltVal val="-363.95"/>
                                          </p:val>
                                        </p:tav>
                                        <p:tav tm="33385">
                                          <p:val>
                                            <p:fltVal val="-365.71"/>
                                          </p:val>
                                        </p:tav>
                                        <p:tav tm="34938">
                                          <p:val>
                                            <p:fltVal val="-367.23"/>
                                          </p:val>
                                        </p:tav>
                                        <p:tav tm="36491">
                                          <p:val>
                                            <p:fltVal val="-366.86"/>
                                          </p:val>
                                        </p:tav>
                                        <p:tav tm="38043">
                                          <p:val>
                                            <p:fltVal val="-365.19"/>
                                          </p:val>
                                        </p:tav>
                                        <p:tav tm="38820">
                                          <p:val>
                                            <p:fltVal val="-364.89"/>
                                          </p:val>
                                        </p:tav>
                                        <p:tav tm="39596">
                                          <p:val>
                                            <p:fltVal val="-365.26"/>
                                          </p:val>
                                        </p:tav>
                                        <p:tav tm="41149">
                                          <p:val>
                                            <p:fltVal val="-364.94"/>
                                          </p:val>
                                        </p:tav>
                                        <p:tav tm="43478">
                                          <p:val>
                                            <p:fltVal val="-366.24"/>
                                          </p:val>
                                        </p:tav>
                                        <p:tav tm="46584">
                                          <p:val>
                                            <p:fltVal val="-366.73"/>
                                          </p:val>
                                        </p:tav>
                                        <p:tav tm="65217">
                                          <p:val>
                                            <p:fltVal val="-366.85"/>
                                          </p:val>
                                        </p:tav>
                                        <p:tav tm="65994">
                                          <p:val>
                                            <p:fltVal val="-360.79"/>
                                          </p:val>
                                        </p:tav>
                                        <p:tav tm="66770">
                                          <p:val>
                                            <p:fltVal val="-360"/>
                                          </p:val>
                                        </p:tav>
                                        <p:tav tm="73758">
                                          <p:val>
                                            <p:fltVal val="-359.85"/>
                                          </p:val>
                                        </p:tav>
                                        <p:tav tm="77640">
                                          <p:val>
                                            <p:fltVal val="-360.61"/>
                                          </p:val>
                                        </p:tav>
                                        <p:tav tm="80745">
                                          <p:val>
                                            <p:fltVal val="-362.78"/>
                                          </p:val>
                                        </p:tav>
                                        <p:tav tm="87733">
                                          <p:val>
                                            <p:fltVal val="-362.85"/>
                                          </p:val>
                                        </p:tav>
                                        <p:tav tm="91615">
                                          <p:val>
                                            <p:fltVal val="-364.55"/>
                                          </p:val>
                                        </p:tav>
                                        <p:tav tm="99379">
                                          <p:val>
                                            <p:fltVal val="-36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0" dur="42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026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1011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43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325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273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30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112"/>
                                          </p:val>
                                        </p:tav>
                                        <p:tav tm="45031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55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136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35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432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373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34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24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.0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42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411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44113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43183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34757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26782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19768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14094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9775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6579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4233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2509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1244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032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34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813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1123"/>
                                          </p:val>
                                        </p:tav>
                                        <p:tav tm="34938">
                                          <p:val>
                                            <p:strVal val="#ppt_y+0.01392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1327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913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657"/>
                                          </p:val>
                                        </p:tav>
                                        <p:tav tm="43478">
                                          <p:val>
                                            <p:strVal val="#ppt_y+0.00815"/>
                                          </p:val>
                                        </p:tav>
                                        <p:tav tm="46584">
                                          <p:val>
                                            <p:strVal val="#ppt_y+0.00877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892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795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318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417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55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09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24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82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1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29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228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9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49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7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69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237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28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681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89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22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42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26613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41242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5493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66752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76204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3386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887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266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5573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9299"/>
                                          </p:val>
                                        </p:tav>
                                        <p:tav tm="32609">
                                          <p:val>
                                            <p:strVal val="#ppt_w*1.01239"/>
                                          </p:val>
                                        </p:tav>
                                        <p:tav tm="35714">
                                          <p:val>
                                            <p:strVal val="#ppt_w*1.02237"/>
                                          </p:val>
                                        </p:tav>
                                        <p:tav tm="41149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2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6916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2.69161"/>
                                          </p:val>
                                        </p:tav>
                                        <p:tav tm="23292">
                                          <p:val>
                                            <p:strVal val="#ppt_h*2.86544"/>
                                          </p:val>
                                        </p:tav>
                                        <p:tav tm="24068">
                                          <p:val>
                                            <p:strVal val="#ppt_h*4.44058"/>
                                          </p:val>
                                        </p:tav>
                                        <p:tav tm="24845">
                                          <p:val>
                                            <p:strVal val="#ppt_h*5.91429"/>
                                          </p:val>
                                        </p:tav>
                                        <p:tav tm="25621">
                                          <p:val>
                                            <p:strVal val="#ppt_h*7.18718"/>
                                          </p:val>
                                        </p:tav>
                                        <p:tav tm="26398">
                                          <p:val>
                                            <p:strVal val="#ppt_h*8.20492"/>
                                          </p:val>
                                        </p:tav>
                                        <p:tav tm="27174">
                                          <p:val>
                                            <p:strVal val="#ppt_h*8.97817"/>
                                          </p:val>
                                        </p:tav>
                                        <p:tav tm="27950">
                                          <p:val>
                                            <p:strVal val="#ppt_h*9.55257"/>
                                          </p:val>
                                        </p:tav>
                                        <p:tav tm="28727">
                                          <p:val>
                                            <p:strVal val="#ppt_h*9.97687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0.29037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0.52179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0.69158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0.8143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0.90048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0.95782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0.99209"/>
                                          </p:val>
                                        </p:tav>
                                        <p:tav tm="34938">
                                          <p:val>
                                            <p:strVal val="#ppt_h*11.00767"/>
                                          </p:val>
                                        </p:tav>
                                        <p:tav tm="35714">
                                          <p:val>
                                            <p:strVal val="#ppt_h*11.00793"/>
                                          </p:val>
                                        </p:tav>
                                        <p:tav tm="36491">
                                          <p:val>
                                            <p:strVal val="#ppt_h*10.99553"/>
                                          </p:val>
                                        </p:tav>
                                        <p:tav tm="37267">
                                          <p:val>
                                            <p:strVal val="#ppt_h*10.97257"/>
                                          </p:val>
                                        </p:tav>
                                        <p:tav tm="38043">
                                          <p:val>
                                            <p:strVal val="#ppt_h*10.94074"/>
                                          </p:val>
                                        </p:tav>
                                        <p:tav tm="38820">
                                          <p:val>
                                            <p:strVal val="#ppt_h*10.90141"/>
                                          </p:val>
                                        </p:tav>
                                        <p:tav tm="40373">
                                          <p:val>
                                            <p:strVal val="#ppt_h*10.80454"/>
                                          </p:val>
                                        </p:tav>
                                        <p:tav tm="41149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65994">
                                          <p:val>
                                            <p:strVal val="#ppt_h*9.33623"/>
                                          </p:val>
                                        </p:tav>
                                        <p:tav tm="66770">
                                          <p:val>
                                            <p:strVal val="#ppt_h*9.09129"/>
                                          </p:val>
                                        </p:tav>
                                        <p:tav tm="67547">
                                          <p:val>
                                            <p:strVal val="#ppt_h*9.0454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1.35655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1.84832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2.07092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2.18258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2.23949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2.26582"/>
                                          </p:val>
                                        </p:tav>
                                        <p:tav tm="73758">
                                          <p:val>
                                            <p:strVal val="#ppt_h*12.27367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2.26533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2.23432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2.1767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2.08738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1.95967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1.78449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1.5491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1.23537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0.8156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0.766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429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7.96"/>
                                          </p:val>
                                        </p:tav>
                                        <p:tav tm="22516">
                                          <p:val>
                                            <p:fltVal val="-107.96"/>
                                          </p:val>
                                        </p:tav>
                                        <p:tav tm="23292">
                                          <p:val>
                                            <p:fltVal val="-113.28"/>
                                          </p:val>
                                        </p:tav>
                                        <p:tav tm="24068">
                                          <p:val>
                                            <p:fltVal val="-161.46"/>
                                          </p:val>
                                        </p:tav>
                                        <p:tav tm="24845">
                                          <p:val>
                                            <p:fltVal val="-206.54"/>
                                          </p:val>
                                        </p:tav>
                                        <p:tav tm="25621">
                                          <p:val>
                                            <p:fltVal val="-245.48"/>
                                          </p:val>
                                        </p:tav>
                                        <p:tav tm="26398">
                                          <p:val>
                                            <p:fltVal val="-276.61"/>
                                          </p:val>
                                        </p:tav>
                                        <p:tav tm="27174">
                                          <p:val>
                                            <p:fltVal val="-300.26"/>
                                          </p:val>
                                        </p:tav>
                                        <p:tav tm="27950">
                                          <p:val>
                                            <p:fltVal val="-317.83"/>
                                          </p:val>
                                        </p:tav>
                                        <p:tav tm="28727">
                                          <p:val>
                                            <p:fltVal val="-330.81"/>
                                          </p:val>
                                        </p:tav>
                                        <p:tav tm="29503">
                                          <p:val>
                                            <p:fltVal val="-340.4"/>
                                          </p:val>
                                        </p:tav>
                                        <p:tav tm="30280">
                                          <p:val>
                                            <p:fltVal val="-347.48"/>
                                          </p:val>
                                        </p:tav>
                                        <p:tav tm="31056">
                                          <p:val>
                                            <p:fltVal val="-352.67"/>
                                          </p:val>
                                        </p:tav>
                                        <p:tav tm="31832">
                                          <p:val>
                                            <p:fltVal val="-356.43"/>
                                          </p:val>
                                        </p:tav>
                                        <p:tav tm="32609">
                                          <p:val>
                                            <p:fltVal val="-359.06"/>
                                          </p:val>
                                        </p:tav>
                                        <p:tav tm="33385">
                                          <p:val>
                                            <p:fltVal val="-360.82"/>
                                          </p:val>
                                        </p:tav>
                                        <p:tav tm="34938">
                                          <p:val>
                                            <p:fltVal val="-362.34"/>
                                          </p:val>
                                        </p:tav>
                                        <p:tav tm="36491">
                                          <p:val>
                                            <p:fltVal val="-361.97"/>
                                          </p:val>
                                        </p:tav>
                                        <p:tav tm="38043">
                                          <p:val>
                                            <p:fltVal val="-360.29"/>
                                          </p:val>
                                        </p:tav>
                                        <p:tav tm="38820">
                                          <p:val>
                                            <p:fltVal val="-360"/>
                                          </p:val>
                                        </p:tav>
                                        <p:tav tm="39596">
                                          <p:val>
                                            <p:fltVal val="-360.37"/>
                                          </p:val>
                                        </p:tav>
                                        <p:tav tm="41149">
                                          <p:val>
                                            <p:fltVal val="-360.05"/>
                                          </p:val>
                                        </p:tav>
                                        <p:tav tm="43478">
                                          <p:val>
                                            <p:fltVal val="-361.35"/>
                                          </p:val>
                                        </p:tav>
                                        <p:tav tm="46584">
                                          <p:val>
                                            <p:fltVal val="-361.84"/>
                                          </p:val>
                                        </p:tav>
                                        <p:tav tm="65217">
                                          <p:val>
                                            <p:fltVal val="-361.96"/>
                                          </p:val>
                                        </p:tav>
                                        <p:tav tm="65994">
                                          <p:val>
                                            <p:fltVal val="-355.9"/>
                                          </p:val>
                                        </p:tav>
                                        <p:tav tm="66770">
                                          <p:val>
                                            <p:fltVal val="-355.11"/>
                                          </p:val>
                                        </p:tav>
                                        <p:tav tm="73758">
                                          <p:val>
                                            <p:fltVal val="-354.96"/>
                                          </p:val>
                                        </p:tav>
                                        <p:tav tm="77640">
                                          <p:val>
                                            <p:fltVal val="-355.71"/>
                                          </p:val>
                                        </p:tav>
                                        <p:tav tm="80745">
                                          <p:val>
                                            <p:fltVal val="-357.89"/>
                                          </p:val>
                                        </p:tav>
                                        <p:tav tm="87733">
                                          <p:val>
                                            <p:fltVal val="-357.96"/>
                                          </p:val>
                                        </p:tav>
                                        <p:tav tm="91615">
                                          <p:val>
                                            <p:fltVal val="-359.65"/>
                                          </p:val>
                                        </p:tav>
                                        <p:tav tm="99379">
                                          <p:val>
                                            <p:fltVal val="-359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67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9" dur="42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2431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2431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2505"/>
                                          </p:val>
                                        </p:tav>
                                        <p:tav tm="22516">
                                          <p:val>
                                            <p:strVal val="#ppt_x-1.233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3633"/>
                                          </p:val>
                                        </p:tav>
                                        <p:tav tm="24068">
                                          <p:val>
                                            <p:strVal val="#ppt_x-1.23899"/>
                                          </p:val>
                                        </p:tav>
                                        <p:tav tm="24845">
                                          <p:val>
                                            <p:strVal val="#ppt_x-1.241"/>
                                          </p:val>
                                        </p:tav>
                                        <p:tav tm="26398">
                                          <p:val>
                                            <p:strVal val="#ppt_x-1.24358"/>
                                          </p:val>
                                        </p:tav>
                                        <p:tav tm="28727">
                                          <p:val>
                                            <p:strVal val="#ppt_x-1.2454"/>
                                          </p:val>
                                        </p:tav>
                                        <p:tav tm="31056">
                                          <p:val>
                                            <p:strVal val="#ppt_x-1.24607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566"/>
                                          </p:val>
                                        </p:tav>
                                        <p:tav tm="38820">
                                          <p:val>
                                            <p:strVal val="#ppt_x-1.24638"/>
                                          </p:val>
                                        </p:tav>
                                        <p:tav tm="40373">
                                          <p:val>
                                            <p:strVal val="#ppt_x-1.24917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109"/>
                                          </p:val>
                                        </p:tav>
                                        <p:tav tm="48137">
                                          <p:val>
                                            <p:strVal val="#ppt_x-1.25157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16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4539"/>
                                          </p:val>
                                        </p:tav>
                                        <p:tav tm="66770">
                                          <p:val>
                                            <p:strVal val="#ppt_x-1.2442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397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4607"/>
                                          </p:val>
                                        </p:tav>
                                        <p:tav tm="70652">
                                          <p:val>
                                            <p:strVal val="#ppt_x-1.24673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4749"/>
                                          </p:val>
                                        </p:tav>
                                        <p:tav tm="91615">
                                          <p:val>
                                            <p:strVal val="#ppt_x-1.24858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48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42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001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29001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2796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2232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70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2601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9035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6337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4336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286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1769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965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0375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051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662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71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0464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53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13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25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806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37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53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11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41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58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5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267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797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06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02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599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678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112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667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03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2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25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7691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4228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5586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6752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76803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3835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9054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2909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5758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9401"/>
                                          </p:val>
                                        </p:tav>
                                        <p:tav tm="30280">
                                          <p:val>
                                            <p:strVal val="#ppt_w*1.01292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2238"/>
                                          </p:val>
                                        </p:tav>
                                        <p:tav tm="38820">
                                          <p:val>
                                            <p:strVal val="#ppt_w*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81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3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6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42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25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2769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42284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55865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6752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76803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83835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9054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2909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5758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9401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.01292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02238"/>
                                          </p:val>
                                        </p:tav>
                                        <p:tav tm="38820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71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44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01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5481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1004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2116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3682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92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2269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9456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27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429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8.91"/>
                                          </p:val>
                                        </p:tav>
                                        <p:tav tm="20186">
                                          <p:val>
                                            <p:fltVal val="-118.91"/>
                                          </p:val>
                                        </p:tav>
                                        <p:tav tm="20963">
                                          <p:val>
                                            <p:fltVal val="-114.46"/>
                                          </p:val>
                                        </p:tav>
                                        <p:tav tm="21739">
                                          <p:val>
                                            <p:fltVal val="-90.33"/>
                                          </p:val>
                                        </p:tav>
                                        <p:tav tm="22516">
                                          <p:val>
                                            <p:fltVal val="-67.88"/>
                                          </p:val>
                                        </p:tav>
                                        <p:tav tm="23292">
                                          <p:val>
                                            <p:fltVal val="-48.6"/>
                                          </p:val>
                                        </p:tav>
                                        <p:tav tm="24068">
                                          <p:val>
                                            <p:fltVal val="-33.26"/>
                                          </p:val>
                                        </p:tav>
                                        <p:tav tm="24845">
                                          <p:val>
                                            <p:fltVal val="-21.64"/>
                                          </p:val>
                                        </p:tav>
                                        <p:tav tm="25621">
                                          <p:val>
                                            <p:fltVal val="-13.01"/>
                                          </p:val>
                                        </p:tav>
                                        <p:tav tm="26398">
                                          <p:val>
                                            <p:fltVal val="-6.63"/>
                                          </p:val>
                                        </p:tav>
                                        <p:tav tm="27174">
                                          <p:val>
                                            <p:fltVal val="-1.92"/>
                                          </p:val>
                                        </p:tav>
                                        <p:tav tm="27950">
                                          <p:val>
                                            <p:fltVal val="1.55"/>
                                          </p:val>
                                        </p:tav>
                                        <p:tav tm="28727">
                                          <p:val>
                                            <p:fltVal val="4.1"/>
                                          </p:val>
                                        </p:tav>
                                        <p:tav tm="30280">
                                          <p:val>
                                            <p:fltVal val="7.23"/>
                                          </p:val>
                                        </p:tav>
                                        <p:tav tm="31056">
                                          <p:val>
                                            <p:fltVal val="8.08"/>
                                          </p:val>
                                        </p:tav>
                                        <p:tav tm="32609">
                                          <p:val>
                                            <p:fltVal val="8.8"/>
                                          </p:val>
                                        </p:tav>
                                        <p:tav tm="34938">
                                          <p:val>
                                            <p:fltVal val="8.23"/>
                                          </p:val>
                                        </p:tav>
                                        <p:tav tm="38043">
                                          <p:val>
                                            <p:fltVal val="5.62"/>
                                          </p:val>
                                        </p:tav>
                                        <p:tav tm="40373">
                                          <p:val>
                                            <p:fltVal val="0.97"/>
                                          </p:val>
                                        </p:tav>
                                        <p:tav tm="41149">
                                          <p:val>
                                            <p:fltVal val="0"/>
                                          </p:val>
                                        </p:tav>
                                        <p:tav tm="42702">
                                          <p:val>
                                            <p:fltVal val="-1.02"/>
                                          </p:val>
                                        </p:tav>
                                        <p:tav tm="45807">
                                          <p:val>
                                            <p:fltVal val="-1.72"/>
                                          </p:val>
                                        </p:tav>
                                        <p:tav tm="65217">
                                          <p:val>
                                            <p:fltVal val="-1.91"/>
                                          </p:val>
                                        </p:tav>
                                        <p:tav tm="65994">
                                          <p:val>
                                            <p:fltVal val="4.16"/>
                                          </p:val>
                                        </p:tav>
                                        <p:tav tm="66770">
                                          <p:val>
                                            <p:fltVal val="4.94"/>
                                          </p:val>
                                        </p:tav>
                                        <p:tav tm="67547">
                                          <p:val>
                                            <p:fltVal val="5.09"/>
                                          </p:val>
                                        </p:tav>
                                        <p:tav tm="75311">
                                          <p:val>
                                            <p:fltVal val="4.99"/>
                                          </p:val>
                                        </p:tav>
                                        <p:tav tm="78416">
                                          <p:val>
                                            <p:fltVal val="3.95"/>
                                          </p:val>
                                        </p:tav>
                                        <p:tav tm="80745">
                                          <p:val>
                                            <p:fltVal val="2.17"/>
                                          </p:val>
                                        </p:tav>
                                        <p:tav tm="87733">
                                          <p:val>
                                            <p:fltVal val="2.09"/>
                                          </p:val>
                                        </p:tav>
                                        <p:tav tm="91615">
                                          <p:val>
                                            <p:fltVal val="0.4"/>
                                          </p:val>
                                        </p:tav>
                                        <p:tav tm="99379">
                                          <p:val>
                                            <p:fltVal val="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2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039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3039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3108"/>
                                          </p:val>
                                        </p:tav>
                                        <p:tav tm="22516">
                                          <p:val>
                                            <p:strVal val="#ppt_x-1.23842"/>
                                          </p:val>
                                        </p:tav>
                                        <p:tav tm="24068">
                                          <p:val>
                                            <p:strVal val="#ppt_x-1.2443"/>
                                          </p:val>
                                        </p:tav>
                                        <p:tav tm="25621">
                                          <p:val>
                                            <p:strVal val="#ppt_x-1.24799"/>
                                          </p:val>
                                        </p:tav>
                                        <p:tav tm="27174">
                                          <p:val>
                                            <p:strVal val="#ppt_x-1.25008"/>
                                          </p:val>
                                        </p:tav>
                                        <p:tav tm="28727">
                                          <p:val>
                                            <p:strVal val="#ppt_x-1.25124"/>
                                          </p:val>
                                        </p:tav>
                                        <p:tav tm="31056">
                                          <p:val>
                                            <p:strVal val="#ppt_x-1.25201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5154"/>
                                          </p:val>
                                        </p:tav>
                                        <p:tav tm="38820">
                                          <p:val>
                                            <p:strVal val="#ppt_x-1.25221"/>
                                          </p:val>
                                        </p:tav>
                                        <p:tav tm="40373">
                                          <p:val>
                                            <p:strVal val="#ppt_x-1.25493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57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678"/>
                                          </p:val>
                                        </p:tav>
                                        <p:tav tm="48137">
                                          <p:val>
                                            <p:strVal val="#ppt_x-1.2572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72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66770">
                                          <p:val>
                                            <p:strVal val="#ppt_x-1.25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978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5196"/>
                                          </p:val>
                                        </p:tav>
                                        <p:tav tm="70652">
                                          <p:val>
                                            <p:strVal val="#ppt_x-1.25263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5327"/>
                                          </p:val>
                                        </p:tav>
                                        <p:tav tm="91615">
                                          <p:val>
                                            <p:strVal val="#ppt_x-1.25432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54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2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3427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3342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3239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26744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2145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6905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13278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10531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8495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6994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5886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507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4472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404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3739"/>
                                          </p:val>
                                        </p:tav>
                                        <p:tav tm="31832">
                                          <p:val>
                                            <p:strVal val="#ppt_y-0.03421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3372"/>
                                          </p:val>
                                        </p:tav>
                                        <p:tav tm="35714">
                                          <p:val>
                                            <p:strVal val="#ppt_y-0.03621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4221"/>
                                          </p:val>
                                        </p:tav>
                                        <p:tav tm="44255">
                                          <p:val>
                                            <p:strVal val="#ppt_y-0.0404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4029"/>
                                          </p:val>
                                        </p:tav>
                                        <p:tav tm="65994">
                                          <p:val>
                                            <p:strVal val="#ppt_y-0.00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011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188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443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559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617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646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664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6576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6323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585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512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4091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266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075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819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4764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436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44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42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4797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37865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50027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60469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68778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75075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7974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83201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5751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89014"/>
                                          </p:val>
                                        </p:tav>
                                        <p:tav tm="30280">
                                          <p:val>
                                            <p:strVal val="#ppt_w*0.90707"/>
                                          </p:val>
                                        </p:tav>
                                        <p:tav tm="33385">
                                          <p:val>
                                            <p:strVal val="#ppt_w*0.91555"/>
                                          </p:val>
                                        </p:tav>
                                        <p:tav tm="3882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0.9846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028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861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831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8183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0804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064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81703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8490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8925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42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3279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5007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66159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79967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0955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9282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5463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10028"/>
                                          </p:val>
                                        </p:tav>
                                        <p:tav tm="27174">
                                          <p:val>
                                            <p:strVal val="#ppt_h*1.1340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17716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.19956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20927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21077"/>
                                          </p:val>
                                        </p:tav>
                                        <p:tav tm="3882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1.0269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9949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2491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30326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32774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34629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34913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32956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2962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2703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23584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18967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429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3.85"/>
                                          </p:val>
                                        </p:tav>
                                        <p:tav tm="20186">
                                          <p:val>
                                            <p:fltVal val="-123.85"/>
                                          </p:val>
                                        </p:tav>
                                        <p:tav tm="20963">
                                          <p:val>
                                            <p:fltVal val="-119.41"/>
                                          </p:val>
                                        </p:tav>
                                        <p:tav tm="21739">
                                          <p:val>
                                            <p:fltVal val="-95.28"/>
                                          </p:val>
                                        </p:tav>
                                        <p:tav tm="22516">
                                          <p:val>
                                            <p:fltVal val="-72.82"/>
                                          </p:val>
                                        </p:tav>
                                        <p:tav tm="23292">
                                          <p:val>
                                            <p:fltVal val="-53.55"/>
                                          </p:val>
                                        </p:tav>
                                        <p:tav tm="24068">
                                          <p:val>
                                            <p:fltVal val="-38.21"/>
                                          </p:val>
                                        </p:tav>
                                        <p:tav tm="24845">
                                          <p:val>
                                            <p:fltVal val="-26.58"/>
                                          </p:val>
                                        </p:tav>
                                        <p:tav tm="25621">
                                          <p:val>
                                            <p:fltVal val="-17.95"/>
                                          </p:val>
                                        </p:tav>
                                        <p:tav tm="26398">
                                          <p:val>
                                            <p:fltVal val="-11.58"/>
                                          </p:val>
                                        </p:tav>
                                        <p:tav tm="27174">
                                          <p:val>
                                            <p:fltVal val="-6.87"/>
                                          </p:val>
                                        </p:tav>
                                        <p:tav tm="27950">
                                          <p:val>
                                            <p:fltVal val="-3.39"/>
                                          </p:val>
                                        </p:tav>
                                        <p:tav tm="28727">
                                          <p:val>
                                            <p:fltVal val="-0.84"/>
                                          </p:val>
                                        </p:tav>
                                        <p:tav tm="30280">
                                          <p:val>
                                            <p:fltVal val="2.28"/>
                                          </p:val>
                                        </p:tav>
                                        <p:tav tm="31056">
                                          <p:val>
                                            <p:fltVal val="3.13"/>
                                          </p:val>
                                        </p:tav>
                                        <p:tav tm="32609">
                                          <p:val>
                                            <p:fltVal val="3.86"/>
                                          </p:val>
                                        </p:tav>
                                        <p:tav tm="34938">
                                          <p:val>
                                            <p:fltVal val="3.28"/>
                                          </p:val>
                                        </p:tav>
                                        <p:tav tm="38043">
                                          <p:val>
                                            <p:fltVal val="0.67"/>
                                          </p:val>
                                        </p:tav>
                                        <p:tav tm="40373">
                                          <p:val>
                                            <p:fltVal val="-3.97"/>
                                          </p:val>
                                        </p:tav>
                                        <p:tav tm="41149">
                                          <p:val>
                                            <p:fltVal val="-4.94"/>
                                          </p:val>
                                        </p:tav>
                                        <p:tav tm="42702">
                                          <p:val>
                                            <p:fltVal val="-5.97"/>
                                          </p:val>
                                        </p:tav>
                                        <p:tav tm="45807">
                                          <p:val>
                                            <p:fltVal val="-6.66"/>
                                          </p:val>
                                        </p:tav>
                                        <p:tav tm="65217">
                                          <p:val>
                                            <p:fltVal val="-6.85"/>
                                          </p:val>
                                        </p:tav>
                                        <p:tav tm="65994">
                                          <p:val>
                                            <p:fltVal val="-0.79"/>
                                          </p:val>
                                        </p:tav>
                                        <p:tav tm="66770">
                                          <p:val>
                                            <p:fltVal val="0"/>
                                          </p:val>
                                        </p:tav>
                                        <p:tav tm="67547">
                                          <p:val>
                                            <p:fltVal val="0.14"/>
                                          </p:val>
                                        </p:tav>
                                        <p:tav tm="75311">
                                          <p:val>
                                            <p:fltVal val="0.05"/>
                                          </p:val>
                                        </p:tav>
                                        <p:tav tm="78416">
                                          <p:val>
                                            <p:fltVal val="-1"/>
                                          </p:val>
                                        </p:tav>
                                        <p:tav tm="80745">
                                          <p:val>
                                            <p:fltVal val="-2.78"/>
                                          </p:val>
                                        </p:tav>
                                        <p:tav tm="87733">
                                          <p:val>
                                            <p:fltVal val="-2.85"/>
                                          </p:val>
                                        </p:tav>
                                        <p:tav tm="91615">
                                          <p:val>
                                            <p:fltVal val="-4.55"/>
                                          </p:val>
                                        </p:tav>
                                        <p:tav tm="99379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4" dur="42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2473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2473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2408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1375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868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693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46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331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233"/>
                                          </p:val>
                                        </p:tav>
                                        <p:tav tm="40373">
                                          <p:val>
                                            <p:strVal val="#ppt_x-0.00031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109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211"/>
                                          </p:val>
                                        </p:tav>
                                        <p:tav tm="48137">
                                          <p:val>
                                            <p:strVal val="#ppt_x-0.0025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259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336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45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472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258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32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3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42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8846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28846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2780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221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6794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2187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8518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5744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3691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2181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1067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352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784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1086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1404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1453"/>
                                          </p:val>
                                        </p:tav>
                                        <p:tav tm="35714">
                                          <p:val>
                                            <p:strVal val="#ppt_y+0.01203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603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782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195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78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90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04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59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74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318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61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78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72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46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00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278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242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822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5913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362"/>
                                          </p:val>
                                        </p:tav>
                                        <p:tav tm="80745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466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3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42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768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42281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55862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67521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76799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383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9049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2904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575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9395"/>
                                          </p:val>
                                        </p:tav>
                                        <p:tav tm="30280">
                                          <p:val>
                                            <p:strVal val="#ppt_w*1.01286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2232"/>
                                          </p:val>
                                        </p:tav>
                                        <p:tav tm="38820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42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2.69161"/>
                                          </p:val>
                                        </p:tav>
                                        <p:tav tm="20186">
                                          <p:val>
                                            <p:strVal val="#ppt_h*2.6916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2.98128"/>
                                          </p:val>
                                        </p:tav>
                                        <p:tav tm="21739">
                                          <p:val>
                                            <p:strVal val="#ppt_h*4.5524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6.01468"/>
                                          </p:val>
                                        </p:tav>
                                        <p:tav tm="23292">
                                          <p:val>
                                            <p:strVal val="#ppt_h*7.27002"/>
                                          </p:val>
                                        </p:tav>
                                        <p:tav tm="24068">
                                          <p:val>
                                            <p:strVal val="#ppt_h*8.26896"/>
                                          </p:val>
                                        </p:tav>
                                        <p:tav tm="24845">
                                          <p:val>
                                            <p:strVal val="#ppt_h*9.02603"/>
                                          </p:val>
                                        </p:tav>
                                        <p:tav tm="25621">
                                          <p:val>
                                            <p:strVal val="#ppt_h*9.58795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0.00301"/>
                                          </p:val>
                                        </p:tav>
                                        <p:tav tm="27174">
                                          <p:val>
                                            <p:strVal val="#ppt_h*10.30968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0.53601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0.70194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0.8217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0.90554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0.96103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0.99381"/>
                                          </p:val>
                                        </p:tav>
                                        <p:tav tm="32609">
                                          <p:val>
                                            <p:strVal val="#ppt_h*11.00817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1.00743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0.9942"/>
                                          </p:val>
                                        </p:tav>
                                        <p:tav tm="34938">
                                          <p:val>
                                            <p:strVal val="#ppt_h*10.97054"/>
                                          </p:val>
                                        </p:tav>
                                        <p:tav tm="35714">
                                          <p:val>
                                            <p:strVal val="#ppt_h*10.93812"/>
                                          </p:val>
                                        </p:tav>
                                        <p:tav tm="36491">
                                          <p:val>
                                            <p:strVal val="#ppt_h*10.89828"/>
                                          </p:val>
                                        </p:tav>
                                        <p:tav tm="38043">
                                          <p:val>
                                            <p:strVal val="#ppt_h*10.80063"/>
                                          </p:val>
                                        </p:tav>
                                        <p:tav tm="38820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65994">
                                          <p:val>
                                            <p:strVal val="#ppt_h*9.33623"/>
                                          </p:val>
                                        </p:tav>
                                        <p:tav tm="66770">
                                          <p:val>
                                            <p:strVal val="#ppt_h*9.09129"/>
                                          </p:val>
                                        </p:tav>
                                        <p:tav tm="67547">
                                          <p:val>
                                            <p:strVal val="#ppt_h*9.0454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1.35655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1.84832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2.07092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2.18258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2.23949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2.26582"/>
                                          </p:val>
                                        </p:tav>
                                        <p:tav tm="73758">
                                          <p:val>
                                            <p:strVal val="#ppt_h*12.27367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2.26533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2.23432"/>
                                          </p:val>
                                        </p:tav>
                                        <p:tav tm="76087">
                                          <p:val>
                                            <p:strVal val="#ppt_h*12.1767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2.08738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1.95967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1.78449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1.5491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1.23537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0.8156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0.766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429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8.96"/>
                                          </p:val>
                                        </p:tav>
                                        <p:tav tm="20186">
                                          <p:val>
                                            <p:fltVal val="-118.96"/>
                                          </p:val>
                                        </p:tav>
                                        <p:tav tm="20963">
                                          <p:val>
                                            <p:fltVal val="-114.51"/>
                                          </p:val>
                                        </p:tav>
                                        <p:tav tm="21739">
                                          <p:val>
                                            <p:fltVal val="-90.39"/>
                                          </p:val>
                                        </p:tav>
                                        <p:tav tm="22516">
                                          <p:val>
                                            <p:fltVal val="-67.93"/>
                                          </p:val>
                                        </p:tav>
                                        <p:tav tm="23292">
                                          <p:val>
                                            <p:fltVal val="-48.65"/>
                                          </p:val>
                                        </p:tav>
                                        <p:tav tm="24068">
                                          <p:val>
                                            <p:fltVal val="-33.31"/>
                                          </p:val>
                                        </p:tav>
                                        <p:tav tm="24845">
                                          <p:val>
                                            <p:fltVal val="-21.69"/>
                                          </p:val>
                                        </p:tav>
                                        <p:tav tm="25621">
                                          <p:val>
                                            <p:fltVal val="-13.06"/>
                                          </p:val>
                                        </p:tav>
                                        <p:tav tm="26398">
                                          <p:val>
                                            <p:fltVal val="-6.68"/>
                                          </p:val>
                                        </p:tav>
                                        <p:tav tm="27174">
                                          <p:val>
                                            <p:fltVal val="-1.98"/>
                                          </p:val>
                                        </p:tav>
                                        <p:tav tm="27950">
                                          <p:val>
                                            <p:fltVal val="1.5"/>
                                          </p:val>
                                        </p:tav>
                                        <p:tav tm="28727">
                                          <p:val>
                                            <p:fltVal val="4.05"/>
                                          </p:val>
                                        </p:tav>
                                        <p:tav tm="30280">
                                          <p:val>
                                            <p:fltVal val="7.17"/>
                                          </p:val>
                                        </p:tav>
                                        <p:tav tm="31056">
                                          <p:val>
                                            <p:fltVal val="8.03"/>
                                          </p:val>
                                        </p:tav>
                                        <p:tav tm="32609">
                                          <p:val>
                                            <p:fltVal val="8.75"/>
                                          </p:val>
                                        </p:tav>
                                        <p:tav tm="34938">
                                          <p:val>
                                            <p:fltVal val="8.17"/>
                                          </p:val>
                                        </p:tav>
                                        <p:tav tm="38043">
                                          <p:val>
                                            <p:fltVal val="5.56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149">
                                          <p:val>
                                            <p:fltVal val="-0.05"/>
                                          </p:val>
                                        </p:tav>
                                        <p:tav tm="42702">
                                          <p:val>
                                            <p:fltVal val="-1.07"/>
                                          </p:val>
                                        </p:tav>
                                        <p:tav tm="45807">
                                          <p:val>
                                            <p:fltVal val="-1.77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67547">
                                          <p:val>
                                            <p:fltVal val="5.03"/>
                                          </p:val>
                                        </p:tav>
                                        <p:tav tm="75311">
                                          <p:val>
                                            <p:fltVal val="4.94"/>
                                          </p:val>
                                        </p:tav>
                                        <p:tav tm="78416">
                                          <p:val>
                                            <p:fltVal val="3.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67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3" dur="42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977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2977"/>
                                          </p:val>
                                        </p:tav>
                                        <p:tav tm="18634">
                                          <p:val>
                                            <p:strVal val="#ppt_x-1.2951"/>
                                          </p:val>
                                        </p:tav>
                                        <p:tav tm="19410">
                                          <p:val>
                                            <p:strVal val="#ppt_x-1.28505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7575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678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26153"/>
                                          </p:val>
                                        </p:tav>
                                        <p:tav tm="22516">
                                          <p:val>
                                            <p:strVal val="#ppt_x-1.25678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5325"/>
                                          </p:val>
                                        </p:tav>
                                        <p:tav tm="24068">
                                          <p:val>
                                            <p:strVal val="#ppt_x-1.25065"/>
                                          </p:val>
                                        </p:tav>
                                        <p:tav tm="24845">
                                          <p:val>
                                            <p:strVal val="#ppt_x-1.24873"/>
                                          </p:val>
                                        </p:tav>
                                        <p:tav tm="26398">
                                          <p:val>
                                            <p:strVal val="#ppt_x-1.24627"/>
                                          </p:val>
                                        </p:tav>
                                        <p:tav tm="27950">
                                          <p:val>
                                            <p:strVal val="#ppt_x-1.245"/>
                                          </p:val>
                                        </p:tav>
                                        <p:tav tm="31056">
                                          <p:val>
                                            <p:strVal val="#ppt_x-1.24438"/>
                                          </p:val>
                                        </p:tav>
                                        <p:tav tm="36491">
                                          <p:val>
                                            <p:strVal val="#ppt_x-1.24592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59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102"/>
                                          </p:val>
                                        </p:tav>
                                        <p:tav tm="46584">
                                          <p:val>
                                            <p:strVal val="#ppt_x-1.2514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15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4815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734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4548"/>
                                          </p:val>
                                        </p:tav>
                                        <p:tav tm="72205">
                                          <p:val>
                                            <p:strVal val="#ppt_x-1.24477"/>
                                          </p:val>
                                        </p:tav>
                                        <p:tav tm="75311">
                                          <p:val>
                                            <p:strVal val="#ppt_x-1.24483"/>
                                          </p:val>
                                        </p:tav>
                                        <p:tav tm="77640">
                                          <p:val>
                                            <p:strVal val="#ppt_x-1.24545"/>
                                          </p:val>
                                        </p:tav>
                                        <p:tav tm="79193">
                                          <p:val>
                                            <p:strVal val="#ppt_x-1.24641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4821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4834"/>
                                          </p:val>
                                        </p:tav>
                                        <p:tav tm="91615">
                                          <p:val>
                                            <p:strVal val="#ppt_x-1.24968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4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42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0174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30174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2867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22858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17478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2887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9251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6501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446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2956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1843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1022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042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013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316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631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673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409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218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718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35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46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97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62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82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425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73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916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845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58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091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33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24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7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762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4094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518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42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8766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4331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56787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68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77386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427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9376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3147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5933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9495"/>
                                          </p:val>
                                        </p:tav>
                                        <p:tav tm="27950">
                                          <p:val>
                                            <p:strVal val="#ppt_w*1.01338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2233"/>
                                          </p:val>
                                        </p:tav>
                                        <p:tav tm="36491">
                                          <p:val>
                                            <p:strVal val="#ppt_w*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81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3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6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42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25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8766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43317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56787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6828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7738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842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9376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3147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5933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9495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1338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2233"/>
                                          </p:val>
                                        </p:tav>
                                        <p:tav tm="36491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71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44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01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5481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1004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2116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3682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92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2269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9456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27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429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.09"/>
                                          </p:val>
                                        </p:tav>
                                        <p:tav tm="17857">
                                          <p:val>
                                            <p:fltVal val="166.09"/>
                                          </p:val>
                                        </p:tav>
                                        <p:tav tm="18634">
                                          <p:val>
                                            <p:fltVal val="158.01"/>
                                          </p:val>
                                        </p:tav>
                                        <p:tav tm="19410">
                                          <p:val>
                                            <p:fltVal val="126.77"/>
                                          </p:val>
                                        </p:tav>
                                        <p:tav tm="20186">
                                          <p:val>
                                            <p:fltVal val="97.85"/>
                                          </p:val>
                                        </p:tav>
                                        <p:tav tm="20963">
                                          <p:val>
                                            <p:fltVal val="73.18"/>
                                          </p:val>
                                        </p:tav>
                                        <p:tav tm="21739">
                                          <p:val>
                                            <p:fltVal val="53.64"/>
                                          </p:val>
                                        </p:tav>
                                        <p:tav tm="22516">
                                          <p:val>
                                            <p:fltVal val="38.86"/>
                                          </p:val>
                                        </p:tav>
                                        <p:tav tm="23292">
                                          <p:val>
                                            <p:fltVal val="27.9"/>
                                          </p:val>
                                        </p:tav>
                                        <p:tav tm="24068">
                                          <p:val>
                                            <p:fltVal val="19.8"/>
                                          </p:val>
                                        </p:tav>
                                        <p:tav tm="24845">
                                          <p:val>
                                            <p:fltVal val="13.82"/>
                                          </p:val>
                                        </p:tav>
                                        <p:tav tm="25621">
                                          <p:val>
                                            <p:fltVal val="9.41"/>
                                          </p:val>
                                        </p:tav>
                                        <p:tav tm="26398">
                                          <p:val>
                                            <p:fltVal val="6.17"/>
                                          </p:val>
                                        </p:tav>
                                        <p:tav tm="27174">
                                          <p:val>
                                            <p:fltVal val="3.85"/>
                                          </p:val>
                                        </p:tav>
                                        <p:tav tm="27950">
                                          <p:val>
                                            <p:fltVal val="2.22"/>
                                          </p:val>
                                        </p:tav>
                                        <p:tav tm="29503">
                                          <p:val>
                                            <p:fltVal val="0.52"/>
                                          </p:val>
                                        </p:tav>
                                        <p:tav tm="31056">
                                          <p:val>
                                            <p:fltVal val="0.3"/>
                                          </p:val>
                                        </p:tav>
                                        <p:tav tm="33385">
                                          <p:val>
                                            <p:fltVal val="1.72"/>
                                          </p:val>
                                        </p:tav>
                                        <p:tav tm="36491">
                                          <p:val>
                                            <p:fltVal val="5.09"/>
                                          </p:val>
                                        </p:tav>
                                        <p:tav tm="38043">
                                          <p:val>
                                            <p:fltVal val="5.09"/>
                                          </p:val>
                                        </p:tav>
                                        <p:tav tm="38820">
                                          <p:val>
                                            <p:fltVal val="4.18"/>
                                          </p:val>
                                        </p:tav>
                                        <p:tav tm="40373">
                                          <p:val>
                                            <p:fltVal val="0.97"/>
                                          </p:val>
                                        </p:tav>
                                        <p:tav tm="41149">
                                          <p:val>
                                            <p:fltVal val="0"/>
                                          </p:val>
                                        </p:tav>
                                        <p:tav tm="43478">
                                          <p:val>
                                            <p:fltVal val="-1.29"/>
                                          </p:val>
                                        </p:tav>
                                        <p:tav tm="48137">
                                          <p:val>
                                            <p:fltVal val="-1.87"/>
                                          </p:val>
                                        </p:tav>
                                        <p:tav tm="65217">
                                          <p:val>
                                            <p:fltVal val="-1.91"/>
                                          </p:val>
                                        </p:tav>
                                        <p:tav tm="65994">
                                          <p:val>
                                            <p:fltVal val="4.16"/>
                                          </p:val>
                                        </p:tav>
                                        <p:tav tm="66770">
                                          <p:val>
                                            <p:fltVal val="4.94"/>
                                          </p:val>
                                        </p:tav>
                                        <p:tav tm="74534">
                                          <p:val>
                                            <p:fltVal val="5.07"/>
                                          </p:val>
                                        </p:tav>
                                        <p:tav tm="77640">
                                          <p:val>
                                            <p:fltVal val="4.34"/>
                                          </p:val>
                                        </p:tav>
                                        <p:tav tm="80745">
                                          <p:val>
                                            <p:fltVal val="2.17"/>
                                          </p:val>
                                        </p:tav>
                                        <p:tav tm="87733">
                                          <p:val>
                                            <p:fltVal val="2.09"/>
                                          </p:val>
                                        </p:tav>
                                        <p:tav tm="91615">
                                          <p:val>
                                            <p:fltVal val="0.4"/>
                                          </p:val>
                                        </p:tav>
                                        <p:tav tm="99379">
                                          <p:val>
                                            <p:fltVal val="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1" dur="42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066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30066"/>
                                          </p:val>
                                        </p:tav>
                                        <p:tav tm="18634">
                                          <p:val>
                                            <p:strVal val="#ppt_x-1.29808"/>
                                          </p:val>
                                        </p:tav>
                                        <p:tav tm="19410">
                                          <p:val>
                                            <p:strVal val="#ppt_x-1.2881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788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70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26442"/>
                                          </p:val>
                                        </p:tav>
                                        <p:tav tm="22516">
                                          <p:val>
                                            <p:strVal val="#ppt_x-1.25958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5598"/>
                                          </p:val>
                                        </p:tav>
                                        <p:tav tm="24068">
                                          <p:val>
                                            <p:strVal val="#ppt_x-1.25332"/>
                                          </p:val>
                                        </p:tav>
                                        <p:tav tm="24845">
                                          <p:val>
                                            <p:strVal val="#ppt_x-1.25135"/>
                                          </p:val>
                                        </p:tav>
                                        <p:tav tm="26398">
                                          <p:val>
                                            <p:strVal val="#ppt_x-1.24884"/>
                                          </p:val>
                                        </p:tav>
                                        <p:tav tm="27950">
                                          <p:val>
                                            <p:strVal val="#ppt_x-1.24754"/>
                                          </p:val>
                                        </p:tav>
                                        <p:tav tm="31056">
                                          <p:val>
                                            <p:strVal val="#ppt_x-1.24691"/>
                                          </p:val>
                                        </p:tav>
                                        <p:tav tm="36491">
                                          <p:val>
                                            <p:strVal val="#ppt_x-1.24849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849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254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356"/>
                                          </p:val>
                                        </p:tav>
                                        <p:tav tm="46584">
                                          <p:val>
                                            <p:strVal val="#ppt_x-1.2539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403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5068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987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4806"/>
                                          </p:val>
                                        </p:tav>
                                        <p:tav tm="72205">
                                          <p:val>
                                            <p:strVal val="#ppt_x-1.24737"/>
                                          </p:val>
                                        </p:tav>
                                        <p:tav tm="75311">
                                          <p:val>
                                            <p:strVal val="#ppt_x-1.24743"/>
                                          </p:val>
                                        </p:tav>
                                        <p:tav tm="77640">
                                          <p:val>
                                            <p:strVal val="#ppt_x-1.24804"/>
                                          </p:val>
                                        </p:tav>
                                        <p:tav tm="79193">
                                          <p:val>
                                            <p:strVal val="#ppt_x-1.24899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5077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5089"/>
                                          </p:val>
                                        </p:tav>
                                        <p:tav tm="91615">
                                          <p:val>
                                            <p:strVal val="#ppt_x-1.25223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52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42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4578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34578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33072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2724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2184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7234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3587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0833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8794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729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6179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536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4761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4329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4027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3714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3671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3935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456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456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4346"/>
                                          </p:val>
                                        </p:tav>
                                        <p:tav tm="44255">
                                          <p:val>
                                            <p:strVal val="#ppt_y-0.04272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425"/>
                                          </p:val>
                                        </p:tav>
                                        <p:tav tm="65994">
                                          <p:val>
                                            <p:strVal val="#ppt_y-0.0063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011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231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4962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6159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67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706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725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7178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691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642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5667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458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3097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11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8435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4862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4442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43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2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576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38791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50853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61146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6929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75464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0036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83413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590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89098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0748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155"/>
                                          </p:val>
                                        </p:tav>
                                        <p:tav tm="36491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0.9846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028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861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831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8183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0804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064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81703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8490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8925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42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34066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51299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6725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086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164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979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5844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1031"/>
                                          </p:val>
                                        </p:tav>
                                        <p:tav tm="24845">
                                          <p:val>
                                            <p:strVal val="#ppt_h*1.13609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17828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2001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20945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2107"/>
                                          </p:val>
                                        </p:tav>
                                        <p:tav tm="36491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1.0269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9949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2491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30326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32774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34629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34913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32956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2962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2703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23584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18967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429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1.15"/>
                                          </p:val>
                                        </p:tav>
                                        <p:tav tm="17857">
                                          <p:val>
                                            <p:fltVal val="161.15"/>
                                          </p:val>
                                        </p:tav>
                                        <p:tav tm="18634">
                                          <p:val>
                                            <p:fltVal val="153.06"/>
                                          </p:val>
                                        </p:tav>
                                        <p:tav tm="19410">
                                          <p:val>
                                            <p:fltVal val="121.82"/>
                                          </p:val>
                                        </p:tav>
                                        <p:tav tm="20186">
                                          <p:val>
                                            <p:fltVal val="92.91"/>
                                          </p:val>
                                        </p:tav>
                                        <p:tav tm="20963">
                                          <p:val>
                                            <p:fltVal val="68.24"/>
                                          </p:val>
                                        </p:tav>
                                        <p:tav tm="21739">
                                          <p:val>
                                            <p:fltVal val="48.69"/>
                                          </p:val>
                                        </p:tav>
                                        <p:tav tm="22516">
                                          <p:val>
                                            <p:fltVal val="33.91"/>
                                          </p:val>
                                        </p:tav>
                                        <p:tav tm="23292">
                                          <p:val>
                                            <p:fltVal val="22.95"/>
                                          </p:val>
                                        </p:tav>
                                        <p:tav tm="24068">
                                          <p:val>
                                            <p:fltVal val="14.86"/>
                                          </p:val>
                                        </p:tav>
                                        <p:tav tm="24845">
                                          <p:val>
                                            <p:fltVal val="8.88"/>
                                          </p:val>
                                        </p:tav>
                                        <p:tav tm="25621">
                                          <p:val>
                                            <p:fltVal val="4.46"/>
                                          </p:val>
                                        </p:tav>
                                        <p:tav tm="26398">
                                          <p:val>
                                            <p:fltVal val="1.23"/>
                                          </p:val>
                                        </p:tav>
                                        <p:tav tm="27174">
                                          <p:val>
                                            <p:fltVal val="-1.1"/>
                                          </p:val>
                                        </p:tav>
                                        <p:tav tm="27950">
                                          <p:val>
                                            <p:fltVal val="-2.73"/>
                                          </p:val>
                                        </p:tav>
                                        <p:tav tm="29503">
                                          <p:val>
                                            <p:fltVal val="-4.42"/>
                                          </p:val>
                                        </p:tav>
                                        <p:tav tm="31056">
                                          <p:val>
                                            <p:fltVal val="-4.65"/>
                                          </p:val>
                                        </p:tav>
                                        <p:tav tm="33385">
                                          <p:val>
                                            <p:fltVal val="-3.22"/>
                                          </p:val>
                                        </p:tav>
                                        <p:tav tm="36491">
                                          <p:val>
                                            <p:fltVal val="0.15"/>
                                          </p:val>
                                        </p:tav>
                                        <p:tav tm="38043">
                                          <p:val>
                                            <p:fltVal val="0.15"/>
                                          </p:val>
                                        </p:tav>
                                        <p:tav tm="38820">
                                          <p:val>
                                            <p:fltVal val="-0.76"/>
                                          </p:val>
                                        </p:tav>
                                        <p:tav tm="40373">
                                          <p:val>
                                            <p:fltVal val="-3.97"/>
                                          </p:val>
                                        </p:tav>
                                        <p:tav tm="41149">
                                          <p:val>
                                            <p:fltVal val="-4.94"/>
                                          </p:val>
                                        </p:tav>
                                        <p:tav tm="43478">
                                          <p:val>
                                            <p:fltVal val="-6.24"/>
                                          </p:val>
                                        </p:tav>
                                        <p:tav tm="48137">
                                          <p:val>
                                            <p:fltVal val="-6.82"/>
                                          </p:val>
                                        </p:tav>
                                        <p:tav tm="65217">
                                          <p:val>
                                            <p:fltVal val="-6.85"/>
                                          </p:val>
                                        </p:tav>
                                        <p:tav tm="65994">
                                          <p:val>
                                            <p:fltVal val="-0.79"/>
                                          </p:val>
                                        </p:tav>
                                        <p:tav tm="66770">
                                          <p:val>
                                            <p:fltVal val="0"/>
                                          </p:val>
                                        </p:tav>
                                        <p:tav tm="74534">
                                          <p:val>
                                            <p:fltVal val="0.12"/>
                                          </p:val>
                                        </p:tav>
                                        <p:tav tm="77640">
                                          <p:val>
                                            <p:fltVal val="-0.61"/>
                                          </p:val>
                                        </p:tav>
                                        <p:tav tm="80745">
                                          <p:val>
                                            <p:fltVal val="-2.78"/>
                                          </p:val>
                                        </p:tav>
                                        <p:tav tm="87733">
                                          <p:val>
                                            <p:fltVal val="-2.85"/>
                                          </p:val>
                                        </p:tav>
                                        <p:tav tm="91615">
                                          <p:val>
                                            <p:fltVal val="-4.55"/>
                                          </p:val>
                                        </p:tav>
                                        <p:tav tm="99379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8" dur="42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716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4716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4438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3347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2345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1528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0918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0484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175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205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405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507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556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433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18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6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7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477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548"/>
                                          </p:val>
                                        </p:tav>
                                        <p:tav tm="75311">
                                          <p:val>
                                            <p:strVal val="#ppt_x+0.00541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476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375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85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72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26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42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29211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29211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27695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21901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1665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2241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877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6142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418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2726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1643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0841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176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0474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785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827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566"/>
                                          </p:val>
                                        </p:tav>
                                        <p:tav tm="36491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44255">
                                          <p:val>
                                            <p:strVal val="#ppt_y+0.00246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97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616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738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84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52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736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34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65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8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768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503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00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24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15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655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642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95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54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69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42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8764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4331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56784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68277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77381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426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937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3141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5927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9489"/>
                                          </p:val>
                                        </p:tav>
                                        <p:tav tm="27950">
                                          <p:val>
                                            <p:strVal val="#ppt_w*1.01332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2227"/>
                                          </p:val>
                                        </p:tav>
                                        <p:tav tm="36491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42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8546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42987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56354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677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7679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8362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8693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2436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520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8736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0564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1453"/>
                                          </p:val>
                                        </p:tav>
                                        <p:tav tm="36491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429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6.04"/>
                                          </p:val>
                                        </p:tav>
                                        <p:tav tm="17857">
                                          <p:val>
                                            <p:fltVal val="166.04"/>
                                          </p:val>
                                        </p:tav>
                                        <p:tav tm="18634">
                                          <p:val>
                                            <p:fltVal val="157.95"/>
                                          </p:val>
                                        </p:tav>
                                        <p:tav tm="19410">
                                          <p:val>
                                            <p:fltVal val="126.72"/>
                                          </p:val>
                                        </p:tav>
                                        <p:tav tm="20186">
                                          <p:val>
                                            <p:fltVal val="97.8"/>
                                          </p:val>
                                        </p:tav>
                                        <p:tav tm="20963">
                                          <p:val>
                                            <p:fltVal val="73.13"/>
                                          </p:val>
                                        </p:tav>
                                        <p:tav tm="21739">
                                          <p:val>
                                            <p:fltVal val="53.58"/>
                                          </p:val>
                                        </p:tav>
                                        <p:tav tm="22516">
                                          <p:val>
                                            <p:fltVal val="38.81"/>
                                          </p:val>
                                        </p:tav>
                                        <p:tav tm="23292">
                                          <p:val>
                                            <p:fltVal val="27.85"/>
                                          </p:val>
                                        </p:tav>
                                        <p:tav tm="24068">
                                          <p:val>
                                            <p:fltVal val="19.75"/>
                                          </p:val>
                                        </p:tav>
                                        <p:tav tm="24845">
                                          <p:val>
                                            <p:fltVal val="13.77"/>
                                          </p:val>
                                        </p:tav>
                                        <p:tav tm="25621">
                                          <p:val>
                                            <p:fltVal val="9.36"/>
                                          </p:val>
                                        </p:tav>
                                        <p:tav tm="26398">
                                          <p:val>
                                            <p:fltVal val="6.12"/>
                                          </p:val>
                                        </p:tav>
                                        <p:tav tm="27174">
                                          <p:val>
                                            <p:fltVal val="3.79"/>
                                          </p:val>
                                        </p:tav>
                                        <p:tav tm="27950">
                                          <p:val>
                                            <p:fltVal val="2.17"/>
                                          </p:val>
                                        </p:tav>
                                        <p:tav tm="29503">
                                          <p:val>
                                            <p:fltVal val="0.47"/>
                                          </p:val>
                                        </p:tav>
                                        <p:tav tm="31056">
                                          <p:val>
                                            <p:fltVal val="0.24"/>
                                          </p:val>
                                        </p:tav>
                                        <p:tav tm="33385">
                                          <p:val>
                                            <p:fltVal val="1.67"/>
                                          </p:val>
                                        </p:tav>
                                        <p:tav tm="36491">
                                          <p:val>
                                            <p:fltVal val="5.04"/>
                                          </p:val>
                                        </p:tav>
                                        <p:tav tm="38043">
                                          <p:val>
                                            <p:fltVal val="5.04"/>
                                          </p:val>
                                        </p:tav>
                                        <p:tav tm="38820">
                                          <p:val>
                                            <p:fltVal val="4.13"/>
                                          </p:val>
                                        </p:tav>
                                        <p:tav tm="40373">
                                          <p:val>
                                            <p:fltVal val="0.92"/>
                                          </p:val>
                                        </p:tav>
                                        <p:tav tm="41149">
                                          <p:val>
                                            <p:fltVal val="-0.05"/>
                                          </p:val>
                                        </p:tav>
                                        <p:tav tm="43478">
                                          <p:val>
                                            <p:fltVal val="-1.35"/>
                                          </p:val>
                                        </p:tav>
                                        <p:tav tm="48137">
                                          <p:val>
                                            <p:fltVal val="-1.92"/>
                                          </p:val>
                                        </p:tav>
                                        <p:tav tm="65217">
                                          <p:val>
                                            <p:fltVal val="-1.96"/>
                                          </p:val>
                                        </p:tav>
                                        <p:tav tm="65994">
                                          <p:val>
                                            <p:fltVal val="4.1"/>
                                          </p:val>
                                        </p:tav>
                                        <p:tav tm="66770">
                                          <p:val>
                                            <p:fltVal val="4.89"/>
                                          </p:val>
                                        </p:tav>
                                        <p:tav tm="74534">
                                          <p:val>
                                            <p:fltVal val="5.02"/>
                                          </p:val>
                                        </p:tav>
                                        <p:tav tm="77640">
                                          <p:val>
                                            <p:fltVal val="4.29"/>
                                          </p:val>
                                        </p:tav>
                                        <p:tav tm="80745">
                                          <p:val>
                                            <p:fltVal val="2.11"/>
                                          </p:val>
                                        </p:tav>
                                        <p:tav tm="87733">
                                          <p:val>
                                            <p:fltVal val="2.04"/>
                                          </p:val>
                                        </p:tav>
                                        <p:tav tm="91615">
                                          <p:val>
                                            <p:fltVal val="0.35"/>
                                          </p:val>
                                        </p:tav>
                                        <p:tav tm="99379">
                                          <p:val>
                                            <p:fltVal val="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7" dur="42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909"/>
                                          </p:val>
                                        </p:tav>
                                        <p:tav tm="15528">
                                          <p:val>
                                            <p:strVal val="#ppt_x-1.2909"/>
                                          </p:val>
                                        </p:tav>
                                        <p:tav tm="16304">
                                          <p:val>
                                            <p:strVal val="#ppt_x-1.28799"/>
                                          </p:val>
                                        </p:tav>
                                        <p:tav tm="17081">
                                          <p:val>
                                            <p:strVal val="#ppt_x-1.27927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27125"/>
                                          </p:val>
                                        </p:tav>
                                        <p:tav tm="18634">
                                          <p:val>
                                            <p:strVal val="#ppt_x-1.26444"/>
                                          </p:val>
                                        </p:tav>
                                        <p:tav tm="19410">
                                          <p:val>
                                            <p:strVal val="#ppt_x-1.25907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5502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5202"/>
                                          </p:val>
                                        </p:tav>
                                        <p:tav tm="22516">
                                          <p:val>
                                            <p:strVal val="#ppt_x-1.24817"/>
                                          </p:val>
                                        </p:tav>
                                        <p:tav tm="24068">
                                          <p:val>
                                            <p:strVal val="#ppt_x-1.24607"/>
                                          </p:val>
                                        </p:tav>
                                        <p:tav tm="25621">
                                          <p:val>
                                            <p:strVal val="#ppt_x-1.245"/>
                                          </p:val>
                                        </p:tav>
                                        <p:tav tm="28727">
                                          <p:val>
                                            <p:strVal val="#ppt_x-1.24449"/>
                                          </p:val>
                                        </p:tav>
                                        <p:tav tm="34161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583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107"/>
                                          </p:val>
                                        </p:tav>
                                        <p:tav tm="46584">
                                          <p:val>
                                            <p:strVal val="#ppt_x-1.2514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15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4571"/>
                                          </p:val>
                                        </p:tav>
                                        <p:tav tm="66770">
                                          <p:val>
                                            <p:strVal val="#ppt_x-1.24463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442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4627"/>
                                          </p:val>
                                        </p:tav>
                                        <p:tav tm="70652">
                                          <p:val>
                                            <p:strVal val="#ppt_x-1.24684"/>
                                          </p:val>
                                        </p:tav>
                                        <p:tav tm="77640">
                                          <p:val>
                                            <p:strVal val="#ppt_x-1.24723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4823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4828"/>
                                          </p:val>
                                        </p:tav>
                                        <p:tav tm="90062">
                                          <p:val>
                                            <p:strVal val="#ppt_x-1.24933"/>
                                          </p:val>
                                        </p:tav>
                                        <p:tav tm="92391">
                                          <p:val>
                                            <p:strVal val="#ppt_x-1.24975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4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2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3078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33078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30934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2450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859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3572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9614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6628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4415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27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1573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0682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102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114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838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261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014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71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48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60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254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453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054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3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54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47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216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73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991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926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46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503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88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59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055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42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984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44345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5769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69025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7795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4695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969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3379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610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9587"/>
                                          </p:val>
                                        </p:tav>
                                        <p:tav tm="25621">
                                          <p:val>
                                            <p:strVal val="#ppt_w*1.0138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2227"/>
                                          </p:val>
                                        </p:tav>
                                        <p:tav tm="34161">
                                          <p:val>
                                            <p:strVal val="#ppt_w*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81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3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6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42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5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984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44345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57699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69025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77957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4695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969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3379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610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9587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138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2227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71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44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01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5481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1004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2116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3682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92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2269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9456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27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429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7.09"/>
                                          </p:val>
                                        </p:tav>
                                        <p:tav tm="15528">
                                          <p:val>
                                            <p:fltVal val="167.09"/>
                                          </p:val>
                                        </p:tav>
                                        <p:tav tm="16304">
                                          <p:val>
                                            <p:fltVal val="179.87"/>
                                          </p:val>
                                        </p:tav>
                                        <p:tav tm="17081">
                                          <p:val>
                                            <p:fltVal val="218.16"/>
                                          </p:val>
                                        </p:tav>
                                        <p:tav tm="17857">
                                          <p:val>
                                            <p:fltVal val="253.41"/>
                                          </p:val>
                                        </p:tav>
                                        <p:tav tm="18634">
                                          <p:val>
                                            <p:fltVal val="283.32"/>
                                          </p:val>
                                        </p:tav>
                                        <p:tav tm="19410">
                                          <p:val>
                                            <p:fltVal val="306.9"/>
                                          </p:val>
                                        </p:tav>
                                        <p:tav tm="20186">
                                          <p:val>
                                            <p:fltVal val="324.69"/>
                                          </p:val>
                                        </p:tav>
                                        <p:tav tm="20963">
                                          <p:val>
                                            <p:fltVal val="337.87"/>
                                          </p:val>
                                        </p:tav>
                                        <p:tav tm="21739">
                                          <p:val>
                                            <p:fltVal val="347.61"/>
                                          </p:val>
                                        </p:tav>
                                        <p:tav tm="22516">
                                          <p:val>
                                            <p:fltVal val="354.81"/>
                                          </p:val>
                                        </p:tav>
                                        <p:tav tm="23292">
                                          <p:val>
                                            <p:fltVal val="360.12"/>
                                          </p:val>
                                        </p:tav>
                                        <p:tav tm="24068">
                                          <p:val>
                                            <p:fltVal val="364"/>
                                          </p:val>
                                        </p:tav>
                                        <p:tav tm="24845">
                                          <p:val>
                                            <p:fltVal val="366.79"/>
                                          </p:val>
                                        </p:tav>
                                        <p:tav tm="25621">
                                          <p:val>
                                            <p:fltVal val="368.74"/>
                                          </p:val>
                                        </p:tav>
                                        <p:tav tm="27174">
                                          <p:val>
                                            <p:fltVal val="370.74"/>
                                          </p:val>
                                        </p:tav>
                                        <p:tav tm="27950">
                                          <p:val>
                                            <p:fltVal val="371.04"/>
                                          </p:val>
                                        </p:tav>
                                        <p:tav tm="29503">
                                          <p:val>
                                            <p:fltVal val="370.61"/>
                                          </p:val>
                                        </p:tav>
                                        <p:tav tm="31056">
                                          <p:val>
                                            <p:fltVal val="369.17"/>
                                          </p:val>
                                        </p:tav>
                                        <p:tav tm="33385">
                                          <p:val>
                                            <p:fltVal val="365.74"/>
                                          </p:val>
                                        </p:tav>
                                        <p:tav tm="34161">
                                          <p:val>
                                            <p:fltVal val="365.09"/>
                                          </p:val>
                                        </p:tav>
                                        <p:tav tm="38043">
                                          <p:val>
                                            <p:fltVal val="365.09"/>
                                          </p:val>
                                        </p:tav>
                                        <p:tav tm="38820">
                                          <p:val>
                                            <p:fltVal val="364.18"/>
                                          </p:val>
                                        </p:tav>
                                        <p:tav tm="40373">
                                          <p:val>
                                            <p:fltVal val="360.97"/>
                                          </p:val>
                                        </p:tav>
                                        <p:tav tm="41149">
                                          <p:val>
                                            <p:fltVal val="360"/>
                                          </p:val>
                                        </p:tav>
                                        <p:tav tm="42702">
                                          <p:val>
                                            <p:fltVal val="358.98"/>
                                          </p:val>
                                        </p:tav>
                                        <p:tav tm="45807">
                                          <p:val>
                                            <p:fltVal val="358.28"/>
                                          </p:val>
                                        </p:tav>
                                        <p:tav tm="65217">
                                          <p:val>
                                            <p:fltVal val="358.09"/>
                                          </p:val>
                                        </p:tav>
                                        <p:tav tm="65994">
                                          <p:val>
                                            <p:fltVal val="364.16"/>
                                          </p:val>
                                        </p:tav>
                                        <p:tav tm="66770">
                                          <p:val>
                                            <p:fltVal val="364.94"/>
                                          </p:val>
                                        </p:tav>
                                        <p:tav tm="67547">
                                          <p:val>
                                            <p:fltVal val="365.09"/>
                                          </p:val>
                                        </p:tav>
                                        <p:tav tm="75311">
                                          <p:val>
                                            <p:fltVal val="364.99"/>
                                          </p:val>
                                        </p:tav>
                                        <p:tav tm="78416">
                                          <p:val>
                                            <p:fltVal val="363.95"/>
                                          </p:val>
                                        </p:tav>
                                        <p:tav tm="80745">
                                          <p:val>
                                            <p:fltVal val="362.17"/>
                                          </p:val>
                                        </p:tav>
                                        <p:tav tm="87733">
                                          <p:val>
                                            <p:fltVal val="362.09"/>
                                          </p:val>
                                        </p:tav>
                                        <p:tav tm="91615">
                                          <p:val>
                                            <p:fltVal val="360.4"/>
                                          </p:val>
                                        </p:tav>
                                        <p:tav tm="99379">
                                          <p:val>
                                            <p:fltVal val="36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5" dur="429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9589"/>
                                          </p:val>
                                        </p:tav>
                                        <p:tav tm="15528">
                                          <p:val>
                                            <p:strVal val="#ppt_x-1.29589"/>
                                          </p:val>
                                        </p:tav>
                                        <p:tav tm="16304">
                                          <p:val>
                                            <p:strVal val="#ppt_x-1.29294"/>
                                          </p:val>
                                        </p:tav>
                                        <p:tav tm="17081">
                                          <p:val>
                                            <p:strVal val="#ppt_x-1.28412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27606"/>
                                          </p:val>
                                        </p:tav>
                                        <p:tav tm="18634">
                                          <p:val>
                                            <p:strVal val="#ppt_x-1.2693"/>
                                          </p:val>
                                        </p:tav>
                                        <p:tav tm="19410">
                                          <p:val>
                                            <p:strVal val="#ppt_x-1.26403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6009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5718"/>
                                          </p:val>
                                        </p:tav>
                                        <p:tav tm="22516">
                                          <p:val>
                                            <p:strVal val="#ppt_x-1.25344"/>
                                          </p:val>
                                        </p:tav>
                                        <p:tav tm="24068">
                                          <p:val>
                                            <p:strVal val="#ppt_x-1.25141"/>
                                          </p:val>
                                        </p:tav>
                                        <p:tav tm="25621">
                                          <p:val>
                                            <p:strVal val="#ppt_x-1.25036"/>
                                          </p:val>
                                        </p:tav>
                                        <p:tav tm="28727">
                                          <p:val>
                                            <p:strVal val="#ppt_x-1.24986"/>
                                          </p:val>
                                        </p:tav>
                                        <p:tav tm="34161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531"/>
                                          </p:val>
                                        </p:tav>
                                        <p:tav tm="43478">
                                          <p:val>
                                            <p:strVal val="#ppt_x-1.25638"/>
                                          </p:val>
                                        </p:tav>
                                        <p:tav tm="46584">
                                          <p:val>
                                            <p:strVal val="#ppt_x-1.25679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68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5108"/>
                                          </p:val>
                                        </p:tav>
                                        <p:tav tm="66770">
                                          <p:val>
                                            <p:strVal val="#ppt_x-1.25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98"/>
                                          </p:val>
                                        </p:tav>
                                        <p:tav tm="69099">
                                          <p:val>
                                            <p:strVal val="#ppt_x-1.2516"/>
                                          </p:val>
                                        </p:tav>
                                        <p:tav tm="70652">
                                          <p:val>
                                            <p:strVal val="#ppt_x-1.25216"/>
                                          </p:val>
                                        </p:tav>
                                        <p:tav tm="77640">
                                          <p:val>
                                            <p:strVal val="#ppt_x-1.25254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5355"/>
                                          </p:val>
                                        </p:tav>
                                        <p:tav tm="87733">
                                          <p:val>
                                            <p:strVal val="#ppt_x-1.2536"/>
                                          </p:val>
                                        </p:tav>
                                        <p:tav tm="92391">
                                          <p:val>
                                            <p:strVal val="#ppt_x-1.25507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55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429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785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3785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35706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29269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23328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8285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14311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11319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9105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7473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6268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538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473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4263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3939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3604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3566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3867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444"/>
                                          </p:val>
                                        </p:tav>
                                        <p:tav tm="34161">
                                          <p:val>
                                            <p:strVal val="#ppt_y-0.04548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4548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4697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4736"/>
                                          </p:val>
                                        </p:tav>
                                        <p:tav tm="65994">
                                          <p:val>
                                            <p:strVal val="#ppt_y-0.0069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2305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49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614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6748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705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7238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7168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69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642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568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4621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3161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119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857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5058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4644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46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29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6722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39711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51669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61812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69811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75845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031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83621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6062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8918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90788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1545"/>
                                          </p:val>
                                        </p:tav>
                                        <p:tav tm="34161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0.9846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028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861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831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8183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0804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064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81703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8490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8925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429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35338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52516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6833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1743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2321"/>
                                          </p:val>
                                        </p:tav>
                                        <p:tav tm="20186">
                                          <p:val>
                                            <p:strVal val="#ppt_h*1.0030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1.06216"/>
                                          </p:val>
                                        </p:tav>
                                        <p:tav tm="21739">
                                          <p:val>
                                            <p:strVal val="#ppt_h*1.1058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1.13813"/>
                                          </p:val>
                                        </p:tav>
                                        <p:tav tm="24068">
                                          <p:val>
                                            <p:strVal val="#ppt_h*1.17936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2006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21063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1.0269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9949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2491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30326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32774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34629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34913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32956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2962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2703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23584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18967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429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2.15"/>
                                          </p:val>
                                        </p:tav>
                                        <p:tav tm="15528">
                                          <p:val>
                                            <p:fltVal val="162.15"/>
                                          </p:val>
                                        </p:tav>
                                        <p:tav tm="16304">
                                          <p:val>
                                            <p:fltVal val="174.92"/>
                                          </p:val>
                                        </p:tav>
                                        <p:tav tm="17081">
                                          <p:val>
                                            <p:fltVal val="213.22"/>
                                          </p:val>
                                        </p:tav>
                                        <p:tav tm="17857">
                                          <p:val>
                                            <p:fltVal val="248.47"/>
                                          </p:val>
                                        </p:tav>
                                        <p:tav tm="18634">
                                          <p:val>
                                            <p:fltVal val="278.37"/>
                                          </p:val>
                                        </p:tav>
                                        <p:tav tm="19410">
                                          <p:val>
                                            <p:fltVal val="301.95"/>
                                          </p:val>
                                        </p:tav>
                                        <p:tav tm="20186">
                                          <p:val>
                                            <p:fltVal val="319.74"/>
                                          </p:val>
                                        </p:tav>
                                        <p:tav tm="20963">
                                          <p:val>
                                            <p:fltVal val="332.93"/>
                                          </p:val>
                                        </p:tav>
                                        <p:tav tm="21739">
                                          <p:val>
                                            <p:fltVal val="342.67"/>
                                          </p:val>
                                        </p:tav>
                                        <p:tav tm="22516">
                                          <p:val>
                                            <p:fltVal val="349.86"/>
                                          </p:val>
                                        </p:tav>
                                        <p:tav tm="23292">
                                          <p:val>
                                            <p:fltVal val="355.17"/>
                                          </p:val>
                                        </p:tav>
                                        <p:tav tm="24068">
                                          <p:val>
                                            <p:fltVal val="359.06"/>
                                          </p:val>
                                        </p:tav>
                                        <p:tav tm="24845">
                                          <p:val>
                                            <p:fltVal val="361.85"/>
                                          </p:val>
                                        </p:tav>
                                        <p:tav tm="25621">
                                          <p:val>
                                            <p:fltVal val="363.79"/>
                                          </p:val>
                                        </p:tav>
                                        <p:tav tm="27174">
                                          <p:val>
                                            <p:fltVal val="365.8"/>
                                          </p:val>
                                        </p:tav>
                                        <p:tav tm="27950">
                                          <p:val>
                                            <p:fltVal val="366.09"/>
                                          </p:val>
                                        </p:tav>
                                        <p:tav tm="29503">
                                          <p:val>
                                            <p:fltVal val="365.66"/>
                                          </p:val>
                                        </p:tav>
                                        <p:tav tm="31056">
                                          <p:val>
                                            <p:fltVal val="364.22"/>
                                          </p:val>
                                        </p:tav>
                                        <p:tav tm="33385">
                                          <p:val>
                                            <p:fltVal val="360.79"/>
                                          </p:val>
                                        </p:tav>
                                        <p:tav tm="34161">
                                          <p:val>
                                            <p:fltVal val="360.15"/>
                                          </p:val>
                                        </p:tav>
                                        <p:tav tm="38043">
                                          <p:val>
                                            <p:fltVal val="360.15"/>
                                          </p:val>
                                        </p:tav>
                                        <p:tav tm="38820">
                                          <p:val>
                                            <p:fltVal val="359.24"/>
                                          </p:val>
                                        </p:tav>
                                        <p:tav tm="40373">
                                          <p:val>
                                            <p:fltVal val="356.03"/>
                                          </p:val>
                                        </p:tav>
                                        <p:tav tm="41149">
                                          <p:val>
                                            <p:fltVal val="355.06"/>
                                          </p:val>
                                        </p:tav>
                                        <p:tav tm="42702">
                                          <p:val>
                                            <p:fltVal val="354.03"/>
                                          </p:val>
                                        </p:tav>
                                        <p:tav tm="45807">
                                          <p:val>
                                            <p:fltVal val="353.34"/>
                                          </p:val>
                                        </p:tav>
                                        <p:tav tm="65217">
                                          <p:val>
                                            <p:fltVal val="353.15"/>
                                          </p:val>
                                        </p:tav>
                                        <p:tav tm="65994">
                                          <p:val>
                                            <p:fltVal val="359.21"/>
                                          </p:val>
                                        </p:tav>
                                        <p:tav tm="66770">
                                          <p:val>
                                            <p:fltVal val="360"/>
                                          </p:val>
                                        </p:tav>
                                        <p:tav tm="67547">
                                          <p:val>
                                            <p:fltVal val="360.14"/>
                                          </p:val>
                                        </p:tav>
                                        <p:tav tm="75311">
                                          <p:val>
                                            <p:fltVal val="360.05"/>
                                          </p:val>
                                        </p:tav>
                                        <p:tav tm="78416">
                                          <p:val>
                                            <p:fltVal val="359"/>
                                          </p:val>
                                        </p:tav>
                                        <p:tav tm="80745">
                                          <p:val>
                                            <p:fltVal val="357.22"/>
                                          </p:val>
                                        </p:tav>
                                        <p:tav tm="87733">
                                          <p:val>
                                            <p:fltVal val="357.15"/>
                                          </p:val>
                                        </p:tav>
                                        <p:tav tm="91615">
                                          <p:val>
                                            <p:fltVal val="355.45"/>
                                          </p:val>
                                        </p:tav>
                                        <p:tav tm="99379">
                                          <p:val>
                                            <p:fltVal val="355.1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2" dur="429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4038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4038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3765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2991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2295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1668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1123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0677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0327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0058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585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613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.00442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442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362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123"/>
                                          </p:val>
                                        </p:tav>
                                        <p:tav tm="46584">
                                          <p:val>
                                            <p:strVal val="#ppt_x-0.00168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78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445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56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582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0397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34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0298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83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027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429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119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32119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29936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23461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7646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12828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9072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6237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4122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2548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1375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0505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0135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598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92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254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1291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992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422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315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315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4262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4972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5105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4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015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1368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97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228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247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240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141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657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908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83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365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38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4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" dur="429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983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44343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57695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69021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77952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469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968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3373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6099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9581"/>
                                          </p:val>
                                        </p:tav>
                                        <p:tav tm="25621">
                                          <p:val>
                                            <p:strVal val="#ppt_w*1.01376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2221"/>
                                          </p:val>
                                        </p:tav>
                                        <p:tav tm="34161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429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9612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44007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57258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68498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7736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4049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9005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2666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5371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8827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0608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1447"/>
                                          </p:val>
                                        </p:tav>
                                        <p:tav tm="34161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429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7.04"/>
                                          </p:val>
                                        </p:tav>
                                        <p:tav tm="15528">
                                          <p:val>
                                            <p:fltVal val="167.04"/>
                                          </p:val>
                                        </p:tav>
                                        <p:tav tm="16304">
                                          <p:val>
                                            <p:fltVal val="179.82"/>
                                          </p:val>
                                        </p:tav>
                                        <p:tav tm="17081">
                                          <p:val>
                                            <p:fltVal val="218.11"/>
                                          </p:val>
                                        </p:tav>
                                        <p:tav tm="17857">
                                          <p:val>
                                            <p:fltVal val="253.36"/>
                                          </p:val>
                                        </p:tav>
                                        <p:tav tm="18634">
                                          <p:val>
                                            <p:fltVal val="283.26"/>
                                          </p:val>
                                        </p:tav>
                                        <p:tav tm="19410">
                                          <p:val>
                                            <p:fltVal val="306.84"/>
                                          </p:val>
                                        </p:tav>
                                        <p:tav tm="20186">
                                          <p:val>
                                            <p:fltVal val="324.63"/>
                                          </p:val>
                                        </p:tav>
                                        <p:tav tm="20963">
                                          <p:val>
                                            <p:fltVal val="337.82"/>
                                          </p:val>
                                        </p:tav>
                                        <p:tav tm="21739">
                                          <p:val>
                                            <p:fltVal val="347.56"/>
                                          </p:val>
                                        </p:tav>
                                        <p:tav tm="22516">
                                          <p:val>
                                            <p:fltVal val="354.76"/>
                                          </p:val>
                                        </p:tav>
                                        <p:tav tm="23292">
                                          <p:val>
                                            <p:fltVal val="360.06"/>
                                          </p:val>
                                        </p:tav>
                                        <p:tav tm="24068">
                                          <p:val>
                                            <p:fltVal val="363.95"/>
                                          </p:val>
                                        </p:tav>
                                        <p:tav tm="24845">
                                          <p:val>
                                            <p:fltVal val="366.74"/>
                                          </p:val>
                                        </p:tav>
                                        <p:tav tm="25621">
                                          <p:val>
                                            <p:fltVal val="368.69"/>
                                          </p:val>
                                        </p:tav>
                                        <p:tav tm="27174">
                                          <p:val>
                                            <p:fltVal val="370.69"/>
                                          </p:val>
                                        </p:tav>
                                        <p:tav tm="27950">
                                          <p:val>
                                            <p:fltVal val="370.98"/>
                                          </p:val>
                                        </p:tav>
                                        <p:tav tm="29503">
                                          <p:val>
                                            <p:fltVal val="370.55"/>
                                          </p:val>
                                        </p:tav>
                                        <p:tav tm="31056">
                                          <p:val>
                                            <p:fltVal val="369.12"/>
                                          </p:val>
                                        </p:tav>
                                        <p:tav tm="33385">
                                          <p:val>
                                            <p:fltVal val="365.68"/>
                                          </p:val>
                                        </p:tav>
                                        <p:tav tm="34161">
                                          <p:val>
                                            <p:fltVal val="365.04"/>
                                          </p:val>
                                        </p:tav>
                                        <p:tav tm="38043">
                                          <p:val>
                                            <p:fltVal val="365.04"/>
                                          </p:val>
                                        </p:tav>
                                        <p:tav tm="38820">
                                          <p:val>
                                            <p:fltVal val="364.13"/>
                                          </p:val>
                                        </p:tav>
                                        <p:tav tm="40373">
                                          <p:val>
                                            <p:fltVal val="360.92"/>
                                          </p:val>
                                        </p:tav>
                                        <p:tav tm="41149">
                                          <p:val>
                                            <p:fltVal val="359.95"/>
                                          </p:val>
                                        </p:tav>
                                        <p:tav tm="42702">
                                          <p:val>
                                            <p:fltVal val="358.93"/>
                                          </p:val>
                                        </p:tav>
                                        <p:tav tm="45807">
                                          <p:val>
                                            <p:fltVal val="358.23"/>
                                          </p:val>
                                        </p:tav>
                                        <p:tav tm="65217">
                                          <p:val>
                                            <p:fltVal val="358.04"/>
                                          </p:val>
                                        </p:tav>
                                        <p:tav tm="65994">
                                          <p:val>
                                            <p:fltVal val="364.1"/>
                                          </p:val>
                                        </p:tav>
                                        <p:tav tm="66770">
                                          <p:val>
                                            <p:fltVal val="364.89"/>
                                          </p:val>
                                        </p:tav>
                                        <p:tav tm="67547">
                                          <p:val>
                                            <p:fltVal val="365.03"/>
                                          </p:val>
                                        </p:tav>
                                        <p:tav tm="75311">
                                          <p:val>
                                            <p:fltVal val="364.94"/>
                                          </p:val>
                                        </p:tav>
                                        <p:tav tm="78416">
                                          <p:val>
                                            <p:fltVal val="363.9"/>
                                          </p:val>
                                        </p:tav>
                                        <p:tav tm="80745">
                                          <p:val>
                                            <p:fltVal val="362.11"/>
                                          </p:val>
                                        </p:tav>
                                        <p:tav tm="87733">
                                          <p:val>
                                            <p:fltVal val="362.04"/>
                                          </p:val>
                                        </p:tav>
                                        <p:tav tm="91615">
                                          <p:val>
                                            <p:fltVal val="360.35"/>
                                          </p:val>
                                        </p:tav>
                                        <p:tav tm="99379">
                                          <p:val>
                                            <p:fltVal val="360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1" dur="429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3638"/>
                                          </p:val>
                                        </p:tav>
                                        <p:tav tm="13199">
                                          <p:val>
                                            <p:strVal val="#ppt_x-1.33638"/>
                                          </p:val>
                                        </p:tav>
                                        <p:tav tm="13975">
                                          <p:val>
                                            <p:strVal val="#ppt_x-1.32946"/>
                                          </p:val>
                                        </p:tav>
                                        <p:tav tm="14752">
                                          <p:val>
                                            <p:strVal val="#ppt_x-1.31249"/>
                                          </p:val>
                                        </p:tav>
                                        <p:tav tm="15528">
                                          <p:val>
                                            <p:strVal val="#ppt_x-1.29692"/>
                                          </p:val>
                                        </p:tav>
                                        <p:tav tm="16304">
                                          <p:val>
                                            <p:strVal val="#ppt_x-1.28381"/>
                                          </p:val>
                                        </p:tav>
                                        <p:tav tm="17081">
                                          <p:val>
                                            <p:strVal val="#ppt_x-1.27356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26587"/>
                                          </p:val>
                                        </p:tav>
                                        <p:tav tm="18634">
                                          <p:val>
                                            <p:strVal val="#ppt_x-1.2602"/>
                                          </p:val>
                                        </p:tav>
                                        <p:tav tm="19410">
                                          <p:val>
                                            <p:strVal val="#ppt_x-1.25601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529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24899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4696"/>
                                          </p:val>
                                        </p:tav>
                                        <p:tav tm="24845">
                                          <p:val>
                                            <p:strVal val="#ppt_x-1.24612"/>
                                          </p:val>
                                        </p:tav>
                                        <p:tav tm="26398">
                                          <p:val>
                                            <p:strVal val="#ppt_x-1.24604"/>
                                          </p:val>
                                        </p:tav>
                                        <p:tav tm="31832">
                                          <p:val>
                                            <p:strVal val="#ppt_x-1.24861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861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45031">
                                          <p:val>
                                            <p:strVal val="#ppt_x-1.2504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052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4897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861"/>
                                          </p:val>
                                        </p:tav>
                                        <p:tav tm="76087">
                                          <p:val>
                                            <p:strVal val="#ppt_x-1.24866"/>
                                          </p:val>
                                        </p:tav>
                                        <p:tav tm="80745">
                                          <p:val>
                                            <p:strVal val="#ppt_x-1.2494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49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429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474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32474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29906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23632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17899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3077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9295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6448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4338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2778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1625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0774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0151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296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606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922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951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647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079"/>
                                          </p:val>
                                        </p:tav>
                                        <p:tav tm="31832">
                                          <p:val>
                                            <p:strVal val="#ppt_y-0.0001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1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157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69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79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4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86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952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49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77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9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87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629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173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466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45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807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213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73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399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0007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429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5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30913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45367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58599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69756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8516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5112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999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3606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6273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9677"/>
                                          </p:val>
                                        </p:tav>
                                        <p:tav tm="23292">
                                          <p:val>
                                            <p:strVal val="#ppt_w*1.01425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2221"/>
                                          </p:val>
                                        </p:tav>
                                        <p:tav tm="31832">
                                          <p:val>
                                            <p:strVal val="#ppt_w*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9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7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8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81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33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6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6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429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5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30913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45367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58599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69756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78516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5112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9998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360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6273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9677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1425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2221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71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44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015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5481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1004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2116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3682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92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2269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9456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27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56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429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91"/>
                                          </p:val>
                                        </p:tav>
                                        <p:tav tm="13199">
                                          <p:val>
                                            <p:fltVal val="-119.91"/>
                                          </p:val>
                                        </p:tav>
                                        <p:tav tm="13975">
                                          <p:val>
                                            <p:fltVal val="-138.44"/>
                                          </p:val>
                                        </p:tav>
                                        <p:tav tm="14752">
                                          <p:val>
                                            <p:fltVal val="-183.73"/>
                                          </p:val>
                                        </p:tav>
                                        <p:tav tm="15528">
                                          <p:val>
                                            <p:fltVal val="-225.19"/>
                                          </p:val>
                                        </p:tav>
                                        <p:tav tm="16304">
                                          <p:val>
                                            <p:fltVal val="-260.14"/>
                                          </p:val>
                                        </p:tav>
                                        <p:tav tm="17081">
                                          <p:val>
                                            <p:fltVal val="-287.59"/>
                                          </p:val>
                                        </p:tav>
                                        <p:tav tm="17857">
                                          <p:val>
                                            <p:fltVal val="-308.26"/>
                                          </p:val>
                                        </p:tav>
                                        <p:tav tm="18634">
                                          <p:val>
                                            <p:fltVal val="-323.57"/>
                                          </p:val>
                                        </p:tav>
                                        <p:tav tm="19410">
                                          <p:val>
                                            <p:fltVal val="-334.88"/>
                                          </p:val>
                                        </p:tav>
                                        <p:tav tm="20186">
                                          <p:val>
                                            <p:fltVal val="-343.23"/>
                                          </p:val>
                                        </p:tav>
                                        <p:tav tm="20963">
                                          <p:val>
                                            <p:fltVal val="-349.39"/>
                                          </p:val>
                                        </p:tav>
                                        <p:tav tm="21739">
                                          <p:val>
                                            <p:fltVal val="-353.9"/>
                                          </p:val>
                                        </p:tav>
                                        <p:tav tm="22516">
                                          <p:val>
                                            <p:fltVal val="-357.13"/>
                                          </p:val>
                                        </p:tav>
                                        <p:tav tm="23292">
                                          <p:val>
                                            <p:fltVal val="-359.37"/>
                                          </p:val>
                                        </p:tav>
                                        <p:tav tm="24068">
                                          <p:val>
                                            <p:fltVal val="-360.83"/>
                                          </p:val>
                                        </p:tav>
                                        <p:tav tm="24845">
                                          <p:val>
                                            <p:fltVal val="-361.66"/>
                                          </p:val>
                                        </p:tav>
                                        <p:tav tm="26398">
                                          <p:val>
                                            <p:fltVal val="-361.87"/>
                                          </p:val>
                                        </p:tav>
                                        <p:tav tm="28727">
                                          <p:val>
                                            <p:fltVal val="-359.67"/>
                                          </p:val>
                                        </p:tav>
                                        <p:tav tm="31056">
                                          <p:val>
                                            <p:fltVal val="-355.56"/>
                                          </p:val>
                                        </p:tav>
                                        <p:tav tm="31832">
                                          <p:val>
                                            <p:fltVal val="-354.91"/>
                                          </p:val>
                                        </p:tav>
                                        <p:tav tm="38043">
                                          <p:val>
                                            <p:fltVal val="-354.91"/>
                                          </p:val>
                                        </p:tav>
                                        <p:tav tm="38820">
                                          <p:val>
                                            <p:fltVal val="-355.82"/>
                                          </p:val>
                                        </p:tav>
                                        <p:tav tm="40373">
                                          <p:val>
                                            <p:fltVal val="-359.03"/>
                                          </p:val>
                                        </p:tav>
                                        <p:tav tm="41149">
                                          <p:val>
                                            <p:fltVal val="-360"/>
                                          </p:val>
                                        </p:tav>
                                        <p:tav tm="43478">
                                          <p:val>
                                            <p:fltVal val="-361.29"/>
                                          </p:val>
                                        </p:tav>
                                        <p:tav tm="48137">
                                          <p:val>
                                            <p:fltVal val="-361.87"/>
                                          </p:val>
                                        </p:tav>
                                        <p:tav tm="65217">
                                          <p:val>
                                            <p:fltVal val="-361.91"/>
                                          </p:val>
                                        </p:tav>
                                        <p:tav tm="65994">
                                          <p:val>
                                            <p:fltVal val="-355.84"/>
                                          </p:val>
                                        </p:tav>
                                        <p:tav tm="66770">
                                          <p:val>
                                            <p:fltVal val="-355.06"/>
                                          </p:val>
                                        </p:tav>
                                        <p:tav tm="73758">
                                          <p:val>
                                            <p:fltVal val="-354.91"/>
                                          </p:val>
                                        </p:tav>
                                        <p:tav tm="77640">
                                          <p:val>
                                            <p:fltVal val="-355.66"/>
                                          </p:val>
                                        </p:tav>
                                        <p:tav tm="80745">
                                          <p:val>
                                            <p:fltVal val="-357.83"/>
                                          </p:val>
                                        </p:tav>
                                        <p:tav tm="87733">
                                          <p:val>
                                            <p:fltVal val="-357.91"/>
                                          </p:val>
                                        </p:tav>
                                        <p:tav tm="91615">
                                          <p:val>
                                            <p:fltVal val="-359.6"/>
                                          </p:val>
                                        </p:tav>
                                        <p:tav tm="99379">
                                          <p:val>
                                            <p:fltVal val="-359.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9" dur="429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3743"/>
                                          </p:val>
                                        </p:tav>
                                        <p:tav tm="13199">
                                          <p:val>
                                            <p:strVal val="#ppt_x-1.33743"/>
                                          </p:val>
                                        </p:tav>
                                        <p:tav tm="13975">
                                          <p:val>
                                            <p:strVal val="#ppt_x-1.33054"/>
                                          </p:val>
                                        </p:tav>
                                        <p:tav tm="14752">
                                          <p:val>
                                            <p:strVal val="#ppt_x-1.31394"/>
                                          </p:val>
                                        </p:tav>
                                        <p:tav tm="15528">
                                          <p:val>
                                            <p:strVal val="#ppt_x-1.29893"/>
                                          </p:val>
                                        </p:tav>
                                        <p:tav tm="16304">
                                          <p:val>
                                            <p:strVal val="#ppt_x-1.28618"/>
                                          </p:val>
                                        </p:tav>
                                        <p:tav tm="17081">
                                          <p:val>
                                            <p:strVal val="#ppt_x-1.27596"/>
                                          </p:val>
                                        </p:tav>
                                        <p:tav tm="17857">
                                          <p:val>
                                            <p:strVal val="#ppt_x-1.26812"/>
                                          </p:val>
                                        </p:tav>
                                        <p:tav tm="18634">
                                          <p:val>
                                            <p:strVal val="#ppt_x-1.26222"/>
                                          </p:val>
                                        </p:tav>
                                        <p:tav tm="19410">
                                          <p:val>
                                            <p:strVal val="#ppt_x-1.25782"/>
                                          </p:val>
                                        </p:tav>
                                        <p:tav tm="20186">
                                          <p:val>
                                            <p:strVal val="#ppt_x-1.25455"/>
                                          </p:val>
                                        </p:tav>
                                        <p:tav tm="20963">
                                          <p:val>
                                            <p:strVal val="#ppt_x-1.2521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23292">
                                          <p:val>
                                            <p:strVal val="#ppt_x-1.24818"/>
                                          </p:val>
                                        </p:tav>
                                        <p:tav tm="24845">
                                          <p:val>
                                            <p:strVal val="#ppt_x-1.24728"/>
                                          </p:val>
                                        </p:tav>
                                        <p:tav tm="26398">
                                          <p:val>
                                            <p:strVal val="#ppt_x-1.2472"/>
                                          </p:val>
                                        </p:tav>
                                        <p:tav tm="31832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38043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41149">
                                          <p:val>
                                            <p:strVal val="#ppt_x-1.25121"/>
                                          </p:val>
                                        </p:tav>
                                        <p:tav tm="45031">
                                          <p:val>
                                            <p:strVal val="#ppt_x-1.25161"/>
                                          </p:val>
                                        </p:tav>
                                        <p:tav tm="65217">
                                          <p:val>
                                            <p:strVal val="#ppt_x-1.25168"/>
                                          </p:val>
                                        </p:tav>
                                        <p:tav tm="65994">
                                          <p:val>
                                            <p:strVal val="#ppt_x-1.25027"/>
                                          </p:val>
                                        </p:tav>
                                        <p:tav tm="67547">
                                          <p:val>
                                            <p:strVal val="#ppt_x-1.24995"/>
                                          </p:val>
                                        </p:tav>
                                        <p:tav tm="99379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429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6428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36428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33888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27665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21913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7007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13131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10211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8054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646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5296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443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3809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03359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3048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2731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2702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3007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3578"/>
                                          </p:val>
                                        </p:tav>
                                        <p:tav tm="31832">
                                          <p:val>
                                            <p:strVal val="#ppt_y-0.03668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3649"/>
                                          </p:val>
                                        </p:tav>
                                        <p:tav tm="65994">
                                          <p:val>
                                            <p:strVal val="#ppt_y-0.00534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0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1113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3498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457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511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5395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556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5495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525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4795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4091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308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1705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9851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737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4055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3664"/>
                                          </p:val>
                                        </p:tav>
                                        <p:tav tm="99379">
                                          <p:val>
                                            <p:strVal val="#ppt_y-0.036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29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2388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27683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40627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52475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62466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0311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7621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0593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83825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6212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89261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90826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1539"/>
                                          </p:val>
                                        </p:tav>
                                        <p:tav tm="31832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0.98469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028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861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831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8183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0804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8064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81703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84902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8925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429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9606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36609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53727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69396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82608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92983"/>
                                          </p:val>
                                        </p:tav>
                                        <p:tav tm="17857">
                                          <p:val>
                                            <p:strVal val="#ppt_h*1.00794"/>
                                          </p:val>
                                        </p:tav>
                                        <p:tav tm="18634">
                                          <p:val>
                                            <p:strVal val="#ppt_h*1.0658"/>
                                          </p:val>
                                        </p:tav>
                                        <p:tav tm="19410">
                                          <p:val>
                                            <p:strVal val="#ppt_h*1.10854"/>
                                          </p:val>
                                        </p:tav>
                                        <p:tav tm="20186">
                                          <p:val>
                                            <p:strVal val="#ppt_h*1.1401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1.18043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20113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21056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1.0269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9949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24917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30326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32774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34629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34913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32956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2962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2703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23584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18967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4293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4.85"/>
                                          </p:val>
                                        </p:tav>
                                        <p:tav tm="13199">
                                          <p:val>
                                            <p:fltVal val="-124.85"/>
                                          </p:val>
                                        </p:tav>
                                        <p:tav tm="13975">
                                          <p:val>
                                            <p:fltVal val="-143.38"/>
                                          </p:val>
                                        </p:tav>
                                        <p:tav tm="14752">
                                          <p:val>
                                            <p:fltVal val="-188.67"/>
                                          </p:val>
                                        </p:tav>
                                        <p:tav tm="15528">
                                          <p:val>
                                            <p:fltVal val="-230.13"/>
                                          </p:val>
                                        </p:tav>
                                        <p:tav tm="16304">
                                          <p:val>
                                            <p:fltVal val="-265.09"/>
                                          </p:val>
                                        </p:tav>
                                        <p:tav tm="17081">
                                          <p:val>
                                            <p:fltVal val="-292.54"/>
                                          </p:val>
                                        </p:tav>
                                        <p:tav tm="17857">
                                          <p:val>
                                            <p:fltVal val="-313.2"/>
                                          </p:val>
                                        </p:tav>
                                        <p:tav tm="18634">
                                          <p:val>
                                            <p:fltVal val="-328.51"/>
                                          </p:val>
                                        </p:tav>
                                        <p:tav tm="19410">
                                          <p:val>
                                            <p:fltVal val="-339.82"/>
                                          </p:val>
                                        </p:tav>
                                        <p:tav tm="20186">
                                          <p:val>
                                            <p:fltVal val="-348.17"/>
                                          </p:val>
                                        </p:tav>
                                        <p:tav tm="20963">
                                          <p:val>
                                            <p:fltVal val="-354.34"/>
                                          </p:val>
                                        </p:tav>
                                        <p:tav tm="21739">
                                          <p:val>
                                            <p:fltVal val="-358.84"/>
                                          </p:val>
                                        </p:tav>
                                        <p:tav tm="22516">
                                          <p:val>
                                            <p:fltVal val="-362.08"/>
                                          </p:val>
                                        </p:tav>
                                        <p:tav tm="23292">
                                          <p:val>
                                            <p:fltVal val="-364.32"/>
                                          </p:val>
                                        </p:tav>
                                        <p:tav tm="24068">
                                          <p:val>
                                            <p:fltVal val="-365.78"/>
                                          </p:val>
                                        </p:tav>
                                        <p:tav tm="24845">
                                          <p:val>
                                            <p:fltVal val="-366.6"/>
                                          </p:val>
                                        </p:tav>
                                        <p:tav tm="26398">
                                          <p:val>
                                            <p:fltVal val="-366.81"/>
                                          </p:val>
                                        </p:tav>
                                        <p:tav tm="28727">
                                          <p:val>
                                            <p:fltVal val="-364.62"/>
                                          </p:val>
                                        </p:tav>
                                        <p:tav tm="31056">
                                          <p:val>
                                            <p:fltVal val="-360.5"/>
                                          </p:val>
                                        </p:tav>
                                        <p:tav tm="31832">
                                          <p:val>
                                            <p:fltVal val="-359.85"/>
                                          </p:val>
                                        </p:tav>
                                        <p:tav tm="38043">
                                          <p:val>
                                            <p:fltVal val="-359.85"/>
                                          </p:val>
                                        </p:tav>
                                        <p:tav tm="38820">
                                          <p:val>
                                            <p:fltVal val="-360.76"/>
                                          </p:val>
                                        </p:tav>
                                        <p:tav tm="40373">
                                          <p:val>
                                            <p:fltVal val="-363.97"/>
                                          </p:val>
                                        </p:tav>
                                        <p:tav tm="41149">
                                          <p:val>
                                            <p:fltVal val="-364.94"/>
                                          </p:val>
                                        </p:tav>
                                        <p:tav tm="43478">
                                          <p:val>
                                            <p:fltVal val="-366.24"/>
                                          </p:val>
                                        </p:tav>
                                        <p:tav tm="48137">
                                          <p:val>
                                            <p:fltVal val="-366.82"/>
                                          </p:val>
                                        </p:tav>
                                        <p:tav tm="65217">
                                          <p:val>
                                            <p:fltVal val="-366.85"/>
                                          </p:val>
                                        </p:tav>
                                        <p:tav tm="65994">
                                          <p:val>
                                            <p:fltVal val="-360.79"/>
                                          </p:val>
                                        </p:tav>
                                        <p:tav tm="66770">
                                          <p:val>
                                            <p:fltVal val="-360"/>
                                          </p:val>
                                        </p:tav>
                                        <p:tav tm="73758">
                                          <p:val>
                                            <p:fltVal val="-359.85"/>
                                          </p:val>
                                        </p:tav>
                                        <p:tav tm="77640">
                                          <p:val>
                                            <p:fltVal val="-360.61"/>
                                          </p:val>
                                        </p:tav>
                                        <p:tav tm="80745">
                                          <p:val>
                                            <p:fltVal val="-362.78"/>
                                          </p:val>
                                        </p:tav>
                                        <p:tav tm="87733">
                                          <p:val>
                                            <p:fltVal val="-362.85"/>
                                          </p:val>
                                        </p:tav>
                                        <p:tav tm="91615">
                                          <p:val>
                                            <p:fltVal val="-364.55"/>
                                          </p:val>
                                        </p:tav>
                                        <p:tav tm="99379">
                                          <p:val>
                                            <p:fltVal val="-36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290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6" dur="429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8575"/>
                                          </p:val>
                                        </p:tav>
                                        <p:tav tm="13199">
                                          <p:val>
                                            <p:strVal val="#ppt_x-0.08575"/>
                                          </p:val>
                                        </p:tav>
                                        <p:tav tm="13975">
                                          <p:val>
                                            <p:strVal val="#ppt_x-0.07882"/>
                                          </p:val>
                                        </p:tav>
                                        <p:tav tm="14752">
                                          <p:val>
                                            <p:strVal val="#ppt_x-0.06218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4726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3468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2462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1688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1103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0665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0338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0096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0082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299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39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398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122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02"/>
                                          </p:val>
                                        </p:tav>
                                        <p:tav tm="45031">
                                          <p:val>
                                            <p:strVal val="#ppt_x-0.0004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049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086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112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126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429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32678"/>
                                          </p:val>
                                        </p:tav>
                                        <p:tav tm="13199">
                                          <p:val>
                                            <p:strVal val="#ppt_y-0.32678"/>
                                          </p:val>
                                        </p:tav>
                                        <p:tav tm="13975">
                                          <p:val>
                                            <p:strVal val="#ppt_y-0.30142"/>
                                          </p:val>
                                        </p:tav>
                                        <p:tav tm="14752">
                                          <p:val>
                                            <p:strVal val="#ppt_y-0.23943"/>
                                          </p:val>
                                        </p:tav>
                                        <p:tav tm="15528">
                                          <p:val>
                                            <p:strVal val="#ppt_y-0.18217"/>
                                          </p:val>
                                        </p:tav>
                                        <p:tav tm="16304">
                                          <p:val>
                                            <p:strVal val="#ppt_y-0.13321"/>
                                          </p:val>
                                        </p:tav>
                                        <p:tav tm="17081">
                                          <p:val>
                                            <p:strVal val="#ppt_y-0.09437"/>
                                          </p:val>
                                        </p:tav>
                                        <p:tav tm="17857">
                                          <p:val>
                                            <p:strVal val="#ppt_y-0.06501"/>
                                          </p:val>
                                        </p:tav>
                                        <p:tav tm="18634">
                                          <p:val>
                                            <p:strVal val="#ppt_y-0.04327"/>
                                          </p:val>
                                        </p:tav>
                                        <p:tav tm="19410">
                                          <p:val>
                                            <p:strVal val="#ppt_y-0.02725"/>
                                          </p:val>
                                        </p:tav>
                                        <p:tav tm="20186">
                                          <p:val>
                                            <p:strVal val="#ppt_y-0.01544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00676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00042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412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726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046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1075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768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27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23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764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864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7343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09727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0806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134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162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178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1723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147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102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032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0931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793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607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3604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81522">
                                          <p:val>
                                            <p:strVal val="#ppt_y+0.00107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29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4999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30911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45365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58595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69751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8511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5107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9992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3601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6267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9671"/>
                                          </p:val>
                                        </p:tav>
                                        <p:tav tm="23292">
                                          <p:val>
                                            <p:strVal val="#ppt_w*1.01419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2215"/>
                                          </p:val>
                                        </p:tav>
                                        <p:tav tm="3183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953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1662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1982"/>
                                          </p:val>
                                        </p:tav>
                                        <p:tav tm="69099">
                                          <p:val>
                                            <p:strVal val="#ppt_w*0.96241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2892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1376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228"/>
                                          </p:val>
                                        </p:tav>
                                        <p:tav tm="74534">
                                          <p:val>
                                            <p:strVal val="#ppt_w*0.9005"/>
                                          </p:val>
                                        </p:tav>
                                        <p:tav tm="76863">
                                          <p:val>
                                            <p:strVal val="#ppt_w*0.912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80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68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4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429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4809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30677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45021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58152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69223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77917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4462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9311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289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5538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8916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065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1441"/>
                                          </p:val>
                                        </p:tav>
                                        <p:tav tm="3183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05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3797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3374"/>
                                          </p:val>
                                        </p:tav>
                                        <p:tav tm="69099">
                                          <p:val>
                                            <p:strVal val="#ppt_h*1.04676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9209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1261"/>
                                          </p:val>
                                        </p:tav>
                                        <p:tav tm="72205">
                                          <p:val>
                                            <p:strVal val="#ppt_h*1.12814"/>
                                          </p:val>
                                        </p:tav>
                                        <p:tav tm="74534">
                                          <p:val>
                                            <p:strVal val="#ppt_h*1.13052"/>
                                          </p:val>
                                        </p:tav>
                                        <p:tav tm="76863">
                                          <p:val>
                                            <p:strVal val="#ppt_h*1.11412"/>
                                          </p:val>
                                        </p:tav>
                                        <p:tav tm="78416">
                                          <p:val>
                                            <p:strVal val="#ppt_h*1.08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451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59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91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429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9.96"/>
                                          </p:val>
                                        </p:tav>
                                        <p:tav tm="13199">
                                          <p:val>
                                            <p:fltVal val="-119.96"/>
                                          </p:val>
                                        </p:tav>
                                        <p:tav tm="13975">
                                          <p:val>
                                            <p:fltVal val="-138.49"/>
                                          </p:val>
                                        </p:tav>
                                        <p:tav tm="14752">
                                          <p:val>
                                            <p:fltVal val="-183.78"/>
                                          </p:val>
                                        </p:tav>
                                        <p:tav tm="15528">
                                          <p:val>
                                            <p:fltVal val="-225.24"/>
                                          </p:val>
                                        </p:tav>
                                        <p:tav tm="16304">
                                          <p:val>
                                            <p:fltVal val="-260.2"/>
                                          </p:val>
                                        </p:tav>
                                        <p:tav tm="17081">
                                          <p:val>
                                            <p:fltVal val="-287.64"/>
                                          </p:val>
                                        </p:tav>
                                        <p:tav tm="17857">
                                          <p:val>
                                            <p:fltVal val="-308.31"/>
                                          </p:val>
                                        </p:tav>
                                        <p:tav tm="18634">
                                          <p:val>
                                            <p:fltVal val="-323.62"/>
                                          </p:val>
                                        </p:tav>
                                        <p:tav tm="19410">
                                          <p:val>
                                            <p:fltVal val="-334.93"/>
                                          </p:val>
                                        </p:tav>
                                        <p:tav tm="20186">
                                          <p:val>
                                            <p:fltVal val="-343.28"/>
                                          </p:val>
                                        </p:tav>
                                        <p:tav tm="20963">
                                          <p:val>
                                            <p:fltVal val="-349.44"/>
                                          </p:val>
                                        </p:tav>
                                        <p:tav tm="21739">
                                          <p:val>
                                            <p:fltVal val="-353.95"/>
                                          </p:val>
                                        </p:tav>
                                        <p:tav tm="22516">
                                          <p:val>
                                            <p:fltVal val="-357.18"/>
                                          </p:val>
                                        </p:tav>
                                        <p:tav tm="23292">
                                          <p:val>
                                            <p:fltVal val="-359.43"/>
                                          </p:val>
                                        </p:tav>
                                        <p:tav tm="24068">
                                          <p:val>
                                            <p:fltVal val="-360.88"/>
                                          </p:val>
                                        </p:tav>
                                        <p:tav tm="24845">
                                          <p:val>
                                            <p:fltVal val="-361.71"/>
                                          </p:val>
                                        </p:tav>
                                        <p:tav tm="26398">
                                          <p:val>
                                            <p:fltVal val="-361.92"/>
                                          </p:val>
                                        </p:tav>
                                        <p:tav tm="28727">
                                          <p:val>
                                            <p:fltVal val="-359.72"/>
                                          </p:val>
                                        </p:tav>
                                        <p:tav tm="31056">
                                          <p:val>
                                            <p:fltVal val="-355.61"/>
                                          </p:val>
                                        </p:tav>
                                        <p:tav tm="31832">
                                          <p:val>
                                            <p:fltVal val="-354.96"/>
                                          </p:val>
                                        </p:tav>
                                        <p:tav tm="38043">
                                          <p:val>
                                            <p:fltVal val="-354.96"/>
                                          </p:val>
                                        </p:tav>
                                        <p:tav tm="38820">
                                          <p:val>
                                            <p:fltVal val="-355.87"/>
                                          </p:val>
                                        </p:tav>
                                        <p:tav tm="40373">
                                          <p:val>
                                            <p:fltVal val="-359.08"/>
                                          </p:val>
                                        </p:tav>
                                        <p:tav tm="41149">
                                          <p:val>
                                            <p:fltVal val="-360.05"/>
                                          </p:val>
                                        </p:tav>
                                        <p:tav tm="43478">
                                          <p:val>
                                            <p:fltVal val="-361.35"/>
                                          </p:val>
                                        </p:tav>
                                        <p:tav tm="48137">
                                          <p:val>
                                            <p:fltVal val="-361.92"/>
                                          </p:val>
                                        </p:tav>
                                        <p:tav tm="65217">
                                          <p:val>
                                            <p:fltVal val="-361.96"/>
                                          </p:val>
                                        </p:tav>
                                        <p:tav tm="65994">
                                          <p:val>
                                            <p:fltVal val="-355.9"/>
                                          </p:val>
                                        </p:tav>
                                        <p:tav tm="66770">
                                          <p:val>
                                            <p:fltVal val="-355.11"/>
                                          </p:val>
                                        </p:tav>
                                        <p:tav tm="73758">
                                          <p:val>
                                            <p:fltVal val="-354.96"/>
                                          </p:val>
                                        </p:tav>
                                        <p:tav tm="77640">
                                          <p:val>
                                            <p:fltVal val="-355.71"/>
                                          </p:val>
                                        </p:tav>
                                        <p:tav tm="80745">
                                          <p:val>
                                            <p:fltVal val="-357.89"/>
                                          </p:val>
                                        </p:tav>
                                        <p:tav tm="87733">
                                          <p:val>
                                            <p:fltVal val="-357.96"/>
                                          </p:val>
                                        </p:tav>
                                        <p:tav tm="91615">
                                          <p:val>
                                            <p:fltVal val="-359.65"/>
                                          </p:val>
                                        </p:tav>
                                        <p:tav tm="99379">
                                          <p:val>
                                            <p:fltVal val="-359.9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3" dur="429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6592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16592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13779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10709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7986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5755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4038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2758"/>
                                          </p:val>
                                        </p:tav>
                                        <p:tav tm="28727">
                                          <p:val>
                                            <p:strVal val="#ppt_x-0.01813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1117"/>
                                          </p:val>
                                        </p:tav>
                                        <p:tav tm="30280">
                                          <p:val>
                                            <p:strVal val="#ppt_x-0.00603"/>
                                          </p:val>
                                        </p:tav>
                                        <p:tav tm="31056">
                                          <p:val>
                                            <p:strVal val="#ppt_x-0.00227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239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37"/>
                                          </p:val>
                                        </p:tav>
                                        <p:tav tm="34938">
                                          <p:val>
                                            <p:strVal val="#ppt_x+0.00491"/>
                                          </p:val>
                                        </p:tav>
                                        <p:tav tm="37267">
                                          <p:val>
                                            <p:strVal val="#ppt_x+0.00436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276"/>
                                          </p:val>
                                        </p:tav>
                                        <p:tav tm="41149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492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0567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0673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111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0201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325"/>
                                          </p:val>
                                        </p:tav>
                                        <p:tav tm="87733">
                                          <p:val>
                                            <p:strVal val="#ppt_x-0.00333"/>
                                          </p:val>
                                        </p:tav>
                                        <p:tav tm="88509">
                                          <p:val>
                                            <p:strVal val="#ppt_x-0.00509"/>
                                          </p:val>
                                        </p:tav>
                                        <p:tav tm="89286">
                                          <p:val>
                                            <p:strVal val="#ppt_x-0.00591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023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95497">
                                          <p:val>
                                            <p:strVal val="#ppt_x-0.00028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429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455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14556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12042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9337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6974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5044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3544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2413"/>
                                          </p:val>
                                        </p:tav>
                                        <p:tav tm="28727">
                                          <p:val>
                                            <p:strVal val="#ppt_y-0.01569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942"/>
                                          </p:val>
                                        </p:tav>
                                        <p:tav tm="30280">
                                          <p:val>
                                            <p:strVal val="#ppt_y-0.00477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33385">
                                          <p:val>
                                            <p:strVal val="#ppt_y+0.00411"/>
                                          </p:val>
                                        </p:tav>
                                        <p:tav tm="34938">
                                          <p:val>
                                            <p:strVal val="#ppt_y+0.00522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0511"/>
                                          </p:val>
                                        </p:tav>
                                        <p:tav tm="39596">
                                          <p:val>
                                            <p:strVal val="#ppt_y+0.00283"/>
                                          </p:val>
                                        </p:tav>
                                        <p:tav tm="41149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038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368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765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839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275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669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1193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232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882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3167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337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27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30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60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93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966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964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786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549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2316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1942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1942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01603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0894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0381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93944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429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6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24996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3783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51827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64157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7418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1865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87593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1826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4953"/>
                                          </p:val>
                                        </p:tav>
                                        <p:tav tm="31056">
                                          <p:val>
                                            <p:strVal val="#ppt_w*0.98961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1658"/>
                                          </p:val>
                                        </p:tav>
                                        <p:tav tm="36491">
                                          <p:val>
                                            <p:strVal val="#ppt_w*1.02149"/>
                                          </p:val>
                                        </p:tav>
                                        <p:tav tm="41149">
                                          <p:val>
                                            <p:strVal val="#ppt_w*0.9998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8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4075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404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34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3622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7935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96547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7167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8054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85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8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429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1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24811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37551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51444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63683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73631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8126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86945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1147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4251"/>
                                          </p:val>
                                        </p:tav>
                                        <p:tav tm="31056">
                                          <p:val>
                                            <p:strVal val="#ppt_h*0.98229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00906"/>
                                          </p:val>
                                        </p:tav>
                                        <p:tav tm="36491">
                                          <p:val>
                                            <p:strVal val="#ppt_h*1.01394"/>
                                          </p:val>
                                        </p:tav>
                                        <p:tav tm="41149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9091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991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9736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67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722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2199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03897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05312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05338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044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2922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505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4293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7.94"/>
                                          </p:val>
                                        </p:tav>
                                        <p:tav tm="23292">
                                          <p:val>
                                            <p:fltVal val="87.94"/>
                                          </p:val>
                                        </p:tav>
                                        <p:tav tm="24068">
                                          <p:val>
                                            <p:fltVal val="134.49"/>
                                          </p:val>
                                        </p:tav>
                                        <p:tav tm="24845">
                                          <p:val>
                                            <p:fltVal val="185.26"/>
                                          </p:val>
                                        </p:tav>
                                        <p:tav tm="25621">
                                          <p:val>
                                            <p:fltVal val="229.98"/>
                                          </p:val>
                                        </p:tav>
                                        <p:tav tm="26398">
                                          <p:val>
                                            <p:fltVal val="266.34"/>
                                          </p:val>
                                        </p:tav>
                                        <p:tav tm="27174">
                                          <p:val>
                                            <p:fltVal val="294.21"/>
                                          </p:val>
                                        </p:tav>
                                        <p:tav tm="27950">
                                          <p:val>
                                            <p:fltVal val="314.99"/>
                                          </p:val>
                                        </p:tav>
                                        <p:tav tm="28727">
                                          <p:val>
                                            <p:fltVal val="330.34"/>
                                          </p:val>
                                        </p:tav>
                                        <p:tav tm="29503">
                                          <p:val>
                                            <p:fltVal val="341.69"/>
                                          </p:val>
                                        </p:tav>
                                        <p:tav tm="30280">
                                          <p:val>
                                            <p:fltVal val="350.06"/>
                                          </p:val>
                                        </p:tav>
                                        <p:tav tm="31056">
                                          <p:val>
                                            <p:fltVal val="356.22"/>
                                          </p:val>
                                        </p:tav>
                                        <p:tav tm="31832">
                                          <p:val>
                                            <p:fltVal val="360.7"/>
                                          </p:val>
                                        </p:tav>
                                        <p:tav tm="32609">
                                          <p:val>
                                            <p:fltVal val="363.86"/>
                                          </p:val>
                                        </p:tav>
                                        <p:tav tm="33385">
                                          <p:val>
                                            <p:fltVal val="366.01"/>
                                          </p:val>
                                        </p:tav>
                                        <p:tav tm="34161">
                                          <p:val>
                                            <p:fltVal val="367.33"/>
                                          </p:val>
                                        </p:tav>
                                        <p:tav tm="34938">
                                          <p:val>
                                            <p:fltVal val="367.99"/>
                                          </p:val>
                                        </p:tav>
                                        <p:tav tm="36491">
                                          <p:val>
                                            <p:fltVal val="367.79"/>
                                          </p:val>
                                        </p:tav>
                                        <p:tav tm="38043">
                                          <p:val>
                                            <p:fltVal val="366.09"/>
                                          </p:val>
                                        </p:tav>
                                        <p:tav tm="38820">
                                          <p:val>
                                            <p:fltVal val="366.37"/>
                                          </p:val>
                                        </p:tav>
                                        <p:tav tm="39596">
                                          <p:val>
                                            <p:fltVal val="367.92"/>
                                          </p:val>
                                        </p:tav>
                                        <p:tav tm="40373">
                                          <p:val>
                                            <p:fltVal val="368.71"/>
                                          </p:val>
                                        </p:tav>
                                        <p:tav tm="41149">
                                          <p:val>
                                            <p:fltVal val="368.67"/>
                                          </p:val>
                                        </p:tav>
                                        <p:tav tm="42702">
                                          <p:val>
                                            <p:fltVal val="370.42"/>
                                          </p:val>
                                        </p:tav>
                                        <p:tav tm="45807">
                                          <p:val>
                                            <p:fltVal val="371.61"/>
                                          </p:val>
                                        </p:tav>
                                        <p:tav tm="65217">
                                          <p:val>
                                            <p:fltVal val="371.94"/>
                                          </p:val>
                                        </p:tav>
                                        <p:tav tm="65994">
                                          <p:val>
                                            <p:fltVal val="377.84"/>
                                          </p:val>
                                        </p:tav>
                                        <p:tav tm="66770">
                                          <p:val>
                                            <p:fltVal val="378.63"/>
                                          </p:val>
                                        </p:tav>
                                        <p:tav tm="67547">
                                          <p:val>
                                            <p:fltVal val="378.77"/>
                                          </p:val>
                                        </p:tav>
                                        <p:tav tm="68323">
                                          <p:val>
                                            <p:fltVal val="426.18"/>
                                          </p:val>
                                        </p:tav>
                                        <p:tav tm="69099">
                                          <p:val>
                                            <p:fltVal val="466.93"/>
                                          </p:val>
                                        </p:tav>
                                        <p:tav tm="69876">
                                          <p:val>
                                            <p:fltVal val="481.83"/>
                                          </p:val>
                                        </p:tav>
                                        <p:tav tm="70652">
                                          <p:val>
                                            <p:fltVal val="488.89"/>
                                          </p:val>
                                        </p:tav>
                                        <p:tav tm="71429">
                                          <p:val>
                                            <p:fltVal val="492.61"/>
                                          </p:val>
                                        </p:tav>
                                        <p:tav tm="72205">
                                          <p:val>
                                            <p:fltVal val="494.56"/>
                                          </p:val>
                                        </p:tav>
                                        <p:tav tm="72981">
                                          <p:val>
                                            <p:fltVal val="495.48"/>
                                          </p:val>
                                        </p:tav>
                                        <p:tav tm="76087">
                                          <p:val>
                                            <p:fltVal val="496.17"/>
                                          </p:val>
                                        </p:tav>
                                        <p:tav tm="78416">
                                          <p:val>
                                            <p:fltVal val="497.81"/>
                                          </p:val>
                                        </p:tav>
                                        <p:tav tm="79969">
                                          <p:val>
                                            <p:fltVal val="500.06"/>
                                          </p:val>
                                        </p:tav>
                                        <p:tav tm="80745">
                                          <p:val>
                                            <p:fltVal val="501.74"/>
                                          </p:val>
                                        </p:tav>
                                        <p:tav tm="87733">
                                          <p:val>
                                            <p:fltVal val="501.94"/>
                                          </p:val>
                                        </p:tav>
                                        <p:tav tm="88509">
                                          <p:val>
                                            <p:fltVal val="478.01"/>
                                          </p:val>
                                        </p:tav>
                                        <p:tav tm="89286">
                                          <p:val>
                                            <p:fltVal val="439.96"/>
                                          </p:val>
                                        </p:tav>
                                        <p:tav tm="90062">
                                          <p:val>
                                            <p:fltVal val="411.14"/>
                                          </p:val>
                                        </p:tav>
                                        <p:tav tm="90839">
                                          <p:val>
                                            <p:fltVal val="392.98"/>
                                          </p:val>
                                        </p:tav>
                                        <p:tav tm="91615">
                                          <p:val>
                                            <p:fltVal val="381.78"/>
                                          </p:val>
                                        </p:tav>
                                        <p:tav tm="92391">
                                          <p:val>
                                            <p:fltVal val="374.57"/>
                                          </p:val>
                                        </p:tav>
                                        <p:tav tm="93168">
                                          <p:val>
                                            <p:fltVal val="369.73"/>
                                          </p:val>
                                        </p:tav>
                                        <p:tav tm="93944">
                                          <p:val>
                                            <p:fltVal val="366.41"/>
                                          </p:val>
                                        </p:tav>
                                        <p:tav tm="94720">
                                          <p:val>
                                            <p:fltVal val="364.09"/>
                                          </p:val>
                                        </p:tav>
                                        <p:tav tm="95497">
                                          <p:val>
                                            <p:fltVal val="362.48"/>
                                          </p:val>
                                        </p:tav>
                                        <p:tav tm="97050">
                                          <p:val>
                                            <p:fltVal val="360.65"/>
                                          </p:val>
                                        </p:tav>
                                        <p:tav tm="99379">
                                          <p:val>
                                            <p:fltVal val="359.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0" dur="429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7501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17501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11021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8176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5876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4117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2808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1842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1128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601"/>
                                          </p:val>
                                        </p:tav>
                                        <p:tav tm="28727">
                                          <p:val>
                                            <p:strVal val="#ppt_x-0.00214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066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264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0479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519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.00502"/>
                                          </p:val>
                                        </p:tav>
                                        <p:tav tm="36491">
                                          <p:val>
                                            <p:strVal val="#ppt_x+0.00307"/>
                                          </p:val>
                                        </p:tav>
                                        <p:tav tm="40373">
                                          <p:val>
                                            <p:strVal val="#ppt_x-0.00263"/>
                                          </p:val>
                                        </p:tav>
                                        <p:tav tm="43478">
                                          <p:val>
                                            <p:strVal val="#ppt_x-0.00405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442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1168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1295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1319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2016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1072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0812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0675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604"/>
                                          </p:val>
                                        </p:tav>
                                        <p:tav tm="73758">
                                          <p:val>
                                            <p:strVal val="#ppt_x-0.00561"/>
                                          </p:val>
                                        </p:tav>
                                        <p:tav tm="77640">
                                          <p:val>
                                            <p:strVal val="#ppt_x-0.0063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072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0881"/>
                                          </p:val>
                                        </p:tav>
                                        <p:tav tm="87733">
                                          <p:val>
                                            <p:strVal val="#ppt_x-0.00892"/>
                                          </p:val>
                                        </p:tav>
                                        <p:tav tm="88509">
                                          <p:val>
                                            <p:strVal val="#ppt_x-0.01543"/>
                                          </p:val>
                                        </p:tav>
                                        <p:tav tm="89286">
                                          <p:val>
                                            <p:strVal val="#ppt_x-0.0192"/>
                                          </p:val>
                                        </p:tav>
                                        <p:tav tm="90062">
                                          <p:val>
                                            <p:strVal val="#ppt_x-0.01588"/>
                                          </p:val>
                                        </p:tav>
                                        <p:tav tm="90839">
                                          <p:val>
                                            <p:strVal val="#ppt_x-0.01135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0784"/>
                                          </p:val>
                                        </p:tav>
                                        <p:tav tm="92391">
                                          <p:val>
                                            <p:strVal val="#ppt_x-0.00536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0363"/>
                                          </p:val>
                                        </p:tav>
                                        <p:tav tm="93944">
                                          <p:val>
                                            <p:strVal val="#ppt_x-0.00241"/>
                                          </p:val>
                                        </p:tav>
                                        <p:tav tm="95497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429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1821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1821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0909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492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0174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38820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45031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0122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165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1955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012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485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272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60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7511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822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8577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1874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8789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872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8482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803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734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6348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4987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315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0718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7445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706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706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0596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3539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1715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0803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383"/>
                                          </p:val>
                                        </p:tav>
                                        <p:tav tm="92391">
                                          <p:val>
                                            <p:strVal val="#ppt_y-0.00181"/>
                                          </p:val>
                                        </p:tav>
                                        <p:tav tm="93944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429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96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4996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52791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64968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74814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2342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7946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2087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5146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9065"/>
                                          </p:val>
                                        </p:tav>
                                        <p:tav tm="30280">
                                          <p:val>
                                            <p:strVal val="#ppt_w*1.01119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2236"/>
                                          </p:val>
                                        </p:tav>
                                        <p:tav tm="38820">
                                          <p:val>
                                            <p:strVal val="#ppt_w*0.99985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85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4075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404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349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3622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7935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96547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7167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8054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854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85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429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11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24811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524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64488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74261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81733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729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1406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4442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8332"/>
                                          </p:val>
                                        </p:tav>
                                        <p:tav tm="30280">
                                          <p:val>
                                            <p:strVal val="#ppt_h*1.00371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0148"/>
                                          </p:val>
                                        </p:tav>
                                        <p:tav tm="38820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90914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991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9736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67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722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2199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03897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05312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05338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0446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2922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505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4293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8.94"/>
                                          </p:val>
                                        </p:tav>
                                        <p:tav tm="20963">
                                          <p:val>
                                            <p:fltVal val="148.94"/>
                                          </p:val>
                                        </p:tav>
                                        <p:tav tm="22516">
                                          <p:val>
                                            <p:fltVal val="93.71"/>
                                          </p:val>
                                        </p:tav>
                                        <p:tav tm="23292">
                                          <p:val>
                                            <p:fltVal val="69.52"/>
                                          </p:val>
                                        </p:tav>
                                        <p:tav tm="24068">
                                          <p:val>
                                            <p:fltVal val="49.95"/>
                                          </p:val>
                                        </p:tav>
                                        <p:tav tm="24845">
                                          <p:val>
                                            <p:fltVal val="34.99"/>
                                          </p:val>
                                        </p:tav>
                                        <p:tav tm="25621">
                                          <p:val>
                                            <p:fltVal val="23.86"/>
                                          </p:val>
                                        </p:tav>
                                        <p:tav tm="26398">
                                          <p:val>
                                            <p:fltVal val="15.63"/>
                                          </p:val>
                                        </p:tav>
                                        <p:tav tm="27174">
                                          <p:val>
                                            <p:fltVal val="9.55"/>
                                          </p:val>
                                        </p:tav>
                                        <p:tav tm="27950">
                                          <p:val>
                                            <p:fltVal val="5.07"/>
                                          </p:val>
                                        </p:tav>
                                        <p:tav tm="28727">
                                          <p:val>
                                            <p:fltVal val="1.77"/>
                                          </p:val>
                                        </p:tav>
                                        <p:tav tm="29503">
                                          <p:val>
                                            <p:fltVal val="-0.62"/>
                                          </p:val>
                                        </p:tav>
                                        <p:tav tm="30280">
                                          <p:val>
                                            <p:fltVal val="-2.31"/>
                                          </p:val>
                                        </p:tav>
                                        <p:tav tm="31056">
                                          <p:val>
                                            <p:fltVal val="-3.45"/>
                                          </p:val>
                                        </p:tav>
                                        <p:tav tm="32609">
                                          <p:val>
                                            <p:fltVal val="-4.49"/>
                                          </p:val>
                                        </p:tav>
                                        <p:tav tm="34938">
                                          <p:val>
                                            <p:fltVal val="-3.95"/>
                                          </p:val>
                                        </p:tav>
                                        <p:tav tm="38043">
                                          <p:val>
                                            <p:fltVal val="-0.93"/>
                                          </p:val>
                                        </p:tav>
                                        <p:tav tm="40373">
                                          <p:val>
                                            <p:fltVal val="7"/>
                                          </p:val>
                                        </p:tav>
                                        <p:tav tm="41149">
                                          <p:val>
                                            <p:fltVal val="8.67"/>
                                          </p:val>
                                        </p:tav>
                                        <p:tav tm="41925">
                                          <p:val>
                                            <p:fltVal val="9.72"/>
                                          </p:val>
                                        </p:tav>
                                        <p:tav tm="43478">
                                          <p:val>
                                            <p:fltVal val="10.89"/>
                                          </p:val>
                                        </p:tav>
                                        <p:tav tm="48137">
                                          <p:val>
                                            <p:fltVal val="11.88"/>
                                          </p:val>
                                        </p:tav>
                                        <p:tav tm="65217">
                                          <p:val>
                                            <p:fltVal val="11.94"/>
                                          </p:val>
                                        </p:tav>
                                        <p:tav tm="65994">
                                          <p:val>
                                            <p:fltVal val="17.84"/>
                                          </p:val>
                                        </p:tav>
                                        <p:tav tm="66770">
                                          <p:val>
                                            <p:fltVal val="18.63"/>
                                          </p:val>
                                        </p:tav>
                                        <p:tav tm="67547">
                                          <p:val>
                                            <p:fltVal val="18.77"/>
                                          </p:val>
                                        </p:tav>
                                        <p:tav tm="68323">
                                          <p:val>
                                            <p:fltVal val="66.18"/>
                                          </p:val>
                                        </p:tav>
                                        <p:tav tm="69099">
                                          <p:val>
                                            <p:fltVal val="106.93"/>
                                          </p:val>
                                        </p:tav>
                                        <p:tav tm="69876">
                                          <p:val>
                                            <p:fltVal val="121.83"/>
                                          </p:val>
                                        </p:tav>
                                        <p:tav tm="70652">
                                          <p:val>
                                            <p:fltVal val="128.89"/>
                                          </p:val>
                                        </p:tav>
                                        <p:tav tm="71429">
                                          <p:val>
                                            <p:fltVal val="132.61"/>
                                          </p:val>
                                        </p:tav>
                                        <p:tav tm="72205">
                                          <p:val>
                                            <p:fltVal val="134.56"/>
                                          </p:val>
                                        </p:tav>
                                        <p:tav tm="72981">
                                          <p:val>
                                            <p:fltVal val="135.48"/>
                                          </p:val>
                                        </p:tav>
                                        <p:tav tm="76087">
                                          <p:val>
                                            <p:fltVal val="136.17"/>
                                          </p:val>
                                        </p:tav>
                                        <p:tav tm="77640">
                                          <p:val>
                                            <p:fltVal val="137.08"/>
                                          </p:val>
                                        </p:tav>
                                        <p:tav tm="79193">
                                          <p:val>
                                            <p:fltVal val="138.78"/>
                                          </p:val>
                                        </p:tav>
                                        <p:tav tm="80745">
                                          <p:val>
                                            <p:fltVal val="141.74"/>
                                          </p:val>
                                        </p:tav>
                                        <p:tav tm="87733">
                                          <p:val>
                                            <p:fltVal val="141.94"/>
                                          </p:val>
                                        </p:tav>
                                        <p:tav tm="88509">
                                          <p:val>
                                            <p:fltVal val="118.01"/>
                                          </p:val>
                                        </p:tav>
                                        <p:tav tm="89286">
                                          <p:val>
                                            <p:fltVal val="79.96"/>
                                          </p:val>
                                        </p:tav>
                                        <p:tav tm="90062">
                                          <p:val>
                                            <p:fltVal val="51.14"/>
                                          </p:val>
                                        </p:tav>
                                        <p:tav tm="90839">
                                          <p:val>
                                            <p:fltVal val="32.98"/>
                                          </p:val>
                                        </p:tav>
                                        <p:tav tm="91615">
                                          <p:val>
                                            <p:fltVal val="21.78"/>
                                          </p:val>
                                        </p:tav>
                                        <p:tav tm="92391">
                                          <p:val>
                                            <p:fltVal val="14.57"/>
                                          </p:val>
                                        </p:tav>
                                        <p:tav tm="93168">
                                          <p:val>
                                            <p:fltVal val="9.73"/>
                                          </p:val>
                                        </p:tav>
                                        <p:tav tm="93944">
                                          <p:val>
                                            <p:fltVal val="6.41"/>
                                          </p:val>
                                        </p:tav>
                                        <p:tav tm="94720">
                                          <p:val>
                                            <p:fltVal val="4.09"/>
                                          </p:val>
                                        </p:tav>
                                        <p:tav tm="95497">
                                          <p:val>
                                            <p:fltVal val="2.48"/>
                                          </p:val>
                                        </p:tav>
                                        <p:tav tm="97050">
                                          <p:val>
                                            <p:fltVal val="0.65"/>
                                          </p:val>
                                        </p:tav>
                                        <p:tav tm="99379">
                                          <p:val>
                                            <p:fltVal val="-0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7" dur="429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811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11811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11769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9469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7297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5402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3874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2709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1843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01204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0732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0384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129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29503">
                                          <p:val>
                                            <p:strVal val="#ppt_x+0.00326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354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259"/>
                                          </p:val>
                                        </p:tav>
                                        <p:tav tm="36491">
                                          <p:val>
                                            <p:strVal val="#ppt_x+0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244"/>
                                          </p:val>
                                        </p:tav>
                                        <p:tav tm="39596">
                                          <p:val>
                                            <p:strVal val="#ppt_x+0.00616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0725"/>
                                          </p:val>
                                        </p:tav>
                                        <p:tav tm="44255">
                                          <p:val>
                                            <p:strVal val="#ppt_x+0.00381"/>
                                          </p:val>
                                        </p:tav>
                                        <p:tav tm="47360">
                                          <p:val>
                                            <p:strVal val="#ppt_x+0.00279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0257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1205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1788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1898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3662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2846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1854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133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1055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914"/>
                                          </p:val>
                                        </p:tav>
                                        <p:tav tm="73758">
                                          <p:val>
                                            <p:strVal val="#ppt_x-0.00828"/>
                                          </p:val>
                                        </p:tav>
                                        <p:tav tm="77640">
                                          <p:val>
                                            <p:strVal val="#ppt_x-0.00906"/>
                                          </p:val>
                                        </p:tav>
                                        <p:tav tm="79193">
                                          <p:val>
                                            <p:strVal val="#ppt_x-0.01008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1191"/>
                                          </p:val>
                                        </p:tav>
                                        <p:tav tm="87733">
                                          <p:val>
                                            <p:strVal val="#ppt_x-0.01203"/>
                                          </p:val>
                                        </p:tav>
                                        <p:tav tm="88509">
                                          <p:val>
                                            <p:strVal val="#ppt_x-0.02598"/>
                                          </p:val>
                                        </p:tav>
                                        <p:tav tm="89286">
                                          <p:val>
                                            <p:strVal val="#ppt_x-0.03574"/>
                                          </p:val>
                                        </p:tav>
                                        <p:tav tm="90062">
                                          <p:val>
                                            <p:strVal val="#ppt_x-0.03045"/>
                                          </p:val>
                                        </p:tav>
                                        <p:tav tm="90839">
                                          <p:val>
                                            <p:strVal val="#ppt_x-0.02196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152"/>
                                          </p:val>
                                        </p:tav>
                                        <p:tav tm="92391">
                                          <p:val>
                                            <p:strVal val="#ppt_x-0.0104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0704"/>
                                          </p:val>
                                        </p:tav>
                                        <p:tav tm="93944">
                                          <p:val>
                                            <p:strVal val="#ppt_x-0.00468"/>
                                          </p:val>
                                        </p:tav>
                                        <p:tav tm="95497">
                                          <p:val>
                                            <p:strVal val="#ppt_x-0.00185"/>
                                          </p:val>
                                        </p:tav>
                                        <p:tav tm="97050">
                                          <p:val>
                                            <p:strVal val="#ppt_x-0.00052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29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1117"/>
                                          </p:val>
                                        </p:tav>
                                        <p:tav tm="17857">
                                          <p:val>
                                            <p:strVal val="#ppt_y+0.21117"/>
                                          </p:val>
                                        </p:tav>
                                        <p:tav tm="18634">
                                          <p:val>
                                            <p:strVal val="#ppt_y+0.21041"/>
                                          </p:val>
                                        </p:tav>
                                        <p:tav tm="19410">
                                          <p:val>
                                            <p:strVal val="#ppt_y+0.16905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13006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9616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6896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4828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3293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2161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1325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0708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256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303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551"/>
                                          </p:val>
                                        </p:tav>
                                        <p:tav tm="31056">
                                          <p:val>
                                            <p:strVal val="#ppt_y-0.00599"/>
                                          </p:val>
                                        </p:tav>
                                        <p:tav tm="33385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027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088"/>
                                          </p:val>
                                        </p:tav>
                                        <p:tav tm="39596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40373">
                                          <p:val>
                                            <p:strVal val="#ppt_y-0.01637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2293"/>
                                          </p:val>
                                        </p:tav>
                                        <p:tav tm="41925">
                                          <p:val>
                                            <p:strVal val="#ppt_y-0.02708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3139"/>
                                          </p:val>
                                        </p:tav>
                                        <p:tav tm="45031">
                                          <p:val>
                                            <p:strVal val="#ppt_y-0.03333"/>
                                          </p:val>
                                        </p:tav>
                                        <p:tav tm="49689">
                                          <p:val>
                                            <p:strVal val="#ppt_y-0.03491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3493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0989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1232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1255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716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7817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22155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2394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2479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25207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2539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2545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25384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2513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2467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239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22922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21511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9617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708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13695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13296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13296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11511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7005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3418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161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786"/>
                                          </p:val>
                                        </p:tav>
                                        <p:tav tm="92391">
                                          <p:val>
                                            <p:strVal val="#ppt_y-0.00396"/>
                                          </p:val>
                                        </p:tav>
                                        <p:tav tm="93944">
                                          <p:val>
                                            <p:strVal val="#ppt_y-0.00097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429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5269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39939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53753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6577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75447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282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8304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2355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534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918"/>
                                          </p:val>
                                        </p:tav>
                                        <p:tav tm="27950">
                                          <p:val>
                                            <p:strVal val="#ppt_w*1.01183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2247"/>
                                          </p:val>
                                        </p:tav>
                                        <p:tav tm="36491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354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0928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057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187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6481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2936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1314"/>
                                          </p:val>
                                        </p:tav>
                                        <p:tav tm="72981">
                                          <p:val>
                                            <p:strVal val="#ppt_w*0.90292"/>
                                          </p:val>
                                        </p:tav>
                                        <p:tav tm="75311">
                                          <p:val>
                                            <p:strVal val="#ppt_w*0.90461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224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7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429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5075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39632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5334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6527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74868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82185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7626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1646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461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8419"/>
                                          </p:val>
                                        </p:tav>
                                        <p:tav tm="27950">
                                          <p:val>
                                            <p:strVal val="#ppt_h*1.00407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1463"/>
                                          </p:val>
                                        </p:tav>
                                        <p:tav tm="36491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52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35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437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27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8884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5147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9393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11431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12753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12511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1004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342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02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8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4293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73.98"/>
                                          </p:val>
                                        </p:tav>
                                        <p:tav tm="17857">
                                          <p:val>
                                            <p:fltVal val="173.98"/>
                                          </p:val>
                                        </p:tav>
                                        <p:tav tm="18634">
                                          <p:val>
                                            <p:fltVal val="174.65"/>
                                          </p:val>
                                        </p:tav>
                                        <p:tav tm="19410">
                                          <p:val>
                                            <p:fltVal val="211.03"/>
                                          </p:val>
                                        </p:tav>
                                        <p:tav tm="20186">
                                          <p:val>
                                            <p:fltVal val="245.29"/>
                                          </p:val>
                                        </p:tav>
                                        <p:tav tm="20963">
                                          <p:val>
                                            <p:fltVal val="275.11"/>
                                          </p:val>
                                        </p:tav>
                                        <p:tav tm="21739">
                                          <p:val>
                                            <p:fltVal val="299.1"/>
                                          </p:val>
                                        </p:tav>
                                        <p:tav tm="22516">
                                          <p:val>
                                            <p:fltVal val="317.38"/>
                                          </p:val>
                                        </p:tav>
                                        <p:tav tm="23292">
                                          <p:val>
                                            <p:fltVal val="330.98"/>
                                          </p:val>
                                        </p:tav>
                                        <p:tav tm="24068">
                                          <p:val>
                                            <p:fltVal val="341.03"/>
                                          </p:val>
                                        </p:tav>
                                        <p:tav tm="24845">
                                          <p:val>
                                            <p:fltVal val="348.45"/>
                                          </p:val>
                                        </p:tav>
                                        <p:tav tm="25621">
                                          <p:val>
                                            <p:fltVal val="353.93"/>
                                          </p:val>
                                        </p:tav>
                                        <p:tav tm="26398">
                                          <p:val>
                                            <p:fltVal val="357.95"/>
                                          </p:val>
                                        </p:tav>
                                        <p:tav tm="27174">
                                          <p:val>
                                            <p:fltVal val="360.87"/>
                                          </p:val>
                                        </p:tav>
                                        <p:tav tm="27950">
                                          <p:val>
                                            <p:fltVal val="362.92"/>
                                          </p:val>
                                        </p:tav>
                                        <p:tav tm="29503">
                                          <p:val>
                                            <p:fltVal val="365.13"/>
                                          </p:val>
                                        </p:tav>
                                        <p:tav tm="30280">
                                          <p:val>
                                            <p:fltVal val="365.52"/>
                                          </p:val>
                                        </p:tav>
                                        <p:tav tm="31832">
                                          <p:val>
                                            <p:fltVal val="365.3"/>
                                          </p:val>
                                        </p:tav>
                                        <p:tav tm="33385">
                                          <p:val>
                                            <p:fltVal val="364.07"/>
                                          </p:val>
                                        </p:tav>
                                        <p:tav tm="36491">
                                          <p:val>
                                            <p:fltVal val="359.98"/>
                                          </p:val>
                                        </p:tav>
                                        <p:tav tm="38043">
                                          <p:val>
                                            <p:fltVal val="359.98"/>
                                          </p:val>
                                        </p:tav>
                                        <p:tav tm="38820">
                                          <p:val>
                                            <p:fltVal val="343.28"/>
                                          </p:val>
                                        </p:tav>
                                        <p:tav tm="39596">
                                          <p:val>
                                            <p:fltVal val="310.64"/>
                                          </p:val>
                                        </p:tav>
                                        <p:tav tm="40373">
                                          <p:val>
                                            <p:fltVal val="284.05"/>
                                          </p:val>
                                        </p:tav>
                                        <p:tav tm="41149">
                                          <p:val>
                                            <p:fltVal val="266.17"/>
                                          </p:val>
                                        </p:tav>
                                        <p:tav tm="41925">
                                          <p:val>
                                            <p:fltVal val="254.79"/>
                                          </p:val>
                                        </p:tav>
                                        <p:tav tm="42702">
                                          <p:val>
                                            <p:fltVal val="247.36"/>
                                          </p:val>
                                        </p:tav>
                                        <p:tav tm="43478">
                                          <p:val>
                                            <p:fltVal val="242.31"/>
                                          </p:val>
                                        </p:tav>
                                        <p:tav tm="44255">
                                          <p:val>
                                            <p:fltVal val="238.78"/>
                                          </p:val>
                                        </p:tav>
                                        <p:tav tm="45031">
                                          <p:val>
                                            <p:fltVal val="236.27"/>
                                          </p:val>
                                        </p:tav>
                                        <p:tav tm="46584">
                                          <p:val>
                                            <p:fltVal val="233.18"/>
                                          </p:val>
                                        </p:tav>
                                        <p:tav tm="48913">
                                          <p:val>
                                            <p:fltVal val="231.27"/>
                                          </p:val>
                                        </p:tav>
                                        <p:tav tm="65217">
                                          <p:val>
                                            <p:fltVal val="230.98"/>
                                          </p:val>
                                        </p:tav>
                                        <p:tav tm="65994">
                                          <p:val>
                                            <p:fltVal val="350.17"/>
                                          </p:val>
                                        </p:tav>
                                        <p:tav tm="66770">
                                          <p:val>
                                            <p:fltVal val="365.67"/>
                                          </p:val>
                                        </p:tav>
                                        <p:tav tm="67547">
                                          <p:val>
                                            <p:fltVal val="368.48"/>
                                          </p:val>
                                        </p:tav>
                                        <p:tav tm="68323">
                                          <p:val>
                                            <p:fltVal val="428.05"/>
                                          </p:val>
                                        </p:tav>
                                        <p:tav tm="69099">
                                          <p:val>
                                            <p:fltVal val="484.72"/>
                                          </p:val>
                                        </p:tav>
                                        <p:tav tm="69876">
                                          <p:val>
                                            <p:fltVal val="507.74"/>
                                          </p:val>
                                        </p:tav>
                                        <p:tav tm="70652">
                                          <p:val>
                                            <p:fltVal val="519.66"/>
                                          </p:val>
                                        </p:tav>
                                        <p:tav tm="71429">
                                          <p:val>
                                            <p:fltVal val="526.13"/>
                                          </p:val>
                                        </p:tav>
                                        <p:tav tm="72205">
                                          <p:val>
                                            <p:fltVal val="529.56"/>
                                          </p:val>
                                        </p:tav>
                                        <p:tav tm="72981">
                                          <p:val>
                                            <p:fltVal val="531.17"/>
                                          </p:val>
                                        </p:tav>
                                        <p:tav tm="73758">
                                          <p:val>
                                            <p:fltVal val="531.66"/>
                                          </p:val>
                                        </p:tav>
                                        <p:tav tm="77640">
                                          <p:val>
                                            <p:fltVal val="531.96"/>
                                          </p:val>
                                        </p:tav>
                                        <p:tav tm="80745">
                                          <p:val>
                                            <p:fltVal val="532.95"/>
                                          </p:val>
                                        </p:tav>
                                        <p:tav tm="87733">
                                          <p:val>
                                            <p:fltVal val="532.98"/>
                                          </p:val>
                                        </p:tav>
                                        <p:tav tm="88509">
                                          <p:val>
                                            <p:fltVal val="503.83"/>
                                          </p:val>
                                        </p:tav>
                                        <p:tav tm="89286">
                                          <p:val>
                                            <p:fltVal val="457.48"/>
                                          </p:val>
                                        </p:tav>
                                        <p:tav tm="90062">
                                          <p:val>
                                            <p:fltVal val="422.37"/>
                                          </p:val>
                                        </p:tav>
                                        <p:tav tm="90839">
                                          <p:val>
                                            <p:fltVal val="400.24"/>
                                          </p:val>
                                        </p:tav>
                                        <p:tav tm="91615">
                                          <p:val>
                                            <p:fltVal val="386.59"/>
                                          </p:val>
                                        </p:tav>
                                        <p:tav tm="92391">
                                          <p:val>
                                            <p:fltVal val="377.8"/>
                                          </p:val>
                                        </p:tav>
                                        <p:tav tm="93168">
                                          <p:val>
                                            <p:fltVal val="371.92"/>
                                          </p:val>
                                        </p:tav>
                                        <p:tav tm="93944">
                                          <p:val>
                                            <p:fltVal val="367.87"/>
                                          </p:val>
                                        </p:tav>
                                        <p:tav tm="94720">
                                          <p:val>
                                            <p:fltVal val="365.04"/>
                                          </p:val>
                                        </p:tav>
                                        <p:tav tm="95497">
                                          <p:val>
                                            <p:fltVal val="363.08"/>
                                          </p:val>
                                        </p:tav>
                                        <p:tav tm="97050">
                                          <p:val>
                                            <p:fltVal val="360.85"/>
                                          </p:val>
                                        </p:tav>
                                        <p:tav tm="99379">
                                          <p:val>
                                            <p:fltVal val="359.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4" dur="67">
                                          <p:stCondLst>
                                            <p:cond delay="70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65" dur="429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7749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7749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761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6097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4681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3455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2474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1728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1173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0764"/>
                                          </p:val>
                                        </p:tav>
                                        <p:tav tm="22516">
                                          <p:val>
                                            <p:strVal val="#ppt_x-0.00462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00238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044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216"/>
                                          </p:val>
                                        </p:tav>
                                        <p:tav tm="30280">
                                          <p:val>
                                            <p:strVal val="#ppt_x+0.00198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29"/>
                                          </p:val>
                                        </p:tav>
                                        <p:tav tm="39596">
                                          <p:val>
                                            <p:strVal val="#ppt_x+0.01116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138"/>
                                          </p:val>
                                        </p:tav>
                                        <p:tav tm="41149">
                                          <p:val>
                                            <p:strVal val="#ppt_x+0.01359"/>
                                          </p:val>
                                        </p:tav>
                                        <p:tav tm="44255">
                                          <p:val>
                                            <p:strVal val="#ppt_x+0.01003"/>
                                          </p:val>
                                        </p:tav>
                                        <p:tav tm="47360">
                                          <p:val>
                                            <p:strVal val="#ppt_x+0.00866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1065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1893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205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4249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325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2038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1402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1072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902"/>
                                          </p:val>
                                        </p:tav>
                                        <p:tav tm="73758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75311">
                                          <p:val>
                                            <p:strVal val="#ppt_x-0.00809"/>
                                          </p:val>
                                        </p:tav>
                                        <p:tav tm="78416">
                                          <p:val>
                                            <p:strVal val="#ppt_x-0.00921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1164"/>
                                          </p:val>
                                        </p:tav>
                                        <p:tav tm="87733">
                                          <p:val>
                                            <p:strVal val="#ppt_x-0.01176"/>
                                          </p:val>
                                        </p:tav>
                                        <p:tav tm="88509">
                                          <p:val>
                                            <p:strVal val="#ppt_x-0.02878"/>
                                          </p:val>
                                        </p:tav>
                                        <p:tav tm="89286">
                                          <p:val>
                                            <p:strVal val="#ppt_x-0.04145"/>
                                          </p:val>
                                        </p:tav>
                                        <p:tav tm="90062">
                                          <p:val>
                                            <p:strVal val="#ppt_x-0.0358"/>
                                          </p:val>
                                        </p:tav>
                                        <p:tav tm="90839">
                                          <p:val>
                                            <p:strVal val="#ppt_x-0.02594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92391">
                                          <p:val>
                                            <p:strVal val="#ppt_x-0.01232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0834"/>
                                          </p:val>
                                        </p:tav>
                                        <p:tav tm="93944">
                                          <p:val>
                                            <p:strVal val="#ppt_x-0.00554"/>
                                          </p:val>
                                        </p:tav>
                                        <p:tav tm="95497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97050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429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264"/>
                                          </p:val>
                                        </p:tav>
                                        <p:tav tm="15528">
                                          <p:val>
                                            <p:strVal val="#ppt_y+0.08264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8116"/>
                                          </p:val>
                                        </p:tav>
                                        <p:tav tm="17857">
                                          <p:val>
                                            <p:strVal val="#ppt_y+0.04999"/>
                                          </p:val>
                                        </p:tav>
                                        <p:tav tm="18634">
                                          <p:val>
                                            <p:strVal val="#ppt_y+0.03695"/>
                                          </p:val>
                                        </p:tav>
                                        <p:tav tm="19410">
                                          <p:val>
                                            <p:strVal val="#ppt_y+0.02651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01857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126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832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051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0098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0176"/>
                                          </p:val>
                                        </p:tav>
                                        <p:tav tm="29503">
                                          <p:val>
                                            <p:strVal val="#ppt_y-0.00216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39596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40373">
                                          <p:val>
                                            <p:strVal val="#ppt_y-0.0241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3413"/>
                                          </p:val>
                                        </p:tav>
                                        <p:tav tm="41925">
                                          <p:val>
                                            <p:strVal val="#ppt_y-0.04051"/>
                                          </p:val>
                                        </p:tav>
                                        <p:tav tm="42702">
                                          <p:val>
                                            <p:strVal val="#ppt_y-0.0445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718"/>
                                          </p:val>
                                        </p:tav>
                                        <p:tav tm="45807">
                                          <p:val>
                                            <p:strVal val="#ppt_y-0.05106"/>
                                          </p:val>
                                        </p:tav>
                                        <p:tav tm="49689">
                                          <p:val>
                                            <p:strVal val="#ppt_y-0.0526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082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801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975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2443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2632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2720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27629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2782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2788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2781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2755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27088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2635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2531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2388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2196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940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15969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15565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15565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13615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8382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4115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1946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956"/>
                                          </p:val>
                                        </p:tav>
                                        <p:tav tm="92391">
                                          <p:val>
                                            <p:strVal val="#ppt_y-0.00487"/>
                                          </p:val>
                                        </p:tav>
                                        <p:tav tm="93168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93944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9627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29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25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6345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40984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5469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66561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7605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3277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8641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2604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5532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9279"/>
                                          </p:val>
                                        </p:tav>
                                        <p:tav tm="25621">
                                          <p:val>
                                            <p:strVal val="#ppt_w*1.01232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2243"/>
                                          </p:val>
                                        </p:tav>
                                        <p:tav tm="34161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354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0928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057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187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6481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2936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1314"/>
                                          </p:val>
                                        </p:tav>
                                        <p:tav tm="72981">
                                          <p:val>
                                            <p:strVal val="#ppt_w*0.90292"/>
                                          </p:val>
                                        </p:tav>
                                        <p:tav tm="75311">
                                          <p:val>
                                            <p:strVal val="#ppt_w*0.90461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224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7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429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6143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40669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54278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6605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75474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2638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796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1894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4799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8518"/>
                                          </p:val>
                                        </p:tav>
                                        <p:tav tm="25621">
                                          <p:val>
                                            <p:strVal val="#ppt_h*1.00455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1459"/>
                                          </p:val>
                                        </p:tav>
                                        <p:tav tm="34161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52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35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437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27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8884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5147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9393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11431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12753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12511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1004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342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02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8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" dur="4293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7.02"/>
                                          </p:val>
                                        </p:tav>
                                        <p:tav tm="15528">
                                          <p:val>
                                            <p:fltVal val="-137.02"/>
                                          </p:val>
                                        </p:tav>
                                        <p:tav tm="16304">
                                          <p:val>
                                            <p:fltVal val="-141.02"/>
                                          </p:val>
                                        </p:tav>
                                        <p:tav tm="17081">
                                          <p:val>
                                            <p:fltVal val="-184.54"/>
                                          </p:val>
                                        </p:tav>
                                        <p:tav tm="17857">
                                          <p:val>
                                            <p:fltVal val="-225.32"/>
                                          </p:val>
                                        </p:tav>
                                        <p:tav tm="18634">
                                          <p:val>
                                            <p:fltVal val="-260.59"/>
                                          </p:val>
                                        </p:tav>
                                        <p:tav tm="19410">
                                          <p:val>
                                            <p:fltVal val="-288.83"/>
                                          </p:val>
                                        </p:tav>
                                        <p:tav tm="20186">
                                          <p:val>
                                            <p:fltVal val="-310.29"/>
                                          </p:val>
                                        </p:tav>
                                        <p:tav tm="20963">
                                          <p:val>
                                            <p:fltVal val="-326.25"/>
                                          </p:val>
                                        </p:tav>
                                        <p:tav tm="21739">
                                          <p:val>
                                            <p:fltVal val="-338.03"/>
                                          </p:val>
                                        </p:tav>
                                        <p:tav tm="22516">
                                          <p:val>
                                            <p:fltVal val="-346.73"/>
                                          </p:val>
                                        </p:tav>
                                        <p:tav tm="23292">
                                          <p:val>
                                            <p:fltVal val="-353.16"/>
                                          </p:val>
                                        </p:tav>
                                        <p:tav tm="24068">
                                          <p:val>
                                            <p:fltVal val="-357.88"/>
                                          </p:val>
                                        </p:tav>
                                        <p:tav tm="24845">
                                          <p:val>
                                            <p:fltVal val="-361.29"/>
                                          </p:val>
                                        </p:tav>
                                        <p:tav tm="25621">
                                          <p:val>
                                            <p:fltVal val="-363.68"/>
                                          </p:val>
                                        </p:tav>
                                        <p:tav tm="26398">
                                          <p:val>
                                            <p:fltVal val="-365.28"/>
                                          </p:val>
                                        </p:tav>
                                        <p:tav tm="27950">
                                          <p:val>
                                            <p:fltVal val="-366.67"/>
                                          </p:val>
                                        </p:tav>
                                        <p:tav tm="29503">
                                          <p:val>
                                            <p:fltVal val="-366.35"/>
                                          </p:val>
                                        </p:tav>
                                        <p:tav tm="31056">
                                          <p:val>
                                            <p:fltVal val="-364.85"/>
                                          </p:val>
                                        </p:tav>
                                        <p:tav tm="34161">
                                          <p:val>
                                            <p:fltVal val="-360.02"/>
                                          </p:val>
                                        </p:tav>
                                        <p:tav tm="38043">
                                          <p:val>
                                            <p:fltVal val="-360.02"/>
                                          </p:val>
                                        </p:tav>
                                        <p:tav tm="38820">
                                          <p:val>
                                            <p:fltVal val="-376.72"/>
                                          </p:val>
                                        </p:tav>
                                        <p:tav tm="39596">
                                          <p:val>
                                            <p:fltVal val="-409.36"/>
                                          </p:val>
                                        </p:tav>
                                        <p:tav tm="40373">
                                          <p:val>
                                            <p:fltVal val="-435.95"/>
                                          </p:val>
                                        </p:tav>
                                        <p:tav tm="41149">
                                          <p:val>
                                            <p:fltVal val="-453.83"/>
                                          </p:val>
                                        </p:tav>
                                        <p:tav tm="41925">
                                          <p:val>
                                            <p:fltVal val="-465.21"/>
                                          </p:val>
                                        </p:tav>
                                        <p:tav tm="42702">
                                          <p:val>
                                            <p:fltVal val="-472.64"/>
                                          </p:val>
                                        </p:tav>
                                        <p:tav tm="43478">
                                          <p:val>
                                            <p:fltVal val="-477.69"/>
                                          </p:val>
                                        </p:tav>
                                        <p:tav tm="44255">
                                          <p:val>
                                            <p:fltVal val="-481.22"/>
                                          </p:val>
                                        </p:tav>
                                        <p:tav tm="45031">
                                          <p:val>
                                            <p:fltVal val="-483.73"/>
                                          </p:val>
                                        </p:tav>
                                        <p:tav tm="45807">
                                          <p:val>
                                            <p:fltVal val="-485.53"/>
                                          </p:val>
                                        </p:tav>
                                        <p:tav tm="47360">
                                          <p:val>
                                            <p:fltVal val="-487.72"/>
                                          </p:val>
                                        </p:tav>
                                        <p:tav tm="49689">
                                          <p:val>
                                            <p:fltVal val="-488.94"/>
                                          </p:val>
                                        </p:tav>
                                        <p:tav tm="65217">
                                          <p:val>
                                            <p:fltVal val="-489.02"/>
                                          </p:val>
                                        </p:tav>
                                        <p:tav tm="65994">
                                          <p:val>
                                            <p:fltVal val="-369.83"/>
                                          </p:val>
                                        </p:tav>
                                        <p:tav tm="66770">
                                          <p:val>
                                            <p:fltVal val="-354.33"/>
                                          </p:val>
                                        </p:tav>
                                        <p:tav tm="67547">
                                          <p:val>
                                            <p:fltVal val="-351.52"/>
                                          </p:val>
                                        </p:tav>
                                        <p:tav tm="68323">
                                          <p:val>
                                            <p:fltVal val="-291.95"/>
                                          </p:val>
                                        </p:tav>
                                        <p:tav tm="69099">
                                          <p:val>
                                            <p:fltVal val="-235.28"/>
                                          </p:val>
                                        </p:tav>
                                        <p:tav tm="69876">
                                          <p:val>
                                            <p:fltVal val="-212.26"/>
                                          </p:val>
                                        </p:tav>
                                        <p:tav tm="70652">
                                          <p:val>
                                            <p:fltVal val="-200.34"/>
                                          </p:val>
                                        </p:tav>
                                        <p:tav tm="71429">
                                          <p:val>
                                            <p:fltVal val="-193.87"/>
                                          </p:val>
                                        </p:tav>
                                        <p:tav tm="72205">
                                          <p:val>
                                            <p:fltVal val="-190.44"/>
                                          </p:val>
                                        </p:tav>
                                        <p:tav tm="72981">
                                          <p:val>
                                            <p:fltVal val="-188.83"/>
                                          </p:val>
                                        </p:tav>
                                        <p:tav tm="73758">
                                          <p:val>
                                            <p:fltVal val="-188.34"/>
                                          </p:val>
                                        </p:tav>
                                        <p:tav tm="77640">
                                          <p:val>
                                            <p:fltVal val="-188.04"/>
                                          </p:val>
                                        </p:tav>
                                        <p:tav tm="80745">
                                          <p:val>
                                            <p:fltVal val="-187.05"/>
                                          </p:val>
                                        </p:tav>
                                        <p:tav tm="87733">
                                          <p:val>
                                            <p:fltVal val="-187.02"/>
                                          </p:val>
                                        </p:tav>
                                        <p:tav tm="88509">
                                          <p:val>
                                            <p:fltVal val="-216.17"/>
                                          </p:val>
                                        </p:tav>
                                        <p:tav tm="89286">
                                          <p:val>
                                            <p:fltVal val="-262.52"/>
                                          </p:val>
                                        </p:tav>
                                        <p:tav tm="90062">
                                          <p:val>
                                            <p:fltVal val="-297.63"/>
                                          </p:val>
                                        </p:tav>
                                        <p:tav tm="90839">
                                          <p:val>
                                            <p:fltVal val="-319.76"/>
                                          </p:val>
                                        </p:tav>
                                        <p:tav tm="91615">
                                          <p:val>
                                            <p:fltVal val="-333.41"/>
                                          </p:val>
                                        </p:tav>
                                        <p:tav tm="92391">
                                          <p:val>
                                            <p:fltVal val="-342.2"/>
                                          </p:val>
                                        </p:tav>
                                        <p:tav tm="93168">
                                          <p:val>
                                            <p:fltVal val="-348.08"/>
                                          </p:val>
                                        </p:tav>
                                        <p:tav tm="93944">
                                          <p:val>
                                            <p:fltVal val="-352.13"/>
                                          </p:val>
                                        </p:tav>
                                        <p:tav tm="94720">
                                          <p:val>
                                            <p:fltVal val="-354.96"/>
                                          </p:val>
                                        </p:tav>
                                        <p:tav tm="95497">
                                          <p:val>
                                            <p:fltVal val="-356.92"/>
                                          </p:val>
                                        </p:tav>
                                        <p:tav tm="97050">
                                          <p:val>
                                            <p:fltVal val="-359.15"/>
                                          </p:val>
                                        </p:tav>
                                        <p:tav tm="99379">
                                          <p:val>
                                            <p:fltVal val="-360.0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2" dur="67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73" dur="429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1067"/>
                                          </p:val>
                                        </p:tav>
                                        <p:tav tm="13199">
                                          <p:val>
                                            <p:strVal val="#ppt_x-0.11067"/>
                                          </p:val>
                                        </p:tav>
                                        <p:tav tm="13975">
                                          <p:val>
                                            <p:strVal val="#ppt_x-0.1071"/>
                                          </p:val>
                                        </p:tav>
                                        <p:tav tm="14752">
                                          <p:val>
                                            <p:strVal val="#ppt_x-0.08555"/>
                                          </p:val>
                                        </p:tav>
                                        <p:tav tm="15528">
                                          <p:val>
                                            <p:strVal val="#ppt_x-0.06547"/>
                                          </p:val>
                                        </p:tav>
                                        <p:tav tm="16304">
                                          <p:val>
                                            <p:strVal val="#ppt_x-0.0482"/>
                                          </p:val>
                                        </p:tav>
                                        <p:tav tm="17081">
                                          <p:val>
                                            <p:strVal val="#ppt_x-0.03445"/>
                                          </p:val>
                                        </p:tav>
                                        <p:tav tm="17857">
                                          <p:val>
                                            <p:strVal val="#ppt_x-0.02402"/>
                                          </p:val>
                                        </p:tav>
                                        <p:tav tm="18634">
                                          <p:val>
                                            <p:strVal val="#ppt_x-0.01627"/>
                                          </p:val>
                                        </p:tav>
                                        <p:tav tm="19410">
                                          <p:val>
                                            <p:strVal val="#ppt_x-0.01055"/>
                                          </p:val>
                                        </p:tav>
                                        <p:tav tm="20186">
                                          <p:val>
                                            <p:strVal val="#ppt_x-0.00633"/>
                                          </p:val>
                                        </p:tav>
                                        <p:tav tm="20963">
                                          <p:val>
                                            <p:strVal val="#ppt_x-0.00321"/>
                                          </p:val>
                                        </p:tav>
                                        <p:tav tm="21739">
                                          <p:val>
                                            <p:strVal val="#ppt_x-0.00092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0189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033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236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429"/>
                                          </p:val>
                                        </p:tav>
                                        <p:tav tm="39596">
                                          <p:val>
                                            <p:strVal val="#ppt_x+0.01116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138"/>
                                          </p:val>
                                        </p:tav>
                                        <p:tav tm="41149">
                                          <p:val>
                                            <p:strVal val="#ppt_x+0.01359"/>
                                          </p:val>
                                        </p:tav>
                                        <p:tav tm="44255">
                                          <p:val>
                                            <p:strVal val="#ppt_x+0.01003"/>
                                          </p:val>
                                        </p:tav>
                                        <p:tav tm="47360">
                                          <p:val>
                                            <p:strVal val="#ppt_x+0.00866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0836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1065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1893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205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4249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325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2038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1402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1072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902"/>
                                          </p:val>
                                        </p:tav>
                                        <p:tav tm="73758">
                                          <p:val>
                                            <p:strVal val="#ppt_x-0.00799"/>
                                          </p:val>
                                        </p:tav>
                                        <p:tav tm="75311">
                                          <p:val>
                                            <p:strVal val="#ppt_x-0.00809"/>
                                          </p:val>
                                        </p:tav>
                                        <p:tav tm="78416">
                                          <p:val>
                                            <p:strVal val="#ppt_x-0.00921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1164"/>
                                          </p:val>
                                        </p:tav>
                                        <p:tav tm="87733">
                                          <p:val>
                                            <p:strVal val="#ppt_x-0.01176"/>
                                          </p:val>
                                        </p:tav>
                                        <p:tav tm="88509">
                                          <p:val>
                                            <p:strVal val="#ppt_x-0.02878"/>
                                          </p:val>
                                        </p:tav>
                                        <p:tav tm="89286">
                                          <p:val>
                                            <p:strVal val="#ppt_x-0.04145"/>
                                          </p:val>
                                        </p:tav>
                                        <p:tav tm="90062">
                                          <p:val>
                                            <p:strVal val="#ppt_x-0.0358"/>
                                          </p:val>
                                        </p:tav>
                                        <p:tav tm="90839">
                                          <p:val>
                                            <p:strVal val="#ppt_x-0.02594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1799"/>
                                          </p:val>
                                        </p:tav>
                                        <p:tav tm="92391">
                                          <p:val>
                                            <p:strVal val="#ppt_x-0.01232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0834"/>
                                          </p:val>
                                        </p:tav>
                                        <p:tav tm="93944">
                                          <p:val>
                                            <p:strVal val="#ppt_x-0.00554"/>
                                          </p:val>
                                        </p:tav>
                                        <p:tav tm="95497">
                                          <p:val>
                                            <p:strVal val="#ppt_x-0.00219"/>
                                          </p:val>
                                        </p:tav>
                                        <p:tav tm="97050">
                                          <p:val>
                                            <p:strVal val="#ppt_x-0.00061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429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5769"/>
                                          </p:val>
                                        </p:tav>
                                        <p:tav tm="13199">
                                          <p:val>
                                            <p:strVal val="#ppt_y+0.05769"/>
                                          </p:val>
                                        </p:tav>
                                        <p:tav tm="13975">
                                          <p:val>
                                            <p:strVal val="#ppt_y+0.05584"/>
                                          </p:val>
                                        </p:tav>
                                        <p:tav tm="15528">
                                          <p:val>
                                            <p:strVal val="#ppt_y+0.0342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02523"/>
                                          </p:val>
                                        </p:tav>
                                        <p:tav tm="17081">
                                          <p:val>
                                            <p:strVal val="#ppt_y+0.01809"/>
                                          </p:val>
                                        </p:tav>
                                        <p:tav tm="17857">
                                          <p:val>
                                            <p:strVal val="#ppt_y+0.01267"/>
                                          </p:val>
                                        </p:tav>
                                        <p:tav tm="19410">
                                          <p:val>
                                            <p:strVal val="#ppt_y+0.00567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0079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0153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38043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118"/>
                                          </p:val>
                                        </p:tav>
                                        <p:tav tm="39596">
                                          <p:val>
                                            <p:strVal val="#ppt_y-0.01097"/>
                                          </p:val>
                                        </p:tav>
                                        <p:tav tm="40373">
                                          <p:val>
                                            <p:strVal val="#ppt_y-0.0241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3413"/>
                                          </p:val>
                                        </p:tav>
                                        <p:tav tm="41925">
                                          <p:val>
                                            <p:strVal val="#ppt_y-0.04051"/>
                                          </p:val>
                                        </p:tav>
                                        <p:tav tm="42702">
                                          <p:val>
                                            <p:strVal val="#ppt_y-0.04455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4718"/>
                                          </p:val>
                                        </p:tav>
                                        <p:tav tm="45031">
                                          <p:val>
                                            <p:strVal val="#ppt_y-0.0502"/>
                                          </p:val>
                                        </p:tav>
                                        <p:tav tm="46584">
                                          <p:val>
                                            <p:strVal val="#ppt_y-0.05167"/>
                                          </p:val>
                                        </p:tav>
                                        <p:tav tm="49689">
                                          <p:val>
                                            <p:strVal val="#ppt_y-0.0526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5269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082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102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1029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8011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9754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24436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26324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27201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27629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27823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2788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2781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2755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27088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2635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25317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23888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21969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9406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15969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15565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15565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13615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8382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4115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1946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956"/>
                                          </p:val>
                                        </p:tav>
                                        <p:tav tm="92391">
                                          <p:val>
                                            <p:strVal val="#ppt_y-0.00487"/>
                                          </p:val>
                                        </p:tav>
                                        <p:tav tm="93168">
                                          <p:val>
                                            <p:strVal val="#ppt_y-0.00252"/>
                                          </p:val>
                                        </p:tav>
                                        <p:tav tm="93944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96273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429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13199">
                                          <p:val>
                                            <p:strVal val="#ppt_w*0.25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27421"/>
                                          </p:val>
                                        </p:tav>
                                        <p:tav tm="14752">
                                          <p:val>
                                            <p:strVal val="#ppt_w*0.42024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55632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67333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6655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3724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8972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2848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5712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9376"/>
                                          </p:val>
                                        </p:tav>
                                        <p:tav tm="23292">
                                          <p:val>
                                            <p:strVal val="#ppt_w*1.012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2239"/>
                                          </p:val>
                                        </p:tav>
                                        <p:tav tm="31832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354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0928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057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187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6481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2936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1314"/>
                                          </p:val>
                                        </p:tav>
                                        <p:tav tm="72981">
                                          <p:val>
                                            <p:strVal val="#ppt_w*0.90292"/>
                                          </p:val>
                                        </p:tav>
                                        <p:tav tm="75311">
                                          <p:val>
                                            <p:strVal val="#ppt_w*0.90461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224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7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429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3199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27211"/>
                                          </p:val>
                                        </p:tav>
                                        <p:tav tm="14752">
                                          <p:val>
                                            <p:strVal val="#ppt_h*0.41702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55206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66816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76067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3082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8289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213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4978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8614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0502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1454"/>
                                          </p:val>
                                        </p:tav>
                                        <p:tav tm="31832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52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35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437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27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8884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5147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9393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11431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12753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12511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1004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342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02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8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4293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9.98"/>
                                          </p:val>
                                        </p:tav>
                                        <p:tav tm="13199">
                                          <p:val>
                                            <p:fltVal val="99.98"/>
                                          </p:val>
                                        </p:tav>
                                        <p:tav tm="13975">
                                          <p:val>
                                            <p:fltVal val="108.38"/>
                                          </p:val>
                                        </p:tav>
                                        <p:tav tm="14752">
                                          <p:val>
                                            <p:fltVal val="159"/>
                                          </p:val>
                                        </p:tav>
                                        <p:tav tm="15528">
                                          <p:val>
                                            <p:fltVal val="206.18"/>
                                          </p:val>
                                        </p:tav>
                                        <p:tav tm="16304">
                                          <p:val>
                                            <p:fltVal val="246.74"/>
                                          </p:val>
                                        </p:tav>
                                        <p:tav tm="17081">
                                          <p:val>
                                            <p:fltVal val="279.06"/>
                                          </p:val>
                                        </p:tav>
                                        <p:tav tm="17857">
                                          <p:val>
                                            <p:fltVal val="303.56"/>
                                          </p:val>
                                        </p:tav>
                                        <p:tav tm="18634">
                                          <p:val>
                                            <p:fltVal val="321.76"/>
                                          </p:val>
                                        </p:tav>
                                        <p:tav tm="19410">
                                          <p:val>
                                            <p:fltVal val="335.19"/>
                                          </p:val>
                                        </p:tav>
                                        <p:tav tm="20186">
                                          <p:val>
                                            <p:fltVal val="345.12"/>
                                          </p:val>
                                        </p:tav>
                                        <p:tav tm="20963">
                                          <p:val>
                                            <p:fltVal val="352.45"/>
                                          </p:val>
                                        </p:tav>
                                        <p:tav tm="21739">
                                          <p:val>
                                            <p:fltVal val="357.83"/>
                                          </p:val>
                                        </p:tav>
                                        <p:tav tm="22516">
                                          <p:val>
                                            <p:fltVal val="361.71"/>
                                          </p:val>
                                        </p:tav>
                                        <p:tav tm="23292">
                                          <p:val>
                                            <p:fltVal val="364.42"/>
                                          </p:val>
                                        </p:tav>
                                        <p:tav tm="24068">
                                          <p:val>
                                            <p:fltVal val="366.23"/>
                                          </p:val>
                                        </p:tav>
                                        <p:tav tm="25621">
                                          <p:val>
                                            <p:fltVal val="367.76"/>
                                          </p:val>
                                        </p:tav>
                                        <p:tav tm="27174">
                                          <p:val>
                                            <p:fltVal val="367.33"/>
                                          </p:val>
                                        </p:tav>
                                        <p:tav tm="28727">
                                          <p:val>
                                            <p:fltVal val="365.53"/>
                                          </p:val>
                                        </p:tav>
                                        <p:tav tm="31832">
                                          <p:val>
                                            <p:fltVal val="359.98"/>
                                          </p:val>
                                        </p:tav>
                                        <p:tav tm="38043">
                                          <p:val>
                                            <p:fltVal val="359.98"/>
                                          </p:val>
                                        </p:tav>
                                        <p:tav tm="38820">
                                          <p:val>
                                            <p:fltVal val="343.28"/>
                                          </p:val>
                                        </p:tav>
                                        <p:tav tm="39596">
                                          <p:val>
                                            <p:fltVal val="310.64"/>
                                          </p:val>
                                        </p:tav>
                                        <p:tav tm="40373">
                                          <p:val>
                                            <p:fltVal val="284.05"/>
                                          </p:val>
                                        </p:tav>
                                        <p:tav tm="41149">
                                          <p:val>
                                            <p:fltVal val="266.17"/>
                                          </p:val>
                                        </p:tav>
                                        <p:tav tm="41925">
                                          <p:val>
                                            <p:fltVal val="254.79"/>
                                          </p:val>
                                        </p:tav>
                                        <p:tav tm="42702">
                                          <p:val>
                                            <p:fltVal val="247.36"/>
                                          </p:val>
                                        </p:tav>
                                        <p:tav tm="43478">
                                          <p:val>
                                            <p:fltVal val="242.31"/>
                                          </p:val>
                                        </p:tav>
                                        <p:tav tm="44255">
                                          <p:val>
                                            <p:fltVal val="238.78"/>
                                          </p:val>
                                        </p:tav>
                                        <p:tav tm="45031">
                                          <p:val>
                                            <p:fltVal val="236.27"/>
                                          </p:val>
                                        </p:tav>
                                        <p:tav tm="46584">
                                          <p:val>
                                            <p:fltVal val="233.18"/>
                                          </p:val>
                                        </p:tav>
                                        <p:tav tm="48913">
                                          <p:val>
                                            <p:fltVal val="231.27"/>
                                          </p:val>
                                        </p:tav>
                                        <p:tav tm="65217">
                                          <p:val>
                                            <p:fltVal val="230.98"/>
                                          </p:val>
                                        </p:tav>
                                        <p:tav tm="65994">
                                          <p:val>
                                            <p:fltVal val="350.17"/>
                                          </p:val>
                                        </p:tav>
                                        <p:tav tm="66770">
                                          <p:val>
                                            <p:fltVal val="365.67"/>
                                          </p:val>
                                        </p:tav>
                                        <p:tav tm="67547">
                                          <p:val>
                                            <p:fltVal val="368.48"/>
                                          </p:val>
                                        </p:tav>
                                        <p:tav tm="68323">
                                          <p:val>
                                            <p:fltVal val="428.05"/>
                                          </p:val>
                                        </p:tav>
                                        <p:tav tm="69099">
                                          <p:val>
                                            <p:fltVal val="484.72"/>
                                          </p:val>
                                        </p:tav>
                                        <p:tav tm="69876">
                                          <p:val>
                                            <p:fltVal val="507.74"/>
                                          </p:val>
                                        </p:tav>
                                        <p:tav tm="70652">
                                          <p:val>
                                            <p:fltVal val="519.66"/>
                                          </p:val>
                                        </p:tav>
                                        <p:tav tm="71429">
                                          <p:val>
                                            <p:fltVal val="526.13"/>
                                          </p:val>
                                        </p:tav>
                                        <p:tav tm="72205">
                                          <p:val>
                                            <p:fltVal val="529.56"/>
                                          </p:val>
                                        </p:tav>
                                        <p:tav tm="72981">
                                          <p:val>
                                            <p:fltVal val="531.17"/>
                                          </p:val>
                                        </p:tav>
                                        <p:tav tm="73758">
                                          <p:val>
                                            <p:fltVal val="531.66"/>
                                          </p:val>
                                        </p:tav>
                                        <p:tav tm="77640">
                                          <p:val>
                                            <p:fltVal val="531.96"/>
                                          </p:val>
                                        </p:tav>
                                        <p:tav tm="80745">
                                          <p:val>
                                            <p:fltVal val="532.95"/>
                                          </p:val>
                                        </p:tav>
                                        <p:tav tm="87733">
                                          <p:val>
                                            <p:fltVal val="532.98"/>
                                          </p:val>
                                        </p:tav>
                                        <p:tav tm="88509">
                                          <p:val>
                                            <p:fltVal val="503.83"/>
                                          </p:val>
                                        </p:tav>
                                        <p:tav tm="89286">
                                          <p:val>
                                            <p:fltVal val="457.48"/>
                                          </p:val>
                                        </p:tav>
                                        <p:tav tm="90062">
                                          <p:val>
                                            <p:fltVal val="422.37"/>
                                          </p:val>
                                        </p:tav>
                                        <p:tav tm="90839">
                                          <p:val>
                                            <p:fltVal val="400.24"/>
                                          </p:val>
                                        </p:tav>
                                        <p:tav tm="91615">
                                          <p:val>
                                            <p:fltVal val="386.59"/>
                                          </p:val>
                                        </p:tav>
                                        <p:tav tm="92391">
                                          <p:val>
                                            <p:fltVal val="377.8"/>
                                          </p:val>
                                        </p:tav>
                                        <p:tav tm="93168">
                                          <p:val>
                                            <p:fltVal val="371.92"/>
                                          </p:val>
                                        </p:tav>
                                        <p:tav tm="93944">
                                          <p:val>
                                            <p:fltVal val="367.87"/>
                                          </p:val>
                                        </p:tav>
                                        <p:tav tm="94720">
                                          <p:val>
                                            <p:fltVal val="365.04"/>
                                          </p:val>
                                        </p:tav>
                                        <p:tav tm="95497">
                                          <p:val>
                                            <p:fltVal val="363.08"/>
                                          </p:val>
                                        </p:tav>
                                        <p:tav tm="97050">
                                          <p:val>
                                            <p:fltVal val="360.85"/>
                                          </p:val>
                                        </p:tav>
                                        <p:tav tm="99379">
                                          <p:val>
                                            <p:fltVal val="359.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0" dur="67">
                                          <p:stCondLst>
                                            <p:cond delay="1033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1" dur="429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12623"/>
                                          </p:val>
                                        </p:tav>
                                        <p:tav tm="23292">
                                          <p:val>
                                            <p:strVal val="#ppt_x-0.12623"/>
                                          </p:val>
                                        </p:tav>
                                        <p:tav tm="24068">
                                          <p:val>
                                            <p:strVal val="#ppt_x-0.11042"/>
                                          </p:val>
                                        </p:tav>
                                        <p:tav tm="24845">
                                          <p:val>
                                            <p:strVal val="#ppt_x-0.08641"/>
                                          </p:val>
                                        </p:tav>
                                        <p:tav tm="25621">
                                          <p:val>
                                            <p:strVal val="#ppt_x-0.06486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4703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3321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2287"/>
                                          </p:val>
                                        </p:tav>
                                        <p:tav tm="28727">
                                          <p:val>
                                            <p:strVal val="#ppt_x-0.01522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0957"/>
                                          </p:val>
                                        </p:tav>
                                        <p:tav tm="30280">
                                          <p:val>
                                            <p:strVal val="#ppt_x-0.00539"/>
                                          </p:val>
                                        </p:tav>
                                        <p:tav tm="31056">
                                          <p:val>
                                            <p:strVal val="#ppt_x-0.00232"/>
                                          </p:val>
                                        </p:tav>
                                        <p:tav tm="31832">
                                          <p:val>
                                            <p:strVal val="#ppt_x-0.00008"/>
                                          </p:val>
                                        </p:tav>
                                        <p:tav tm="32609">
                                          <p:val>
                                            <p:strVal val="#ppt_x+0.00152"/>
                                          </p:val>
                                        </p:tav>
                                        <p:tav tm="33385">
                                          <p:val>
                                            <p:strVal val="#ppt_x+0.00262"/>
                                          </p:val>
                                        </p:tav>
                                        <p:tav tm="34938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36491">
                                          <p:val>
                                            <p:strVal val="#ppt_x+0.00369"/>
                                          </p:val>
                                        </p:tav>
                                        <p:tav tm="38043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38820">
                                          <p:val>
                                            <p:strVal val="#ppt_x+0.00944"/>
                                          </p:val>
                                        </p:tav>
                                        <p:tav tm="39596">
                                          <p:val>
                                            <p:strVal val="#ppt_x+0.02005"/>
                                          </p:val>
                                        </p:tav>
                                        <p:tav tm="40373">
                                          <p:val>
                                            <p:strVal val="#ppt_x+0.02428"/>
                                          </p:val>
                                        </p:tav>
                                        <p:tav tm="41149">
                                          <p:val>
                                            <p:strVal val="#ppt_x+0.02447"/>
                                          </p:val>
                                        </p:tav>
                                        <p:tav tm="43478">
                                          <p:val>
                                            <p:strVal val="#ppt_x+0.02061"/>
                                          </p:val>
                                        </p:tav>
                                        <p:tav tm="45031">
                                          <p:val>
                                            <p:strVal val="#ppt_x+0.0189"/>
                                          </p:val>
                                        </p:tav>
                                        <p:tav tm="47360">
                                          <p:val>
                                            <p:strVal val="#ppt_x+0.01763"/>
                                          </p:val>
                                        </p:tav>
                                        <p:tav tm="50466">
                                          <p:val>
                                            <p:strVal val="#ppt_x+0.01719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1719"/>
                                          </p:val>
                                        </p:tav>
                                        <p:tav tm="65994">
                                          <p:val>
                                            <p:strVal val="#ppt_x-0.0083"/>
                                          </p:val>
                                        </p:tav>
                                        <p:tav tm="66770">
                                          <p:val>
                                            <p:strVal val="#ppt_x-0.02064"/>
                                          </p:val>
                                        </p:tav>
                                        <p:tav tm="67547">
                                          <p:val>
                                            <p:strVal val="#ppt_x-0.02296"/>
                                          </p:val>
                                        </p:tav>
                                        <p:tav tm="68323">
                                          <p:val>
                                            <p:strVal val="#ppt_x-0.05251"/>
                                          </p:val>
                                        </p:tav>
                                        <p:tav tm="69099">
                                          <p:val>
                                            <p:strVal val="#ppt_x-0.03992"/>
                                          </p:val>
                                        </p:tav>
                                        <p:tav tm="69876">
                                          <p:val>
                                            <p:strVal val="#ppt_x-0.02427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161"/>
                                          </p:val>
                                        </p:tav>
                                        <p:tav tm="71429">
                                          <p:val>
                                            <p:strVal val="#ppt_x-0.01187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97"/>
                                          </p:val>
                                        </p:tav>
                                        <p:tav tm="72981">
                                          <p:val>
                                            <p:strVal val="#ppt_x-0.00869"/>
                                          </p:val>
                                        </p:tav>
                                        <p:tav tm="75311">
                                          <p:val>
                                            <p:strVal val="#ppt_x-0.00848"/>
                                          </p:val>
                                        </p:tav>
                                        <p:tav tm="78416">
                                          <p:val>
                                            <p:strVal val="#ppt_x-0.00964"/>
                                          </p:val>
                                        </p:tav>
                                        <p:tav tm="80745">
                                          <p:val>
                                            <p:strVal val="#ppt_x-0.01212"/>
                                          </p:val>
                                        </p:tav>
                                        <p:tav tm="87733">
                                          <p:val>
                                            <p:strVal val="#ppt_x-0.01225"/>
                                          </p:val>
                                        </p:tav>
                                        <p:tav tm="88509">
                                          <p:val>
                                            <p:strVal val="#ppt_x-0.03426"/>
                                          </p:val>
                                        </p:tav>
                                        <p:tav tm="89286">
                                          <p:val>
                                            <p:strVal val="#ppt_x-0.05143"/>
                                          </p:val>
                                        </p:tav>
                                        <p:tav tm="90062">
                                          <p:val>
                                            <p:strVal val="#ppt_x-0.04491"/>
                                          </p:val>
                                        </p:tav>
                                        <p:tav tm="90839">
                                          <p:val>
                                            <p:strVal val="#ppt_x-0.03265"/>
                                          </p:val>
                                        </p:tav>
                                        <p:tav tm="91615">
                                          <p:val>
                                            <p:strVal val="#ppt_x-0.02266"/>
                                          </p:val>
                                        </p:tav>
                                        <p:tav tm="92391">
                                          <p:val>
                                            <p:strVal val="#ppt_x-0.01552"/>
                                          </p:val>
                                        </p:tav>
                                        <p:tav tm="93168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93944">
                                          <p:val>
                                            <p:strVal val="#ppt_x-0.00698"/>
                                          </p:val>
                                        </p:tav>
                                        <p:tav tm="94720">
                                          <p:val>
                                            <p:strVal val="#ppt_x-0.0045"/>
                                          </p:val>
                                        </p:tav>
                                        <p:tav tm="95497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97050">
                                          <p:val>
                                            <p:strVal val="#ppt_x-0.00077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429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397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6397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5597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4381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3289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2385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685"/>
                                          </p:val>
                                        </p:tav>
                                        <p:tav tm="27950">
                                          <p:val>
                                            <p:strVal val="#ppt_y+0.01161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774"/>
                                          </p:val>
                                        </p:tav>
                                        <p:tav tm="30280">
                                          <p:val>
                                            <p:strVal val="#ppt_y+0.00277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008"/>
                                          </p:val>
                                        </p:tav>
                                        <p:tav tm="34161">
                                          <p:val>
                                            <p:strVal val="#ppt_y-0.00163"/>
                                          </p:val>
                                        </p:tav>
                                        <p:tav tm="38043">
                                          <p:val>
                                            <p:strVal val="#ppt_y-0.00146"/>
                                          </p:val>
                                        </p:tav>
                                        <p:tav tm="38820">
                                          <p:val>
                                            <p:strVal val="#ppt_y-0.00431"/>
                                          </p:val>
                                        </p:tav>
                                        <p:tav tm="39596">
                                          <p:val>
                                            <p:strVal val="#ppt_y-0.02003"/>
                                          </p:val>
                                        </p:tav>
                                        <p:tav tm="40373">
                                          <p:val>
                                            <p:strVal val="#ppt_y-0.03954"/>
                                          </p:val>
                                        </p:tav>
                                        <p:tav tm="41149">
                                          <p:val>
                                            <p:strVal val="#ppt_y-0.05377"/>
                                          </p:val>
                                        </p:tav>
                                        <p:tav tm="41925">
                                          <p:val>
                                            <p:strVal val="#ppt_y-0.06358"/>
                                          </p:val>
                                        </p:tav>
                                        <p:tav tm="42702">
                                          <p:val>
                                            <p:strVal val="#ppt_y-0.06994"/>
                                          </p:val>
                                        </p:tav>
                                        <p:tav tm="43478">
                                          <p:val>
                                            <p:strVal val="#ppt_y-0.0741"/>
                                          </p:val>
                                        </p:tav>
                                        <p:tav tm="44255">
                                          <p:val>
                                            <p:strVal val="#ppt_y-0.0769"/>
                                          </p:val>
                                        </p:tav>
                                        <p:tav tm="45807">
                                          <p:val>
                                            <p:strVal val="#ppt_y-0.08021"/>
                                          </p:val>
                                        </p:tav>
                                        <p:tav tm="47360">
                                          <p:val>
                                            <p:strVal val="#ppt_y-0.08183"/>
                                          </p:val>
                                        </p:tav>
                                        <p:tav tm="50466">
                                          <p:val>
                                            <p:strVal val="#ppt_y-0.08276"/>
                                          </p:val>
                                        </p:tav>
                                        <p:tav tm="65217">
                                          <p:val>
                                            <p:strVal val="#ppt_y-0.08276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0541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069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067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9345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22895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28173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30237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31177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31629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3183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3189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31822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3156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31083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30339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2927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27816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25856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23239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19729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19316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19316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17053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10582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5197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245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12"/>
                                          </p:val>
                                        </p:tav>
                                        <p:tav tm="92391">
                                          <p:val>
                                            <p:strVal val="#ppt_y-0.00613"/>
                                          </p:val>
                                        </p:tav>
                                        <p:tav tm="93168">
                                          <p:val>
                                            <p:strVal val="#ppt_y-0.00322"/>
                                          </p:val>
                                        </p:tav>
                                        <p:tav tm="93944">
                                          <p:val>
                                            <p:strVal val="#ppt_y-0.00171"/>
                                          </p:val>
                                        </p:tav>
                                        <p:tav tm="95497">
                                          <p:val>
                                            <p:strVal val="#ppt_y-0.00046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429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5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25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34388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48641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61445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7204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80254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86403"/>
                                          </p:val>
                                        </p:tav>
                                        <p:tav tm="28727">
                                          <p:val>
                                            <p:strVal val="#ppt_w*0.9095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431"/>
                                          </p:val>
                                        </p:tav>
                                        <p:tav tm="30280">
                                          <p:val>
                                            <p:strVal val="#ppt_w*0.96792"/>
                                          </p:val>
                                        </p:tav>
                                        <p:tav tm="31832">
                                          <p:val>
                                            <p:strVal val="#ppt_w*0.99952"/>
                                          </p:val>
                                        </p:tav>
                                        <p:tav tm="33385">
                                          <p:val>
                                            <p:strVal val="#ppt_w*1.01555"/>
                                          </p:val>
                                        </p:tav>
                                        <p:tav tm="36491">
                                          <p:val>
                                            <p:strVal val="#ppt_w*1.02195"/>
                                          </p:val>
                                        </p:tav>
                                        <p:tav tm="41925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9354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10928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1057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716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1879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6481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2936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1314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90593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90206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90834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224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9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677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999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9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429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24808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34124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48268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60974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71487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79638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8574"/>
                                          </p:val>
                                        </p:tav>
                                        <p:tav tm="28727">
                                          <p:val>
                                            <p:strVal val="#ppt_h*0.90253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3587"/>
                                          </p:val>
                                        </p:tav>
                                        <p:tav tm="30280">
                                          <p:val>
                                            <p:strVal val="#ppt_h*0.9605"/>
                                          </p:val>
                                        </p:tav>
                                        <p:tav tm="31832">
                                          <p:val>
                                            <p:strVal val="#ppt_h*0.99186"/>
                                          </p:val>
                                        </p:tav>
                                        <p:tav tm="33385">
                                          <p:val>
                                            <p:strVal val="#ppt_h*1.00775"/>
                                          </p:val>
                                        </p:tav>
                                        <p:tav tm="36491">
                                          <p:val>
                                            <p:strVal val="#ppt_h*1.01411"/>
                                          </p:val>
                                        </p:tav>
                                        <p:tav tm="41925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6526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4351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4437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27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8884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5147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9393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11431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12753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12511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10042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6342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3502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82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4293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6.98"/>
                                          </p:val>
                                        </p:tav>
                                        <p:tav tm="23292">
                                          <p:val>
                                            <p:fltVal val="136.98"/>
                                          </p:val>
                                        </p:tav>
                                        <p:tav tm="24068">
                                          <p:val>
                                            <p:fltVal val="119.84"/>
                                          </p:val>
                                        </p:tav>
                                        <p:tav tm="24845">
                                          <p:val>
                                            <p:fltVal val="93.8"/>
                                          </p:val>
                                        </p:tav>
                                        <p:tav tm="25621">
                                          <p:val>
                                            <p:fltVal val="70.41"/>
                                          </p:val>
                                        </p:tav>
                                        <p:tav tm="26398">
                                          <p:val>
                                            <p:fltVal val="51.06"/>
                                          </p:val>
                                        </p:tav>
                                        <p:tav tm="27174">
                                          <p:val>
                                            <p:fltVal val="36.05"/>
                                          </p:val>
                                        </p:tav>
                                        <p:tav tm="27950">
                                          <p:val>
                                            <p:fltVal val="24.82"/>
                                          </p:val>
                                        </p:tav>
                                        <p:tav tm="28727">
                                          <p:val>
                                            <p:fltVal val="16.51"/>
                                          </p:val>
                                        </p:tav>
                                        <p:tav tm="29503">
                                          <p:val>
                                            <p:fltVal val="10.38"/>
                                          </p:val>
                                        </p:tav>
                                        <p:tav tm="30280">
                                          <p:val>
                                            <p:fltVal val="5.84"/>
                                          </p:val>
                                        </p:tav>
                                        <p:tav tm="31056">
                                          <p:val>
                                            <p:fltVal val="2.5"/>
                                          </p:val>
                                        </p:tav>
                                        <p:tav tm="31832">
                                          <p:val>
                                            <p:fltVal val="0.07"/>
                                          </p:val>
                                        </p:tav>
                                        <p:tav tm="32609">
                                          <p:val>
                                            <p:fltVal val="-1.67"/>
                                          </p:val>
                                        </p:tav>
                                        <p:tav tm="34161">
                                          <p:val>
                                            <p:fltVal val="-3.61"/>
                                          </p:val>
                                        </p:tav>
                                        <p:tav tm="35714">
                                          <p:val>
                                            <p:fltVal val="-4.14"/>
                                          </p:val>
                                        </p:tav>
                                        <p:tav tm="38043">
                                          <p:val>
                                            <p:fltVal val="-3.25"/>
                                          </p:val>
                                        </p:tav>
                                        <p:tav tm="38820">
                                          <p:val>
                                            <p:fltVal val="-19.34"/>
                                          </p:val>
                                        </p:tav>
                                        <p:tav tm="39596">
                                          <p:val>
                                            <p:fltVal val="-51.26"/>
                                          </p:val>
                                        </p:tav>
                                        <p:tav tm="40373">
                                          <p:val>
                                            <p:fltVal val="-77.02"/>
                                          </p:val>
                                        </p:tav>
                                        <p:tav tm="41149">
                                          <p:val>
                                            <p:fltVal val="-93.99"/>
                                          </p:val>
                                        </p:tav>
                                        <p:tav tm="41925">
                                          <p:val>
                                            <p:fltVal val="-105.21"/>
                                          </p:val>
                                        </p:tav>
                                        <p:tav tm="42702">
                                          <p:val>
                                            <p:fltVal val="-112.64"/>
                                          </p:val>
                                        </p:tav>
                                        <p:tav tm="43478">
                                          <p:val>
                                            <p:fltVal val="-117.69"/>
                                          </p:val>
                                        </p:tav>
                                        <p:tav tm="44255">
                                          <p:val>
                                            <p:fltVal val="-121.22"/>
                                          </p:val>
                                        </p:tav>
                                        <p:tav tm="45031">
                                          <p:val>
                                            <p:fltVal val="-123.73"/>
                                          </p:val>
                                        </p:tav>
                                        <p:tav tm="46584">
                                          <p:val>
                                            <p:fltVal val="-126.82"/>
                                          </p:val>
                                        </p:tav>
                                        <p:tav tm="48137">
                                          <p:val>
                                            <p:fltVal val="-128.34"/>
                                          </p:val>
                                        </p:tav>
                                        <p:tav tm="49689">
                                          <p:val>
                                            <p:fltVal val="-128.94"/>
                                          </p:val>
                                        </p:tav>
                                        <p:tav tm="65217">
                                          <p:val>
                                            <p:fltVal val="-129.02"/>
                                          </p:val>
                                        </p:tav>
                                        <p:tav tm="65994">
                                          <p:val>
                                            <p:fltVal val="-9.83"/>
                                          </p:val>
                                        </p:tav>
                                        <p:tav tm="66770">
                                          <p:val>
                                            <p:fltVal val="5.67"/>
                                          </p:val>
                                        </p:tav>
                                        <p:tav tm="67547">
                                          <p:val>
                                            <p:fltVal val="8.48"/>
                                          </p:val>
                                        </p:tav>
                                        <p:tav tm="68323">
                                          <p:val>
                                            <p:fltVal val="68.05"/>
                                          </p:val>
                                        </p:tav>
                                        <p:tav tm="69099">
                                          <p:val>
                                            <p:fltVal val="124.72"/>
                                          </p:val>
                                        </p:tav>
                                        <p:tav tm="69876">
                                          <p:val>
                                            <p:fltVal val="147.74"/>
                                          </p:val>
                                        </p:tav>
                                        <p:tav tm="70652">
                                          <p:val>
                                            <p:fltVal val="159.66"/>
                                          </p:val>
                                        </p:tav>
                                        <p:tav tm="71429">
                                          <p:val>
                                            <p:fltVal val="166.13"/>
                                          </p:val>
                                        </p:tav>
                                        <p:tav tm="72205">
                                          <p:val>
                                            <p:fltVal val="169.56"/>
                                          </p:val>
                                        </p:tav>
                                        <p:tav tm="72981">
                                          <p:val>
                                            <p:fltVal val="171.17"/>
                                          </p:val>
                                        </p:tav>
                                        <p:tav tm="73758">
                                          <p:val>
                                            <p:fltVal val="171.66"/>
                                          </p:val>
                                        </p:tav>
                                        <p:tav tm="77640">
                                          <p:val>
                                            <p:fltVal val="171.96"/>
                                          </p:val>
                                        </p:tav>
                                        <p:tav tm="80745">
                                          <p:val>
                                            <p:fltVal val="172.95"/>
                                          </p:val>
                                        </p:tav>
                                        <p:tav tm="87733">
                                          <p:val>
                                            <p:fltVal val="172.98"/>
                                          </p:val>
                                        </p:tav>
                                        <p:tav tm="88509">
                                          <p:val>
                                            <p:fltVal val="143.83"/>
                                          </p:val>
                                        </p:tav>
                                        <p:tav tm="89286">
                                          <p:val>
                                            <p:fltVal val="97.48"/>
                                          </p:val>
                                        </p:tav>
                                        <p:tav tm="90062">
                                          <p:val>
                                            <p:fltVal val="62.37"/>
                                          </p:val>
                                        </p:tav>
                                        <p:tav tm="90839">
                                          <p:val>
                                            <p:fltVal val="40.24"/>
                                          </p:val>
                                        </p:tav>
                                        <p:tav tm="91615">
                                          <p:val>
                                            <p:fltVal val="26.59"/>
                                          </p:val>
                                        </p:tav>
                                        <p:tav tm="92391">
                                          <p:val>
                                            <p:fltVal val="17.8"/>
                                          </p:val>
                                        </p:tav>
                                        <p:tav tm="93168">
                                          <p:val>
                                            <p:fltVal val="11.92"/>
                                          </p:val>
                                        </p:tav>
                                        <p:tav tm="93944">
                                          <p:val>
                                            <p:fltVal val="7.87"/>
                                          </p:val>
                                        </p:tav>
                                        <p:tav tm="94720">
                                          <p:val>
                                            <p:fltVal val="5.04"/>
                                          </p:val>
                                        </p:tav>
                                        <p:tav tm="95497">
                                          <p:val>
                                            <p:fltVal val="3.08"/>
                                          </p:val>
                                        </p:tav>
                                        <p:tav tm="97050">
                                          <p:val>
                                            <p:fltVal val="0.85"/>
                                          </p:val>
                                        </p:tav>
                                        <p:tav tm="99379">
                                          <p:val>
                                            <p:fltVal val="-0.0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8" dur="67">
                                          <p:stCondLst>
                                            <p:cond delay="933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589" dur="429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5499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15499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13323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10362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771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5527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3843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2586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1658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974"/>
                                          </p:val>
                                        </p:tav>
                                        <p:tav tm="27950">
                                          <p:val>
                                            <p:strVal val="#ppt_x+0.0047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099"/>
                                          </p:val>
                                        </p:tav>
                                        <p:tav tm="29503">
                                          <p:val>
                                            <p:strVal val="#ppt_x-0.00171"/>
                                          </p:val>
                                        </p:tav>
                                        <p:tav tm="31056">
                                          <p:val>
                                            <p:strVal val="#ppt_x-0.00495"/>
                                          </p:val>
                                        </p:tav>
                                        <p:tav tm="32609">
                                          <p:val>
                                            <p:strVal val="#ppt_x-0.00621"/>
                                          </p:val>
                                        </p:tav>
                                        <p:tav tm="34161">
                                          <p:val>
                                            <p:strVal val="#ppt_x-0.00618"/>
                                          </p:val>
                                        </p:tav>
                                        <p:tav tm="36491">
                                          <p:val>
                                            <p:strVal val="#ppt_x-0.00456"/>
                                          </p:val>
                                        </p:tav>
                                        <p:tav tm="38820">
                                          <p:val>
                                            <p:strVal val="#ppt_x-0.00174"/>
                                          </p:val>
                                        </p:tav>
                                        <p:tav tm="39596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164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297"/>
                                          </p:val>
                                        </p:tav>
                                        <p:tav tm="68323">
                                          <p:val>
                                            <p:strVal val="#ppt_x+0.00481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069"/>
                                          </p:val>
                                        </p:tav>
                                        <p:tav tm="70652">
                                          <p:val>
                                            <p:strVal val="#ppt_x-0.00025"/>
                                          </p:val>
                                        </p:tav>
                                        <p:tav tm="72205">
                                          <p:val>
                                            <p:strVal val="#ppt_x-0.00099"/>
                                          </p:val>
                                        </p:tav>
                                        <p:tav tm="76863">
                                          <p:val>
                                            <p:strVal val="#ppt_x-0.00084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006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129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137"/>
                                          </p:val>
                                        </p:tav>
                                        <p:tav tm="89286">
                                          <p:val>
                                            <p:strVal val="#ppt_x+0.004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177"/>
                                          </p:val>
                                        </p:tav>
                                        <p:tav tm="93168">
                                          <p:val>
                                            <p:strVal val="#ppt_x+0.00083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429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15763"/>
                                          </p:val>
                                        </p:tav>
                                        <p:tav tm="20963">
                                          <p:val>
                                            <p:strVal val="#ppt_y-0.15763"/>
                                          </p:val>
                                        </p:tav>
                                        <p:tav tm="21739">
                                          <p:val>
                                            <p:strVal val="#ppt_y-0.13522"/>
                                          </p:val>
                                        </p:tav>
                                        <p:tav tm="22516">
                                          <p:val>
                                            <p:strVal val="#ppt_y-0.10485"/>
                                          </p:val>
                                        </p:tav>
                                        <p:tav tm="23292">
                                          <p:val>
                                            <p:strVal val="#ppt_y-0.07787"/>
                                          </p:val>
                                        </p:tav>
                                        <p:tav tm="24068">
                                          <p:val>
                                            <p:strVal val="#ppt_y-0.05582"/>
                                          </p:val>
                                        </p:tav>
                                        <p:tav tm="24845">
                                          <p:val>
                                            <p:strVal val="#ppt_y-0.03888"/>
                                          </p:val>
                                        </p:tav>
                                        <p:tav tm="25621">
                                          <p:val>
                                            <p:strVal val="#ppt_y-0.02627"/>
                                          </p:val>
                                        </p:tav>
                                        <p:tav tm="26398">
                                          <p:val>
                                            <p:strVal val="#ppt_y-0.01697"/>
                                          </p:val>
                                        </p:tav>
                                        <p:tav tm="27174">
                                          <p:val>
                                            <p:strVal val="#ppt_y-0.0101"/>
                                          </p:val>
                                        </p:tav>
                                        <p:tav tm="27950">
                                          <p:val>
                                            <p:strVal val="#ppt_y-0.00503"/>
                                          </p:val>
                                        </p:tav>
                                        <p:tav tm="29503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0467"/>
                                          </p:val>
                                        </p:tav>
                                        <p:tav tm="32609">
                                          <p:val>
                                            <p:strVal val="#ppt_y+0.00594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0591"/>
                                          </p:val>
                                        </p:tav>
                                        <p:tav tm="39596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134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244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831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903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2688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08572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1081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2202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276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3042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3212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3149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2914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2479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180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0841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09519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07743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05372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2193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1819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1819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0154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0947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0484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0232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103"/>
                                          </p:val>
                                        </p:tav>
                                        <p:tav tm="93944">
                                          <p:val>
                                            <p:strVal val="#ppt_y+0.00033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29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68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24968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35407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4957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62217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72623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80662"/>
                                          </p:val>
                                        </p:tav>
                                        <p:tav tm="25621">
                                          <p:val>
                                            <p:strVal val="#ppt_w*0.86671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1115"/>
                                          </p:val>
                                        </p:tav>
                                        <p:tav tm="27174">
                                          <p:val>
                                            <p:strVal val="#ppt_w*0.94397"/>
                                          </p:val>
                                        </p:tav>
                                        <p:tav tm="27950">
                                          <p:val>
                                            <p:strVal val="#ppt_w*0.96821"/>
                                          </p:val>
                                        </p:tav>
                                        <p:tav tm="29503">
                                          <p:val>
                                            <p:strVal val="#ppt_w*0.99906"/>
                                          </p:val>
                                        </p:tav>
                                        <p:tav tm="31056">
                                          <p:val>
                                            <p:strVal val="#ppt_w*1.01463"/>
                                          </p:val>
                                        </p:tav>
                                        <p:tav tm="34161">
                                          <p:val>
                                            <p:strVal val="#ppt_w*1.02056"/>
                                          </p:val>
                                        </p:tav>
                                        <p:tav tm="39596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4637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39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241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3504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7824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96438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7057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794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741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8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429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4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2484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35225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49315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61897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7225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80248"/>
                                          </p:val>
                                        </p:tav>
                                        <p:tav tm="25621">
                                          <p:val>
                                            <p:strVal val="#ppt_h*0.86226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0646"/>
                                          </p:val>
                                        </p:tav>
                                        <p:tav tm="27174">
                                          <p:val>
                                            <p:strVal val="#ppt_h*0.93912"/>
                                          </p:val>
                                        </p:tav>
                                        <p:tav tm="27950">
                                          <p:val>
                                            <p:strVal val="#ppt_h*0.96324"/>
                                          </p:val>
                                        </p:tav>
                                        <p:tav tm="29503">
                                          <p:val>
                                            <p:strVal val="#ppt_h*0.99393"/>
                                          </p:val>
                                        </p:tav>
                                        <p:tav tm="31056">
                                          <p:val>
                                            <p:strVal val="#ppt_h*1.00941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.01531"/>
                                          </p:val>
                                        </p:tav>
                                        <p:tav tm="39596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90426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9834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78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733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2315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04015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05432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05457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04581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3038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1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3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4293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02.16"/>
                                          </p:val>
                                        </p:tav>
                                        <p:tav tm="20963">
                                          <p:val>
                                            <p:fltVal val="202.16"/>
                                          </p:val>
                                        </p:tav>
                                        <p:tav tm="21739">
                                          <p:val>
                                            <p:fltVal val="226.41"/>
                                          </p:val>
                                        </p:tav>
                                        <p:tav tm="22516">
                                          <p:val>
                                            <p:fltVal val="259.31"/>
                                          </p:val>
                                        </p:tav>
                                        <p:tav tm="23292">
                                          <p:val>
                                            <p:fltVal val="288.69"/>
                                          </p:val>
                                        </p:tav>
                                        <p:tav tm="24068">
                                          <p:val>
                                            <p:fltVal val="312.87"/>
                                          </p:val>
                                        </p:tav>
                                        <p:tav tm="24845">
                                          <p:val>
                                            <p:fltVal val="331.54"/>
                                          </p:val>
                                        </p:tav>
                                        <p:tav tm="25621">
                                          <p:val>
                                            <p:fltVal val="345.5"/>
                                          </p:val>
                                        </p:tav>
                                        <p:tav tm="26398">
                                          <p:val>
                                            <p:fltVal val="355.82"/>
                                          </p:val>
                                        </p:tav>
                                        <p:tav tm="27174">
                                          <p:val>
                                            <p:fltVal val="363.45"/>
                                          </p:val>
                                        </p:tav>
                                        <p:tav tm="27950">
                                          <p:val>
                                            <p:fltVal val="369.08"/>
                                          </p:val>
                                        </p:tav>
                                        <p:tav tm="28727">
                                          <p:val>
                                            <p:fltVal val="373.23"/>
                                          </p:val>
                                        </p:tav>
                                        <p:tav tm="29503">
                                          <p:val>
                                            <p:fltVal val="376.24"/>
                                          </p:val>
                                        </p:tav>
                                        <p:tav tm="30280">
                                          <p:val>
                                            <p:fltVal val="378.39"/>
                                          </p:val>
                                        </p:tav>
                                        <p:tav tm="31056">
                                          <p:val>
                                            <p:fltVal val="379.86"/>
                                          </p:val>
                                        </p:tav>
                                        <p:tav tm="32609">
                                          <p:val>
                                            <p:fltVal val="381.27"/>
                                          </p:val>
                                        </p:tav>
                                        <p:tav tm="34161">
                                          <p:val>
                                            <p:fltVal val="381.24"/>
                                          </p:val>
                                        </p:tav>
                                        <p:tav tm="36491">
                                          <p:val>
                                            <p:fltVal val="379.43"/>
                                          </p:val>
                                        </p:tav>
                                        <p:tav tm="38820">
                                          <p:val>
                                            <p:fltVal val="376.28"/>
                                          </p:val>
                                        </p:tav>
                                        <p:tav tm="39596">
                                          <p:val>
                                            <p:fltVal val="376.16"/>
                                          </p:val>
                                        </p:tav>
                                        <p:tav tm="65217">
                                          <p:val>
                                            <p:fltVal val="376.16"/>
                                          </p:val>
                                        </p:tav>
                                        <p:tav tm="65994">
                                          <p:val>
                                            <p:fltVal val="360.04"/>
                                          </p:val>
                                        </p:tav>
                                        <p:tav tm="66770">
                                          <p:val>
                                            <p:fltVal val="357.77"/>
                                          </p:val>
                                        </p:tav>
                                        <p:tav tm="67547">
                                          <p:val>
                                            <p:fltVal val="357.35"/>
                                          </p:val>
                                        </p:tav>
                                        <p:tav tm="68323">
                                          <p:val>
                                            <p:fltVal val="309.92"/>
                                          </p:val>
                                        </p:tav>
                                        <p:tav tm="69099">
                                          <p:val>
                                            <p:fltVal val="269.17"/>
                                          </p:val>
                                        </p:tav>
                                        <p:tav tm="69876">
                                          <p:val>
                                            <p:fltVal val="254.27"/>
                                          </p:val>
                                        </p:tav>
                                        <p:tav tm="70652">
                                          <p:val>
                                            <p:fltVal val="247.21"/>
                                          </p:val>
                                        </p:tav>
                                        <p:tav tm="71429">
                                          <p:val>
                                            <p:fltVal val="243.5"/>
                                          </p:val>
                                        </p:tav>
                                        <p:tav tm="72205">
                                          <p:val>
                                            <p:fltVal val="241.54"/>
                                          </p:val>
                                        </p:tav>
                                        <p:tav tm="72981">
                                          <p:val>
                                            <p:fltVal val="240.62"/>
                                          </p:val>
                                        </p:tav>
                                        <p:tav tm="76087">
                                          <p:val>
                                            <p:fltVal val="239.93"/>
                                          </p:val>
                                        </p:tav>
                                        <p:tav tm="77640">
                                          <p:val>
                                            <p:fltVal val="239.02"/>
                                          </p:val>
                                        </p:tav>
                                        <p:tav tm="79193">
                                          <p:val>
                                            <p:fltVal val="237.32"/>
                                          </p:val>
                                        </p:tav>
                                        <p:tav tm="80745">
                                          <p:val>
                                            <p:fltVal val="234.36"/>
                                          </p:val>
                                        </p:tav>
                                        <p:tav tm="87733">
                                          <p:val>
                                            <p:fltVal val="234.16"/>
                                          </p:val>
                                        </p:tav>
                                        <p:tav tm="88509">
                                          <p:val>
                                            <p:fltVal val="255.4"/>
                                          </p:val>
                                        </p:tav>
                                        <p:tav tm="89286">
                                          <p:val>
                                            <p:fltVal val="289.16"/>
                                          </p:val>
                                        </p:tav>
                                        <p:tav tm="90062">
                                          <p:val>
                                            <p:fltVal val="314.73"/>
                                          </p:val>
                                        </p:tav>
                                        <p:tav tm="90839">
                                          <p:val>
                                            <p:fltVal val="330.84"/>
                                          </p:val>
                                        </p:tav>
                                        <p:tav tm="91615">
                                          <p:val>
                                            <p:fltVal val="340.79"/>
                                          </p:val>
                                        </p:tav>
                                        <p:tav tm="92391">
                                          <p:val>
                                            <p:fltVal val="347.19"/>
                                          </p:val>
                                        </p:tav>
                                        <p:tav tm="93168">
                                          <p:val>
                                            <p:fltVal val="351.47"/>
                                          </p:val>
                                        </p:tav>
                                        <p:tav tm="93944">
                                          <p:val>
                                            <p:fltVal val="354.42"/>
                                          </p:val>
                                        </p:tav>
                                        <p:tav tm="94720">
                                          <p:val>
                                            <p:fltVal val="356.48"/>
                                          </p:val>
                                        </p:tav>
                                        <p:tav tm="95497">
                                          <p:val>
                                            <p:fltVal val="357.91"/>
                                          </p:val>
                                        </p:tav>
                                        <p:tav tm="97050">
                                          <p:val>
                                            <p:fltVal val="359.54"/>
                                          </p:val>
                                        </p:tav>
                                        <p:tav tm="99379">
                                          <p:val>
                                            <p:fltVal val="360.1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833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6" dur="429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15591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15591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13119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1009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7395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5183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3477"/>
                                          </p:val>
                                        </p:tav>
                                        <p:tav tm="23292">
                                          <p:val>
                                            <p:strVal val="#ppt_x+0.02203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126"/>
                                          </p:val>
                                        </p:tav>
                                        <p:tav tm="24845">
                                          <p:val>
                                            <p:strVal val="#ppt_x+0.00563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26398">
                                          <p:val>
                                            <p:strVal val="#ppt_x-0.00329"/>
                                          </p:val>
                                        </p:tav>
                                        <p:tav tm="27174">
                                          <p:val>
                                            <p:strVal val="#ppt_x-0.00604"/>
                                          </p:val>
                                        </p:tav>
                                        <p:tav tm="27950">
                                          <p:val>
                                            <p:strVal val="#ppt_x-0.008"/>
                                          </p:val>
                                        </p:tav>
                                        <p:tav tm="28727">
                                          <p:val>
                                            <p:strVal val="#ppt_x-0.00932"/>
                                          </p:val>
                                        </p:tav>
                                        <p:tav tm="30280">
                                          <p:val>
                                            <p:strVal val="#ppt_x-0.01058"/>
                                          </p:val>
                                        </p:tav>
                                        <p:tav tm="31832">
                                          <p:val>
                                            <p:strVal val="#ppt_x-0.01051"/>
                                          </p:val>
                                        </p:tav>
                                        <p:tav tm="34161">
                                          <p:val>
                                            <p:strVal val="#ppt_x-0.00879"/>
                                          </p:val>
                                        </p:tav>
                                        <p:tav tm="36491">
                                          <p:val>
                                            <p:strVal val="#ppt_x-0.00582"/>
                                          </p:val>
                                        </p:tav>
                                        <p:tav tm="65217">
                                          <p:val>
                                            <p:strVal val="#ppt_x-0.0058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0508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0696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0732"/>
                                          </p:val>
                                        </p:tav>
                                        <p:tav tm="68323">
                                          <p:val>
                                            <p:strVal val="#ppt_x+0.01417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047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0211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0075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73758">
                                          <p:val>
                                            <p:strVal val="#ppt_x-0.00039"/>
                                          </p:val>
                                        </p:tav>
                                        <p:tav tm="76863">
                                          <p:val>
                                            <p:strVal val="#ppt_x+0.00002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0119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028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029"/>
                                          </p:val>
                                        </p:tav>
                                        <p:tav tm="88509">
                                          <p:val>
                                            <p:strVal val="#ppt_x+0.0088"/>
                                          </p:val>
                                        </p:tav>
                                        <p:tav tm="89286">
                                          <p:val>
                                            <p:strVal val="#ppt_x+0.01319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1168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0612"/>
                                          </p:val>
                                        </p:tav>
                                        <p:tav tm="93168">
                                          <p:val>
                                            <p:strVal val="#ppt_x+0.00291"/>
                                          </p:val>
                                        </p:tav>
                                        <p:tav tm="95497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" dur="429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4645"/>
                                          </p:val>
                                        </p:tav>
                                        <p:tav tm="18634">
                                          <p:val>
                                            <p:strVal val="#ppt_y+0.04645"/>
                                          </p:val>
                                        </p:tav>
                                        <p:tav tm="19410">
                                          <p:val>
                                            <p:strVal val="#ppt_y+0.03989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2439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184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1382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1045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0618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0388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0234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36491">
                                          <p:val>
                                            <p:strVal val="#ppt_y+0.00323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1986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2239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2286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4573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2431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5753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172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17908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18263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18425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18474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18409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1816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177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17025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16033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4673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2845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0405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07132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06747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06747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05804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3723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205"/>
                                          </p:val>
                                        </p:tav>
                                        <p:tav tm="90839">
                                          <p:val>
                                            <p:strVal val="#ppt_y-0.0112"/>
                                          </p:val>
                                        </p:tav>
                                        <p:tav tm="91615">
                                          <p:val>
                                            <p:strVal val="#ppt_y-0.00635"/>
                                          </p:val>
                                        </p:tav>
                                        <p:tav tm="92391">
                                          <p:val>
                                            <p:strVal val="#ppt_y-0.00367"/>
                                          </p:val>
                                        </p:tav>
                                        <p:tav tm="93944">
                                          <p:val>
                                            <p:strVal val="#ppt_y-0.00111"/>
                                          </p:val>
                                        </p:tav>
                                        <p:tav tm="96273">
                                          <p:val>
                                            <p:strVal val="#ppt_y+0.00021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429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968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24968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36467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50552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63055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73286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81162"/>
                                          </p:val>
                                        </p:tav>
                                        <p:tav tm="23292">
                                          <p:val>
                                            <p:strVal val="#ppt_w*0.87042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1388"/>
                                          </p:val>
                                        </p:tav>
                                        <p:tav tm="24845">
                                          <p:val>
                                            <p:strVal val="#ppt_w*0.94599"/>
                                          </p:val>
                                        </p:tav>
                                        <p:tav tm="26398">
                                          <p:val>
                                            <p:strVal val="#ppt_w*0.98716"/>
                                          </p:val>
                                        </p:tav>
                                        <p:tav tm="28727">
                                          <p:val>
                                            <p:strVal val="#ppt_w*1.01499"/>
                                          </p:val>
                                        </p:tav>
                                        <p:tav tm="31832">
                                          <p:val>
                                            <p:strVal val="#ppt_w*1.02046"/>
                                          </p:val>
                                        </p:tav>
                                        <p:tav tm="36491">
                                          <p:val>
                                            <p:strVal val="#ppt_w*0.9988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4637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393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5241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3504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7824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96438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7057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7943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9741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872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8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429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484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2484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3628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50292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62731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72909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80745"/>
                                          </p:val>
                                        </p:tav>
                                        <p:tav tm="23292">
                                          <p:val>
                                            <p:strVal val="#ppt_h*0.86595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0919"/>
                                          </p:val>
                                        </p:tav>
                                        <p:tav tm="24845">
                                          <p:val>
                                            <p:strVal val="#ppt_h*0.94113"/>
                                          </p:val>
                                        </p:tav>
                                        <p:tav tm="26398">
                                          <p:val>
                                            <p:strVal val="#ppt_h*0.98208"/>
                                          </p:val>
                                        </p:tav>
                                        <p:tav tm="28727">
                                          <p:val>
                                            <p:strVal val="#ppt_h*1.00977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.01522"/>
                                          </p:val>
                                        </p:tav>
                                        <p:tav tm="36491">
                                          <p:val>
                                            <p:strVal val="#ppt_h*0.99368"/>
                                          </p:val>
                                        </p:tav>
                                        <p:tav tm="65217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90426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9834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2786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733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02315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04015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05432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05457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04581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3038"/>
                                          </p:val>
                                        </p:tav>
                                        <p:tav tm="80745">
                                          <p:val>
                                            <p:strVal val="#ppt_h*0.99618"/>
                                          </p:val>
                                        </p:tav>
                                        <p:tav tm="81522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99379">
                                          <p:val>
                                            <p:strVal val="#ppt_h*0.993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4293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2.84"/>
                                          </p:val>
                                        </p:tav>
                                        <p:tav tm="18634">
                                          <p:val>
                                            <p:fltVal val="-132.84"/>
                                          </p:val>
                                        </p:tav>
                                        <p:tav tm="19410">
                                          <p:val>
                                            <p:fltVal val="-165.23"/>
                                          </p:val>
                                        </p:tav>
                                        <p:tav tm="20186">
                                          <p:val>
                                            <p:fltVal val="-204.9"/>
                                          </p:val>
                                        </p:tav>
                                        <p:tav tm="20963">
                                          <p:val>
                                            <p:fltVal val="-240.12"/>
                                          </p:val>
                                        </p:tav>
                                        <p:tav tm="21739">
                                          <p:val>
                                            <p:fltVal val="-268.94"/>
                                          </p:val>
                                        </p:tav>
                                        <p:tav tm="22516">
                                          <p:val>
                                            <p:fltVal val="-291.13"/>
                                          </p:val>
                                        </p:tav>
                                        <p:tav tm="23292">
                                          <p:val>
                                            <p:fltVal val="-307.69"/>
                                          </p:val>
                                        </p:tav>
                                        <p:tav tm="24068">
                                          <p:val>
                                            <p:fltVal val="-319.94"/>
                                          </p:val>
                                        </p:tav>
                                        <p:tav tm="24845">
                                          <p:val>
                                            <p:fltVal val="-328.98"/>
                                          </p:val>
                                        </p:tav>
                                        <p:tav tm="25621">
                                          <p:val>
                                            <p:fltVal val="-335.66"/>
                                          </p:val>
                                        </p:tav>
                                        <p:tav tm="26398">
                                          <p:val>
                                            <p:fltVal val="-340.58"/>
                                          </p:val>
                                        </p:tav>
                                        <p:tav tm="27174">
                                          <p:val>
                                            <p:fltVal val="-344.15"/>
                                          </p:val>
                                        </p:tav>
                                        <p:tav tm="27950">
                                          <p:val>
                                            <p:fltVal val="-346.69"/>
                                          </p:val>
                                        </p:tav>
                                        <p:tav tm="28727">
                                          <p:val>
                                            <p:fltVal val="-348.42"/>
                                          </p:val>
                                        </p:tav>
                                        <p:tav tm="29503">
                                          <p:val>
                                            <p:fltVal val="-349.5"/>
                                          </p:val>
                                        </p:tav>
                                        <p:tav tm="31056">
                                          <p:val>
                                            <p:fltVal val="-350.18"/>
                                          </p:val>
                                        </p:tav>
                                        <p:tav tm="33385">
                                          <p:val>
                                            <p:fltVal val="-348.69"/>
                                          </p:val>
                                        </p:tav>
                                        <p:tav tm="34938">
                                          <p:val>
                                            <p:fltVal val="-346.58"/>
                                          </p:val>
                                        </p:tav>
                                        <p:tav tm="36491">
                                          <p:val>
                                            <p:fltVal val="-343.86"/>
                                          </p:val>
                                        </p:tav>
                                        <p:tav tm="65217">
                                          <p:val>
                                            <p:fltVal val="-343.84"/>
                                          </p:val>
                                        </p:tav>
                                        <p:tav tm="65994">
                                          <p:val>
                                            <p:fltVal val="-359.96"/>
                                          </p:val>
                                        </p:tav>
                                        <p:tav tm="66770">
                                          <p:val>
                                            <p:fltVal val="-362.23"/>
                                          </p:val>
                                        </p:tav>
                                        <p:tav tm="67547">
                                          <p:val>
                                            <p:fltVal val="-362.65"/>
                                          </p:val>
                                        </p:tav>
                                        <p:tav tm="68323">
                                          <p:val>
                                            <p:fltVal val="-410.08"/>
                                          </p:val>
                                        </p:tav>
                                        <p:tav tm="69099">
                                          <p:val>
                                            <p:fltVal val="-450.83"/>
                                          </p:val>
                                        </p:tav>
                                        <p:tav tm="69876">
                                          <p:val>
                                            <p:fltVal val="-465.73"/>
                                          </p:val>
                                        </p:tav>
                                        <p:tav tm="70652">
                                          <p:val>
                                            <p:fltVal val="-472.79"/>
                                          </p:val>
                                        </p:tav>
                                        <p:tav tm="71429">
                                          <p:val>
                                            <p:fltVal val="-476.5"/>
                                          </p:val>
                                        </p:tav>
                                        <p:tav tm="72205">
                                          <p:val>
                                            <p:fltVal val="-478.46"/>
                                          </p:val>
                                        </p:tav>
                                        <p:tav tm="72981">
                                          <p:val>
                                            <p:fltVal val="-479.38"/>
                                          </p:val>
                                        </p:tav>
                                        <p:tav tm="76087">
                                          <p:val>
                                            <p:fltVal val="-480.07"/>
                                          </p:val>
                                        </p:tav>
                                        <p:tav tm="77640">
                                          <p:val>
                                            <p:fltVal val="-480.98"/>
                                          </p:val>
                                        </p:tav>
                                        <p:tav tm="79193">
                                          <p:val>
                                            <p:fltVal val="-482.68"/>
                                          </p:val>
                                        </p:tav>
                                        <p:tav tm="80745">
                                          <p:val>
                                            <p:fltVal val="-485.64"/>
                                          </p:val>
                                        </p:tav>
                                        <p:tav tm="87733">
                                          <p:val>
                                            <p:fltVal val="-485.84"/>
                                          </p:val>
                                        </p:tav>
                                        <p:tav tm="88509">
                                          <p:val>
                                            <p:fltVal val="-464.6"/>
                                          </p:val>
                                        </p:tav>
                                        <p:tav tm="89286">
                                          <p:val>
                                            <p:fltVal val="-430.84"/>
                                          </p:val>
                                        </p:tav>
                                        <p:tav tm="90062">
                                          <p:val>
                                            <p:fltVal val="-405.27"/>
                                          </p:val>
                                        </p:tav>
                                        <p:tav tm="90839">
                                          <p:val>
                                            <p:fltVal val="-389.16"/>
                                          </p:val>
                                        </p:tav>
                                        <p:tav tm="91615">
                                          <p:val>
                                            <p:fltVal val="-379.21"/>
                                          </p:val>
                                        </p:tav>
                                        <p:tav tm="92391">
                                          <p:val>
                                            <p:fltVal val="-372.81"/>
                                          </p:val>
                                        </p:tav>
                                        <p:tav tm="93168">
                                          <p:val>
                                            <p:fltVal val="-368.53"/>
                                          </p:val>
                                        </p:tav>
                                        <p:tav tm="93944">
                                          <p:val>
                                            <p:fltVal val="-365.58"/>
                                          </p:val>
                                        </p:tav>
                                        <p:tav tm="94720">
                                          <p:val>
                                            <p:fltVal val="-363.52"/>
                                          </p:val>
                                        </p:tav>
                                        <p:tav tm="95497">
                                          <p:val>
                                            <p:fltVal val="-362.09"/>
                                          </p:val>
                                        </p:tav>
                                        <p:tav tm="97050">
                                          <p:val>
                                            <p:fltVal val="-360.46"/>
                                          </p:val>
                                        </p:tav>
                                        <p:tav tm="99379">
                                          <p:val>
                                            <p:fltVal val="-359.8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733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3" dur="429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7776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7776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6534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5149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3927"/>
                                          </p:val>
                                        </p:tav>
                                        <p:tav tm="19410">
                                          <p:val>
                                            <p:strVal val="#ppt_x+0.02932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2169"/>
                                          </p:val>
                                        </p:tav>
                                        <p:tav tm="20963">
                                          <p:val>
                                            <p:strVal val="#ppt_x+0.016"/>
                                          </p:val>
                                        </p:tav>
                                        <p:tav tm="21739">
                                          <p:val>
                                            <p:strVal val="#ppt_x+0.01179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0869"/>
                                          </p:val>
                                        </p:tav>
                                        <p:tav tm="24068">
                                          <p:val>
                                            <p:strVal val="#ppt_x+0.00471"/>
                                          </p:val>
                                        </p:tav>
                                        <p:tav tm="25621">
                                          <p:val>
                                            <p:strVal val="#ppt_x+0.00261"/>
                                          </p:val>
                                        </p:tav>
                                        <p:tav tm="27174">
                                          <p:val>
                                            <p:strVal val="#ppt_x+0.00166"/>
                                          </p:val>
                                        </p:tav>
                                        <p:tav tm="28727">
                                          <p:val>
                                            <p:strVal val="#ppt_x+0.00144"/>
                                          </p:val>
                                        </p:tav>
                                        <p:tav tm="31056">
                                          <p:val>
                                            <p:strVal val="#ppt_x+0.00199"/>
                                          </p:val>
                                        </p:tav>
                                        <p:tav tm="34161">
                                          <p:val>
                                            <p:strVal val="#ppt_x+0.00367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0367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1944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2219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227"/>
                                          </p:val>
                                        </p:tav>
                                        <p:tav tm="68323">
                                          <p:val>
                                            <p:strVal val="#ppt_x+0.04011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3166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2166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164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1365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1224"/>
                                          </p:val>
                                        </p:tav>
                                        <p:tav tm="73758">
                                          <p:val>
                                            <p:strVal val="#ppt_x+0.01138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1215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1316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1498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151"/>
                                          </p:val>
                                        </p:tav>
                                        <p:tav tm="88509">
                                          <p:val>
                                            <p:strVal val="#ppt_x+0.03048"/>
                                          </p:val>
                                        </p:tav>
                                        <p:tav tm="89286">
                                          <p:val>
                                            <p:strVal val="#ppt_x+0.03738"/>
                                          </p:val>
                                        </p:tav>
                                        <p:tav tm="90839">
                                          <p:val>
                                            <p:strVal val="#ppt_x+0.01683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1047"/>
                                          </p:val>
                                        </p:tav>
                                        <p:tav tm="92391">
                                          <p:val>
                                            <p:strVal val="#ppt_x+0.00664"/>
                                          </p:val>
                                        </p:tav>
                                        <p:tav tm="93168">
                                          <p:val>
                                            <p:strVal val="#ppt_x+0.00426"/>
                                          </p:val>
                                        </p:tav>
                                        <p:tav tm="94720">
                                          <p:val>
                                            <p:strVal val="#ppt_x+0.0017"/>
                                          </p:val>
                                        </p:tav>
                                        <p:tav tm="97050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429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26368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26368"/>
                                          </p:val>
                                        </p:tav>
                                        <p:tav tm="17081">
                                          <p:val>
                                            <p:strVal val="#ppt_y+0.22363"/>
                                          </p:val>
                                        </p:tav>
                                        <p:tav tm="17857">
                                          <p:val>
                                            <p:strVal val="#ppt_y+0.17897"/>
                                          </p:val>
                                        </p:tav>
                                        <p:tav tm="18634">
                                          <p:val>
                                            <p:strVal val="#ppt_y+0.13956"/>
                                          </p:val>
                                        </p:tav>
                                        <p:tav tm="19410">
                                          <p:val>
                                            <p:strVal val="#ppt_y+0.10748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08287"/>
                                          </p:val>
                                        </p:tav>
                                        <p:tav tm="20963">
                                          <p:val>
                                            <p:strVal val="#ppt_y+0.06452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5096"/>
                                          </p:val>
                                        </p:tav>
                                        <p:tav tm="22516">
                                          <p:val>
                                            <p:strVal val="#ppt_y+0.04094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3354"/>
                                          </p:val>
                                        </p:tav>
                                        <p:tav tm="24068">
                                          <p:val>
                                            <p:strVal val="#ppt_y+0.0281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2414"/>
                                          </p:val>
                                        </p:tav>
                                        <p:tav tm="25621">
                                          <p:val>
                                            <p:strVal val="#ppt_y+0.02134"/>
                                          </p:val>
                                        </p:tav>
                                        <p:tav tm="27174">
                                          <p:val>
                                            <p:strVal val="#ppt_y+0.01827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1757"/>
                                          </p:val>
                                        </p:tav>
                                        <p:tav tm="31056">
                                          <p:val>
                                            <p:strVal val="#ppt_y+0.01933"/>
                                          </p:val>
                                        </p:tav>
                                        <p:tav tm="34161">
                                          <p:val>
                                            <p:strVal val="#ppt_y+0.02475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2475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353"/>
                                          </p:val>
                                        </p:tav>
                                        <p:tav tm="66770">
                                          <p:val>
                                            <p:strVal val="#ppt_y+0.03667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3692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4762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5418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19739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21519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22359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22773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2296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23016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22948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22698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22234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21514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20485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19075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1718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465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11257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10858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10858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08918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3893"/>
                                          </p:val>
                                        </p:tav>
                                        <p:tav tm="90062">
                                          <p:val>
                                            <p:strVal val="#ppt_y-0.00755"/>
                                          </p:val>
                                        </p:tav>
                                        <p:tav tm="90839">
                                          <p:val>
                                            <p:strVal val="#ppt_y+0.00227"/>
                                          </p:val>
                                        </p:tav>
                                        <p:tav tm="91615">
                                          <p:val>
                                            <p:strVal val="#ppt_y+0.00414"/>
                                          </p:val>
                                        </p:tav>
                                        <p:tav tm="95497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" dur="429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08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2480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37283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51195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6347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73461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81128"/>
                                          </p:val>
                                        </p:tav>
                                        <p:tav tm="20963">
                                          <p:val>
                                            <p:strVal val="#ppt_w*0.86843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1068"/>
                                          </p:val>
                                        </p:tav>
                                        <p:tav tm="22516">
                                          <p:val>
                                            <p:strVal val="#ppt_w*0.94188"/>
                                          </p:val>
                                        </p:tav>
                                        <p:tav tm="24068">
                                          <p:val>
                                            <p:strVal val="#ppt_w*0.98188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0882"/>
                                          </p:val>
                                        </p:tav>
                                        <p:tav tm="29503">
                                          <p:val>
                                            <p:strVal val="#ppt_w*1.01381"/>
                                          </p:val>
                                        </p:tav>
                                        <p:tav tm="34161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8231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09477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9699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4981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1096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573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2222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061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97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89513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90136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15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171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8911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429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25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37572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51592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63962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7403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81756"/>
                                          </p:val>
                                        </p:tav>
                                        <p:tav tm="20963">
                                          <p:val>
                                            <p:strVal val="#ppt_h*0.87517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1774"/>
                                          </p:val>
                                        </p:tav>
                                        <p:tav tm="22516">
                                          <p:val>
                                            <p:strVal val="#ppt_h*0.94919"/>
                                          </p:val>
                                        </p:tav>
                                        <p:tav tm="24068">
                                          <p:val>
                                            <p:strVal val="#ppt_h*0.98949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1664"/>
                                          </p:val>
                                        </p:tav>
                                        <p:tav tm="29503">
                                          <p:val>
                                            <p:strVal val="#ppt_h*1.02167"/>
                                          </p:val>
                                        </p:tav>
                                        <p:tav tm="34161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7423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5469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5109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3067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9649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596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024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12294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13626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13382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1089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16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03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3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4293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0"/>
                                          </p:val>
                                        </p:tav>
                                        <p:tav tm="16304">
                                          <p:val>
                                            <p:fltVal val="20"/>
                                          </p:val>
                                        </p:tav>
                                        <p:tav tm="17081">
                                          <p:val>
                                            <p:fltVal val="61.57"/>
                                          </p:val>
                                        </p:tav>
                                        <p:tav tm="17857">
                                          <p:val>
                                            <p:fltVal val="107.93"/>
                                          </p:val>
                                        </p:tav>
                                        <p:tav tm="18634">
                                          <p:val>
                                            <p:fltVal val="148.83"/>
                                          </p:val>
                                        </p:tav>
                                        <p:tav tm="19410">
                                          <p:val>
                                            <p:fltVal val="182.13"/>
                                          </p:val>
                                        </p:tav>
                                        <p:tav tm="20186">
                                          <p:val>
                                            <p:fltVal val="207.67"/>
                                          </p:val>
                                        </p:tav>
                                        <p:tav tm="20963">
                                          <p:val>
                                            <p:fltVal val="226.72"/>
                                          </p:val>
                                        </p:tav>
                                        <p:tav tm="21739">
                                          <p:val>
                                            <p:fltVal val="240.8"/>
                                          </p:val>
                                        </p:tav>
                                        <p:tav tm="22516">
                                          <p:val>
                                            <p:fltVal val="251.2"/>
                                          </p:val>
                                        </p:tav>
                                        <p:tav tm="23292">
                                          <p:val>
                                            <p:fltVal val="258.88"/>
                                          </p:val>
                                        </p:tav>
                                        <p:tav tm="24068">
                                          <p:val>
                                            <p:fltVal val="264.53"/>
                                          </p:val>
                                        </p:tav>
                                        <p:tav tm="24845">
                                          <p:val>
                                            <p:fltVal val="268.63"/>
                                          </p:val>
                                        </p:tav>
                                        <p:tav tm="25621">
                                          <p:val>
                                            <p:fltVal val="271.54"/>
                                          </p:val>
                                        </p:tav>
                                        <p:tav tm="26398">
                                          <p:val>
                                            <p:fltVal val="273.5"/>
                                          </p:val>
                                        </p:tav>
                                        <p:tav tm="27174">
                                          <p:val>
                                            <p:fltVal val="274.72"/>
                                          </p:val>
                                        </p:tav>
                                        <p:tav tm="28727">
                                          <p:val>
                                            <p:fltVal val="275.46"/>
                                          </p:val>
                                        </p:tav>
                                        <p:tav tm="30280">
                                          <p:val>
                                            <p:fltVal val="274.54"/>
                                          </p:val>
                                        </p:tav>
                                        <p:tav tm="31832">
                                          <p:val>
                                            <p:fltVal val="272.47"/>
                                          </p:val>
                                        </p:tav>
                                        <p:tav tm="34161">
                                          <p:val>
                                            <p:fltVal val="268"/>
                                          </p:val>
                                        </p:tav>
                                        <p:tav tm="65217">
                                          <p:val>
                                            <p:fltVal val="268"/>
                                          </p:val>
                                        </p:tav>
                                        <p:tav tm="65994">
                                          <p:val>
                                            <p:fltVal val="260.51"/>
                                          </p:val>
                                        </p:tav>
                                        <p:tav tm="66770">
                                          <p:val>
                                            <p:fltVal val="259.58"/>
                                          </p:val>
                                        </p:tav>
                                        <p:tav tm="67547">
                                          <p:val>
                                            <p:fltVal val="259.41"/>
                                          </p:val>
                                        </p:tav>
                                        <p:tav tm="68323">
                                          <p:val>
                                            <p:fltVal val="199.93"/>
                                          </p:val>
                                        </p:tav>
                                        <p:tav tm="69099">
                                          <p:val>
                                            <p:fltVal val="143.26"/>
                                          </p:val>
                                        </p:tav>
                                        <p:tav tm="69876">
                                          <p:val>
                                            <p:fltVal val="120.24"/>
                                          </p:val>
                                        </p:tav>
                                        <p:tav tm="70652">
                                          <p:val>
                                            <p:fltVal val="108.33"/>
                                          </p:val>
                                        </p:tav>
                                        <p:tav tm="71429">
                                          <p:val>
                                            <p:fltVal val="101.86"/>
                                          </p:val>
                                        </p:tav>
                                        <p:tav tm="72205">
                                          <p:val>
                                            <p:fltVal val="98.43"/>
                                          </p:val>
                                        </p:tav>
                                        <p:tav tm="72981">
                                          <p:val>
                                            <p:fltVal val="96.81"/>
                                          </p:val>
                                        </p:tav>
                                        <p:tav tm="73758">
                                          <p:val>
                                            <p:fltVal val="96.33"/>
                                          </p:val>
                                        </p:tav>
                                        <p:tav tm="77640">
                                          <p:val>
                                            <p:fltVal val="96.02"/>
                                          </p:val>
                                        </p:tav>
                                        <p:tav tm="80745">
                                          <p:val>
                                            <p:fltVal val="95.04"/>
                                          </p:val>
                                        </p:tav>
                                        <p:tav tm="87733">
                                          <p:val>
                                            <p:fltVal val="95"/>
                                          </p:val>
                                        </p:tav>
                                        <p:tav tm="88509">
                                          <p:val>
                                            <p:fltVal val="139.65"/>
                                          </p:val>
                                        </p:tav>
                                        <p:tav tm="89286">
                                          <p:val>
                                            <p:fltVal val="210.66"/>
                                          </p:val>
                                        </p:tav>
                                        <p:tav tm="90062">
                                          <p:val>
                                            <p:fltVal val="264.44"/>
                                          </p:val>
                                        </p:tav>
                                        <p:tav tm="90839">
                                          <p:val>
                                            <p:fltVal val="298.33"/>
                                          </p:val>
                                        </p:tav>
                                        <p:tav tm="91615">
                                          <p:val>
                                            <p:fltVal val="319.25"/>
                                          </p:val>
                                        </p:tav>
                                        <p:tav tm="92391">
                                          <p:val>
                                            <p:fltVal val="332.7"/>
                                          </p:val>
                                        </p:tav>
                                        <p:tav tm="93168">
                                          <p:val>
                                            <p:fltVal val="341.72"/>
                                          </p:val>
                                        </p:tav>
                                        <p:tav tm="93944">
                                          <p:val>
                                            <p:fltVal val="347.93"/>
                                          </p:val>
                                        </p:tav>
                                        <p:tav tm="94720">
                                          <p:val>
                                            <p:fltVal val="352.25"/>
                                          </p:val>
                                        </p:tav>
                                        <p:tav tm="95497">
                                          <p:val>
                                            <p:fltVal val="355.26"/>
                                          </p:val>
                                        </p:tav>
                                        <p:tav tm="96273">
                                          <p:val>
                                            <p:fltVal val="357.32"/>
                                          </p:val>
                                        </p:tav>
                                        <p:tav tm="97050">
                                          <p:val>
                                            <p:fltVal val="358.68"/>
                                          </p:val>
                                        </p:tav>
                                        <p:tav tm="97826">
                                          <p:val>
                                            <p:fltVal val="359.5"/>
                                          </p:val>
                                        </p:tav>
                                        <p:tav tm="99379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633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0" dur="429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419"/>
                                          </p:val>
                                        </p:tav>
                                        <p:tav tm="13975">
                                          <p:val>
                                            <p:strVal val="#ppt_x+0.0419"/>
                                          </p:val>
                                        </p:tav>
                                        <p:tav tm="16304">
                                          <p:val>
                                            <p:strVal val="#ppt_x+0.03091"/>
                                          </p:val>
                                        </p:tav>
                                        <p:tav tm="17081">
                                          <p:val>
                                            <p:strVal val="#ppt_x+0.02818"/>
                                          </p:val>
                                        </p:tav>
                                        <p:tav tm="17857">
                                          <p:val>
                                            <p:strVal val="#ppt_x+0.02608"/>
                                          </p:val>
                                        </p:tav>
                                        <p:tav tm="18634">
                                          <p:val>
                                            <p:strVal val="#ppt_x+0.02453"/>
                                          </p:val>
                                        </p:tav>
                                        <p:tav tm="20186">
                                          <p:val>
                                            <p:strVal val="#ppt_x+0.02253"/>
                                          </p:val>
                                        </p:tav>
                                        <p:tav tm="22516">
                                          <p:val>
                                            <p:strVal val="#ppt_x+0.0211"/>
                                          </p:val>
                                        </p:tav>
                                        <p:tav tm="26398">
                                          <p:val>
                                            <p:strVal val="#ppt_x+0.02055"/>
                                          </p:val>
                                        </p:tav>
                                        <p:tav tm="31832">
                                          <p:val>
                                            <p:strVal val="#ppt_x+0.02117"/>
                                          </p:val>
                                        </p:tav>
                                        <p:tav tm="65217">
                                          <p:val>
                                            <p:strVal val="#ppt_x+0.02117"/>
                                          </p:val>
                                        </p:tav>
                                        <p:tav tm="65994">
                                          <p:val>
                                            <p:strVal val="#ppt_x+0.04022"/>
                                          </p:val>
                                        </p:tav>
                                        <p:tav tm="66770">
                                          <p:val>
                                            <p:strVal val="#ppt_x+0.04357"/>
                                          </p:val>
                                        </p:tav>
                                        <p:tav tm="67547">
                                          <p:val>
                                            <p:strVal val="#ppt_x+0.0442"/>
                                          </p:val>
                                        </p:tav>
                                        <p:tav tm="68323">
                                          <p:val>
                                            <p:strVal val="#ppt_x+0.07375"/>
                                          </p:val>
                                        </p:tav>
                                        <p:tav tm="69099">
                                          <p:val>
                                            <p:strVal val="#ppt_x+0.06118"/>
                                          </p:val>
                                        </p:tav>
                                        <p:tav tm="69876">
                                          <p:val>
                                            <p:strVal val="#ppt_x+0.04552"/>
                                          </p:val>
                                        </p:tav>
                                        <p:tav tm="70652">
                                          <p:val>
                                            <p:strVal val="#ppt_x+0.03735"/>
                                          </p:val>
                                        </p:tav>
                                        <p:tav tm="71429">
                                          <p:val>
                                            <p:strVal val="#ppt_x+0.03311"/>
                                          </p:val>
                                        </p:tav>
                                        <p:tav tm="72205">
                                          <p:val>
                                            <p:strVal val="#ppt_x+0.03094"/>
                                          </p:val>
                                        </p:tav>
                                        <p:tav tm="72981">
                                          <p:val>
                                            <p:strVal val="#ppt_x+0.02993"/>
                                          </p:val>
                                        </p:tav>
                                        <p:tav tm="73758">
                                          <p:val>
                                            <p:strVal val="#ppt_x+0.02962"/>
                                          </p:val>
                                        </p:tav>
                                        <p:tav tm="77640">
                                          <p:val>
                                            <p:strVal val="#ppt_x+0.03043"/>
                                          </p:val>
                                        </p:tav>
                                        <p:tav tm="79193">
                                          <p:val>
                                            <p:strVal val="#ppt_x+0.03148"/>
                                          </p:val>
                                        </p:tav>
                                        <p:tav tm="80745">
                                          <p:val>
                                            <p:strVal val="#ppt_x+0.03336"/>
                                          </p:val>
                                        </p:tav>
                                        <p:tav tm="87733">
                                          <p:val>
                                            <p:strVal val="#ppt_x+0.03349"/>
                                          </p:val>
                                        </p:tav>
                                        <p:tav tm="88509">
                                          <p:val>
                                            <p:strVal val="#ppt_x+0.06029"/>
                                          </p:val>
                                        </p:tav>
                                        <p:tav tm="89286">
                                          <p:val>
                                            <p:strVal val="#ppt_x+0.06884"/>
                                          </p:val>
                                        </p:tav>
                                        <p:tav tm="90062">
                                          <p:val>
                                            <p:strVal val="#ppt_x+0.04555"/>
                                          </p:val>
                                        </p:tav>
                                        <p:tav tm="90839">
                                          <p:val>
                                            <p:strVal val="#ppt_x+0.02572"/>
                                          </p:val>
                                        </p:tav>
                                        <p:tav tm="91615">
                                          <p:val>
                                            <p:strVal val="#ppt_x+0.01457"/>
                                          </p:val>
                                        </p:tav>
                                        <p:tav tm="92391">
                                          <p:val>
                                            <p:strVal val="#ppt_x+0.00852"/>
                                          </p:val>
                                        </p:tav>
                                        <p:tav tm="93168">
                                          <p:val>
                                            <p:strVal val="#ppt_x+0.00511"/>
                                          </p:val>
                                        </p:tav>
                                        <p:tav tm="93944">
                                          <p:val>
                                            <p:strVal val="#ppt_x+0.0031"/>
                                          </p:val>
                                        </p:tav>
                                        <p:tav tm="94720">
                                          <p:val>
                                            <p:strVal val="#ppt_x+0.00186"/>
                                          </p:val>
                                        </p:tav>
                                        <p:tav tm="96273">
                                          <p:val>
                                            <p:strVal val="#ppt_x+0.00059"/>
                                          </p:val>
                                        </p:tav>
                                        <p:tav tm="99379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429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7131"/>
                                          </p:val>
                                        </p:tav>
                                        <p:tav tm="13975">
                                          <p:val>
                                            <p:strVal val="#ppt_y+0.17131"/>
                                          </p:val>
                                        </p:tav>
                                        <p:tav tm="15528">
                                          <p:val>
                                            <p:strVal val="#ppt_y+0.1285"/>
                                          </p:val>
                                        </p:tav>
                                        <p:tav tm="16304">
                                          <p:val>
                                            <p:strVal val="#ppt_y+0.10952"/>
                                          </p:val>
                                        </p:tav>
                                        <p:tav tm="17081">
                                          <p:val>
                                            <p:strVal val="#ppt_y+0.09416"/>
                                          </p:val>
                                        </p:tav>
                                        <p:tav tm="17857">
                                          <p:val>
                                            <p:strVal val="#ppt_y+0.0824"/>
                                          </p:val>
                                        </p:tav>
                                        <p:tav tm="18634">
                                          <p:val>
                                            <p:strVal val="#ppt_y+0.07365"/>
                                          </p:val>
                                        </p:tav>
                                        <p:tav tm="19410">
                                          <p:val>
                                            <p:strVal val="#ppt_y+0.06718"/>
                                          </p:val>
                                        </p:tav>
                                        <p:tav tm="20186">
                                          <p:val>
                                            <p:strVal val="#ppt_y+0.0624"/>
                                          </p:val>
                                        </p:tav>
                                        <p:tav tm="21739">
                                          <p:val>
                                            <p:strVal val="#ppt_y+0.05627"/>
                                          </p:val>
                                        </p:tav>
                                        <p:tav tm="23292">
                                          <p:val>
                                            <p:strVal val="#ppt_y+0.05306"/>
                                          </p:val>
                                        </p:tav>
                                        <p:tav tm="24845">
                                          <p:val>
                                            <p:strVal val="#ppt_y+0.05162"/>
                                          </p:val>
                                        </p:tav>
                                        <p:tav tm="26398">
                                          <p:val>
                                            <p:strVal val="#ppt_y+0.05131"/>
                                          </p:val>
                                        </p:tav>
                                        <p:tav tm="28727">
                                          <p:val>
                                            <p:strVal val="#ppt_y+0.0522"/>
                                          </p:val>
                                        </p:tav>
                                        <p:tav tm="31832">
                                          <p:val>
                                            <p:strVal val="#ppt_y+0.05481"/>
                                          </p:val>
                                        </p:tav>
                                        <p:tav tm="65217">
                                          <p:val>
                                            <p:strVal val="#ppt_y+0.05481"/>
                                          </p:val>
                                        </p:tav>
                                        <p:tav tm="65994">
                                          <p:val>
                                            <p:strVal val="#ppt_y+0.06081"/>
                                          </p:val>
                                        </p:tav>
                                        <p:tav tm="67547">
                                          <p:val>
                                            <p:strVal val="#ppt_y+0.06144"/>
                                          </p:val>
                                        </p:tav>
                                        <p:tav tm="68323">
                                          <p:val>
                                            <p:strVal val="#ppt_y-0.03869"/>
                                          </p:val>
                                        </p:tav>
                                        <p:tav tm="69099">
                                          <p:val>
                                            <p:strVal val="#ppt_y-0.17426"/>
                                          </p:val>
                                        </p:tav>
                                        <p:tav tm="69876">
                                          <p:val>
                                            <p:strVal val="#ppt_y-0.22708"/>
                                          </p:val>
                                        </p:tav>
                                        <p:tav tm="70652">
                                          <p:val>
                                            <p:strVal val="#ppt_y-0.24775"/>
                                          </p:val>
                                        </p:tav>
                                        <p:tav tm="71429">
                                          <p:val>
                                            <p:strVal val="#ppt_y-0.25715"/>
                                          </p:val>
                                        </p:tav>
                                        <p:tav tm="72205">
                                          <p:val>
                                            <p:strVal val="#ppt_y-0.26168"/>
                                          </p:val>
                                        </p:tav>
                                        <p:tav tm="72981">
                                          <p:val>
                                            <p:strVal val="#ppt_y-0.26371"/>
                                          </p:val>
                                        </p:tav>
                                        <p:tav tm="73758">
                                          <p:val>
                                            <p:strVal val="#ppt_y-0.26431"/>
                                          </p:val>
                                        </p:tav>
                                        <p:tav tm="74534">
                                          <p:val>
                                            <p:strVal val="#ppt_y-0.26361"/>
                                          </p:val>
                                        </p:tav>
                                        <p:tav tm="75311">
                                          <p:val>
                                            <p:strVal val="#ppt_y-0.26103"/>
                                          </p:val>
                                        </p:tav>
                                        <p:tav tm="76087">
                                          <p:val>
                                            <p:strVal val="#ppt_y-0.25622"/>
                                          </p:val>
                                        </p:tav>
                                        <p:tav tm="76863">
                                          <p:val>
                                            <p:strVal val="#ppt_y-0.24878"/>
                                          </p:val>
                                        </p:tav>
                                        <p:tav tm="77640">
                                          <p:val>
                                            <p:strVal val="#ppt_y-0.23814"/>
                                          </p:val>
                                        </p:tav>
                                        <p:tav tm="78416">
                                          <p:val>
                                            <p:strVal val="#ppt_y-0.22354"/>
                                          </p:val>
                                        </p:tav>
                                        <p:tav tm="79193">
                                          <p:val>
                                            <p:strVal val="#ppt_y-0.20394"/>
                                          </p:val>
                                        </p:tav>
                                        <p:tav tm="79969">
                                          <p:val>
                                            <p:strVal val="#ppt_y-0.17777"/>
                                          </p:val>
                                        </p:tav>
                                        <p:tav tm="80745">
                                          <p:val>
                                            <p:strVal val="#ppt_y-0.14267"/>
                                          </p:val>
                                        </p:tav>
                                        <p:tav tm="81522">
                                          <p:val>
                                            <p:strVal val="#ppt_y-0.13854"/>
                                          </p:val>
                                        </p:tav>
                                        <p:tav tm="87733">
                                          <p:val>
                                            <p:strVal val="#ppt_y-0.13854"/>
                                          </p:val>
                                        </p:tav>
                                        <p:tav tm="88509">
                                          <p:val>
                                            <p:strVal val="#ppt_y-0.10865"/>
                                          </p:val>
                                        </p:tav>
                                        <p:tav tm="89286">
                                          <p:val>
                                            <p:strVal val="#ppt_y-0.02359"/>
                                          </p:val>
                                        </p:tav>
                                        <p:tav tm="90062">
                                          <p:val>
                                            <p:strVal val="#ppt_y+0.02238"/>
                                          </p:val>
                                        </p:tav>
                                        <p:tav tm="90839">
                                          <p:val>
                                            <p:strVal val="#ppt_y+0.02874"/>
                                          </p:val>
                                        </p:tav>
                                        <p:tav tm="93168">
                                          <p:val>
                                            <p:strVal val="#ppt_y+0.01252"/>
                                          </p:val>
                                        </p:tav>
                                        <p:tav tm="94720">
                                          <p:val>
                                            <p:strVal val="#ppt_y+0.00579"/>
                                          </p:val>
                                        </p:tav>
                                        <p:tav tm="95497">
                                          <p:val>
                                            <p:strVal val="#ppt_y+0.00375"/>
                                          </p:val>
                                        </p:tav>
                                        <p:tav tm="97050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99379">
                                          <p:val>
                                            <p:strVal val="#ppt_y+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429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24808"/>
                                          </p:val>
                                        </p:tav>
                                        <p:tav tm="13975">
                                          <p:val>
                                            <p:strVal val="#ppt_w*0.24808"/>
                                          </p:val>
                                        </p:tav>
                                        <p:tav tm="15528">
                                          <p:val>
                                            <p:strVal val="#ppt_w*0.52154"/>
                                          </p:val>
                                        </p:tav>
                                        <p:tav tm="16304">
                                          <p:val>
                                            <p:strVal val="#ppt_w*0.64278"/>
                                          </p:val>
                                        </p:tav>
                                        <p:tav tm="17081">
                                          <p:val>
                                            <p:strVal val="#ppt_w*0.74094"/>
                                          </p:val>
                                        </p:tav>
                                        <p:tav tm="17857">
                                          <p:val>
                                            <p:strVal val="#ppt_w*0.81603"/>
                                          </p:val>
                                        </p:tav>
                                        <p:tav tm="18634">
                                          <p:val>
                                            <p:strVal val="#ppt_w*0.87196"/>
                                          </p:val>
                                        </p:tav>
                                        <p:tav tm="19410">
                                          <p:val>
                                            <p:strVal val="#ppt_w*0.91328"/>
                                          </p:val>
                                        </p:tav>
                                        <p:tav tm="20186">
                                          <p:val>
                                            <p:strVal val="#ppt_w*0.94381"/>
                                          </p:val>
                                        </p:tav>
                                        <p:tav tm="21739">
                                          <p:val>
                                            <p:strVal val="#ppt_w*0.98292"/>
                                          </p:val>
                                        </p:tav>
                                        <p:tav tm="23292">
                                          <p:val>
                                            <p:strVal val="#ppt_w*1.00344"/>
                                          </p:val>
                                        </p:tav>
                                        <p:tav tm="26398">
                                          <p:val>
                                            <p:strVal val="#ppt_w*1.01466"/>
                                          </p:val>
                                        </p:tav>
                                        <p:tav tm="31832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65217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65994">
                                          <p:val>
                                            <p:strVal val="#ppt_w*1.08231"/>
                                          </p:val>
                                        </p:tav>
                                        <p:tav tm="66770">
                                          <p:val>
                                            <p:strVal val="#ppt_w*1.09477"/>
                                          </p:val>
                                        </p:tav>
                                        <p:tav tm="67547">
                                          <p:val>
                                            <p:strVal val="#ppt_w*1.09699"/>
                                          </p:val>
                                        </p:tav>
                                        <p:tav tm="68323">
                                          <p:val>
                                            <p:strVal val="#ppt_w*0.94981"/>
                                          </p:val>
                                        </p:tav>
                                        <p:tav tm="69099">
                                          <p:val>
                                            <p:strVal val="#ppt_w*1.01096"/>
                                          </p:val>
                                        </p:tav>
                                        <p:tav tm="69876">
                                          <p:val>
                                            <p:strVal val="#ppt_w*0.95739"/>
                                          </p:val>
                                        </p:tav>
                                        <p:tav tm="70652">
                                          <p:val>
                                            <p:strVal val="#ppt_w*0.92222"/>
                                          </p:val>
                                        </p:tav>
                                        <p:tav tm="71429">
                                          <p:val>
                                            <p:strVal val="#ppt_w*0.90612"/>
                                          </p:val>
                                        </p:tav>
                                        <p:tav tm="72205">
                                          <p:val>
                                            <p:strVal val="#ppt_w*0.89897"/>
                                          </p:val>
                                        </p:tav>
                                        <p:tav tm="73758">
                                          <p:val>
                                            <p:strVal val="#ppt_w*0.89513"/>
                                          </p:val>
                                        </p:tav>
                                        <p:tav tm="76087">
                                          <p:val>
                                            <p:strVal val="#ppt_w*0.90136"/>
                                          </p:val>
                                        </p:tav>
                                        <p:tav tm="77640">
                                          <p:val>
                                            <p:strVal val="#ppt_w*0.91531"/>
                                          </p:val>
                                        </p:tav>
                                        <p:tav tm="79193">
                                          <p:val>
                                            <p:strVal val="#ppt_w*0.94171"/>
                                          </p:val>
                                        </p:tav>
                                        <p:tav tm="80745">
                                          <p:val>
                                            <p:strVal val="#ppt_w*0.98911"/>
                                          </p:val>
                                        </p:tav>
                                        <p:tav tm="81522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99379">
                                          <p:val>
                                            <p:strVal val="#ppt_w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429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25"/>
                                          </p:val>
                                        </p:tav>
                                        <p:tav tm="13975">
                                          <p:val>
                                            <p:strVal val="#ppt_h*0.25"/>
                                          </p:val>
                                        </p:tav>
                                        <p:tav tm="15528">
                                          <p:val>
                                            <p:strVal val="#ppt_h*0.52558"/>
                                          </p:val>
                                        </p:tav>
                                        <p:tav tm="16304">
                                          <p:val>
                                            <p:strVal val="#ppt_h*0.64776"/>
                                          </p:val>
                                        </p:tav>
                                        <p:tav tm="17081">
                                          <p:val>
                                            <p:strVal val="#ppt_h*0.74668"/>
                                          </p:val>
                                        </p:tav>
                                        <p:tav tm="17857">
                                          <p:val>
                                            <p:strVal val="#ppt_h*0.82236"/>
                                          </p:val>
                                        </p:tav>
                                        <p:tav tm="18634">
                                          <p:val>
                                            <p:strVal val="#ppt_h*0.87872"/>
                                          </p:val>
                                        </p:tav>
                                        <p:tav tm="19410">
                                          <p:val>
                                            <p:strVal val="#ppt_h*0.92036"/>
                                          </p:val>
                                        </p:tav>
                                        <p:tav tm="20186">
                                          <p:val>
                                            <p:strVal val="#ppt_h*0.95112"/>
                                          </p:val>
                                        </p:tav>
                                        <p:tav tm="21739">
                                          <p:val>
                                            <p:strVal val="#ppt_h*0.99054"/>
                                          </p:val>
                                        </p:tav>
                                        <p:tav tm="23292">
                                          <p:val>
                                            <p:strVal val="#ppt_h*1.01121"/>
                                          </p:val>
                                        </p:tav>
                                        <p:tav tm="26398">
                                          <p:val>
                                            <p:strVal val="#ppt_h*1.02252"/>
                                          </p:val>
                                        </p:tav>
                                        <p:tav tm="31832">
                                          <p:val>
                                            <p:strVal val="#ppt_h*1"/>
                                          </p:val>
                                        </p:tav>
                                        <p:tav tm="65217">
                                          <p:val>
                                            <p:strVal val="#ppt_h*1"/>
                                          </p:val>
                                        </p:tav>
                                        <p:tav tm="65994">
                                          <p:val>
                                            <p:strVal val="#ppt_h*0.87423"/>
                                          </p:val>
                                        </p:tav>
                                        <p:tav tm="66770">
                                          <p:val>
                                            <p:strVal val="#ppt_h*0.85469"/>
                                          </p:val>
                                        </p:tav>
                                        <p:tav tm="67547">
                                          <p:val>
                                            <p:strVal val="#ppt_h*0.85109"/>
                                          </p:val>
                                        </p:tav>
                                        <p:tav tm="68323">
                                          <p:val>
                                            <p:strVal val="#ppt_h*1.03067"/>
                                          </p:val>
                                        </p:tav>
                                        <p:tav tm="69099">
                                          <p:val>
                                            <p:strVal val="#ppt_h*0.99649"/>
                                          </p:val>
                                        </p:tav>
                                        <p:tav tm="69876">
                                          <p:val>
                                            <p:strVal val="#ppt_h*1.05961"/>
                                          </p:val>
                                        </p:tav>
                                        <p:tav tm="70652">
                                          <p:val>
                                            <p:strVal val="#ppt_h*1.1024"/>
                                          </p:val>
                                        </p:tav>
                                        <p:tav tm="71429">
                                          <p:val>
                                            <p:strVal val="#ppt_h*1.12294"/>
                                          </p:val>
                                        </p:tav>
                                        <p:tav tm="72981">
                                          <p:val>
                                            <p:strVal val="#ppt_h*1.13626"/>
                                          </p:val>
                                        </p:tav>
                                        <p:tav tm="75311">
                                          <p:val>
                                            <p:strVal val="#ppt_h*1.13382"/>
                                          </p:val>
                                        </p:tav>
                                        <p:tav tm="77640">
                                          <p:val>
                                            <p:strVal val="#ppt_h*1.10894"/>
                                          </p:val>
                                        </p:tav>
                                        <p:tav tm="79193">
                                          <p:val>
                                            <p:strVal val="#ppt_h*1.07165"/>
                                          </p:val>
                                        </p:tav>
                                        <p:tav tm="79969">
                                          <p:val>
                                            <p:strVal val="#ppt_h*1.04303"/>
                                          </p:val>
                                        </p:tav>
                                        <p:tav tm="80745">
                                          <p:val>
                                            <p:strVal val="#ppt_h*1.00453"/>
                                          </p:val>
                                        </p:tav>
                                        <p:tav tm="81522">
                                          <p:val>
                                            <p:strVal val="#ppt_h*1"/>
                                          </p:val>
                                        </p:tav>
                                        <p:tav tm="99379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" dur="4293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3"/>
                                          </p:val>
                                        </p:tav>
                                        <p:tav tm="13975">
                                          <p:val>
                                            <p:fltVal val="33"/>
                                          </p:val>
                                        </p:tav>
                                        <p:tav tm="15528">
                                          <p:val>
                                            <p:fltVal val="-12.93"/>
                                          </p:val>
                                        </p:tav>
                                        <p:tav tm="16304">
                                          <p:val>
                                            <p:fltVal val="-33.29"/>
                                          </p:val>
                                        </p:tav>
                                        <p:tav tm="17081">
                                          <p:val>
                                            <p:fltVal val="-49.78"/>
                                          </p:val>
                                        </p:tav>
                                        <p:tav tm="17857">
                                          <p:val>
                                            <p:fltVal val="-62.39"/>
                                          </p:val>
                                        </p:tav>
                                        <p:tav tm="18634">
                                          <p:val>
                                            <p:fltVal val="-71.79"/>
                                          </p:val>
                                        </p:tav>
                                        <p:tav tm="19410">
                                          <p:val>
                                            <p:fltVal val="-78.73"/>
                                          </p:val>
                                        </p:tav>
                                        <p:tav tm="20186">
                                          <p:val>
                                            <p:fltVal val="-83.85"/>
                                          </p:val>
                                        </p:tav>
                                        <p:tav tm="20963">
                                          <p:val>
                                            <p:fltVal val="-87.64"/>
                                          </p:val>
                                        </p:tav>
                                        <p:tav tm="21739">
                                          <p:val>
                                            <p:fltVal val="-90.42"/>
                                          </p:val>
                                        </p:tav>
                                        <p:tav tm="22516">
                                          <p:val>
                                            <p:fltVal val="-92.44"/>
                                          </p:val>
                                        </p:tav>
                                        <p:tav tm="24068">
                                          <p:val>
                                            <p:fltVal val="-94.83"/>
                                          </p:val>
                                        </p:tav>
                                        <p:tav tm="26398">
                                          <p:val>
                                            <p:fltVal val="-95.75"/>
                                          </p:val>
                                        </p:tav>
                                        <p:tav tm="28727">
                                          <p:val>
                                            <p:fltVal val="-94.8"/>
                                          </p:val>
                                        </p:tav>
                                        <p:tav tm="31832">
                                          <p:val>
                                            <p:fltVal val="-92"/>
                                          </p:val>
                                        </p:tav>
                                        <p:tav tm="65217">
                                          <p:val>
                                            <p:fltVal val="-92"/>
                                          </p:val>
                                        </p:tav>
                                        <p:tav tm="65994">
                                          <p:val>
                                            <p:fltVal val="-99.49"/>
                                          </p:val>
                                        </p:tav>
                                        <p:tav tm="66770">
                                          <p:val>
                                            <p:fltVal val="-100.42"/>
                                          </p:val>
                                        </p:tav>
                                        <p:tav tm="67547">
                                          <p:val>
                                            <p:fltVal val="-100.59"/>
                                          </p:val>
                                        </p:tav>
                                        <p:tav tm="68323">
                                          <p:val>
                                            <p:fltVal val="-160.07"/>
                                          </p:val>
                                        </p:tav>
                                        <p:tav tm="69099">
                                          <p:val>
                                            <p:fltVal val="-216.74"/>
                                          </p:val>
                                        </p:tav>
                                        <p:tav tm="69876">
                                          <p:val>
                                            <p:fltVal val="-239.76"/>
                                          </p:val>
                                        </p:tav>
                                        <p:tav tm="70652">
                                          <p:val>
                                            <p:fltVal val="-251.67"/>
                                          </p:val>
                                        </p:tav>
                                        <p:tav tm="71429">
                                          <p:val>
                                            <p:fltVal val="-258.14"/>
                                          </p:val>
                                        </p:tav>
                                        <p:tav tm="72205">
                                          <p:val>
                                            <p:fltVal val="-261.57"/>
                                          </p:val>
                                        </p:tav>
                                        <p:tav tm="72981">
                                          <p:val>
                                            <p:fltVal val="-263.19"/>
                                          </p:val>
                                        </p:tav>
                                        <p:tav tm="73758">
                                          <p:val>
                                            <p:fltVal val="-263.67"/>
                                          </p:val>
                                        </p:tav>
                                        <p:tav tm="77640">
                                          <p:val>
                                            <p:fltVal val="-263.98"/>
                                          </p:val>
                                        </p:tav>
                                        <p:tav tm="80745">
                                          <p:val>
                                            <p:fltVal val="-264.96"/>
                                          </p:val>
                                        </p:tav>
                                        <p:tav tm="87733">
                                          <p:val>
                                            <p:fltVal val="-265"/>
                                          </p:val>
                                        </p:tav>
                                        <p:tav tm="88509">
                                          <p:val>
                                            <p:fltVal val="-220.35"/>
                                          </p:val>
                                        </p:tav>
                                        <p:tav tm="89286">
                                          <p:val>
                                            <p:fltVal val="-149.34"/>
                                          </p:val>
                                        </p:tav>
                                        <p:tav tm="90062">
                                          <p:val>
                                            <p:fltVal val="-95.56"/>
                                          </p:val>
                                        </p:tav>
                                        <p:tav tm="90839">
                                          <p:val>
                                            <p:fltVal val="-61.67"/>
                                          </p:val>
                                        </p:tav>
                                        <p:tav tm="91615">
                                          <p:val>
                                            <p:fltVal val="-40.75"/>
                                          </p:val>
                                        </p:tav>
                                        <p:tav tm="92391">
                                          <p:val>
                                            <p:fltVal val="-27.3"/>
                                          </p:val>
                                        </p:tav>
                                        <p:tav tm="93168">
                                          <p:val>
                                            <p:fltVal val="-18.28"/>
                                          </p:val>
                                        </p:tav>
                                        <p:tav tm="93944">
                                          <p:val>
                                            <p:fltVal val="-12.07"/>
                                          </p:val>
                                        </p:tav>
                                        <p:tav tm="94720">
                                          <p:val>
                                            <p:fltVal val="-7.75"/>
                                          </p:val>
                                        </p:tav>
                                        <p:tav tm="95497">
                                          <p:val>
                                            <p:fltVal val="-4.74"/>
                                          </p:val>
                                        </p:tav>
                                        <p:tav tm="96273">
                                          <p:val>
                                            <p:fltVal val="-2.68"/>
                                          </p:val>
                                        </p:tav>
                                        <p:tav tm="97050">
                                          <p:val>
                                            <p:fltVal val="-1.32"/>
                                          </p:val>
                                        </p:tav>
                                        <p:tav tm="97826">
                                          <p:val>
                                            <p:fltVal val="-0.5"/>
                                          </p:val>
                                        </p:tav>
                                        <p:tav tm="99379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6" dur="576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62"/>
                                          </p:val>
                                        </p:tav>
                                        <p:tav tm="6938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13703">
                                          <p:val>
                                            <p:strVal val="#ppt_x+0.00074"/>
                                          </p:val>
                                        </p:tav>
                                        <p:tav tm="38161">
                                          <p:val>
                                            <p:strVal val="#ppt_x+0.0071"/>
                                          </p:val>
                                        </p:tav>
                                        <p:tav tm="50014">
                                          <p:val>
                                            <p:strVal val="#ppt_x+0.00811"/>
                                          </p:val>
                                        </p:tav>
                                        <p:tav tm="61810">
                                          <p:val>
                                            <p:strVal val="#ppt_x+0.00711"/>
                                          </p:val>
                                        </p:tav>
                                        <p:tav tm="86326">
                                          <p:val>
                                            <p:strVal val="#ppt_x+0.00073"/>
                                          </p:val>
                                        </p:tav>
                                        <p:tav tm="93090">
                                          <p:val>
                                            <p:strVal val="#ppt_x-0.00029"/>
                                          </p:val>
                                        </p:tav>
                                        <p:tav tm="99971">
                                          <p:val>
                                            <p:strVal val="#ppt_x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576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5"/>
                                          </p:val>
                                        </p:tav>
                                        <p:tav tm="6881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13646">
                                          <p:val>
                                            <p:strVal val="#ppt_y-0.00134"/>
                                          </p:val>
                                        </p:tav>
                                        <p:tav tm="38161">
                                          <p:val>
                                            <p:strVal val="#ppt_y-0.01311"/>
                                          </p:val>
                                        </p:tav>
                                        <p:tav tm="50014">
                                          <p:val>
                                            <p:strVal val="#ppt_y-0.01497"/>
                                          </p:val>
                                        </p:tav>
                                        <p:tav tm="61810">
                                          <p:val>
                                            <p:strVal val="#ppt_y-0.01312"/>
                                          </p:val>
                                        </p:tav>
                                        <p:tav tm="86326">
                                          <p:val>
                                            <p:strVal val="#ppt_y-0.00135"/>
                                          </p:val>
                                        </p:tav>
                                        <p:tav tm="93090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99971">
                                          <p:val>
                                            <p:strVal val="#ppt_y+0.00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576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35"/>
                                          </p:val>
                                        </p:tav>
                                        <p:tav tm="13646">
                                          <p:val>
                                            <p:fltVal val="-0.41"/>
                                          </p:val>
                                        </p:tav>
                                        <p:tav tm="38161">
                                          <p:val>
                                            <p:fltVal val="-4.04"/>
                                          </p:val>
                                        </p:tav>
                                        <p:tav tm="50014">
                                          <p:val>
                                            <p:fltVal val="-4.61"/>
                                          </p:val>
                                        </p:tav>
                                        <p:tav tm="61810">
                                          <p:val>
                                            <p:fltVal val="-4.04"/>
                                          </p:val>
                                        </p:tav>
                                        <p:tav tm="86326">
                                          <p:val>
                                            <p:fltVal val="-0.42"/>
                                          </p:val>
                                        </p:tav>
                                        <p:tav tm="99971">
                                          <p:val>
                                            <p:fltVal val="0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5117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18"/>
                                          </p:val>
                                        </p:tav>
                                        <p:tav tm="6905">
                                          <p:val>
                                            <p:strVal val="#ppt_x+0.00068"/>
                                          </p:val>
                                        </p:tav>
                                        <p:tav tm="13615">
                                          <p:val>
                                            <p:strVal val="#ppt_x-0.00081"/>
                                          </p:val>
                                        </p:tav>
                                        <p:tav tm="31920">
                                          <p:val>
                                            <p:strVal val="#ppt_x-0.00823"/>
                                          </p:val>
                                        </p:tav>
                                        <p:tav tm="38173">
                                          <p:val>
                                            <p:strVal val="#ppt_x-0.01026"/>
                                          </p:val>
                                        </p:tav>
                                        <p:tav tm="44036">
                                          <p:val>
                                            <p:strVal val="#ppt_x-0.01138"/>
                                          </p:val>
                                        </p:tav>
                                        <p:tav tm="50029">
                                          <p:val>
                                            <p:strVal val="#ppt_x-0.01175"/>
                                          </p:val>
                                        </p:tav>
                                        <p:tav tm="56934">
                                          <p:val>
                                            <p:strVal val="#ppt_x-0.01125"/>
                                          </p:val>
                                        </p:tav>
                                        <p:tav tm="63709">
                                          <p:val>
                                            <p:strVal val="#ppt_x-0.00973"/>
                                          </p:val>
                                        </p:tav>
                                        <p:tav tm="81884">
                                          <p:val>
                                            <p:strVal val="#ppt_x-0.00236"/>
                                          </p:val>
                                        </p:tav>
                                        <p:tav tm="88138">
                                          <p:val>
                                            <p:strVal val="#ppt_x-0.00032"/>
                                          </p:val>
                                        </p:tav>
                                        <p:tav tm="93935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99993">
                                          <p:val>
                                            <p:strVal val="#ppt_x+0.00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5117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143"/>
                                          </p:val>
                                        </p:tav>
                                        <p:tav tm="11856">
                                          <p:val>
                                            <p:strVal val="#ppt_y+0.00039"/>
                                          </p:val>
                                        </p:tav>
                                        <p:tav tm="36284">
                                          <p:val>
                                            <p:strVal val="#ppt_y+0.01178"/>
                                          </p:val>
                                        </p:tav>
                                        <p:tav tm="43059">
                                          <p:val>
                                            <p:strVal val="#ppt_y+0.01362"/>
                                          </p:val>
                                        </p:tav>
                                        <p:tav tm="49964">
                                          <p:val>
                                            <p:strVal val="#ppt_y+0.01422"/>
                                          </p:val>
                                        </p:tav>
                                        <p:tav tm="61820">
                                          <p:val>
                                            <p:strVal val="#ppt_y+0.01242"/>
                                          </p:val>
                                        </p:tav>
                                        <p:tav tm="86314">
                                          <p:val>
                                            <p:strVal val="#ppt_y+0.00101"/>
                                          </p:val>
                                        </p:tav>
                                        <p:tav tm="93088">
                                          <p:val>
                                            <p:strVal val="#ppt_y-0.00083"/>
                                          </p:val>
                                        </p:tav>
                                        <p:tav tm="99993">
                                          <p:val>
                                            <p:strVal val="#ppt_y-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5117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37"/>
                                          </p:val>
                                        </p:tav>
                                        <p:tav tm="13680">
                                          <p:val>
                                            <p:fltVal val="-0.26"/>
                                          </p:val>
                                        </p:tav>
                                        <p:tav tm="38173">
                                          <p:val>
                                            <p:fltVal val="-3.26"/>
                                          </p:val>
                                        </p:tav>
                                        <p:tav tm="50029">
                                          <p:val>
                                            <p:fltVal val="-3.74"/>
                                          </p:val>
                                        </p:tav>
                                        <p:tav tm="63709">
                                          <p:val>
                                            <p:fltVal val="-3.1"/>
                                          </p:val>
                                        </p:tav>
                                        <p:tav tm="88138">
                                          <p:val>
                                            <p:fltVal val="-0.1"/>
                                          </p:val>
                                        </p:tav>
                                        <p:tav tm="99993">
                                          <p:val>
                                            <p:fltVal val="0.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4" dur="5684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58"/>
                                          </p:val>
                                        </p:tav>
                                        <p:tav tm="6920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13664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38177">
                                          <p:val>
                                            <p:strVal val="#ppt_x-0.00645"/>
                                          </p:val>
                                        </p:tav>
                                        <p:tav tm="50023">
                                          <p:val>
                                            <p:strVal val="#ppt_x-0.00737"/>
                                          </p:val>
                                        </p:tav>
                                        <p:tav tm="61811">
                                          <p:val>
                                            <p:strVal val="#ppt_x-0.00646"/>
                                          </p:val>
                                        </p:tav>
                                        <p:tav tm="86324">
                                          <p:val>
                                            <p:strVal val="#ppt_x-0.00065"/>
                                          </p:val>
                                        </p:tav>
                                        <p:tav tm="93068">
                                          <p:val>
                                            <p:strVal val="#ppt_x+0.00028"/>
                                          </p:val>
                                        </p:tav>
                                        <p:tav tm="99988">
                                          <p:val>
                                            <p:strVal val="#ppt_x+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" dur="5684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6"/>
                                          </p:val>
                                        </p:tav>
                                        <p:tav tm="49906">
                                          <p:val>
                                            <p:strVal val="#ppt_y+0.00077"/>
                                          </p:val>
                                        </p:tav>
                                        <p:tav tm="99988">
                                          <p:val>
                                            <p:strVal val="#ppt_y-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" dur="5684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35"/>
                                          </p:val>
                                        </p:tav>
                                        <p:tav tm="13664">
                                          <p:val>
                                            <p:fltVal val="0.39"/>
                                          </p:val>
                                        </p:tav>
                                        <p:tav tm="38177">
                                          <p:val>
                                            <p:fltVal val="3.85"/>
                                          </p:val>
                                        </p:tav>
                                        <p:tav tm="50023">
                                          <p:val>
                                            <p:fltVal val="4.4"/>
                                          </p:val>
                                        </p:tav>
                                        <p:tav tm="63688">
                                          <p:val>
                                            <p:fltVal val="3.66"/>
                                          </p:val>
                                        </p:tav>
                                        <p:tav tm="88201">
                                          <p:val>
                                            <p:fltVal val="0.2"/>
                                          </p:val>
                                        </p:tav>
                                        <p:tav tm="99988">
                                          <p:val>
                                            <p:fltVal val="-0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8" dur="4672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126"/>
                                          </p:val>
                                        </p:tav>
                                        <p:tav tm="6921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13699">
                                          <p:val>
                                            <p:strVal val="#ppt_x+0.00053"/>
                                          </p:val>
                                        </p:tav>
                                        <p:tav tm="31892">
                                          <p:val>
                                            <p:strVal val="#ppt_x+0.00708"/>
                                          </p:val>
                                        </p:tav>
                                        <p:tav tm="38171">
                                          <p:val>
                                            <p:strVal val="#ppt_x+0.0089"/>
                                          </p:val>
                                        </p:tav>
                                        <p:tav tm="44021">
                                          <p:val>
                                            <p:strVal val="#ppt_x+0.0099"/>
                                          </p:val>
                                        </p:tav>
                                        <p:tav tm="50014">
                                          <p:val>
                                            <p:strVal val="#ppt_x+0.01022"/>
                                          </p:val>
                                        </p:tav>
                                        <p:tav tm="56007">
                                          <p:val>
                                            <p:strVal val="#ppt_x+0.00989"/>
                                          </p:val>
                                        </p:tav>
                                        <p:tav tm="61858">
                                          <p:val>
                                            <p:strVal val="#ppt_x+0.00889"/>
                                          </p:val>
                                        </p:tav>
                                        <p:tav tm="68065">
                                          <p:val>
                                            <p:strVal val="#ppt_x+0.0071"/>
                                          </p:val>
                                        </p:tav>
                                        <p:tav tm="86330">
                                          <p:val>
                                            <p:strVal val="#ppt_x+0.00052"/>
                                          </p:val>
                                        </p:tav>
                                        <p:tav tm="93108">
                                          <p:val>
                                            <p:strVal val="#ppt_x-0.00082"/>
                                          </p:val>
                                        </p:tav>
                                        <p:tav tm="99957">
                                          <p:val>
                                            <p:strVal val="#ppt_x-0.001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4672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02"/>
                                          </p:val>
                                        </p:tav>
                                        <p:tav tm="6921">
                                          <p:val>
                                            <p:strVal val="#ppt_y+0.00197"/>
                                          </p:val>
                                        </p:tav>
                                        <p:tav tm="13699">
                                          <p:val>
                                            <p:strVal val="#ppt_y-0.00126"/>
                                          </p:val>
                                        </p:tav>
                                        <p:tav tm="19478">
                                          <p:val>
                                            <p:strVal val="#ppt_y-0.00565"/>
                                          </p:val>
                                        </p:tav>
                                        <p:tav tm="31892">
                                          <p:val>
                                            <p:strVal val="#ppt_y-0.01696"/>
                                          </p:val>
                                        </p:tav>
                                        <p:tav tm="38171">
                                          <p:val>
                                            <p:strVal val="#ppt_y-0.0213"/>
                                          </p:val>
                                        </p:tav>
                                        <p:tav tm="44021">
                                          <p:val>
                                            <p:strVal val="#ppt_y-0.02369"/>
                                          </p:val>
                                        </p:tav>
                                        <p:tav tm="50014">
                                          <p:val>
                                            <p:strVal val="#ppt_y-0.02448"/>
                                          </p:val>
                                        </p:tav>
                                        <p:tav tm="56007">
                                          <p:val>
                                            <p:strVal val="#ppt_y-0.02369"/>
                                          </p:val>
                                        </p:tav>
                                        <p:tav tm="61858">
                                          <p:val>
                                            <p:strVal val="#ppt_y-0.02129"/>
                                          </p:val>
                                        </p:tav>
                                        <p:tav tm="68065">
                                          <p:val>
                                            <p:strVal val="#ppt_y-0.017"/>
                                          </p:val>
                                        </p:tav>
                                        <p:tav tm="80551">
                                          <p:val>
                                            <p:strVal val="#ppt_y-0.00563"/>
                                          </p:val>
                                        </p:tav>
                                        <p:tav tm="86330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93037">
                                          <p:val>
                                            <p:strVal val="#ppt_y+0.00195"/>
                                          </p:val>
                                        </p:tav>
                                        <p:tav tm="99957">
                                          <p:val>
                                            <p:strVal val="#ppt_y+0.003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4672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11"/>
                                          </p:val>
                                        </p:tav>
                                        <p:tav tm="50014">
                                          <p:val>
                                            <p:fltVal val="0.88"/>
                                          </p:val>
                                        </p:tav>
                                        <p:tav tm="99957">
                                          <p:val>
                                            <p:fltVal val="-0.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1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2" dur="51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73"/>
                                          </p:val>
                                        </p:tav>
                                        <p:tav tm="11831">
                                          <p:val>
                                            <p:strVal val="#ppt_x+0.00021"/>
                                          </p:val>
                                        </p:tav>
                                        <p:tav tm="36333">
                                          <p:val>
                                            <p:strVal val="#ppt_x+0.00614"/>
                                          </p:val>
                                        </p:tav>
                                        <p:tav tm="43121">
                                          <p:val>
                                            <p:strVal val="#ppt_x+0.0071"/>
                                          </p:val>
                                        </p:tav>
                                        <p:tav tm="49974">
                                          <p:val>
                                            <p:strVal val="#ppt_x+0.00741"/>
                                          </p:val>
                                        </p:tav>
                                        <p:tav tm="61870">
                                          <p:val>
                                            <p:strVal val="#ppt_x+0.00646"/>
                                          </p:val>
                                        </p:tav>
                                        <p:tav tm="86307">
                                          <p:val>
                                            <p:strVal val="#ppt_x+0.00054"/>
                                          </p:val>
                                        </p:tav>
                                        <p:tav tm="93031">
                                          <p:val>
                                            <p:strVal val="#ppt_x-0.00041"/>
                                          </p:val>
                                        </p:tav>
                                        <p:tav tm="99948">
                                          <p:val>
                                            <p:strVal val="#ppt_x-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51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11831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36333">
                                          <p:val>
                                            <p:strVal val="#ppt_y-0.01333"/>
                                          </p:val>
                                        </p:tav>
                                        <p:tav tm="43057">
                                          <p:val>
                                            <p:strVal val="#ppt_y-0.01539"/>
                                          </p:val>
                                        </p:tav>
                                        <p:tav tm="49974">
                                          <p:val>
                                            <p:strVal val="#ppt_y-0.01607"/>
                                          </p:val>
                                        </p:tav>
                                        <p:tav tm="61805">
                                          <p:val>
                                            <p:strVal val="#ppt_y-0.01404"/>
                                          </p:val>
                                        </p:tav>
                                        <p:tav tm="86307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93031">
                                          <p:val>
                                            <p:strVal val="#ppt_y+0.00089"/>
                                          </p:val>
                                        </p:tav>
                                        <p:tav tm="99948">
                                          <p:val>
                                            <p:strVal val="#ppt_y+0.001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" dur="5156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35"/>
                                          </p:val>
                                        </p:tav>
                                        <p:tav tm="11831">
                                          <p:val>
                                            <p:fltVal val="-0.1"/>
                                          </p:val>
                                        </p:tav>
                                        <p:tav tm="36333">
                                          <p:val>
                                            <p:fltVal val="-2.96"/>
                                          </p:val>
                                        </p:tav>
                                        <p:tav tm="49974">
                                          <p:val>
                                            <p:fltVal val="-3.57"/>
                                          </p:val>
                                        </p:tav>
                                        <p:tav tm="61805">
                                          <p:val>
                                            <p:fltVal val="-3.12"/>
                                          </p:val>
                                        </p:tav>
                                        <p:tav tm="86307">
                                          <p:val>
                                            <p:fltVal val="-0.26"/>
                                          </p:val>
                                        </p:tav>
                                        <p:tav tm="99948">
                                          <p:val>
                                            <p:fltVal val="0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6" dur="3976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83"/>
                                          </p:val>
                                        </p:tav>
                                        <p:tav tm="13665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38229">
                                          <p:val>
                                            <p:strVal val="#ppt_x+0.00399"/>
                                          </p:val>
                                        </p:tav>
                                        <p:tav tm="50050">
                                          <p:val>
                                            <p:strVal val="#ppt_x+0.00461"/>
                                          </p:val>
                                        </p:tav>
                                        <p:tav tm="61787">
                                          <p:val>
                                            <p:strVal val="#ppt_x+0.00399"/>
                                          </p:val>
                                        </p:tav>
                                        <p:tav tm="86351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99933">
                                          <p:val>
                                            <p:strVal val="#ppt_x-0.00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3976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11821">
                                          <p:val>
                                            <p:strVal val="#ppt_y+0.00059"/>
                                          </p:val>
                                        </p:tav>
                                        <p:tav tm="36301">
                                          <p:val>
                                            <p:strVal val="#ppt_y-0.01081"/>
                                          </p:val>
                                        </p:tav>
                                        <p:tav tm="43092">
                                          <p:val>
                                            <p:strVal val="#ppt_y-0.01265"/>
                                          </p:val>
                                        </p:tav>
                                        <p:tav tm="49966">
                                          <p:val>
                                            <p:strVal val="#ppt_y-0.01324"/>
                                          </p:val>
                                        </p:tav>
                                        <p:tav tm="61787">
                                          <p:val>
                                            <p:strVal val="#ppt_y-0.01145"/>
                                          </p:val>
                                        </p:tav>
                                        <p:tav tm="86351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93058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99933">
                                          <p:val>
                                            <p:strVal val="#ppt_y+0.002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3976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16"/>
                                          </p:val>
                                        </p:tav>
                                        <p:tav tm="49966">
                                          <p:val>
                                            <p:fltVal val="-0.86"/>
                                          </p:val>
                                        </p:tav>
                                        <p:tav tm="99933">
                                          <p:val>
                                            <p:fltVal val="0.1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3853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327"/>
                                          </p:val>
                                        </p:tav>
                                        <p:tav tm="6921">
                                          <p:val>
                                            <p:strVal val="#ppt_x-0.0025"/>
                                          </p:val>
                                        </p:tav>
                                        <p:tav tm="13669">
                                          <p:val>
                                            <p:strVal val="#ppt_x-0.00016"/>
                                          </p:val>
                                        </p:tav>
                                        <p:tav tm="19465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31923">
                                          <p:val>
                                            <p:strVal val="#ppt_x+0.01131"/>
                                          </p:val>
                                        </p:tav>
                                        <p:tav tm="38152">
                                          <p:val>
                                            <p:strVal val="#ppt_x+0.01445"/>
                                          </p:val>
                                        </p:tav>
                                        <p:tav tm="44035">
                                          <p:val>
                                            <p:strVal val="#ppt_x+0.0162"/>
                                          </p:val>
                                        </p:tav>
                                        <p:tav tm="50004">
                                          <p:val>
                                            <p:strVal val="#ppt_x+0.01677"/>
                                          </p:val>
                                        </p:tav>
                                        <p:tav tm="56060">
                                          <p:val>
                                            <p:strVal val="#ppt_x+0.01618"/>
                                          </p:val>
                                        </p:tav>
                                        <p:tav tm="61857">
                                          <p:val>
                                            <p:strVal val="#ppt_x+0.01445"/>
                                          </p:val>
                                        </p:tav>
                                        <p:tav tm="68085">
                                          <p:val>
                                            <p:strVal val="#ppt_x+0.0113"/>
                                          </p:val>
                                        </p:tav>
                                        <p:tav tm="80543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86253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93001">
                                          <p:val>
                                            <p:strVal val="#ppt_x-0.00248"/>
                                          </p:val>
                                        </p:tav>
                                        <p:tav tm="99922">
                                          <p:val>
                                            <p:strVal val="#ppt_x-0.003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3853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62"/>
                                          </p:val>
                                        </p:tav>
                                        <p:tav tm="6921">
                                          <p:val>
                                            <p:strVal val="#ppt_y-0.002"/>
                                          </p:val>
                                        </p:tav>
                                        <p:tav tm="13669">
                                          <p:val>
                                            <p:strVal val="#ppt_y-0.00013"/>
                                          </p:val>
                                        </p:tav>
                                        <p:tav tm="38152">
                                          <p:val>
                                            <p:strVal val="#ppt_y+0.01158"/>
                                          </p:val>
                                        </p:tav>
                                        <p:tav tm="50004">
                                          <p:val>
                                            <p:strVal val="#ppt_y+0.01344"/>
                                          </p:val>
                                        </p:tav>
                                        <p:tav tm="61857">
                                          <p:val>
                                            <p:strVal val="#ppt_y+0.01157"/>
                                          </p:val>
                                        </p:tav>
                                        <p:tav tm="86253">
                                          <p:val>
                                            <p:strVal val="#ppt_y-0.0001"/>
                                          </p:val>
                                        </p:tav>
                                        <p:tav tm="93001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99922">
                                          <p:val>
                                            <p:strVal val="#ppt_y-0.002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3853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7"/>
                                          </p:val>
                                        </p:tav>
                                        <p:tav tm="13669">
                                          <p:val>
                                            <p:fltVal val="-0.03"/>
                                          </p:val>
                                        </p:tav>
                                        <p:tav tm="38152">
                                          <p:val>
                                            <p:fltVal val="2.98"/>
                                          </p:val>
                                        </p:tav>
                                        <p:tav tm="50004">
                                          <p:val>
                                            <p:fltVal val="3.45"/>
                                          </p:val>
                                        </p:tav>
                                        <p:tav tm="61857">
                                          <p:val>
                                            <p:fltVal val="2.97"/>
                                          </p:val>
                                        </p:tav>
                                        <p:tav tm="86340">
                                          <p:val>
                                            <p:fltVal val="-0.03"/>
                                          </p:val>
                                        </p:tav>
                                        <p:tav tm="99922">
                                          <p:val>
                                            <p:fltVal val="-0.6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4" dur="3613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27"/>
                                          </p:val>
                                        </p:tav>
                                        <p:tav tm="5997">
                                          <p:val>
                                            <p:strVal val="#ppt_x+0.00192"/>
                                          </p:val>
                                        </p:tav>
                                        <p:tav tm="11809">
                                          <p:val>
                                            <p:strVal val="#ppt_x+0.00087"/>
                                          </p:val>
                                        </p:tav>
                                        <p:tav tm="18083">
                                          <p:val>
                                            <p:strVal val="#ppt_x-0.00106"/>
                                          </p:val>
                                        </p:tav>
                                        <p:tav tm="36350">
                                          <p:val>
                                            <p:strVal val="#ppt_x-0.00806"/>
                                          </p:val>
                                        </p:tav>
                                        <p:tav tm="43085">
                                          <p:val>
                                            <p:strVal val="#ppt_x-0.00949"/>
                                          </p:val>
                                        </p:tav>
                                        <p:tav tm="50005">
                                          <p:val>
                                            <p:strVal val="#ppt_x-0.00996"/>
                                          </p:val>
                                        </p:tav>
                                        <p:tav tm="56001">
                                          <p:val>
                                            <p:strVal val="#ppt_x-0.00961"/>
                                          </p:val>
                                        </p:tav>
                                        <p:tav tm="61814">
                                          <p:val>
                                            <p:strVal val="#ppt_x-0.00855"/>
                                          </p:val>
                                        </p:tav>
                                        <p:tav tm="68087">
                                          <p:val>
                                            <p:strVal val="#ppt_x-0.00662"/>
                                          </p:val>
                                        </p:tav>
                                        <p:tav tm="86263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2998">
                                          <p:val>
                                            <p:strVal val="#ppt_x+0.00179"/>
                                          </p:val>
                                        </p:tav>
                                        <p:tav tm="99917">
                                          <p:val>
                                            <p:strVal val="#ppt_x+0.002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3613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489"/>
                                          </p:val>
                                        </p:tav>
                                        <p:tav tm="5997">
                                          <p:val>
                                            <p:strVal val="#ppt_y-0.00414"/>
                                          </p:val>
                                        </p:tav>
                                        <p:tav tm="11809">
                                          <p:val>
                                            <p:strVal val="#ppt_y-0.00186"/>
                                          </p:val>
                                        </p:tav>
                                        <p:tav tm="18083">
                                          <p:val>
                                            <p:strVal val="#ppt_y+0.00228"/>
                                          </p:val>
                                        </p:tav>
                                        <p:tav tm="30538">
                                          <p:val>
                                            <p:strVal val="#ppt_y+0.01314"/>
                                          </p:val>
                                        </p:tav>
                                        <p:tav tm="36350">
                                          <p:val>
                                            <p:strVal val="#ppt_y+0.01736"/>
                                          </p:val>
                                        </p:tav>
                                        <p:tav tm="43085">
                                          <p:val>
                                            <p:strVal val="#ppt_y+0.02042"/>
                                          </p:val>
                                        </p:tav>
                                        <p:tav tm="50005">
                                          <p:val>
                                            <p:strVal val="#ppt_y+0.02143"/>
                                          </p:val>
                                        </p:tav>
                                        <p:tav tm="56001">
                                          <p:val>
                                            <p:strVal val="#ppt_y+0.02068"/>
                                          </p:val>
                                        </p:tav>
                                        <p:tav tm="61814">
                                          <p:val>
                                            <p:strVal val="#ppt_y+0.01841"/>
                                          </p:val>
                                        </p:tav>
                                        <p:tav tm="68087">
                                          <p:val>
                                            <p:strVal val="#ppt_y+0.01426"/>
                                          </p:val>
                                        </p:tav>
                                        <p:tav tm="80542">
                                          <p:val>
                                            <p:strVal val="#ppt_y+0.0034"/>
                                          </p:val>
                                        </p:tav>
                                        <p:tav tm="86355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93090">
                                          <p:val>
                                            <p:strVal val="#ppt_y-0.00388"/>
                                          </p:val>
                                        </p:tav>
                                        <p:tav tm="99917">
                                          <p:val>
                                            <p:strVal val="#ppt_y-0.004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3613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9"/>
                                          </p:val>
                                        </p:tav>
                                        <p:tav tm="11809">
                                          <p:val>
                                            <p:fltVal val="-0.19"/>
                                          </p:val>
                                        </p:tav>
                                        <p:tav tm="36350">
                                          <p:val>
                                            <p:fltVal val="1.73"/>
                                          </p:val>
                                        </p:tav>
                                        <p:tav tm="50005">
                                          <p:val>
                                            <p:fltVal val="2.14"/>
                                          </p:val>
                                        </p:tav>
                                        <p:tav tm="61814">
                                          <p:val>
                                            <p:fltVal val="1.84"/>
                                          </p:val>
                                        </p:tav>
                                        <p:tav tm="86263">
                                          <p:val>
                                            <p:fltVal val="-0.08"/>
                                          </p:val>
                                        </p:tav>
                                        <p:tav tm="99917">
                                          <p:val>
                                            <p:fltVal val="-0.4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8" dur="3969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55"/>
                                          </p:val>
                                        </p:tav>
                                        <p:tav tm="11842">
                                          <p:val>
                                            <p:strVal val="#ppt_x-0.00014"/>
                                          </p:val>
                                        </p:tav>
                                        <p:tav tm="36281">
                                          <p:val>
                                            <p:strVal val="#ppt_x+0.00248"/>
                                          </p:val>
                                        </p:tav>
                                        <p:tav tm="49971">
                                          <p:val>
                                            <p:strVal val="#ppt_x+0.00304"/>
                                          </p:val>
                                        </p:tav>
                                        <p:tav tm="61812">
                                          <p:val>
                                            <p:strVal val="#ppt_x+0.00263"/>
                                          </p:val>
                                        </p:tav>
                                        <p:tav tm="86336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99941">
                                          <p:val>
                                            <p:strVal val="#ppt_x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" dur="3969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49"/>
                                          </p:val>
                                        </p:tav>
                                        <p:tav tm="6047">
                                          <p:val>
                                            <p:strVal val="#ppt_y-0.00283"/>
                                          </p:val>
                                        </p:tav>
                                        <p:tav tm="11842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18057">
                                          <p:val>
                                            <p:strVal val="#ppt_y+0.00269"/>
                                          </p:val>
                                        </p:tav>
                                        <p:tav tm="36365">
                                          <p:val>
                                            <p:strVal val="#ppt_y+0.01575"/>
                                          </p:val>
                                        </p:tav>
                                        <p:tav tm="43084">
                                          <p:val>
                                            <p:strVal val="#ppt_y+0.01839"/>
                                          </p:val>
                                        </p:tav>
                                        <p:tav tm="49971">
                                          <p:val>
                                            <p:strVal val="#ppt_y+0.01926"/>
                                          </p:val>
                                        </p:tav>
                                        <p:tav tm="55933">
                                          <p:val>
                                            <p:strVal val="#ppt_y+0.01863"/>
                                          </p:val>
                                        </p:tav>
                                        <p:tav tm="61812">
                                          <p:val>
                                            <p:strVal val="#ppt_y+0.01664"/>
                                          </p:val>
                                        </p:tav>
                                        <p:tav tm="68111">
                                          <p:val>
                                            <p:strVal val="#ppt_y+0.01304"/>
                                          </p:val>
                                        </p:tav>
                                        <p:tav tm="86336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3055">
                                          <p:val>
                                            <p:strVal val="#ppt_y-0.00261"/>
                                          </p:val>
                                        </p:tav>
                                        <p:tav tm="99941">
                                          <p:val>
                                            <p:strVal val="#ppt_y-0.003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" dur="3969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65"/>
                                          </p:val>
                                        </p:tav>
                                        <p:tav tm="11842">
                                          <p:val>
                                            <p:fltVal val="0.16"/>
                                          </p:val>
                                        </p:tav>
                                        <p:tav tm="36281">
                                          <p:val>
                                            <p:fltVal val="-2.93"/>
                                          </p:val>
                                        </p:tav>
                                        <p:tav tm="49971">
                                          <p:val>
                                            <p:fltVal val="-3.59"/>
                                          </p:val>
                                        </p:tav>
                                        <p:tav tm="61812">
                                          <p:val>
                                            <p:fltVal val="-3.1"/>
                                          </p:val>
                                        </p:tav>
                                        <p:tav tm="86336">
                                          <p:val>
                                            <p:fltVal val="-0.01"/>
                                          </p:val>
                                        </p:tav>
                                        <p:tav tm="99941">
                                          <p:val>
                                            <p:fltVal val="0.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1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2" dur="536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6"/>
                                          </p:val>
                                        </p:tav>
                                        <p:tav tm="50006">
                                          <p:val>
                                            <p:strVal val="#ppt_y-0.00069"/>
                                          </p:val>
                                        </p:tav>
                                        <p:tav tm="99950">
                                          <p:val>
                                            <p:strVal val="#ppt_y+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5366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38"/>
                                          </p:val>
                                        </p:tav>
                                        <p:tav tm="13666">
                                          <p:val>
                                            <p:fltVal val="-0.33"/>
                                          </p:val>
                                        </p:tav>
                                        <p:tav tm="38204">
                                          <p:val>
                                            <p:fltVal val="-3.68"/>
                                          </p:val>
                                        </p:tav>
                                        <p:tav tm="50006">
                                          <p:val>
                                            <p:fltVal val="-4.21"/>
                                          </p:val>
                                        </p:tav>
                                        <p:tav tm="61809">
                                          <p:val>
                                            <p:fltVal val="-3.68"/>
                                          </p:val>
                                        </p:tav>
                                        <p:tav tm="86284">
                                          <p:val>
                                            <p:fltVal val="-0.34"/>
                                          </p:val>
                                        </p:tav>
                                        <p:tav tm="99950">
                                          <p:val>
                                            <p:fltVal val="0.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411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226"/>
                                          </p:val>
                                        </p:tav>
                                        <p:tav tm="6975">
                                          <p:val>
                                            <p:strVal val="#ppt_x+0.00164"/>
                                          </p:val>
                                        </p:tav>
                                        <p:tav tm="13706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19384">
                                          <p:val>
                                            <p:strVal val="#ppt_x-0.00268"/>
                                          </p:val>
                                        </p:tav>
                                        <p:tav tm="31955">
                                          <p:val>
                                            <p:strVal val="#ppt_x-0.00925"/>
                                          </p:val>
                                        </p:tav>
                                        <p:tav tm="38200">
                                          <p:val>
                                            <p:strVal val="#ppt_x-0.01173"/>
                                          </p:val>
                                        </p:tav>
                                        <p:tav tm="44039">
                                          <p:val>
                                            <p:strVal val="#ppt_x-0.0131"/>
                                          </p:val>
                                        </p:tav>
                                        <p:tav tm="50041">
                                          <p:val>
                                            <p:strVal val="#ppt_x-0.01355"/>
                                          </p:val>
                                        </p:tav>
                                        <p:tav tm="56934">
                                          <p:val>
                                            <p:strVal val="#ppt_x-0.01294"/>
                                          </p:val>
                                        </p:tav>
                                        <p:tav tm="63666">
                                          <p:val>
                                            <p:strVal val="#ppt_x-0.0111"/>
                                          </p:val>
                                        </p:tav>
                                        <p:tav tm="69424">
                                          <p:val>
                                            <p:strVal val="#ppt_x-0.00859"/>
                                          </p:val>
                                        </p:tav>
                                        <p:tav tm="81914">
                                          <p:val>
                                            <p:strVal val="#ppt_x-0.00206"/>
                                          </p:val>
                                        </p:tav>
                                        <p:tav tm="88159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93998">
                                          <p:val>
                                            <p:strVal val="#ppt_x+0.00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2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411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600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11841">
                                          <p:val>
                                            <p:strVal val="#ppt_y+0.00053"/>
                                          </p:val>
                                        </p:tav>
                                        <p:tav tm="18086">
                                          <p:val>
                                            <p:strVal val="#ppt_y-0.0025"/>
                                          </p:val>
                                        </p:tav>
                                        <p:tav tm="36334">
                                          <p:val>
                                            <p:strVal val="#ppt_y-0.01354"/>
                                          </p:val>
                                        </p:tav>
                                        <p:tav tm="43066">
                                          <p:val>
                                            <p:strVal val="#ppt_y-0.01579"/>
                                          </p:val>
                                        </p:tav>
                                        <p:tav tm="49959">
                                          <p:val>
                                            <p:strVal val="#ppt_y-0.01653"/>
                                          </p:val>
                                        </p:tav>
                                        <p:tav tm="55961">
                                          <p:val>
                                            <p:strVal val="#ppt_y-0.01599"/>
                                          </p:val>
                                        </p:tav>
                                        <p:tav tm="61800">
                                          <p:val>
                                            <p:strVal val="#ppt_y-0.01432"/>
                                          </p:val>
                                        </p:tav>
                                        <p:tav tm="68045">
                                          <p:val>
                                            <p:strVal val="#ppt_y-0.0113"/>
                                          </p:val>
                                        </p:tav>
                                        <p:tav tm="86375">
                                          <p:val>
                                            <p:strVal val="#ppt_y-0.00022"/>
                                          </p:val>
                                        </p:tav>
                                        <p:tav tm="93106">
                                          <p:val>
                                            <p:strVal val="#ppt_y+0.002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2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411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56"/>
                                          </p:val>
                                        </p:tav>
                                        <p:tav tm="13706">
                                          <p:val>
                                            <p:fltVal val="0.05"/>
                                          </p:val>
                                        </p:tav>
                                        <p:tav tm="38200">
                                          <p:val>
                                            <p:fltVal val="2.89"/>
                                          </p:val>
                                        </p:tav>
                                        <p:tav tm="50041">
                                          <p:val>
                                            <p:fltVal val="3.34"/>
                                          </p:val>
                                        </p:tav>
                                        <p:tav tm="63666">
                                          <p:val>
                                            <p:fltVal val="2.74"/>
                                          </p:val>
                                        </p:tav>
                                        <p:tav tm="88159">
                                          <p:val>
                                            <p:fltVal val="-0.11"/>
                                          </p:val>
                                        </p:tav>
                                        <p:tav tm="100000">
                                          <p:val>
                                            <p:fltVal val="-0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4144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96"/>
                                          </p:val>
                                        </p:tav>
                                        <p:tav tm="6918">
                                          <p:val>
                                            <p:strVal val="#ppt_x+0.00143"/>
                                          </p:val>
                                        </p:tav>
                                        <p:tav tm="13674">
                                          <p:val>
                                            <p:strVal val="#ppt_x-0.00021"/>
                                          </p:val>
                                        </p:tav>
                                        <p:tav tm="31934">
                                          <p:val>
                                            <p:strVal val="#ppt_x-0.00821"/>
                                          </p:val>
                                        </p:tav>
                                        <p:tav tm="38208">
                                          <p:val>
                                            <p:strVal val="#ppt_x-0.01041"/>
                                          </p:val>
                                        </p:tav>
                                        <p:tav tm="43999">
                                          <p:val>
                                            <p:strVal val="#ppt_x-0.01161"/>
                                          </p:val>
                                        </p:tav>
                                        <p:tav tm="50032">
                                          <p:val>
                                            <p:strVal val="#ppt_x-0.01201"/>
                                          </p:val>
                                        </p:tav>
                                        <p:tav tm="56950">
                                          <p:val>
                                            <p:strVal val="#ppt_x-0.01146"/>
                                          </p:val>
                                        </p:tav>
                                        <p:tav tm="63707">
                                          <p:val>
                                            <p:strVal val="#ppt_x-0.00982"/>
                                          </p:val>
                                        </p:tav>
                                        <p:tav tm="81885">
                                          <p:val>
                                            <p:strVal val="#ppt_x-0.00186"/>
                                          </p:val>
                                        </p:tav>
                                        <p:tav tm="88160">
                                          <p:val>
                                            <p:strVal val="#ppt_x+0.00035"/>
                                          </p:val>
                                        </p:tav>
                                        <p:tav tm="94032">
                                          <p:val>
                                            <p:strVal val="#ppt_x+0.00157"/>
                                          </p:val>
                                        </p:tav>
                                        <p:tav tm="99984">
                                          <p:val>
                                            <p:strVal val="#ppt_x+0.001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4144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221"/>
                                          </p:val>
                                        </p:tav>
                                        <p:tav tm="11824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36358">
                                          <p:val>
                                            <p:strVal val="#ppt_y+0.01111"/>
                                          </p:val>
                                        </p:tav>
                                        <p:tav tm="43115">
                                          <p:val>
                                            <p:strVal val="#ppt_y+0.01295"/>
                                          </p:val>
                                        </p:tav>
                                        <p:tav tm="49952">
                                          <p:val>
                                            <p:strVal val="#ppt_y+0.01354"/>
                                          </p:val>
                                        </p:tav>
                                        <p:tav tm="61776">
                                          <p:val>
                                            <p:strVal val="#ppt_y+0.01174"/>
                                          </p:val>
                                        </p:tav>
                                        <p:tav tm="86310">
                                          <p:val>
                                            <p:strVal val="#ppt_y+0.00023"/>
                                          </p:val>
                                        </p:tav>
                                        <p:tav tm="93066">
                                          <p:val>
                                            <p:strVal val="#ppt_y-0.00161"/>
                                          </p:val>
                                        </p:tav>
                                        <p:tav tm="99984">
                                          <p:val>
                                            <p:strVal val="#ppt_y-0.002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144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52"/>
                                          </p:val>
                                        </p:tav>
                                        <p:tav tm="13674">
                                          <p:val>
                                            <p:fltVal val="0.05"/>
                                          </p:val>
                                        </p:tav>
                                        <p:tav tm="38208">
                                          <p:val>
                                            <p:fltVal val="2.74"/>
                                          </p:val>
                                        </p:tav>
                                        <p:tav tm="50032">
                                          <p:val>
                                            <p:fltVal val="3.16"/>
                                          </p:val>
                                        </p:tav>
                                        <p:tav tm="63707">
                                          <p:val>
                                            <p:fltVal val="2.59"/>
                                          </p:val>
                                        </p:tav>
                                        <p:tav tm="88160">
                                          <p:val>
                                            <p:fltVal val="-0.09"/>
                                          </p:val>
                                        </p:tav>
                                        <p:tav tm="99984">
                                          <p:val>
                                            <p:fltVal val="-0.5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2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4041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191"/>
                                          </p:val>
                                        </p:tav>
                                        <p:tav tm="6022">
                                          <p:val>
                                            <p:strVal val="#ppt_x+0.00154"/>
                                          </p:val>
                                        </p:tav>
                                        <p:tav tm="11796">
                                          <p:val>
                                            <p:strVal val="#ppt_x+0.00043"/>
                                          </p:val>
                                        </p:tav>
                                        <p:tav tm="18065">
                                          <p:val>
                                            <p:strVal val="#ppt_x-0.00161"/>
                                          </p:val>
                                        </p:tav>
                                        <p:tav tm="36377">
                                          <p:val>
                                            <p:strVal val="#ppt_x-0.00903"/>
                                          </p:val>
                                        </p:tav>
                                        <p:tav tm="43059">
                                          <p:val>
                                            <p:strVal val="#ppt_x-0.01052"/>
                                          </p:val>
                                        </p:tav>
                                        <p:tav tm="49988">
                                          <p:val>
                                            <p:strVal val="#ppt_x-0.01102"/>
                                          </p:val>
                                        </p:tav>
                                        <p:tav tm="55927">
                                          <p:val>
                                            <p:strVal val="#ppt_x-0.01066"/>
                                          </p:val>
                                        </p:tav>
                                        <p:tav tm="61783">
                                          <p:val>
                                            <p:strVal val="#ppt_x-0.00954"/>
                                          </p:val>
                                        </p:tav>
                                        <p:tav tm="68052">
                                          <p:val>
                                            <p:strVal val="#ppt_x-0.0075"/>
                                          </p:val>
                                        </p:tav>
                                        <p:tav tm="86282">
                                          <p:val>
                                            <p:strVal val="#ppt_x-0.00011"/>
                                          </p:val>
                                        </p:tav>
                                        <p:tav tm="93046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99975">
                                          <p:val>
                                            <p:strVal val="#ppt_x+0.001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4041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76"/>
                                          </p:val>
                                        </p:tav>
                                        <p:tav tm="11796">
                                          <p:val>
                                            <p:strVal val="#ppt_y+0.00062"/>
                                          </p:val>
                                        </p:tav>
                                        <p:tav tm="36295">
                                          <p:val>
                                            <p:strVal val="#ppt_y-0.01298"/>
                                          </p:val>
                                        </p:tav>
                                        <p:tav tm="43059">
                                          <p:val>
                                            <p:strVal val="#ppt_y-0.01517"/>
                                          </p:val>
                                        </p:tav>
                                        <p:tav tm="49988">
                                          <p:val>
                                            <p:strVal val="#ppt_y-0.01589"/>
                                          </p:val>
                                        </p:tav>
                                        <p:tav tm="61783">
                                          <p:val>
                                            <p:strVal val="#ppt_y-0.01376"/>
                                          </p:val>
                                        </p:tav>
                                        <p:tav tm="86282">
                                          <p:val>
                                            <p:strVal val="#ppt_y-0.00015"/>
                                          </p:val>
                                        </p:tav>
                                        <p:tav tm="93046">
                                          <p:val>
                                            <p:strVal val="#ppt_y+0.00204"/>
                                          </p:val>
                                        </p:tav>
                                        <p:tav tm="99975">
                                          <p:val>
                                            <p:strVal val="#ppt_y+0.002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" dur="4041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64"/>
                                          </p:val>
                                        </p:tav>
                                        <p:tav tm="11796">
                                          <p:val>
                                            <p:fltVal val="-0.14"/>
                                          </p:val>
                                        </p:tav>
                                        <p:tav tm="36295">
                                          <p:val>
                                            <p:fltVal val="3"/>
                                          </p:val>
                                        </p:tav>
                                        <p:tav tm="49988">
                                          <p:val>
                                            <p:fltVal val="3.68"/>
                                          </p:val>
                                        </p:tav>
                                        <p:tav tm="61783">
                                          <p:val>
                                            <p:fltVal val="3.18"/>
                                          </p:val>
                                        </p:tav>
                                        <p:tav tm="86282">
                                          <p:val>
                                            <p:fltVal val="0.04"/>
                                          </p:val>
                                        </p:tav>
                                        <p:tav tm="99975">
                                          <p:val>
                                            <p:fltVal val="-0.6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6" presetID="31" presetClass="entr" presetSubtype="0" fill="hold" grpId="0" nodeType="withEffect">
                                  <p:stCondLst>
                                    <p:cond delay="98"/>
                                  </p:stCondLst>
                                  <p:childTnLs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8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" dur="304" fill="hold" decel="100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3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3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4" fill="hold" decel="100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121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8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4" fill="hold" decel="100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31" presetClass="entr" presetSubtype="0" fill="hold" grpId="0" nodeType="withEffect">
                                  <p:stCondLst>
                                    <p:cond delay="125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3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" dur="304" fill="hold" decel="100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6" presetID="31" presetClass="entr" presetSubtype="0" fill="hold" grpId="0" nodeType="withEffect">
                                  <p:stCondLst>
                                    <p:cond delay="137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8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304" fill="hold" decel="100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1" presetID="31" presetClass="entr" presetSubtype="0" fill="hold" grpId="0" nodeType="withEffect">
                                  <p:stCondLst>
                                    <p:cond delay="138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3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4" fill="hold" decel="100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31" presetClass="entr" presetSubtype="0" fill="hold" grpId="0" nodeType="withEffect">
                                  <p:stCondLst>
                                    <p:cond delay="148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8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4" fill="hold" decel="100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31" presetClass="entr" presetSubtype="0" fill="hold" grpId="0" nodeType="withEffect">
                                  <p:stCondLst>
                                    <p:cond delay="149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3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304" fill="hold" decel="100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165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8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" dur="304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1" presetID="31" presetClass="entr" presetSubtype="0" fill="hold" grpId="0" nodeType="withEffect">
                                  <p:stCondLst>
                                    <p:cond delay="166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3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4" fill="hold" decel="100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8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4" fill="hold" decel="100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" presetID="31" presetClass="entr" presetSubtype="0" fill="hold" grpId="0" nodeType="withEffect">
                                  <p:stCondLst>
                                    <p:cond delay="172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3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5" dur="304" fill="hold" decel="100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6" presetID="31" presetClass="entr" presetSubtype="0" fill="hold" grpId="0" nodeType="withEffect">
                                  <p:stCondLst>
                                    <p:cond delay="175"/>
                                  </p:stCondLst>
                                  <p:childTnLs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8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9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0" dur="304" fill="hold" decel="100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1" presetID="31" presetClass="entr" presetSubtype="0" fill="hold" grpId="0" nodeType="withEffect">
                                  <p:stCondLst>
                                    <p:cond delay="178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3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4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4" fill="hold" decel="100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19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8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4" fill="hold" decel="100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1" presetID="31" presetClass="entr" presetSubtype="0" fill="hold" grpId="0" nodeType="withEffect">
                                  <p:stCondLst>
                                    <p:cond delay="192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3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304" fill="hold" decel="100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6" presetID="31" presetClass="entr" presetSubtype="0" fill="hold" grpId="0" nodeType="withEffect">
                                  <p:stCondLst>
                                    <p:cond delay="193"/>
                                  </p:stCondLst>
                                  <p:childTnLs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8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9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304" fill="hold" decel="100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1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3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4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4" fill="hold" decel="100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6" presetID="31" presetClass="entr" presetSubtype="0" fill="hold" grpId="0" nodeType="withEffect">
                                  <p:stCondLst>
                                    <p:cond delay="199"/>
                                  </p:stCondLst>
                                  <p:childTnLs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8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4" fill="hold" decel="100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1" presetID="31" presetClass="entr" presetSubtype="0" fill="hold" grpId="0" nodeType="withEffect">
                                  <p:stCondLst>
                                    <p:cond delay="205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3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304" fill="hold" decel="100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21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8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9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0" dur="304" fill="hold" decel="100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1" presetID="31" presetClass="entr" presetSubtype="0" fill="hold" grpId="0" nodeType="withEffect">
                                  <p:stCondLst>
                                    <p:cond delay="212"/>
                                  </p:stCondLst>
                                  <p:childTnLs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3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4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4" fill="hold" decel="100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6" presetID="31" presetClass="entr" presetSubtype="0" fill="hold" grpId="0" nodeType="withEffect">
                                  <p:stCondLst>
                                    <p:cond delay="213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8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4" fill="hold" decel="100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1" presetID="31" presetClass="entr" presetSubtype="0" fill="hold" grpId="0" nodeType="withEffect">
                                  <p:stCondLst>
                                    <p:cond delay="214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3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5" dur="304" fill="hold" decel="100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6" presetID="31" presetClass="entr" presetSubtype="0" fill="hold" grpId="0" nodeType="withEffect">
                                  <p:stCondLst>
                                    <p:cond delay="217"/>
                                  </p:stCondLst>
                                  <p:childTnLs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8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9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304" fill="hold" decel="100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1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3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4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4" fill="hold" decel="100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218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8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4" fill="hold" decel="100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1" presetID="31" presetClass="entr" presetSubtype="0" fill="hold" grpId="0" nodeType="withEffect">
                                  <p:stCondLst>
                                    <p:cond delay="219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3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5" dur="304" fill="hold" decel="100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6" presetID="31" presetClass="entr" presetSubtype="0" fill="hold" grpId="0" nodeType="withEffect">
                                  <p:stCondLst>
                                    <p:cond delay="234"/>
                                  </p:stCondLst>
                                  <p:childTnLs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8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9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304" fill="hold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1" presetID="31" presetClass="entr" presetSubtype="0" fill="hold" grpId="0" nodeType="withEffect">
                                  <p:stCondLst>
                                    <p:cond delay="235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3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4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4" fill="hold" decel="100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6" presetID="31" presetClass="entr" presetSubtype="0" fill="hold" grpId="0" nodeType="withEffect">
                                  <p:stCondLst>
                                    <p:cond delay="236"/>
                                  </p:stCondLst>
                                  <p:childTnLs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8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4" fill="hold" decel="100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1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3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304" fill="hold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238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8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9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0" dur="304" fill="hold" decel="100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1" presetID="31" presetClass="entr" presetSubtype="0" fill="hold" grpId="0" nodeType="withEffect">
                                  <p:stCondLst>
                                    <p:cond delay="240"/>
                                  </p:stCondLst>
                                  <p:childTnLs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3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4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4" fill="hold" decel="100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6" presetID="31" presetClass="entr" presetSubtype="0" fill="hold" grpId="0" nodeType="withEffect">
                                  <p:stCondLst>
                                    <p:cond delay="243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8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4" fill="hold" decel="100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1" presetID="31" presetClass="entr" presetSubtype="0" fill="hold" grpId="0" nodeType="withEffect">
                                  <p:stCondLst>
                                    <p:cond delay="246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3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5" dur="304" fill="hold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6" presetID="31" presetClass="entr" presetSubtype="0" fill="hold" grpId="0" nodeType="withEffect">
                                  <p:stCondLst>
                                    <p:cond delay="249"/>
                                  </p:stCondLst>
                                  <p:childTnLs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8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9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0" dur="304" fill="hold" decel="100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1" presetID="31" presetClass="entr" presetSubtype="0" fill="hold" grpId="0" nodeType="withEffect">
                                  <p:stCondLst>
                                    <p:cond delay="251"/>
                                  </p:stCondLst>
                                  <p:childTnLs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3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4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4" fill="hold" decel="100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252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8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0" dur="304" fill="hold" decel="100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1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3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4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5" dur="304" fill="hold" decel="100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6" presetID="31" presetClass="entr" presetSubtype="0" fill="hold" grpId="0" nodeType="withEffect">
                                  <p:stCondLst>
                                    <p:cond delay="255"/>
                                  </p:stCondLst>
                                  <p:childTnLs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8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9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304" fill="hold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1" presetID="31" presetClass="entr" presetSubtype="0" fill="hold" grpId="0" nodeType="withEffect">
                                  <p:stCondLst>
                                    <p:cond delay="257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3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4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4" fill="hold" decel="100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6" presetID="31" presetClass="entr" presetSubtype="0" fill="hold" grpId="0" nodeType="withEffect">
                                  <p:stCondLst>
                                    <p:cond delay="261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8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0" dur="304" fill="hold" decel="100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1" presetID="31" presetClass="entr" presetSubtype="0" fill="hold" grpId="0" nodeType="withEffect">
                                  <p:stCondLst>
                                    <p:cond delay="264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3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4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304" fill="hold" decel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265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8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9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0" dur="304" fill="hold" decel="100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1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3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4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5" dur="304" fill="hold" decel="100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6" presetID="31" presetClass="entr" presetSubtype="0" fill="hold" grpId="0" nodeType="withEffect">
                                  <p:stCondLst>
                                    <p:cond delay="270"/>
                                  </p:stCondLst>
                                  <p:childTnLs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8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304" fill="hold" decel="100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1" presetID="31" presetClass="entr" presetSubtype="0" fill="hold" grpId="0" nodeType="withEffect">
                                  <p:stCondLst>
                                    <p:cond delay="272"/>
                                  </p:stCondLst>
                                  <p:childTnLs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3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4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5" dur="304" fill="hold" decel="100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6" presetID="31" presetClass="entr" presetSubtype="0" fill="hold" grpId="0" nodeType="withEffect">
                                  <p:stCondLst>
                                    <p:cond delay="273"/>
                                  </p:stCondLst>
                                  <p:childTnLs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8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9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0" dur="304" fill="hold" decel="100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1" presetID="31" presetClass="entr" presetSubtype="0" fill="hold" grpId="0" nodeType="withEffect">
                                  <p:stCondLst>
                                    <p:cond delay="275"/>
                                  </p:stCondLst>
                                  <p:childTnLs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3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4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304" fill="hold" decel="100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279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8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0" dur="304" fill="hold" decel="100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1" presetID="31" presetClass="entr" presetSubtype="0" fill="hold" grpId="0" nodeType="withEffect">
                                  <p:stCondLst>
                                    <p:cond delay="283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3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4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5" dur="304" fill="hold" decel="100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6" presetID="31" presetClass="entr" presetSubtype="0" fill="hold" grpId="0" nodeType="withEffect">
                                  <p:stCondLst>
                                    <p:cond delay="287"/>
                                  </p:stCondLst>
                                  <p:childTnLs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8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9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304" fill="hold" decel="100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1" presetID="31" presetClass="entr" presetSubtype="0" fill="hold" grpId="0" nodeType="withEffect">
                                  <p:stCondLst>
                                    <p:cond delay="292"/>
                                  </p:stCondLst>
                                  <p:childTnLs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3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4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304" fill="hold" decel="100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6" presetID="31" presetClass="entr" presetSubtype="0" fill="hold" grpId="0" nodeType="withEffect">
                                  <p:stCondLst>
                                    <p:cond delay="297"/>
                                  </p:stCondLst>
                                  <p:childTnLs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8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0" dur="304" fill="hold" decel="100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1" presetID="21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43" dur="1300" decel="100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4" presetID="1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6" dur="1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78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8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0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2" dur="304" fill="hold" decel="100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3" presetID="31" presetClass="entr" presetSubtype="0" fill="hold" grpId="0" nodeType="withEffect">
                                  <p:stCondLst>
                                    <p:cond delay="302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5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6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7" dur="304" fill="hold" decel="100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303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0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2" dur="304" fill="hold" decel="100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3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5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6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304" fill="hold" decel="100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8" presetID="31" presetClass="entr" presetSubtype="0" fill="hold" grpId="0" nodeType="withEffect">
                                  <p:stCondLst>
                                    <p:cond delay="305"/>
                                  </p:stCondLst>
                                  <p:childTnLs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0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2" dur="304" fill="hold" decel="100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31" presetClass="entr" presetSubtype="0" fill="hold" grpId="0" nodeType="withEffect">
                                  <p:stCondLst>
                                    <p:cond delay="311"/>
                                  </p:stCondLst>
                                  <p:childTnLs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5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6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304" fill="hold" decel="100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8" presetID="31" presetClass="entr" presetSubtype="0" fill="hold" grpId="0" nodeType="withEffect">
                                  <p:stCondLst>
                                    <p:cond delay="315"/>
                                  </p:stCondLst>
                                  <p:childTnLs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0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1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2" dur="304" fill="hold" decel="100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3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5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304" fill="hold" decel="100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31" presetClass="entr" presetSubtype="0" fill="hold" grpId="0" nodeType="withEffect">
                                  <p:stCondLst>
                                    <p:cond delay="320"/>
                                  </p:stCondLst>
                                  <p:childTnLs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0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2" dur="304" fill="hold" decel="100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3" presetID="31" presetClass="entr" presetSubtype="0" fill="hold" grpId="0" nodeType="withEffect">
                                  <p:stCondLst>
                                    <p:cond delay="324"/>
                                  </p:stCondLst>
                                  <p:childTnLs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5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6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7" dur="304" fill="hold" decel="100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8" presetID="31" presetClass="entr" presetSubtype="0" fill="hold" grpId="0" nodeType="withEffect">
                                  <p:stCondLst>
                                    <p:cond delay="327"/>
                                  </p:stCondLst>
                                  <p:childTnLs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0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1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2" dur="304" fill="hold" decel="100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3" presetID="31" presetClass="entr" presetSubtype="0" fill="hold" grpId="0" nodeType="withEffect">
                                  <p:stCondLst>
                                    <p:cond delay="335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6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304" fill="hold" decel="100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8" presetID="31" presetClass="entr" presetSubtype="0" fill="hold" grpId="0" nodeType="withEffect">
                                  <p:stCondLst>
                                    <p:cond delay="339"/>
                                  </p:stCondLst>
                                  <p:childTnLs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0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2" dur="304" fill="hold" decel="100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3" presetID="31" presetClass="entr" presetSubtype="0" fill="hold" grpId="0" nodeType="withEffect">
                                  <p:stCondLst>
                                    <p:cond delay="343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5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6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7" dur="304" fill="hold" decel="100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0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1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2" dur="304" fill="hold" decel="100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3" presetID="31" presetClass="entr" presetSubtype="0" fill="hold" grpId="0" nodeType="withEffect">
                                  <p:stCondLst>
                                    <p:cond delay="345"/>
                                  </p:stCondLst>
                                  <p:childTnLs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5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6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304" fill="hold" decel="100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8" presetID="31" presetClass="entr" presetSubtype="0" fill="hold" grpId="0" nodeType="withEffect">
                                  <p:stCondLst>
                                    <p:cond delay="348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2" dur="304" fill="hold" decel="100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3" presetID="31" presetClass="entr" presetSubtype="0" fill="hold" grpId="0" nodeType="withEffect">
                                  <p:stCondLst>
                                    <p:cond delay="353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5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6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7" dur="304" fill="hold" decel="100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8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0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1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2" dur="304" fill="hold" decel="100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3" presetID="31" presetClass="entr" presetSubtype="0" fill="hold" grpId="0" nodeType="withEffect">
                                  <p:stCondLst>
                                    <p:cond delay="355"/>
                                  </p:stCondLst>
                                  <p:childTnLs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5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6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304" fill="hold" decel="100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8" presetID="31" presetClass="entr" presetSubtype="0" fill="hold" grpId="0" nodeType="withEffect">
                                  <p:stCondLst>
                                    <p:cond delay="359"/>
                                  </p:stCondLst>
                                  <p:childTnLst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0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2" dur="304" fill="hold" decel="100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5" dur="3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8" dur="3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1" dur="3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4" dur="3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5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7" dur="3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8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0" dur="3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1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3" dur="3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4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6" dur="3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7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9" dur="3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0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2" dur="3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3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5" dur="3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6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8" dur="3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9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1" dur="3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2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4" dur="3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5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7" dur="3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8" presetID="10" presetClass="entr" presetSubtype="0" fill="hold" grpId="0" nodeType="withEffect">
                                  <p:stCondLst>
                                    <p:cond delay="360"/>
                                  </p:stCondLst>
                                  <p:childTnLs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0" dur="3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1" presetID="31" presetClass="entr" presetSubtype="0" fill="hold" grpId="0" nodeType="withEffect">
                                  <p:stCondLst>
                                    <p:cond delay="367"/>
                                  </p:stCondLst>
                                  <p:childTnLs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3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5" dur="304" fill="hold" decel="100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6" presetID="31" presetClass="entr" presetSubtype="0" fill="hold" grpId="0" nodeType="withEffect">
                                  <p:stCondLst>
                                    <p:cond delay="368"/>
                                  </p:stCondLst>
                                  <p:childTnLs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8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9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0" dur="304" fill="hold" decel="100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1" presetID="31" presetClass="entr" presetSubtype="0" fill="hold" grpId="0" nodeType="withEffect">
                                  <p:stCondLst>
                                    <p:cond delay="370"/>
                                  </p:stCondLst>
                                  <p:childTnLst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3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4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304" fill="hold" decel="100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6" presetID="31" presetClass="entr" presetSubtype="0" fill="hold" grpId="0" nodeType="withEffect">
                                  <p:stCondLst>
                                    <p:cond delay="371"/>
                                  </p:stCondLst>
                                  <p:childTnLst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8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0" dur="304" fill="hold" decel="100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1" presetID="31" presetClass="entr" presetSubtype="0" fill="hold" grpId="0" nodeType="withEffect">
                                  <p:stCondLst>
                                    <p:cond delay="375"/>
                                  </p:stCondLst>
                                  <p:childTnLs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3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5" dur="304" fill="hold" decel="100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6" presetID="1" presetClass="entr" presetSubtype="0" fill="hold" grpId="0" nodeType="withEffect">
                                  <p:stCondLst>
                                    <p:cond delay="378"/>
                                  </p:stCondLst>
                                  <p:childTnLst>
                                    <p:set>
                                      <p:cBhvr>
                                        <p:cTn id="1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8" dur="1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78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31" presetClass="entr" presetSubtype="0" fill="hold" grpId="0" nodeType="withEffect">
                                  <p:stCondLst>
                                    <p:cond delay="380"/>
                                  </p:stCondLst>
                                  <p:childTnLst>
                                    <p:set>
                                      <p:cBhvr>
                                        <p:cTn id="1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2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3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4" dur="304" fill="hold" decel="100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5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7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8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9" dur="304" fill="hold" decel="100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0" presetID="31" presetClass="entr" presetSubtype="0" fill="hold" grpId="0" nodeType="withEffect">
                                  <p:stCondLst>
                                    <p:cond delay="391"/>
                                  </p:stCondLst>
                                  <p:childTnLs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2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4" dur="304" fill="hold" decel="100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5" presetID="31" presetClass="entr" presetSubtype="0" fill="hold" grpId="0" nodeType="withEffect">
                                  <p:stCondLst>
                                    <p:cond delay="392"/>
                                  </p:stCondLst>
                                  <p:childTnLs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7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9" dur="304" fill="hold" decel="100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0" presetID="31" presetClass="entr" presetSubtype="0" fill="hold" grpId="0" nodeType="withEffect">
                                  <p:stCondLst>
                                    <p:cond delay="394"/>
                                  </p:stCondLst>
                                  <p:childTnLst>
                                    <p:set>
                                      <p:cBhvr>
                                        <p:cTn id="1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2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3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4" dur="304" fill="hold" decel="100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5" presetID="31" presetClass="entr" presetSubtype="0" fill="hold" grpId="0" nodeType="withEffect">
                                  <p:stCondLst>
                                    <p:cond delay="397"/>
                                  </p:stCondLst>
                                  <p:childTnLst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7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8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9" dur="304" fill="hold" decel="100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0" presetID="31" presetClass="entr" presetSubtype="0" fill="hold" grpId="0" nodeType="withEffect">
                                  <p:stCondLst>
                                    <p:cond delay="407"/>
                                  </p:stCondLst>
                                  <p:childTnLs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2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4" dur="304" fill="hold" decel="100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5" presetID="31" presetClass="entr" presetSubtype="0" fill="hold" grpId="0" nodeType="withEffect">
                                  <p:stCondLst>
                                    <p:cond delay="414"/>
                                  </p:stCondLst>
                                  <p:childTnLst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7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8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9" dur="304" fill="hold" decel="100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0" presetID="31" presetClass="entr" presetSubtype="0" fill="hold" grpId="0" nodeType="withEffect">
                                  <p:stCondLst>
                                    <p:cond delay="416"/>
                                  </p:stCondLst>
                                  <p:childTnLs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2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3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4" dur="304" fill="hold" decel="100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5" presetID="12" presetClass="entr" presetSubtype="4" fill="hold" grpId="0" nodeType="withEffect">
                                  <p:stCondLst>
                                    <p:cond delay="420"/>
                                  </p:stCondLst>
                                  <p:childTnLs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7" dur="950" fill="hold" decel="100000"/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178" dur="950" decel="100000"/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9" presetID="1" presetClass="entr" presetSubtype="0" fill="hold" grpId="0" nodeType="withEffect">
                                  <p:stCondLst>
                                    <p:cond delay="456"/>
                                  </p:stCondLst>
                                  <p:childTnLst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1" dur="1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104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3" presetID="1" presetClass="entr" presetSubtype="0" fill="hold" grpId="0" nodeType="withEffect">
                                  <p:stCondLst>
                                    <p:cond delay="560"/>
                                  </p:stCondLst>
                                  <p:childTnLst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5" dur="1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13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7" presetID="1" presetClass="entr" presetSubtype="0" fill="hold" grpId="0" nodeType="withEffect">
                                  <p:stCondLst>
                                    <p:cond delay="690"/>
                                  </p:stCondLst>
                                  <p:childTnLst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9" dur="1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0" dur="1" fill="hold">
                                          <p:stCondLst>
                                            <p:cond delay="195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1" presetID="1" presetClass="entr" presetSubtype="0" fill="hold" grpId="0" nodeType="withEffect">
                                  <p:stCondLst>
                                    <p:cond delay="885"/>
                                  </p:stCondLst>
                                  <p:childTnLst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3" dur="1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26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5" presetID="1" presetClass="entr" presetSubtype="0" fill="hold" grpId="0" nodeType="withEffect">
                                  <p:stCondLst>
                                    <p:cond delay="1145"/>
                                  </p:stCondLst>
                                  <p:childTnLst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7" dur="1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8" dur="1" fill="hold">
                                          <p:stCondLst>
                                            <p:cond delay="455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9" presetID="1" presetClass="entr" presetSubtype="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1" dur="1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2" dur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3" presetID="10" presetClass="entr" presetSubtype="0" fill="hold" grpId="0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17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5" dur="467">
                                          <p:stCondLst>
                                            <p:cond delay="17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Effect transition="out" filter="fade">
                                      <p:cBhvr>
                                        <p:cTn id="1206" dur="333">
                                          <p:stCondLst>
                                            <p:cond delay="115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7" dur="1" fill="hold">
                                          <p:stCondLst>
                                            <p:cond delay="1483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8" dur="26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631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3153">
                                          <p:val>
                                            <p:strVal val="#ppt_x-1.25247"/>
                                          </p:val>
                                        </p:tav>
                                        <p:tav tm="5675">
                                          <p:val>
                                            <p:strVal val="#ppt_x-1.25343"/>
                                          </p:val>
                                        </p:tav>
                                        <p:tav tm="13241">
                                          <p:val>
                                            <p:strVal val="#ppt_x-1.25413"/>
                                          </p:val>
                                        </p:tav>
                                        <p:tav tm="43506">
                                          <p:val>
                                            <p:strVal val="#ppt_x-1.2542"/>
                                          </p:val>
                                        </p:tav>
                                        <p:tav tm="44767">
                                          <p:val>
                                            <p:strVal val="#ppt_x-1.25078"/>
                                          </p:val>
                                        </p:tav>
                                        <p:tav tm="47289">
                                          <p:val>
                                            <p:strVal val="#ppt_x-1.25"/>
                                          </p:val>
                                        </p:tav>
                                        <p:tav tm="61160">
                                          <p:val>
                                            <p:strVal val="#ppt_x-1.25011"/>
                                          </p:val>
                                        </p:tav>
                                        <p:tav tm="64943">
                                          <p:val>
                                            <p:strVal val="#ppt_x-1.25054"/>
                                          </p:val>
                                        </p:tav>
                                        <p:tav tm="68726">
                                          <p:val>
                                            <p:strVal val="#ppt_x-1.25174"/>
                                          </p:val>
                                        </p:tav>
                                        <p:tav tm="80076">
                                          <p:val>
                                            <p:strVal val="#ppt_x-1.2518"/>
                                          </p:val>
                                        </p:tav>
                                        <p:tav tm="86381">
                                          <p:val>
                                            <p:strVal val="#ppt_x-1.25282"/>
                                          </p:val>
                                        </p:tav>
                                        <p:tav tm="98991">
                                          <p:val>
                                            <p:strVal val="#ppt_x-1.2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9" dur="26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631">
                                          <p:val>
                                            <p:strVal val="#ppt_y+0.11925"/>
                                          </p:val>
                                        </p:tav>
                                        <p:tav tm="43506">
                                          <p:val>
                                            <p:strVal val="#ppt_y+0.1197"/>
                                          </p:val>
                                        </p:tav>
                                        <p:tav tm="44767">
                                          <p:val>
                                            <p:strVal val="#ppt_y+0.15537"/>
                                          </p:val>
                                        </p:tav>
                                        <p:tav tm="46028">
                                          <p:val>
                                            <p:strVal val="#ppt_y+0.16152"/>
                                          </p:val>
                                        </p:tav>
                                        <p:tav tm="47289">
                                          <p:val>
                                            <p:strVal val="#ppt_y+0.16268"/>
                                          </p:val>
                                        </p:tav>
                                        <p:tav tm="49811">
                                          <p:val>
                                            <p:strVal val="#ppt_y+0.04282"/>
                                          </p:val>
                                        </p:tav>
                                        <p:tav tm="51072">
                                          <p:val>
                                            <p:strVal val="#ppt_y+0.01733"/>
                                          </p:val>
                                        </p:tav>
                                        <p:tav tm="52333">
                                          <p:val>
                                            <p:strVal val="#ppt_y+0.00579"/>
                                          </p:val>
                                        </p:tav>
                                        <p:tav tm="53594">
                                          <p:val>
                                            <p:strVal val="#ppt_y+0"/>
                                          </p:val>
                                        </p:tav>
                                        <p:tav tm="54855">
                                          <p:val>
                                            <p:strVal val="#ppt_y-0.00295"/>
                                          </p:val>
                                        </p:tav>
                                        <p:tav tm="57377">
                                          <p:val>
                                            <p:strVal val="#ppt_y-0.00472"/>
                                          </p:val>
                                        </p:tav>
                                        <p:tav tm="58638">
                                          <p:val>
                                            <p:strVal val="#ppt_y-0.00403"/>
                                          </p:val>
                                        </p:tav>
                                        <p:tav tm="59899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61160">
                                          <p:val>
                                            <p:strVal val="#ppt_y+0.00325"/>
                                          </p:val>
                                        </p:tav>
                                        <p:tav tm="62421">
                                          <p:val>
                                            <p:strVal val="#ppt_y+0.01059"/>
                                          </p:val>
                                        </p:tav>
                                        <p:tav tm="63682">
                                          <p:val>
                                            <p:strVal val="#ppt_y+0.02108"/>
                                          </p:val>
                                        </p:tav>
                                        <p:tav tm="64943">
                                          <p:val>
                                            <p:strVal val="#ppt_y+0.03547"/>
                                          </p:val>
                                        </p:tav>
                                        <p:tav tm="66204">
                                          <p:val>
                                            <p:strVal val="#ppt_y+0.0548"/>
                                          </p:val>
                                        </p:tav>
                                        <p:tav tm="67465">
                                          <p:val>
                                            <p:strVal val="#ppt_y+0.08062"/>
                                          </p:val>
                                        </p:tav>
                                        <p:tav tm="68726">
                                          <p:val>
                                            <p:strVal val="#ppt_y+0.11525"/>
                                          </p:val>
                                        </p:tav>
                                        <p:tav tm="69987">
                                          <p:val>
                                            <p:strVal val="#ppt_y+0.11933"/>
                                          </p:val>
                                        </p:tav>
                                        <p:tav tm="98991">
                                          <p:val>
                                            <p:strVal val="#ppt_y+0.11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0" dur="26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631">
                                          <p:val>
                                            <p:strVal val="#ppt_w*1.1035"/>
                                          </p:val>
                                        </p:tav>
                                        <p:tav tm="43506">
                                          <p:val>
                                            <p:strVal val="#ppt_w*1.1035"/>
                                          </p:val>
                                        </p:tav>
                                        <p:tav tm="44767">
                                          <p:val>
                                            <p:strVal val="#ppt_w*1.2134"/>
                                          </p:val>
                                        </p:tav>
                                        <p:tav tm="46028">
                                          <p:val>
                                            <p:strVal val="#ppt_w*1.23227"/>
                                          </p:val>
                                        </p:tav>
                                        <p:tav tm="47289">
                                          <p:val>
                                            <p:strVal val="#ppt_w*1.23579"/>
                                          </p:val>
                                        </p:tav>
                                        <p:tav tm="49811">
                                          <p:val>
                                            <p:strVal val="#ppt_w*1.06209"/>
                                          </p:val>
                                        </p:tav>
                                        <p:tav tm="51072">
                                          <p:val>
                                            <p:strVal val="#ppt_w*1.02512"/>
                                          </p:val>
                                        </p:tav>
                                        <p:tav tm="52333">
                                          <p:val>
                                            <p:strVal val="#ppt_w*1.00839"/>
                                          </p:val>
                                        </p:tav>
                                        <p:tav tm="54855">
                                          <p:val>
                                            <p:strVal val="#ppt_w*0.99572"/>
                                          </p:val>
                                        </p:tav>
                                        <p:tav tm="58638">
                                          <p:val>
                                            <p:strVal val="#ppt_w*0.99376"/>
                                          </p:val>
                                        </p:tav>
                                        <p:tav tm="62421">
                                          <p:val>
                                            <p:strVal val="#ppt_w*1.00679"/>
                                          </p:val>
                                        </p:tav>
                                        <p:tav tm="64943">
                                          <p:val>
                                            <p:strVal val="#ppt_w*1.02898"/>
                                          </p:val>
                                        </p:tav>
                                        <p:tav tm="66204">
                                          <p:val>
                                            <p:strVal val="#ppt_w*1.04621"/>
                                          </p:val>
                                        </p:tav>
                                        <p:tav tm="68726">
                                          <p:val>
                                            <p:strVal val="#ppt_w*1.0999"/>
                                          </p:val>
                                        </p:tav>
                                        <p:tav tm="69987">
                                          <p:val>
                                            <p:strVal val="#ppt_w*1.1035"/>
                                          </p:val>
                                        </p:tav>
                                        <p:tav tm="98991">
                                          <p:val>
                                            <p:strVal val="#ppt_w*1.1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26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631">
                                          <p:val>
                                            <p:strVal val="#ppt_h*0.88376"/>
                                          </p:val>
                                        </p:tav>
                                        <p:tav tm="43506">
                                          <p:val>
                                            <p:strVal val="#ppt_h*0.88376"/>
                                          </p:val>
                                        </p:tav>
                                        <p:tav tm="44767">
                                          <p:val>
                                            <p:strVal val="#ppt_h*0.76636"/>
                                          </p:val>
                                        </p:tav>
                                        <p:tav tm="46028">
                                          <p:val>
                                            <p:strVal val="#ppt_h*0.74625"/>
                                          </p:val>
                                        </p:tav>
                                        <p:tav tm="47289">
                                          <p:val>
                                            <p:strVal val="#ppt_h*0.74249"/>
                                          </p:val>
                                        </p:tav>
                                        <p:tav tm="49811">
                                          <p:val>
                                            <p:strVal val="#ppt_h*0.9322"/>
                                          </p:val>
                                        </p:tav>
                                        <p:tav tm="51072">
                                          <p:val>
                                            <p:strVal val="#ppt_h*0.97256"/>
                                          </p:val>
                                        </p:tav>
                                        <p:tav tm="52333">
                                          <p:val>
                                            <p:strVal val="#ppt_h*0.99083"/>
                                          </p:val>
                                        </p:tav>
                                        <p:tav tm="54855">
                                          <p:val>
                                            <p:strVal val="#ppt_h*1.00467"/>
                                          </p:val>
                                        </p:tav>
                                        <p:tav tm="58638">
                                          <p:val>
                                            <p:strVal val="#ppt_h*1.00679"/>
                                          </p:val>
                                        </p:tav>
                                        <p:tav tm="62421">
                                          <p:val>
                                            <p:strVal val="#ppt_h*0.99219"/>
                                          </p:val>
                                        </p:tav>
                                        <p:tav tm="64943">
                                          <p:val>
                                            <p:strVal val="#ppt_h*0.96732"/>
                                          </p:val>
                                        </p:tav>
                                        <p:tav tm="66204">
                                          <p:val>
                                            <p:strVal val="#ppt_h*0.94801"/>
                                          </p:val>
                                        </p:tav>
                                        <p:tav tm="67465">
                                          <p:val>
                                            <p:strVal val="#ppt_h*0.92225"/>
                                          </p:val>
                                        </p:tav>
                                        <p:tav tm="68726">
                                          <p:val>
                                            <p:strVal val="#ppt_h*0.8878"/>
                                          </p:val>
                                        </p:tav>
                                        <p:tav tm="69987">
                                          <p:val>
                                            <p:strVal val="#ppt_h*0.88376"/>
                                          </p:val>
                                        </p:tav>
                                        <p:tav tm="98991">
                                          <p:val>
                                            <p:strVal val="#ppt_h*0.883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2" dur="264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631">
                                          <p:val>
                                            <p:fltVal val="-0.91"/>
                                          </p:val>
                                        </p:tav>
                                        <p:tav tm="3153">
                                          <p:val>
                                            <p:fltVal val="-4.12"/>
                                          </p:val>
                                        </p:tav>
                                        <p:tav tm="5675">
                                          <p:val>
                                            <p:fltVal val="-5.71"/>
                                          </p:val>
                                        </p:tav>
                                        <p:tav tm="13241">
                                          <p:val>
                                            <p:fltVal val="-6.88"/>
                                          </p:val>
                                        </p:tav>
                                        <p:tav tm="43506">
                                          <p:val>
                                            <p:fltVal val="-7"/>
                                          </p:val>
                                        </p:tav>
                                        <p:tav tm="44767">
                                          <p:val>
                                            <p:fltVal val="-0.93"/>
                                          </p:val>
                                        </p:tav>
                                        <p:tav tm="46028">
                                          <p:val>
                                            <p:fltVal val="-0.15"/>
                                          </p:val>
                                        </p:tav>
                                        <p:tav tm="47289">
                                          <p:val>
                                            <p:fltVal val="-0.01"/>
                                          </p:val>
                                        </p:tav>
                                        <p:tav tm="59899">
                                          <p:val>
                                            <p:fltVal val="-0.1"/>
                                          </p:val>
                                        </p:tav>
                                        <p:tav tm="64943">
                                          <p:val>
                                            <p:fltVal val="-1.14"/>
                                          </p:val>
                                        </p:tav>
                                        <p:tav tm="68726">
                                          <p:val>
                                            <p:fltVal val="-2.92"/>
                                          </p:val>
                                        </p:tav>
                                        <p:tav tm="80076">
                                          <p:val>
                                            <p:fltVal val="-3"/>
                                          </p:val>
                                        </p:tav>
                                        <p:tav tm="86381">
                                          <p:val>
                                            <p:fltVal val="-4.69"/>
                                          </p:val>
                                        </p:tav>
                                        <p:tav tm="98991">
                                          <p:val>
                                            <p:fltVal val="-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3" presetID="0" presetClass="path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4" dur="1589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1477"/>
                                          </p:val>
                                        </p:tav>
                                        <p:tav tm="2097">
                                          <p:val>
                                            <p:strVal val="#ppt_x+0.03312"/>
                                          </p:val>
                                        </p:tav>
                                        <p:tav tm="4195">
                                          <p:val>
                                            <p:strVal val="#ppt_x+0.03636"/>
                                          </p:val>
                                        </p:tav>
                                        <p:tav tm="6292">
                                          <p:val>
                                            <p:strVal val="#ppt_x+0.03697"/>
                                          </p:val>
                                        </p:tav>
                                        <p:tav tm="8389">
                                          <p:val>
                                            <p:strVal val="#ppt_x+0.06866"/>
                                          </p:val>
                                        </p:tav>
                                        <p:tav tm="10487">
                                          <p:val>
                                            <p:strVal val="#ppt_x+0.06078"/>
                                          </p:val>
                                        </p:tav>
                                        <p:tav tm="12584">
                                          <p:val>
                                            <p:strVal val="#ppt_x+0.04674"/>
                                          </p:val>
                                        </p:tav>
                                        <p:tav tm="14681">
                                          <p:val>
                                            <p:strVal val="#ppt_x+0.0391"/>
                                          </p:val>
                                        </p:tav>
                                        <p:tav tm="16779">
                                          <p:val>
                                            <p:strVal val="#ppt_x+0.03508"/>
                                          </p:val>
                                        </p:tav>
                                        <p:tav tm="18876">
                                          <p:val>
                                            <p:strVal val="#ppt_x+0.03299"/>
                                          </p:val>
                                        </p:tav>
                                        <p:tav tm="20973">
                                          <p:val>
                                            <p:strVal val="#ppt_x+0.03202"/>
                                          </p:val>
                                        </p:tav>
                                        <p:tav tm="23070">
                                          <p:val>
                                            <p:strVal val="#ppt_x+0.03173"/>
                                          </p:val>
                                        </p:tav>
                                        <p:tav tm="33557">
                                          <p:val>
                                            <p:strVal val="#ppt_x+0.03263"/>
                                          </p:val>
                                        </p:tav>
                                        <p:tav tm="37752">
                                          <p:val>
                                            <p:strVal val="#ppt_x+0.0338"/>
                                          </p:val>
                                        </p:tav>
                                        <p:tav tm="41946">
                                          <p:val>
                                            <p:strVal val="#ppt_x+0.03589"/>
                                          </p:val>
                                        </p:tav>
                                        <p:tav tm="60822">
                                          <p:val>
                                            <p:strVal val="#ppt_x+0.03603"/>
                                          </p:val>
                                        </p:tav>
                                        <p:tav tm="62919">
                                          <p:val>
                                            <p:strVal val="#ppt_x+0.06003"/>
                                          </p:val>
                                        </p:tav>
                                        <p:tav tm="65017">
                                          <p:val>
                                            <p:strVal val="#ppt_x+0.06316"/>
                                          </p:val>
                                        </p:tav>
                                        <p:tav tm="67114">
                                          <p:val>
                                            <p:strVal val="#ppt_x+0.03905"/>
                                          </p:val>
                                        </p:tav>
                                        <p:tav tm="69211">
                                          <p:val>
                                            <p:strVal val="#ppt_x+0.02078"/>
                                          </p:val>
                                        </p:tav>
                                        <p:tav tm="71309">
                                          <p:val>
                                            <p:strVal val="#ppt_x+0.01117"/>
                                          </p:val>
                                        </p:tav>
                                        <p:tav tm="73406">
                                          <p:val>
                                            <p:strVal val="#ppt_x+0.00624"/>
                                          </p:val>
                                        </p:tav>
                                        <p:tav tm="75503">
                                          <p:val>
                                            <p:strVal val="#ppt_x+0.00311"/>
                                          </p:val>
                                        </p:tav>
                                        <p:tav tm="77601">
                                          <p:val>
                                            <p:strVal val="#ppt_x+0.00147"/>
                                          </p:val>
                                        </p:tav>
                                        <p:tav tm="79698">
                                          <p:val>
                                            <p:strVal val="#ppt_x+0.00067"/>
                                          </p:val>
                                        </p:tav>
                                        <p:tav tm="85990">
                                          <p:val>
                                            <p:strVal val="#ppt_x+0.00005"/>
                                          </p:val>
                                        </p:tav>
                                        <p:tav tm="98574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1589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6918"/>
                                          </p:val>
                                        </p:tav>
                                        <p:tav tm="2097">
                                          <p:val>
                                            <p:strVal val="#ppt_y+0.07685"/>
                                          </p:val>
                                        </p:tav>
                                        <p:tav tm="6292">
                                          <p:val>
                                            <p:strVal val="#ppt_y+0.07777"/>
                                          </p:val>
                                        </p:tav>
                                        <p:tav tm="8389">
                                          <p:val>
                                            <p:strVal val="#ppt_y-0.01508"/>
                                          </p:val>
                                        </p:tav>
                                        <p:tav tm="10487">
                                          <p:val>
                                            <p:strVal val="#ppt_y-0.14822"/>
                                          </p:val>
                                        </p:tav>
                                        <p:tav tm="12584">
                                          <p:val>
                                            <p:strVal val="#ppt_y-0.20267"/>
                                          </p:val>
                                        </p:tav>
                                        <p:tav tm="14681">
                                          <p:val>
                                            <p:strVal val="#ppt_y-0.22459"/>
                                          </p:val>
                                        </p:tav>
                                        <p:tav tm="16779">
                                          <p:val>
                                            <p:strVal val="#ppt_y-0.23473"/>
                                          </p:val>
                                        </p:tav>
                                        <p:tav tm="18876">
                                          <p:val>
                                            <p:strVal val="#ppt_y-0.23965"/>
                                          </p:val>
                                        </p:tav>
                                        <p:tav tm="20973">
                                          <p:val>
                                            <p:strVal val="#ppt_y-0.24188"/>
                                          </p:val>
                                        </p:tav>
                                        <p:tav tm="23070">
                                          <p:val>
                                            <p:strVal val="#ppt_y-0.24253"/>
                                          </p:val>
                                        </p:tav>
                                        <p:tav tm="25168">
                                          <p:val>
                                            <p:strVal val="#ppt_y-0.24184"/>
                                          </p:val>
                                        </p:tav>
                                        <p:tav tm="27265">
                                          <p:val>
                                            <p:strVal val="#ppt_y-0.23926"/>
                                          </p:val>
                                        </p:tav>
                                        <p:tav tm="29362">
                                          <p:val>
                                            <p:strVal val="#ppt_y-0.23448"/>
                                          </p:val>
                                        </p:tav>
                                        <p:tav tm="31460">
                                          <p:val>
                                            <p:strVal val="#ppt_y-0.22707"/>
                                          </p:val>
                                        </p:tav>
                                        <p:tav tm="33557">
                                          <p:val>
                                            <p:strVal val="#ppt_y-0.21647"/>
                                          </p:val>
                                        </p:tav>
                                        <p:tav tm="35654">
                                          <p:val>
                                            <p:strVal val="#ppt_y-0.20194"/>
                                          </p:val>
                                        </p:tav>
                                        <p:tav tm="37752">
                                          <p:val>
                                            <p:strVal val="#ppt_y-0.18242"/>
                                          </p:val>
                                        </p:tav>
                                        <p:tav tm="39849">
                                          <p:val>
                                            <p:strVal val="#ppt_y-0.15637"/>
                                          </p:val>
                                        </p:tav>
                                        <p:tav tm="41946">
                                          <p:val>
                                            <p:strVal val="#ppt_y-0.12142"/>
                                          </p:val>
                                        </p:tav>
                                        <p:tav tm="44044">
                                          <p:val>
                                            <p:strVal val="#ppt_y-0.11731"/>
                                          </p:val>
                                        </p:tav>
                                        <p:tav tm="60822">
                                          <p:val>
                                            <p:strVal val="#ppt_y-0.11731"/>
                                          </p:val>
                                        </p:tav>
                                        <p:tav tm="62919">
                                          <p:val>
                                            <p:strVal val="#ppt_y-0.08311"/>
                                          </p:val>
                                        </p:tav>
                                        <p:tav tm="65017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67114">
                                          <p:val>
                                            <p:strVal val="#ppt_y+0.03727"/>
                                          </p:val>
                                        </p:tav>
                                        <p:tav tm="69211">
                                          <p:val>
                                            <p:strVal val="#ppt_y+0.0394"/>
                                          </p:val>
                                        </p:tav>
                                        <p:tav tm="73406">
                                          <p:val>
                                            <p:strVal val="#ppt_y+0.02632"/>
                                          </p:val>
                                        </p:tav>
                                        <p:tav tm="75503">
                                          <p:val>
                                            <p:strVal val="#ppt_y+0.01853"/>
                                          </p:val>
                                        </p:tav>
                                        <p:tav tm="77601">
                                          <p:val>
                                            <p:strVal val="#ppt_y+0.0121"/>
                                          </p:val>
                                        </p:tav>
                                        <p:tav tm="79698">
                                          <p:val>
                                            <p:strVal val="#ppt_y+0.00737"/>
                                          </p:val>
                                        </p:tav>
                                        <p:tav tm="81795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83893">
                                          <p:val>
                                            <p:strVal val="#ppt_y+0.00191"/>
                                          </p:val>
                                        </p:tav>
                                        <p:tav tm="88087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98574">
                                          <p:val>
                                            <p:strVal val="#ppt_y+0.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6" dur="1589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"/>
                                          </p:val>
                                        </p:tav>
                                        <p:tav tm="73406">
                                          <p:val>
                                            <p:strVal val="#ppt_w*0"/>
                                          </p:val>
                                        </p:tav>
                                        <p:tav tm="75503">
                                          <p:val>
                                            <p:strVal val="#ppt_w*0.30288"/>
                                          </p:val>
                                        </p:tav>
                                        <p:tav tm="77601">
                                          <p:val>
                                            <p:strVal val="#ppt_w*0.59003"/>
                                          </p:val>
                                        </p:tav>
                                        <p:tav tm="79698">
                                          <p:val>
                                            <p:strVal val="#ppt_w*0.80294"/>
                                          </p:val>
                                        </p:tav>
                                        <p:tav tm="81795">
                                          <p:val>
                                            <p:strVal val="#ppt_w*0.94926"/>
                                          </p:val>
                                        </p:tav>
                                        <p:tav tm="83893">
                                          <p:val>
                                            <p:strVal val="#ppt_w*1.03838"/>
                                          </p:val>
                                        </p:tav>
                                        <p:tav tm="85990">
                                          <p:val>
                                            <p:strVal val="#ppt_w*1.081"/>
                                          </p:val>
                                        </p:tav>
                                        <p:tav tm="88087">
                                          <p:val>
                                            <p:strVal val="#ppt_w*1.08863"/>
                                          </p:val>
                                        </p:tav>
                                        <p:tav tm="90185">
                                          <p:val>
                                            <p:strVal val="#ppt_w*1.07301"/>
                                          </p:val>
                                        </p:tav>
                                        <p:tav tm="94379">
                                          <p:val>
                                            <p:strVal val="#ppt_w*1.01705"/>
                                          </p:val>
                                        </p:tav>
                                        <p:tav tm="96477">
                                          <p:val>
                                            <p:strVal val="#ppt_w*0.99693"/>
                                          </p:val>
                                        </p:tav>
                                        <p:tav tm="98574">
                                          <p:val>
                                            <p:strVal val="#ppt_w*0.992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7" dur="1589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"/>
                                          </p:val>
                                        </p:tav>
                                        <p:tav tm="73406">
                                          <p:val>
                                            <p:strVal val="#ppt_h*0"/>
                                          </p:val>
                                        </p:tav>
                                        <p:tav tm="75503">
                                          <p:val>
                                            <p:strVal val="#ppt_h*0.30522"/>
                                          </p:val>
                                        </p:tav>
                                        <p:tav tm="77601">
                                          <p:val>
                                            <p:strVal val="#ppt_h*0.59461"/>
                                          </p:val>
                                        </p:tav>
                                        <p:tav tm="79698">
                                          <p:val>
                                            <p:strVal val="#ppt_h*0.80916"/>
                                          </p:val>
                                        </p:tav>
                                        <p:tav tm="81795">
                                          <p:val>
                                            <p:strVal val="#ppt_h*0.95662"/>
                                          </p:val>
                                        </p:tav>
                                        <p:tav tm="83893">
                                          <p:val>
                                            <p:strVal val="#ppt_h*1.04643"/>
                                          </p:val>
                                        </p:tav>
                                        <p:tav tm="85990">
                                          <p:val>
                                            <p:strVal val="#ppt_h*1.08938"/>
                                          </p:val>
                                        </p:tav>
                                        <p:tav tm="88087">
                                          <p:val>
                                            <p:strVal val="#ppt_h*1.09707"/>
                                          </p:val>
                                        </p:tav>
                                        <p:tav tm="90185">
                                          <p:val>
                                            <p:strVal val="#ppt_h*1.08133"/>
                                          </p:val>
                                        </p:tav>
                                        <p:tav tm="94379">
                                          <p:val>
                                            <p:strVal val="#ppt_h*1.02494"/>
                                          </p:val>
                                        </p:tav>
                                        <p:tav tm="96477">
                                          <p:val>
                                            <p:strVal val="#ppt_h*1.00466"/>
                                          </p:val>
                                        </p:tav>
                                        <p:tav tm="98574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8" dur="1589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73406">
                                          <p:val>
                                            <p:fltVal val="-90"/>
                                          </p:val>
                                        </p:tav>
                                        <p:tav tm="75503">
                                          <p:val>
                                            <p:fltVal val="-18.28"/>
                                          </p:val>
                                        </p:tav>
                                        <p:tav tm="77601">
                                          <p:val>
                                            <p:fltVal val="-12.07"/>
                                          </p:val>
                                        </p:tav>
                                        <p:tav tm="79698">
                                          <p:val>
                                            <p:fltVal val="-7.75"/>
                                          </p:val>
                                        </p:tav>
                                        <p:tav tm="81795">
                                          <p:val>
                                            <p:fltVal val="-4.74"/>
                                          </p:val>
                                        </p:tav>
                                        <p:tav tm="83893">
                                          <p:val>
                                            <p:fltVal val="-2.68"/>
                                          </p:val>
                                        </p:tav>
                                        <p:tav tm="85990">
                                          <p:val>
                                            <p:fltVal val="-1.32"/>
                                          </p:val>
                                        </p:tav>
                                        <p:tav tm="90185">
                                          <p:val>
                                            <p:fltVal val="-0.09"/>
                                          </p:val>
                                        </p:tav>
                                        <p:tav tm="98574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21" dur="500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2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3" dur="246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4727"/>
                                          </p:val>
                                        </p:tav>
                                        <p:tav tm="1354">
                                          <p:val>
                                            <p:strVal val="#ppt_x-1.6453"/>
                                          </p:val>
                                        </p:tav>
                                        <p:tav tm="14889">
                                          <p:val>
                                            <p:strVal val="#ppt_x-1.561"/>
                                          </p:val>
                                        </p:tav>
                                        <p:tav tm="16242">
                                          <p:val>
                                            <p:strVal val="#ppt_x-1.55304"/>
                                          </p:val>
                                        </p:tav>
                                        <p:tav tm="35192">
                                          <p:val>
                                            <p:strVal val="#ppt_x-1.45095"/>
                                          </p:val>
                                        </p:tav>
                                        <p:tav tm="59556">
                                          <p:val>
                                            <p:strVal val="#ppt_x-1.3474"/>
                                          </p:val>
                                        </p:tav>
                                        <p:tav tm="78505">
                                          <p:val>
                                            <p:strVal val="#ppt_x-1.28929"/>
                                          </p:val>
                                        </p:tav>
                                        <p:tav tm="79859">
                                          <p:val>
                                            <p:strVal val="#ppt_x-1.28591"/>
                                          </p:val>
                                        </p:tav>
                                        <p:tav tm="98808">
                                          <p:val>
                                            <p:strVal val="#ppt_x-1.247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4" dur="246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4.35631"/>
                                          </p:val>
                                        </p:tav>
                                        <p:tav tm="1354">
                                          <p:val>
                                            <p:strVal val="#ppt_y-4.35442"/>
                                          </p:val>
                                        </p:tav>
                                        <p:tav tm="14889">
                                          <p:val>
                                            <p:strVal val="#ppt_y-4.2739"/>
                                          </p:val>
                                        </p:tav>
                                        <p:tav tm="16242">
                                          <p:val>
                                            <p:strVal val="#ppt_y-4.25662"/>
                                          </p:val>
                                        </p:tav>
                                        <p:tav tm="35192">
                                          <p:val>
                                            <p:strVal val="#ppt_y-3.834"/>
                                          </p:val>
                                        </p:tav>
                                        <p:tav tm="59556">
                                          <p:val>
                                            <p:strVal val="#ppt_y-2.77765"/>
                                          </p:val>
                                        </p:tav>
                                        <p:tav tm="60909">
                                          <p:val>
                                            <p:strVal val="#ppt_y-2.6915"/>
                                          </p:val>
                                        </p:tav>
                                        <p:tav tm="78505">
                                          <p:val>
                                            <p:strVal val="#ppt_y-1.55928"/>
                                          </p:val>
                                        </p:tav>
                                        <p:tav tm="79859">
                                          <p:val>
                                            <p:strVal val="#ppt_y-1.45856"/>
                                          </p:val>
                                        </p:tav>
                                        <p:tav tm="97455">
                                          <p:val>
                                            <p:strVal val="#ppt_y+0"/>
                                          </p:val>
                                        </p:tav>
                                        <p:tav tm="98808">
                                          <p:val>
                                            <p:strVal val="#ppt_y+0.098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5" dur="2463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8.09"/>
                                          </p:val>
                                        </p:tav>
                                        <p:tav tm="1354">
                                          <p:val>
                                            <p:fltVal val="29.17"/>
                                          </p:val>
                                        </p:tav>
                                        <p:tav tm="59556">
                                          <p:val>
                                            <p:fltVal val="228.93"/>
                                          </p:val>
                                        </p:tav>
                                        <p:tav tm="79859">
                                          <p:val>
                                            <p:fltVal val="299.61"/>
                                          </p:val>
                                        </p:tav>
                                        <p:tav tm="97455">
                                          <p:val>
                                            <p:fltVal val="360"/>
                                          </p:val>
                                        </p:tav>
                                        <p:tav tm="98808">
                                          <p:val>
                                            <p:fltVal val="364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28" dur="4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2233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0" dur="227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4359"/>
                                          </p:val>
                                        </p:tav>
                                        <p:tav tm="1469">
                                          <p:val>
                                            <p:strVal val="#ppt_x-0.74477"/>
                                          </p:val>
                                        </p:tav>
                                        <p:tav tm="16156">
                                          <p:val>
                                            <p:strVal val="#ppt_x-0.86322"/>
                                          </p:val>
                                        </p:tav>
                                        <p:tav tm="35250">
                                          <p:val>
                                            <p:strVal val="#ppt_x-0.9953"/>
                                          </p:val>
                                        </p:tav>
                                        <p:tav tm="58749">
                                          <p:val>
                                            <p:strVal val="#ppt_x-1.12245"/>
                                          </p:val>
                                        </p:tav>
                                        <p:tav tm="60218">
                                          <p:val>
                                            <p:strVal val="#ppt_x-1.12952"/>
                                          </p:val>
                                        </p:tav>
                                        <p:tav tm="79312">
                                          <p:val>
                                            <p:strVal val="#ppt_x-1.20391"/>
                                          </p:val>
                                        </p:tav>
                                        <p:tav tm="98405">
                                          <p:val>
                                            <p:strVal val="#ppt_x-1.25386"/>
                                          </p:val>
                                        </p:tav>
                                        <p:tav tm="99874">
                                          <p:val>
                                            <p:strVal val="#ppt_x-1.254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1" dur="227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5841"/>
                                          </p:val>
                                        </p:tav>
                                        <p:tav tm="1469">
                                          <p:val>
                                            <p:strVal val="#ppt_y-2.58497"/>
                                          </p:val>
                                        </p:tav>
                                        <p:tav tm="14687">
                                          <p:val>
                                            <p:strVal val="#ppt_y-2.66342"/>
                                          </p:val>
                                        </p:tav>
                                        <p:tav tm="16156">
                                          <p:val>
                                            <p:strVal val="#ppt_y-2.66862"/>
                                          </p:val>
                                        </p:tav>
                                        <p:tav tm="35250">
                                          <p:val>
                                            <p:strVal val="#ppt_y-2.51758"/>
                                          </p:val>
                                        </p:tav>
                                        <p:tav tm="36718">
                                          <p:val>
                                            <p:strVal val="#ppt_y-2.48161"/>
                                          </p:val>
                                        </p:tav>
                                        <p:tav tm="58749">
                                          <p:val>
                                            <p:strVal val="#ppt_y-1.9169"/>
                                          </p:val>
                                        </p:tav>
                                        <p:tav tm="60218">
                                          <p:val>
                                            <p:strVal val="#ppt_y-1.86919"/>
                                          </p:val>
                                        </p:tav>
                                        <p:tav tm="77843">
                                          <p:val>
                                            <p:strVal val="#ppt_y-1.10622"/>
                                          </p:val>
                                        </p:tav>
                                        <p:tav tm="79312">
                                          <p:val>
                                            <p:strVal val="#ppt_y-1.0392"/>
                                          </p:val>
                                        </p:tav>
                                        <p:tav tm="98405">
                                          <p:val>
                                            <p:strVal val="#ppt_y+0.08654"/>
                                          </p:val>
                                        </p:tav>
                                        <p:tav tm="99874">
                                          <p:val>
                                            <p:strVal val="#ppt_y+0.093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2" dur="227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3.28"/>
                                          </p:val>
                                        </p:tav>
                                        <p:tav tm="1469">
                                          <p:val>
                                            <p:fltVal val="-163.58"/>
                                          </p:val>
                                        </p:tav>
                                        <p:tav tm="98405">
                                          <p:val>
                                            <p:fltVal val="-363.02"/>
                                          </p:val>
                                        </p:tav>
                                        <p:tav tm="99874">
                                          <p:val>
                                            <p:fltVal val="-363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35" dur="433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133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7" dur="2172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2471"/>
                                          </p:val>
                                        </p:tav>
                                        <p:tav tm="1535">
                                          <p:val>
                                            <p:strVal val="#ppt_x-1.62471"/>
                                          </p:val>
                                        </p:tav>
                                        <p:tav tm="3070">
                                          <p:val>
                                            <p:strVal val="#ppt_x-1.62268"/>
                                          </p:val>
                                        </p:tav>
                                        <p:tav tm="16885">
                                          <p:val>
                                            <p:strVal val="#ppt_x-1.54032"/>
                                          </p:val>
                                        </p:tav>
                                        <p:tav tm="35304">
                                          <p:val>
                                            <p:strVal val="#ppt_x-1.44585"/>
                                          </p:val>
                                        </p:tav>
                                        <p:tav tm="36839">
                                          <p:val>
                                            <p:strVal val="#ppt_x-1.43865"/>
                                          </p:val>
                                        </p:tav>
                                        <p:tav tm="59863">
                                          <p:val>
                                            <p:strVal val="#ppt_x-1.34566"/>
                                          </p:val>
                                        </p:tav>
                                        <p:tav tm="78283">
                                          <p:val>
                                            <p:strVal val="#ppt_x-1.29083"/>
                                          </p:val>
                                        </p:tav>
                                        <p:tav tm="79818">
                                          <p:val>
                                            <p:strVal val="#ppt_x-1.28677"/>
                                          </p:val>
                                        </p:tav>
                                        <p:tav tm="9823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72">
                                          <p:val>
                                            <p:strVal val="#ppt_x-1.24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8" dur="2172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41404"/>
                                          </p:val>
                                        </p:tav>
                                        <p:tav tm="1535">
                                          <p:val>
                                            <p:strVal val="#ppt_y-3.41404"/>
                                          </p:val>
                                        </p:tav>
                                        <p:tav tm="3070">
                                          <p:val>
                                            <p:strVal val="#ppt_y-3.41213"/>
                                          </p:val>
                                        </p:tav>
                                        <p:tav tm="16885">
                                          <p:val>
                                            <p:strVal val="#ppt_y-3.33457"/>
                                          </p:val>
                                        </p:tav>
                                        <p:tav tm="18420">
                                          <p:val>
                                            <p:strVal val="#ppt_y-3.30943"/>
                                          </p:val>
                                        </p:tav>
                                        <p:tav tm="35304">
                                          <p:val>
                                            <p:strVal val="#ppt_y-3.00475"/>
                                          </p:val>
                                        </p:tav>
                                        <p:tav tm="36839">
                                          <p:val>
                                            <p:strVal val="#ppt_y-2.96743"/>
                                          </p:val>
                                        </p:tav>
                                        <p:tav tm="59863">
                                          <p:val>
                                            <p:strVal val="#ppt_y-2.18371"/>
                                          </p:val>
                                        </p:tav>
                                        <p:tav tm="61398">
                                          <p:val>
                                            <p:strVal val="#ppt_y-2.11184"/>
                                          </p:val>
                                        </p:tav>
                                        <p:tav tm="78283">
                                          <p:val>
                                            <p:strVal val="#ppt_y-1.2672"/>
                                          </p:val>
                                        </p:tav>
                                        <p:tav tm="79818">
                                          <p:val>
                                            <p:strVal val="#ppt_y-1.18331"/>
                                          </p:val>
                                        </p:tav>
                                        <p:tav tm="98237">
                                          <p:val>
                                            <p:strVal val="#ppt_y+0"/>
                                          </p:val>
                                        </p:tav>
                                        <p:tav tm="99772">
                                          <p:val>
                                            <p:strVal val="#ppt_y+0.014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9" dur="2172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.98"/>
                                          </p:val>
                                        </p:tav>
                                        <p:tav tm="16885">
                                          <p:val>
                                            <p:fltVal val="7.99"/>
                                          </p:val>
                                        </p:tav>
                                        <p:tav tm="99772">
                                          <p:val>
                                            <p:fltVal val="-0.0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42" dur="4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3" dur="1" fill="hold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4" dur="2217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1283"/>
                                          </p:val>
                                        </p:tav>
                                        <p:tav tm="1503">
                                          <p:val>
                                            <p:strVal val="#ppt_x-1.41283"/>
                                          </p:val>
                                        </p:tav>
                                        <p:tav tm="3007">
                                          <p:val>
                                            <p:strVal val="#ppt_x-1.41192"/>
                                          </p:val>
                                        </p:tav>
                                        <p:tav tm="16538">
                                          <p:val>
                                            <p:strVal val="#ppt_x-1.37657"/>
                                          </p:val>
                                        </p:tav>
                                        <p:tav tm="36083">
                                          <p:val>
                                            <p:strVal val="#ppt_x-1.3342"/>
                                          </p:val>
                                        </p:tav>
                                        <p:tav tm="48111">
                                          <p:val>
                                            <p:strVal val="#ppt_x-1.31295"/>
                                          </p:val>
                                        </p:tav>
                                        <p:tav tm="60139">
                                          <p:val>
                                            <p:strVal val="#ppt_x-1.29064"/>
                                          </p:val>
                                        </p:tav>
                                        <p:tav tm="72166">
                                          <p:val>
                                            <p:strVal val="#ppt_x-1.27402"/>
                                          </p:val>
                                        </p:tav>
                                        <p:tav tm="79684">
                                          <p:val>
                                            <p:strVal val="#ppt_x-1.26433"/>
                                          </p:val>
                                        </p:tav>
                                        <p:tav tm="9772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29">
                                          <p:val>
                                            <p:strVal val="#ppt_x-1.24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5" dur="2217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46207"/>
                                          </p:val>
                                        </p:tav>
                                        <p:tav tm="1503">
                                          <p:val>
                                            <p:strVal val="#ppt_y-1.46207"/>
                                          </p:val>
                                        </p:tav>
                                        <p:tav tm="3007">
                                          <p:val>
                                            <p:strVal val="#ppt_y-1.46753"/>
                                          </p:val>
                                        </p:tav>
                                        <p:tav tm="16538">
                                          <p:val>
                                            <p:strVal val="#ppt_y-1.68441"/>
                                          </p:val>
                                        </p:tav>
                                        <p:tav tm="18042">
                                          <p:val>
                                            <p:strVal val="#ppt_y-1.69547"/>
                                          </p:val>
                                        </p:tav>
                                        <p:tav tm="27062">
                                          <p:val>
                                            <p:strVal val="#ppt_y-1.72203"/>
                                          </p:val>
                                        </p:tav>
                                        <p:tav tm="36083">
                                          <p:val>
                                            <p:strVal val="#ppt_y-1.7473"/>
                                          </p:val>
                                        </p:tav>
                                        <p:tav tm="37587">
                                          <p:val>
                                            <p:strVal val="#ppt_y-1.72839"/>
                                          </p:val>
                                        </p:tav>
                                        <p:tav tm="60139">
                                          <p:val>
                                            <p:strVal val="#ppt_y-1.41428"/>
                                          </p:val>
                                        </p:tav>
                                        <p:tav tm="78180">
                                          <p:val>
                                            <p:strVal val="#ppt_y-0.867"/>
                                          </p:val>
                                        </p:tav>
                                        <p:tav tm="79684">
                                          <p:val>
                                            <p:strVal val="#ppt_y-0.8162"/>
                                          </p:val>
                                        </p:tav>
                                        <p:tav tm="88704">
                                          <p:val>
                                            <p:strVal val="#ppt_y-0.40868"/>
                                          </p:val>
                                        </p:tav>
                                        <p:tav tm="97725">
                                          <p:val>
                                            <p:strVal val="#ppt_y+0"/>
                                          </p:val>
                                        </p:tav>
                                        <p:tav tm="99229">
                                          <p:val>
                                            <p:strVal val="#ppt_y+0.035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6" dur="2217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5.89"/>
                                          </p:val>
                                        </p:tav>
                                        <p:tav tm="1503">
                                          <p:val>
                                            <p:fltVal val="145.89"/>
                                          </p:val>
                                        </p:tav>
                                        <p:tav tm="3007">
                                          <p:val>
                                            <p:fltVal val="144.09"/>
                                          </p:val>
                                        </p:tav>
                                        <p:tav tm="36083">
                                          <p:val>
                                            <p:fltVal val="-31.45"/>
                                          </p:val>
                                        </p:tav>
                                        <p:tav tm="60139">
                                          <p:val>
                                            <p:fltVal val="-159.97"/>
                                          </p:val>
                                        </p:tav>
                                        <p:tav tm="97725">
                                          <p:val>
                                            <p:fltVal val="-360"/>
                                          </p:val>
                                        </p:tav>
                                        <p:tav tm="99229">
                                          <p:val>
                                            <p:fltVal val="-364.1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49" dur="4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0" dur="1" fill="hold">
                                          <p:stCondLst>
                                            <p:cond delay="2233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1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53709"/>
                                          </p:val>
                                        </p:tav>
                                        <p:tav tm="1482">
                                          <p:val>
                                            <p:strVal val="#ppt_x-0.53709"/>
                                          </p:val>
                                        </p:tav>
                                        <p:tav tm="2963">
                                          <p:val>
                                            <p:strVal val="#ppt_x-0.54048"/>
                                          </p:val>
                                        </p:tav>
                                        <p:tav tm="16297">
                                          <p:val>
                                            <p:strVal val="#ppt_x-0.69139"/>
                                          </p:val>
                                        </p:tav>
                                        <p:tav tm="17779">
                                          <p:val>
                                            <p:strVal val="#ppt_x-0.70698"/>
                                          </p:val>
                                        </p:tav>
                                        <p:tav tm="35558">
                                          <p:val>
                                            <p:strVal val="#ppt_x-0.87983"/>
                                          </p:val>
                                        </p:tav>
                                        <p:tav tm="37039">
                                          <p:val>
                                            <p:strVal val="#ppt_x-0.89254"/>
                                          </p:val>
                                        </p:tav>
                                        <p:tav tm="59263">
                                          <p:val>
                                            <p:strVal val="#ppt_x-1.06336"/>
                                          </p:val>
                                        </p:tav>
                                        <p:tav tm="60744">
                                          <p:val>
                                            <p:strVal val="#ppt_x-1.07361"/>
                                          </p:val>
                                        </p:tav>
                                        <p:tav tm="78523">
                                          <p:val>
                                            <p:strVal val="#ppt_x-1.17428"/>
                                          </p:val>
                                        </p:tav>
                                        <p:tav tm="80005">
                                          <p:val>
                                            <p:strVal val="#ppt_x-1.18149"/>
                                          </p:val>
                                        </p:tav>
                                        <p:tav tm="9778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65">
                                          <p:val>
                                            <p:strVal val="#ppt_x-1.252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2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17421"/>
                                          </p:val>
                                        </p:tav>
                                        <p:tav tm="2963">
                                          <p:val>
                                            <p:strVal val="#ppt_y-3.17389"/>
                                          </p:val>
                                        </p:tav>
                                        <p:tav tm="16297">
                                          <p:val>
                                            <p:strVal val="#ppt_y-3.15946"/>
                                          </p:val>
                                        </p:tav>
                                        <p:tav tm="17779">
                                          <p:val>
                                            <p:strVal val="#ppt_y-3.14796"/>
                                          </p:val>
                                        </p:tav>
                                        <p:tav tm="35558">
                                          <p:val>
                                            <p:strVal val="#ppt_y-2.89009"/>
                                          </p:val>
                                        </p:tav>
                                        <p:tav tm="37039">
                                          <p:val>
                                            <p:strVal val="#ppt_y-2.85436"/>
                                          </p:val>
                                        </p:tav>
                                        <p:tav tm="59263">
                                          <p:val>
                                            <p:strVal val="#ppt_y-2.1492"/>
                                          </p:val>
                                        </p:tav>
                                        <p:tav tm="60744">
                                          <p:val>
                                            <p:strVal val="#ppt_y-2.09242"/>
                                          </p:val>
                                        </p:tav>
                                        <p:tav tm="78523">
                                          <p:val>
                                            <p:strVal val="#ppt_y-1.22285"/>
                                          </p:val>
                                        </p:tav>
                                        <p:tav tm="80005">
                                          <p:val>
                                            <p:strVal val="#ppt_y-1.14037"/>
                                          </p:val>
                                        </p:tav>
                                        <p:tav tm="97784">
                                          <p:val>
                                            <p:strVal val="#ppt_y+0"/>
                                          </p:val>
                                        </p:tav>
                                        <p:tav tm="99265">
                                          <p:val>
                                            <p:strVal val="#ppt_y+0.047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3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9.65"/>
                                          </p:val>
                                        </p:tav>
                                        <p:tav tm="1482">
                                          <p:val>
                                            <p:fltVal val="149.65"/>
                                          </p:val>
                                        </p:tav>
                                        <p:tav tm="2963">
                                          <p:val>
                                            <p:fltVal val="150.31"/>
                                          </p:val>
                                        </p:tav>
                                        <p:tav tm="78523">
                                          <p:val>
                                            <p:fltVal val="316.84"/>
                                          </p:val>
                                        </p:tav>
                                        <p:tav tm="97784">
                                          <p:val>
                                            <p:fltVal val="360"/>
                                          </p:val>
                                        </p:tav>
                                        <p:tav tm="99265">
                                          <p:val>
                                            <p:fltVal val="361.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56" dur="533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8" dur="256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1555"/>
                                          </p:val>
                                        </p:tav>
                                        <p:tav tm="1302">
                                          <p:val>
                                            <p:strVal val="#ppt_x-1.91466"/>
                                          </p:val>
                                        </p:tav>
                                        <p:tav tm="15626">
                                          <p:val>
                                            <p:strVal val="#ppt_x-1.76547"/>
                                          </p:val>
                                        </p:tav>
                                        <p:tav tm="35159">
                                          <p:val>
                                            <p:strVal val="#ppt_x-1.5873"/>
                                          </p:val>
                                        </p:tav>
                                        <p:tav tm="36461">
                                          <p:val>
                                            <p:strVal val="#ppt_x-1.57756"/>
                                          </p:val>
                                        </p:tav>
                                        <p:tav tm="45576">
                                          <p:val>
                                            <p:strVal val="#ppt_x-1.51209"/>
                                          </p:val>
                                        </p:tav>
                                        <p:tav tm="58598">
                                          <p:val>
                                            <p:strVal val="#ppt_x-1.4202"/>
                                          </p:val>
                                        </p:tav>
                                        <p:tav tm="59900">
                                          <p:val>
                                            <p:strVal val="#ppt_x-1.41149"/>
                                          </p:val>
                                        </p:tav>
                                        <p:tav tm="78131">
                                          <p:val>
                                            <p:strVal val="#ppt_x-1.31964"/>
                                          </p:val>
                                        </p:tav>
                                        <p:tav tm="79433">
                                          <p:val>
                                            <p:strVal val="#ppt_x-1.31344"/>
                                          </p:val>
                                        </p:tav>
                                        <p:tav tm="88548">
                                          <p:val>
                                            <p:strVal val="#ppt_x-1.28223"/>
                                          </p:val>
                                        </p:tav>
                                        <p:tav tm="9766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966">
                                          <p:val>
                                            <p:strVal val="#ppt_x-1.2462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56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5.70362"/>
                                          </p:val>
                                        </p:tav>
                                        <p:tav tm="1302">
                                          <p:val>
                                            <p:strVal val="#ppt_y-5.70219"/>
                                          </p:val>
                                        </p:tav>
                                        <p:tav tm="15626">
                                          <p:val>
                                            <p:strVal val="#ppt_y-5.4642"/>
                                          </p:val>
                                        </p:tav>
                                        <p:tav tm="16928">
                                          <p:val>
                                            <p:strVal val="#ppt_y-5.42338"/>
                                          </p:val>
                                        </p:tav>
                                        <p:tav tm="26044">
                                          <p:val>
                                            <p:strVal val="#ppt_y-5.1108"/>
                                          </p:val>
                                        </p:tav>
                                        <p:tav tm="35159">
                                          <p:val>
                                            <p:strVal val="#ppt_y-4.7965"/>
                                          </p:val>
                                        </p:tav>
                                        <p:tav tm="36461">
                                          <p:val>
                                            <p:strVal val="#ppt_y-4.72598"/>
                                          </p:val>
                                        </p:tav>
                                        <p:tav tm="58598">
                                          <p:val>
                                            <p:strVal val="#ppt_y-3.4565"/>
                                          </p:val>
                                        </p:tav>
                                        <p:tav tm="59900">
                                          <p:val>
                                            <p:strVal val="#ppt_y-3.37744"/>
                                          </p:val>
                                        </p:tav>
                                        <p:tav tm="69016">
                                          <p:val>
                                            <p:strVal val="#ppt_y-2.64957"/>
                                          </p:val>
                                        </p:tav>
                                        <p:tav tm="78131">
                                          <p:val>
                                            <p:strVal val="#ppt_y-1.92348"/>
                                          </p:val>
                                        </p:tav>
                                        <p:tav tm="79433">
                                          <p:val>
                                            <p:strVal val="#ppt_y-1.81523"/>
                                          </p:val>
                                        </p:tav>
                                        <p:tav tm="97664">
                                          <p:val>
                                            <p:strVal val="#ppt_y+0"/>
                                          </p:val>
                                        </p:tav>
                                        <p:tav tm="98966">
                                          <p:val>
                                            <p:strVal val="#ppt_y+0.1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0" dur="256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7.28"/>
                                          </p:val>
                                        </p:tav>
                                        <p:tav tm="1302">
                                          <p:val>
                                            <p:fltVal val="-76.89"/>
                                          </p:val>
                                        </p:tav>
                                        <p:tav tm="15626">
                                          <p:val>
                                            <p:fltVal val="-12.24"/>
                                          </p:val>
                                        </p:tav>
                                        <p:tav tm="35159">
                                          <p:val>
                                            <p:fltVal val="76.92"/>
                                          </p:val>
                                        </p:tav>
                                        <p:tav tm="79433">
                                          <p:val>
                                            <p:fltVal val="276.78"/>
                                          </p:val>
                                        </p:tav>
                                        <p:tav tm="97664">
                                          <p:val>
                                            <p:fltVal val="360"/>
                                          </p:val>
                                        </p:tav>
                                        <p:tav tm="98966">
                                          <p:val>
                                            <p:fltVal val="364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63" dur="533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533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5" dur="25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6341"/>
                                          </p:val>
                                        </p:tav>
                                        <p:tav tm="2614">
                                          <p:val>
                                            <p:strVal val="#ppt_x-0.76341"/>
                                          </p:val>
                                        </p:tav>
                                        <p:tav tm="3921">
                                          <p:val>
                                            <p:strVal val="#ppt_x-0.77129"/>
                                          </p:val>
                                        </p:tav>
                                        <p:tav tm="16992">
                                          <p:val>
                                            <p:strVal val="#ppt_x-0.87113"/>
                                          </p:val>
                                        </p:tav>
                                        <p:tav tm="36598">
                                          <p:val>
                                            <p:strVal val="#ppt_x-1.00257"/>
                                          </p:val>
                                        </p:tav>
                                        <p:tav tm="48362">
                                          <p:val>
                                            <p:strVal val="#ppt_x-1.06537"/>
                                          </p:val>
                                        </p:tav>
                                        <p:tav tm="60126">
                                          <p:val>
                                            <p:strVal val="#ppt_x-1.12644"/>
                                          </p:val>
                                        </p:tav>
                                        <p:tav tm="79732">
                                          <p:val>
                                            <p:strVal val="#ppt_x-1.20061"/>
                                          </p:val>
                                        </p:tav>
                                        <p:tav tm="9803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339">
                                          <p:val>
                                            <p:strVal val="#ppt_x-1.251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6" dur="25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14965"/>
                                          </p:val>
                                        </p:tav>
                                        <p:tav tm="2614">
                                          <p:val>
                                            <p:strVal val="#ppt_y-3.14965"/>
                                          </p:val>
                                        </p:tav>
                                        <p:tav tm="3921">
                                          <p:val>
                                            <p:strVal val="#ppt_y-3.15802"/>
                                          </p:val>
                                        </p:tav>
                                        <p:tav tm="16992">
                                          <p:val>
                                            <p:strVal val="#ppt_y-3.26651"/>
                                          </p:val>
                                        </p:tav>
                                        <p:tav tm="18299">
                                          <p:val>
                                            <p:strVal val="#ppt_y-3.25977"/>
                                          </p:val>
                                        </p:tav>
                                        <p:tav tm="27449">
                                          <p:val>
                                            <p:strVal val="#ppt_y-3.18041"/>
                                          </p:val>
                                        </p:tav>
                                        <p:tav tm="35291">
                                          <p:val>
                                            <p:strVal val="#ppt_y-3.11165"/>
                                          </p:val>
                                        </p:tav>
                                        <p:tav tm="36598">
                                          <p:val>
                                            <p:strVal val="#ppt_y-3.09616"/>
                                          </p:val>
                                        </p:tav>
                                        <p:tav tm="60126">
                                          <p:val>
                                            <p:strVal val="#ppt_y-2.36422"/>
                                          </p:val>
                                        </p:tav>
                                        <p:tav tm="61433">
                                          <p:val>
                                            <p:strVal val="#ppt_y-2.30029"/>
                                          </p:val>
                                        </p:tav>
                                        <p:tav tm="67969">
                                          <p:val>
                                            <p:strVal val="#ppt_y-1.95409"/>
                                          </p:val>
                                        </p:tav>
                                        <p:tav tm="78425">
                                          <p:val>
                                            <p:strVal val="#ppt_y-1.40176"/>
                                          </p:val>
                                        </p:tav>
                                        <p:tav tm="79732">
                                          <p:val>
                                            <p:strVal val="#ppt_y-1.32882"/>
                                          </p:val>
                                        </p:tav>
                                        <p:tav tm="88882">
                                          <p:val>
                                            <p:strVal val="#ppt_y-0.66541"/>
                                          </p:val>
                                        </p:tav>
                                        <p:tav tm="98032">
                                          <p:val>
                                            <p:strVal val="#ppt_y+0"/>
                                          </p:val>
                                        </p:tav>
                                        <p:tav tm="99339">
                                          <p:val>
                                            <p:strVal val="#ppt_y+0.048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5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8.45"/>
                                          </p:val>
                                        </p:tav>
                                        <p:tav tm="2614">
                                          <p:val>
                                            <p:fltVal val="-78.45"/>
                                          </p:val>
                                        </p:tav>
                                        <p:tav tm="3921">
                                          <p:val>
                                            <p:fltVal val="-85.4"/>
                                          </p:val>
                                        </p:tav>
                                        <p:tav tm="36598">
                                          <p:val>
                                            <p:fltVal val="-305.65"/>
                                          </p:val>
                                        </p:tav>
                                        <p:tav tm="60126">
                                          <p:val>
                                            <p:fltVal val="-464.79"/>
                                          </p:val>
                                        </p:tav>
                                        <p:tav tm="98032">
                                          <p:val>
                                            <p:fltVal val="-720"/>
                                          </p:val>
                                        </p:tav>
                                        <p:tav tm="99339">
                                          <p:val>
                                            <p:fltVal val="-724.4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70" dur="500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1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2" dur="2459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49563"/>
                                          </p:val>
                                        </p:tav>
                                        <p:tav tm="6778">
                                          <p:val>
                                            <p:strVal val="#ppt_x-1.46954"/>
                                          </p:val>
                                        </p:tav>
                                        <p:tav tm="14911">
                                          <p:val>
                                            <p:strVal val="#ppt_x-1.44015"/>
                                          </p:val>
                                        </p:tav>
                                        <p:tav tm="25756">
                                          <p:val>
                                            <p:strVal val="#ppt_x-1.40724"/>
                                          </p:val>
                                        </p:tav>
                                        <p:tav tm="33890">
                                          <p:val>
                                            <p:strVal val="#ppt_x-1.38053"/>
                                          </p:val>
                                        </p:tav>
                                        <p:tav tm="48801">
                                          <p:val>
                                            <p:strVal val="#ppt_x-1.33775"/>
                                          </p:val>
                                        </p:tav>
                                        <p:tav tm="54223">
                                          <p:val>
                                            <p:strVal val="#ppt_x-1.32303"/>
                                          </p:val>
                                        </p:tav>
                                        <p:tav tm="58290">
                                          <p:val>
                                            <p:strVal val="#ppt_x-1.31265"/>
                                          </p:val>
                                        </p:tav>
                                        <p:tav tm="59646">
                                          <p:val>
                                            <p:strVal val="#ppt_x-1.30964"/>
                                          </p:val>
                                        </p:tav>
                                        <p:tav tm="61001">
                                          <p:val>
                                            <p:strVal val="#ppt_x-1.3073"/>
                                          </p:val>
                                        </p:tav>
                                        <p:tav tm="73202">
                                          <p:val>
                                            <p:strVal val="#ppt_x-1.28738"/>
                                          </p:val>
                                        </p:tav>
                                        <p:tav tm="78624">
                                          <p:val>
                                            <p:strVal val="#ppt_x-1.27795"/>
                                          </p:val>
                                        </p:tav>
                                        <p:tav tm="85402">
                                          <p:val>
                                            <p:strVal val="#ppt_x-1.26877"/>
                                          </p:val>
                                        </p:tav>
                                        <p:tav tm="9760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958">
                                          <p:val>
                                            <p:strVal val="#ppt_x-1.248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3" dur="2459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29175"/>
                                          </p:val>
                                        </p:tav>
                                        <p:tav tm="12200">
                                          <p:val>
                                            <p:strVal val="#ppt_y-2.49274"/>
                                          </p:val>
                                        </p:tav>
                                        <p:tav tm="13556">
                                          <p:val>
                                            <p:strVal val="#ppt_y-2.51481"/>
                                          </p:val>
                                        </p:tav>
                                        <p:tav tm="14911">
                                          <p:val>
                                            <p:strVal val="#ppt_y-2.53502"/>
                                          </p:val>
                                        </p:tav>
                                        <p:tav tm="23045">
                                          <p:val>
                                            <p:strVal val="#ppt_y-2.53081"/>
                                          </p:val>
                                        </p:tav>
                                        <p:tav tm="33890">
                                          <p:val>
                                            <p:strVal val="#ppt_y-2.52136"/>
                                          </p:val>
                                        </p:tav>
                                        <p:tav tm="35245">
                                          <p:val>
                                            <p:strVal val="#ppt_y-2.50517"/>
                                          </p:val>
                                        </p:tav>
                                        <p:tav tm="40668">
                                          <p:val>
                                            <p:strVal val="#ppt_y-2.38701"/>
                                          </p:val>
                                        </p:tav>
                                        <p:tav tm="44734">
                                          <p:val>
                                            <p:strVal val="#ppt_y-2.29955"/>
                                          </p:val>
                                        </p:tav>
                                        <p:tav tm="50157">
                                          <p:val>
                                            <p:strVal val="#ppt_y-2.18445"/>
                                          </p:val>
                                        </p:tav>
                                        <p:tav tm="58290">
                                          <p:val>
                                            <p:strVal val="#ppt_y-2.01344"/>
                                          </p:val>
                                        </p:tav>
                                        <p:tav tm="59646">
                                          <p:val>
                                            <p:strVal val="#ppt_y-1.97528"/>
                                          </p:val>
                                        </p:tav>
                                        <p:tav tm="65068">
                                          <p:val>
                                            <p:strVal val="#ppt_y-1.74577"/>
                                          </p:val>
                                        </p:tav>
                                        <p:tav tm="69135">
                                          <p:val>
                                            <p:strVal val="#ppt_y-1.57254"/>
                                          </p:val>
                                        </p:tav>
                                        <p:tav tm="78624">
                                          <p:val>
                                            <p:strVal val="#ppt_y-1.16476"/>
                                          </p:val>
                                        </p:tav>
                                        <p:tav tm="79980">
                                          <p:val>
                                            <p:strVal val="#ppt_y-1.08632"/>
                                          </p:val>
                                        </p:tav>
                                        <p:tav tm="89469">
                                          <p:val>
                                            <p:strVal val="#ppt_y-0.49945"/>
                                          </p:val>
                                        </p:tav>
                                        <p:tav tm="97602">
                                          <p:val>
                                            <p:strVal val="#ppt_y+0"/>
                                          </p:val>
                                        </p:tav>
                                        <p:tav tm="98958">
                                          <p:val>
                                            <p:strVal val="#ppt_y+0.063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4" dur="2459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9.4"/>
                                          </p:val>
                                        </p:tav>
                                        <p:tav tm="14911">
                                          <p:val>
                                            <p:fltVal val="-135.15"/>
                                          </p:val>
                                        </p:tav>
                                        <p:tav tm="35245">
                                          <p:val>
                                            <p:fltVal val="-278.46"/>
                                          </p:val>
                                        </p:tav>
                                        <p:tav tm="59646">
                                          <p:val>
                                            <p:fltVal val="-451.6"/>
                                          </p:val>
                                        </p:tav>
                                        <p:tav tm="78624">
                                          <p:val>
                                            <p:fltVal val="-585.33"/>
                                          </p:val>
                                        </p:tav>
                                        <p:tav tm="97602">
                                          <p:val>
                                            <p:fltVal val="-720"/>
                                          </p:val>
                                        </p:tav>
                                        <p:tav tm="98958">
                                          <p:val>
                                            <p:fltVal val="-727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77" dur="333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8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9" dur="169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6575"/>
                                          </p:val>
                                        </p:tav>
                                        <p:tav tm="1972">
                                          <p:val>
                                            <p:strVal val="#ppt_x-0.96575"/>
                                          </p:val>
                                        </p:tav>
                                        <p:tav tm="15776">
                                          <p:val>
                                            <p:strVal val="#ppt_x-1.02907"/>
                                          </p:val>
                                        </p:tav>
                                        <p:tav tm="17748">
                                          <p:val>
                                            <p:strVal val="#ppt_x-1.03727"/>
                                          </p:val>
                                        </p:tav>
                                        <p:tav tm="23664">
                                          <p:val>
                                            <p:strVal val="#ppt_x-1.06048"/>
                                          </p:val>
                                        </p:tav>
                                        <p:tav tm="35495">
                                          <p:val>
                                            <p:strVal val="#ppt_x-1.10607"/>
                                          </p:val>
                                        </p:tav>
                                        <p:tav tm="59159">
                                          <p:val>
                                            <p:strVal val="#ppt_x-1.17658"/>
                                          </p:val>
                                        </p:tav>
                                        <p:tav tm="78878">
                                          <p:val>
                                            <p:strVal val="#ppt_x-1.22189"/>
                                          </p:val>
                                        </p:tav>
                                        <p:tav tm="96626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598">
                                          <p:val>
                                            <p:strVal val="#ppt_x-1.252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0" dur="169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15278"/>
                                          </p:val>
                                        </p:tav>
                                        <p:tav tm="1972">
                                          <p:val>
                                            <p:strVal val="#ppt_y-2.15278"/>
                                          </p:val>
                                        </p:tav>
                                        <p:tav tm="15776">
                                          <p:val>
                                            <p:strVal val="#ppt_y-2.08896"/>
                                          </p:val>
                                        </p:tav>
                                        <p:tav tm="17748">
                                          <p:val>
                                            <p:strVal val="#ppt_y-2.06956"/>
                                          </p:val>
                                        </p:tav>
                                        <p:tav tm="35495">
                                          <p:val>
                                            <p:strVal val="#ppt_y-1.85026"/>
                                          </p:val>
                                        </p:tav>
                                        <p:tav tm="37467">
                                          <p:val>
                                            <p:strVal val="#ppt_y-1.80802"/>
                                          </p:val>
                                        </p:tav>
                                        <p:tav tm="47327">
                                          <p:val>
                                            <p:strVal val="#ppt_y-1.59149"/>
                                          </p:val>
                                        </p:tav>
                                        <p:tav tm="59159">
                                          <p:val>
                                            <p:strVal val="#ppt_y-1.33343"/>
                                          </p:val>
                                        </p:tav>
                                        <p:tav tm="61131">
                                          <p:val>
                                            <p:strVal val="#ppt_y-1.2759"/>
                                          </p:val>
                                        </p:tav>
                                        <p:tav tm="72962">
                                          <p:val>
                                            <p:strVal val="#ppt_y-0.90349"/>
                                          </p:val>
                                        </p:tav>
                                        <p:tav tm="78878">
                                          <p:val>
                                            <p:strVal val="#ppt_y-0.71634"/>
                                          </p:val>
                                        </p:tav>
                                        <p:tav tm="96626">
                                          <p:val>
                                            <p:strVal val="#ppt_y+0"/>
                                          </p:val>
                                        </p:tav>
                                        <p:tav tm="98598">
                                          <p:val>
                                            <p:strVal val="#ppt_y+0.05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1" dur="169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7.92"/>
                                          </p:val>
                                        </p:tav>
                                        <p:tav tm="1972">
                                          <p:val>
                                            <p:fltVal val="117.92"/>
                                          </p:val>
                                        </p:tav>
                                        <p:tav tm="96626">
                                          <p:val>
                                            <p:fltVal val="-360"/>
                                          </p:val>
                                        </p:tav>
                                        <p:tav tm="98598">
                                          <p:val>
                                            <p:fltVal val="-367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84" dur="500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6" dur="24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5967"/>
                                          </p:val>
                                        </p:tav>
                                        <p:tav tm="1342">
                                          <p:val>
                                            <p:strVal val="#ppt_x-1.35967"/>
                                          </p:val>
                                        </p:tav>
                                        <p:tav tm="2684">
                                          <p:val>
                                            <p:strVal val="#ppt_x-1.35777"/>
                                          </p:val>
                                        </p:tav>
                                        <p:tav tm="16107">
                                          <p:val>
                                            <p:strVal val="#ppt_x-1.33467"/>
                                          </p:val>
                                        </p:tav>
                                        <p:tav tm="34897">
                                          <p:val>
                                            <p:strVal val="#ppt_x-1.30682"/>
                                          </p:val>
                                        </p:tav>
                                        <p:tav tm="59057">
                                          <p:val>
                                            <p:strVal val="#ppt_x-1.27837"/>
                                          </p:val>
                                        </p:tav>
                                        <p:tav tm="79190">
                                          <p:val>
                                            <p:strVal val="#ppt_x-1.2609"/>
                                          </p:val>
                                        </p:tav>
                                        <p:tav tm="97981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323">
                                          <p:val>
                                            <p:strVal val="#ppt_x-1.249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4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17156"/>
                                          </p:val>
                                        </p:tav>
                                        <p:tav tm="1342">
                                          <p:val>
                                            <p:strVal val="#ppt_y-2.17156"/>
                                          </p:val>
                                        </p:tav>
                                        <p:tav tm="2684">
                                          <p:val>
                                            <p:strVal val="#ppt_y-2.19065"/>
                                          </p:val>
                                        </p:tav>
                                        <p:tav tm="16107">
                                          <p:val>
                                            <p:strVal val="#ppt_y-2.42235"/>
                                          </p:val>
                                        </p:tav>
                                        <p:tav tm="34897">
                                          <p:val>
                                            <p:strVal val="#ppt_y-2.43748"/>
                                          </p:val>
                                        </p:tav>
                                        <p:tav tm="36240">
                                          <p:val>
                                            <p:strVal val="#ppt_y-2.42402"/>
                                          </p:val>
                                        </p:tav>
                                        <p:tav tm="59057">
                                          <p:val>
                                            <p:strVal val="#ppt_y-1.95773"/>
                                          </p:val>
                                        </p:tav>
                                        <p:tav tm="60399">
                                          <p:val>
                                            <p:strVal val="#ppt_y-1.91815"/>
                                          </p:val>
                                        </p:tav>
                                        <p:tav tm="79190">
                                          <p:val>
                                            <p:strVal val="#ppt_y-1.1357"/>
                                          </p:val>
                                        </p:tav>
                                        <p:tav tm="80533">
                                          <p:val>
                                            <p:strVal val="#ppt_y-1.05548"/>
                                          </p:val>
                                        </p:tav>
                                        <p:tav tm="97981">
                                          <p:val>
                                            <p:strVal val="#ppt_y+0"/>
                                          </p:val>
                                        </p:tav>
                                        <p:tav tm="99323">
                                          <p:val>
                                            <p:strVal val="#ppt_y+0.040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8" dur="2483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5.83"/>
                                          </p:val>
                                        </p:tav>
                                        <p:tav tm="2684">
                                          <p:val>
                                            <p:fltVal val="25.52"/>
                                          </p:val>
                                        </p:tav>
                                        <p:tav tm="36240">
                                          <p:val>
                                            <p:fltVal val="16.63"/>
                                          </p:val>
                                        </p:tav>
                                        <p:tav tm="60399">
                                          <p:val>
                                            <p:fltVal val="9.68"/>
                                          </p:val>
                                        </p:tav>
                                        <p:tav tm="99323">
                                          <p:val>
                                            <p:fltVal val="-0.1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91" dur="4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3" dur="2211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86101"/>
                                          </p:val>
                                        </p:tav>
                                        <p:tav tm="3015">
                                          <p:val>
                                            <p:strVal val="#ppt_x-1.86101"/>
                                          </p:val>
                                        </p:tav>
                                        <p:tav tm="4523">
                                          <p:val>
                                            <p:strVal val="#ppt_x-1.84782"/>
                                          </p:val>
                                        </p:tav>
                                        <p:tav tm="16584">
                                          <p:val>
                                            <p:strVal val="#ppt_x-1.7299"/>
                                          </p:val>
                                        </p:tav>
                                        <p:tav tm="18091">
                                          <p:val>
                                            <p:strVal val="#ppt_x-1.71599"/>
                                          </p:val>
                                        </p:tav>
                                        <p:tav tm="36183">
                                          <p:val>
                                            <p:strVal val="#ppt_x-1.5636"/>
                                          </p:val>
                                        </p:tav>
                                        <p:tav tm="37691">
                                          <p:val>
                                            <p:strVal val="#ppt_x-1.55297"/>
                                          </p:val>
                                        </p:tav>
                                        <p:tav tm="39198">
                                          <p:val>
                                            <p:strVal val="#ppt_x-1.54297"/>
                                          </p:val>
                                        </p:tav>
                                        <p:tav tm="60305">
                                          <p:val>
                                            <p:strVal val="#ppt_x-1.40365"/>
                                          </p:val>
                                        </p:tav>
                                        <p:tav tm="78396">
                                          <p:val>
                                            <p:strVal val="#ppt_x-1.31631"/>
                                          </p:val>
                                        </p:tav>
                                        <p:tav tm="79904">
                                          <p:val>
                                            <p:strVal val="#ppt_x-1.30975"/>
                                          </p:val>
                                        </p:tav>
                                        <p:tav tm="9799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503">
                                          <p:val>
                                            <p:strVal val="#ppt_x-1.248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4" dur="2211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07021"/>
                                          </p:val>
                                        </p:tav>
                                        <p:tav tm="3015">
                                          <p:val>
                                            <p:strVal val="#ppt_y-3.07021"/>
                                          </p:val>
                                        </p:tav>
                                        <p:tav tm="16584">
                                          <p:val>
                                            <p:strVal val="#ppt_y-3.05264"/>
                                          </p:val>
                                        </p:tav>
                                        <p:tav tm="18091">
                                          <p:val>
                                            <p:strVal val="#ppt_y-3.04265"/>
                                          </p:val>
                                        </p:tav>
                                        <p:tav tm="36183">
                                          <p:val>
                                            <p:strVal val="#ppt_y-2.78561"/>
                                          </p:val>
                                        </p:tav>
                                        <p:tav tm="37691">
                                          <p:val>
                                            <p:strVal val="#ppt_y-2.745"/>
                                          </p:val>
                                        </p:tav>
                                        <p:tav tm="60305">
                                          <p:val>
                                            <p:strVal val="#ppt_y-2.04939"/>
                                          </p:val>
                                        </p:tav>
                                        <p:tav tm="61813">
                                          <p:val>
                                            <p:strVal val="#ppt_y-1.97918"/>
                                          </p:val>
                                        </p:tav>
                                        <p:tav tm="78396">
                                          <p:val>
                                            <p:strVal val="#ppt_y-1.19693"/>
                                          </p:val>
                                        </p:tav>
                                        <p:tav tm="79904">
                                          <p:val>
                                            <p:strVal val="#ppt_y-1.11887"/>
                                          </p:val>
                                        </p:tav>
                                        <p:tav tm="97995">
                                          <p:val>
                                            <p:strVal val="#ppt_y+0"/>
                                          </p:val>
                                        </p:tav>
                                        <p:tav tm="99503">
                                          <p:val>
                                            <p:strVal val="#ppt_y+0.030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211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7.45"/>
                                          </p:val>
                                        </p:tav>
                                        <p:tav tm="3015">
                                          <p:val>
                                            <p:fltVal val="-127.45"/>
                                          </p:val>
                                        </p:tav>
                                        <p:tav tm="4523">
                                          <p:val>
                                            <p:fltVal val="-120.45"/>
                                          </p:val>
                                        </p:tav>
                                        <p:tav tm="36183">
                                          <p:val>
                                            <p:fltVal val="42.75"/>
                                          </p:val>
                                        </p:tav>
                                        <p:tav tm="60305">
                                          <p:val>
                                            <p:fltVal val="166.25"/>
                                          </p:val>
                                        </p:tav>
                                        <p:tav tm="97995">
                                          <p:val>
                                            <p:fltVal val="360"/>
                                          </p:val>
                                        </p:tav>
                                        <p:tav tm="99503">
                                          <p:val>
                                            <p:fltVal val="362.5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98" dur="500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9" dur="1" fill="hold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0" dur="249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2928"/>
                                          </p:val>
                                        </p:tav>
                                        <p:tav tm="2674">
                                          <p:val>
                                            <p:strVal val="#ppt_x-0.92962"/>
                                          </p:val>
                                        </p:tav>
                                        <p:tav tm="17381">
                                          <p:val>
                                            <p:strVal val="#ppt_x-1.00271"/>
                                          </p:val>
                                        </p:tav>
                                        <p:tav tm="26740">
                                          <p:val>
                                            <p:strVal val="#ppt_x-1.04392"/>
                                          </p:val>
                                        </p:tav>
                                        <p:tav tm="36099">
                                          <p:val>
                                            <p:strVal val="#ppt_x-1.08643"/>
                                          </p:val>
                                        </p:tav>
                                        <p:tav tm="49469">
                                          <p:val>
                                            <p:strVal val="#ppt_x-1.13535"/>
                                          </p:val>
                                        </p:tav>
                                        <p:tav tm="60165">
                                          <p:val>
                                            <p:strVal val="#ppt_x-1.17302"/>
                                          </p:val>
                                        </p:tav>
                                        <p:tav tm="66850">
                                          <p:val>
                                            <p:strVal val="#ppt_x-1.18948"/>
                                          </p:val>
                                        </p:tav>
                                        <p:tav tm="78883">
                                          <p:val>
                                            <p:strVal val="#ppt_x-1.2181"/>
                                          </p:val>
                                        </p:tav>
                                        <p:tav tm="98938">
                                          <p:val>
                                            <p:strVal val="#ppt_x-1.251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1" dur="249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09347"/>
                                          </p:val>
                                        </p:tav>
                                        <p:tav tm="2674">
                                          <p:val>
                                            <p:strVal val="#ppt_y-3.09394"/>
                                          </p:val>
                                        </p:tav>
                                        <p:tav tm="9359">
                                          <p:val>
                                            <p:strVal val="#ppt_y-3.14013"/>
                                          </p:val>
                                        </p:tav>
                                        <p:tav tm="16044">
                                          <p:val>
                                            <p:strVal val="#ppt_y-3.18755"/>
                                          </p:val>
                                        </p:tav>
                                        <p:tav tm="17381">
                                          <p:val>
                                            <p:strVal val="#ppt_y-3.19109"/>
                                          </p:val>
                                        </p:tav>
                                        <p:tav tm="36099">
                                          <p:val>
                                            <p:strVal val="#ppt_y-3.01748"/>
                                          </p:val>
                                        </p:tav>
                                        <p:tav tm="37436">
                                          <p:val>
                                            <p:strVal val="#ppt_y-2.97923"/>
                                          </p:val>
                                        </p:tav>
                                        <p:tav tm="42784">
                                          <p:val>
                                            <p:strVal val="#ppt_y-2.81507"/>
                                          </p:val>
                                        </p:tav>
                                        <p:tav tm="60165">
                                          <p:val>
                                            <p:strVal val="#ppt_y-2.27724"/>
                                          </p:val>
                                        </p:tav>
                                        <p:tav tm="61502">
                                          <p:val>
                                            <p:strVal val="#ppt_y-2.2091"/>
                                          </p:val>
                                        </p:tav>
                                        <p:tav tm="70861">
                                          <p:val>
                                            <p:strVal val="#ppt_y-1.72196"/>
                                          </p:val>
                                        </p:tav>
                                        <p:tav tm="78883">
                                          <p:val>
                                            <p:strVal val="#ppt_y-1.30625"/>
                                          </p:val>
                                        </p:tav>
                                        <p:tav tm="80220">
                                          <p:val>
                                            <p:strVal val="#ppt_y-1.2227"/>
                                          </p:val>
                                        </p:tav>
                                        <p:tav tm="97601">
                                          <p:val>
                                            <p:strVal val="#ppt_y+0"/>
                                          </p:val>
                                        </p:tav>
                                        <p:tav tm="98938">
                                          <p:val>
                                            <p:strVal val="#ppt_y+0.0747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2" dur="2493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9.42"/>
                                          </p:val>
                                        </p:tav>
                                        <p:tav tm="2674">
                                          <p:val>
                                            <p:fltVal val="139.05"/>
                                          </p:val>
                                        </p:tav>
                                        <p:tav tm="97601">
                                          <p:val>
                                            <p:fltVal val="-360"/>
                                          </p:val>
                                        </p:tav>
                                        <p:tav tm="98938">
                                          <p:val>
                                            <p:fltVal val="-365.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05" dur="367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6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7" dur="175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5"/>
                                          </p:val>
                                        </p:tav>
                                        <p:tav tm="1901">
                                          <p:val>
                                            <p:strVal val="#ppt_x-1.5444"/>
                                          </p:val>
                                        </p:tav>
                                        <p:tav tm="15211">
                                          <p:val>
                                            <p:strVal val="#ppt_x-1.48321"/>
                                          </p:val>
                                        </p:tav>
                                        <p:tav tm="24718">
                                          <p:val>
                                            <p:strVal val="#ppt_x-1.44495"/>
                                          </p:val>
                                        </p:tav>
                                        <p:tav tm="34225">
                                          <p:val>
                                            <p:strVal val="#ppt_x-1.40603"/>
                                          </p:val>
                                        </p:tav>
                                        <p:tav tm="36126">
                                          <p:val>
                                            <p:strVal val="#ppt_x-1.39933"/>
                                          </p:val>
                                        </p:tav>
                                        <p:tav tm="58943">
                                          <p:val>
                                            <p:strVal val="#ppt_x-1.32392"/>
                                          </p:val>
                                        </p:tav>
                                        <p:tav tm="68450">
                                          <p:val>
                                            <p:strVal val="#ppt_x-1.3009"/>
                                          </p:val>
                                        </p:tav>
                                        <p:tav tm="77956">
                                          <p:val>
                                            <p:strVal val="#ppt_x-1.27869"/>
                                          </p:val>
                                        </p:tav>
                                        <p:tav tm="79858">
                                          <p:val>
                                            <p:strVal val="#ppt_x-1.27526"/>
                                          </p:val>
                                        </p:tav>
                                        <p:tav tm="93167">
                                          <p:val>
                                            <p:strVal val="#ppt_x-1.25548"/>
                                          </p:val>
                                        </p:tav>
                                        <p:tav tm="9697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872">
                                          <p:val>
                                            <p:strVal val="#ppt_x-1.248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8" dur="175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23114"/>
                                          </p:val>
                                        </p:tav>
                                        <p:tav tm="1901">
                                          <p:val>
                                            <p:strVal val="#ppt_y-1.23962"/>
                                          </p:val>
                                        </p:tav>
                                        <p:tav tm="15211">
                                          <p:val>
                                            <p:strVal val="#ppt_y-1.33057"/>
                                          </p:val>
                                        </p:tav>
                                        <p:tav tm="34225">
                                          <p:val>
                                            <p:strVal val="#ppt_y-1.30358"/>
                                          </p:val>
                                        </p:tav>
                                        <p:tav tm="36126">
                                          <p:val>
                                            <p:strVal val="#ppt_y-1.28658"/>
                                          </p:val>
                                        </p:tav>
                                        <p:tav tm="47534">
                                          <p:val>
                                            <p:strVal val="#ppt_y-1.15073"/>
                                          </p:val>
                                        </p:tav>
                                        <p:tav tm="58943">
                                          <p:val>
                                            <p:strVal val="#ppt_y-1.01665"/>
                                          </p:val>
                                        </p:tav>
                                        <p:tav tm="60844">
                                          <p:val>
                                            <p:strVal val="#ppt_y-0.97627"/>
                                          </p:val>
                                        </p:tav>
                                        <p:tav tm="77956">
                                          <p:val>
                                            <p:strVal val="#ppt_y-0.59623"/>
                                          </p:val>
                                        </p:tav>
                                        <p:tav tm="79858">
                                          <p:val>
                                            <p:strVal val="#ppt_y-0.54231"/>
                                          </p:val>
                                        </p:tav>
                                        <p:tav tm="96970">
                                          <p:val>
                                            <p:strVal val="#ppt_y+0"/>
                                          </p:val>
                                        </p:tav>
                                        <p:tav tm="98872">
                                          <p:val>
                                            <p:strVal val="#ppt_y+0.0358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9" dur="1753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1.76"/>
                                          </p:val>
                                        </p:tav>
                                        <p:tav tm="1901">
                                          <p:val>
                                            <p:fltVal val="-45.8"/>
                                          </p:val>
                                        </p:tav>
                                        <p:tav tm="15211">
                                          <p:val>
                                            <p:fltVal val="-89.52"/>
                                          </p:val>
                                        </p:tav>
                                        <p:tav tm="36126">
                                          <p:val>
                                            <p:fltVal val="-159.21"/>
                                          </p:val>
                                        </p:tav>
                                        <p:tav tm="77956">
                                          <p:val>
                                            <p:fltVal val="-296.61"/>
                                          </p:val>
                                        </p:tav>
                                        <p:tav tm="96970">
                                          <p:val>
                                            <p:fltVal val="-360"/>
                                          </p:val>
                                        </p:tav>
                                        <p:tav tm="98872">
                                          <p:val>
                                            <p:fltVal val="-363.7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12" dur="433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3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4" dur="205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1793"/>
                                          </p:val>
                                        </p:tav>
                                        <p:tav tm="1624">
                                          <p:val>
                                            <p:strVal val="#ppt_x-1.31682"/>
                                          </p:val>
                                        </p:tav>
                                        <p:tav tm="16237">
                                          <p:val>
                                            <p:strVal val="#ppt_x-1.30155"/>
                                          </p:val>
                                        </p:tav>
                                        <p:tav tm="34099">
                                          <p:val>
                                            <p:strVal val="#ppt_x-1.2852"/>
                                          </p:val>
                                        </p:tav>
                                        <p:tav tm="58455">
                                          <p:val>
                                            <p:strVal val="#ppt_x-1.26727"/>
                                          </p:val>
                                        </p:tav>
                                        <p:tav tm="79563">
                                          <p:val>
                                            <p:strVal val="#ppt_x-1.25627"/>
                                          </p:val>
                                        </p:tav>
                                        <p:tav tm="99048">
                                          <p:val>
                                            <p:strVal val="#ppt_x-1.249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05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8504"/>
                                          </p:val>
                                        </p:tav>
                                        <p:tav tm="1624">
                                          <p:val>
                                            <p:strVal val="#ppt_y-1.20091"/>
                                          </p:val>
                                        </p:tav>
                                        <p:tav tm="14614">
                                          <p:val>
                                            <p:strVal val="#ppt_y-1.39678"/>
                                          </p:val>
                                        </p:tav>
                                        <p:tav tm="16237">
                                          <p:val>
                                            <p:strVal val="#ppt_y-1.40995"/>
                                          </p:val>
                                        </p:tav>
                                        <p:tav tm="34099">
                                          <p:val>
                                            <p:strVal val="#ppt_y-1.47626"/>
                                          </p:val>
                                        </p:tav>
                                        <p:tav tm="35722">
                                          <p:val>
                                            <p:strVal val="#ppt_y-1.4689"/>
                                          </p:val>
                                        </p:tav>
                                        <p:tav tm="58455">
                                          <p:val>
                                            <p:strVal val="#ppt_y-1.22211"/>
                                          </p:val>
                                        </p:tav>
                                        <p:tav tm="60078">
                                          <p:val>
                                            <p:strVal val="#ppt_y-1.19248"/>
                                          </p:val>
                                        </p:tav>
                                        <p:tav tm="77939">
                                          <p:val>
                                            <p:strVal val="#ppt_y-0.73783"/>
                                          </p:val>
                                        </p:tav>
                                        <p:tav tm="79563">
                                          <p:val>
                                            <p:strVal val="#ppt_y-0.68677"/>
                                          </p:val>
                                        </p:tav>
                                        <p:tav tm="97424">
                                          <p:val>
                                            <p:strVal val="#ppt_y+0"/>
                                          </p:val>
                                        </p:tav>
                                        <p:tav tm="99048">
                                          <p:val>
                                            <p:strVal val="#ppt_y+0.036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6" dur="2053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4.38"/>
                                          </p:val>
                                        </p:tav>
                                        <p:tav tm="1624">
                                          <p:val>
                                            <p:fltVal val="109.22"/>
                                          </p:val>
                                        </p:tav>
                                        <p:tav tm="77939">
                                          <p:val>
                                            <p:fltVal val="-265.32"/>
                                          </p:val>
                                        </p:tav>
                                        <p:tav tm="97424">
                                          <p:val>
                                            <p:fltVal val="-360"/>
                                          </p:val>
                                        </p:tav>
                                        <p:tav tm="99048">
                                          <p:val>
                                            <p:fltVal val="-364.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19" dur="4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1" dur="2332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65951"/>
                                          </p:val>
                                        </p:tav>
                                        <p:tav tm="1429">
                                          <p:val>
                                            <p:strVal val="#ppt_x-0.66214"/>
                                          </p:val>
                                        </p:tav>
                                        <p:tav tm="15723">
                                          <p:val>
                                            <p:strVal val="#ppt_x-0.79533"/>
                                          </p:val>
                                        </p:tav>
                                        <p:tav tm="34305">
                                          <p:val>
                                            <p:strVal val="#ppt_x-0.94396"/>
                                          </p:val>
                                        </p:tav>
                                        <p:tav tm="35734">
                                          <p:val>
                                            <p:strVal val="#ppt_x-0.95455"/>
                                          </p:val>
                                        </p:tav>
                                        <p:tav tm="58604">
                                          <p:val>
                                            <p:strVal val="#ppt_x-1.09844"/>
                                          </p:val>
                                        </p:tav>
                                        <p:tav tm="60034">
                                          <p:val>
                                            <p:strVal val="#ppt_x-1.1067"/>
                                          </p:val>
                                        </p:tav>
                                        <p:tav tm="78615">
                                          <p:val>
                                            <p:strVal val="#ppt_x-1.19205"/>
                                          </p:val>
                                        </p:tav>
                                        <p:tav tm="80045">
                                          <p:val>
                                            <p:strVal val="#ppt_x-1.19716"/>
                                          </p:val>
                                        </p:tav>
                                        <p:tav tm="98627">
                                          <p:val>
                                            <p:strVal val="#ppt_x-1.254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2" dur="2332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42113"/>
                                          </p:val>
                                        </p:tav>
                                        <p:tav tm="1429">
                                          <p:val>
                                            <p:strVal val="#ppt_y-3.42094"/>
                                          </p:val>
                                        </p:tav>
                                        <p:tav tm="15723">
                                          <p:val>
                                            <p:strVal val="#ppt_y-3.41144"/>
                                          </p:val>
                                        </p:tav>
                                        <p:tav tm="34305">
                                          <p:val>
                                            <p:strVal val="#ppt_y-3.12881"/>
                                          </p:val>
                                        </p:tav>
                                        <p:tav tm="35734">
                                          <p:val>
                                            <p:strVal val="#ppt_y-3.09787"/>
                                          </p:val>
                                        </p:tav>
                                        <p:tav tm="58604">
                                          <p:val>
                                            <p:strVal val="#ppt_y-2.32037"/>
                                          </p:val>
                                        </p:tav>
                                        <p:tav tm="60034">
                                          <p:val>
                                            <p:strVal val="#ppt_y-2.26367"/>
                                          </p:val>
                                        </p:tav>
                                        <p:tav tm="78615">
                                          <p:val>
                                            <p:strVal val="#ppt_y-1.28304"/>
                                          </p:val>
                                        </p:tav>
                                        <p:tav tm="80045">
                                          <p:val>
                                            <p:strVal val="#ppt_y-1.19161"/>
                                          </p:val>
                                        </p:tav>
                                        <p:tav tm="97197">
                                          <p:val>
                                            <p:strVal val="#ppt_y+0"/>
                                          </p:val>
                                        </p:tav>
                                        <p:tav tm="98627">
                                          <p:val>
                                            <p:strVal val="#ppt_y+0.095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332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2.1"/>
                                          </p:val>
                                        </p:tav>
                                        <p:tav tm="1429">
                                          <p:val>
                                            <p:fltVal val="-131.71"/>
                                          </p:val>
                                        </p:tav>
                                        <p:tav tm="60034">
                                          <p:val>
                                            <p:fltVal val="-50.52"/>
                                          </p:val>
                                        </p:tav>
                                        <p:tav tm="78615">
                                          <p:val>
                                            <p:fltVal val="-25.72"/>
                                          </p:val>
                                        </p:tav>
                                        <p:tav tm="98627">
                                          <p:val>
                                            <p:fltVal val="1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26" dur="333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7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8" dur="174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3012"/>
                                          </p:val>
                                        </p:tav>
                                        <p:tav tm="1916">
                                          <p:val>
                                            <p:strVal val="#ppt_x-0.83554"/>
                                          </p:val>
                                        </p:tav>
                                        <p:tav tm="15330">
                                          <p:val>
                                            <p:strVal val="#ppt_x-0.92408"/>
                                          </p:val>
                                        </p:tav>
                                        <p:tav tm="34491">
                                          <p:val>
                                            <p:strVal val="#ppt_x-1.03216"/>
                                          </p:val>
                                        </p:tav>
                                        <p:tav tm="36408">
                                          <p:val>
                                            <p:strVal val="#ppt_x-1.04128"/>
                                          </p:val>
                                        </p:tav>
                                        <p:tav tm="59402">
                                          <p:val>
                                            <p:strVal val="#ppt_x-1.14296"/>
                                          </p:val>
                                        </p:tav>
                                        <p:tav tm="78564">
                                          <p:val>
                                            <p:strVal val="#ppt_x-1.20597"/>
                                          </p:val>
                                        </p:tav>
                                        <p:tav tm="97726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42">
                                          <p:val>
                                            <p:strVal val="#ppt_x-1.25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9" dur="174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65768"/>
                                          </p:val>
                                        </p:tav>
                                        <p:tav tm="1916">
                                          <p:val>
                                            <p:strVal val="#ppt_y-2.65139"/>
                                          </p:val>
                                        </p:tav>
                                        <p:tav tm="15330">
                                          <p:val>
                                            <p:strVal val="#ppt_y-2.54769"/>
                                          </p:val>
                                        </p:tav>
                                        <p:tav tm="17246">
                                          <p:val>
                                            <p:strVal val="#ppt_y-2.51987"/>
                                          </p:val>
                                        </p:tav>
                                        <p:tav tm="34491">
                                          <p:val>
                                            <p:strVal val="#ppt_y-2.24538"/>
                                          </p:val>
                                        </p:tav>
                                        <p:tav tm="36408">
                                          <p:val>
                                            <p:strVal val="#ppt_y-2.20056"/>
                                          </p:val>
                                        </p:tav>
                                        <p:tav tm="57486">
                                          <p:val>
                                            <p:strVal val="#ppt_y-1.64284"/>
                                          </p:val>
                                        </p:tav>
                                        <p:tav tm="59402">
                                          <p:val>
                                            <p:strVal val="#ppt_y-1.59085"/>
                                          </p:val>
                                        </p:tav>
                                        <p:tav tm="78564">
                                          <p:val>
                                            <p:strVal val="#ppt_y-0.88304"/>
                                          </p:val>
                                        </p:tav>
                                        <p:tav tm="80480">
                                          <p:val>
                                            <p:strVal val="#ppt_y-0.7957"/>
                                          </p:val>
                                        </p:tav>
                                        <p:tav tm="97726">
                                          <p:val>
                                            <p:strVal val="#ppt_y+0"/>
                                          </p:val>
                                        </p:tav>
                                        <p:tav tm="99642">
                                          <p:val>
                                            <p:strVal val="#ppt_y+0.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0" dur="174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.83"/>
                                          </p:val>
                                        </p:tav>
                                        <p:tav tm="1916">
                                          <p:val>
                                            <p:fltVal val="137.74"/>
                                          </p:val>
                                        </p:tav>
                                        <p:tav tm="97726">
                                          <p:val>
                                            <p:fltVal val="360"/>
                                          </p:val>
                                        </p:tav>
                                        <p:tav tm="99642">
                                          <p:val>
                                            <p:fltVal val="360.8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33" dur="333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4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5" dur="164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8177"/>
                                          </p:val>
                                        </p:tav>
                                        <p:tav tm="4058">
                                          <p:val>
                                            <p:strVal val="#ppt_x-1.78143"/>
                                          </p:val>
                                        </p:tav>
                                        <p:tav tm="18259">
                                          <p:val>
                                            <p:strVal val="#ppt_x-1.65973"/>
                                          </p:val>
                                        </p:tav>
                                        <p:tav tm="36519">
                                          <p:val>
                                            <p:strVal val="#ppt_x-1.52325"/>
                                          </p:val>
                                        </p:tav>
                                        <p:tav tm="38548">
                                          <p:val>
                                            <p:strVal val="#ppt_x-1.51059"/>
                                          </p:val>
                                        </p:tav>
                                        <p:tav tm="50720">
                                          <p:val>
                                            <p:strVal val="#ppt_x-1.43848"/>
                                          </p:val>
                                        </p:tav>
                                        <p:tav tm="58836">
                                          <p:val>
                                            <p:strVal val="#ppt_x-1.39096"/>
                                          </p:val>
                                        </p:tav>
                                        <p:tav tm="60865">
                                          <p:val>
                                            <p:strVal val="#ppt_x-1.3799"/>
                                          </p:val>
                                        </p:tav>
                                        <p:tav tm="79124">
                                          <p:val>
                                            <p:strVal val="#ppt_x-1.30295"/>
                                          </p:val>
                                        </p:tav>
                                        <p:tav tm="97383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412">
                                          <p:val>
                                            <p:strVal val="#ppt_x-1.24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6" dur="164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5434"/>
                                          </p:val>
                                        </p:tav>
                                        <p:tav tm="4058">
                                          <p:val>
                                            <p:strVal val="#ppt_y-1.54341"/>
                                          </p:val>
                                        </p:tav>
                                        <p:tav tm="16231">
                                          <p:val>
                                            <p:strVal val="#ppt_y-1.54687"/>
                                          </p:val>
                                        </p:tav>
                                        <p:tav tm="18259">
                                          <p:val>
                                            <p:strVal val="#ppt_y-1.54628"/>
                                          </p:val>
                                        </p:tav>
                                        <p:tav tm="36519">
                                          <p:val>
                                            <p:strVal val="#ppt_y-1.42334"/>
                                          </p:val>
                                        </p:tav>
                                        <p:tav tm="38548">
                                          <p:val>
                                            <p:strVal val="#ppt_y-1.39512"/>
                                          </p:val>
                                        </p:tav>
                                        <p:tav tm="58836">
                                          <p:val>
                                            <p:strVal val="#ppt_y-1.08089"/>
                                          </p:val>
                                        </p:tav>
                                        <p:tav tm="60865">
                                          <p:val>
                                            <p:strVal val="#ppt_y-1.04525"/>
                                          </p:val>
                                        </p:tav>
                                        <p:tav tm="71009">
                                          <p:val>
                                            <p:strVal val="#ppt_y-0.79661"/>
                                          </p:val>
                                        </p:tav>
                                        <p:tav tm="79124">
                                          <p:val>
                                            <p:strVal val="#ppt_y-0.5967"/>
                                          </p:val>
                                        </p:tav>
                                        <p:tav tm="97383">
                                          <p:val>
                                            <p:strVal val="#ppt_y+0"/>
                                          </p:val>
                                        </p:tav>
                                        <p:tav tm="99412">
                                          <p:val>
                                            <p:strVal val="#ppt_y+0.019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7" dur="1643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5.87"/>
                                          </p:val>
                                        </p:tav>
                                        <p:tav tm="4058">
                                          <p:val>
                                            <p:fltVal val="135.66"/>
                                          </p:val>
                                        </p:tav>
                                        <p:tav tm="36519">
                                          <p:val>
                                            <p:fltVal val="-37.09"/>
                                          </p:val>
                                        </p:tav>
                                        <p:tav tm="60865">
                                          <p:val>
                                            <p:fltVal val="-165.65"/>
                                          </p:val>
                                        </p:tav>
                                        <p:tav tm="97383">
                                          <p:val>
                                            <p:fltVal val="-360"/>
                                          </p:val>
                                        </p:tav>
                                        <p:tav tm="99412">
                                          <p:val>
                                            <p:fltVal val="-363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40" dur="400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2" dur="194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8577"/>
                                          </p:val>
                                        </p:tav>
                                        <p:tav tm="1718">
                                          <p:val>
                                            <p:strVal val="#ppt_x-0.99176"/>
                                          </p:val>
                                        </p:tav>
                                        <p:tav tm="15461">
                                          <p:val>
                                            <p:strVal val="#ppt_x-1.04868"/>
                                          </p:val>
                                        </p:tav>
                                        <p:tav tm="34357">
                                          <p:val>
                                            <p:strVal val="#ppt_x-1.11532"/>
                                          </p:val>
                                        </p:tav>
                                        <p:tav tm="58408">
                                          <p:val>
                                            <p:strVal val="#ppt_x-1.18142"/>
                                          </p:val>
                                        </p:tav>
                                        <p:tav tm="60125">
                                          <p:val>
                                            <p:strVal val="#ppt_x-1.18536"/>
                                          </p:val>
                                        </p:tav>
                                        <p:tav tm="79022">
                                          <p:val>
                                            <p:strVal val="#ppt_x-1.22333"/>
                                          </p:val>
                                        </p:tav>
                                        <p:tav tm="97919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36">
                                          <p:val>
                                            <p:strVal val="#ppt_x-1.25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194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65879"/>
                                          </p:val>
                                        </p:tav>
                                        <p:tav tm="1718">
                                          <p:val>
                                            <p:strVal val="#ppt_y-2.65529"/>
                                          </p:val>
                                        </p:tav>
                                        <p:tav tm="13743">
                                          <p:val>
                                            <p:strVal val="#ppt_y-2.62576"/>
                                          </p:val>
                                        </p:tav>
                                        <p:tav tm="15461">
                                          <p:val>
                                            <p:strVal val="#ppt_y-2.61672"/>
                                          </p:val>
                                        </p:tav>
                                        <p:tav tm="34357">
                                          <p:val>
                                            <p:strVal val="#ppt_y-2.37716"/>
                                          </p:val>
                                        </p:tav>
                                        <p:tav tm="36075">
                                          <p:val>
                                            <p:strVal val="#ppt_y-2.33586"/>
                                          </p:val>
                                        </p:tav>
                                        <p:tav tm="58408">
                                          <p:val>
                                            <p:strVal val="#ppt_y-1.75817"/>
                                          </p:val>
                                        </p:tav>
                                        <p:tav tm="60125">
                                          <p:val>
                                            <p:strVal val="#ppt_y-1.70001"/>
                                          </p:val>
                                        </p:tav>
                                        <p:tav tm="77304">
                                          <p:val>
                                            <p:strVal val="#ppt_y-1.0292"/>
                                          </p:val>
                                        </p:tav>
                                        <p:tav tm="79022">
                                          <p:val>
                                            <p:strVal val="#ppt_y-0.95813"/>
                                          </p:val>
                                        </p:tav>
                                        <p:tav tm="97919">
                                          <p:val>
                                            <p:strVal val="#ppt_y+0"/>
                                          </p:val>
                                        </p:tav>
                                        <p:tav tm="99636">
                                          <p:val>
                                            <p:strVal val="#ppt_y+0.018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4" dur="194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7.8"/>
                                          </p:val>
                                        </p:tav>
                                        <p:tav tm="1718">
                                          <p:val>
                                            <p:fltVal val="150.91"/>
                                          </p:val>
                                        </p:tav>
                                        <p:tav tm="34357">
                                          <p:val>
                                            <p:fltVal val="221.3"/>
                                          </p:val>
                                        </p:tav>
                                        <p:tav tm="58408">
                                          <p:val>
                                            <p:fltVal val="274.3"/>
                                          </p:val>
                                        </p:tav>
                                        <p:tav tm="79022">
                                          <p:val>
                                            <p:fltVal val="318.54"/>
                                          </p:val>
                                        </p:tav>
                                        <p:tav tm="97919">
                                          <p:val>
                                            <p:fltVal val="360"/>
                                          </p:val>
                                        </p:tav>
                                        <p:tav tm="99636">
                                          <p:val>
                                            <p:fltVal val="360.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47" dur="400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9" dur="194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54"/>
                                          </p:val>
                                        </p:tav>
                                        <p:tav tm="1718">
                                          <p:val>
                                            <p:strVal val="#ppt_x-1.30516"/>
                                          </p:val>
                                        </p:tav>
                                        <p:tav tm="10310">
                                          <p:val>
                                            <p:strVal val="#ppt_x-1.29745"/>
                                          </p:val>
                                        </p:tav>
                                        <p:tav tm="17184">
                                          <p:val>
                                            <p:strVal val="#ppt_x-1.29191"/>
                                          </p:val>
                                        </p:tav>
                                        <p:tav tm="34368">
                                          <p:val>
                                            <p:strVal val="#ppt_x-1.28106"/>
                                          </p:val>
                                        </p:tav>
                                        <p:tav tm="49834">
                                          <p:val>
                                            <p:strVal val="#ppt_x-1.27367"/>
                                          </p:val>
                                        </p:tav>
                                        <p:tav tm="79046">
                                          <p:val>
                                            <p:strVal val="#ppt_x-1.25831"/>
                                          </p:val>
                                        </p:tav>
                                        <p:tav tm="97949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67">
                                          <p:val>
                                            <p:strVal val="#ppt_x-1.249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0" dur="194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49937"/>
                                          </p:val>
                                        </p:tav>
                                        <p:tav tm="1718">
                                          <p:val>
                                            <p:strVal val="#ppt_y-1.50154"/>
                                          </p:val>
                                        </p:tav>
                                        <p:tav tm="15466">
                                          <p:val>
                                            <p:strVal val="#ppt_y-1.61796"/>
                                          </p:val>
                                        </p:tav>
                                        <p:tav tm="17184">
                                          <p:val>
                                            <p:strVal val="#ppt_y-1.62053"/>
                                          </p:val>
                                        </p:tav>
                                        <p:tav tm="34368">
                                          <p:val>
                                            <p:strVal val="#ppt_y-1.5961"/>
                                          </p:val>
                                        </p:tav>
                                        <p:tav tm="36086">
                                          <p:val>
                                            <p:strVal val="#ppt_y-1.58438"/>
                                          </p:val>
                                        </p:tav>
                                        <p:tav tm="46397">
                                          <p:val>
                                            <p:strVal val="#ppt_y-1.43908"/>
                                          </p:val>
                                        </p:tav>
                                        <p:tav tm="58426">
                                          <p:val>
                                            <p:strVal val="#ppt_y-1.27105"/>
                                          </p:val>
                                        </p:tav>
                                        <p:tav tm="60144">
                                          <p:val>
                                            <p:strVal val="#ppt_y-1.23949"/>
                                          </p:val>
                                        </p:tav>
                                        <p:tav tm="77328">
                                          <p:val>
                                            <p:strVal val="#ppt_y-0.77761"/>
                                          </p:val>
                                        </p:tav>
                                        <p:tav tm="79046">
                                          <p:val>
                                            <p:strVal val="#ppt_y-0.72978"/>
                                          </p:val>
                                        </p:tav>
                                        <p:tav tm="87638">
                                          <p:val>
                                            <p:strVal val="#ppt_y-0.39875"/>
                                          </p:val>
                                        </p:tav>
                                        <p:tav tm="97949">
                                          <p:val>
                                            <p:strVal val="#ppt_y+0"/>
                                          </p:val>
                                        </p:tav>
                                        <p:tav tm="99667">
                                          <p:val>
                                            <p:strVal val="#ppt_y+0.01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194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9.13"/>
                                          </p:val>
                                        </p:tav>
                                        <p:tav tm="1718">
                                          <p:val>
                                            <p:fltVal val="30.02"/>
                                          </p:val>
                                        </p:tav>
                                        <p:tav tm="58426">
                                          <p:val>
                                            <p:fltVal val="224.27"/>
                                          </p:val>
                                        </p:tav>
                                        <p:tav tm="79046">
                                          <p:val>
                                            <p:fltVal val="295.57"/>
                                          </p:val>
                                        </p:tav>
                                        <p:tav tm="97949">
                                          <p:val>
                                            <p:fltVal val="360"/>
                                          </p:val>
                                        </p:tav>
                                        <p:tav tm="99667">
                                          <p:val>
                                            <p:fltVal val="361.1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54" dur="4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5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6" dur="2331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4883"/>
                                          </p:val>
                                        </p:tav>
                                        <p:tav tm="1430">
                                          <p:val>
                                            <p:strVal val="#ppt_x-1.5474"/>
                                          </p:val>
                                        </p:tav>
                                        <p:tav tm="15732">
                                          <p:val>
                                            <p:strVal val="#ppt_x-1.48195"/>
                                          </p:val>
                                        </p:tav>
                                        <p:tav tm="34324">
                                          <p:val>
                                            <p:strVal val="#ppt_x-1.40801"/>
                                          </p:val>
                                        </p:tav>
                                        <p:tav tm="35754">
                                          <p:val>
                                            <p:strVal val="#ppt_x-1.40271"/>
                                          </p:val>
                                        </p:tav>
                                        <p:tav tm="58637">
                                          <p:val>
                                            <p:strVal val="#ppt_x-1.32908"/>
                                          </p:val>
                                        </p:tav>
                                        <p:tav tm="60067">
                                          <p:val>
                                            <p:strVal val="#ppt_x-1.32484"/>
                                          </p:val>
                                        </p:tav>
                                        <p:tav tm="78659">
                                          <p:val>
                                            <p:strVal val="#ppt_x-1.2802"/>
                                          </p:val>
                                        </p:tav>
                                        <p:tav tm="87240">
                                          <p:val>
                                            <p:strVal val="#ppt_x-1.26594"/>
                                          </p:val>
                                        </p:tav>
                                        <p:tav tm="98681">
                                          <p:val>
                                            <p:strVal val="#ppt_x-1.247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7" dur="2331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6544"/>
                                          </p:val>
                                        </p:tav>
                                        <p:tav tm="1430">
                                          <p:val>
                                            <p:strVal val="#ppt_y-3.65344"/>
                                          </p:val>
                                        </p:tav>
                                        <p:tav tm="15732">
                                          <p:val>
                                            <p:strVal val="#ppt_y-3.60895"/>
                                          </p:val>
                                        </p:tav>
                                        <p:tav tm="34324">
                                          <p:val>
                                            <p:strVal val="#ppt_y-3.27875"/>
                                          </p:val>
                                        </p:tav>
                                        <p:tav tm="35754">
                                          <p:val>
                                            <p:strVal val="#ppt_y-3.24345"/>
                                          </p:val>
                                        </p:tav>
                                        <p:tav tm="58637">
                                          <p:val>
                                            <p:strVal val="#ppt_y-2.40912"/>
                                          </p:val>
                                        </p:tav>
                                        <p:tav tm="60067">
                                          <p:val>
                                            <p:strVal val="#ppt_y-2.34813"/>
                                          </p:val>
                                        </p:tav>
                                        <p:tav tm="78659">
                                          <p:val>
                                            <p:strVal val="#ppt_y-1.32444"/>
                                          </p:val>
                                        </p:tav>
                                        <p:tav tm="80089">
                                          <p:val>
                                            <p:strVal val="#ppt_y-1.22897"/>
                                          </p:val>
                                        </p:tav>
                                        <p:tav tm="97251">
                                          <p:val>
                                            <p:strVal val="#ppt_y+0"/>
                                          </p:val>
                                        </p:tav>
                                        <p:tav tm="98681">
                                          <p:val>
                                            <p:strVal val="#ppt_y+0.094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8" dur="2331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5.38"/>
                                          </p:val>
                                        </p:tav>
                                        <p:tav tm="1430">
                                          <p:val>
                                            <p:fltVal val="-116.17"/>
                                          </p:val>
                                        </p:tav>
                                        <p:tav tm="58637">
                                          <p:val>
                                            <p:fltVal val="-261.96"/>
                                          </p:val>
                                        </p:tav>
                                        <p:tav tm="78659">
                                          <p:val>
                                            <p:fltVal val="-312.33"/>
                                          </p:val>
                                        </p:tav>
                                        <p:tav tm="98681">
                                          <p:val>
                                            <p:fltVal val="-363.3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61" dur="500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2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3" dur="2381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1843"/>
                                          </p:val>
                                        </p:tav>
                                        <p:tav tm="1400">
                                          <p:val>
                                            <p:strVal val="#ppt_x-1.31843"/>
                                          </p:val>
                                        </p:tav>
                                        <p:tav tm="16800">
                                          <p:val>
                                            <p:strVal val="#ppt_x-1.30129"/>
                                          </p:val>
                                        </p:tav>
                                        <p:tav tm="35000">
                                          <p:val>
                                            <p:strVal val="#ppt_x-1.28521"/>
                                          </p:val>
                                        </p:tav>
                                        <p:tav tm="47600">
                                          <p:val>
                                            <p:strVal val="#ppt_x-1.27648"/>
                                          </p:val>
                                        </p:tav>
                                        <p:tav tm="60200">
                                          <p:val>
                                            <p:strVal val="#ppt_x-1.26696"/>
                                          </p:val>
                                        </p:tav>
                                        <p:tav tm="79800">
                                          <p:val>
                                            <p:strVal val="#ppt_x-1.25565"/>
                                          </p:val>
                                        </p:tav>
                                        <p:tav tm="99399">
                                          <p:val>
                                            <p:strVal val="#ppt_x-1.249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4" dur="2381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89935"/>
                                          </p:val>
                                        </p:tav>
                                        <p:tav tm="1400">
                                          <p:val>
                                            <p:strVal val="#ppt_y-2.89935"/>
                                          </p:val>
                                        </p:tav>
                                        <p:tav tm="15400">
                                          <p:val>
                                            <p:strVal val="#ppt_y-2.99107"/>
                                          </p:val>
                                        </p:tav>
                                        <p:tav tm="16800">
                                          <p:val>
                                            <p:strVal val="#ppt_y-2.98821"/>
                                          </p:val>
                                        </p:tav>
                                        <p:tav tm="35000">
                                          <p:val>
                                            <p:strVal val="#ppt_y-2.83144"/>
                                          </p:val>
                                        </p:tav>
                                        <p:tav tm="36400">
                                          <p:val>
                                            <p:strVal val="#ppt_y-2.80087"/>
                                          </p:val>
                                        </p:tav>
                                        <p:tav tm="58800">
                                          <p:val>
                                            <p:strVal val="#ppt_y-2.17477"/>
                                          </p:val>
                                        </p:tav>
                                        <p:tav tm="60200">
                                          <p:val>
                                            <p:strVal val="#ppt_y-2.12651"/>
                                          </p:val>
                                        </p:tav>
                                        <p:tav tm="78400">
                                          <p:val>
                                            <p:strVal val="#ppt_y-1.25999"/>
                                          </p:val>
                                        </p:tav>
                                        <p:tav tm="79800">
                                          <p:val>
                                            <p:strVal val="#ppt_y-1.18227"/>
                                          </p:val>
                                        </p:tav>
                                        <p:tav tm="97999">
                                          <p:val>
                                            <p:strVal val="#ppt_y+0"/>
                                          </p:val>
                                        </p:tav>
                                        <p:tav tm="99399">
                                          <p:val>
                                            <p:strVal val="#ppt_y+0.038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5" dur="2381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55.52"/>
                                          </p:val>
                                        </p:tav>
                                        <p:tav tm="1400">
                                          <p:val>
                                            <p:fltVal val="155.52"/>
                                          </p:val>
                                        </p:tav>
                                        <p:tav tm="2800">
                                          <p:val>
                                            <p:fltVal val="163.48"/>
                                          </p:val>
                                        </p:tav>
                                        <p:tav tm="58800">
                                          <p:val>
                                            <p:fltVal val="491.06"/>
                                          </p:val>
                                        </p:tav>
                                        <p:tav tm="79800">
                                          <p:val>
                                            <p:fltVal val="613.23"/>
                                          </p:val>
                                        </p:tav>
                                        <p:tav tm="97999">
                                          <p:val>
                                            <p:fltVal val="720"/>
                                          </p:val>
                                        </p:tav>
                                        <p:tav tm="99399">
                                          <p:val>
                                            <p:fltVal val="723.5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68" dur="400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0" dur="2041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3622"/>
                                          </p:val>
                                        </p:tav>
                                        <p:tav tm="3267">
                                          <p:val>
                                            <p:strVal val="#ppt_x-0.83622"/>
                                          </p:val>
                                        </p:tav>
                                        <p:tav tm="4900">
                                          <p:val>
                                            <p:strVal val="#ppt_x-0.84654"/>
                                          </p:val>
                                        </p:tav>
                                        <p:tav tm="17967">
                                          <p:val>
                                            <p:strVal val="#ppt_x-0.93231"/>
                                          </p:val>
                                        </p:tav>
                                        <p:tav tm="35934">
                                          <p:val>
                                            <p:strVal val="#ppt_x-1.034"/>
                                          </p:val>
                                        </p:tav>
                                        <p:tav tm="37567">
                                          <p:val>
                                            <p:strVal val="#ppt_x-1.0421"/>
                                          </p:val>
                                        </p:tav>
                                        <p:tav tm="60435">
                                          <p:val>
                                            <p:strVal val="#ppt_x-1.14472"/>
                                          </p:val>
                                        </p:tav>
                                        <p:tav tm="78402">
                                          <p:val>
                                            <p:strVal val="#ppt_x-1.20448"/>
                                          </p:val>
                                        </p:tav>
                                        <p:tav tm="80035">
                                          <p:val>
                                            <p:strVal val="#ppt_x-1.20921"/>
                                          </p:val>
                                        </p:tav>
                                        <p:tav tm="9800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35">
                                          <p:val>
                                            <p:strVal val="#ppt_x-1.250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041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86803"/>
                                          </p:val>
                                        </p:tav>
                                        <p:tav tm="3267">
                                          <p:val>
                                            <p:strVal val="#ppt_y-2.86803"/>
                                          </p:val>
                                        </p:tav>
                                        <p:tav tm="16334">
                                          <p:val>
                                            <p:strVal val="#ppt_y-2.81641"/>
                                          </p:val>
                                        </p:tav>
                                        <p:tav tm="17967">
                                          <p:val>
                                            <p:strVal val="#ppt_y-2.80586"/>
                                          </p:val>
                                        </p:tav>
                                        <p:tav tm="35934">
                                          <p:val>
                                            <p:strVal val="#ppt_y-2.53976"/>
                                          </p:val>
                                        </p:tav>
                                        <p:tav tm="37567">
                                          <p:val>
                                            <p:strVal val="#ppt_y-2.50199"/>
                                          </p:val>
                                        </p:tav>
                                        <p:tav tm="58801">
                                          <p:val>
                                            <p:strVal val="#ppt_y-1.89059"/>
                                          </p:val>
                                        </p:tav>
                                        <p:tav tm="60435">
                                          <p:val>
                                            <p:strVal val="#ppt_y-1.84243"/>
                                          </p:val>
                                        </p:tav>
                                        <p:tav tm="78402">
                                          <p:val>
                                            <p:strVal val="#ppt_y-1.0729"/>
                                          </p:val>
                                        </p:tav>
                                        <p:tav tm="80035">
                                          <p:val>
                                            <p:strVal val="#ppt_y-0.99449"/>
                                          </p:val>
                                        </p:tav>
                                        <p:tav tm="98002">
                                          <p:val>
                                            <p:strVal val="#ppt_y+0"/>
                                          </p:val>
                                        </p:tav>
                                        <p:tav tm="99635">
                                          <p:val>
                                            <p:strVal val="#ppt_y+0.020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2" dur="2041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8.94"/>
                                          </p:val>
                                        </p:tav>
                                        <p:tav tm="3267">
                                          <p:val>
                                            <p:fltVal val="-118.94"/>
                                          </p:val>
                                        </p:tav>
                                        <p:tav tm="4900">
                                          <p:val>
                                            <p:fltVal val="-122.89"/>
                                          </p:val>
                                        </p:tav>
                                        <p:tav tm="17967">
                                          <p:val>
                                            <p:fltVal val="-155.91"/>
                                          </p:val>
                                        </p:tav>
                                        <p:tav tm="37567">
                                          <p:val>
                                            <p:fltVal val="-206.39"/>
                                          </p:val>
                                        </p:tav>
                                        <p:tav tm="78402">
                                          <p:val>
                                            <p:fltVal val="-309.52"/>
                                          </p:val>
                                        </p:tav>
                                        <p:tav tm="98002">
                                          <p:val>
                                            <p:fltVal val="-360"/>
                                          </p:val>
                                        </p:tav>
                                        <p:tav tm="99635">
                                          <p:val>
                                            <p:fltVal val="-360.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75" dur="400">
                                          <p:stCondLst>
                                            <p:cond delay="140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7" dur="1811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7447"/>
                                          </p:val>
                                        </p:tav>
                                        <p:tav tm="1840">
                                          <p:val>
                                            <p:strVal val="#ppt_x-0.88122"/>
                                          </p:val>
                                        </p:tav>
                                        <p:tav tm="14722">
                                          <p:val>
                                            <p:strVal val="#ppt_x-0.95696"/>
                                          </p:val>
                                        </p:tav>
                                        <p:tav tm="16562">
                                          <p:val>
                                            <p:strVal val="#ppt_x-0.96674"/>
                                          </p:val>
                                        </p:tav>
                                        <p:tav tm="34964">
                                          <p:val>
                                            <p:strVal val="#ppt_x-1.05953"/>
                                          </p:val>
                                        </p:tav>
                                        <p:tav tm="58888">
                                          <p:val>
                                            <p:strVal val="#ppt_x-1.15482"/>
                                          </p:val>
                                        </p:tav>
                                        <p:tav tm="77290">
                                          <p:val>
                                            <p:strVal val="#ppt_x-1.20883"/>
                                          </p:val>
                                        </p:tav>
                                        <p:tav tm="79130">
                                          <p:val>
                                            <p:strVal val="#ppt_x-1.21376"/>
                                          </p:val>
                                        </p:tav>
                                        <p:tav tm="9753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373">
                                          <p:val>
                                            <p:strVal val="#ppt_x-1.251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8" dur="1811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04999"/>
                                          </p:val>
                                        </p:tav>
                                        <p:tav tm="14722">
                                          <p:val>
                                            <p:strVal val="#ppt_y-2.05133"/>
                                          </p:val>
                                        </p:tav>
                                        <p:tav tm="16562">
                                          <p:val>
                                            <p:strVal val="#ppt_y-2.0405"/>
                                          </p:val>
                                        </p:tav>
                                        <p:tav tm="33124">
                                          <p:val>
                                            <p:strVal val="#ppt_y-1.89612"/>
                                          </p:val>
                                        </p:tav>
                                        <p:tav tm="34964">
                                          <p:val>
                                            <p:strVal val="#ppt_y-1.87829"/>
                                          </p:val>
                                        </p:tav>
                                        <p:tav tm="58888">
                                          <p:val>
                                            <p:strVal val="#ppt_y-1.39886"/>
                                          </p:val>
                                        </p:tav>
                                        <p:tav tm="60728">
                                          <p:val>
                                            <p:strVal val="#ppt_y-1.34437"/>
                                          </p:val>
                                        </p:tav>
                                        <p:tav tm="77290">
                                          <p:val>
                                            <p:strVal val="#ppt_y-0.82482"/>
                                          </p:val>
                                        </p:tav>
                                        <p:tav tm="79130">
                                          <p:val>
                                            <p:strVal val="#ppt_y-0.76243"/>
                                          </p:val>
                                        </p:tav>
                                        <p:tav tm="97532">
                                          <p:val>
                                            <p:strVal val="#ppt_y+0"/>
                                          </p:val>
                                        </p:tav>
                                        <p:tav tm="99373">
                                          <p:val>
                                            <p:strVal val="#ppt_y+0.0259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1811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8.81"/>
                                          </p:val>
                                        </p:tav>
                                        <p:tav tm="16562">
                                          <p:val>
                                            <p:fltVal val="24.42"/>
                                          </p:val>
                                        </p:tav>
                                        <p:tav tm="58888">
                                          <p:val>
                                            <p:fltVal val="10.9"/>
                                          </p:val>
                                        </p:tav>
                                        <p:tav tm="79130">
                                          <p:val>
                                            <p:fltVal val="5.66"/>
                                          </p:val>
                                        </p:tav>
                                        <p:tav tm="97532">
                                          <p:val>
                                            <p:fltVal val="0"/>
                                          </p:val>
                                        </p:tav>
                                        <p:tav tm="99373">
                                          <p:val>
                                            <p:fltVal val="-0.1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82" dur="433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3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4" dur="2052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88449"/>
                                          </p:val>
                                        </p:tav>
                                        <p:tav tm="1625">
                                          <p:val>
                                            <p:strVal val="#ppt_x-1.88449"/>
                                          </p:val>
                                        </p:tav>
                                        <p:tav tm="3249">
                                          <p:val>
                                            <p:strVal val="#ppt_x-1.86975"/>
                                          </p:val>
                                        </p:tav>
                                        <p:tav tm="16247">
                                          <p:val>
                                            <p:strVal val="#ppt_x-1.73869"/>
                                          </p:val>
                                        </p:tav>
                                        <p:tav tm="27619">
                                          <p:val>
                                            <p:strVal val="#ppt_x-1.64051"/>
                                          </p:val>
                                        </p:tav>
                                        <p:tav tm="35742">
                                          <p:val>
                                            <p:strVal val="#ppt_x-1.57107"/>
                                          </p:val>
                                        </p:tav>
                                        <p:tav tm="58488">
                                          <p:val>
                                            <p:strVal val="#ppt_x-1.41791"/>
                                          </p:val>
                                        </p:tav>
                                        <p:tav tm="60112">
                                          <p:val>
                                            <p:strVal val="#ppt_x-1.4076"/>
                                          </p:val>
                                        </p:tav>
                                        <p:tav tm="77983">
                                          <p:val>
                                            <p:strVal val="#ppt_x-1.31841"/>
                                          </p:val>
                                        </p:tav>
                                        <p:tav tm="79608">
                                          <p:val>
                                            <p:strVal val="#ppt_x-1.31112"/>
                                          </p:val>
                                        </p:tav>
                                        <p:tav tm="97479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104">
                                          <p:val>
                                            <p:strVal val="#ppt_x-1.246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5" dur="2052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96914"/>
                                          </p:val>
                                        </p:tav>
                                        <p:tav tm="1625">
                                          <p:val>
                                            <p:strVal val="#ppt_y-2.96914"/>
                                          </p:val>
                                        </p:tav>
                                        <p:tav tm="16247">
                                          <p:val>
                                            <p:strVal val="#ppt_y-2.91072"/>
                                          </p:val>
                                        </p:tav>
                                        <p:tav tm="34118">
                                          <p:val>
                                            <p:strVal val="#ppt_y-2.64003"/>
                                          </p:val>
                                        </p:tav>
                                        <p:tav tm="35742">
                                          <p:val>
                                            <p:strVal val="#ppt_y-2.61321"/>
                                          </p:val>
                                        </p:tav>
                                        <p:tav tm="47115">
                                          <p:val>
                                            <p:strVal val="#ppt_y-2.27614"/>
                                          </p:val>
                                        </p:tav>
                                        <p:tav tm="58488">
                                          <p:val>
                                            <p:strVal val="#ppt_y-1.93795"/>
                                          </p:val>
                                        </p:tav>
                                        <p:tav tm="60112">
                                          <p:val>
                                            <p:strVal val="#ppt_y-1.88422"/>
                                          </p:val>
                                        </p:tav>
                                        <p:tav tm="77983">
                                          <p:val>
                                            <p:strVal val="#ppt_y-1.09466"/>
                                          </p:val>
                                        </p:tav>
                                        <p:tav tm="79608">
                                          <p:val>
                                            <p:strVal val="#ppt_y-1.01592"/>
                                          </p:val>
                                        </p:tav>
                                        <p:tav tm="97479">
                                          <p:val>
                                            <p:strVal val="#ppt_y+0"/>
                                          </p:val>
                                        </p:tav>
                                        <p:tav tm="99104">
                                          <p:val>
                                            <p:strVal val="#ppt_y+0.050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6" dur="2052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69.96"/>
                                          </p:val>
                                        </p:tav>
                                        <p:tav tm="1625">
                                          <p:val>
                                            <p:fltVal val="69.96"/>
                                          </p:val>
                                        </p:tav>
                                        <p:tav tm="3249">
                                          <p:val>
                                            <p:fltVal val="63.41"/>
                                          </p:val>
                                        </p:tav>
                                        <p:tav tm="35742">
                                          <p:val>
                                            <p:fltVal val="-82.7"/>
                                          </p:val>
                                        </p:tav>
                                        <p:tav tm="60112">
                                          <p:val>
                                            <p:fltVal val="-191.71"/>
                                          </p:val>
                                        </p:tav>
                                        <p:tav tm="97479">
                                          <p:val>
                                            <p:fltVal val="-360"/>
                                          </p:val>
                                        </p:tav>
                                        <p:tav tm="99104">
                                          <p:val>
                                            <p:fltVal val="-364.0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89" dur="367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0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1" dur="1936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96"/>
                                          </p:val>
                                        </p:tav>
                                        <p:tav tm="3443">
                                          <p:val>
                                            <p:strVal val="#ppt_x-1.19296"/>
                                          </p:val>
                                        </p:tav>
                                        <p:tav tm="5165">
                                          <p:val>
                                            <p:strVal val="#ppt_x-1.19409"/>
                                          </p:val>
                                        </p:tav>
                                        <p:tav tm="18937">
                                          <p:val>
                                            <p:strVal val="#ppt_x-1.20636"/>
                                          </p:val>
                                        </p:tav>
                                        <p:tav tm="36152">
                                          <p:val>
                                            <p:strVal val="#ppt_x-1.21982"/>
                                          </p:val>
                                        </p:tav>
                                        <p:tav tm="60253">
                                          <p:val>
                                            <p:strVal val="#ppt_x-1.23522"/>
                                          </p:val>
                                        </p:tav>
                                        <p:tav tm="79190">
                                          <p:val>
                                            <p:strVal val="#ppt_x-1.24429"/>
                                          </p:val>
                                        </p:tav>
                                        <p:tav tm="98127">
                                          <p:val>
                                            <p:strVal val="#ppt_x-1.25056"/>
                                          </p:val>
                                        </p:tav>
                                        <p:tav tm="99849">
                                          <p:val>
                                            <p:strVal val="#ppt_x-1.250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2" dur="1936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71885"/>
                                          </p:val>
                                        </p:tav>
                                        <p:tav tm="3443">
                                          <p:val>
                                            <p:strVal val="#ppt_y-0.71885"/>
                                          </p:val>
                                        </p:tav>
                                        <p:tav tm="5165">
                                          <p:val>
                                            <p:strVal val="#ppt_y-0.73853"/>
                                          </p:val>
                                        </p:tav>
                                        <p:tav tm="17215">
                                          <p:val>
                                            <p:strVal val="#ppt_y-0.92517"/>
                                          </p:val>
                                        </p:tav>
                                        <p:tav tm="18937">
                                          <p:val>
                                            <p:strVal val="#ppt_y-0.94321"/>
                                          </p:val>
                                        </p:tav>
                                        <p:tav tm="36152">
                                          <p:val>
                                            <p:strVal val="#ppt_y-1.04193"/>
                                          </p:val>
                                        </p:tav>
                                        <p:tav tm="37874">
                                          <p:val>
                                            <p:strVal val="#ppt_y-1.03995"/>
                                          </p:val>
                                        </p:tav>
                                        <p:tav tm="60253">
                                          <p:val>
                                            <p:strVal val="#ppt_y-0.88727"/>
                                          </p:val>
                                        </p:tav>
                                        <p:tav tm="61975">
                                          <p:val>
                                            <p:strVal val="#ppt_y-0.85731"/>
                                          </p:val>
                                        </p:tav>
                                        <p:tav tm="79190">
                                          <p:val>
                                            <p:strVal val="#ppt_y-0.52352"/>
                                          </p:val>
                                        </p:tav>
                                        <p:tav tm="80912">
                                          <p:val>
                                            <p:strVal val="#ppt_y-0.4733"/>
                                          </p:val>
                                        </p:tav>
                                        <p:tav tm="98127">
                                          <p:val>
                                            <p:strVal val="#ppt_y+0.05261"/>
                                          </p:val>
                                        </p:tav>
                                        <p:tav tm="99849">
                                          <p:val>
                                            <p:strVal val="#ppt_y+0.057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3" dur="1936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7.82"/>
                                          </p:val>
                                        </p:tav>
                                        <p:tav tm="3443">
                                          <p:val>
                                            <p:fltVal val="107.82"/>
                                          </p:val>
                                        </p:tav>
                                        <p:tav tm="5165">
                                          <p:val>
                                            <p:fltVal val="106.38"/>
                                          </p:val>
                                        </p:tav>
                                        <p:tav tm="36152">
                                          <p:val>
                                            <p:fltVal val="70.72"/>
                                          </p:val>
                                        </p:tav>
                                        <p:tav tm="98127">
                                          <p:val>
                                            <p:fltVal val="-2.01"/>
                                          </p:val>
                                        </p:tav>
                                        <p:tav tm="99849">
                                          <p:val>
                                            <p:fltVal val="-2.1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96" dur="4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7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8" dur="1971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0523"/>
                                          </p:val>
                                        </p:tav>
                                        <p:tav tm="1691">
                                          <p:val>
                                            <p:strVal val="#ppt_x-1.60523"/>
                                          </p:val>
                                        </p:tav>
                                        <p:tav tm="3382">
                                          <p:val>
                                            <p:strVal val="#ppt_x-1.59634"/>
                                          </p:val>
                                        </p:tav>
                                        <p:tav tm="15218">
                                          <p:val>
                                            <p:strVal val="#ppt_x-1.53007"/>
                                          </p:val>
                                        </p:tav>
                                        <p:tav tm="16909">
                                          <p:val>
                                            <p:strVal val="#ppt_x-1.52111"/>
                                          </p:val>
                                        </p:tav>
                                        <p:tav tm="35509">
                                          <p:val>
                                            <p:strVal val="#ppt_x-1.43163"/>
                                          </p:val>
                                        </p:tav>
                                        <p:tav tm="59182">
                                          <p:val>
                                            <p:strVal val="#ppt_x-1.34164"/>
                                          </p:val>
                                        </p:tav>
                                        <p:tav tm="60873">
                                          <p:val>
                                            <p:strVal val="#ppt_x-1.3364"/>
                                          </p:val>
                                        </p:tav>
                                        <p:tav tm="77782">
                                          <p:val>
                                            <p:strVal val="#ppt_x-1.28936"/>
                                          </p:val>
                                        </p:tav>
                                        <p:tav tm="79473">
                                          <p:val>
                                            <p:strVal val="#ppt_x-1.28507"/>
                                          </p:val>
                                        </p:tav>
                                        <p:tav tm="98073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64">
                                          <p:val>
                                            <p:strVal val="#ppt_x-1.24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1971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20375"/>
                                          </p:val>
                                        </p:tav>
                                        <p:tav tm="1691">
                                          <p:val>
                                            <p:strVal val="#ppt_y-2.20375"/>
                                          </p:val>
                                        </p:tav>
                                        <p:tav tm="15218">
                                          <p:val>
                                            <p:strVal val="#ppt_y-2.23253"/>
                                          </p:val>
                                        </p:tav>
                                        <p:tav tm="16909">
                                          <p:val>
                                            <p:strVal val="#ppt_y-2.22957"/>
                                          </p:val>
                                        </p:tav>
                                        <p:tav tm="35509">
                                          <p:val>
                                            <p:strVal val="#ppt_y-2.07727"/>
                                          </p:val>
                                        </p:tav>
                                        <p:tav tm="37200">
                                          <p:val>
                                            <p:strVal val="#ppt_y-2.04183"/>
                                          </p:val>
                                        </p:tav>
                                        <p:tav tm="59182">
                                          <p:val>
                                            <p:strVal val="#ppt_y-1.5698"/>
                                          </p:val>
                                        </p:tav>
                                        <p:tav tm="60873">
                                          <p:val>
                                            <p:strVal val="#ppt_y-1.51795"/>
                                          </p:val>
                                        </p:tav>
                                        <p:tav tm="77782">
                                          <p:val>
                                            <p:strVal val="#ppt_y-0.93027"/>
                                          </p:val>
                                        </p:tav>
                                        <p:tav tm="79473">
                                          <p:val>
                                            <p:strVal val="#ppt_y-0.866"/>
                                          </p:val>
                                        </p:tav>
                                        <p:tav tm="98073">
                                          <p:val>
                                            <p:strVal val="#ppt_y+0"/>
                                          </p:val>
                                        </p:tav>
                                        <p:tav tm="99764">
                                          <p:val>
                                            <p:strVal val="#ppt_y+0.01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0" dur="1971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0.94"/>
                                          </p:val>
                                        </p:tav>
                                        <p:tav tm="3382">
                                          <p:val>
                                            <p:fltVal val="20.61"/>
                                          </p:val>
                                        </p:tav>
                                        <p:tav tm="77782">
                                          <p:val>
                                            <p:fltVal val="5.19"/>
                                          </p:val>
                                        </p:tav>
                                        <p:tav tm="98073">
                                          <p:val>
                                            <p:fltVal val="0"/>
                                          </p:val>
                                        </p:tav>
                                        <p:tav tm="99764">
                                          <p:val>
                                            <p:fltVal val="-0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03" dur="467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5" dur="24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675"/>
                                          </p:val>
                                        </p:tav>
                                        <p:tav tm="2778">
                                          <p:val>
                                            <p:strVal val="#ppt_x-1.6675"/>
                                          </p:val>
                                        </p:tav>
                                        <p:tav tm="4167">
                                          <p:val>
                                            <p:strVal val="#ppt_x-1.6613"/>
                                          </p:val>
                                        </p:tav>
                                        <p:tav tm="16669">
                                          <p:val>
                                            <p:strVal val="#ppt_x-1.57704"/>
                                          </p:val>
                                        </p:tav>
                                        <p:tav tm="18058">
                                          <p:val>
                                            <p:strVal val="#ppt_x-1.56817"/>
                                          </p:val>
                                        </p:tav>
                                        <p:tav tm="36115">
                                          <p:val>
                                            <p:strVal val="#ppt_x-1.46389"/>
                                          </p:val>
                                        </p:tav>
                                        <p:tav tm="37504">
                                          <p:val>
                                            <p:strVal val="#ppt_x-1.45696"/>
                                          </p:val>
                                        </p:tav>
                                        <p:tav tm="59729">
                                          <p:val>
                                            <p:strVal val="#ppt_x-1.35607"/>
                                          </p:val>
                                        </p:tav>
                                        <p:tav tm="61118">
                                          <p:val>
                                            <p:strVal val="#ppt_x-1.35057"/>
                                          </p:val>
                                        </p:tav>
                                        <p:tav tm="79175">
                                          <p:val>
                                            <p:strVal val="#ppt_x-1.29075"/>
                                          </p:val>
                                        </p:tav>
                                        <p:tav tm="80564">
                                          <p:val>
                                            <p:strVal val="#ppt_x-1.28725"/>
                                          </p:val>
                                        </p:tav>
                                        <p:tav tm="98622">
                                          <p:val>
                                            <p:strVal val="#ppt_x-1.246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6" dur="24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4.6073"/>
                                          </p:val>
                                        </p:tav>
                                        <p:tav tm="2778">
                                          <p:val>
                                            <p:strVal val="#ppt_y-4.6073"/>
                                          </p:val>
                                        </p:tav>
                                        <p:tav tm="4167">
                                          <p:val>
                                            <p:strVal val="#ppt_y-4.59557"/>
                                          </p:val>
                                        </p:tav>
                                        <p:tav tm="16669">
                                          <p:val>
                                            <p:strVal val="#ppt_y-4.43618"/>
                                          </p:val>
                                        </p:tav>
                                        <p:tav tm="18058">
                                          <p:val>
                                            <p:strVal val="#ppt_y-4.41082"/>
                                          </p:val>
                                        </p:tav>
                                        <p:tav tm="36115">
                                          <p:val>
                                            <p:strVal val="#ppt_y-3.90731"/>
                                          </p:val>
                                        </p:tav>
                                        <p:tav tm="37504">
                                          <p:val>
                                            <p:strVal val="#ppt_y-3.85146"/>
                                          </p:val>
                                        </p:tav>
                                        <p:tav tm="59729">
                                          <p:val>
                                            <p:strVal val="#ppt_y-2.79891"/>
                                          </p:val>
                                        </p:tav>
                                        <p:tav tm="61118">
                                          <p:val>
                                            <p:strVal val="#ppt_y-2.72042"/>
                                          </p:val>
                                        </p:tav>
                                        <p:tav tm="79175">
                                          <p:val>
                                            <p:strVal val="#ppt_y-1.51341"/>
                                          </p:val>
                                        </p:tav>
                                        <p:tav tm="80564">
                                          <p:val>
                                            <p:strVal val="#ppt_y-1.4028"/>
                                          </p:val>
                                        </p:tav>
                                        <p:tav tm="97233">
                                          <p:val>
                                            <p:strVal val="#ppt_y+0"/>
                                          </p:val>
                                        </p:tav>
                                        <p:tav tm="98622">
                                          <p:val>
                                            <p:strVal val="#ppt_y+0.115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4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5.54"/>
                                          </p:val>
                                        </p:tav>
                                        <p:tav tm="2778">
                                          <p:val>
                                            <p:fltVal val="165.54"/>
                                          </p:val>
                                        </p:tav>
                                        <p:tav tm="4167">
                                          <p:val>
                                            <p:fltVal val="163.94"/>
                                          </p:val>
                                        </p:tav>
                                        <p:tav tm="59729">
                                          <p:val>
                                            <p:fltVal val="65.84"/>
                                          </p:val>
                                        </p:tav>
                                        <p:tav tm="79175">
                                          <p:val>
                                            <p:fltVal val="32.17"/>
                                          </p:val>
                                        </p:tav>
                                        <p:tav tm="98622">
                                          <p:val>
                                            <p:fltVal val="-2.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10" dur="500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1" dur="1" fill="hold">
                                          <p:stCondLst>
                                            <p:cond delay="250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2" dur="2538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2128"/>
                                          </p:val>
                                        </p:tav>
                                        <p:tav tm="2627">
                                          <p:val>
                                            <p:strVal val="#ppt_x-1.02162"/>
                                          </p:val>
                                        </p:tav>
                                        <p:tav tm="17074">
                                          <p:val>
                                            <p:strVal val="#ppt_x-1.07418"/>
                                          </p:val>
                                        </p:tav>
                                        <p:tav tm="35461">
                                          <p:val>
                                            <p:strVal val="#ppt_x-1.13173"/>
                                          </p:val>
                                        </p:tav>
                                        <p:tav tm="36774">
                                          <p:val>
                                            <p:strVal val="#ppt_x-1.13545"/>
                                          </p:val>
                                        </p:tav>
                                        <p:tav tm="60415">
                                          <p:val>
                                            <p:strVal val="#ppt_x-1.19371"/>
                                          </p:val>
                                        </p:tav>
                                        <p:tav tm="78802">
                                          <p:val>
                                            <p:strVal val="#ppt_x-1.22702"/>
                                          </p:val>
                                        </p:tav>
                                        <p:tav tm="80115">
                                          <p:val>
                                            <p:strVal val="#ppt_x-1.22901"/>
                                          </p:val>
                                        </p:tav>
                                        <p:tav tm="98503">
                                          <p:val>
                                            <p:strVal val="#ppt_x-1.25162"/>
                                          </p:val>
                                        </p:tav>
                                        <p:tav tm="99816">
                                          <p:val>
                                            <p:strVal val="#ppt_x-1.2518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3" dur="2538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67623"/>
                                          </p:val>
                                        </p:tav>
                                        <p:tav tm="2627">
                                          <p:val>
                                            <p:strVal val="#ppt_y-3.67641"/>
                                          </p:val>
                                        </p:tav>
                                        <p:tav tm="15760">
                                          <p:val>
                                            <p:strVal val="#ppt_y-3.70245"/>
                                          </p:val>
                                        </p:tav>
                                        <p:tav tm="17074">
                                          <p:val>
                                            <p:strVal val="#ppt_y-3.70306"/>
                                          </p:val>
                                        </p:tav>
                                        <p:tav tm="35461">
                                          <p:val>
                                            <p:strVal val="#ppt_y-3.42575"/>
                                          </p:val>
                                        </p:tav>
                                        <p:tav tm="36774">
                                          <p:val>
                                            <p:strVal val="#ppt_y-3.39307"/>
                                          </p:val>
                                        </p:tav>
                                        <p:tav tm="59102">
                                          <p:val>
                                            <p:strVal val="#ppt_y-2.56649"/>
                                          </p:val>
                                        </p:tav>
                                        <p:tav tm="60415">
                                          <p:val>
                                            <p:strVal val="#ppt_y-2.51372"/>
                                          </p:val>
                                        </p:tav>
                                        <p:tav tm="78802">
                                          <p:val>
                                            <p:strVal val="#ppt_y-1.42978"/>
                                          </p:val>
                                        </p:tav>
                                        <p:tav tm="80115">
                                          <p:val>
                                            <p:strVal val="#ppt_y-1.3395"/>
                                          </p:val>
                                        </p:tav>
                                        <p:tav tm="98503">
                                          <p:val>
                                            <p:strVal val="#ppt_y+0.10304"/>
                                          </p:val>
                                        </p:tav>
                                        <p:tav tm="99816">
                                          <p:val>
                                            <p:strVal val="#ppt_y+0.117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4" dur="2538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12.21"/>
                                          </p:val>
                                        </p:tav>
                                        <p:tav tm="2627">
                                          <p:val>
                                            <p:fltVal val="-112.1"/>
                                          </p:val>
                                        </p:tav>
                                        <p:tav tm="36774">
                                          <p:val>
                                            <p:fltVal val="-71.53"/>
                                          </p:val>
                                        </p:tav>
                                        <p:tav tm="60415">
                                          <p:val>
                                            <p:fltVal val="-43.98"/>
                                          </p:val>
                                        </p:tav>
                                        <p:tav tm="98503">
                                          <p:val>
                                            <p:fltVal val="1.57"/>
                                          </p:val>
                                        </p:tav>
                                        <p:tav tm="99816">
                                          <p:val>
                                            <p:fltVal val="1.7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17" dur="333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9" dur="1624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0646"/>
                                          </p:val>
                                        </p:tav>
                                        <p:tav tm="2052">
                                          <p:val>
                                            <p:strVal val="#ppt_x-1.70646"/>
                                          </p:val>
                                        </p:tav>
                                        <p:tav tm="4104">
                                          <p:val>
                                            <p:strVal val="#ppt_x-1.69406"/>
                                          </p:val>
                                        </p:tav>
                                        <p:tav tm="16416">
                                          <p:val>
                                            <p:strVal val="#ppt_x-1.6045"/>
                                          </p:val>
                                        </p:tav>
                                        <p:tav tm="34884">
                                          <p:val>
                                            <p:strVal val="#ppt_x-1.488"/>
                                          </p:val>
                                        </p:tav>
                                        <p:tav tm="36936">
                                          <p:val>
                                            <p:strVal val="#ppt_x-1.47649"/>
                                          </p:val>
                                        </p:tav>
                                        <p:tav tm="59507">
                                          <p:val>
                                            <p:strVal val="#ppt_x-1.36351"/>
                                          </p:val>
                                        </p:tav>
                                        <p:tav tm="77975">
                                          <p:val>
                                            <p:strVal val="#ppt_x-1.29572"/>
                                          </p:val>
                                        </p:tav>
                                        <p:tav tm="80027">
                                          <p:val>
                                            <p:strVal val="#ppt_x-1.28969"/>
                                          </p:val>
                                        </p:tav>
                                        <p:tav tm="92339">
                                          <p:val>
                                            <p:strVal val="#ppt_x-1.25985"/>
                                          </p:val>
                                        </p:tav>
                                        <p:tav tm="96443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495">
                                          <p:val>
                                            <p:strVal val="#ppt_x-1.24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0" dur="1624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29648"/>
                                          </p:val>
                                        </p:tav>
                                        <p:tav tm="2052">
                                          <p:val>
                                            <p:strVal val="#ppt_y-2.29648"/>
                                          </p:val>
                                        </p:tav>
                                        <p:tav tm="4104">
                                          <p:val>
                                            <p:strVal val="#ppt_y-2.28334"/>
                                          </p:val>
                                        </p:tav>
                                        <p:tav tm="16416">
                                          <p:val>
                                            <p:strVal val="#ppt_y-2.18886"/>
                                          </p:val>
                                        </p:tav>
                                        <p:tav tm="18468">
                                          <p:val>
                                            <p:strVal val="#ppt_y-2.16102"/>
                                          </p:val>
                                        </p:tav>
                                        <p:tav tm="34884">
                                          <p:val>
                                            <p:strVal val="#ppt_y-1.92062"/>
                                          </p:val>
                                        </p:tav>
                                        <p:tav tm="36936">
                                          <p:val>
                                            <p:strVal val="#ppt_y-1.88069"/>
                                          </p:val>
                                        </p:tav>
                                        <p:tav tm="59507">
                                          <p:val>
                                            <p:strVal val="#ppt_y-1.34622"/>
                                          </p:val>
                                        </p:tav>
                                        <p:tav tm="61559">
                                          <p:val>
                                            <p:strVal val="#ppt_y-1.28112"/>
                                          </p:val>
                                        </p:tav>
                                        <p:tav tm="77975">
                                          <p:val>
                                            <p:strVal val="#ppt_y-0.74408"/>
                                          </p:val>
                                        </p:tav>
                                        <p:tav tm="80027">
                                          <p:val>
                                            <p:strVal val="#ppt_y-0.66747"/>
                                          </p:val>
                                        </p:tav>
                                        <p:tav tm="96443">
                                          <p:val>
                                            <p:strVal val="#ppt_y+0"/>
                                          </p:val>
                                        </p:tav>
                                        <p:tav tm="98495">
                                          <p:val>
                                            <p:strVal val="#ppt_y+0.061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1" dur="1624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9.94"/>
                                          </p:val>
                                        </p:tav>
                                        <p:tav tm="2052">
                                          <p:val>
                                            <p:fltVal val="109.94"/>
                                          </p:val>
                                        </p:tav>
                                        <p:tav tm="4104">
                                          <p:val>
                                            <p:fltVal val="114.47"/>
                                          </p:val>
                                        </p:tav>
                                        <p:tav tm="77975">
                                          <p:val>
                                            <p:fltVal val="311.64"/>
                                          </p:val>
                                        </p:tav>
                                        <p:tav tm="96443">
                                          <p:val>
                                            <p:fltVal val="360"/>
                                          </p:val>
                                        </p:tav>
                                        <p:tav tm="98495">
                                          <p:val>
                                            <p:fltVal val="363.9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24" dur="4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6" dur="232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5697"/>
                                          </p:val>
                                        </p:tav>
                                        <p:tav tm="2870">
                                          <p:val>
                                            <p:strVal val="#ppt_x-1.15697"/>
                                          </p:val>
                                        </p:tav>
                                        <p:tav tm="4305">
                                          <p:val>
                                            <p:strVal val="#ppt_x-1.15794"/>
                                          </p:val>
                                        </p:tav>
                                        <p:tav tm="10046">
                                          <p:val>
                                            <p:strVal val="#ppt_x-1.16654"/>
                                          </p:val>
                                        </p:tav>
                                        <p:tav tm="17221">
                                          <p:val>
                                            <p:strVal val="#ppt_x-1.17612"/>
                                          </p:val>
                                        </p:tav>
                                        <p:tav tm="28702">
                                          <p:val>
                                            <p:strVal val="#ppt_x-1.18891"/>
                                          </p:val>
                                        </p:tav>
                                        <p:tav tm="37313">
                                          <p:val>
                                            <p:strVal val="#ppt_x-1.20033"/>
                                          </p:val>
                                        </p:tav>
                                        <p:tav tm="51664">
                                          <p:val>
                                            <p:strVal val="#ppt_x-1.2183"/>
                                          </p:val>
                                        </p:tav>
                                        <p:tav tm="60275">
                                          <p:val>
                                            <p:strVal val="#ppt_x-1.22753"/>
                                          </p:val>
                                        </p:tav>
                                        <p:tav tm="64580">
                                          <p:val>
                                            <p:strVal val="#ppt_x-1.23024"/>
                                          </p:val>
                                        </p:tav>
                                        <p:tav tm="86107">
                                          <p:val>
                                            <p:strVal val="#ppt_x-1.24176"/>
                                          </p:val>
                                        </p:tav>
                                        <p:tav tm="99023">
                                          <p:val>
                                            <p:strVal val="#ppt_x-1.25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7" dur="232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89959"/>
                                          </p:val>
                                        </p:tav>
                                        <p:tav tm="2870">
                                          <p:val>
                                            <p:strVal val="#ppt_y-1.89959"/>
                                          </p:val>
                                        </p:tav>
                                        <p:tav tm="4305">
                                          <p:val>
                                            <p:strVal val="#ppt_y-1.90821"/>
                                          </p:val>
                                        </p:tav>
                                        <p:tav tm="11481">
                                          <p:val>
                                            <p:strVal val="#ppt_y-2.00951"/>
                                          </p:val>
                                        </p:tav>
                                        <p:tav tm="17221">
                                          <p:val>
                                            <p:strVal val="#ppt_y-2.08952"/>
                                          </p:val>
                                        </p:tav>
                                        <p:tav tm="18657">
                                          <p:val>
                                            <p:strVal val="#ppt_y-2.09897"/>
                                          </p:val>
                                        </p:tav>
                                        <p:tav tm="25832">
                                          <p:val>
                                            <p:strVal val="#ppt_y-2.09495"/>
                                          </p:val>
                                        </p:tav>
                                        <p:tav tm="35878">
                                          <p:val>
                                            <p:strVal val="#ppt_y-2.08677"/>
                                          </p:val>
                                        </p:tav>
                                        <p:tav tm="37313">
                                          <p:val>
                                            <p:strVal val="#ppt_y-2.07817"/>
                                          </p:val>
                                        </p:tav>
                                        <p:tav tm="43054">
                                          <p:val>
                                            <p:strVal val="#ppt_y-1.97049"/>
                                          </p:val>
                                        </p:tav>
                                        <p:tav tm="47359">
                                          <p:val>
                                            <p:strVal val="#ppt_y-1.89086"/>
                                          </p:val>
                                        </p:tav>
                                        <p:tav tm="60275">
                                          <p:val>
                                            <p:strVal val="#ppt_y-1.65625"/>
                                          </p:val>
                                        </p:tav>
                                        <p:tav tm="61710">
                                          <p:val>
                                            <p:strVal val="#ppt_y-1.61042"/>
                                          </p:val>
                                        </p:tav>
                                        <p:tav tm="63145">
                                          <p:val>
                                            <p:strVal val="#ppt_y-1.55833"/>
                                          </p:val>
                                        </p:tav>
                                        <p:tav tm="70321">
                                          <p:val>
                                            <p:strVal val="#ppt_y-1.29656"/>
                                          </p:val>
                                        </p:tav>
                                        <p:tav tm="78931">
                                          <p:val>
                                            <p:strVal val="#ppt_y-0.97899"/>
                                          </p:val>
                                        </p:tav>
                                        <p:tav tm="80367">
                                          <p:val>
                                            <p:strVal val="#ppt_y-0.9133"/>
                                          </p:val>
                                        </p:tav>
                                        <p:tav tm="90412">
                                          <p:val>
                                            <p:strVal val="#ppt_y-0.37922"/>
                                          </p:val>
                                        </p:tav>
                                        <p:tav tm="97588">
                                          <p:val>
                                            <p:strVal val="#ppt_y+0"/>
                                          </p:val>
                                        </p:tav>
                                        <p:tav tm="99023">
                                          <p:val>
                                            <p:strVal val="#ppt_y+0.051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8" dur="2323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6.9"/>
                                          </p:val>
                                        </p:tav>
                                        <p:tav tm="2870">
                                          <p:val>
                                            <p:fltVal val="56.9"/>
                                          </p:val>
                                        </p:tav>
                                        <p:tav tm="4305">
                                          <p:val>
                                            <p:fltVal val="61.19"/>
                                          </p:val>
                                        </p:tav>
                                        <p:tav tm="35878">
                                          <p:val>
                                            <p:fltVal val="283.68"/>
                                          </p:val>
                                        </p:tav>
                                        <p:tav tm="97588">
                                          <p:val>
                                            <p:fltVal val="720"/>
                                          </p:val>
                                        </p:tav>
                                        <p:tav tm="99023">
                                          <p:val>
                                            <p:fltVal val="726.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31" dur="433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2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3" dur="2009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9272"/>
                                          </p:val>
                                        </p:tav>
                                        <p:tav tm="1659">
                                          <p:val>
                                            <p:strVal val="#ppt_x-1.78655"/>
                                          </p:val>
                                        </p:tav>
                                        <p:tav tm="14931">
                                          <p:val>
                                            <p:strVal val="#ppt_x-1.67547"/>
                                          </p:val>
                                        </p:tav>
                                        <p:tav tm="16590">
                                          <p:val>
                                            <p:strVal val="#ppt_x-1.6629"/>
                                          </p:val>
                                        </p:tav>
                                        <p:tav tm="26544">
                                          <p:val>
                                            <p:strVal val="#ppt_x-1.5911"/>
                                          </p:val>
                                        </p:tav>
                                        <p:tav tm="34839">
                                          <p:val>
                                            <p:strVal val="#ppt_x-1.52974"/>
                                          </p:val>
                                        </p:tav>
                                        <p:tav tm="49770">
                                          <p:val>
                                            <p:strVal val="#ppt_x-1.44017"/>
                                          </p:val>
                                        </p:tav>
                                        <p:tav tm="58065">
                                          <p:val>
                                            <p:strVal val="#ppt_x-1.39143"/>
                                          </p:val>
                                        </p:tav>
                                        <p:tav tm="59724">
                                          <p:val>
                                            <p:strVal val="#ppt_x-1.38239"/>
                                          </p:val>
                                        </p:tav>
                                        <p:tav tm="66360">
                                          <p:val>
                                            <p:strVal val="#ppt_x-1.35491"/>
                                          </p:val>
                                        </p:tav>
                                        <p:tav tm="77973">
                                          <p:val>
                                            <p:strVal val="#ppt_x-1.30795"/>
                                          </p:val>
                                        </p:tav>
                                        <p:tav tm="79632">
                                          <p:val>
                                            <p:strVal val="#ppt_x-1.30228"/>
                                          </p:val>
                                        </p:tav>
                                        <p:tav tm="87927">
                                          <p:val>
                                            <p:strVal val="#ppt_x-1.27934"/>
                                          </p:val>
                                        </p:tav>
                                        <p:tav tm="9788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539">
                                          <p:val>
                                            <p:strVal val="#ppt_x-1.24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4" dur="2009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87079"/>
                                          </p:val>
                                        </p:tav>
                                        <p:tav tm="1659">
                                          <p:val>
                                            <p:strVal val="#ppt_y-3.86049"/>
                                          </p:val>
                                        </p:tav>
                                        <p:tav tm="8295">
                                          <p:val>
                                            <p:strVal val="#ppt_y-3.76735"/>
                                          </p:val>
                                        </p:tav>
                                        <p:tav tm="14931">
                                          <p:val>
                                            <p:strVal val="#ppt_y-3.67567"/>
                                          </p:val>
                                        </p:tav>
                                        <p:tav tm="16590">
                                          <p:val>
                                            <p:strVal val="#ppt_y-3.64165"/>
                                          </p:val>
                                        </p:tav>
                                        <p:tav tm="34839">
                                          <p:val>
                                            <p:strVal val="#ppt_y-3.19823"/>
                                          </p:val>
                                        </p:tav>
                                        <p:tav tm="36498">
                                          <p:val>
                                            <p:strVal val="#ppt_y-3.1373"/>
                                          </p:val>
                                        </p:tav>
                                        <p:tav tm="43134">
                                          <p:val>
                                            <p:strVal val="#ppt_y-2.88234"/>
                                          </p:val>
                                        </p:tav>
                                        <p:tav tm="49770">
                                          <p:val>
                                            <p:strVal val="#ppt_y-2.62574"/>
                                          </p:val>
                                        </p:tav>
                                        <p:tav tm="58065">
                                          <p:val>
                                            <p:strVal val="#ppt_y-2.30334"/>
                                          </p:val>
                                        </p:tav>
                                        <p:tav tm="59724">
                                          <p:val>
                                            <p:strVal val="#ppt_y-2.23395"/>
                                          </p:val>
                                        </p:tav>
                                        <p:tav tm="69678">
                                          <p:val>
                                            <p:strVal val="#ppt_y-1.70893"/>
                                          </p:val>
                                        </p:tav>
                                        <p:tav tm="77973">
                                          <p:val>
                                            <p:strVal val="#ppt_y-1.27386"/>
                                          </p:val>
                                        </p:tav>
                                        <p:tav tm="79632">
                                          <p:val>
                                            <p:strVal val="#ppt_y-1.17758"/>
                                          </p:val>
                                        </p:tav>
                                        <p:tav tm="97880">
                                          <p:val>
                                            <p:strVal val="#ppt_y+0"/>
                                          </p:val>
                                        </p:tav>
                                        <p:tav tm="99539">
                                          <p:val>
                                            <p:strVal val="#ppt_y+0.029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5" dur="2009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6.72"/>
                                          </p:val>
                                        </p:tav>
                                        <p:tav tm="1659">
                                          <p:val>
                                            <p:fltVal val="151.01"/>
                                          </p:val>
                                        </p:tav>
                                        <p:tav tm="14931">
                                          <p:val>
                                            <p:fltVal val="229.13"/>
                                          </p:val>
                                        </p:tav>
                                        <p:tav tm="36498">
                                          <p:val>
                                            <p:fltVal val="357.44"/>
                                          </p:val>
                                        </p:tav>
                                        <p:tav tm="97880">
                                          <p:val>
                                            <p:fltVal val="720"/>
                                          </p:val>
                                        </p:tav>
                                        <p:tav tm="99539">
                                          <p:val>
                                            <p:fltVal val="722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38" dur="400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9" dur="1" fill="hold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0" dur="1945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992"/>
                                          </p:val>
                                        </p:tav>
                                        <p:tav tm="3427">
                                          <p:val>
                                            <p:strVal val="#ppt_x-1.04992"/>
                                          </p:val>
                                        </p:tav>
                                        <p:tav tm="5140">
                                          <p:val>
                                            <p:strVal val="#ppt_x-1.05255"/>
                                          </p:val>
                                        </p:tav>
                                        <p:tav tm="18847">
                                          <p:val>
                                            <p:strVal val="#ppt_x-1.09707"/>
                                          </p:val>
                                        </p:tav>
                                        <p:tav tm="35981">
                                          <p:val>
                                            <p:strVal val="#ppt_x-1.14529"/>
                                          </p:val>
                                        </p:tav>
                                        <p:tav tm="37694">
                                          <p:val>
                                            <p:strVal val="#ppt_x-1.14982"/>
                                          </p:val>
                                        </p:tav>
                                        <p:tav tm="59968">
                                          <p:val>
                                            <p:strVal val="#ppt_x-1.19885"/>
                                          </p:val>
                                        </p:tav>
                                        <p:tav tm="61681">
                                          <p:val>
                                            <p:strVal val="#ppt_x-1.20202"/>
                                          </p:val>
                                        </p:tav>
                                        <p:tav tm="78815">
                                          <p:val>
                                            <p:strVal val="#ppt_x-1.22921"/>
                                          </p:val>
                                        </p:tav>
                                        <p:tav tm="9766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375">
                                          <p:val>
                                            <p:strVal val="#ppt_x-1.250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1" dur="1945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71957"/>
                                          </p:val>
                                        </p:tav>
                                        <p:tav tm="3427">
                                          <p:val>
                                            <p:strVal val="#ppt_y-1.71957"/>
                                          </p:val>
                                        </p:tav>
                                        <p:tav tm="5140">
                                          <p:val>
                                            <p:strVal val="#ppt_y-1.72382"/>
                                          </p:val>
                                        </p:tav>
                                        <p:tav tm="17134">
                                          <p:val>
                                            <p:strVal val="#ppt_y-1.78673"/>
                                          </p:val>
                                        </p:tav>
                                        <p:tav tm="18847">
                                          <p:val>
                                            <p:strVal val="#ppt_y-1.79156"/>
                                          </p:val>
                                        </p:tav>
                                        <p:tav tm="35981">
                                          <p:val>
                                            <p:strVal val="#ppt_y-1.71294"/>
                                          </p:val>
                                        </p:tav>
                                        <p:tav tm="37694">
                                          <p:val>
                                            <p:strVal val="#ppt_y-1.69901"/>
                                          </p:val>
                                        </p:tav>
                                        <p:tav tm="59968">
                                          <p:val>
                                            <p:strVal val="#ppt_y-1.31558"/>
                                          </p:val>
                                        </p:tav>
                                        <p:tav tm="61681">
                                          <p:val>
                                            <p:strVal val="#ppt_y-1.27381"/>
                                          </p:val>
                                        </p:tav>
                                        <p:tav tm="78815">
                                          <p:val>
                                            <p:strVal val="#ppt_y-0.76374"/>
                                          </p:val>
                                        </p:tav>
                                        <p:tav tm="80528">
                                          <p:val>
                                            <p:strVal val="#ppt_y-0.70122"/>
                                          </p:val>
                                        </p:tav>
                                        <p:tav tm="97662">
                                          <p:val>
                                            <p:strVal val="#ppt_y+0"/>
                                          </p:val>
                                        </p:tav>
                                        <p:tav tm="99375">
                                          <p:val>
                                            <p:strVal val="#ppt_y+0.025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2" dur="1945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0.44"/>
                                          </p:val>
                                        </p:tav>
                                        <p:tav tm="3427">
                                          <p:val>
                                            <p:fltVal val="20.44"/>
                                          </p:val>
                                        </p:tav>
                                        <p:tav tm="5140">
                                          <p:val>
                                            <p:fltVal val="17.17"/>
                                          </p:val>
                                        </p:tav>
                                        <p:tav tm="18847">
                                          <p:val>
                                            <p:fltVal val="-38.29"/>
                                          </p:val>
                                        </p:tav>
                                        <p:tav tm="59968">
                                          <p:val>
                                            <p:fltVal val="-206.55"/>
                                          </p:val>
                                        </p:tav>
                                        <p:tav tm="78815">
                                          <p:val>
                                            <p:fltVal val="-282.81"/>
                                          </p:val>
                                        </p:tav>
                                        <p:tav tm="97662">
                                          <p:val>
                                            <p:fltVal val="-360"/>
                                          </p:val>
                                        </p:tav>
                                        <p:tav tm="99375">
                                          <p:val>
                                            <p:fltVal val="-362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45" dur="333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7" dur="1704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5076"/>
                                          </p:val>
                                        </p:tav>
                                        <p:tav tm="1956">
                                          <p:val>
                                            <p:strVal val="#ppt_x-0.8524"/>
                                          </p:val>
                                        </p:tav>
                                        <p:tav tm="15645">
                                          <p:val>
                                            <p:strVal val="#ppt_x-0.93662"/>
                                          </p:val>
                                        </p:tav>
                                        <p:tav tm="25424">
                                          <p:val>
                                            <p:strVal val="#ppt_x-0.98957"/>
                                          </p:val>
                                        </p:tav>
                                        <p:tav tm="35202">
                                          <p:val>
                                            <p:strVal val="#ppt_x-1.04386"/>
                                          </p:val>
                                        </p:tav>
                                        <p:tav tm="48892">
                                          <p:val>
                                            <p:strVal val="#ppt_x-1.1051"/>
                                          </p:val>
                                        </p:tav>
                                        <p:tav tm="58670">
                                          <p:val>
                                            <p:strVal val="#ppt_x-1.14695"/>
                                          </p:val>
                                        </p:tav>
                                        <p:tav tm="60626">
                                          <p:val>
                                            <p:strVal val="#ppt_x-1.15381"/>
                                          </p:val>
                                        </p:tav>
                                        <p:tav tm="78227">
                                          <p:val>
                                            <p:strVal val="#ppt_x-1.20622"/>
                                          </p:val>
                                        </p:tav>
                                        <p:tav tm="88006">
                                          <p:val>
                                            <p:strVal val="#ppt_x-1.22763"/>
                                          </p:val>
                                        </p:tav>
                                        <p:tav tm="9778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40">
                                          <p:val>
                                            <p:strVal val="#ppt_x-1.25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8" dur="1704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04837"/>
                                          </p:val>
                                        </p:tav>
                                        <p:tav tm="1956">
                                          <p:val>
                                            <p:strVal val="#ppt_y-2.04776"/>
                                          </p:val>
                                        </p:tav>
                                        <p:tav tm="9778">
                                          <p:val>
                                            <p:strVal val="#ppt_y-2.02853"/>
                                          </p:val>
                                        </p:tav>
                                        <p:tav tm="15645">
                                          <p:val>
                                            <p:strVal val="#ppt_y-2.01269"/>
                                          </p:val>
                                        </p:tav>
                                        <p:tav tm="17601">
                                          <p:val>
                                            <p:strVal val="#ppt_y-1.99594"/>
                                          </p:val>
                                        </p:tav>
                                        <p:tav tm="35202">
                                          <p:val>
                                            <p:strVal val="#ppt_y-1.80977"/>
                                          </p:val>
                                        </p:tav>
                                        <p:tav tm="37158">
                                          <p:val>
                                            <p:strVal val="#ppt_y-1.77218"/>
                                          </p:val>
                                        </p:tav>
                                        <p:tav tm="44981">
                                          <p:val>
                                            <p:strVal val="#ppt_y-1.61477"/>
                                          </p:val>
                                        </p:tav>
                                        <p:tav tm="58670">
                                          <p:val>
                                            <p:strVal val="#ppt_y-1.34239"/>
                                          </p:val>
                                        </p:tav>
                                        <p:tav tm="60626">
                                          <p:val>
                                            <p:strVal val="#ppt_y-1.29226"/>
                                          </p:val>
                                        </p:tav>
                                        <p:tav tm="68449">
                                          <p:val>
                                            <p:strVal val="#ppt_y-1.05754"/>
                                          </p:val>
                                        </p:tav>
                                        <p:tav tm="78227">
                                          <p:val>
                                            <p:strVal val="#ppt_y-0.76124"/>
                                          </p:val>
                                        </p:tav>
                                        <p:tav tm="80183">
                                          <p:val>
                                            <p:strVal val="#ppt_y-0.68929"/>
                                          </p:val>
                                        </p:tav>
                                        <p:tav tm="89961">
                                          <p:val>
                                            <p:strVal val="#ppt_y-0.30547"/>
                                          </p:val>
                                        </p:tav>
                                        <p:tav tm="97784">
                                          <p:val>
                                            <p:strVal val="#ppt_y+0"/>
                                          </p:val>
                                        </p:tav>
                                        <p:tav tm="99740">
                                          <p:val>
                                            <p:strVal val="#ppt_y+0.010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9" dur="1704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28.61"/>
                                          </p:val>
                                        </p:tav>
                                        <p:tav tm="1956">
                                          <p:val>
                                            <p:fltVal val="130.23"/>
                                          </p:val>
                                        </p:tav>
                                        <p:tav tm="35202">
                                          <p:val>
                                            <p:fltVal val="334.3"/>
                                          </p:val>
                                        </p:tav>
                                        <p:tav tm="58670">
                                          <p:val>
                                            <p:fltVal val="479.46"/>
                                          </p:val>
                                        </p:tav>
                                        <p:tav tm="78227">
                                          <p:val>
                                            <p:fltVal val="599.26"/>
                                          </p:val>
                                        </p:tav>
                                        <p:tav tm="97784">
                                          <p:val>
                                            <p:fltVal val="720"/>
                                          </p:val>
                                        </p:tav>
                                        <p:tav tm="99740">
                                          <p:val>
                                            <p:fltVal val="721.6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52" dur="500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3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4" dur="24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0261"/>
                                          </p:val>
                                        </p:tav>
                                        <p:tav tm="1387">
                                          <p:val>
                                            <p:strVal val="#ppt_x-1.59635"/>
                                          </p:val>
                                        </p:tav>
                                        <p:tav tm="15258">
                                          <p:val>
                                            <p:strVal val="#ppt_x-1.51981"/>
                                          </p:val>
                                        </p:tav>
                                        <p:tav tm="34677">
                                          <p:val>
                                            <p:strVal val="#ppt_x-1.4279"/>
                                          </p:val>
                                        </p:tav>
                                        <p:tav tm="58257">
                                          <p:val>
                                            <p:strVal val="#ppt_x-1.34137"/>
                                          </p:val>
                                        </p:tav>
                                        <p:tav tm="59645">
                                          <p:val>
                                            <p:strVal val="#ppt_x-1.33665"/>
                                          </p:val>
                                        </p:tav>
                                        <p:tav tm="79064">
                                          <p:val>
                                            <p:strVal val="#ppt_x-1.284"/>
                                          </p:val>
                                        </p:tav>
                                        <p:tav tm="98483">
                                          <p:val>
                                            <p:strVal val="#ppt_x-1.24739"/>
                                          </p:val>
                                        </p:tav>
                                        <p:tav tm="99870">
                                          <p:val>
                                            <p:strVal val="#ppt_x-1.247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5" dur="24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36861"/>
                                          </p:val>
                                        </p:tav>
                                        <p:tav tm="1387">
                                          <p:val>
                                            <p:strVal val="#ppt_y-3.37154"/>
                                          </p:val>
                                        </p:tav>
                                        <p:tav tm="13871">
                                          <p:val>
                                            <p:strVal val="#ppt_y-3.40442"/>
                                          </p:val>
                                        </p:tav>
                                        <p:tav tm="15258">
                                          <p:val>
                                            <p:strVal val="#ppt_y-3.40421"/>
                                          </p:val>
                                        </p:tav>
                                        <p:tav tm="34677">
                                          <p:val>
                                            <p:strVal val="#ppt_y-3.15342"/>
                                          </p:val>
                                        </p:tav>
                                        <p:tav tm="58257">
                                          <p:val>
                                            <p:strVal val="#ppt_y-2.37347"/>
                                          </p:val>
                                        </p:tav>
                                        <p:tav tm="59645">
                                          <p:val>
                                            <p:strVal val="#ppt_y-2.31991"/>
                                          </p:val>
                                        </p:tav>
                                        <p:tav tm="77677">
                                          <p:val>
                                            <p:strVal val="#ppt_y-1.3586"/>
                                          </p:val>
                                        </p:tav>
                                        <p:tav tm="79064">
                                          <p:val>
                                            <p:strVal val="#ppt_y-1.28247"/>
                                          </p:val>
                                        </p:tav>
                                        <p:tav tm="98483">
                                          <p:val>
                                            <p:strVal val="#ppt_y+0.09856"/>
                                          </p:val>
                                        </p:tav>
                                        <p:tav tm="99870">
                                          <p:val>
                                            <p:strVal val="#ppt_y+0.1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6" dur="2403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1.14"/>
                                          </p:val>
                                        </p:tav>
                                        <p:tav tm="1387">
                                          <p:val>
                                            <p:fltVal val="75.98"/>
                                          </p:val>
                                        </p:tav>
                                        <p:tav tm="13871">
                                          <p:val>
                                            <p:fltVal val="19.29"/>
                                          </p:val>
                                        </p:tav>
                                        <p:tav tm="79064">
                                          <p:val>
                                            <p:fltVal val="-278.42"/>
                                          </p:val>
                                        </p:tav>
                                        <p:tav tm="98483">
                                          <p:val>
                                            <p:fltVal val="-366.28"/>
                                          </p:val>
                                        </p:tav>
                                        <p:tav tm="99870">
                                          <p:val>
                                            <p:fltVal val="-366.8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59" dur="367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0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1" dur="1767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499"/>
                                          </p:val>
                                        </p:tav>
                                        <p:tav tm="1886">
                                          <p:val>
                                            <p:strVal val="#ppt_x-0.8499"/>
                                          </p:val>
                                        </p:tav>
                                        <p:tav tm="3772">
                                          <p:val>
                                            <p:strVal val="#ppt_x-0.85762"/>
                                          </p:val>
                                        </p:tav>
                                        <p:tav tm="16976">
                                          <p:val>
                                            <p:strVal val="#ppt_x-0.94055"/>
                                          </p:val>
                                        </p:tav>
                                        <p:tav tm="28293">
                                          <p:val>
                                            <p:strVal val="#ppt_x-1.0015"/>
                                          </p:val>
                                        </p:tav>
                                        <p:tav tm="35838">
                                          <p:val>
                                            <p:strVal val="#ppt_x-1.04296"/>
                                          </p:val>
                                        </p:tav>
                                        <p:tav tm="45268">
                                          <p:val>
                                            <p:strVal val="#ppt_x-1.08514"/>
                                          </p:val>
                                        </p:tav>
                                        <p:tav tm="58472">
                                          <p:val>
                                            <p:strVal val="#ppt_x-1.14543"/>
                                          </p:val>
                                        </p:tav>
                                        <p:tav tm="60358">
                                          <p:val>
                                            <p:strVal val="#ppt_x-1.15352"/>
                                          </p:val>
                                        </p:tav>
                                        <p:tav tm="71675">
                                          <p:val>
                                            <p:strVal val="#ppt_x-1.19147"/>
                                          </p:val>
                                        </p:tav>
                                        <p:tav tm="79220">
                                          <p:val>
                                            <p:strVal val="#ppt_x-1.21561"/>
                                          </p:val>
                                        </p:tav>
                                        <p:tav tm="86765">
                                          <p:val>
                                            <p:strVal val="#ppt_x-1.23126"/>
                                          </p:val>
                                        </p:tav>
                                        <p:tav tm="98082">
                                          <p:val>
                                            <p:strVal val="#ppt_x-1.2537"/>
                                          </p:val>
                                        </p:tav>
                                        <p:tav tm="99968">
                                          <p:val>
                                            <p:strVal val="#ppt_x-1.253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2" dur="1767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3349"/>
                                          </p:val>
                                        </p:tav>
                                        <p:tav tm="1886">
                                          <p:val>
                                            <p:strVal val="#ppt_y-2.3349"/>
                                          </p:val>
                                        </p:tav>
                                        <p:tav tm="3772">
                                          <p:val>
                                            <p:strVal val="#ppt_y-2.32872"/>
                                          </p:val>
                                        </p:tav>
                                        <p:tav tm="13203">
                                          <p:val>
                                            <p:strVal val="#ppt_y-2.27973"/>
                                          </p:val>
                                        </p:tav>
                                        <p:tav tm="16976">
                                          <p:val>
                                            <p:strVal val="#ppt_y-2.25878"/>
                                          </p:val>
                                        </p:tav>
                                        <p:tav tm="24520">
                                          <p:val>
                                            <p:strVal val="#ppt_y-2.1551"/>
                                          </p:val>
                                        </p:tav>
                                        <p:tav tm="35838">
                                          <p:val>
                                            <p:strVal val="#ppt_y-1.99759"/>
                                          </p:val>
                                        </p:tav>
                                        <p:tav tm="37724">
                                          <p:val>
                                            <p:strVal val="#ppt_y-1.95305"/>
                                          </p:val>
                                        </p:tav>
                                        <p:tav tm="49041">
                                          <p:val>
                                            <p:strVal val="#ppt_y-1.67617"/>
                                          </p:val>
                                        </p:tav>
                                        <p:tav tm="58472">
                                          <p:val>
                                            <p:strVal val="#ppt_y-1.44756"/>
                                          </p:val>
                                        </p:tav>
                                        <p:tav tm="60358">
                                          <p:val>
                                            <p:strVal val="#ppt_y-1.39719"/>
                                          </p:val>
                                        </p:tav>
                                        <p:tav tm="67903">
                                          <p:val>
                                            <p:strVal val="#ppt_y-1.13662"/>
                                          </p:val>
                                        </p:tav>
                                        <p:tav tm="77334">
                                          <p:val>
                                            <p:strVal val="#ppt_y-0.81219"/>
                                          </p:val>
                                        </p:tav>
                                        <p:tav tm="79220">
                                          <p:val>
                                            <p:strVal val="#ppt_y-0.7453"/>
                                          </p:val>
                                        </p:tav>
                                        <p:tav tm="88651">
                                          <p:val>
                                            <p:strVal val="#ppt_y-0.33197"/>
                                          </p:val>
                                        </p:tav>
                                        <p:tav tm="98082">
                                          <p:val>
                                            <p:strVal val="#ppt_y+0.08323"/>
                                          </p:val>
                                        </p:tav>
                                        <p:tav tm="99968">
                                          <p:val>
                                            <p:strVal val="#ppt_y+0.084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3" dur="1767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1.57"/>
                                          </p:val>
                                        </p:tav>
                                        <p:tav tm="1886">
                                          <p:val>
                                            <p:fltVal val="-51.57"/>
                                          </p:val>
                                        </p:tav>
                                        <p:tav tm="3772">
                                          <p:val>
                                            <p:fltVal val="-46.22"/>
                                          </p:val>
                                        </p:tav>
                                        <p:tav tm="98082">
                                          <p:val>
                                            <p:fltVal val="368.29"/>
                                          </p:val>
                                        </p:tav>
                                        <p:tav tm="99968">
                                          <p:val>
                                            <p:fltVal val="368.4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66" dur="433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7" dur="1" fill="hold">
                                          <p:stCondLst>
                                            <p:cond delay="2167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8" dur="219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89874"/>
                                          </p:val>
                                        </p:tav>
                                        <p:tav tm="3040">
                                          <p:val>
                                            <p:strVal val="#ppt_x-1.89874"/>
                                          </p:val>
                                        </p:tav>
                                        <p:tav tm="4561">
                                          <p:val>
                                            <p:strVal val="#ppt_x-1.88742"/>
                                          </p:val>
                                        </p:tav>
                                        <p:tav tm="16722">
                                          <p:val>
                                            <p:strVal val="#ppt_x-1.76027"/>
                                          </p:val>
                                        </p:tav>
                                        <p:tav tm="18242">
                                          <p:val>
                                            <p:strVal val="#ppt_x-1.74515"/>
                                          </p:val>
                                        </p:tav>
                                        <p:tav tm="36485">
                                          <p:val>
                                            <p:strVal val="#ppt_x-1.58166"/>
                                          </p:val>
                                        </p:tav>
                                        <p:tav tm="38005">
                                          <p:val>
                                            <p:strVal val="#ppt_x-1.57047"/>
                                          </p:val>
                                        </p:tav>
                                        <p:tav tm="59287">
                                          <p:val>
                                            <p:strVal val="#ppt_x-1.42006"/>
                                          </p:val>
                                        </p:tav>
                                        <p:tav tm="60808">
                                          <p:val>
                                            <p:strVal val="#ppt_x-1.40992"/>
                                          </p:val>
                                        </p:tav>
                                        <p:tav tm="79050">
                                          <p:val>
                                            <p:strVal val="#ppt_x-1.31518"/>
                                          </p:val>
                                        </p:tav>
                                        <p:tav tm="80570">
                                          <p:val>
                                            <p:strVal val="#ppt_x-1.3091"/>
                                          </p:val>
                                        </p:tav>
                                        <p:tav tm="9729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812">
                                          <p:val>
                                            <p:strVal val="#ppt_x-1.245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9" dur="219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00626"/>
                                          </p:val>
                                        </p:tav>
                                        <p:tav tm="3040">
                                          <p:val>
                                            <p:strVal val="#ppt_y-3.00626"/>
                                          </p:val>
                                        </p:tav>
                                        <p:tav tm="4561">
                                          <p:val>
                                            <p:strVal val="#ppt_y-3.00435"/>
                                          </p:val>
                                        </p:tav>
                                        <p:tav tm="16722">
                                          <p:val>
                                            <p:strVal val="#ppt_y-2.98279"/>
                                          </p:val>
                                        </p:tav>
                                        <p:tav tm="18242">
                                          <p:val>
                                            <p:strVal val="#ppt_y-2.97362"/>
                                          </p:val>
                                        </p:tav>
                                        <p:tav tm="36485">
                                          <p:val>
                                            <p:strVal val="#ppt_y-2.71111"/>
                                          </p:val>
                                        </p:tav>
                                        <p:tav tm="38005">
                                          <p:val>
                                            <p:strVal val="#ppt_y-2.66855"/>
                                          </p:val>
                                        </p:tav>
                                        <p:tav tm="59287">
                                          <p:val>
                                            <p:strVal val="#ppt_y-2.01667"/>
                                          </p:val>
                                        </p:tav>
                                        <p:tav tm="60808">
                                          <p:val>
                                            <p:strVal val="#ppt_y-1.96476"/>
                                          </p:val>
                                        </p:tav>
                                        <p:tav tm="79050">
                                          <p:val>
                                            <p:strVal val="#ppt_y-1.11033"/>
                                          </p:val>
                                        </p:tav>
                                        <p:tav tm="80570">
                                          <p:val>
                                            <p:strVal val="#ppt_y-1.02345"/>
                                          </p:val>
                                        </p:tav>
                                        <p:tav tm="97292">
                                          <p:val>
                                            <p:strVal val="#ppt_y+0"/>
                                          </p:val>
                                        </p:tav>
                                        <p:tav tm="98812">
                                          <p:val>
                                            <p:strVal val="#ppt_y+0.072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0" dur="2193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4.75"/>
                                          </p:val>
                                        </p:tav>
                                        <p:tav tm="3040">
                                          <p:val>
                                            <p:fltVal val="-144.75"/>
                                          </p:val>
                                        </p:tav>
                                        <p:tav tm="4561">
                                          <p:val>
                                            <p:fltVal val="-147.26"/>
                                          </p:val>
                                        </p:tav>
                                        <p:tav tm="18242">
                                          <p:val>
                                            <p:fltVal val="-178.91"/>
                                          </p:val>
                                        </p:tav>
                                        <p:tav tm="36485">
                                          <p:val>
                                            <p:fltVal val="-220.2"/>
                                          </p:val>
                                        </p:tav>
                                        <p:tav tm="60808">
                                          <p:val>
                                            <p:fltVal val="-276.49"/>
                                          </p:val>
                                        </p:tav>
                                        <p:tav tm="79050">
                                          <p:val>
                                            <p:fltVal val="-317.78"/>
                                          </p:val>
                                        </p:tav>
                                        <p:tav tm="97292">
                                          <p:val>
                                            <p:fltVal val="-360"/>
                                          </p:val>
                                        </p:tav>
                                        <p:tav tm="98812">
                                          <p:val>
                                            <p:fltVal val="-362.7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73" dur="5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4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5" dur="242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9673"/>
                                          </p:val>
                                        </p:tav>
                                        <p:tav tm="1377">
                                          <p:val>
                                            <p:strVal val="#ppt_x-1.99624"/>
                                          </p:val>
                                        </p:tav>
                                        <p:tav tm="15150">
                                          <p:val>
                                            <p:strVal val="#ppt_x-1.83518"/>
                                          </p:val>
                                        </p:tav>
                                        <p:tav tm="16527">
                                          <p:val>
                                            <p:strVal val="#ppt_x-1.82004"/>
                                          </p:val>
                                        </p:tav>
                                        <p:tav tm="34432">
                                          <p:val>
                                            <p:strVal val="#ppt_x-1.63935"/>
                                          </p:val>
                                        </p:tav>
                                        <p:tav tm="35809">
                                          <p:val>
                                            <p:strVal val="#ppt_x-1.62631"/>
                                          </p:val>
                                        </p:tav>
                                        <p:tav tm="59223">
                                          <p:val>
                                            <p:strVal val="#ppt_x-1.43925"/>
                                          </p:val>
                                        </p:tav>
                                        <p:tav tm="60600">
                                          <p:val>
                                            <p:strVal val="#ppt_x-1.43019"/>
                                          </p:val>
                                        </p:tav>
                                        <p:tav tm="78504">
                                          <p:val>
                                            <p:strVal val="#ppt_x-1.32642"/>
                                          </p:val>
                                        </p:tav>
                                        <p:tav tm="79882">
                                          <p:val>
                                            <p:strVal val="#ppt_x-1.31982"/>
                                          </p:val>
                                        </p:tav>
                                        <p:tav tm="97786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163">
                                          <p:val>
                                            <p:strVal val="#ppt_x-1.246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6" dur="242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4.62625"/>
                                          </p:val>
                                        </p:tav>
                                        <p:tav tm="1377">
                                          <p:val>
                                            <p:strVal val="#ppt_y-4.62583"/>
                                          </p:val>
                                        </p:tav>
                                        <p:tav tm="15150">
                                          <p:val>
                                            <p:strVal val="#ppt_y-4.48564"/>
                                          </p:val>
                                        </p:tav>
                                        <p:tav tm="16527">
                                          <p:val>
                                            <p:strVal val="#ppt_y-4.46217"/>
                                          </p:val>
                                        </p:tav>
                                        <p:tav tm="34432">
                                          <p:val>
                                            <p:strVal val="#ppt_y-3.99818"/>
                                          </p:val>
                                        </p:tav>
                                        <p:tav tm="35809">
                                          <p:val>
                                            <p:strVal val="#ppt_y-3.95399"/>
                                          </p:val>
                                        </p:tav>
                                        <p:tav tm="59223">
                                          <p:val>
                                            <p:strVal val="#ppt_y-2.87724"/>
                                          </p:val>
                                        </p:tav>
                                        <p:tav tm="60600">
                                          <p:val>
                                            <p:strVal val="#ppt_y-2.79597"/>
                                          </p:val>
                                        </p:tav>
                                        <p:tav tm="78504">
                                          <p:val>
                                            <p:strVal val="#ppt_y-1.61159"/>
                                          </p:val>
                                        </p:tav>
                                        <p:tav tm="79882">
                                          <p:val>
                                            <p:strVal val="#ppt_y-1.50756"/>
                                          </p:val>
                                        </p:tav>
                                        <p:tav tm="97786">
                                          <p:val>
                                            <p:strVal val="#ppt_y+0"/>
                                          </p:val>
                                        </p:tav>
                                        <p:tav tm="99163">
                                          <p:val>
                                            <p:strVal val="#ppt_y+0.07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7" dur="242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1.09"/>
                                          </p:val>
                                        </p:tav>
                                        <p:tav tm="1377">
                                          <p:val>
                                            <p:fltVal val="90.89"/>
                                          </p:val>
                                        </p:tav>
                                        <p:tav tm="97786">
                                          <p:val>
                                            <p:fltVal val="-360"/>
                                          </p:val>
                                        </p:tav>
                                        <p:tav tm="99163">
                                          <p:val>
                                            <p:fltVal val="-363.9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80" dur="333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2" dur="1671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4219"/>
                                          </p:val>
                                        </p:tav>
                                        <p:tav tm="15957">
                                          <p:val>
                                            <p:strVal val="#ppt_x-1.31947"/>
                                          </p:val>
                                        </p:tav>
                                        <p:tav tm="33908">
                                          <p:val>
                                            <p:strVal val="#ppt_x-1.29723"/>
                                          </p:val>
                                        </p:tav>
                                        <p:tav tm="57842">
                                          <p:val>
                                            <p:strVal val="#ppt_x-1.27388"/>
                                          </p:val>
                                        </p:tav>
                                        <p:tav tm="77788">
                                          <p:val>
                                            <p:strVal val="#ppt_x-1.25954"/>
                                          </p:val>
                                        </p:tav>
                                        <p:tav tm="9773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28">
                                          <p:val>
                                            <p:strVal val="#ppt_x-1.2498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3" dur="1671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34974"/>
                                          </p:val>
                                        </p:tav>
                                        <p:tav tm="13962">
                                          <p:val>
                                            <p:strVal val="#ppt_y-1.41105"/>
                                          </p:val>
                                        </p:tav>
                                        <p:tav tm="15957">
                                          <p:val>
                                            <p:strVal val="#ppt_y-1.41112"/>
                                          </p:val>
                                        </p:tav>
                                        <p:tav tm="33908">
                                          <p:val>
                                            <p:strVal val="#ppt_y-1.35535"/>
                                          </p:val>
                                        </p:tav>
                                        <p:tav tm="35902">
                                          <p:val>
                                            <p:strVal val="#ppt_y-1.33434"/>
                                          </p:val>
                                        </p:tav>
                                        <p:tav tm="57842">
                                          <p:val>
                                            <p:strVal val="#ppt_y-1.05362"/>
                                          </p:val>
                                        </p:tav>
                                        <p:tav tm="59837">
                                          <p:val>
                                            <p:strVal val="#ppt_y-1.01851"/>
                                          </p:val>
                                        </p:tav>
                                        <p:tav tm="77788">
                                          <p:val>
                                            <p:strVal val="#ppt_y-0.61486"/>
                                          </p:val>
                                        </p:tav>
                                        <p:tav tm="79783">
                                          <p:val>
                                            <p:strVal val="#ppt_y-0.55832"/>
                                          </p:val>
                                        </p:tav>
                                        <p:tav tm="97734">
                                          <p:val>
                                            <p:strVal val="#ppt_y+0"/>
                                          </p:val>
                                        </p:tav>
                                        <p:tav tm="99728">
                                          <p:val>
                                            <p:strVal val="#ppt_y+0.008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4" dur="1671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3.69"/>
                                          </p:val>
                                        </p:tav>
                                        <p:tav tm="15957">
                                          <p:val>
                                            <p:fltVal val="95.33"/>
                                          </p:val>
                                        </p:tav>
                                        <p:tav tm="77788">
                                          <p:val>
                                            <p:fltVal val="22.44"/>
                                          </p:val>
                                        </p:tav>
                                        <p:tav tm="97734">
                                          <p:val>
                                            <p:fltVal val="0"/>
                                          </p:val>
                                        </p:tav>
                                        <p:tav tm="99728">
                                          <p:val>
                                            <p:fltVal val="-0.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87" dur="500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9" dur="2505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9681"/>
                                          </p:val>
                                        </p:tav>
                                        <p:tav tm="1331">
                                          <p:val>
                                            <p:strVal val="#ppt_x-1.69681"/>
                                          </p:val>
                                        </p:tav>
                                        <p:tav tm="2662">
                                          <p:val>
                                            <p:strVal val="#ppt_x-1.68971"/>
                                          </p:val>
                                        </p:tav>
                                        <p:tav tm="15970">
                                          <p:val>
                                            <p:strVal val="#ppt_x-1.59899"/>
                                          </p:val>
                                        </p:tav>
                                        <p:tav tm="23955">
                                          <p:val>
                                            <p:strVal val="#ppt_x-1.55026"/>
                                          </p:val>
                                        </p:tav>
                                        <p:tav tm="34602">
                                          <p:val>
                                            <p:strVal val="#ppt_x-1.48326"/>
                                          </p:val>
                                        </p:tav>
                                        <p:tav tm="35932">
                                          <p:val>
                                            <p:strVal val="#ppt_x-1.47531"/>
                                          </p:val>
                                        </p:tav>
                                        <p:tav tm="45248">
                                          <p:val>
                                            <p:strVal val="#ppt_x-1.42972"/>
                                          </p:val>
                                        </p:tav>
                                        <p:tav tm="54564">
                                          <p:val>
                                            <p:strVal val="#ppt_x-1.38672"/>
                                          </p:val>
                                        </p:tav>
                                        <p:tav tm="59887">
                                          <p:val>
                                            <p:strVal val="#ppt_x-1.3628"/>
                                          </p:val>
                                        </p:tav>
                                        <p:tav tm="69203">
                                          <p:val>
                                            <p:strVal val="#ppt_x-1.3318"/>
                                          </p:val>
                                        </p:tav>
                                        <p:tav tm="73196">
                                          <p:val>
                                            <p:strVal val="#ppt_x-1.31772"/>
                                          </p:val>
                                        </p:tav>
                                        <p:tav tm="78519">
                                          <p:val>
                                            <p:strVal val="#ppt_x-1.29821"/>
                                          </p:val>
                                        </p:tav>
                                        <p:tav tm="79850">
                                          <p:val>
                                            <p:strVal val="#ppt_x-1.2939"/>
                                          </p:val>
                                        </p:tav>
                                        <p:tav tm="89166">
                                          <p:val>
                                            <p:strVal val="#ppt_x-1.26953"/>
                                          </p:val>
                                        </p:tav>
                                        <p:tav tm="95820">
                                          <p:val>
                                            <p:strVal val="#ppt_x-1.25311"/>
                                          </p:val>
                                        </p:tav>
                                        <p:tav tm="98481">
                                          <p:val>
                                            <p:strVal val="#ppt_x-1.24695"/>
                                          </p:val>
                                        </p:tav>
                                        <p:tav tm="99812">
                                          <p:val>
                                            <p:strVal val="#ppt_x-1.246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0" dur="2505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48027"/>
                                          </p:val>
                                        </p:tav>
                                        <p:tav tm="1331">
                                          <p:val>
                                            <p:strVal val="#ppt_y-3.48027"/>
                                          </p:val>
                                        </p:tav>
                                        <p:tav tm="2662">
                                          <p:val>
                                            <p:strVal val="#ppt_y-3.48439"/>
                                          </p:val>
                                        </p:tav>
                                        <p:tav tm="9316">
                                          <p:val>
                                            <p:strVal val="#ppt_y-3.50924"/>
                                          </p:val>
                                        </p:tav>
                                        <p:tav tm="15970">
                                          <p:val>
                                            <p:strVal val="#ppt_y-3.53177"/>
                                          </p:val>
                                        </p:tav>
                                        <p:tav tm="17301">
                                          <p:val>
                                            <p:strVal val="#ppt_y-3.51722"/>
                                          </p:val>
                                        </p:tav>
                                        <p:tav tm="26617">
                                          <p:val>
                                            <p:strVal val="#ppt_y-3.39158"/>
                                          </p:val>
                                        </p:tav>
                                        <p:tav tm="34602">
                                          <p:val>
                                            <p:strVal val="#ppt_y-3.28681"/>
                                          </p:val>
                                        </p:tav>
                                        <p:tav tm="35932">
                                          <p:val>
                                            <p:strVal val="#ppt_y-3.26224"/>
                                          </p:val>
                                        </p:tav>
                                        <p:tav tm="53233">
                                          <p:val>
                                            <p:strVal val="#ppt_y-2.67036"/>
                                          </p:val>
                                        </p:tav>
                                        <p:tav tm="58556">
                                          <p:val>
                                            <p:strVal val="#ppt_y-2.48659"/>
                                          </p:val>
                                        </p:tav>
                                        <p:tav tm="59887">
                                          <p:val>
                                            <p:strVal val="#ppt_y-2.43955"/>
                                          </p:val>
                                        </p:tav>
                                        <p:tav tm="65211">
                                          <p:val>
                                            <p:strVal val="#ppt_y-2.139"/>
                                          </p:val>
                                        </p:tav>
                                        <p:tav tm="78519">
                                          <p:val>
                                            <p:strVal val="#ppt_y-1.38565"/>
                                          </p:val>
                                        </p:tav>
                                        <p:tav tm="79850">
                                          <p:val>
                                            <p:strVal val="#ppt_y-1.29926"/>
                                          </p:val>
                                        </p:tav>
                                        <p:tav tm="87835">
                                          <p:val>
                                            <p:strVal val="#ppt_y-0.69795"/>
                                          </p:val>
                                        </p:tav>
                                        <p:tav tm="98481">
                                          <p:val>
                                            <p:strVal val="#ppt_y+0.09964"/>
                                          </p:val>
                                        </p:tav>
                                        <p:tav tm="99812">
                                          <p:val>
                                            <p:strVal val="#ppt_y+0.1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1" dur="2505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8.72"/>
                                          </p:val>
                                        </p:tav>
                                        <p:tav tm="1331">
                                          <p:val>
                                            <p:fltVal val="-48.72"/>
                                          </p:val>
                                        </p:tav>
                                        <p:tav tm="2662">
                                          <p:val>
                                            <p:fltVal val="-56.03"/>
                                          </p:val>
                                        </p:tav>
                                        <p:tav tm="15970">
                                          <p:val>
                                            <p:fltVal val="-149.28"/>
                                          </p:val>
                                        </p:tav>
                                        <p:tav tm="35932">
                                          <p:val>
                                            <p:fltVal val="-290.15"/>
                                          </p:val>
                                        </p:tav>
                                        <p:tav tm="78519">
                                          <p:val>
                                            <p:fltVal val="-588.53"/>
                                          </p:val>
                                        </p:tav>
                                        <p:tav tm="98481">
                                          <p:val>
                                            <p:fltVal val="-729.39"/>
                                          </p:val>
                                        </p:tav>
                                        <p:tav tm="99812">
                                          <p:val>
                                            <p:fltVal val="-730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94" dur="500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5" dur="1" fill="hold">
                                          <p:stCondLst>
                                            <p:cond delay="2467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6" dur="250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7177"/>
                                          </p:val>
                                        </p:tav>
                                        <p:tav tm="1329">
                                          <p:val>
                                            <p:strVal val="#ppt_x-1.66602"/>
                                          </p:val>
                                        </p:tav>
                                        <p:tav tm="14621">
                                          <p:val>
                                            <p:strVal val="#ppt_x-1.58037"/>
                                          </p:val>
                                        </p:tav>
                                        <p:tav tm="15950">
                                          <p:val>
                                            <p:strVal val="#ppt_x-1.57249"/>
                                          </p:val>
                                        </p:tav>
                                        <p:tav tm="34558">
                                          <p:val>
                                            <p:strVal val="#ppt_x-1.46796"/>
                                          </p:val>
                                        </p:tav>
                                        <p:tav tm="58483">
                                          <p:val>
                                            <p:strVal val="#ppt_x-1.35921"/>
                                          </p:val>
                                        </p:tav>
                                        <p:tav tm="59812">
                                          <p:val>
                                            <p:strVal val="#ppt_x-1.35371"/>
                                          </p:val>
                                        </p:tav>
                                        <p:tav tm="78420">
                                          <p:val>
                                            <p:strVal val="#ppt_x-1.29266"/>
                                          </p:val>
                                        </p:tav>
                                        <p:tav tm="79749">
                                          <p:val>
                                            <p:strVal val="#ppt_x-1.28916"/>
                                          </p:val>
                                        </p:tav>
                                        <p:tav tm="81078">
                                          <p:val>
                                            <p:strVal val="#ppt_x-1.2863"/>
                                          </p:val>
                                        </p:tav>
                                        <p:tav tm="9835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86">
                                          <p:val>
                                            <p:strVal val="#ppt_x-1.249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7" dur="250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5.44864"/>
                                          </p:val>
                                        </p:tav>
                                        <p:tav tm="1329">
                                          <p:val>
                                            <p:strVal val="#ppt_y-5.43573"/>
                                          </p:val>
                                        </p:tav>
                                        <p:tav tm="14621">
                                          <p:val>
                                            <p:strVal val="#ppt_y-5.24283"/>
                                          </p:val>
                                        </p:tav>
                                        <p:tav tm="15950">
                                          <p:val>
                                            <p:strVal val="#ppt_y-5.21016"/>
                                          </p:val>
                                        </p:tav>
                                        <p:tav tm="34558">
                                          <p:val>
                                            <p:strVal val="#ppt_y-4.62141"/>
                                          </p:val>
                                        </p:tav>
                                        <p:tav tm="35887">
                                          <p:val>
                                            <p:strVal val="#ppt_y-4.55597"/>
                                          </p:val>
                                        </p:tav>
                                        <p:tav tm="47849">
                                          <p:val>
                                            <p:strVal val="#ppt_y-3.91679"/>
                                          </p:val>
                                        </p:tav>
                                        <p:tav tm="58483">
                                          <p:val>
                                            <p:strVal val="#ppt_y-3.35008"/>
                                          </p:val>
                                        </p:tav>
                                        <p:tav tm="59812">
                                          <p:val>
                                            <p:strVal val="#ppt_y-3.26981"/>
                                          </p:val>
                                        </p:tav>
                                        <p:tav tm="78420">
                                          <p:val>
                                            <p:strVal val="#ppt_y-1.8734"/>
                                          </p:val>
                                        </p:tav>
                                        <p:tav tm="79749">
                                          <p:val>
                                            <p:strVal val="#ppt_y-1.75956"/>
                                          </p:val>
                                        </p:tav>
                                        <p:tav tm="98357">
                                          <p:val>
                                            <p:strVal val="#ppt_y+0"/>
                                          </p:val>
                                        </p:tav>
                                        <p:tav tm="99686">
                                          <p:val>
                                            <p:strVal val="#ppt_y+0.029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8" dur="2508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4.82"/>
                                          </p:val>
                                        </p:tav>
                                        <p:tav tm="1329">
                                          <p:val>
                                            <p:fltVal val="1.48"/>
                                          </p:val>
                                        </p:tav>
                                        <p:tav tm="78420">
                                          <p:val>
                                            <p:fltVal val="-284.94"/>
                                          </p:val>
                                        </p:tav>
                                        <p:tav tm="98357">
                                          <p:val>
                                            <p:fltVal val="-360"/>
                                          </p:val>
                                        </p:tav>
                                        <p:tav tm="99686">
                                          <p:val>
                                            <p:fltVal val="-361.1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01" dur="400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2" dur="1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3" dur="193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4185"/>
                                          </p:val>
                                        </p:tav>
                                        <p:tav tm="1727">
                                          <p:val>
                                            <p:strVal val="#ppt_x-0.84185"/>
                                          </p:val>
                                        </p:tav>
                                        <p:tav tm="3454">
                                          <p:val>
                                            <p:strVal val="#ppt_x-0.85097"/>
                                          </p:val>
                                        </p:tav>
                                        <p:tav tm="15541">
                                          <p:val>
                                            <p:strVal val="#ppt_x-0.9305"/>
                                          </p:val>
                                        </p:tav>
                                        <p:tav tm="17268">
                                          <p:val>
                                            <p:strVal val="#ppt_x-0.94114"/>
                                          </p:val>
                                        </p:tav>
                                        <p:tav tm="25902">
                                          <p:val>
                                            <p:strVal val="#ppt_x-0.98965"/>
                                          </p:val>
                                        </p:tav>
                                        <p:tav tm="34536">
                                          <p:val>
                                            <p:strVal val="#ppt_x-1.03744"/>
                                          </p:val>
                                        </p:tav>
                                        <p:tav tm="36263">
                                          <p:val>
                                            <p:strVal val="#ppt_x-1.0463"/>
                                          </p:val>
                                        </p:tav>
                                        <p:tav tm="50078">
                                          <p:val>
                                            <p:strVal val="#ppt_x-1.1059"/>
                                          </p:val>
                                        </p:tav>
                                        <p:tav tm="58712">
                                          <p:val>
                                            <p:strVal val="#ppt_x-1.14383"/>
                                          </p:val>
                                        </p:tav>
                                        <p:tav tm="60439">
                                          <p:val>
                                            <p:strVal val="#ppt_x-1.15074"/>
                                          </p:val>
                                        </p:tav>
                                        <p:tav tm="77707">
                                          <p:val>
                                            <p:strVal val="#ppt_x-1.20783"/>
                                          </p:val>
                                        </p:tav>
                                        <p:tav tm="79434">
                                          <p:val>
                                            <p:strVal val="#ppt_x-1.21306"/>
                                          </p:val>
                                        </p:tav>
                                        <p:tav tm="89795">
                                          <p:val>
                                            <p:strVal val="#ppt_x-1.23553"/>
                                          </p:val>
                                        </p:tav>
                                        <p:tav tm="98429">
                                          <p:val>
                                            <p:strVal val="#ppt_x-1.253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4" dur="193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58785"/>
                                          </p:val>
                                        </p:tav>
                                        <p:tav tm="1727">
                                          <p:val>
                                            <p:strVal val="#ppt_y-2.58785"/>
                                          </p:val>
                                        </p:tav>
                                        <p:tav tm="3454">
                                          <p:val>
                                            <p:strVal val="#ppt_y-2.58287"/>
                                          </p:val>
                                        </p:tav>
                                        <p:tav tm="10361">
                                          <p:val>
                                            <p:strVal val="#ppt_y-2.5578"/>
                                          </p:val>
                                        </p:tav>
                                        <p:tav tm="15541">
                                          <p:val>
                                            <p:strVal val="#ppt_y-2.53846"/>
                                          </p:val>
                                        </p:tav>
                                        <p:tav tm="17268">
                                          <p:val>
                                            <p:strVal val="#ppt_y-2.52425"/>
                                          </p:val>
                                        </p:tav>
                                        <p:tav tm="34536">
                                          <p:val>
                                            <p:strVal val="#ppt_y-2.28704"/>
                                          </p:val>
                                        </p:tav>
                                        <p:tav tm="36263">
                                          <p:val>
                                            <p:strVal val="#ppt_y-2.25673"/>
                                          </p:val>
                                        </p:tav>
                                        <p:tav tm="44897">
                                          <p:val>
                                            <p:strVal val="#ppt_y-2.02984"/>
                                          </p:val>
                                        </p:tav>
                                        <p:tav tm="58712">
                                          <p:val>
                                            <p:strVal val="#ppt_y-1.6688"/>
                                          </p:val>
                                        </p:tav>
                                        <p:tav tm="60439">
                                          <p:val>
                                            <p:strVal val="#ppt_y-1.61541"/>
                                          </p:val>
                                        </p:tav>
                                        <p:tav tm="69073">
                                          <p:val>
                                            <p:strVal val="#ppt_y-1.27954"/>
                                          </p:val>
                                        </p:tav>
                                        <p:tav tm="77707">
                                          <p:val>
                                            <p:strVal val="#ppt_y-0.9424"/>
                                          </p:val>
                                        </p:tav>
                                        <p:tav tm="79434">
                                          <p:val>
                                            <p:strVal val="#ppt_y-0.8703"/>
                                          </p:val>
                                        </p:tav>
                                        <p:tav tm="96702">
                                          <p:val>
                                            <p:strVal val="#ppt_y+0"/>
                                          </p:val>
                                        </p:tav>
                                        <p:tav tm="98429">
                                          <p:val>
                                            <p:strVal val="#ppt_y+0.079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5" dur="193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3.72"/>
                                          </p:val>
                                        </p:tav>
                                        <p:tav tm="1727">
                                          <p:val>
                                            <p:fltVal val="-133.72"/>
                                          </p:val>
                                        </p:tav>
                                        <p:tav tm="3454">
                                          <p:val>
                                            <p:fltVal val="-142.3"/>
                                          </p:val>
                                        </p:tav>
                                        <p:tav tm="17268">
                                          <p:val>
                                            <p:fltVal val="-227.55"/>
                                          </p:val>
                                        </p:tav>
                                        <p:tav tm="36263">
                                          <p:val>
                                            <p:fltVal val="-345.99"/>
                                          </p:val>
                                        </p:tav>
                                        <p:tav tm="60439">
                                          <p:val>
                                            <p:fltVal val="-495.74"/>
                                          </p:val>
                                        </p:tav>
                                        <p:tav tm="96702">
                                          <p:val>
                                            <p:fltVal val="-720"/>
                                          </p:val>
                                        </p:tav>
                                        <p:tav tm="98429">
                                          <p:val>
                                            <p:fltVal val="-729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08" dur="333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0" dur="1739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482"/>
                                          </p:val>
                                        </p:tav>
                                        <p:tav tm="1917">
                                          <p:val>
                                            <p:strVal val="#ppt_x-1.28451"/>
                                          </p:val>
                                        </p:tav>
                                        <p:tav tm="34503">
                                          <p:val>
                                            <p:strVal val="#ppt_x-1.27063"/>
                                          </p:val>
                                        </p:tav>
                                        <p:tav tm="59421">
                                          <p:val>
                                            <p:strVal val="#ppt_x-1.26142"/>
                                          </p:val>
                                        </p:tav>
                                        <p:tav tm="78589">
                                          <p:val>
                                            <p:strVal val="#ppt_x-1.25516"/>
                                          </p:val>
                                        </p:tav>
                                        <p:tav tm="9775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74">
                                          <p:val>
                                            <p:strVal val="#ppt_x-1.249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1" dur="1739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65072"/>
                                          </p:val>
                                        </p:tav>
                                        <p:tav tm="1917">
                                          <p:val>
                                            <p:strVal val="#ppt_y-0.65991"/>
                                          </p:val>
                                        </p:tav>
                                        <p:tav tm="15334">
                                          <p:val>
                                            <p:strVal val="#ppt_y-0.83139"/>
                                          </p:val>
                                        </p:tav>
                                        <p:tav tm="17251">
                                          <p:val>
                                            <p:strVal val="#ppt_y-0.84365"/>
                                          </p:val>
                                        </p:tav>
                                        <p:tav tm="34503">
                                          <p:val>
                                            <p:strVal val="#ppt_y-0.92572"/>
                                          </p:val>
                                        </p:tav>
                                        <p:tav tm="36419">
                                          <p:val>
                                            <p:strVal val="#ppt_y-0.92124"/>
                                          </p:val>
                                        </p:tav>
                                        <p:tav tm="57504">
                                          <p:val>
                                            <p:strVal val="#ppt_y-0.80302"/>
                                          </p:val>
                                        </p:tav>
                                        <p:tav tm="59421">
                                          <p:val>
                                            <p:strVal val="#ppt_y-0.79129"/>
                                          </p:val>
                                        </p:tav>
                                        <p:tav tm="78589">
                                          <p:val>
                                            <p:strVal val="#ppt_y-0.48424"/>
                                          </p:val>
                                        </p:tav>
                                        <p:tav tm="80506">
                                          <p:val>
                                            <p:strVal val="#ppt_y-0.43685"/>
                                          </p:val>
                                        </p:tav>
                                        <p:tav tm="97757">
                                          <p:val>
                                            <p:strVal val="#ppt_y+0"/>
                                          </p:val>
                                        </p:tav>
                                        <p:tav tm="99674">
                                          <p:val>
                                            <p:strVal val="#ppt_y+0.008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2" dur="1739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9.5"/>
                                          </p:val>
                                        </p:tav>
                                        <p:tav tm="1917">
                                          <p:val>
                                            <p:fltVal val="-148.35"/>
                                          </p:val>
                                        </p:tav>
                                        <p:tav tm="34503">
                                          <p:val>
                                            <p:fltVal val="-97.43"/>
                                          </p:val>
                                        </p:tav>
                                        <p:tav tm="59421">
                                          <p:val>
                                            <p:fltVal val="-59.35"/>
                                          </p:val>
                                        </p:tav>
                                        <p:tav tm="97757">
                                          <p:val>
                                            <p:fltVal val="0"/>
                                          </p:val>
                                        </p:tav>
                                        <p:tav tm="99674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15" dur="467">
                                          <p:stCondLst>
                                            <p:cond delay="1867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6" dur="1" fill="hold">
                                          <p:stCondLst>
                                            <p:cond delay="2333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7" dur="2375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8505"/>
                                          </p:val>
                                        </p:tav>
                                        <p:tav tm="1404">
                                          <p:val>
                                            <p:strVal val="#ppt_x-1.58251"/>
                                          </p:val>
                                        </p:tav>
                                        <p:tav tm="15440">
                                          <p:val>
                                            <p:strVal val="#ppt_x-1.51135"/>
                                          </p:val>
                                        </p:tav>
                                        <p:tav tm="25266">
                                          <p:val>
                                            <p:strVal val="#ppt_x-1.46734"/>
                                          </p:val>
                                        </p:tav>
                                        <p:tav tm="35091">
                                          <p:val>
                                            <p:strVal val="#ppt_x-1.42188"/>
                                          </p:val>
                                        </p:tav>
                                        <p:tav tm="47724">
                                          <p:val>
                                            <p:strVal val="#ppt_x-1.37561"/>
                                          </p:val>
                                        </p:tav>
                                        <p:tav tm="58953">
                                          <p:val>
                                            <p:strVal val="#ppt_x-1.33664"/>
                                          </p:val>
                                        </p:tav>
                                        <p:tav tm="60357">
                                          <p:val>
                                            <p:strVal val="#ppt_x-1.33269"/>
                                          </p:val>
                                        </p:tav>
                                        <p:tav tm="71586">
                                          <p:val>
                                            <p:strVal val="#ppt_x-1.30533"/>
                                          </p:val>
                                        </p:tav>
                                        <p:tav tm="78604">
                                          <p:val>
                                            <p:strVal val="#ppt_x-1.28743"/>
                                          </p:val>
                                        </p:tav>
                                        <p:tav tm="9825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59">
                                          <p:val>
                                            <p:strVal val="#ppt_x-1.249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8" dur="2375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4.7123"/>
                                          </p:val>
                                        </p:tav>
                                        <p:tav tm="1404">
                                          <p:val>
                                            <p:strVal val="#ppt_y-4.70636"/>
                                          </p:val>
                                        </p:tav>
                                        <p:tav tm="8422">
                                          <p:val>
                                            <p:strVal val="#ppt_y-4.6236"/>
                                          </p:val>
                                        </p:tav>
                                        <p:tav tm="15440">
                                          <p:val>
                                            <p:strVal val="#ppt_y-4.54245"/>
                                          </p:val>
                                        </p:tav>
                                        <p:tav tm="16844">
                                          <p:val>
                                            <p:strVal val="#ppt_y-4.50686"/>
                                          </p:val>
                                        </p:tav>
                                        <p:tav tm="28073">
                                          <p:val>
                                            <p:strVal val="#ppt_y-4.20812"/>
                                          </p:val>
                                        </p:tav>
                                        <p:tav tm="35091">
                                          <p:val>
                                            <p:strVal val="#ppt_y-4.02026"/>
                                          </p:val>
                                        </p:tav>
                                        <p:tav tm="42109">
                                          <p:val>
                                            <p:strVal val="#ppt_y-3.69399"/>
                                          </p:val>
                                        </p:tav>
                                        <p:tav tm="58953">
                                          <p:val>
                                            <p:strVal val="#ppt_y-2.90812"/>
                                          </p:val>
                                        </p:tav>
                                        <p:tav tm="60357">
                                          <p:val>
                                            <p:strVal val="#ppt_y-2.82649"/>
                                          </p:val>
                                        </p:tav>
                                        <p:tav tm="68778">
                                          <p:val>
                                            <p:strVal val="#ppt_y-2.27172"/>
                                          </p:val>
                                        </p:tav>
                                        <p:tav tm="78604">
                                          <p:val>
                                            <p:strVal val="#ppt_y-1.62671"/>
                                          </p:val>
                                        </p:tav>
                                        <p:tav tm="80008">
                                          <p:val>
                                            <p:strVal val="#ppt_y-1.51814"/>
                                          </p:val>
                                        </p:tav>
                                        <p:tav tm="89833">
                                          <p:val>
                                            <p:strVal val="#ppt_y-0.70198"/>
                                          </p:val>
                                        </p:tav>
                                        <p:tav tm="98255">
                                          <p:val>
                                            <p:strVal val="#ppt_y+0"/>
                                          </p:val>
                                        </p:tav>
                                        <p:tav tm="99659">
                                          <p:val>
                                            <p:strVal val="#ppt_y+0.028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9" dur="2375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1.22"/>
                                          </p:val>
                                        </p:tav>
                                        <p:tav tm="1404">
                                          <p:val>
                                            <p:fltVal val="94.45"/>
                                          </p:val>
                                        </p:tav>
                                        <p:tav tm="35091">
                                          <p:val>
                                            <p:fltVal val="312.18"/>
                                          </p:val>
                                        </p:tav>
                                        <p:tav tm="78604">
                                          <p:val>
                                            <p:fltVal val="592.29"/>
                                          </p:val>
                                        </p:tav>
                                        <p:tav tm="98255">
                                          <p:val>
                                            <p:fltVal val="720"/>
                                          </p:val>
                                        </p:tav>
                                        <p:tav tm="99659">
                                          <p:val>
                                            <p:fltVal val="722.2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22" dur="333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3" dur="1" fill="hold">
                                          <p:stCondLst>
                                            <p:cond delay="1667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4" dur="1695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9421"/>
                                          </p:val>
                                        </p:tav>
                                        <p:tav tm="1966">
                                          <p:val>
                                            <p:strVal val="#ppt_x-1.59421"/>
                                          </p:val>
                                        </p:tav>
                                        <p:tav tm="3933">
                                          <p:val>
                                            <p:strVal val="#ppt_x-1.58688"/>
                                          </p:val>
                                        </p:tav>
                                        <p:tav tm="15730">
                                          <p:val>
                                            <p:strVal val="#ppt_x-1.52171"/>
                                          </p:val>
                                        </p:tav>
                                        <p:tav tm="17697">
                                          <p:val>
                                            <p:strVal val="#ppt_x-1.51143"/>
                                          </p:val>
                                        </p:tav>
                                        <p:tav tm="35393">
                                          <p:val>
                                            <p:strVal val="#ppt_x-1.42712"/>
                                          </p:val>
                                        </p:tav>
                                        <p:tav tm="37359">
                                          <p:val>
                                            <p:strVal val="#ppt_x-1.4191"/>
                                          </p:val>
                                        </p:tav>
                                        <p:tav tm="58989">
                                          <p:val>
                                            <p:strVal val="#ppt_x-1.33759"/>
                                          </p:val>
                                        </p:tav>
                                        <p:tav tm="60955">
                                          <p:val>
                                            <p:strVal val="#ppt_x-1.3313"/>
                                          </p:val>
                                        </p:tav>
                                        <p:tav tm="78651">
                                          <p:val>
                                            <p:strVal val="#ppt_x-1.28277"/>
                                          </p:val>
                                        </p:tav>
                                        <p:tav tm="9634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314">
                                          <p:val>
                                            <p:strVal val="#ppt_x-1.2469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5" dur="1695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94334"/>
                                          </p:val>
                                        </p:tav>
                                        <p:tav tm="1966">
                                          <p:val>
                                            <p:strVal val="#ppt_y-0.94334"/>
                                          </p:val>
                                        </p:tav>
                                        <p:tav tm="3933">
                                          <p:val>
                                            <p:strVal val="#ppt_y-0.95389"/>
                                          </p:val>
                                        </p:tav>
                                        <p:tav tm="15730">
                                          <p:val>
                                            <p:strVal val="#ppt_y-1.04746"/>
                                          </p:val>
                                        </p:tav>
                                        <p:tav tm="17697">
                                          <p:val>
                                            <p:strVal val="#ppt_y-1.05717"/>
                                          </p:val>
                                        </p:tav>
                                        <p:tav tm="35393">
                                          <p:val>
                                            <p:strVal val="#ppt_y-1.06402"/>
                                          </p:val>
                                        </p:tav>
                                        <p:tav tm="37359">
                                          <p:val>
                                            <p:strVal val="#ppt_y-1.05165"/>
                                          </p:val>
                                        </p:tav>
                                        <p:tav tm="58989">
                                          <p:val>
                                            <p:strVal val="#ppt_y-0.85088"/>
                                          </p:val>
                                        </p:tav>
                                        <p:tav tm="60955">
                                          <p:val>
                                            <p:strVal val="#ppt_y-0.82205"/>
                                          </p:val>
                                        </p:tav>
                                        <p:tav tm="78651">
                                          <p:val>
                                            <p:strVal val="#ppt_y-0.48637"/>
                                          </p:val>
                                        </p:tav>
                                        <p:tav tm="80618">
                                          <p:val>
                                            <p:strVal val="#ppt_y-0.43463"/>
                                          </p:val>
                                        </p:tav>
                                        <p:tav tm="96348">
                                          <p:val>
                                            <p:strVal val="#ppt_y+0"/>
                                          </p:val>
                                        </p:tav>
                                        <p:tav tm="98314">
                                          <p:val>
                                            <p:strVal val="#ppt_y+0.046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6" dur="1695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0.56"/>
                                          </p:val>
                                        </p:tav>
                                        <p:tav tm="1966">
                                          <p:val>
                                            <p:fltVal val="-50.56"/>
                                          </p:val>
                                        </p:tav>
                                        <p:tav tm="3933">
                                          <p:val>
                                            <p:fltVal val="-54.93"/>
                                          </p:val>
                                        </p:tav>
                                        <p:tav tm="96348">
                                          <p:val>
                                            <p:fltVal val="-360"/>
                                          </p:val>
                                        </p:tav>
                                        <p:tav tm="98314">
                                          <p:val>
                                            <p:fltVal val="-365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29" dur="467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0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1" dur="2472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57688"/>
                                          </p:val>
                                        </p:tav>
                                        <p:tav tm="2697">
                                          <p:val>
                                            <p:strVal val="#ppt_x-0.57688"/>
                                          </p:val>
                                        </p:tav>
                                        <p:tav tm="4045">
                                          <p:val>
                                            <p:strVal val="#ppt_x-0.58315"/>
                                          </p:val>
                                        </p:tav>
                                        <p:tav tm="17529">
                                          <p:val>
                                            <p:strVal val="#ppt_x-0.72915"/>
                                          </p:val>
                                        </p:tav>
                                        <p:tav tm="25619">
                                          <p:val>
                                            <p:strVal val="#ppt_x-0.80471"/>
                                          </p:val>
                                        </p:tav>
                                        <p:tav tm="36406">
                                          <p:val>
                                            <p:strVal val="#ppt_x-0.90412"/>
                                          </p:val>
                                        </p:tav>
                                        <p:tav tm="37755">
                                          <p:val>
                                            <p:strVal val="#ppt_x-0.91457"/>
                                          </p:val>
                                        </p:tav>
                                        <p:tav tm="60677">
                                          <p:val>
                                            <p:strVal val="#ppt_x-1.07966"/>
                                          </p:val>
                                        </p:tav>
                                        <p:tav tm="79555">
                                          <p:val>
                                            <p:strVal val="#ppt_x-1.18167"/>
                                          </p:val>
                                        </p:tav>
                                        <p:tav tm="88994">
                                          <p:val>
                                            <p:strVal val="#ppt_x-1.2163"/>
                                          </p:val>
                                        </p:tav>
                                        <p:tav tm="9843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81">
                                          <p:val>
                                            <p:strVal val="#ppt_x-1.250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2" dur="2472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5.45632"/>
                                          </p:val>
                                        </p:tav>
                                        <p:tav tm="2697">
                                          <p:val>
                                            <p:strVal val="#ppt_y-5.45632"/>
                                          </p:val>
                                        </p:tav>
                                        <p:tav tm="4045">
                                          <p:val>
                                            <p:strVal val="#ppt_y-5.4454"/>
                                          </p:val>
                                        </p:tav>
                                        <p:tav tm="17529">
                                          <p:val>
                                            <p:strVal val="#ppt_y-5.19327"/>
                                          </p:val>
                                        </p:tav>
                                        <p:tav tm="18877">
                                          <p:val>
                                            <p:strVal val="#ppt_y-5.15004"/>
                                          </p:val>
                                        </p:tav>
                                        <p:tav tm="36406">
                                          <p:val>
                                            <p:strVal val="#ppt_y-4.54496"/>
                                          </p:val>
                                        </p:tav>
                                        <p:tav tm="37755">
                                          <p:val>
                                            <p:strVal val="#ppt_y-4.47829"/>
                                          </p:val>
                                        </p:tav>
                                        <p:tav tm="45845">
                                          <p:val>
                                            <p:strVal val="#ppt_y-4.03153"/>
                                          </p:val>
                                        </p:tav>
                                        <p:tav tm="55284">
                                          <p:val>
                                            <p:strVal val="#ppt_y-3.50895"/>
                                          </p:val>
                                        </p:tav>
                                        <p:tav tm="59329">
                                          <p:val>
                                            <p:strVal val="#ppt_y-3.28469"/>
                                          </p:val>
                                        </p:tav>
                                        <p:tav tm="60677">
                                          <p:val>
                                            <p:strVal val="#ppt_y-3.20785"/>
                                          </p:val>
                                        </p:tav>
                                        <p:tav tm="71465">
                                          <p:val>
                                            <p:strVal val="#ppt_y-2.38794"/>
                                          </p:val>
                                        </p:tav>
                                        <p:tav tm="79555">
                                          <p:val>
                                            <p:strVal val="#ppt_y-1.77413"/>
                                          </p:val>
                                        </p:tav>
                                        <p:tav tm="80903">
                                          <p:val>
                                            <p:strVal val="#ppt_y-1.64833"/>
                                          </p:val>
                                        </p:tav>
                                        <p:tav tm="98432">
                                          <p:val>
                                            <p:strVal val="#ppt_y+0"/>
                                          </p:val>
                                        </p:tav>
                                        <p:tav tm="99781">
                                          <p:val>
                                            <p:strVal val="#ppt_y+0.02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3" dur="2472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1.29"/>
                                          </p:val>
                                        </p:tav>
                                        <p:tav tm="2697">
                                          <p:val>
                                            <p:fltVal val="161.29"/>
                                          </p:val>
                                        </p:tav>
                                        <p:tav tm="4045">
                                          <p:val>
                                            <p:fltVal val="164.71"/>
                                          </p:val>
                                        </p:tav>
                                        <p:tav tm="98432">
                                          <p:val>
                                            <p:fltVal val="720"/>
                                          </p:val>
                                        </p:tav>
                                        <p:tav tm="99781">
                                          <p:val>
                                            <p:fltVal val="721.2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36" dur="333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7" dur="1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8" dur="1637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708"/>
                                          </p:val>
                                        </p:tav>
                                        <p:tav tm="2036">
                                          <p:val>
                                            <p:strVal val="#ppt_x-0.7708"/>
                                          </p:val>
                                        </p:tav>
                                        <p:tav tm="4072">
                                          <p:val>
                                            <p:strVal val="#ppt_x-0.78356"/>
                                          </p:val>
                                        </p:tav>
                                        <p:tav tm="16290">
                                          <p:val>
                                            <p:strVal val="#ppt_x-0.87465"/>
                                          </p:val>
                                        </p:tav>
                                        <p:tav tm="34615">
                                          <p:val>
                                            <p:strVal val="#ppt_x-0.99341"/>
                                          </p:val>
                                        </p:tav>
                                        <p:tav tm="36652">
                                          <p:val>
                                            <p:strVal val="#ppt_x-1.00555"/>
                                          </p:val>
                                        </p:tav>
                                        <p:tav tm="46833">
                                          <p:val>
                                            <p:strVal val="#ppt_x-1.05838"/>
                                          </p:val>
                                        </p:tav>
                                        <p:tav tm="59050">
                                          <p:val>
                                            <p:strVal val="#ppt_x-1.12249"/>
                                          </p:val>
                                        </p:tav>
                                        <p:tav tm="61086">
                                          <p:val>
                                            <p:strVal val="#ppt_x-1.13135"/>
                                          </p:val>
                                        </p:tav>
                                        <p:tav tm="77376">
                                          <p:val>
                                            <p:strVal val="#ppt_x-1.19489"/>
                                          </p:val>
                                        </p:tav>
                                        <p:tav tm="79412">
                                          <p:val>
                                            <p:strVal val="#ppt_x-1.2021"/>
                                          </p:val>
                                        </p:tav>
                                        <p:tav tm="9773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74">
                                          <p:val>
                                            <p:strVal val="#ppt_x-1.25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9" dur="1637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50342"/>
                                          </p:val>
                                        </p:tav>
                                        <p:tav tm="2036">
                                          <p:val>
                                            <p:strVal val="#ppt_y-1.50342"/>
                                          </p:val>
                                        </p:tav>
                                        <p:tav tm="4072">
                                          <p:val>
                                            <p:strVal val="#ppt_y-1.50567"/>
                                          </p:val>
                                        </p:tav>
                                        <p:tav tm="16290">
                                          <p:val>
                                            <p:strVal val="#ppt_y-1.52264"/>
                                          </p:val>
                                        </p:tav>
                                        <p:tav tm="18326">
                                          <p:val>
                                            <p:strVal val="#ppt_y-1.51412"/>
                                          </p:val>
                                        </p:tav>
                                        <p:tav tm="34615">
                                          <p:val>
                                            <p:strVal val="#ppt_y-1.42376"/>
                                          </p:val>
                                        </p:tav>
                                        <p:tav tm="36652">
                                          <p:val>
                                            <p:strVal val="#ppt_y-1.40495"/>
                                          </p:val>
                                        </p:tav>
                                        <p:tav tm="59050">
                                          <p:val>
                                            <p:strVal val="#ppt_y-1.07647"/>
                                          </p:val>
                                        </p:tav>
                                        <p:tav tm="61086">
                                          <p:val>
                                            <p:strVal val="#ppt_y-1.03399"/>
                                          </p:val>
                                        </p:tav>
                                        <p:tav tm="63122">
                                          <p:val>
                                            <p:strVal val="#ppt_y-0.98537"/>
                                          </p:val>
                                        </p:tav>
                                        <p:tav tm="77376">
                                          <p:val>
                                            <p:strVal val="#ppt_y-0.64369"/>
                                          </p:val>
                                        </p:tav>
                                        <p:tav tm="79412">
                                          <p:val>
                                            <p:strVal val="#ppt_y-0.5901"/>
                                          </p:val>
                                        </p:tav>
                                        <p:tav tm="97738">
                                          <p:val>
                                            <p:strVal val="#ppt_y+0"/>
                                          </p:val>
                                        </p:tav>
                                        <p:tav tm="99774">
                                          <p:val>
                                            <p:strVal val="#ppt_y+0.007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0" dur="1637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5.6"/>
                                          </p:val>
                                        </p:tav>
                                        <p:tav tm="2036">
                                          <p:val>
                                            <p:fltVal val="-105.6"/>
                                          </p:val>
                                        </p:tav>
                                        <p:tav tm="4072">
                                          <p:val>
                                            <p:fltVal val="-110.15"/>
                                          </p:val>
                                        </p:tav>
                                        <p:tav tm="97738">
                                          <p:val>
                                            <p:fltVal val="-360"/>
                                          </p:val>
                                        </p:tav>
                                        <p:tav tm="99774">
                                          <p:val>
                                            <p:fltVal val="-360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43" dur="433">
                                          <p:stCondLst>
                                            <p:cond delay="1533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4" dur="1" fill="hold">
                                          <p:stCondLst>
                                            <p:cond delay="1967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5" dur="1975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90205"/>
                                          </p:val>
                                        </p:tav>
                                        <p:tav tm="1688">
                                          <p:val>
                                            <p:strVal val="#ppt_x-1.89911"/>
                                          </p:val>
                                        </p:tav>
                                        <p:tav tm="15188">
                                          <p:val>
                                            <p:strVal val="#ppt_x-1.76046"/>
                                          </p:val>
                                        </p:tav>
                                        <p:tav tm="16876">
                                          <p:val>
                                            <p:strVal val="#ppt_x-1.74449"/>
                                          </p:val>
                                        </p:tav>
                                        <p:tav tm="35439">
                                          <p:val>
                                            <p:strVal val="#ppt_x-1.58105"/>
                                          </p:val>
                                        </p:tav>
                                        <p:tav tm="59065">
                                          <p:val>
                                            <p:strVal val="#ppt_x-1.41687"/>
                                          </p:val>
                                        </p:tav>
                                        <p:tav tm="60753">
                                          <p:val>
                                            <p:strVal val="#ppt_x-1.40738"/>
                                          </p:val>
                                        </p:tav>
                                        <p:tav tm="77629">
                                          <p:val>
                                            <p:strVal val="#ppt_x-1.32156"/>
                                          </p:val>
                                        </p:tav>
                                        <p:tav tm="79316">
                                          <p:val>
                                            <p:strVal val="#ppt_x-1.31362"/>
                                          </p:val>
                                        </p:tav>
                                        <p:tav tm="9788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567">
                                          <p:val>
                                            <p:strVal val="#ppt_x-1.248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6" dur="1975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36323"/>
                                          </p:val>
                                        </p:tav>
                                        <p:tav tm="1688">
                                          <p:val>
                                            <p:strVal val="#ppt_y-3.36046"/>
                                          </p:val>
                                        </p:tav>
                                        <p:tav tm="15188">
                                          <p:val>
                                            <p:strVal val="#ppt_y-3.23003"/>
                                          </p:val>
                                        </p:tav>
                                        <p:tav tm="16876">
                                          <p:val>
                                            <p:strVal val="#ppt_y-3.20395"/>
                                          </p:val>
                                        </p:tav>
                                        <p:tav tm="33752">
                                          <p:val>
                                            <p:strVal val="#ppt_y-2.86509"/>
                                          </p:val>
                                        </p:tav>
                                        <p:tav tm="35439">
                                          <p:val>
                                            <p:strVal val="#ppt_y-2.82961"/>
                                          </p:val>
                                        </p:tav>
                                        <p:tav tm="59065">
                                          <p:val>
                                            <p:strVal val="#ppt_y-2.0386"/>
                                          </p:val>
                                        </p:tav>
                                        <p:tav tm="60753">
                                          <p:val>
                                            <p:strVal val="#ppt_y-1.96596"/>
                                          </p:val>
                                        </p:tav>
                                        <p:tav tm="77629">
                                          <p:val>
                                            <p:strVal val="#ppt_y-1.17495"/>
                                          </p:val>
                                        </p:tav>
                                        <p:tav tm="79316">
                                          <p:val>
                                            <p:strVal val="#ppt_y-1.09125"/>
                                          </p:val>
                                        </p:tav>
                                        <p:tav tm="97880">
                                          <p:val>
                                            <p:strVal val="#ppt_y+0"/>
                                          </p:val>
                                        </p:tav>
                                        <p:tav tm="99567">
                                          <p:val>
                                            <p:strVal val="#ppt_y+0.025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7" dur="1975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6.67"/>
                                          </p:val>
                                        </p:tav>
                                        <p:tav tm="1688">
                                          <p:val>
                                            <p:fltVal val="76.43"/>
                                          </p:val>
                                        </p:tav>
                                        <p:tav tm="16876">
                                          <p:val>
                                            <p:fltVal val="63.94"/>
                                          </p:val>
                                        </p:tav>
                                        <p:tav tm="59065">
                                          <p:val>
                                            <p:fltVal val="31.04"/>
                                          </p:val>
                                        </p:tav>
                                        <p:tav tm="79316">
                                          <p:val>
                                            <p:fltVal val="14.37"/>
                                          </p:val>
                                        </p:tav>
                                        <p:tav tm="97880">
                                          <p:val>
                                            <p:fltVal val="0"/>
                                          </p:val>
                                        </p:tav>
                                        <p:tav tm="99567">
                                          <p:val>
                                            <p:fltVal val="-0.3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50" dur="333">
                                          <p:stCondLst>
                                            <p:cond delay="1233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1" dur="1" fill="hold">
                                          <p:stCondLst>
                                            <p:cond delay="1567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2" dur="1598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7415"/>
                                          </p:val>
                                        </p:tav>
                                        <p:tav tm="2086">
                                          <p:val>
                                            <p:strVal val="#ppt_x-1.56852"/>
                                          </p:val>
                                        </p:tav>
                                        <p:tav tm="14600">
                                          <p:val>
                                            <p:strVal val="#ppt_x-1.50468"/>
                                          </p:val>
                                        </p:tav>
                                        <p:tav tm="16686">
                                          <p:val>
                                            <p:strVal val="#ppt_x-1.49486"/>
                                          </p:val>
                                        </p:tav>
                                        <p:tav tm="33372">
                                          <p:val>
                                            <p:strVal val="#ppt_x-1.4213"/>
                                          </p:val>
                                        </p:tav>
                                        <p:tav tm="35458">
                                          <p:val>
                                            <p:strVal val="#ppt_x-1.41259"/>
                                          </p:val>
                                        </p:tav>
                                        <p:tav tm="58401">
                                          <p:val>
                                            <p:strVal val="#ppt_x-1.33221"/>
                                          </p:val>
                                        </p:tav>
                                        <p:tav tm="60487">
                                          <p:val>
                                            <p:strVal val="#ppt_x-1.32615"/>
                                          </p:val>
                                        </p:tav>
                                        <p:tav tm="66744">
                                          <p:val>
                                            <p:strVal val="#ppt_x-1.31004"/>
                                          </p:val>
                                        </p:tav>
                                        <p:tav tm="77173">
                                          <p:val>
                                            <p:strVal val="#ppt_x-1.2833"/>
                                          </p:val>
                                        </p:tav>
                                        <p:tav tm="79258">
                                          <p:val>
                                            <p:strVal val="#ppt_x-1.27858"/>
                                          </p:val>
                                        </p:tav>
                                        <p:tav tm="98030">
                                          <p:val>
                                            <p:strVal val="#ppt_x-1.246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3" dur="1598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00084"/>
                                          </p:val>
                                        </p:tav>
                                        <p:tav tm="2086">
                                          <p:val>
                                            <p:strVal val="#ppt_y-1.00721"/>
                                          </p:val>
                                        </p:tav>
                                        <p:tav tm="14600">
                                          <p:val>
                                            <p:strVal val="#ppt_y-1.07939"/>
                                          </p:val>
                                        </p:tav>
                                        <p:tav tm="16686">
                                          <p:val>
                                            <p:strVal val="#ppt_y-1.08347"/>
                                          </p:val>
                                        </p:tav>
                                        <p:tav tm="33372">
                                          <p:val>
                                            <p:strVal val="#ppt_y-1.06576"/>
                                          </p:val>
                                        </p:tav>
                                        <p:tav tm="35458">
                                          <p:val>
                                            <p:strVal val="#ppt_y-1.05868"/>
                                          </p:val>
                                        </p:tav>
                                        <p:tav tm="58401">
                                          <p:val>
                                            <p:strVal val="#ppt_y-0.83205"/>
                                          </p:val>
                                        </p:tav>
                                        <p:tav tm="60487">
                                          <p:val>
                                            <p:strVal val="#ppt_y-0.79956"/>
                                          </p:val>
                                        </p:tav>
                                        <p:tav tm="77173">
                                          <p:val>
                                            <p:strVal val="#ppt_y-0.48737"/>
                                          </p:val>
                                        </p:tav>
                                        <p:tav tm="79258">
                                          <p:val>
                                            <p:strVal val="#ppt_y-0.44261"/>
                                          </p:val>
                                        </p:tav>
                                        <p:tav tm="95944">
                                          <p:val>
                                            <p:strVal val="#ppt_y+0"/>
                                          </p:val>
                                        </p:tav>
                                        <p:tav tm="98030">
                                          <p:val>
                                            <p:strVal val="#ppt_y+0.052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4" dur="1598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8.98"/>
                                          </p:val>
                                        </p:tav>
                                        <p:tav tm="2086">
                                          <p:val>
                                            <p:fltVal val="121.79"/>
                                          </p:val>
                                        </p:tav>
                                        <p:tav tm="35458">
                                          <p:val>
                                            <p:fltVal val="206.39"/>
                                          </p:val>
                                        </p:tav>
                                        <p:tav tm="60487">
                                          <p:val>
                                            <p:fltVal val="270.38"/>
                                          </p:val>
                                        </p:tav>
                                        <p:tav tm="98030">
                                          <p:val>
                                            <p:fltVal val="364.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57" dur="500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8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9" dur="2456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8526"/>
                                          </p:val>
                                        </p:tav>
                                        <p:tav tm="2714">
                                          <p:val>
                                            <p:strVal val="#ppt_x-0.88526"/>
                                          </p:val>
                                        </p:tav>
                                        <p:tav tm="4071">
                                          <p:val>
                                            <p:strVal val="#ppt_x-0.88771"/>
                                          </p:val>
                                        </p:tav>
                                        <p:tav tm="17640">
                                          <p:val>
                                            <p:strVal val="#ppt_x-0.96743"/>
                                          </p:val>
                                        </p:tav>
                                        <p:tav tm="36638">
                                          <p:val>
                                            <p:strVal val="#ppt_x-1.06347"/>
                                          </p:val>
                                        </p:tav>
                                        <p:tav tm="59706">
                                          <p:val>
                                            <p:strVal val="#ppt_x-1.15551"/>
                                          </p:val>
                                        </p:tav>
                                        <p:tav tm="61063">
                                          <p:val>
                                            <p:strVal val="#ppt_x-1.16047"/>
                                          </p:val>
                                        </p:tav>
                                        <p:tav tm="78703">
                                          <p:val>
                                            <p:strVal val="#ppt_x-1.21183"/>
                                          </p:val>
                                        </p:tav>
                                        <p:tav tm="80060">
                                          <p:val>
                                            <p:strVal val="#ppt_x-1.21539"/>
                                          </p:val>
                                        </p:tav>
                                        <p:tav tm="9770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057">
                                          <p:val>
                                            <p:strVal val="#ppt_x-1.251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0" dur="2456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95881"/>
                                          </p:val>
                                        </p:tav>
                                        <p:tav tm="2714">
                                          <p:val>
                                            <p:strVal val="#ppt_y-2.95881"/>
                                          </p:val>
                                        </p:tav>
                                        <p:tav tm="4071">
                                          <p:val>
                                            <p:strVal val="#ppt_y-2.96153"/>
                                          </p:val>
                                        </p:tav>
                                        <p:tav tm="17640">
                                          <p:val>
                                            <p:strVal val="#ppt_y-3.05013"/>
                                          </p:val>
                                        </p:tav>
                                        <p:tav tm="18997">
                                          <p:val>
                                            <p:strVal val="#ppt_y-3.04169"/>
                                          </p:val>
                                        </p:tav>
                                        <p:tav tm="36638">
                                          <p:val>
                                            <p:strVal val="#ppt_y-2.87828"/>
                                          </p:val>
                                        </p:tav>
                                        <p:tav tm="37995">
                                          <p:val>
                                            <p:strVal val="#ppt_y-2.84348"/>
                                          </p:val>
                                        </p:tav>
                                        <p:tav tm="59706">
                                          <p:val>
                                            <p:strVal val="#ppt_y-2.20153"/>
                                          </p:val>
                                        </p:tav>
                                        <p:tav tm="61063">
                                          <p:val>
                                            <p:strVal val="#ppt_y-2.15297"/>
                                          </p:val>
                                        </p:tav>
                                        <p:tav tm="78703">
                                          <p:val>
                                            <p:strVal val="#ppt_y-1.27323"/>
                                          </p:val>
                                        </p:tav>
                                        <p:tav tm="80060">
                                          <p:val>
                                            <p:strVal val="#ppt_y-1.19807"/>
                                          </p:val>
                                        </p:tav>
                                        <p:tav tm="97700">
                                          <p:val>
                                            <p:strVal val="#ppt_y+0"/>
                                          </p:val>
                                        </p:tav>
                                        <p:tav tm="99057">
                                          <p:val>
                                            <p:strVal val="#ppt_y+0.064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1" dur="2456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31.65"/>
                                          </p:val>
                                        </p:tav>
                                        <p:tav tm="4071">
                                          <p:val>
                                            <p:fltVal val="-31.51"/>
                                          </p:val>
                                        </p:tav>
                                        <p:tav tm="80060">
                                          <p:val>
                                            <p:fltVal val="-6.5"/>
                                          </p:val>
                                        </p:tav>
                                        <p:tav tm="99057">
                                          <p:val>
                                            <p:fltVal val="0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64" dur="367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5" dur="1" fill="hold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6" dur="1862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9832"/>
                                          </p:val>
                                        </p:tav>
                                        <p:tav tm="1790">
                                          <p:val>
                                            <p:strVal val="#ppt_x-1.59832"/>
                                          </p:val>
                                        </p:tav>
                                        <p:tav tm="3581">
                                          <p:val>
                                            <p:strVal val="#ppt_x-1.59053"/>
                                          </p:val>
                                        </p:tav>
                                        <p:tav tm="16113">
                                          <p:val>
                                            <p:strVal val="#ppt_x-1.52054"/>
                                          </p:val>
                                        </p:tav>
                                        <p:tav tm="19694">
                                          <p:val>
                                            <p:strVal val="#ppt_x-1.50298"/>
                                          </p:val>
                                        </p:tav>
                                        <p:tav tm="35807">
                                          <p:val>
                                            <p:strVal val="#ppt_x-1.42611"/>
                                          </p:val>
                                        </p:tav>
                                        <p:tav tm="59081">
                                          <p:val>
                                            <p:strVal val="#ppt_x-1.3389"/>
                                          </p:val>
                                        </p:tav>
                                        <p:tav tm="60871">
                                          <p:val>
                                            <p:strVal val="#ppt_x-1.33321"/>
                                          </p:val>
                                        </p:tav>
                                        <p:tav tm="78775">
                                          <p:val>
                                            <p:strVal val="#ppt_x-1.28336"/>
                                          </p:val>
                                        </p:tav>
                                        <p:tav tm="93097">
                                          <p:val>
                                            <p:strVal val="#ppt_x-1.25656"/>
                                          </p:val>
                                        </p:tav>
                                        <p:tav tm="9667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468">
                                          <p:val>
                                            <p:strVal val="#ppt_x-1.24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1862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06032"/>
                                          </p:val>
                                        </p:tav>
                                        <p:tav tm="16113">
                                          <p:val>
                                            <p:strVal val="#ppt_y-2.06166"/>
                                          </p:val>
                                        </p:tav>
                                        <p:tav tm="17903">
                                          <p:val>
                                            <p:strVal val="#ppt_y-2.04985"/>
                                          </p:val>
                                        </p:tav>
                                        <p:tav tm="35807">
                                          <p:val>
                                            <p:strVal val="#ppt_y-1.8885"/>
                                          </p:val>
                                        </p:tav>
                                        <p:tav tm="59081">
                                          <p:val>
                                            <p:strVal val="#ppt_y-1.40282"/>
                                          </p:val>
                                        </p:tav>
                                        <p:tav tm="60871">
                                          <p:val>
                                            <p:strVal val="#ppt_y-1.35277"/>
                                          </p:val>
                                        </p:tav>
                                        <p:tav tm="78775">
                                          <p:val>
                                            <p:strVal val="#ppt_y-0.76854"/>
                                          </p:val>
                                        </p:tav>
                                        <p:tav tm="80565">
                                          <p:val>
                                            <p:strVal val="#ppt_y-0.69386"/>
                                          </p:val>
                                        </p:tav>
                                        <p:tav tm="96678">
                                          <p:val>
                                            <p:strVal val="#ppt_y+0"/>
                                          </p:val>
                                        </p:tav>
                                        <p:tav tm="98468">
                                          <p:val>
                                            <p:strVal val="#ppt_y+0.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8" dur="1862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28.57"/>
                                          </p:val>
                                        </p:tav>
                                        <p:tav tm="1790">
                                          <p:val>
                                            <p:fltVal val="-128.57"/>
                                          </p:val>
                                        </p:tav>
                                        <p:tav tm="3581">
                                          <p:val>
                                            <p:fltVal val="-137.3"/>
                                          </p:val>
                                        </p:tav>
                                        <p:tav tm="59081">
                                          <p:val>
                                            <p:fltVal val="-484.08"/>
                                          </p:val>
                                        </p:tav>
                                        <p:tav tm="78775">
                                          <p:val>
                                            <p:fltVal val="-608.12"/>
                                          </p:val>
                                        </p:tav>
                                        <p:tav tm="96678">
                                          <p:val>
                                            <p:fltVal val="-720"/>
                                          </p:val>
                                        </p:tav>
                                        <p:tav tm="98468">
                                          <p:val>
                                            <p:fltVal val="-729.5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71" dur="4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3" dur="2216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4387"/>
                                          </p:val>
                                        </p:tav>
                                        <p:tav tm="3009">
                                          <p:val>
                                            <p:strVal val="#ppt_x-1.14387"/>
                                          </p:val>
                                        </p:tav>
                                        <p:tav tm="4513">
                                          <p:val>
                                            <p:strVal val="#ppt_x-1.14488"/>
                                          </p:val>
                                        </p:tav>
                                        <p:tav tm="18054">
                                          <p:val>
                                            <p:strVal val="#ppt_x-1.16723"/>
                                          </p:val>
                                        </p:tav>
                                        <p:tav tm="37612">
                                          <p:val>
                                            <p:strVal val="#ppt_x-1.1963"/>
                                          </p:val>
                                        </p:tav>
                                        <p:tav tm="48144">
                                          <p:val>
                                            <p:strVal val="#ppt_x-1.20898"/>
                                          </p:val>
                                        </p:tav>
                                        <p:tav tm="60180">
                                          <p:val>
                                            <p:strVal val="#ppt_x-1.22236"/>
                                          </p:val>
                                        </p:tav>
                                        <p:tav tm="79738">
                                          <p:val>
                                            <p:strVal val="#ppt_x-1.23881"/>
                                          </p:val>
                                        </p:tav>
                                        <p:tav tm="93279">
                                          <p:val>
                                            <p:strVal val="#ppt_x-1.24741"/>
                                          </p:val>
                                        </p:tav>
                                        <p:tav tm="9779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97">
                                          <p:val>
                                            <p:strVal val="#ppt_x-1.250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4" dur="2216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05695"/>
                                          </p:val>
                                        </p:tav>
                                        <p:tav tm="3009">
                                          <p:val>
                                            <p:strVal val="#ppt_y-2.05695"/>
                                          </p:val>
                                        </p:tav>
                                        <p:tav tm="4513">
                                          <p:val>
                                            <p:strVal val="#ppt_y-2.06243"/>
                                          </p:val>
                                        </p:tav>
                                        <p:tav tm="18054">
                                          <p:val>
                                            <p:strVal val="#ppt_y-2.18362"/>
                                          </p:val>
                                        </p:tav>
                                        <p:tav tm="36108">
                                          <p:val>
                                            <p:strVal val="#ppt_y-2.11281"/>
                                          </p:val>
                                        </p:tav>
                                        <p:tav tm="37612">
                                          <p:val>
                                            <p:strVal val="#ppt_y-2.09718"/>
                                          </p:val>
                                        </p:tav>
                                        <p:tav tm="60180">
                                          <p:val>
                                            <p:strVal val="#ppt_y-1.64107"/>
                                          </p:val>
                                        </p:tav>
                                        <p:tav tm="61684">
                                          <p:val>
                                            <p:strVal val="#ppt_y-1.59367"/>
                                          </p:val>
                                        </p:tav>
                                        <p:tav tm="78234">
                                          <p:val>
                                            <p:strVal val="#ppt_y-0.98386"/>
                                          </p:val>
                                        </p:tav>
                                        <p:tav tm="79738">
                                          <p:val>
                                            <p:strVal val="#ppt_y-0.92612"/>
                                          </p:val>
                                        </p:tav>
                                        <p:tav tm="97792">
                                          <p:val>
                                            <p:strVal val="#ppt_y+0"/>
                                          </p:val>
                                        </p:tav>
                                        <p:tav tm="99297">
                                          <p:val>
                                            <p:strVal val="#ppt_y+0.036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5" dur="2216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.35"/>
                                          </p:val>
                                        </p:tav>
                                        <p:tav tm="3009">
                                          <p:val>
                                            <p:fltVal val="7.35"/>
                                          </p:val>
                                        </p:tav>
                                        <p:tav tm="4513">
                                          <p:val>
                                            <p:fltVal val="11.96"/>
                                          </p:val>
                                        </p:tav>
                                        <p:tav tm="18054">
                                          <p:val>
                                            <p:fltVal val="115.03"/>
                                          </p:val>
                                        </p:tav>
                                        <p:tav tm="37612">
                                          <p:val>
                                            <p:fltVal val="262.91"/>
                                          </p:val>
                                        </p:tav>
                                        <p:tav tm="60180">
                                          <p:val>
                                            <p:fltVal val="434.69"/>
                                          </p:val>
                                        </p:tav>
                                        <p:tav tm="79738">
                                          <p:val>
                                            <p:fltVal val="582.57"/>
                                          </p:val>
                                        </p:tav>
                                        <p:tav tm="97792">
                                          <p:val>
                                            <p:fltVal val="720"/>
                                          </p:val>
                                        </p:tav>
                                        <p:tav tm="99297">
                                          <p:val>
                                            <p:fltVal val="725.3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78" dur="4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9" dur="1" fill="hold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0" dur="2225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3511"/>
                                          </p:val>
                                        </p:tav>
                                        <p:tav tm="1498">
                                          <p:val>
                                            <p:strVal val="#ppt_x-0.93511"/>
                                          </p:val>
                                        </p:tav>
                                        <p:tav tm="2997">
                                          <p:val>
                                            <p:strVal val="#ppt_x-0.9384"/>
                                          </p:val>
                                        </p:tav>
                                        <p:tav tm="16483">
                                          <p:val>
                                            <p:strVal val="#ppt_x-1.00392"/>
                                          </p:val>
                                        </p:tav>
                                        <p:tav tm="25473">
                                          <p:val>
                                            <p:strVal val="#ppt_x-1.04312"/>
                                          </p:val>
                                        </p:tav>
                                        <p:tav tm="35962">
                                          <p:val>
                                            <p:strVal val="#ppt_x-1.09008"/>
                                          </p:val>
                                        </p:tav>
                                        <p:tav tm="47950">
                                          <p:val>
                                            <p:strVal val="#ppt_x-1.13233"/>
                                          </p:val>
                                        </p:tav>
                                        <p:tav tm="53943">
                                          <p:val>
                                            <p:strVal val="#ppt_x-1.15248"/>
                                          </p:val>
                                        </p:tav>
                                        <p:tav tm="59937">
                                          <p:val>
                                            <p:strVal val="#ppt_x-1.17198"/>
                                          </p:val>
                                        </p:tav>
                                        <p:tav tm="71925">
                                          <p:val>
                                            <p:strVal val="#ppt_x-1.19959"/>
                                          </p:val>
                                        </p:tav>
                                        <p:tav tm="79417">
                                          <p:val>
                                            <p:strVal val="#ppt_x-1.21744"/>
                                          </p:val>
                                        </p:tav>
                                        <p:tav tm="86909">
                                          <p:val>
                                            <p:strVal val="#ppt_x-1.23048"/>
                                          </p:val>
                                        </p:tav>
                                        <p:tav tm="9739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896">
                                          <p:val>
                                            <p:strVal val="#ppt_x-1.252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1" dur="2225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83525"/>
                                          </p:val>
                                        </p:tav>
                                        <p:tav tm="2997">
                                          <p:val>
                                            <p:strVal val="#ppt_y-2.83633"/>
                                          </p:val>
                                        </p:tav>
                                        <p:tav tm="8991">
                                          <p:val>
                                            <p:strVal val="#ppt_y-2.84646"/>
                                          </p:val>
                                        </p:tav>
                                        <p:tav tm="16483">
                                          <p:val>
                                            <p:strVal val="#ppt_y-2.86058"/>
                                          </p:val>
                                        </p:tav>
                                        <p:tav tm="17981">
                                          <p:val>
                                            <p:strVal val="#ppt_y-2.84725"/>
                                          </p:val>
                                        </p:tav>
                                        <p:tav tm="28470">
                                          <p:val>
                                            <p:strVal val="#ppt_y-2.72979"/>
                                          </p:val>
                                        </p:tav>
                                        <p:tav tm="35962">
                                          <p:val>
                                            <p:strVal val="#ppt_y-2.64413"/>
                                          </p:val>
                                        </p:tav>
                                        <p:tav tm="41956">
                                          <p:val>
                                            <p:strVal val="#ppt_y-2.47339"/>
                                          </p:val>
                                        </p:tav>
                                        <p:tav tm="59937">
                                          <p:val>
                                            <p:strVal val="#ppt_y-1.95787"/>
                                          </p:val>
                                        </p:tav>
                                        <p:tav tm="61436">
                                          <p:val>
                                            <p:strVal val="#ppt_y-1.89138"/>
                                          </p:val>
                                        </p:tav>
                                        <p:tav tm="68928">
                                          <p:val>
                                            <p:strVal val="#ppt_y-1.55269"/>
                                          </p:val>
                                        </p:tav>
                                        <p:tav tm="77918">
                                          <p:val>
                                            <p:strVal val="#ppt_y-1.14851"/>
                                          </p:val>
                                        </p:tav>
                                        <p:tav tm="79417">
                                          <p:val>
                                            <p:strVal val="#ppt_y-1.07898"/>
                                          </p:val>
                                        </p:tav>
                                        <p:tav tm="89906">
                                          <p:val>
                                            <p:strVal val="#ppt_y-0.45065"/>
                                          </p:val>
                                        </p:tav>
                                        <p:tav tm="97398">
                                          <p:val>
                                            <p:strVal val="#ppt_y+0"/>
                                          </p:val>
                                        </p:tav>
                                        <p:tav tm="98896">
                                          <p:val>
                                            <p:strVal val="#ppt_y+0.0665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2" dur="2225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9.54"/>
                                          </p:val>
                                        </p:tav>
                                        <p:tav tm="1498">
                                          <p:val>
                                            <p:fltVal val="-159.54"/>
                                          </p:val>
                                        </p:tav>
                                        <p:tav tm="2997">
                                          <p:val>
                                            <p:fltVal val="-163.58"/>
                                          </p:val>
                                        </p:tav>
                                        <p:tav tm="79417">
                                          <p:val>
                                            <p:fltVal val="-613.45"/>
                                          </p:val>
                                        </p:tav>
                                        <p:tav tm="97398">
                                          <p:val>
                                            <p:fltVal val="-720"/>
                                          </p:val>
                                        </p:tav>
                                        <p:tav tm="98896">
                                          <p:val>
                                            <p:fltVal val="-726.5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85" dur="333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6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7" dur="1735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3553"/>
                                          </p:val>
                                        </p:tav>
                                        <p:tav tm="3843">
                                          <p:val>
                                            <p:strVal val="#ppt_x-1.03553"/>
                                          </p:val>
                                        </p:tav>
                                        <p:tav tm="5764">
                                          <p:val>
                                            <p:strVal val="#ppt_x-1.04015"/>
                                          </p:val>
                                        </p:tav>
                                        <p:tav tm="19215">
                                          <p:val>
                                            <p:strVal val="#ppt_x-1.08724"/>
                                          </p:val>
                                        </p:tav>
                                        <p:tav tm="36508">
                                          <p:val>
                                            <p:strVal val="#ppt_x-1.13967"/>
                                          </p:val>
                                        </p:tav>
                                        <p:tav tm="38430">
                                          <p:val>
                                            <p:strVal val="#ppt_x-1.14471"/>
                                          </p:val>
                                        </p:tav>
                                        <p:tav tm="59566">
                                          <p:val>
                                            <p:strVal val="#ppt_x-1.19512"/>
                                          </p:val>
                                        </p:tav>
                                        <p:tav tm="61488">
                                          <p:val>
                                            <p:strVal val="#ppt_x-1.19915"/>
                                          </p:val>
                                        </p:tav>
                                        <p:tav tm="78781">
                                          <p:val>
                                            <p:strVal val="#ppt_x-1.22935"/>
                                          </p:val>
                                        </p:tav>
                                        <p:tav tm="97996">
                                          <p:val>
                                            <p:strVal val="#ppt_x-1.25226"/>
                                          </p:val>
                                        </p:tav>
                                        <p:tav tm="99918">
                                          <p:val>
                                            <p:strVal val="#ppt_x-1.252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8" dur="1735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56264"/>
                                          </p:val>
                                        </p:tav>
                                        <p:tav tm="3843">
                                          <p:val>
                                            <p:strVal val="#ppt_y-1.56264"/>
                                          </p:val>
                                        </p:tav>
                                        <p:tav tm="5764">
                                          <p:val>
                                            <p:strVal val="#ppt_y-1.56446"/>
                                          </p:val>
                                        </p:tav>
                                        <p:tav tm="17293">
                                          <p:val>
                                            <p:strVal val="#ppt_y-1.58054"/>
                                          </p:val>
                                        </p:tav>
                                        <p:tav tm="19215">
                                          <p:val>
                                            <p:strVal val="#ppt_y-1.57766"/>
                                          </p:val>
                                        </p:tav>
                                        <p:tav tm="36508">
                                          <p:val>
                                            <p:strVal val="#ppt_y-1.46761"/>
                                          </p:val>
                                        </p:tav>
                                        <p:tav tm="38430">
                                          <p:val>
                                            <p:strVal val="#ppt_y-1.44335"/>
                                          </p:val>
                                        </p:tav>
                                        <p:tav tm="59566">
                                          <p:val>
                                            <p:strVal val="#ppt_y-1.09812"/>
                                          </p:val>
                                        </p:tav>
                                        <p:tav tm="61488">
                                          <p:val>
                                            <p:strVal val="#ppt_y-1.05817"/>
                                          </p:val>
                                        </p:tav>
                                        <p:tav tm="78781">
                                          <p:val>
                                            <p:strVal val="#ppt_y-0.60318"/>
                                          </p:val>
                                        </p:tav>
                                        <p:tav tm="80703">
                                          <p:val>
                                            <p:strVal val="#ppt_y-0.54067"/>
                                          </p:val>
                                        </p:tav>
                                        <p:tav tm="97996">
                                          <p:val>
                                            <p:strVal val="#ppt_y+0.06758"/>
                                          </p:val>
                                        </p:tav>
                                        <p:tav tm="99918">
                                          <p:val>
                                            <p:strVal val="#ppt_y+0.07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9" dur="1735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0.5"/>
                                          </p:val>
                                        </p:tav>
                                        <p:tav tm="3843">
                                          <p:val>
                                            <p:fltVal val="70.5"/>
                                          </p:val>
                                        </p:tav>
                                        <p:tav tm="5764">
                                          <p:val>
                                            <p:fltVal val="69.48"/>
                                          </p:val>
                                        </p:tav>
                                        <p:tav tm="59566">
                                          <p:val>
                                            <p:fltVal val="28.32"/>
                                          </p:val>
                                        </p:tav>
                                        <p:tav tm="80703">
                                          <p:val>
                                            <p:fltVal val="11.49"/>
                                          </p:val>
                                        </p:tav>
                                        <p:tav tm="97996">
                                          <p:val>
                                            <p:fltVal val="-1.44"/>
                                          </p:val>
                                        </p:tav>
                                        <p:tav tm="99918">
                                          <p:val>
                                            <p:fltVal val="-1.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92" dur="400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4" dur="204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55111"/>
                                          </p:val>
                                        </p:tav>
                                        <p:tav tm="1634">
                                          <p:val>
                                            <p:strVal val="#ppt_x-1.54595"/>
                                          </p:val>
                                        </p:tav>
                                        <p:tav tm="14705">
                                          <p:val>
                                            <p:strVal val="#ppt_x-1.48465"/>
                                          </p:val>
                                        </p:tav>
                                        <p:tav tm="34313">
                                          <p:val>
                                            <p:strVal val="#ppt_x-1.40533"/>
                                          </p:val>
                                        </p:tav>
                                        <p:tav tm="35947">
                                          <p:val>
                                            <p:strVal val="#ppt_x-1.39975"/>
                                          </p:val>
                                        </p:tav>
                                        <p:tav tm="58822">
                                          <p:val>
                                            <p:strVal val="#ppt_x-1.32706"/>
                                          </p:val>
                                        </p:tav>
                                        <p:tav tm="60456">
                                          <p:val>
                                            <p:strVal val="#ppt_x-1.3229"/>
                                          </p:val>
                                        </p:tav>
                                        <p:tav tm="78429">
                                          <p:val>
                                            <p:strVal val="#ppt_x-1.2811"/>
                                          </p:val>
                                        </p:tav>
                                        <p:tav tm="9803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670">
                                          <p:val>
                                            <p:strVal val="#ppt_x-1.24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5" dur="204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51214"/>
                                          </p:val>
                                        </p:tav>
                                        <p:tav tm="1634">
                                          <p:val>
                                            <p:strVal val="#ppt_y-3.50239"/>
                                          </p:val>
                                        </p:tav>
                                        <p:tav tm="14705">
                                          <p:val>
                                            <p:strVal val="#ppt_y-3.38649"/>
                                          </p:val>
                                        </p:tav>
                                        <p:tav tm="16339">
                                          <p:val>
                                            <p:strVal val="#ppt_y-3.35931"/>
                                          </p:val>
                                        </p:tav>
                                        <p:tav tm="34313">
                                          <p:val>
                                            <p:strVal val="#ppt_y-2.99827"/>
                                          </p:val>
                                        </p:tav>
                                        <p:tav tm="35947">
                                          <p:val>
                                            <p:strVal val="#ppt_y-2.94856"/>
                                          </p:val>
                                        </p:tav>
                                        <p:tav tm="58822">
                                          <p:val>
                                            <p:strVal val="#ppt_y-2.15923"/>
                                          </p:val>
                                        </p:tav>
                                        <p:tav tm="60456">
                                          <p:val>
                                            <p:strVal val="#ppt_y-2.08522"/>
                                          </p:val>
                                        </p:tav>
                                        <p:tav tm="78429">
                                          <p:val>
                                            <p:strVal val="#ppt_y-1.20593"/>
                                          </p:val>
                                        </p:tav>
                                        <p:tav tm="80063">
                                          <p:val>
                                            <p:strVal val="#ppt_y-1.10979"/>
                                          </p:val>
                                        </p:tav>
                                        <p:tav tm="98037">
                                          <p:val>
                                            <p:strVal val="#ppt_y+0"/>
                                          </p:val>
                                        </p:tav>
                                        <p:tav tm="99670">
                                          <p:val>
                                            <p:strVal val="#ppt_y+0.02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6" dur="204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4.92"/>
                                          </p:val>
                                        </p:tav>
                                        <p:tav tm="98037">
                                          <p:val>
                                            <p:fltVal val="0"/>
                                          </p:val>
                                        </p:tav>
                                        <p:tav tm="99670">
                                          <p:val>
                                            <p:fltVal val="0.0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599" dur="367">
                                          <p:stCondLst>
                                            <p:cond delay="1367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0" dur="1" fill="hold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1" dur="1757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5701"/>
                                          </p:val>
                                        </p:tav>
                                        <p:tav tm="1897">
                                          <p:val>
                                            <p:strVal val="#ppt_x-0.95786"/>
                                          </p:val>
                                        </p:tav>
                                        <p:tav tm="15174">
                                          <p:val>
                                            <p:strVal val="#ppt_x-1.02044"/>
                                          </p:val>
                                        </p:tav>
                                        <p:tav tm="17071">
                                          <p:val>
                                            <p:strVal val="#ppt_x-1.02877"/>
                                          </p:val>
                                        </p:tav>
                                        <p:tav tm="34141">
                                          <p:val>
                                            <p:strVal val="#ppt_x-1.09755"/>
                                          </p:val>
                                        </p:tav>
                                        <p:tav tm="36038">
                                          <p:val>
                                            <p:strVal val="#ppt_x-1.10467"/>
                                          </p:val>
                                        </p:tav>
                                        <p:tav tm="58799">
                                          <p:val>
                                            <p:strVal val="#ppt_x-1.17635"/>
                                          </p:val>
                                        </p:tav>
                                        <p:tav tm="60696">
                                          <p:val>
                                            <p:strVal val="#ppt_x-1.18132"/>
                                          </p:val>
                                        </p:tav>
                                        <p:tav tm="66386">
                                          <p:val>
                                            <p:strVal val="#ppt_x-1.19431"/>
                                          </p:val>
                                        </p:tav>
                                        <p:tav tm="77766">
                                          <p:val>
                                            <p:strVal val="#ppt_x-1.22024"/>
                                          </p:val>
                                        </p:tav>
                                        <p:tav tm="79663">
                                          <p:val>
                                            <p:strVal val="#ppt_x-1.22393"/>
                                          </p:val>
                                        </p:tav>
                                        <p:tav tm="9673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631">
                                          <p:val>
                                            <p:strVal val="#ppt_x-1.252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2" dur="1757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55436"/>
                                          </p:val>
                                        </p:tav>
                                        <p:tav tm="1897">
                                          <p:val>
                                            <p:strVal val="#ppt_y-2.55306"/>
                                          </p:val>
                                        </p:tav>
                                        <p:tav tm="15174">
                                          <p:val>
                                            <p:strVal val="#ppt_y-2.45667"/>
                                          </p:val>
                                        </p:tav>
                                        <p:tav tm="17071">
                                          <p:val>
                                            <p:strVal val="#ppt_y-2.43554"/>
                                          </p:val>
                                        </p:tav>
                                        <p:tav tm="34141">
                                          <p:val>
                                            <p:strVal val="#ppt_y-2.17134"/>
                                          </p:val>
                                        </p:tav>
                                        <p:tav tm="36038">
                                          <p:val>
                                            <p:strVal val="#ppt_y-2.13581"/>
                                          </p:val>
                                        </p:tav>
                                        <p:tav tm="58799">
                                          <p:val>
                                            <p:strVal val="#ppt_y-1.54393"/>
                                          </p:val>
                                        </p:tav>
                                        <p:tav tm="60696">
                                          <p:val>
                                            <p:strVal val="#ppt_y-1.48255"/>
                                          </p:val>
                                        </p:tav>
                                        <p:tav tm="77766">
                                          <p:val>
                                            <p:strVal val="#ppt_y-0.85935"/>
                                          </p:val>
                                        </p:tav>
                                        <p:tav tm="79663">
                                          <p:val>
                                            <p:strVal val="#ppt_y-0.78231"/>
                                          </p:val>
                                        </p:tav>
                                        <p:tav tm="96734">
                                          <p:val>
                                            <p:strVal val="#ppt_y+0"/>
                                          </p:val>
                                        </p:tav>
                                        <p:tav tm="98631">
                                          <p:val>
                                            <p:strVal val="#ppt_y+0.062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3" dur="1757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8.63"/>
                                          </p:val>
                                        </p:tav>
                                        <p:tav tm="1897">
                                          <p:val>
                                            <p:fltVal val="-178.97"/>
                                          </p:val>
                                        </p:tav>
                                        <p:tav tm="17071">
                                          <p:val>
                                            <p:fltVal val="-208.3"/>
                                          </p:val>
                                        </p:tav>
                                        <p:tav tm="36038">
                                          <p:val>
                                            <p:fltVal val="-243.75"/>
                                          </p:val>
                                        </p:tav>
                                        <p:tav tm="96734">
                                          <p:val>
                                            <p:fltVal val="-360"/>
                                          </p:val>
                                        </p:tav>
                                        <p:tav tm="98631">
                                          <p:val>
                                            <p:fltVal val="-362.6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06" dur="400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7" dur="1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8" dur="2014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1982"/>
                                          </p:val>
                                        </p:tav>
                                        <p:tav tm="3310">
                                          <p:val>
                                            <p:strVal val="#ppt_x-1.11982"/>
                                          </p:val>
                                        </p:tav>
                                        <p:tav tm="4964">
                                          <p:val>
                                            <p:strVal val="#ppt_x-1.12253"/>
                                          </p:val>
                                        </p:tav>
                                        <p:tav tm="18203">
                                          <p:val>
                                            <p:strVal val="#ppt_x-1.14954"/>
                                          </p:val>
                                        </p:tav>
                                        <p:tav tm="36405">
                                          <p:val>
                                            <p:strVal val="#ppt_x-1.1816"/>
                                          </p:val>
                                        </p:tav>
                                        <p:tav tm="59572">
                                          <p:val>
                                            <p:strVal val="#ppt_x-1.21443"/>
                                          </p:val>
                                        </p:tav>
                                        <p:tav tm="79429">
                                          <p:val>
                                            <p:strVal val="#ppt_x-1.23608"/>
                                          </p:val>
                                        </p:tav>
                                        <p:tav tm="97632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86">
                                          <p:val>
                                            <p:strVal val="#ppt_x-1.25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9" dur="2014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18272"/>
                                          </p:val>
                                        </p:tav>
                                        <p:tav tm="3310">
                                          <p:val>
                                            <p:strVal val="#ppt_y-2.18272"/>
                                          </p:val>
                                        </p:tav>
                                        <p:tav tm="4964">
                                          <p:val>
                                            <p:strVal val="#ppt_y-2.18563"/>
                                          </p:val>
                                        </p:tav>
                                        <p:tav tm="16548">
                                          <p:val>
                                            <p:strVal val="#ppt_y-2.21135"/>
                                          </p:val>
                                        </p:tav>
                                        <p:tav tm="18203">
                                          <p:val>
                                            <p:strVal val="#ppt_y-2.21132"/>
                                          </p:val>
                                        </p:tav>
                                        <p:tav tm="36405">
                                          <p:val>
                                            <p:strVal val="#ppt_y-2.06033"/>
                                          </p:val>
                                        </p:tav>
                                        <p:tav tm="38060">
                                          <p:val>
                                            <p:strVal val="#ppt_y-2.02935"/>
                                          </p:val>
                                        </p:tav>
                                        <p:tav tm="59572">
                                          <p:val>
                                            <p:strVal val="#ppt_y-1.55922"/>
                                          </p:val>
                                        </p:tav>
                                        <p:tav tm="61227">
                                          <p:val>
                                            <p:strVal val="#ppt_y-1.51269"/>
                                          </p:val>
                                        </p:tav>
                                        <p:tav tm="79429">
                                          <p:val>
                                            <p:strVal val="#ppt_y-0.86673"/>
                                          </p:val>
                                        </p:tav>
                                        <p:tav tm="97632">
                                          <p:val>
                                            <p:strVal val="#ppt_y+0"/>
                                          </p:val>
                                        </p:tav>
                                        <p:tav tm="99286">
                                          <p:val>
                                            <p:strVal val="#ppt_y+0.03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0" dur="2014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2.39"/>
                                          </p:val>
                                        </p:tav>
                                        <p:tav tm="3310">
                                          <p:val>
                                            <p:fltVal val="-172.39"/>
                                          </p:val>
                                        </p:tav>
                                        <p:tav tm="4964">
                                          <p:val>
                                            <p:fltVal val="-175"/>
                                          </p:val>
                                        </p:tav>
                                        <p:tav tm="36405">
                                          <p:val>
                                            <p:fltVal val="-237.62"/>
                                          </p:val>
                                        </p:tav>
                                        <p:tav tm="79429">
                                          <p:val>
                                            <p:fltVal val="-324.44"/>
                                          </p:val>
                                        </p:tav>
                                        <p:tav tm="97632">
                                          <p:val>
                                            <p:fltVal val="-360"/>
                                          </p:val>
                                        </p:tav>
                                        <p:tav tm="99286">
                                          <p:val>
                                            <p:fltVal val="-361.3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13" dur="533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4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5" dur="2597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61509"/>
                                          </p:val>
                                        </p:tav>
                                        <p:tav tm="1284">
                                          <p:val>
                                            <p:strVal val="#ppt_x-0.62117"/>
                                          </p:val>
                                        </p:tav>
                                        <p:tav tm="7702">
                                          <p:val>
                                            <p:strVal val="#ppt_x-0.68534"/>
                                          </p:val>
                                        </p:tav>
                                        <p:tav tm="15404">
                                          <p:val>
                                            <p:strVal val="#ppt_x-0.76309"/>
                                          </p:val>
                                        </p:tav>
                                        <p:tav tm="34660">
                                          <p:val>
                                            <p:strVal val="#ppt_x-0.93122"/>
                                          </p:val>
                                        </p:tav>
                                        <p:tav tm="37227">
                                          <p:val>
                                            <p:strVal val="#ppt_x-0.94934"/>
                                          </p:val>
                                        </p:tav>
                                        <p:tav tm="44930">
                                          <p:val>
                                            <p:strVal val="#ppt_x-1.00121"/>
                                          </p:val>
                                        </p:tav>
                                        <p:tav tm="51348">
                                          <p:val>
                                            <p:strVal val="#ppt_x-1.04359"/>
                                          </p:val>
                                        </p:tav>
                                        <p:tav tm="59050">
                                          <p:val>
                                            <p:strVal val="#ppt_x-1.09363"/>
                                          </p:val>
                                        </p:tav>
                                        <p:tav tm="60334">
                                          <p:val>
                                            <p:strVal val="#ppt_x-1.10042"/>
                                          </p:val>
                                        </p:tav>
                                        <p:tav tm="78306">
                                          <p:val>
                                            <p:strVal val="#ppt_x-1.18446"/>
                                          </p:val>
                                        </p:tav>
                                        <p:tav tm="79590">
                                          <p:val>
                                            <p:strVal val="#ppt_x-1.18982"/>
                                          </p:val>
                                        </p:tav>
                                        <p:tav tm="87292">
                                          <p:val>
                                            <p:strVal val="#ppt_x-1.2149"/>
                                          </p:val>
                                        </p:tav>
                                        <p:tav tm="98845">
                                          <p:val>
                                            <p:strVal val="#ppt_x-1.254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4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6" dur="2597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4.59071"/>
                                          </p:val>
                                        </p:tav>
                                        <p:tav tm="1284">
                                          <p:val>
                                            <p:strVal val="#ppt_y-4.58874"/>
                                          </p:val>
                                        </p:tav>
                                        <p:tav tm="10270">
                                          <p:val>
                                            <p:strVal val="#ppt_y-4.55921"/>
                                          </p:val>
                                        </p:tav>
                                        <p:tav tm="15404">
                                          <p:val>
                                            <p:strVal val="#ppt_y-4.54106"/>
                                          </p:val>
                                        </p:tav>
                                        <p:tav tm="24390">
                                          <p:val>
                                            <p:strVal val="#ppt_y-4.3445"/>
                                          </p:val>
                                        </p:tav>
                                        <p:tav tm="34660">
                                          <p:val>
                                            <p:strVal val="#ppt_y-4.11682"/>
                                          </p:val>
                                        </p:tav>
                                        <p:tav tm="35944">
                                          <p:val>
                                            <p:strVal val="#ppt_y-4.06579"/>
                                          </p:val>
                                        </p:tav>
                                        <p:tav tm="51348">
                                          <p:val>
                                            <p:strVal val="#ppt_y-3.36087"/>
                                          </p:val>
                                        </p:tav>
                                        <p:tav tm="59050">
                                          <p:val>
                                            <p:strVal val="#ppt_y-3.00963"/>
                                          </p:val>
                                        </p:tav>
                                        <p:tav tm="60334">
                                          <p:val>
                                            <p:strVal val="#ppt_y-2.93168"/>
                                          </p:val>
                                        </p:tav>
                                        <p:tav tm="69320">
                                          <p:val>
                                            <p:strVal val="#ppt_y-2.31417"/>
                                          </p:val>
                                        </p:tav>
                                        <p:tav tm="78306">
                                          <p:val>
                                            <p:strVal val="#ppt_y-1.69912"/>
                                          </p:val>
                                        </p:tav>
                                        <p:tav tm="79590">
                                          <p:val>
                                            <p:strVal val="#ppt_y-1.60137"/>
                                          </p:val>
                                        </p:tav>
                                        <p:tav tm="97562">
                                          <p:val>
                                            <p:strVal val="#ppt_y+0"/>
                                          </p:val>
                                        </p:tav>
                                        <p:tav tm="98845">
                                          <p:val>
                                            <p:strVal val="#ppt_y+0.103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03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7" dur="2597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.29"/>
                                          </p:val>
                                        </p:tav>
                                        <p:tav tm="1284">
                                          <p:val>
                                            <p:fltVal val="33.79"/>
                                          </p:val>
                                        </p:tav>
                                        <p:tav tm="34660">
                                          <p:val>
                                            <p:fltVal val="-102.38"/>
                                          </p:val>
                                        </p:tav>
                                        <p:tav tm="60334">
                                          <p:val>
                                            <p:fltVal val="-208.12"/>
                                          </p:val>
                                        </p:tav>
                                        <p:tav tm="97562">
                                          <p:val>
                                            <p:fltVal val="-360"/>
                                          </p:val>
                                        </p:tav>
                                        <p:tav tm="98845">
                                          <p:val>
                                            <p:fltVal val="-364.71"/>
                                          </p:val>
                                        </p:tav>
                                        <p:tav tm="100000">
                                          <p:val>
                                            <p:fltVal val="-364.7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20" dur="433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2" dur="2042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8841"/>
                                          </p:val>
                                        </p:tav>
                                        <p:tav tm="1633">
                                          <p:val>
                                            <p:strVal val="#ppt_x-0.88841"/>
                                          </p:val>
                                        </p:tav>
                                        <p:tav tm="3265">
                                          <p:val>
                                            <p:strVal val="#ppt_x-0.89736"/>
                                          </p:val>
                                        </p:tav>
                                        <p:tav tm="16326">
                                          <p:val>
                                            <p:strVal val="#ppt_x-0.97194"/>
                                          </p:val>
                                        </p:tav>
                                        <p:tav tm="34284">
                                          <p:val>
                                            <p:strVal val="#ppt_x-1.05952"/>
                                          </p:val>
                                        </p:tav>
                                        <p:tav tm="35917">
                                          <p:val>
                                            <p:strVal val="#ppt_x-1.06707"/>
                                          </p:val>
                                        </p:tav>
                                        <p:tav tm="58773">
                                          <p:val>
                                            <p:strVal val="#ppt_x-1.15463"/>
                                          </p:val>
                                        </p:tav>
                                        <p:tav tm="60406">
                                          <p:val>
                                            <p:strVal val="#ppt_x-1.16018"/>
                                          </p:val>
                                        </p:tav>
                                        <p:tav tm="78364">
                                          <p:val>
                                            <p:strVal val="#ppt_x-1.21106"/>
                                          </p:val>
                                        </p:tav>
                                        <p:tav tm="79997">
                                          <p:val>
                                            <p:strVal val="#ppt_x-1.21484"/>
                                          </p:val>
                                        </p:tav>
                                        <p:tav tm="9795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588">
                                          <p:val>
                                            <p:strVal val="#ppt_x-1.250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3" dur="2042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65251"/>
                                          </p:val>
                                        </p:tav>
                                        <p:tav tm="1633">
                                          <p:val>
                                            <p:strVal val="#ppt_y-1.65251"/>
                                          </p:val>
                                        </p:tav>
                                        <p:tav tm="3265">
                                          <p:val>
                                            <p:strVal val="#ppt_y-1.66781"/>
                                          </p:val>
                                        </p:tav>
                                        <p:tav tm="14693">
                                          <p:val>
                                            <p:strVal val="#ppt_y-1.77991"/>
                                          </p:val>
                                        </p:tav>
                                        <p:tav tm="16326">
                                          <p:val>
                                            <p:strVal val="#ppt_y-1.79457"/>
                                          </p:val>
                                        </p:tav>
                                        <p:tav tm="34284">
                                          <p:val>
                                            <p:strVal val="#ppt_y-1.77058"/>
                                          </p:val>
                                        </p:tav>
                                        <p:tav tm="35917">
                                          <p:val>
                                            <p:strVal val="#ppt_y-1.76291"/>
                                          </p:val>
                                        </p:tav>
                                        <p:tav tm="58773">
                                          <p:val>
                                            <p:strVal val="#ppt_y-1.40388"/>
                                          </p:val>
                                        </p:tav>
                                        <p:tav tm="60406">
                                          <p:val>
                                            <p:strVal val="#ppt_y-1.36812"/>
                                          </p:val>
                                        </p:tav>
                                        <p:tav tm="78364">
                                          <p:val>
                                            <p:strVal val="#ppt_y-0.82839"/>
                                          </p:val>
                                        </p:tav>
                                        <p:tav tm="79997">
                                          <p:val>
                                            <p:strVal val="#ppt_y-0.76712"/>
                                          </p:val>
                                        </p:tav>
                                        <p:tav tm="97955">
                                          <p:val>
                                            <p:strVal val="#ppt_y+0"/>
                                          </p:val>
                                        </p:tav>
                                        <p:tav tm="99588">
                                          <p:val>
                                            <p:strVal val="#ppt_y+0.01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4" dur="2042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9.02"/>
                                          </p:val>
                                        </p:tav>
                                        <p:tav tm="1633">
                                          <p:val>
                                            <p:fltVal val="119.02"/>
                                          </p:val>
                                        </p:tav>
                                        <p:tav tm="3265">
                                          <p:val>
                                            <p:fltVal val="122.9"/>
                                          </p:val>
                                        </p:tav>
                                        <p:tav tm="16326">
                                          <p:val>
                                            <p:fltVal val="155.33"/>
                                          </p:val>
                                        </p:tav>
                                        <p:tav tm="35917">
                                          <p:val>
                                            <p:fltVal val="204.97"/>
                                          </p:val>
                                        </p:tav>
                                        <p:tav tm="60406">
                                          <p:val>
                                            <p:fltVal val="265.81"/>
                                          </p:val>
                                        </p:tav>
                                        <p:tav tm="79997">
                                          <p:val>
                                            <p:fltVal val="315.41"/>
                                          </p:val>
                                        </p:tav>
                                        <p:tav tm="97955">
                                          <p:val>
                                            <p:fltVal val="360"/>
                                          </p:val>
                                        </p:tav>
                                        <p:tav tm="99588">
                                          <p:val>
                                            <p:fltVal val="361.0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27" dur="467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8" dur="1" fill="hold">
                                          <p:stCondLst>
                                            <p:cond delay="2367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9" dur="2396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54403"/>
                                          </p:val>
                                        </p:tav>
                                        <p:tav tm="2782">
                                          <p:val>
                                            <p:strVal val="#ppt_x-0.54403"/>
                                          </p:val>
                                        </p:tav>
                                        <p:tav tm="16694">
                                          <p:val>
                                            <p:strVal val="#ppt_x-0.70124"/>
                                          </p:val>
                                        </p:tav>
                                        <p:tav tm="18085">
                                          <p:val>
                                            <p:strVal val="#ppt_x-0.71554"/>
                                          </p:val>
                                        </p:tav>
                                        <p:tav tm="36170">
                                          <p:val>
                                            <p:strVal val="#ppt_x-0.8914"/>
                                          </p:val>
                                        </p:tav>
                                        <p:tav tm="43126">
                                          <p:val>
                                            <p:strVal val="#ppt_x-0.94492"/>
                                          </p:val>
                                        </p:tav>
                                        <p:tav tm="59820">
                                          <p:val>
                                            <p:strVal val="#ppt_x-1.072"/>
                                          </p:val>
                                        </p:tav>
                                        <p:tav tm="61211">
                                          <p:val>
                                            <p:strVal val="#ppt_x-1.08068"/>
                                          </p:val>
                                        </p:tav>
                                        <p:tav tm="79296">
                                          <p:val>
                                            <p:strVal val="#ppt_x-1.1812"/>
                                          </p:val>
                                        </p:tav>
                                        <p:tav tm="97381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772">
                                          <p:val>
                                            <p:strVal val="#ppt_x-1.254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0" dur="2396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31528"/>
                                          </p:val>
                                        </p:tav>
                                        <p:tav tm="2782">
                                          <p:val>
                                            <p:strVal val="#ppt_y-3.31528"/>
                                          </p:val>
                                        </p:tav>
                                        <p:tav tm="16694">
                                          <p:val>
                                            <p:strVal val="#ppt_y-3.33396"/>
                                          </p:val>
                                        </p:tav>
                                        <p:tav tm="18085">
                                          <p:val>
                                            <p:strVal val="#ppt_y-3.32191"/>
                                          </p:val>
                                        </p:tav>
                                        <p:tav tm="36170">
                                          <p:val>
                                            <p:strVal val="#ppt_y-3.0704"/>
                                          </p:val>
                                        </p:tav>
                                        <p:tav tm="37561">
                                          <p:val>
                                            <p:strVal val="#ppt_y-3.02706"/>
                                          </p:val>
                                        </p:tav>
                                        <p:tav tm="59820">
                                          <p:val>
                                            <p:strVal val="#ppt_y-2.2835"/>
                                          </p:val>
                                        </p:tav>
                                        <p:tav tm="61211">
                                          <p:val>
                                            <p:strVal val="#ppt_y-2.21906"/>
                                          </p:val>
                                        </p:tav>
                                        <p:tav tm="79296">
                                          <p:val>
                                            <p:strVal val="#ppt_y-1.26444"/>
                                          </p:val>
                                        </p:tav>
                                        <p:tav tm="80687">
                                          <p:val>
                                            <p:strVal val="#ppt_y-1.16959"/>
                                          </p:val>
                                        </p:tav>
                                        <p:tav tm="97381">
                                          <p:val>
                                            <p:strVal val="#ppt_y+0"/>
                                          </p:val>
                                        </p:tav>
                                        <p:tav tm="98772">
                                          <p:val>
                                            <p:strVal val="#ppt_y+0.086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1" dur="2396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27.94"/>
                                          </p:val>
                                        </p:tav>
                                        <p:tav tm="2782">
                                          <p:val>
                                            <p:fltVal val="27.94"/>
                                          </p:val>
                                        </p:tav>
                                        <p:tav tm="37561">
                                          <p:val>
                                            <p:fltVal val="-115.09"/>
                                          </p:val>
                                        </p:tav>
                                        <p:tav tm="79296">
                                          <p:val>
                                            <p:fltVal val="-285.45"/>
                                          </p:val>
                                        </p:tav>
                                        <p:tav tm="97381">
                                          <p:val>
                                            <p:fltVal val="-360"/>
                                          </p:val>
                                        </p:tav>
                                        <p:tav tm="98772">
                                          <p:val>
                                            <p:fltVal val="-365.0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34" dur="433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5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6" dur="2049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69366"/>
                                          </p:val>
                                        </p:tav>
                                        <p:tav tm="1627">
                                          <p:val>
                                            <p:strVal val="#ppt_x-0.69366"/>
                                          </p:val>
                                        </p:tav>
                                        <p:tav tm="3253">
                                          <p:val>
                                            <p:strVal val="#ppt_x-0.70657"/>
                                          </p:val>
                                        </p:tav>
                                        <p:tav tm="16267">
                                          <p:val>
                                            <p:strVal val="#ppt_x-0.8201"/>
                                          </p:val>
                                        </p:tav>
                                        <p:tav tm="35788">
                                          <p:val>
                                            <p:strVal val="#ppt_x-0.96686"/>
                                          </p:val>
                                        </p:tav>
                                        <p:tav tm="58563">
                                          <p:val>
                                            <p:strVal val="#ppt_x-1.10329"/>
                                          </p:val>
                                        </p:tav>
                                        <p:tav tm="60190">
                                          <p:val>
                                            <p:strVal val="#ppt_x-1.11232"/>
                                          </p:val>
                                        </p:tav>
                                        <p:tav tm="78084">
                                          <p:val>
                                            <p:strVal val="#ppt_x-1.19106"/>
                                          </p:val>
                                        </p:tav>
                                        <p:tav tm="79710">
                                          <p:val>
                                            <p:strVal val="#ppt_x-1.19726"/>
                                          </p:val>
                                        </p:tav>
                                        <p:tav tm="9760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31">
                                          <p:val>
                                            <p:strVal val="#ppt_x-1.252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7" dur="2049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99509"/>
                                          </p:val>
                                        </p:tav>
                                        <p:tav tm="1627">
                                          <p:val>
                                            <p:strVal val="#ppt_y-2.99509"/>
                                          </p:val>
                                        </p:tav>
                                        <p:tav tm="16267">
                                          <p:val>
                                            <p:strVal val="#ppt_y-2.9339"/>
                                          </p:val>
                                        </p:tav>
                                        <p:tav tm="34162">
                                          <p:val>
                                            <p:strVal val="#ppt_y-2.65846"/>
                                          </p:val>
                                        </p:tav>
                                        <p:tav tm="35788">
                                          <p:val>
                                            <p:strVal val="#ppt_y-2.63041"/>
                                          </p:val>
                                        </p:tav>
                                        <p:tav tm="58563">
                                          <p:val>
                                            <p:strVal val="#ppt_y-1.9509"/>
                                          </p:val>
                                        </p:tav>
                                        <p:tav tm="60190">
                                          <p:val>
                                            <p:strVal val="#ppt_y-1.89569"/>
                                          </p:val>
                                        </p:tav>
                                        <p:tav tm="78084">
                                          <p:val>
                                            <p:strVal val="#ppt_y-1.10288"/>
                                          </p:val>
                                        </p:tav>
                                        <p:tav tm="79710">
                                          <p:val>
                                            <p:strVal val="#ppt_y-1.02234"/>
                                          </p:val>
                                        </p:tav>
                                        <p:tav tm="97605">
                                          <p:val>
                                            <p:strVal val="#ppt_y+0"/>
                                          </p:val>
                                        </p:tav>
                                        <p:tav tm="99231">
                                          <p:val>
                                            <p:strVal val="#ppt_y+0.043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8" dur="2049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43.75"/>
                                          </p:val>
                                        </p:tav>
                                        <p:tav tm="1627">
                                          <p:val>
                                            <p:fltVal val="-143.75"/>
                                          </p:val>
                                        </p:tav>
                                        <p:tav tm="3253">
                                          <p:val>
                                            <p:fltVal val="-147.13"/>
                                          </p:val>
                                        </p:tav>
                                        <p:tav tm="16267">
                                          <p:val>
                                            <p:fltVal val="-176.77"/>
                                          </p:val>
                                        </p:tav>
                                        <p:tav tm="35788">
                                          <p:val>
                                            <p:fltVal val="-220.22"/>
                                          </p:val>
                                        </p:tav>
                                        <p:tav tm="60190">
                                          <p:val>
                                            <p:fltVal val="-275.77"/>
                                          </p:val>
                                        </p:tav>
                                        <p:tav tm="79710">
                                          <p:val>
                                            <p:fltVal val="-319.25"/>
                                          </p:val>
                                        </p:tav>
                                        <p:tav tm="97605">
                                          <p:val>
                                            <p:fltVal val="-360"/>
                                          </p:val>
                                        </p:tav>
                                        <p:tav tm="99231">
                                          <p:val>
                                            <p:fltVal val="-361.7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41" dur="467">
                                          <p:stCondLst>
                                            <p:cond delay="1733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2" dur="1" fill="hold">
                                          <p:stCondLst>
                                            <p:cond delay="2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3" dur="221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1149"/>
                                          </p:val>
                                        </p:tav>
                                        <p:tav tm="3013">
                                          <p:val>
                                            <p:strVal val="#ppt_x-1.61149"/>
                                          </p:val>
                                        </p:tav>
                                        <p:tav tm="4520">
                                          <p:val>
                                            <p:strVal val="#ppt_x-1.60364"/>
                                          </p:val>
                                        </p:tav>
                                        <p:tav tm="9040">
                                          <p:val>
                                            <p:strVal val="#ppt_x-1.57859"/>
                                          </p:val>
                                        </p:tav>
                                        <p:tav tm="18079">
                                          <p:val>
                                            <p:strVal val="#ppt_x-1.52785"/>
                                          </p:val>
                                        </p:tav>
                                        <p:tav tm="24105">
                                          <p:val>
                                            <p:strVal val="#ppt_x-1.49717"/>
                                          </p:val>
                                        </p:tav>
                                        <p:tav tm="36158">
                                          <p:val>
                                            <p:strVal val="#ppt_x-1.43458"/>
                                          </p:val>
                                        </p:tav>
                                        <p:tav tm="39171">
                                          <p:val>
                                            <p:strVal val="#ppt_x-1.42213"/>
                                          </p:val>
                                        </p:tav>
                                        <p:tav tm="43691">
                                          <p:val>
                                            <p:strVal val="#ppt_x-1.40453"/>
                                          </p:val>
                                        </p:tav>
                                        <p:tav tm="60263">
                                          <p:val>
                                            <p:strVal val="#ppt_x-1.34294"/>
                                          </p:val>
                                        </p:tav>
                                        <p:tav tm="67796">
                                          <p:val>
                                            <p:strVal val="#ppt_x-1.32124"/>
                                          </p:val>
                                        </p:tav>
                                        <p:tav tm="78342">
                                          <p:val>
                                            <p:strVal val="#ppt_x-1.28865"/>
                                          </p:val>
                                        </p:tav>
                                        <p:tav tm="79849">
                                          <p:val>
                                            <p:strVal val="#ppt_x-1.28438"/>
                                          </p:val>
                                        </p:tav>
                                        <p:tav tm="85875">
                                          <p:val>
                                            <p:strVal val="#ppt_x-1.27184"/>
                                          </p:val>
                                        </p:tav>
                                        <p:tav tm="91902">
                                          <p:val>
                                            <p:strVal val="#ppt_x-1.26044"/>
                                          </p:val>
                                        </p:tav>
                                        <p:tav tm="9792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435">
                                          <p:val>
                                            <p:strVal val="#ppt_x-1.249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4" dur="221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71213"/>
                                          </p:val>
                                        </p:tav>
                                        <p:tav tm="3013">
                                          <p:val>
                                            <p:strVal val="#ppt_y-3.71213"/>
                                          </p:val>
                                        </p:tav>
                                        <p:tav tm="4520">
                                          <p:val>
                                            <p:strVal val="#ppt_y-3.70082"/>
                                          </p:val>
                                        </p:tav>
                                        <p:tav tm="7533">
                                          <p:val>
                                            <p:strVal val="#ppt_y-3.67638"/>
                                          </p:val>
                                        </p:tav>
                                        <p:tav tm="16572">
                                          <p:val>
                                            <p:strVal val="#ppt_y-3.60038"/>
                                          </p:val>
                                        </p:tav>
                                        <p:tav tm="18079">
                                          <p:val>
                                            <p:strVal val="#ppt_y-3.57893"/>
                                          </p:val>
                                        </p:tav>
                                        <p:tav tm="27119">
                                          <p:val>
                                            <p:strVal val="#ppt_y-3.38665"/>
                                          </p:val>
                                        </p:tav>
                                        <p:tav tm="31638">
                                          <p:val>
                                            <p:strVal val="#ppt_y-3.29207"/>
                                          </p:val>
                                        </p:tav>
                                        <p:tav tm="36158">
                                          <p:val>
                                            <p:strVal val="#ppt_y-3.19862"/>
                                          </p:val>
                                        </p:tav>
                                        <p:tav tm="37665">
                                          <p:val>
                                            <p:strVal val="#ppt_y-3.14823"/>
                                          </p:val>
                                        </p:tav>
                                        <p:tav tm="48211">
                                          <p:val>
                                            <p:strVal val="#ppt_y-2.75708"/>
                                          </p:val>
                                        </p:tav>
                                        <p:tav tm="52730">
                                          <p:val>
                                            <p:strVal val="#ppt_y-2.58816"/>
                                          </p:val>
                                        </p:tav>
                                        <p:tav tm="57250">
                                          <p:val>
                                            <p:strVal val="#ppt_y-2.41805"/>
                                          </p:val>
                                        </p:tav>
                                        <p:tav tm="60263">
                                          <p:val>
                                            <p:strVal val="#ppt_y-2.30409"/>
                                          </p:val>
                                        </p:tav>
                                        <p:tav tm="61770">
                                          <p:val>
                                            <p:strVal val="#ppt_y-2.2233"/>
                                          </p:val>
                                        </p:tav>
                                        <p:tav tm="72316">
                                          <p:val>
                                            <p:strVal val="#ppt_y-1.64954"/>
                                          </p:val>
                                        </p:tav>
                                        <p:tav tm="78342">
                                          <p:val>
                                            <p:strVal val="#ppt_y-1.32384"/>
                                          </p:val>
                                        </p:tav>
                                        <p:tav tm="79849">
                                          <p:val>
                                            <p:strVal val="#ppt_y-1.23636"/>
                                          </p:val>
                                        </p:tav>
                                        <p:tav tm="93408">
                                          <p:val>
                                            <p:strVal val="#ppt_y-0.30972"/>
                                          </p:val>
                                        </p:tav>
                                        <p:tav tm="97928">
                                          <p:val>
                                            <p:strVal val="#ppt_y+0"/>
                                          </p:val>
                                        </p:tav>
                                        <p:tav tm="99435">
                                          <p:val>
                                            <p:strVal val="#ppt_y+0.038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5" dur="2213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.67"/>
                                          </p:val>
                                        </p:tav>
                                        <p:tav tm="3013">
                                          <p:val>
                                            <p:fltVal val="8.67"/>
                                          </p:val>
                                        </p:tav>
                                        <p:tav tm="4520">
                                          <p:val>
                                            <p:fltVal val="-2.22"/>
                                          </p:val>
                                        </p:tav>
                                        <p:tav tm="79849">
                                          <p:val>
                                            <p:fltVal val="-581.65"/>
                                          </p:val>
                                        </p:tav>
                                        <p:tav tm="97928">
                                          <p:val>
                                            <p:fltVal val="-720"/>
                                          </p:val>
                                        </p:tav>
                                        <p:tav tm="99435">
                                          <p:val>
                                            <p:fltVal val="-724.3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48" dur="367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9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0" dur="1722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2265"/>
                                          </p:val>
                                        </p:tav>
                                        <p:tav tm="1936">
                                          <p:val>
                                            <p:strVal val="#ppt_x-1.62072"/>
                                          </p:val>
                                        </p:tav>
                                        <p:tav tm="15485">
                                          <p:val>
                                            <p:strVal val="#ppt_x-1.54232"/>
                                          </p:val>
                                        </p:tav>
                                        <p:tav tm="27098">
                                          <p:val>
                                            <p:strVal val="#ppt_x-1.48349"/>
                                          </p:val>
                                        </p:tav>
                                        <p:tav tm="34840">
                                          <p:val>
                                            <p:strVal val="#ppt_x-1.44325"/>
                                          </p:val>
                                        </p:tav>
                                        <p:tav tm="36776">
                                          <p:val>
                                            <p:strVal val="#ppt_x-1.43462"/>
                                          </p:val>
                                        </p:tav>
                                        <p:tav tm="46454">
                                          <p:val>
                                            <p:strVal val="#ppt_x-1.39461"/>
                                          </p:val>
                                        </p:tav>
                                        <p:tav tm="58067">
                                          <p:val>
                                            <p:strVal val="#ppt_x-1.3487"/>
                                          </p:val>
                                        </p:tav>
                                        <p:tav tm="60003">
                                          <p:val>
                                            <p:strVal val="#ppt_x-1.3418"/>
                                          </p:val>
                                        </p:tav>
                                        <p:tav tm="69681">
                                          <p:val>
                                            <p:strVal val="#ppt_x-1.31473"/>
                                          </p:val>
                                        </p:tav>
                                        <p:tav tm="79358">
                                          <p:val>
                                            <p:strVal val="#ppt_x-1.28679"/>
                                          </p:val>
                                        </p:tav>
                                        <p:tav tm="96779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714">
                                          <p:val>
                                            <p:strVal val="#ppt_x-1.247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1" dur="1722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6315"/>
                                          </p:val>
                                        </p:tav>
                                        <p:tav tm="1936">
                                          <p:val>
                                            <p:strVal val="#ppt_y-1.16543"/>
                                          </p:val>
                                        </p:tav>
                                        <p:tav tm="9678">
                                          <p:val>
                                            <p:strVal val="#ppt_y-1.21871"/>
                                          </p:val>
                                        </p:tav>
                                        <p:tav tm="15485">
                                          <p:val>
                                            <p:strVal val="#ppt_y-1.25743"/>
                                          </p:val>
                                        </p:tav>
                                        <p:tav tm="17420">
                                          <p:val>
                                            <p:strVal val="#ppt_y-1.25949"/>
                                          </p:val>
                                        </p:tav>
                                        <p:tav tm="34840">
                                          <p:val>
                                            <p:strVal val="#ppt_y-1.23471"/>
                                          </p:val>
                                        </p:tav>
                                        <p:tav tm="36776">
                                          <p:val>
                                            <p:strVal val="#ppt_y-1.21805"/>
                                          </p:val>
                                        </p:tav>
                                        <p:tav tm="42583">
                                          <p:val>
                                            <p:strVal val="#ppt_y-1.15284"/>
                                          </p:val>
                                        </p:tav>
                                        <p:tav tm="58067">
                                          <p:val>
                                            <p:strVal val="#ppt_y-0.98117"/>
                                          </p:val>
                                        </p:tav>
                                        <p:tav tm="60003">
                                          <p:val>
                                            <p:strVal val="#ppt_y-0.95414"/>
                                          </p:val>
                                        </p:tav>
                                        <p:tav tm="67745">
                                          <p:val>
                                            <p:strVal val="#ppt_y-0.78738"/>
                                          </p:val>
                                        </p:tav>
                                        <p:tav tm="77423">
                                          <p:val>
                                            <p:strVal val="#ppt_y-0.57715"/>
                                          </p:val>
                                        </p:tav>
                                        <p:tav tm="79358">
                                          <p:val>
                                            <p:strVal val="#ppt_y-0.52987"/>
                                          </p:val>
                                        </p:tav>
                                        <p:tav tm="87101">
                                          <p:val>
                                            <p:strVal val="#ppt_y-0.29315"/>
                                          </p:val>
                                        </p:tav>
                                        <p:tav tm="96779">
                                          <p:val>
                                            <p:strVal val="#ppt_y+0"/>
                                          </p:val>
                                        </p:tav>
                                        <p:tav tm="98714">
                                          <p:val>
                                            <p:strVal val="#ppt_y+0.0388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2" dur="1722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6.4"/>
                                          </p:val>
                                        </p:tav>
                                        <p:tav tm="1936">
                                          <p:val>
                                            <p:fltVal val="-28.78"/>
                                          </p:val>
                                        </p:tav>
                                        <p:tav tm="15485">
                                          <p:val>
                                            <p:fltVal val="-127.11"/>
                                          </p:val>
                                        </p:tav>
                                        <p:tav tm="58067">
                                          <p:val>
                                            <p:fltVal val="-438.08"/>
                                          </p:val>
                                        </p:tav>
                                        <p:tav tm="79358">
                                          <p:val>
                                            <p:fltVal val="-592.68"/>
                                          </p:val>
                                        </p:tav>
                                        <p:tav tm="96779">
                                          <p:val>
                                            <p:fltVal val="-720"/>
                                          </p:val>
                                        </p:tav>
                                        <p:tav tm="98714">
                                          <p:val>
                                            <p:fltVal val="-729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55" dur="333">
                                          <p:stCondLst>
                                            <p:cond delay="130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7" dur="1652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9332"/>
                                          </p:val>
                                        </p:tav>
                                        <p:tav tm="2018">
                                          <p:val>
                                            <p:strVal val="#ppt_x-1.69332"/>
                                          </p:val>
                                        </p:tav>
                                        <p:tav tm="4037">
                                          <p:val>
                                            <p:strVal val="#ppt_x-1.68794"/>
                                          </p:val>
                                        </p:tav>
                                        <p:tav tm="10091">
                                          <p:val>
                                            <p:strVal val="#ppt_x-1.64426"/>
                                          </p:val>
                                        </p:tav>
                                        <p:tav tm="16146">
                                          <p:val>
                                            <p:strVal val="#ppt_x-1.59976"/>
                                          </p:val>
                                        </p:tav>
                                        <p:tav tm="18164">
                                          <p:val>
                                            <p:strVal val="#ppt_x-1.58553"/>
                                          </p:val>
                                        </p:tav>
                                        <p:tav tm="28256">
                                          <p:val>
                                            <p:strVal val="#ppt_x-1.5217"/>
                                          </p:val>
                                        </p:tav>
                                        <p:tav tm="36329">
                                          <p:val>
                                            <p:strVal val="#ppt_x-1.47262"/>
                                          </p:val>
                                        </p:tav>
                                        <p:tav tm="40365">
                                          <p:val>
                                            <p:strVal val="#ppt_x-1.4539"/>
                                          </p:val>
                                        </p:tav>
                                        <p:tav tm="52475">
                                          <p:val>
                                            <p:strVal val="#ppt_x-1.39949"/>
                                          </p:val>
                                        </p:tav>
                                        <p:tav tm="58530">
                                          <p:val>
                                            <p:strVal val="#ppt_x-1.37172"/>
                                          </p:val>
                                        </p:tav>
                                        <p:tav tm="60548">
                                          <p:val>
                                            <p:strVal val="#ppt_x-1.36281"/>
                                          </p:val>
                                        </p:tav>
                                        <p:tav tm="68621">
                                          <p:val>
                                            <p:strVal val="#ppt_x-1.33388"/>
                                          </p:val>
                                        </p:tav>
                                        <p:tav tm="78712">
                                          <p:val>
                                            <p:strVal val="#ppt_x-1.2956"/>
                                          </p:val>
                                        </p:tav>
                                        <p:tav tm="84767">
                                          <p:val>
                                            <p:strVal val="#ppt_x-1.27921"/>
                                          </p:val>
                                        </p:tav>
                                        <p:tav tm="92840">
                                          <p:val>
                                            <p:strVal val="#ppt_x-1.25922"/>
                                          </p:val>
                                        </p:tav>
                                        <p:tav tm="9687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895">
                                          <p:val>
                                            <p:strVal val="#ppt_x-1.247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8" dur="1652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34044"/>
                                          </p:val>
                                        </p:tav>
                                        <p:tav tm="2018">
                                          <p:val>
                                            <p:strVal val="#ppt_y-2.34044"/>
                                          </p:val>
                                        </p:tav>
                                        <p:tav tm="4037">
                                          <p:val>
                                            <p:strVal val="#ppt_y-2.334"/>
                                          </p:val>
                                        </p:tav>
                                        <p:tav tm="10091">
                                          <p:val>
                                            <p:strVal val="#ppt_y-2.28292"/>
                                          </p:val>
                                        </p:tav>
                                        <p:tav tm="16146">
                                          <p:val>
                                            <p:strVal val="#ppt_y-2.23333"/>
                                          </p:val>
                                        </p:tav>
                                        <p:tav tm="18164">
                                          <p:val>
                                            <p:strVal val="#ppt_y-2.21242"/>
                                          </p:val>
                                        </p:tav>
                                        <p:tav tm="26237">
                                          <p:val>
                                            <p:strVal val="#ppt_y-2.09289"/>
                                          </p:val>
                                        </p:tav>
                                        <p:tav tm="36329">
                                          <p:val>
                                            <p:strVal val="#ppt_y-1.94628"/>
                                          </p:val>
                                        </p:tav>
                                        <p:tav tm="40365">
                                          <p:val>
                                            <p:strVal val="#ppt_y-1.85128"/>
                                          </p:val>
                                        </p:tav>
                                        <p:tav tm="46420">
                                          <p:val>
                                            <p:strVal val="#ppt_y-1.70606"/>
                                          </p:val>
                                        </p:tav>
                                        <p:tav tm="52475">
                                          <p:val>
                                            <p:strVal val="#ppt_y-1.55871"/>
                                          </p:val>
                                        </p:tav>
                                        <p:tav tm="58530">
                                          <p:val>
                                            <p:strVal val="#ppt_y-1.40954"/>
                                          </p:val>
                                        </p:tav>
                                        <p:tav tm="60548">
                                          <p:val>
                                            <p:strVal val="#ppt_y-1.35549"/>
                                          </p:val>
                                        </p:tav>
                                        <p:tav tm="70639">
                                          <p:val>
                                            <p:strVal val="#ppt_y-1.01371"/>
                                          </p:val>
                                        </p:tav>
                                        <p:tav tm="78712">
                                          <p:val>
                                            <p:strVal val="#ppt_y-0.74322"/>
                                          </p:val>
                                        </p:tav>
                                        <p:tav tm="80730">
                                          <p:val>
                                            <p:strVal val="#ppt_y-0.66244"/>
                                          </p:val>
                                        </p:tav>
                                        <p:tav tm="86785">
                                          <p:val>
                                            <p:strVal val="#ppt_y-0.41332"/>
                                          </p:val>
                                        </p:tav>
                                        <p:tav tm="96877">
                                          <p:val>
                                            <p:strVal val="#ppt_y+0"/>
                                          </p:val>
                                        </p:tav>
                                        <p:tav tm="98895">
                                          <p:val>
                                            <p:strVal val="#ppt_y+0.045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9" dur="1652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7.59"/>
                                          </p:val>
                                        </p:tav>
                                        <p:tav tm="2018">
                                          <p:val>
                                            <p:fltVal val="-157.59"/>
                                          </p:val>
                                        </p:tav>
                                        <p:tav tm="4037">
                                          <p:val>
                                            <p:fltVal val="-162.12"/>
                                          </p:val>
                                        </p:tav>
                                        <p:tav tm="36329">
                                          <p:val>
                                            <p:fltVal val="-356.01"/>
                                          </p:val>
                                        </p:tav>
                                        <p:tav tm="78712">
                                          <p:val>
                                            <p:fltVal val="-611.61"/>
                                          </p:val>
                                        </p:tav>
                                        <p:tav tm="96877">
                                          <p:val>
                                            <p:fltVal val="-720"/>
                                          </p:val>
                                        </p:tav>
                                        <p:tav tm="98895">
                                          <p:val>
                                            <p:fltVal val="-726.5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62" dur="500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3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4" dur="2414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04811"/>
                                          </p:val>
                                        </p:tav>
                                        <p:tav tm="2762">
                                          <p:val>
                                            <p:strVal val="#ppt_x-1.04811"/>
                                          </p:val>
                                        </p:tav>
                                        <p:tav tm="16569">
                                          <p:val>
                                            <p:strVal val="#ppt_x-1.09183"/>
                                          </p:val>
                                        </p:tav>
                                        <p:tav tm="35900">
                                          <p:val>
                                            <p:strVal val="#ppt_x-1.14569"/>
                                          </p:val>
                                        </p:tav>
                                        <p:tav tm="46946">
                                          <p:val>
                                            <p:strVal val="#ppt_x-1.17049"/>
                                          </p:val>
                                        </p:tav>
                                        <p:tav tm="59373">
                                          <p:val>
                                            <p:strVal val="#ppt_x-1.19761"/>
                                          </p:val>
                                        </p:tav>
                                        <p:tav tm="60754">
                                          <p:val>
                                            <p:strVal val="#ppt_x-1.20032"/>
                                          </p:val>
                                        </p:tav>
                                        <p:tav tm="80084">
                                          <p:val>
                                            <p:strVal val="#ppt_x-1.2302"/>
                                          </p:val>
                                        </p:tav>
                                        <p:tav tm="9803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415">
                                          <p:val>
                                            <p:strVal val="#ppt_x-1.25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5" dur="2414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24816"/>
                                          </p:val>
                                        </p:tav>
                                        <p:tav tm="2762">
                                          <p:val>
                                            <p:strVal val="#ppt_y-3.24816"/>
                                          </p:val>
                                        </p:tav>
                                        <p:tav tm="16569">
                                          <p:val>
                                            <p:strVal val="#ppt_y-3.28955"/>
                                          </p:val>
                                        </p:tav>
                                        <p:tav tm="17950">
                                          <p:val>
                                            <p:strVal val="#ppt_y-3.28203"/>
                                          </p:val>
                                        </p:tav>
                                        <p:tav tm="35900">
                                          <p:val>
                                            <p:strVal val="#ppt_y-3.06122"/>
                                          </p:val>
                                        </p:tav>
                                        <p:tav tm="37281">
                                          <p:val>
                                            <p:strVal val="#ppt_y-3.02569"/>
                                          </p:val>
                                        </p:tav>
                                        <p:tav tm="59373">
                                          <p:val>
                                            <p:strVal val="#ppt_y-2.31437"/>
                                          </p:val>
                                        </p:tav>
                                        <p:tav tm="60754">
                                          <p:val>
                                            <p:strVal val="#ppt_y-2.26089"/>
                                          </p:val>
                                        </p:tav>
                                        <p:tav tm="78704">
                                          <p:val>
                                            <p:strVal val="#ppt_y-1.32916"/>
                                          </p:val>
                                        </p:tav>
                                        <p:tav tm="80084">
                                          <p:val>
                                            <p:strVal val="#ppt_y-1.24657"/>
                                          </p:val>
                                        </p:tav>
                                        <p:tav tm="98034">
                                          <p:val>
                                            <p:strVal val="#ppt_y+0"/>
                                          </p:val>
                                        </p:tav>
                                        <p:tav tm="99415">
                                          <p:val>
                                            <p:strVal val="#ppt_y+0.0406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6" dur="2414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33.6"/>
                                          </p:val>
                                        </p:tav>
                                        <p:tav tm="2762">
                                          <p:val>
                                            <p:fltVal val="-133.6"/>
                                          </p:val>
                                        </p:tav>
                                        <p:tav tm="4142">
                                          <p:val>
                                            <p:fltVal val="-141.73"/>
                                          </p:val>
                                        </p:tav>
                                        <p:tav tm="35900">
                                          <p:val>
                                            <p:fltVal val="-336.85"/>
                                          </p:val>
                                        </p:tav>
                                        <p:tav tm="98034">
                                          <p:val>
                                            <p:fltVal val="-720"/>
                                          </p:val>
                                        </p:tav>
                                        <p:tav tm="99415">
                                          <p:val>
                                            <p:fltVal val="-723.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69" dur="367">
                                          <p:stCondLst>
                                            <p:cond delay="1333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0" dur="1" fill="hold">
                                          <p:stCondLst>
                                            <p:cond delay="170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1" dur="1735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6166"/>
                                          </p:val>
                                        </p:tav>
                                        <p:tav tm="13450">
                                          <p:val>
                                            <p:strVal val="#ppt_x-1.65528"/>
                                          </p:val>
                                        </p:tav>
                                        <p:tav tm="15371">
                                          <p:val>
                                            <p:strVal val="#ppt_x-1.64078"/>
                                          </p:val>
                                        </p:tav>
                                        <p:tav tm="34585">
                                          <p:val>
                                            <p:strVal val="#ppt_x-1.50946"/>
                                          </p:val>
                                        </p:tav>
                                        <p:tav tm="57642">
                                          <p:val>
                                            <p:strVal val="#ppt_x-1.3827"/>
                                          </p:val>
                                        </p:tav>
                                        <p:tav tm="59564">
                                          <p:val>
                                            <p:strVal val="#ppt_x-1.37314"/>
                                          </p:val>
                                        </p:tav>
                                        <p:tav tm="74935">
                                          <p:val>
                                            <p:strVal val="#ppt_x-1.31098"/>
                                          </p:val>
                                        </p:tav>
                                        <p:tav tm="78778">
                                          <p:val>
                                            <p:strVal val="#ppt_x-1.29599"/>
                                          </p:val>
                                        </p:tav>
                                        <p:tav tm="97992">
                                          <p:val>
                                            <p:strVal val="#ppt_x-1.24498"/>
                                          </p:val>
                                        </p:tav>
                                        <p:tav tm="99913">
                                          <p:val>
                                            <p:strVal val="#ppt_x-1.244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2" dur="1735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72601"/>
                                          </p:val>
                                        </p:tav>
                                        <p:tav tm="13450">
                                          <p:val>
                                            <p:strVal val="#ppt_y-2.60418"/>
                                          </p:val>
                                        </p:tav>
                                        <p:tav tm="15371">
                                          <p:val>
                                            <p:strVal val="#ppt_y-2.58131"/>
                                          </p:val>
                                        </p:tav>
                                        <p:tav tm="32664">
                                          <p:val>
                                            <p:strVal val="#ppt_y-2.28211"/>
                                          </p:val>
                                        </p:tav>
                                        <p:tav tm="34585">
                                          <p:val>
                                            <p:strVal val="#ppt_y-2.24619"/>
                                          </p:val>
                                        </p:tav>
                                        <p:tav tm="57642">
                                          <p:val>
                                            <p:strVal val="#ppt_y-1.60802"/>
                                          </p:val>
                                        </p:tav>
                                        <p:tav tm="59564">
                                          <p:val>
                                            <p:strVal val="#ppt_y-1.54758"/>
                                          </p:val>
                                        </p:tav>
                                        <p:tav tm="76856">
                                          <p:val>
                                            <p:strVal val="#ppt_y-0.89157"/>
                                          </p:val>
                                        </p:tav>
                                        <p:tav tm="78778">
                                          <p:val>
                                            <p:strVal val="#ppt_y-0.81586"/>
                                          </p:val>
                                        </p:tav>
                                        <p:tav tm="97992">
                                          <p:val>
                                            <p:strVal val="#ppt_y+0.09073"/>
                                          </p:val>
                                        </p:tav>
                                        <p:tav tm="99913">
                                          <p:val>
                                            <p:strVal val="#ppt_y+0.094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3" dur="1735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4.65"/>
                                          </p:val>
                                        </p:tav>
                                        <p:tav tm="15371">
                                          <p:val>
                                            <p:fltVal val="-94.83"/>
                                          </p:val>
                                        </p:tav>
                                        <p:tav tm="34585">
                                          <p:val>
                                            <p:fltVal val="-158.49"/>
                                          </p:val>
                                        </p:tav>
                                        <p:tav tm="78778">
                                          <p:val>
                                            <p:fltVal val="-302.7"/>
                                          </p:val>
                                        </p:tav>
                                        <p:tav tm="97992">
                                          <p:val>
                                            <p:fltVal val="-366.37"/>
                                          </p:val>
                                        </p:tav>
                                        <p:tav tm="99913">
                                          <p:val>
                                            <p:fltVal val="-366.6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76" dur="433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8" dur="2051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74694"/>
                                          </p:val>
                                        </p:tav>
                                        <p:tav tm="1625">
                                          <p:val>
                                            <p:strVal val="#ppt_x-0.74694"/>
                                          </p:val>
                                        </p:tav>
                                        <p:tav tm="3251">
                                          <p:val>
                                            <p:strVal val="#ppt_x-0.75805"/>
                                          </p:val>
                                        </p:tav>
                                        <p:tav tm="16254">
                                          <p:val>
                                            <p:strVal val="#ppt_x-0.862"/>
                                          </p:val>
                                        </p:tav>
                                        <p:tav tm="35759">
                                          <p:val>
                                            <p:strVal val="#ppt_x-0.99535"/>
                                          </p:val>
                                        </p:tav>
                                        <p:tav tm="58514">
                                          <p:val>
                                            <p:strVal val="#ppt_x-1.11771"/>
                                          </p:val>
                                        </p:tav>
                                        <p:tav tm="60140">
                                          <p:val>
                                            <p:strVal val="#ppt_x-1.12592"/>
                                          </p:val>
                                        </p:tav>
                                        <p:tav tm="78019">
                                          <p:val>
                                            <p:strVal val="#ppt_x-1.19638"/>
                                          </p:val>
                                        </p:tav>
                                        <p:tav tm="79644">
                                          <p:val>
                                            <p:strVal val="#ppt_x-1.20207"/>
                                          </p:val>
                                        </p:tav>
                                        <p:tav tm="9752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149">
                                          <p:val>
                                            <p:strVal val="#ppt_x-1.252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9" dur="2051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24071"/>
                                          </p:val>
                                        </p:tav>
                                        <p:tav tm="1625">
                                          <p:val>
                                            <p:strVal val="#ppt_y-2.24071"/>
                                          </p:val>
                                        </p:tav>
                                        <p:tav tm="3251">
                                          <p:val>
                                            <p:strVal val="#ppt_y-2.24568"/>
                                          </p:val>
                                        </p:tav>
                                        <p:tav tm="16254">
                                          <p:val>
                                            <p:strVal val="#ppt_y-2.29223"/>
                                          </p:val>
                                        </p:tav>
                                        <p:tav tm="17879">
                                          <p:val>
                                            <p:strVal val="#ppt_y-2.28083"/>
                                          </p:val>
                                        </p:tav>
                                        <p:tav tm="34133">
                                          <p:val>
                                            <p:strVal val="#ppt_y-2.15705"/>
                                          </p:val>
                                        </p:tav>
                                        <p:tav tm="35759">
                                          <p:val>
                                            <p:strVal val="#ppt_y-2.14296"/>
                                          </p:val>
                                        </p:tav>
                                        <p:tav tm="58514">
                                          <p:val>
                                            <p:strVal val="#ppt_y-1.64118"/>
                                          </p:val>
                                        </p:tav>
                                        <p:tav tm="60140">
                                          <p:val>
                                            <p:strVal val="#ppt_y-1.59997"/>
                                          </p:val>
                                        </p:tav>
                                        <p:tav tm="78019">
                                          <p:val>
                                            <p:strVal val="#ppt_y-0.94769"/>
                                          </p:val>
                                        </p:tav>
                                        <p:tav tm="79644">
                                          <p:val>
                                            <p:strVal val="#ppt_y-0.88106"/>
                                          </p:val>
                                        </p:tav>
                                        <p:tav tm="97524">
                                          <p:val>
                                            <p:strVal val="#ppt_y+0"/>
                                          </p:val>
                                        </p:tav>
                                        <p:tav tm="99149">
                                          <p:val>
                                            <p:strVal val="#ppt_y+0.041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0" dur="2051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39.98"/>
                                          </p:val>
                                        </p:tav>
                                        <p:tav tm="1625">
                                          <p:val>
                                            <p:fltVal val="139.98"/>
                                          </p:val>
                                        </p:tav>
                                        <p:tav tm="3251">
                                          <p:val>
                                            <p:fltVal val="143.15"/>
                                          </p:val>
                                        </p:tav>
                                        <p:tav tm="16254">
                                          <p:val>
                                            <p:fltVal val="172.79"/>
                                          </p:val>
                                        </p:tav>
                                        <p:tav tm="35759">
                                          <p:val>
                                            <p:fltVal val="218.25"/>
                                          </p:val>
                                        </p:tav>
                                        <p:tav tm="79644">
                                          <p:val>
                                            <p:fltVal val="318.32"/>
                                          </p:val>
                                        </p:tav>
                                        <p:tav tm="97524">
                                          <p:val>
                                            <p:fltVal val="360"/>
                                          </p:val>
                                        </p:tav>
                                        <p:tav tm="99149">
                                          <p:val>
                                            <p:fltVal val="361.9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83" dur="533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2567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5" dur="2586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82033"/>
                                          </p:val>
                                        </p:tav>
                                        <p:tav tm="2578">
                                          <p:val>
                                            <p:strVal val="#ppt_x-0.82033"/>
                                          </p:val>
                                        </p:tav>
                                        <p:tav tm="3867">
                                          <p:val>
                                            <p:strVal val="#ppt_x-0.82626"/>
                                          </p:val>
                                        </p:tav>
                                        <p:tav tm="16757">
                                          <p:val>
                                            <p:strVal val="#ppt_x-0.91409"/>
                                          </p:val>
                                        </p:tav>
                                        <p:tav tm="18046">
                                          <p:val>
                                            <p:strVal val="#ppt_x-0.92221"/>
                                          </p:val>
                                        </p:tav>
                                        <p:tav tm="36092">
                                          <p:val>
                                            <p:strVal val="#ppt_x-1.02803"/>
                                          </p:val>
                                        </p:tav>
                                        <p:tav tm="37381">
                                          <p:val>
                                            <p:strVal val="#ppt_x-1.03451"/>
                                          </p:val>
                                        </p:tav>
                                        <p:tav tm="60582">
                                          <p:val>
                                            <p:strVal val="#ppt_x-1.14214"/>
                                          </p:val>
                                        </p:tav>
                                        <p:tav tm="78628">
                                          <p:val>
                                            <p:strVal val="#ppt_x-1.204"/>
                                          </p:val>
                                        </p:tav>
                                        <p:tav tm="79917">
                                          <p:val>
                                            <p:strVal val="#ppt_x-1.20804"/>
                                          </p:val>
                                        </p:tav>
                                        <p:tav tm="97963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252">
                                          <p:val>
                                            <p:strVal val="#ppt_x-1.251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6" dur="2586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4.25791"/>
                                          </p:val>
                                        </p:tav>
                                        <p:tav tm="2578">
                                          <p:val>
                                            <p:strVal val="#ppt_y-4.25791"/>
                                          </p:val>
                                        </p:tav>
                                        <p:tav tm="3867">
                                          <p:val>
                                            <p:strVal val="#ppt_y-4.25591"/>
                                          </p:val>
                                        </p:tav>
                                        <p:tav tm="16757">
                                          <p:val>
                                            <p:strVal val="#ppt_y-4.22599"/>
                                          </p:val>
                                        </p:tav>
                                        <p:tav tm="18046">
                                          <p:val>
                                            <p:strVal val="#ppt_y-4.21078"/>
                                          </p:val>
                                        </p:tav>
                                        <p:tav tm="36092">
                                          <p:val>
                                            <p:strVal val="#ppt_y-3.85009"/>
                                          </p:val>
                                        </p:tav>
                                        <p:tav tm="37381">
                                          <p:val>
                                            <p:strVal val="#ppt_y-3.80428"/>
                                          </p:val>
                                        </p:tav>
                                        <p:tav tm="59293">
                                          <p:val>
                                            <p:strVal val="#ppt_y-2.86943"/>
                                          </p:val>
                                        </p:tav>
                                        <p:tav tm="60582">
                                          <p:val>
                                            <p:strVal val="#ppt_y-2.81089"/>
                                          </p:val>
                                        </p:tav>
                                        <p:tav tm="78628">
                                          <p:val>
                                            <p:strVal val="#ppt_y-1.63249"/>
                                          </p:val>
                                        </p:tav>
                                        <p:tav tm="79917">
                                          <p:val>
                                            <p:strVal val="#ppt_y-1.54132"/>
                                          </p:val>
                                        </p:tav>
                                        <p:tav tm="97963">
                                          <p:val>
                                            <p:strVal val="#ppt_y+0"/>
                                          </p:val>
                                        </p:tav>
                                        <p:tav tm="99252">
                                          <p:val>
                                            <p:strVal val="#ppt_y+0.063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7" dur="2586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42.72"/>
                                          </p:val>
                                        </p:tav>
                                        <p:tav tm="2578">
                                          <p:val>
                                            <p:fltVal val="142.72"/>
                                          </p:val>
                                        </p:tav>
                                        <p:tav tm="3867">
                                          <p:val>
                                            <p:fltVal val="144.72"/>
                                          </p:val>
                                        </p:tav>
                                        <p:tav tm="36092">
                                          <p:val>
                                            <p:fltVal val="218.79"/>
                                          </p:val>
                                        </p:tav>
                                        <p:tav tm="60582">
                                          <p:val>
                                            <p:fltVal val="274.08"/>
                                          </p:val>
                                        </p:tav>
                                        <p:tav tm="97963">
                                          <p:val>
                                            <p:fltVal val="360"/>
                                          </p:val>
                                        </p:tav>
                                        <p:tav tm="99252">
                                          <p:val>
                                            <p:fltVal val="361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90" dur="467">
                                          <p:stCondLst>
                                            <p:cond delay="1833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1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2" dur="2341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0832"/>
                                          </p:val>
                                        </p:tav>
                                        <p:tav tm="2847">
                                          <p:val>
                                            <p:strVal val="#ppt_x-1.30832"/>
                                          </p:val>
                                        </p:tav>
                                        <p:tav tm="12814">
                                          <p:val>
                                            <p:strVal val="#ppt_x-1.29908"/>
                                          </p:val>
                                        </p:tav>
                                        <p:tav tm="18509">
                                          <p:val>
                                            <p:strVal val="#ppt_x-1.29449"/>
                                          </p:val>
                                        </p:tav>
                                        <p:tav tm="35594">
                                          <p:val>
                                            <p:strVal val="#ppt_x-1.2844"/>
                                          </p:val>
                                        </p:tav>
                                        <p:tav tm="49831">
                                          <p:val>
                                            <p:strVal val="#ppt_x-1.27709"/>
                                          </p:val>
                                        </p:tav>
                                        <p:tav tm="79730">
                                          <p:val>
                                            <p:strVal val="#ppt_x-1.25673"/>
                                          </p:val>
                                        </p:tav>
                                        <p:tav tm="91120">
                                          <p:val>
                                            <p:strVal val="#ppt_x-1.25192"/>
                                          </p:val>
                                        </p:tav>
                                        <p:tav tm="99662">
                                          <p:val>
                                            <p:strVal val="#ppt_x-1.24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3" dur="2341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84373"/>
                                          </p:val>
                                        </p:tav>
                                        <p:tav tm="2847">
                                          <p:val>
                                            <p:strVal val="#ppt_y-2.84373"/>
                                          </p:val>
                                        </p:tav>
                                        <p:tav tm="4271">
                                          <p:val>
                                            <p:strVal val="#ppt_y-2.84885"/>
                                          </p:val>
                                        </p:tav>
                                        <p:tav tm="17085">
                                          <p:val>
                                            <p:strVal val="#ppt_y-2.90799"/>
                                          </p:val>
                                        </p:tav>
                                        <p:tav tm="18509">
                                          <p:val>
                                            <p:strVal val="#ppt_y-2.89981"/>
                                          </p:val>
                                        </p:tav>
                                        <p:tav tm="27051">
                                          <p:val>
                                            <p:strVal val="#ppt_y-2.81766"/>
                                          </p:val>
                                        </p:tav>
                                        <p:tav tm="35594">
                                          <p:val>
                                            <p:strVal val="#ppt_y-2.73765"/>
                                          </p:val>
                                        </p:tav>
                                        <p:tav tm="37017">
                                          <p:val>
                                            <p:strVal val="#ppt_y-2.71606"/>
                                          </p:val>
                                        </p:tav>
                                        <p:tav tm="59797">
                                          <p:val>
                                            <p:strVal val="#ppt_y-2.08817"/>
                                          </p:val>
                                        </p:tav>
                                        <p:tav tm="61221">
                                          <p:val>
                                            <p:strVal val="#ppt_y-2.03389"/>
                                          </p:val>
                                        </p:tav>
                                        <p:tav tm="69764">
                                          <p:val>
                                            <p:strVal val="#ppt_y-1.63869"/>
                                          </p:val>
                                        </p:tav>
                                        <p:tav tm="76882">
                                          <p:val>
                                            <p:strVal val="#ppt_y-1.3077"/>
                                          </p:val>
                                        </p:tav>
                                        <p:tav tm="78306">
                                          <p:val>
                                            <p:strVal val="#ppt_y-1.24132"/>
                                          </p:val>
                                        </p:tav>
                                        <p:tav tm="79730">
                                          <p:val>
                                            <p:strVal val="#ppt_y-1.17101"/>
                                          </p:val>
                                        </p:tav>
                                        <p:tav tm="98239">
                                          <p:val>
                                            <p:strVal val="#ppt_y+0"/>
                                          </p:val>
                                        </p:tav>
                                        <p:tav tm="99662">
                                          <p:val>
                                            <p:strVal val="#ppt_y+0.021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4" dur="2341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3.53"/>
                                          </p:val>
                                        </p:tav>
                                        <p:tav tm="2847">
                                          <p:val>
                                            <p:fltVal val="-53.53"/>
                                          </p:val>
                                        </p:tav>
                                        <p:tav tm="4271">
                                          <p:val>
                                            <p:fltVal val="-48.75"/>
                                          </p:val>
                                        </p:tav>
                                        <p:tav tm="98239">
                                          <p:val>
                                            <p:fltVal val="360"/>
                                          </p:val>
                                        </p:tav>
                                        <p:tav tm="99662">
                                          <p:val>
                                            <p:fltVal val="361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697" dur="500">
                                          <p:stCondLst>
                                            <p:cond delay="1933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8" dur="1" fill="hold">
                                          <p:stCondLst>
                                            <p:cond delay="2433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9" dur="2469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95965"/>
                                          </p:val>
                                        </p:tav>
                                        <p:tav tm="1350">
                                          <p:val>
                                            <p:strVal val="#ppt_x-0.95965"/>
                                          </p:val>
                                        </p:tav>
                                        <p:tav tm="16199">
                                          <p:val>
                                            <p:strVal val="#ppt_x-1.02539"/>
                                          </p:val>
                                        </p:tav>
                                        <p:tav tm="35098">
                                          <p:val>
                                            <p:strVal val="#ppt_x-1.09856"/>
                                          </p:val>
                                        </p:tav>
                                        <p:tav tm="59397">
                                          <p:val>
                                            <p:strVal val="#ppt_x-1.17471"/>
                                          </p:val>
                                        </p:tav>
                                        <p:tav tm="78296">
                                          <p:val>
                                            <p:strVal val="#ppt_x-1.21906"/>
                                          </p:val>
                                        </p:tav>
                                        <p:tav tm="79646">
                                          <p:val>
                                            <p:strVal val="#ppt_x-1.22189"/>
                                          </p:val>
                                        </p:tav>
                                        <p:tav tm="98544">
                                          <p:val>
                                            <p:strVal val="#ppt_x-1.25214"/>
                                          </p:val>
                                        </p:tav>
                                        <p:tav tm="99894">
                                          <p:val>
                                            <p:strVal val="#ppt_x-1.252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0" dur="2469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06863"/>
                                          </p:val>
                                        </p:tav>
                                        <p:tav tm="1350">
                                          <p:val>
                                            <p:strVal val="#ppt_y-3.06863"/>
                                          </p:val>
                                        </p:tav>
                                        <p:tav tm="14849">
                                          <p:val>
                                            <p:strVal val="#ppt_y-3.16227"/>
                                          </p:val>
                                        </p:tav>
                                        <p:tav tm="16199">
                                          <p:val>
                                            <p:strVal val="#ppt_y-3.16836"/>
                                          </p:val>
                                        </p:tav>
                                        <p:tav tm="35098">
                                          <p:val>
                                            <p:strVal val="#ppt_y-2.99124"/>
                                          </p:val>
                                        </p:tav>
                                        <p:tav tm="36448">
                                          <p:val>
                                            <p:strVal val="#ppt_y-2.95754"/>
                                          </p:val>
                                        </p:tav>
                                        <p:tav tm="59397">
                                          <p:val>
                                            <p:strVal val="#ppt_y-2.26175"/>
                                          </p:val>
                                        </p:tav>
                                        <p:tav tm="60747">
                                          <p:val>
                                            <p:strVal val="#ppt_y-2.20007"/>
                                          </p:val>
                                        </p:tav>
                                        <p:tav tm="78296">
                                          <p:val>
                                            <p:strVal val="#ppt_y-1.30152"/>
                                          </p:val>
                                        </p:tav>
                                        <p:tav tm="79646">
                                          <p:val>
                                            <p:strVal val="#ppt_y-1.2242"/>
                                          </p:val>
                                        </p:tav>
                                        <p:tav tm="98544">
                                          <p:val>
                                            <p:strVal val="#ppt_y+0.09411"/>
                                          </p:val>
                                        </p:tav>
                                        <p:tav tm="99894">
                                          <p:val>
                                            <p:strVal val="#ppt_y+0.101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1" dur="2469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0.38"/>
                                          </p:val>
                                        </p:tav>
                                        <p:tav tm="1350">
                                          <p:val>
                                            <p:fltVal val="-170.38"/>
                                          </p:val>
                                        </p:tav>
                                        <p:tav tm="2700">
                                          <p:val>
                                            <p:fltVal val="-168.08"/>
                                          </p:val>
                                        </p:tav>
                                        <p:tav tm="35098">
                                          <p:val>
                                            <p:fltVal val="-110.99"/>
                                          </p:val>
                                        </p:tav>
                                        <p:tav tm="59397">
                                          <p:val>
                                            <p:fltVal val="-67.03"/>
                                          </p:val>
                                        </p:tav>
                                        <p:tav tm="79646">
                                          <p:val>
                                            <p:fltVal val="-31.58"/>
                                          </p:val>
                                        </p:tav>
                                        <p:tav tm="98544">
                                          <p:val>
                                            <p:fltVal val="2.43"/>
                                          </p:val>
                                        </p:tav>
                                        <p:tav tm="99894">
                                          <p:val>
                                            <p:fltVal val="2.6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04" dur="333">
                                          <p:stCondLst>
                                            <p:cond delay="1267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5" dur="1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6" dur="1637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741"/>
                                          </p:val>
                                        </p:tav>
                                        <p:tav tm="2036">
                                          <p:val>
                                            <p:strVal val="#ppt_x-1.17741"/>
                                          </p:val>
                                        </p:tav>
                                        <p:tav tm="4072">
                                          <p:val>
                                            <p:strVal val="#ppt_x-1.17886"/>
                                          </p:val>
                                        </p:tav>
                                        <p:tav tm="18326">
                                          <p:val>
                                            <p:strVal val="#ppt_x-1.19536"/>
                                          </p:val>
                                        </p:tav>
                                        <p:tav tm="36652">
                                          <p:val>
                                            <p:strVal val="#ppt_x-1.21365"/>
                                          </p:val>
                                        </p:tav>
                                        <p:tav tm="59050">
                                          <p:val>
                                            <p:strVal val="#ppt_x-1.2313"/>
                                          </p:val>
                                        </p:tav>
                                        <p:tav tm="79412">
                                          <p:val>
                                            <p:strVal val="#ppt_x-1.243"/>
                                          </p:val>
                                        </p:tav>
                                        <p:tav tm="97738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774">
                                          <p:val>
                                            <p:strVal val="#ppt_x-1.25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7" dur="1637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19007"/>
                                          </p:val>
                                        </p:tav>
                                        <p:tav tm="2036">
                                          <p:val>
                                            <p:strVal val="#ppt_y-1.19007"/>
                                          </p:val>
                                        </p:tav>
                                        <p:tav tm="4072">
                                          <p:val>
                                            <p:strVal val="#ppt_y-1.19561"/>
                                          </p:val>
                                        </p:tav>
                                        <p:tav tm="16290">
                                          <p:val>
                                            <p:strVal val="#ppt_y-1.2502"/>
                                          </p:val>
                                        </p:tav>
                                        <p:tav tm="18326">
                                          <p:val>
                                            <p:strVal val="#ppt_y-1.2507"/>
                                          </p:val>
                                        </p:tav>
                                        <p:tav tm="34615">
                                          <p:val>
                                            <p:strVal val="#ppt_y-1.20929"/>
                                          </p:val>
                                        </p:tav>
                                        <p:tav tm="36652">
                                          <p:val>
                                            <p:strVal val="#ppt_y-1.19938"/>
                                          </p:val>
                                        </p:tav>
                                        <p:tav tm="59050">
                                          <p:val>
                                            <p:strVal val="#ppt_y-0.9403"/>
                                          </p:val>
                                        </p:tav>
                                        <p:tav tm="61086">
                                          <p:val>
                                            <p:strVal val="#ppt_y-0.90612"/>
                                          </p:val>
                                        </p:tav>
                                        <p:tav tm="77376">
                                          <p:val>
                                            <p:strVal val="#ppt_y-0.57052"/>
                                          </p:val>
                                        </p:tav>
                                        <p:tav tm="79412">
                                          <p:val>
                                            <p:strVal val="#ppt_y-0.52476"/>
                                          </p:val>
                                        </p:tav>
                                        <p:tav tm="97738">
                                          <p:val>
                                            <p:strVal val="#ppt_y+0"/>
                                          </p:val>
                                        </p:tav>
                                        <p:tav tm="99774">
                                          <p:val>
                                            <p:strVal val="#ppt_y+0.006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8" dur="1637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0.6"/>
                                          </p:val>
                                        </p:tav>
                                        <p:tav tm="2036">
                                          <p:val>
                                            <p:fltVal val="-170.6"/>
                                          </p:val>
                                        </p:tav>
                                        <p:tav tm="4072">
                                          <p:val>
                                            <p:fltVal val="-168.33"/>
                                          </p:val>
                                        </p:tav>
                                        <p:tav tm="59050">
                                          <p:val>
                                            <p:fltVal val="-69.15"/>
                                          </p:val>
                                        </p:tav>
                                        <p:tav tm="97738">
                                          <p:val>
                                            <p:fltVal val="0"/>
                                          </p:val>
                                        </p:tav>
                                        <p:tav tm="99774">
                                          <p:val>
                                            <p:fltVal val="0.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11" dur="467">
                                          <p:stCondLst>
                                            <p:cond delay="1767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2" dur="1" fill="hold">
                                          <p:stCondLst>
                                            <p:cond delay="2233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3" dur="2244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54951"/>
                                          </p:val>
                                        </p:tav>
                                        <p:tav tm="1485">
                                          <p:val>
                                            <p:strVal val="#ppt_x-0.54951"/>
                                          </p:val>
                                        </p:tav>
                                        <p:tav tm="2971">
                                          <p:val>
                                            <p:strVal val="#ppt_x-0.55753"/>
                                          </p:val>
                                        </p:tav>
                                        <p:tav tm="10398">
                                          <p:val>
                                            <p:strVal val="#ppt_x-0.64146"/>
                                          </p:val>
                                        </p:tav>
                                        <p:tav tm="16339">
                                          <p:val>
                                            <p:strVal val="#ppt_x-0.708"/>
                                          </p:val>
                                        </p:tav>
                                        <p:tav tm="17825">
                                          <p:val>
                                            <p:strVal val="#ppt_x-0.72275"/>
                                          </p:val>
                                        </p:tav>
                                        <p:tav tm="22281">
                                          <p:val>
                                            <p:strVal val="#ppt_x-0.76501"/>
                                          </p:val>
                                        </p:tav>
                                        <p:tav tm="35650">
                                          <p:val>
                                            <p:strVal val="#ppt_x-0.89033"/>
                                          </p:val>
                                        </p:tav>
                                        <p:tav tm="37135">
                                          <p:val>
                                            <p:strVal val="#ppt_x-0.9019"/>
                                          </p:val>
                                        </p:tav>
                                        <p:tav tm="47533">
                                          <p:val>
                                            <p:strVal val="#ppt_x-0.97989"/>
                                          </p:val>
                                        </p:tav>
                                        <p:tav tm="59416">
                                          <p:val>
                                            <p:strVal val="#ppt_x-1.07141"/>
                                          </p:val>
                                        </p:tav>
                                        <p:tav tm="60902">
                                          <p:val>
                                            <p:strVal val="#ppt_x-1.08109"/>
                                          </p:val>
                                        </p:tav>
                                        <p:tav tm="66843">
                                          <p:val>
                                            <p:strVal val="#ppt_x-1.11473"/>
                                          </p:val>
                                        </p:tav>
                                        <p:tav tm="72785">
                                          <p:val>
                                            <p:strVal val="#ppt_x-1.14768"/>
                                          </p:val>
                                        </p:tav>
                                        <p:tav tm="78726">
                                          <p:val>
                                            <p:strVal val="#ppt_x-1.17986"/>
                                          </p:val>
                                        </p:tav>
                                        <p:tav tm="80212">
                                          <p:val>
                                            <p:strVal val="#ppt_x-1.18611"/>
                                          </p:val>
                                        </p:tav>
                                        <p:tav tm="90610">
                                          <p:val>
                                            <p:strVal val="#ppt_x-1.22292"/>
                                          </p:val>
                                        </p:tav>
                                        <p:tav tm="98037">
                                          <p:val>
                                            <p:strVal val="#ppt_x-1.25"/>
                                          </p:val>
                                        </p:tav>
                                        <p:tav tm="99522">
                                          <p:val>
                                            <p:strVal val="#ppt_x-1.25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4" dur="2244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3.32253"/>
                                          </p:val>
                                        </p:tav>
                                        <p:tav tm="1485">
                                          <p:val>
                                            <p:strVal val="#ppt_y-3.32253"/>
                                          </p:val>
                                        </p:tav>
                                        <p:tav tm="2971">
                                          <p:val>
                                            <p:strVal val="#ppt_y-3.32086"/>
                                          </p:val>
                                        </p:tav>
                                        <p:tav tm="8912">
                                          <p:val>
                                            <p:strVal val="#ppt_y-3.30609"/>
                                          </p:val>
                                        </p:tav>
                                        <p:tav tm="16339">
                                          <p:val>
                                            <p:strVal val="#ppt_y-3.28616"/>
                                          </p:val>
                                        </p:tav>
                                        <p:tav tm="17825">
                                          <p:val>
                                            <p:strVal val="#ppt_y-3.26707"/>
                                          </p:val>
                                        </p:tav>
                                        <p:tav tm="26737">
                                          <p:val>
                                            <p:strVal val="#ppt_y-3.12436"/>
                                          </p:val>
                                        </p:tav>
                                        <p:tav tm="35650">
                                          <p:val>
                                            <p:strVal val="#ppt_y-2.98434"/>
                                          </p:val>
                                        </p:tav>
                                        <p:tav tm="37135">
                                          <p:val>
                                            <p:strVal val="#ppt_y-2.94095"/>
                                          </p:val>
                                        </p:tav>
                                        <p:tav tm="51989">
                                          <p:val>
                                            <p:strVal val="#ppt_y-2.45682"/>
                                          </p:val>
                                        </p:tav>
                                        <p:tav tm="59416">
                                          <p:val>
                                            <p:strVal val="#ppt_y-2.21296"/>
                                          </p:val>
                                        </p:tav>
                                        <p:tav tm="60902">
                                          <p:val>
                                            <p:strVal val="#ppt_y-2.14868"/>
                                          </p:val>
                                        </p:tav>
                                        <p:tav tm="78726">
                                          <p:val>
                                            <p:strVal val="#ppt_y-1.251"/>
                                          </p:val>
                                        </p:tav>
                                        <p:tav tm="80212">
                                          <p:val>
                                            <p:strVal val="#ppt_y-1.16187"/>
                                          </p:val>
                                        </p:tav>
                                        <p:tav tm="87639">
                                          <p:val>
                                            <p:strVal val="#ppt_y-0.67648"/>
                                          </p:val>
                                        </p:tav>
                                        <p:tav tm="98037">
                                          <p:val>
                                            <p:strVal val="#ppt_y+0"/>
                                          </p:val>
                                        </p:tav>
                                        <p:tav tm="99522">
                                          <p:val>
                                            <p:strVal val="#ppt_y+0.031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5" dur="2244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82.18"/>
                                          </p:val>
                                        </p:tav>
                                        <p:tav tm="1485">
                                          <p:val>
                                            <p:fltVal val="-82.18"/>
                                          </p:val>
                                        </p:tav>
                                        <p:tav tm="2971">
                                          <p:val>
                                            <p:fltVal val="-86.89"/>
                                          </p:val>
                                        </p:tav>
                                        <p:tav tm="35650">
                                          <p:val>
                                            <p:fltVal val="-304.18"/>
                                          </p:val>
                                        </p:tav>
                                        <p:tav tm="60902">
                                          <p:val>
                                            <p:fltVal val="-473.08"/>
                                          </p:val>
                                        </p:tav>
                                        <p:tav tm="98037">
                                          <p:val>
                                            <p:fltVal val="-720"/>
                                          </p:val>
                                        </p:tav>
                                        <p:tav tm="99522">
                                          <p:val>
                                            <p:fltVal val="-723.1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18" dur="433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9" dur="1" fill="hold">
                                          <p:stCondLst>
                                            <p:cond delay="2033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0" dur="2047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2981"/>
                                          </p:val>
                                        </p:tav>
                                        <p:tav tm="3257">
                                          <p:val>
                                            <p:strVal val="#ppt_x-1.32968"/>
                                          </p:val>
                                        </p:tav>
                                        <p:tav tm="11400">
                                          <p:val>
                                            <p:strVal val="#ppt_x-1.31889"/>
                                          </p:val>
                                        </p:tav>
                                        <p:tav tm="17914">
                                          <p:val>
                                            <p:strVal val="#ppt_x-1.31106"/>
                                          </p:val>
                                        </p:tav>
                                        <p:tav tm="35828">
                                          <p:val>
                                            <p:strVal val="#ppt_x-1.29329"/>
                                          </p:val>
                                        </p:tav>
                                        <p:tav tm="45599">
                                          <p:val>
                                            <p:strVal val="#ppt_x-1.28432"/>
                                          </p:val>
                                        </p:tav>
                                        <p:tav tm="60256">
                                          <p:val>
                                            <p:strVal val="#ppt_x-1.26898"/>
                                          </p:val>
                                        </p:tav>
                                        <p:tav tm="61885">
                                          <p:val>
                                            <p:strVal val="#ppt_x-1.26764"/>
                                          </p:val>
                                        </p:tav>
                                        <p:tav tm="71656">
                                          <p:val>
                                            <p:strVal val="#ppt_x-1.26025"/>
                                          </p:val>
                                        </p:tav>
                                        <p:tav tm="79799">
                                          <p:val>
                                            <p:strVal val="#ppt_x-1.25529"/>
                                          </p:val>
                                        </p:tav>
                                        <p:tav tm="99342">
                                          <p:val>
                                            <p:strVal val="#ppt_x-1.249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1" dur="2047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2.22364"/>
                                          </p:val>
                                        </p:tav>
                                        <p:tav tm="3257">
                                          <p:val>
                                            <p:strVal val="#ppt_y-2.22389"/>
                                          </p:val>
                                        </p:tav>
                                        <p:tav tm="16286">
                                          <p:val>
                                            <p:strVal val="#ppt_y-2.25967"/>
                                          </p:val>
                                        </p:tav>
                                        <p:tav tm="17914">
                                          <p:val>
                                            <p:strVal val="#ppt_y-2.25916"/>
                                          </p:val>
                                        </p:tav>
                                        <p:tav tm="26057">
                                          <p:val>
                                            <p:strVal val="#ppt_y-2.19393"/>
                                          </p:val>
                                        </p:tav>
                                        <p:tav tm="35828">
                                          <p:val>
                                            <p:strVal val="#ppt_y-2.11795"/>
                                          </p:val>
                                        </p:tav>
                                        <p:tav tm="37457">
                                          <p:val>
                                            <p:strVal val="#ppt_y-2.09176"/>
                                          </p:val>
                                        </p:tav>
                                        <p:tav tm="50485">
                                          <p:val>
                                            <p:strVal val="#ppt_y-1.8076"/>
                                          </p:val>
                                        </p:tav>
                                        <p:tav tm="60256">
                                          <p:val>
                                            <p:strVal val="#ppt_y-1.59227"/>
                                          </p:val>
                                        </p:tav>
                                        <p:tav tm="65142">
                                          <p:val>
                                            <p:strVal val="#ppt_y-1.41504"/>
                                          </p:val>
                                        </p:tav>
                                        <p:tav tm="78170">
                                          <p:val>
                                            <p:strVal val="#ppt_y-0.93955"/>
                                          </p:val>
                                        </p:tav>
                                        <p:tav tm="79799">
                                          <p:val>
                                            <p:strVal val="#ppt_y-0.87425"/>
                                          </p:val>
                                        </p:tav>
                                        <p:tav tm="89570">
                                          <p:val>
                                            <p:strVal val="#ppt_y-0.39631"/>
                                          </p:val>
                                        </p:tav>
                                        <p:tav tm="97713">
                                          <p:val>
                                            <p:strVal val="#ppt_y+0"/>
                                          </p:val>
                                        </p:tav>
                                        <p:tav tm="99342">
                                          <p:val>
                                            <p:strVal val="#ppt_y+0.031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2" dur="2047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54.44"/>
                                          </p:val>
                                        </p:tav>
                                        <p:tav tm="3257">
                                          <p:val>
                                            <p:fltVal val="-153.93"/>
                                          </p:val>
                                        </p:tav>
                                        <p:tav tm="17914">
                                          <p:val>
                                            <p:fltVal val="-73.9"/>
                                          </p:val>
                                        </p:tav>
                                        <p:tav tm="37457">
                                          <p:val>
                                            <p:fltVal val="31.86"/>
                                          </p:val>
                                        </p:tav>
                                        <p:tav tm="79799">
                                          <p:val>
                                            <p:fltVal val="263.1"/>
                                          </p:val>
                                        </p:tav>
                                        <p:tav tm="97713">
                                          <p:val>
                                            <p:fltVal val="360"/>
                                          </p:val>
                                        </p:tav>
                                        <p:tav tm="99342">
                                          <p:val>
                                            <p:fltVal val="363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2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6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7" dur="748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256"/>
                                          </p:val>
                                        </p:tav>
                                        <p:tav tm="4458">
                                          <p:val>
                                            <p:strVal val="#ppt_x-1.19648"/>
                                          </p:val>
                                        </p:tav>
                                        <p:tav tm="8915">
                                          <p:val>
                                            <p:strVal val="#ppt_x-1.20787"/>
                                          </p:val>
                                        </p:tav>
                                        <p:tav tm="13373">
                                          <p:val>
                                            <p:strVal val="#ppt_x-1.21845"/>
                                          </p:val>
                                        </p:tav>
                                        <p:tav tm="17831">
                                          <p:val>
                                            <p:strVal val="#ppt_x-1.22708"/>
                                          </p:val>
                                        </p:tav>
                                        <p:tav tm="22288">
                                          <p:val>
                                            <p:strVal val="#ppt_x-1.23343"/>
                                          </p:val>
                                        </p:tav>
                                        <p:tav tm="26746">
                                          <p:val>
                                            <p:strVal val="#ppt_x-1.23794"/>
                                          </p:val>
                                        </p:tav>
                                        <p:tav tm="31203">
                                          <p:val>
                                            <p:strVal val="#ppt_x-1.24118"/>
                                          </p:val>
                                        </p:tav>
                                        <p:tav tm="40119">
                                          <p:val>
                                            <p:strVal val="#ppt_x-1.24531"/>
                                          </p:val>
                                        </p:tav>
                                        <p:tav tm="53492">
                                          <p:val>
                                            <p:strVal val="#ppt_x-1.2485"/>
                                          </p:val>
                                        </p:tav>
                                        <p:tav tm="71322">
                                          <p:val>
                                            <p:strVal val="#ppt_x-1.25029"/>
                                          </p:val>
                                        </p:tav>
                                        <p:tav tm="98068">
                                          <p:val>
                                            <p:strVal val="#ppt_x-1.25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8" dur="748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8422"/>
                                          </p:val>
                                        </p:tav>
                                        <p:tav tm="4458">
                                          <p:val>
                                            <p:strVal val="#ppt_y+0.07849"/>
                                          </p:val>
                                        </p:tav>
                                        <p:tav tm="8915">
                                          <p:val>
                                            <p:strVal val="#ppt_y+0.06184"/>
                                          </p:val>
                                        </p:tav>
                                        <p:tav tm="13373">
                                          <p:val>
                                            <p:strVal val="#ppt_y+0.04634"/>
                                          </p:val>
                                        </p:tav>
                                        <p:tav tm="17831">
                                          <p:val>
                                            <p:strVal val="#ppt_y+0.03368"/>
                                          </p:val>
                                        </p:tav>
                                        <p:tav tm="22288">
                                          <p:val>
                                            <p:strVal val="#ppt_y+0.02436"/>
                                          </p:val>
                                        </p:tav>
                                        <p:tav tm="26746">
                                          <p:val>
                                            <p:strVal val="#ppt_y+0.01773"/>
                                          </p:val>
                                        </p:tav>
                                        <p:tav tm="31203">
                                          <p:val>
                                            <p:strVal val="#ppt_y+0.01298"/>
                                          </p:val>
                                        </p:tav>
                                        <p:tav tm="40119">
                                          <p:val>
                                            <p:strVal val="#ppt_y+0.0069"/>
                                          </p:val>
                                        </p:tav>
                                        <p:tav tm="53492">
                                          <p:val>
                                            <p:strVal val="#ppt_y+0.0022"/>
                                          </p:val>
                                        </p:tav>
                                        <p:tav tm="71322">
                                          <p:val>
                                            <p:strVal val="#ppt_y-0.00043"/>
                                          </p:val>
                                        </p:tav>
                                        <p:tav tm="98068">
                                          <p:val>
                                            <p:strVal val="#ppt_y-0.0012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9" dur="748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1915"/>
                                          </p:val>
                                        </p:tav>
                                        <p:tav tm="4458">
                                          <p:val>
                                            <p:strVal val="#ppt_w*4.46658"/>
                                          </p:val>
                                        </p:tav>
                                        <p:tav tm="8915">
                                          <p:val>
                                            <p:strVal val="#ppt_w*3.73218"/>
                                          </p:val>
                                        </p:tav>
                                        <p:tav tm="13373">
                                          <p:val>
                                            <p:strVal val="#ppt_w*3.04819"/>
                                          </p:val>
                                        </p:tav>
                                        <p:tav tm="17831">
                                          <p:val>
                                            <p:strVal val="#ppt_w*2.48927"/>
                                          </p:val>
                                        </p:tav>
                                        <p:tav tm="22288">
                                          <p:val>
                                            <p:strVal val="#ppt_w*2.07734"/>
                                          </p:val>
                                        </p:tav>
                                        <p:tav tm="26746">
                                          <p:val>
                                            <p:strVal val="#ppt_w*1.78435"/>
                                          </p:val>
                                        </p:tav>
                                        <p:tav tm="31203">
                                          <p:val>
                                            <p:strVal val="#ppt_w*1.57429"/>
                                          </p:val>
                                        </p:tav>
                                        <p:tav tm="35661">
                                          <p:val>
                                            <p:strVal val="#ppt_w*1.42041"/>
                                          </p:val>
                                        </p:tav>
                                        <p:tav tm="40119">
                                          <p:val>
                                            <p:strVal val="#ppt_w*1.30526"/>
                                          </p:val>
                                        </p:tav>
                                        <p:tav tm="44576">
                                          <p:val>
                                            <p:strVal val="#ppt_w*1.21758"/>
                                          </p:val>
                                        </p:tav>
                                        <p:tav tm="49034">
                                          <p:val>
                                            <p:strVal val="#ppt_w*1.14999"/>
                                          </p:val>
                                        </p:tav>
                                        <p:tav tm="53492">
                                          <p:val>
                                            <p:strVal val="#ppt_w*1.09748"/>
                                          </p:val>
                                        </p:tav>
                                        <p:tav tm="57949">
                                          <p:val>
                                            <p:strVal val="#ppt_w*1.05654"/>
                                          </p:val>
                                        </p:tav>
                                        <p:tav tm="62407">
                                          <p:val>
                                            <p:strVal val="#ppt_w*1.02466"/>
                                          </p:val>
                                        </p:tav>
                                        <p:tav tm="71322">
                                          <p:val>
                                            <p:strVal val="#ppt_w*0.98116"/>
                                          </p:val>
                                        </p:tav>
                                        <p:tav tm="84695">
                                          <p:val>
                                            <p:strVal val="#ppt_w*0.95001"/>
                                          </p:val>
                                        </p:tav>
                                        <p:tav tm="98068">
                                          <p:val>
                                            <p:strVal val="#ppt_w*0.943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0" dur="748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1915"/>
                                          </p:val>
                                        </p:tav>
                                        <p:tav tm="4458">
                                          <p:val>
                                            <p:strVal val="#ppt_h*4.46658"/>
                                          </p:val>
                                        </p:tav>
                                        <p:tav tm="8915">
                                          <p:val>
                                            <p:strVal val="#ppt_h*3.73218"/>
                                          </p:val>
                                        </p:tav>
                                        <p:tav tm="13373">
                                          <p:val>
                                            <p:strVal val="#ppt_h*3.04819"/>
                                          </p:val>
                                        </p:tav>
                                        <p:tav tm="17831">
                                          <p:val>
                                            <p:strVal val="#ppt_h*2.48927"/>
                                          </p:val>
                                        </p:tav>
                                        <p:tav tm="22288">
                                          <p:val>
                                            <p:strVal val="#ppt_h*2.07734"/>
                                          </p:val>
                                        </p:tav>
                                        <p:tav tm="26746">
                                          <p:val>
                                            <p:strVal val="#ppt_h*1.78435"/>
                                          </p:val>
                                        </p:tav>
                                        <p:tav tm="31203">
                                          <p:val>
                                            <p:strVal val="#ppt_h*1.57429"/>
                                          </p:val>
                                        </p:tav>
                                        <p:tav tm="35661">
                                          <p:val>
                                            <p:strVal val="#ppt_h*1.42041"/>
                                          </p:val>
                                        </p:tav>
                                        <p:tav tm="40119">
                                          <p:val>
                                            <p:strVal val="#ppt_h*1.30526"/>
                                          </p:val>
                                        </p:tav>
                                        <p:tav tm="44576">
                                          <p:val>
                                            <p:strVal val="#ppt_h*1.21758"/>
                                          </p:val>
                                        </p:tav>
                                        <p:tav tm="49034">
                                          <p:val>
                                            <p:strVal val="#ppt_h*1.14999"/>
                                          </p:val>
                                        </p:tav>
                                        <p:tav tm="53492">
                                          <p:val>
                                            <p:strVal val="#ppt_h*1.09748"/>
                                          </p:val>
                                        </p:tav>
                                        <p:tav tm="57949">
                                          <p:val>
                                            <p:strVal val="#ppt_h*1.05654"/>
                                          </p:val>
                                        </p:tav>
                                        <p:tav tm="62407">
                                          <p:val>
                                            <p:strVal val="#ppt_h*1.02466"/>
                                          </p:val>
                                        </p:tav>
                                        <p:tav tm="71322">
                                          <p:val>
                                            <p:strVal val="#ppt_h*0.98116"/>
                                          </p:val>
                                        </p:tav>
                                        <p:tav tm="84695">
                                          <p:val>
                                            <p:strVal val="#ppt_h*0.95001"/>
                                          </p:val>
                                        </p:tav>
                                        <p:tav tm="98068">
                                          <p:val>
                                            <p:strVal val="#ppt_h*0.9438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1" dur="748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2.68"/>
                                          </p:val>
                                        </p:tav>
                                        <p:tav tm="4458">
                                          <p:val>
                                            <p:fltVal val="-21.14"/>
                                          </p:val>
                                        </p:tav>
                                        <p:tav tm="13373">
                                          <p:val>
                                            <p:fltVal val="-12.49"/>
                                          </p:val>
                                        </p:tav>
                                        <p:tav tm="17831">
                                          <p:val>
                                            <p:fltVal val="-9.08"/>
                                          </p:val>
                                        </p:tav>
                                        <p:tav tm="22288">
                                          <p:val>
                                            <p:fltVal val="-6.57"/>
                                          </p:val>
                                        </p:tav>
                                        <p:tav tm="31203">
                                          <p:val>
                                            <p:fltVal val="-3.5"/>
                                          </p:val>
                                        </p:tav>
                                        <p:tav tm="40119">
                                          <p:val>
                                            <p:fltVal val="-1.86"/>
                                          </p:val>
                                        </p:tav>
                                        <p:tav tm="53492">
                                          <p:val>
                                            <p:fltVal val="-0.59"/>
                                          </p:val>
                                        </p:tav>
                                        <p:tav tm="71322">
                                          <p:val>
                                            <p:fltVal val="0.11"/>
                                          </p:val>
                                        </p:tav>
                                        <p:tav tm="98068">
                                          <p:val>
                                            <p:fltVal val="0.3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2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34" dur="467">
                                          <p:stCondLst>
                                            <p:cond delay="33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6" dur="768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8332"/>
                                          </p:val>
                                        </p:tav>
                                        <p:tav tm="4339">
                                          <p:val>
                                            <p:strVal val="#ppt_x-1.28332"/>
                                          </p:val>
                                        </p:tav>
                                        <p:tav tm="8677">
                                          <p:val>
                                            <p:strVal val="#ppt_x-1.28165"/>
                                          </p:val>
                                        </p:tav>
                                        <p:tav tm="17354">
                                          <p:val>
                                            <p:strVal val="#ppt_x-1.26852"/>
                                          </p:val>
                                        </p:tav>
                                        <p:tav tm="21693">
                                          <p:val>
                                            <p:strVal val="#ppt_x-1.26336"/>
                                          </p:val>
                                        </p:tav>
                                        <p:tav tm="26031">
                                          <p:val>
                                            <p:strVal val="#ppt_x-1.25959"/>
                                          </p:val>
                                        </p:tav>
                                        <p:tav tm="30370">
                                          <p:val>
                                            <p:strVal val="#ppt_x-1.25694"/>
                                          </p:val>
                                        </p:tav>
                                        <p:tav tm="34709">
                                          <p:val>
                                            <p:strVal val="#ppt_x-1.25505"/>
                                          </p:val>
                                        </p:tav>
                                        <p:tav tm="43386">
                                          <p:val>
                                            <p:strVal val="#ppt_x-1.25266"/>
                                          </p:val>
                                        </p:tav>
                                        <p:tav tm="56401">
                                          <p:val>
                                            <p:strVal val="#ppt_x-1.25084"/>
                                          </p:val>
                                        </p:tav>
                                        <p:tav tm="73756">
                                          <p:val>
                                            <p:strVal val="#ppt_x-1.24984"/>
                                          </p:val>
                                        </p:tav>
                                        <p:tav tm="99787">
                                          <p:val>
                                            <p:strVal val="#ppt_x-1.24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7" dur="768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9389"/>
                                          </p:val>
                                        </p:tav>
                                        <p:tav tm="4339">
                                          <p:val>
                                            <p:strVal val="#ppt_y+0.09389"/>
                                          </p:val>
                                        </p:tav>
                                        <p:tav tm="8677">
                                          <p:val>
                                            <p:strVal val="#ppt_y+0.08926"/>
                                          </p:val>
                                        </p:tav>
                                        <p:tav tm="13016">
                                          <p:val>
                                            <p:strVal val="#ppt_y+0.07029"/>
                                          </p:val>
                                        </p:tav>
                                        <p:tav tm="17354">
                                          <p:val>
                                            <p:strVal val="#ppt_y+0.0525"/>
                                          </p:val>
                                        </p:tav>
                                        <p:tav tm="21693">
                                          <p:val>
                                            <p:strVal val="#ppt_y+0.03793"/>
                                          </p:val>
                                        </p:tav>
                                        <p:tav tm="26031">
                                          <p:val>
                                            <p:strVal val="#ppt_y+0.02726"/>
                                          </p:val>
                                        </p:tav>
                                        <p:tav tm="30370">
                                          <p:val>
                                            <p:strVal val="#ppt_y+0.01973"/>
                                          </p:val>
                                        </p:tav>
                                        <p:tav tm="34709">
                                          <p:val>
                                            <p:strVal val="#ppt_y+0.01437"/>
                                          </p:val>
                                        </p:tav>
                                        <p:tav tm="43386">
                                          <p:val>
                                            <p:strVal val="#ppt_y+0.00757"/>
                                          </p:val>
                                        </p:tav>
                                        <p:tav tm="56401">
                                          <p:val>
                                            <p:strVal val="#ppt_y+0.00239"/>
                                          </p:val>
                                        </p:tav>
                                        <p:tav tm="73756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99787">
                                          <p:val>
                                            <p:strVal val="#ppt_y-0.001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8" dur="768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4293"/>
                                          </p:val>
                                        </p:tav>
                                        <p:tav tm="4339">
                                          <p:val>
                                            <p:strVal val="#ppt_w*4.74293"/>
                                          </p:val>
                                        </p:tav>
                                        <p:tav tm="8677">
                                          <p:val>
                                            <p:strVal val="#ppt_w*4.55785"/>
                                          </p:val>
                                        </p:tav>
                                        <p:tav tm="13016">
                                          <p:val>
                                            <p:strVal val="#ppt_w*3.80152"/>
                                          </p:val>
                                        </p:tav>
                                        <p:tav tm="17354">
                                          <p:val>
                                            <p:strVal val="#ppt_w*3.09259"/>
                                          </p:val>
                                        </p:tav>
                                        <p:tav tm="21693">
                                          <p:val>
                                            <p:strVal val="#ppt_w*2.51242"/>
                                          </p:val>
                                        </p:tav>
                                        <p:tav tm="26031">
                                          <p:val>
                                            <p:strVal val="#ppt_w*2.08709"/>
                                          </p:val>
                                        </p:tav>
                                        <p:tav tm="30370">
                                          <p:val>
                                            <p:strVal val="#ppt_w*1.78697"/>
                                          </p:val>
                                        </p:tav>
                                        <p:tav tm="34709">
                                          <p:val>
                                            <p:strVal val="#ppt_w*1.57338"/>
                                          </p:val>
                                        </p:tav>
                                        <p:tav tm="39047">
                                          <p:val>
                                            <p:strVal val="#ppt_w*1.4179"/>
                                          </p:val>
                                        </p:tav>
                                        <p:tav tm="43386">
                                          <p:val>
                                            <p:strVal val="#ppt_w*1.30219"/>
                                          </p:val>
                                        </p:tav>
                                        <p:tav tm="47724">
                                          <p:val>
                                            <p:strVal val="#ppt_w*1.21453"/>
                                          </p:val>
                                        </p:tav>
                                        <p:tav tm="52063">
                                          <p:val>
                                            <p:strVal val="#ppt_w*1.14729"/>
                                          </p:val>
                                        </p:tav>
                                        <p:tav tm="56401">
                                          <p:val>
                                            <p:strVal val="#ppt_w*1.09533"/>
                                          </p:val>
                                        </p:tav>
                                        <p:tav tm="60740">
                                          <p:val>
                                            <p:strVal val="#ppt_w*1.05505"/>
                                          </p:val>
                                        </p:tav>
                                        <p:tav tm="65079">
                                          <p:val>
                                            <p:strVal val="#ppt_w*1.0239"/>
                                          </p:val>
                                        </p:tav>
                                        <p:tav tm="73756">
                                          <p:val>
                                            <p:strVal val="#ppt_w*0.98194"/>
                                          </p:val>
                                        </p:tav>
                                        <p:tav tm="86771">
                                          <p:val>
                                            <p:strVal val="#ppt_w*0.95311"/>
                                          </p:val>
                                        </p:tav>
                                        <p:tav tm="99787">
                                          <p:val>
                                            <p:strVal val="#ppt_w*0.948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9" dur="768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4293"/>
                                          </p:val>
                                        </p:tav>
                                        <p:tav tm="4339">
                                          <p:val>
                                            <p:strVal val="#ppt_h*4.74293"/>
                                          </p:val>
                                        </p:tav>
                                        <p:tav tm="8677">
                                          <p:val>
                                            <p:strVal val="#ppt_h*4.55785"/>
                                          </p:val>
                                        </p:tav>
                                        <p:tav tm="13016">
                                          <p:val>
                                            <p:strVal val="#ppt_h*3.80152"/>
                                          </p:val>
                                        </p:tav>
                                        <p:tav tm="17354">
                                          <p:val>
                                            <p:strVal val="#ppt_h*3.09259"/>
                                          </p:val>
                                        </p:tav>
                                        <p:tav tm="21693">
                                          <p:val>
                                            <p:strVal val="#ppt_h*2.51242"/>
                                          </p:val>
                                        </p:tav>
                                        <p:tav tm="26031">
                                          <p:val>
                                            <p:strVal val="#ppt_h*2.08709"/>
                                          </p:val>
                                        </p:tav>
                                        <p:tav tm="30370">
                                          <p:val>
                                            <p:strVal val="#ppt_h*1.78697"/>
                                          </p:val>
                                        </p:tav>
                                        <p:tav tm="34709">
                                          <p:val>
                                            <p:strVal val="#ppt_h*1.57338"/>
                                          </p:val>
                                        </p:tav>
                                        <p:tav tm="39047">
                                          <p:val>
                                            <p:strVal val="#ppt_h*1.4179"/>
                                          </p:val>
                                        </p:tav>
                                        <p:tav tm="43386">
                                          <p:val>
                                            <p:strVal val="#ppt_h*1.30219"/>
                                          </p:val>
                                        </p:tav>
                                        <p:tav tm="47724">
                                          <p:val>
                                            <p:strVal val="#ppt_h*1.21453"/>
                                          </p:val>
                                        </p:tav>
                                        <p:tav tm="52063">
                                          <p:val>
                                            <p:strVal val="#ppt_h*1.14729"/>
                                          </p:val>
                                        </p:tav>
                                        <p:tav tm="56401">
                                          <p:val>
                                            <p:strVal val="#ppt_h*1.09533"/>
                                          </p:val>
                                        </p:tav>
                                        <p:tav tm="60740">
                                          <p:val>
                                            <p:strVal val="#ppt_h*1.05505"/>
                                          </p:val>
                                        </p:tav>
                                        <p:tav tm="65079">
                                          <p:val>
                                            <p:strVal val="#ppt_h*1.0239"/>
                                          </p:val>
                                        </p:tav>
                                        <p:tav tm="73756">
                                          <p:val>
                                            <p:strVal val="#ppt_h*0.98194"/>
                                          </p:val>
                                        </p:tav>
                                        <p:tav tm="86771">
                                          <p:val>
                                            <p:strVal val="#ppt_h*0.95311"/>
                                          </p:val>
                                        </p:tav>
                                        <p:tav tm="99787">
                                          <p:val>
                                            <p:strVal val="#ppt_h*0.948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0" dur="768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4.08"/>
                                          </p:val>
                                        </p:tav>
                                        <p:tav tm="4339">
                                          <p:val>
                                            <p:fltVal val="34.08"/>
                                          </p:val>
                                        </p:tav>
                                        <p:tav tm="8677">
                                          <p:val>
                                            <p:fltVal val="32.4"/>
                                          </p:val>
                                        </p:tav>
                                        <p:tav tm="17354">
                                          <p:val>
                                            <p:fltVal val="19.06"/>
                                          </p:val>
                                        </p:tav>
                                        <p:tav tm="21693">
                                          <p:val>
                                            <p:fltVal val="13.77"/>
                                          </p:val>
                                        </p:tav>
                                        <p:tav tm="26031">
                                          <p:val>
                                            <p:fltVal val="9.9"/>
                                          </p:val>
                                        </p:tav>
                                        <p:tav tm="30370">
                                          <p:val>
                                            <p:fltVal val="7.17"/>
                                          </p:val>
                                        </p:tav>
                                        <p:tav tm="34709">
                                          <p:val>
                                            <p:fltVal val="5.22"/>
                                          </p:val>
                                        </p:tav>
                                        <p:tav tm="43386">
                                          <p:val>
                                            <p:fltVal val="2.75"/>
                                          </p:val>
                                        </p:tav>
                                        <p:tav tm="56401">
                                          <p:val>
                                            <p:fltVal val="0.87"/>
                                          </p:val>
                                        </p:tav>
                                        <p:tav tm="73756">
                                          <p:val>
                                            <p:fltVal val="-0.16"/>
                                          </p:val>
                                        </p:tav>
                                        <p:tav tm="99787">
                                          <p:val>
                                            <p:fltVal val="-0.4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43" dur="4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4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5" dur="682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2247"/>
                                          </p:val>
                                        </p:tav>
                                        <p:tav tm="9780">
                                          <p:val>
                                            <p:strVal val="#ppt_x-1.23369"/>
                                          </p:val>
                                        </p:tav>
                                        <p:tav tm="14670">
                                          <p:val>
                                            <p:strVal val="#ppt_x-1.23832"/>
                                          </p:val>
                                        </p:tav>
                                        <p:tav tm="19560">
                                          <p:val>
                                            <p:strVal val="#ppt_x-1.24171"/>
                                          </p:val>
                                        </p:tav>
                                        <p:tav tm="24450">
                                          <p:val>
                                            <p:strVal val="#ppt_x-1.24407"/>
                                          </p:val>
                                        </p:tav>
                                        <p:tav tm="29339">
                                          <p:val>
                                            <p:strVal val="#ppt_x-1.24573"/>
                                          </p:val>
                                        </p:tav>
                                        <p:tav tm="39119">
                                          <p:val>
                                            <p:strVal val="#ppt_x-1.24779"/>
                                          </p:val>
                                        </p:tav>
                                        <p:tav tm="53789">
                                          <p:val>
                                            <p:strVal val="#ppt_x-1.24932"/>
                                          </p:val>
                                        </p:tav>
                                        <p:tav tm="73349">
                                          <p:val>
                                            <p:strVal val="#ppt_x-1.25012"/>
                                          </p:val>
                                        </p:tav>
                                        <p:tav tm="97798">
                                          <p:val>
                                            <p:strVal val="#ppt_x-1.250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6" dur="682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9518"/>
                                          </p:val>
                                        </p:tav>
                                        <p:tav tm="9780">
                                          <p:val>
                                            <p:strVal val="#ppt_y-0.05621"/>
                                          </p:val>
                                        </p:tav>
                                        <p:tav tm="14670">
                                          <p:val>
                                            <p:strVal val="#ppt_y-0.04029"/>
                                          </p:val>
                                        </p:tav>
                                        <p:tav tm="19560">
                                          <p:val>
                                            <p:strVal val="#ppt_y-0.02862"/>
                                          </p:val>
                                        </p:tav>
                                        <p:tav tm="24450">
                                          <p:val>
                                            <p:strVal val="#ppt_y-0.02048"/>
                                          </p:val>
                                        </p:tav>
                                        <p:tav tm="29339">
                                          <p:val>
                                            <p:strVal val="#ppt_y-0.01478"/>
                                          </p:val>
                                        </p:tav>
                                        <p:tav tm="39119">
                                          <p:val>
                                            <p:strVal val="#ppt_y-0.00766"/>
                                          </p:val>
                                        </p:tav>
                                        <p:tav tm="53789">
                                          <p:val>
                                            <p:strVal val="#ppt_y-0.00236"/>
                                          </p:val>
                                        </p:tav>
                                        <p:tav tm="73349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97798">
                                          <p:val>
                                            <p:strVal val="#ppt_y+0.0011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7" dur="682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7692"/>
                                          </p:val>
                                        </p:tav>
                                        <p:tav tm="4890">
                                          <p:val>
                                            <p:strVal val="#ppt_w*3.98678"/>
                                          </p:val>
                                        </p:tav>
                                        <p:tav tm="9780">
                                          <p:val>
                                            <p:strVal val="#ppt_w*3.22553"/>
                                          </p:val>
                                        </p:tav>
                                        <p:tav tm="14670">
                                          <p:val>
                                            <p:strVal val="#ppt_w*2.59281"/>
                                          </p:val>
                                        </p:tav>
                                        <p:tav tm="19560">
                                          <p:val>
                                            <p:strVal val="#ppt_w*2.13023"/>
                                          </p:val>
                                        </p:tav>
                                        <p:tav tm="24450">
                                          <p:val>
                                            <p:strVal val="#ppt_w*1.80837"/>
                                          </p:val>
                                        </p:tav>
                                        <p:tav tm="29339">
                                          <p:val>
                                            <p:strVal val="#ppt_w*1.58284"/>
                                          </p:val>
                                        </p:tav>
                                        <p:tav tm="34229">
                                          <p:val>
                                            <p:strVal val="#ppt_w*1.4209"/>
                                          </p:val>
                                        </p:tav>
                                        <p:tav tm="39119">
                                          <p:val>
                                            <p:strVal val="#ppt_w*1.30181"/>
                                          </p:val>
                                        </p:tav>
                                        <p:tav tm="44009">
                                          <p:val>
                                            <p:strVal val="#ppt_w*1.21256"/>
                                          </p:val>
                                        </p:tav>
                                        <p:tav tm="48899">
                                          <p:val>
                                            <p:strVal val="#ppt_w*1.14479"/>
                                          </p:val>
                                        </p:tav>
                                        <p:tav tm="53789">
                                          <p:val>
                                            <p:strVal val="#ppt_w*1.09296"/>
                                          </p:val>
                                        </p:tav>
                                        <p:tav tm="58679">
                                          <p:val>
                                            <p:strVal val="#ppt_w*1.05324"/>
                                          </p:val>
                                        </p:tav>
                                        <p:tav tm="63569">
                                          <p:val>
                                            <p:strVal val="#ppt_w*1.02291"/>
                                          </p:val>
                                        </p:tav>
                                        <p:tav tm="73349">
                                          <p:val>
                                            <p:strVal val="#ppt_w*0.98304"/>
                                          </p:val>
                                        </p:tav>
                                        <p:tav tm="83128">
                                          <p:val>
                                            <p:strVal val="#ppt_w*0.96271"/>
                                          </p:val>
                                        </p:tav>
                                        <p:tav tm="97798">
                                          <p:val>
                                            <p:strVal val="#ppt_w*0.95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8" dur="682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7692"/>
                                          </p:val>
                                        </p:tav>
                                        <p:tav tm="4890">
                                          <p:val>
                                            <p:strVal val="#ppt_h*3.98678"/>
                                          </p:val>
                                        </p:tav>
                                        <p:tav tm="9780">
                                          <p:val>
                                            <p:strVal val="#ppt_h*3.22553"/>
                                          </p:val>
                                        </p:tav>
                                        <p:tav tm="14670">
                                          <p:val>
                                            <p:strVal val="#ppt_h*2.59281"/>
                                          </p:val>
                                        </p:tav>
                                        <p:tav tm="19560">
                                          <p:val>
                                            <p:strVal val="#ppt_h*2.13023"/>
                                          </p:val>
                                        </p:tav>
                                        <p:tav tm="24450">
                                          <p:val>
                                            <p:strVal val="#ppt_h*1.80837"/>
                                          </p:val>
                                        </p:tav>
                                        <p:tav tm="29339">
                                          <p:val>
                                            <p:strVal val="#ppt_h*1.58284"/>
                                          </p:val>
                                        </p:tav>
                                        <p:tav tm="34229">
                                          <p:val>
                                            <p:strVal val="#ppt_h*1.4209"/>
                                          </p:val>
                                        </p:tav>
                                        <p:tav tm="39119">
                                          <p:val>
                                            <p:strVal val="#ppt_h*1.30181"/>
                                          </p:val>
                                        </p:tav>
                                        <p:tav tm="44009">
                                          <p:val>
                                            <p:strVal val="#ppt_h*1.21256"/>
                                          </p:val>
                                        </p:tav>
                                        <p:tav tm="48899">
                                          <p:val>
                                            <p:strVal val="#ppt_h*1.14479"/>
                                          </p:val>
                                        </p:tav>
                                        <p:tav tm="53789">
                                          <p:val>
                                            <p:strVal val="#ppt_h*1.09296"/>
                                          </p:val>
                                        </p:tav>
                                        <p:tav tm="58679">
                                          <p:val>
                                            <p:strVal val="#ppt_h*1.05324"/>
                                          </p:val>
                                        </p:tav>
                                        <p:tav tm="63569">
                                          <p:val>
                                            <p:strVal val="#ppt_h*1.02291"/>
                                          </p:val>
                                        </p:tav>
                                        <p:tav tm="73349">
                                          <p:val>
                                            <p:strVal val="#ppt_h*0.98304"/>
                                          </p:val>
                                        </p:tav>
                                        <p:tav tm="83128">
                                          <p:val>
                                            <p:strVal val="#ppt_h*0.96271"/>
                                          </p:val>
                                        </p:tav>
                                        <p:tav tm="97798">
                                          <p:val>
                                            <p:strVal val="#ppt_h*0.955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9" dur="682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19.51"/>
                                          </p:val>
                                        </p:tav>
                                        <p:tav tm="4890">
                                          <p:val>
                                            <p:fltVal val="94.51"/>
                                          </p:val>
                                        </p:tav>
                                        <p:tav tm="9780">
                                          <p:val>
                                            <p:fltVal val="70.42"/>
                                          </p:val>
                                        </p:tav>
                                        <p:tav tm="14670">
                                          <p:val>
                                            <p:fltVal val="50.4"/>
                                          </p:val>
                                        </p:tav>
                                        <p:tav tm="19560">
                                          <p:val>
                                            <p:fltVal val="35.76"/>
                                          </p:val>
                                        </p:tav>
                                        <p:tav tm="24450">
                                          <p:val>
                                            <p:fltVal val="25.58"/>
                                          </p:val>
                                        </p:tav>
                                        <p:tav tm="29339">
                                          <p:val>
                                            <p:fltVal val="18.44"/>
                                          </p:val>
                                        </p:tav>
                                        <p:tav tm="34229">
                                          <p:val>
                                            <p:fltVal val="13.32"/>
                                          </p:val>
                                        </p:tav>
                                        <p:tav tm="39119">
                                          <p:val>
                                            <p:fltVal val="9.55"/>
                                          </p:val>
                                        </p:tav>
                                        <p:tav tm="44009">
                                          <p:val>
                                            <p:fltVal val="6.73"/>
                                          </p:val>
                                        </p:tav>
                                        <p:tav tm="53789">
                                          <p:val>
                                            <p:fltVal val="2.94"/>
                                          </p:val>
                                        </p:tav>
                                        <p:tav tm="63569">
                                          <p:val>
                                            <p:fltVal val="0.72"/>
                                          </p:val>
                                        </p:tav>
                                        <p:tav tm="73349">
                                          <p:val>
                                            <p:fltVal val="-0.54"/>
                                          </p:val>
                                        </p:tav>
                                        <p:tav tm="97798">
                                          <p:val>
                                            <p:fltVal val="-1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52" dur="567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3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4" dur="878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758"/>
                                          </p:val>
                                        </p:tav>
                                        <p:tav tm="3797">
                                          <p:val>
                                            <p:strVal val="#ppt_x-1.2029"/>
                                          </p:val>
                                        </p:tav>
                                        <p:tav tm="11392">
                                          <p:val>
                                            <p:strVal val="#ppt_x-1.21939"/>
                                          </p:val>
                                        </p:tav>
                                        <p:tav tm="15189">
                                          <p:val>
                                            <p:strVal val="#ppt_x-1.22634"/>
                                          </p:val>
                                        </p:tav>
                                        <p:tav tm="18986">
                                          <p:val>
                                            <p:strVal val="#ppt_x-1.23187"/>
                                          </p:val>
                                        </p:tav>
                                        <p:tav tm="22784">
                                          <p:val>
                                            <p:strVal val="#ppt_x-1.23608"/>
                                          </p:val>
                                        </p:tav>
                                        <p:tav tm="26581">
                                          <p:val>
                                            <p:strVal val="#ppt_x-1.23925"/>
                                          </p:val>
                                        </p:tav>
                                        <p:tav tm="30378">
                                          <p:val>
                                            <p:strVal val="#ppt_x-1.24168"/>
                                          </p:val>
                                        </p:tav>
                                        <p:tav tm="34176">
                                          <p:val>
                                            <p:strVal val="#ppt_x-1.24355"/>
                                          </p:val>
                                        </p:tav>
                                        <p:tav tm="41770">
                                          <p:val>
                                            <p:strVal val="#ppt_x-1.24619"/>
                                          </p:val>
                                        </p:tav>
                                        <p:tav tm="53162">
                                          <p:val>
                                            <p:strVal val="#ppt_x-1.2485"/>
                                          </p:val>
                                        </p:tav>
                                        <p:tav tm="72149">
                                          <p:val>
                                            <p:strVal val="#ppt_x-1.25021"/>
                                          </p:val>
                                        </p:tav>
                                        <p:tav tm="98730">
                                          <p:val>
                                            <p:strVal val="#ppt_x-1.2507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5" dur="878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406"/>
                                          </p:val>
                                        </p:tav>
                                        <p:tav tm="3797">
                                          <p:val>
                                            <p:strVal val="#ppt_y-0.05736"/>
                                          </p:val>
                                        </p:tav>
                                        <p:tav tm="11392">
                                          <p:val>
                                            <p:strVal val="#ppt_y-0.03697"/>
                                          </p:val>
                                        </p:tav>
                                        <p:tav tm="15189">
                                          <p:val>
                                            <p:strVal val="#ppt_y-0.02851"/>
                                          </p:val>
                                        </p:tav>
                                        <p:tav tm="18986">
                                          <p:val>
                                            <p:strVal val="#ppt_y-0.02182"/>
                                          </p:val>
                                        </p:tav>
                                        <p:tav tm="22784">
                                          <p:val>
                                            <p:strVal val="#ppt_y-0.01674"/>
                                          </p:val>
                                        </p:tav>
                                        <p:tav tm="30378">
                                          <p:val>
                                            <p:strVal val="#ppt_y-0.01"/>
                                          </p:val>
                                        </p:tav>
                                        <p:tav tm="41770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53162">
                                          <p:val>
                                            <p:strVal val="#ppt_y-0.0018"/>
                                          </p:val>
                                        </p:tav>
                                        <p:tav tm="72149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98730">
                                          <p:val>
                                            <p:strVal val="#ppt_y+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6" dur="878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5144"/>
                                          </p:val>
                                        </p:tav>
                                        <p:tav tm="3797">
                                          <p:val>
                                            <p:strVal val="#ppt_w*4.36207"/>
                                          </p:val>
                                        </p:tav>
                                        <p:tav tm="7595">
                                          <p:val>
                                            <p:strVal val="#ppt_w*3.74722"/>
                                          </p:val>
                                        </p:tav>
                                        <p:tav tm="11392">
                                          <p:val>
                                            <p:strVal val="#ppt_w*3.16801"/>
                                          </p:val>
                                        </p:tav>
                                        <p:tav tm="15189">
                                          <p:val>
                                            <p:strVal val="#ppt_w*2.67054"/>
                                          </p:val>
                                        </p:tav>
                                        <p:tav tm="18986">
                                          <p:val>
                                            <p:strVal val="#ppt_w*2.27704"/>
                                          </p:val>
                                        </p:tav>
                                        <p:tav tm="22784">
                                          <p:val>
                                            <p:strVal val="#ppt_w*1.97877"/>
                                          </p:val>
                                        </p:tav>
                                        <p:tav tm="26581">
                                          <p:val>
                                            <p:strVal val="#ppt_w*1.75433"/>
                                          </p:val>
                                        </p:tav>
                                        <p:tav tm="30378">
                                          <p:val>
                                            <p:strVal val="#ppt_w*1.58369"/>
                                          </p:val>
                                        </p:tav>
                                        <p:tav tm="34176">
                                          <p:val>
                                            <p:strVal val="#ppt_w*1.45196"/>
                                          </p:val>
                                        </p:tav>
                                        <p:tav tm="37973">
                                          <p:val>
                                            <p:strVal val="#ppt_w*1.34871"/>
                                          </p:val>
                                        </p:tav>
                                        <p:tav tm="41770">
                                          <p:val>
                                            <p:strVal val="#ppt_w*1.26676"/>
                                          </p:val>
                                        </p:tav>
                                        <p:tav tm="45567">
                                          <p:val>
                                            <p:strVal val="#ppt_w*1.20105"/>
                                          </p:val>
                                        </p:tav>
                                        <p:tav tm="49365">
                                          <p:val>
                                            <p:strVal val="#ppt_w*1.148"/>
                                          </p:val>
                                        </p:tav>
                                        <p:tav tm="53162">
                                          <p:val>
                                            <p:strVal val="#ppt_w*1.10495"/>
                                          </p:val>
                                        </p:tav>
                                        <p:tav tm="60757">
                                          <p:val>
                                            <p:strVal val="#ppt_w*1.04153"/>
                                          </p:val>
                                        </p:tav>
                                        <p:tav tm="64554">
                                          <p:val>
                                            <p:strVal val="#ppt_w*1.01851"/>
                                          </p:val>
                                        </p:tav>
                                        <p:tav tm="72149">
                                          <p:val>
                                            <p:strVal val="#ppt_w*0.98528"/>
                                          </p:val>
                                        </p:tav>
                                        <p:tav tm="83540">
                                          <p:val>
                                            <p:strVal val="#ppt_w*0.95855"/>
                                          </p:val>
                                        </p:tav>
                                        <p:tav tm="98730">
                                          <p:val>
                                            <p:strVal val="#ppt_w*0.950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7" dur="878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5144"/>
                                          </p:val>
                                        </p:tav>
                                        <p:tav tm="3797">
                                          <p:val>
                                            <p:strVal val="#ppt_h*4.36207"/>
                                          </p:val>
                                        </p:tav>
                                        <p:tav tm="7595">
                                          <p:val>
                                            <p:strVal val="#ppt_h*3.74722"/>
                                          </p:val>
                                        </p:tav>
                                        <p:tav tm="11392">
                                          <p:val>
                                            <p:strVal val="#ppt_h*3.16801"/>
                                          </p:val>
                                        </p:tav>
                                        <p:tav tm="15189">
                                          <p:val>
                                            <p:strVal val="#ppt_h*2.67054"/>
                                          </p:val>
                                        </p:tav>
                                        <p:tav tm="18986">
                                          <p:val>
                                            <p:strVal val="#ppt_h*2.27704"/>
                                          </p:val>
                                        </p:tav>
                                        <p:tav tm="22784">
                                          <p:val>
                                            <p:strVal val="#ppt_h*1.97877"/>
                                          </p:val>
                                        </p:tav>
                                        <p:tav tm="26581">
                                          <p:val>
                                            <p:strVal val="#ppt_h*1.75433"/>
                                          </p:val>
                                        </p:tav>
                                        <p:tav tm="30378">
                                          <p:val>
                                            <p:strVal val="#ppt_h*1.58369"/>
                                          </p:val>
                                        </p:tav>
                                        <p:tav tm="34176">
                                          <p:val>
                                            <p:strVal val="#ppt_h*1.45196"/>
                                          </p:val>
                                        </p:tav>
                                        <p:tav tm="37973">
                                          <p:val>
                                            <p:strVal val="#ppt_h*1.34871"/>
                                          </p:val>
                                        </p:tav>
                                        <p:tav tm="41770">
                                          <p:val>
                                            <p:strVal val="#ppt_h*1.26676"/>
                                          </p:val>
                                        </p:tav>
                                        <p:tav tm="45567">
                                          <p:val>
                                            <p:strVal val="#ppt_h*1.20105"/>
                                          </p:val>
                                        </p:tav>
                                        <p:tav tm="49365">
                                          <p:val>
                                            <p:strVal val="#ppt_h*1.148"/>
                                          </p:val>
                                        </p:tav>
                                        <p:tav tm="53162">
                                          <p:val>
                                            <p:strVal val="#ppt_h*1.10495"/>
                                          </p:val>
                                        </p:tav>
                                        <p:tav tm="60757">
                                          <p:val>
                                            <p:strVal val="#ppt_h*1.04153"/>
                                          </p:val>
                                        </p:tav>
                                        <p:tav tm="64554">
                                          <p:val>
                                            <p:strVal val="#ppt_h*1.01851"/>
                                          </p:val>
                                        </p:tav>
                                        <p:tav tm="72149">
                                          <p:val>
                                            <p:strVal val="#ppt_h*0.98528"/>
                                          </p:val>
                                        </p:tav>
                                        <p:tav tm="83540">
                                          <p:val>
                                            <p:strVal val="#ppt_h*0.95855"/>
                                          </p:val>
                                        </p:tav>
                                        <p:tav tm="98730">
                                          <p:val>
                                            <p:strVal val="#ppt_h*0.950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8" dur="878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4.35"/>
                                          </p:val>
                                        </p:tav>
                                        <p:tav tm="3797">
                                          <p:val>
                                            <p:fltVal val="48.71"/>
                                          </p:val>
                                        </p:tav>
                                        <p:tav tm="11392">
                                          <p:val>
                                            <p:fltVal val="31.41"/>
                                          </p:val>
                                        </p:tav>
                                        <p:tav tm="15189">
                                          <p:val>
                                            <p:fltVal val="24.2"/>
                                          </p:val>
                                        </p:tav>
                                        <p:tav tm="18986">
                                          <p:val>
                                            <p:fltVal val="18.5"/>
                                          </p:val>
                                        </p:tav>
                                        <p:tav tm="22784">
                                          <p:val>
                                            <p:fltVal val="14.18"/>
                                          </p:val>
                                        </p:tav>
                                        <p:tav tm="26581">
                                          <p:val>
                                            <p:fltVal val="10.93"/>
                                          </p:val>
                                        </p:tav>
                                        <p:tav tm="30378">
                                          <p:val>
                                            <p:fltVal val="8.46"/>
                                          </p:val>
                                        </p:tav>
                                        <p:tav tm="34176">
                                          <p:val>
                                            <p:fltVal val="6.55"/>
                                          </p:val>
                                        </p:tav>
                                        <p:tav tm="41770">
                                          <p:val>
                                            <p:fltVal val="3.86"/>
                                          </p:val>
                                        </p:tav>
                                        <p:tav tm="53162">
                                          <p:val>
                                            <p:fltVal val="1.52"/>
                                          </p:val>
                                        </p:tav>
                                        <p:tav tm="72149">
                                          <p:val>
                                            <p:fltVal val="-0.21"/>
                                          </p:val>
                                        </p:tav>
                                        <p:tav tm="98730">
                                          <p:val>
                                            <p:fltVal val="-0.7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9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61" dur="5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3" dur="846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9675"/>
                                          </p:val>
                                        </p:tav>
                                        <p:tav tm="3938">
                                          <p:val>
                                            <p:strVal val="#ppt_x-1.20335"/>
                                          </p:val>
                                        </p:tav>
                                        <p:tav tm="11815">
                                          <p:val>
                                            <p:strVal val="#ppt_x-1.22045"/>
                                          </p:val>
                                        </p:tav>
                                        <p:tav tm="15754">
                                          <p:val>
                                            <p:strVal val="#ppt_x-1.22741"/>
                                          </p:val>
                                        </p:tav>
                                        <p:tav tm="19692">
                                          <p:val>
                                            <p:strVal val="#ppt_x-1.23282"/>
                                          </p:val>
                                        </p:tav>
                                        <p:tav tm="23631">
                                          <p:val>
                                            <p:strVal val="#ppt_x-1.23688"/>
                                          </p:val>
                                        </p:tav>
                                        <p:tav tm="27569">
                                          <p:val>
                                            <p:strVal val="#ppt_x-1.23991"/>
                                          </p:val>
                                        </p:tav>
                                        <p:tav tm="31508">
                                          <p:val>
                                            <p:strVal val="#ppt_x-1.24222"/>
                                          </p:val>
                                        </p:tav>
                                        <p:tav tm="35446">
                                          <p:val>
                                            <p:strVal val="#ppt_x-1.24399"/>
                                          </p:val>
                                        </p:tav>
                                        <p:tav tm="43323">
                                          <p:val>
                                            <p:strVal val="#ppt_x-1.24648"/>
                                          </p:val>
                                        </p:tav>
                                        <p:tav tm="55138">
                                          <p:val>
                                            <p:strVal val="#ppt_x-1.24864"/>
                                          </p:val>
                                        </p:tav>
                                        <p:tav tm="74830">
                                          <p:val>
                                            <p:strVal val="#ppt_x-1.25018"/>
                                          </p:val>
                                        </p:tav>
                                        <p:tav tm="98461">
                                          <p:val>
                                            <p:strVal val="#ppt_x-1.250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4" dur="846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6512"/>
                                          </p:val>
                                        </p:tav>
                                        <p:tav tm="3938">
                                          <p:val>
                                            <p:strVal val="#ppt_y-0.05691"/>
                                          </p:val>
                                        </p:tav>
                                        <p:tav tm="11815">
                                          <p:val>
                                            <p:strVal val="#ppt_y-0.03593"/>
                                          </p:val>
                                        </p:tav>
                                        <p:tav tm="15754">
                                          <p:val>
                                            <p:strVal val="#ppt_y-0.02746"/>
                                          </p:val>
                                        </p:tav>
                                        <p:tav tm="19692">
                                          <p:val>
                                            <p:strVal val="#ppt_y-0.02089"/>
                                          </p:val>
                                        </p:tav>
                                        <p:tav tm="23631">
                                          <p:val>
                                            <p:strVal val="#ppt_y-0.01597"/>
                                          </p:val>
                                        </p:tav>
                                        <p:tav tm="31508">
                                          <p:val>
                                            <p:strVal val="#ppt_y-0.00948"/>
                                          </p:val>
                                        </p:tav>
                                        <p:tav tm="43323">
                                          <p:val>
                                            <p:strVal val="#ppt_y-0.00429"/>
                                          </p:val>
                                        </p:tav>
                                        <p:tav tm="55138">
                                          <p:val>
                                            <p:strVal val="#ppt_y-0.00166"/>
                                          </p:val>
                                        </p:tav>
                                        <p:tav tm="74830">
                                          <p:val>
                                            <p:strVal val="#ppt_y+0.00022"/>
                                          </p:val>
                                        </p:tav>
                                        <p:tav tm="98461">
                                          <p:val>
                                            <p:strVal val="#ppt_y+0.0006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5" dur="846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80432"/>
                                          </p:val>
                                        </p:tav>
                                        <p:tav tm="3938">
                                          <p:val>
                                            <p:strVal val="#ppt_w*4.32277"/>
                                          </p:val>
                                        </p:tav>
                                        <p:tav tm="7877">
                                          <p:val>
                                            <p:strVal val="#ppt_w*3.68249"/>
                                          </p:val>
                                        </p:tav>
                                        <p:tav tm="11815">
                                          <p:val>
                                            <p:strVal val="#ppt_w*3.08989"/>
                                          </p:val>
                                        </p:tav>
                                        <p:tav tm="15754">
                                          <p:val>
                                            <p:strVal val="#ppt_w*2.59358"/>
                                          </p:val>
                                        </p:tav>
                                        <p:tav tm="19692">
                                          <p:val>
                                            <p:strVal val="#ppt_w*2.20976"/>
                                          </p:val>
                                        </p:tav>
                                        <p:tav tm="23631">
                                          <p:val>
                                            <p:strVal val="#ppt_w*1.92295"/>
                                          </p:val>
                                        </p:tav>
                                        <p:tav tm="27569">
                                          <p:val>
                                            <p:strVal val="#ppt_w*1.70876"/>
                                          </p:val>
                                        </p:tav>
                                        <p:tav tm="31508">
                                          <p:val>
                                            <p:strVal val="#ppt_w*1.54659"/>
                                          </p:val>
                                        </p:tav>
                                        <p:tav tm="35446">
                                          <p:val>
                                            <p:strVal val="#ppt_w*1.42174"/>
                                          </p:val>
                                        </p:tav>
                                        <p:tav tm="39384">
                                          <p:val>
                                            <p:strVal val="#ppt_w*1.32414"/>
                                          </p:val>
                                        </p:tav>
                                        <p:tav tm="43323">
                                          <p:val>
                                            <p:strVal val="#ppt_w*1.2469"/>
                                          </p:val>
                                        </p:tav>
                                        <p:tav tm="47261">
                                          <p:val>
                                            <p:strVal val="#ppt_w*1.1852"/>
                                          </p:val>
                                        </p:tav>
                                        <p:tav tm="51200">
                                          <p:val>
                                            <p:strVal val="#ppt_w*1.13561"/>
                                          </p:val>
                                        </p:tav>
                                        <p:tav tm="55138">
                                          <p:val>
                                            <p:strVal val="#ppt_w*1.0956"/>
                                          </p:val>
                                        </p:tav>
                                        <p:tav tm="63015">
                                          <p:val>
                                            <p:strVal val="#ppt_w*1.0373"/>
                                          </p:val>
                                        </p:tav>
                                        <p:tav tm="66954">
                                          <p:val>
                                            <p:strVal val="#ppt_w*1.01649"/>
                                          </p:val>
                                        </p:tav>
                                        <p:tav tm="74830">
                                          <p:val>
                                            <p:strVal val="#ppt_w*0.98714"/>
                                          </p:val>
                                        </p:tav>
                                        <p:tav tm="86646">
                                          <p:val>
                                            <p:strVal val="#ppt_w*0.96527"/>
                                          </p:val>
                                        </p:tav>
                                        <p:tav tm="98461">
                                          <p:val>
                                            <p:strVal val="#ppt_w*0.96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6" dur="846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80432"/>
                                          </p:val>
                                        </p:tav>
                                        <p:tav tm="3938">
                                          <p:val>
                                            <p:strVal val="#ppt_h*4.32277"/>
                                          </p:val>
                                        </p:tav>
                                        <p:tav tm="7877">
                                          <p:val>
                                            <p:strVal val="#ppt_h*3.68249"/>
                                          </p:val>
                                        </p:tav>
                                        <p:tav tm="11815">
                                          <p:val>
                                            <p:strVal val="#ppt_h*3.08989"/>
                                          </p:val>
                                        </p:tav>
                                        <p:tav tm="15754">
                                          <p:val>
                                            <p:strVal val="#ppt_h*2.59358"/>
                                          </p:val>
                                        </p:tav>
                                        <p:tav tm="19692">
                                          <p:val>
                                            <p:strVal val="#ppt_h*2.20976"/>
                                          </p:val>
                                        </p:tav>
                                        <p:tav tm="23631">
                                          <p:val>
                                            <p:strVal val="#ppt_h*1.92295"/>
                                          </p:val>
                                        </p:tav>
                                        <p:tav tm="27569">
                                          <p:val>
                                            <p:strVal val="#ppt_h*1.70876"/>
                                          </p:val>
                                        </p:tav>
                                        <p:tav tm="31508">
                                          <p:val>
                                            <p:strVal val="#ppt_h*1.54659"/>
                                          </p:val>
                                        </p:tav>
                                        <p:tav tm="35446">
                                          <p:val>
                                            <p:strVal val="#ppt_h*1.42174"/>
                                          </p:val>
                                        </p:tav>
                                        <p:tav tm="39384">
                                          <p:val>
                                            <p:strVal val="#ppt_h*1.32414"/>
                                          </p:val>
                                        </p:tav>
                                        <p:tav tm="43323">
                                          <p:val>
                                            <p:strVal val="#ppt_h*1.2469"/>
                                          </p:val>
                                        </p:tav>
                                        <p:tav tm="47261">
                                          <p:val>
                                            <p:strVal val="#ppt_h*1.1852"/>
                                          </p:val>
                                        </p:tav>
                                        <p:tav tm="51200">
                                          <p:val>
                                            <p:strVal val="#ppt_h*1.13561"/>
                                          </p:val>
                                        </p:tav>
                                        <p:tav tm="55138">
                                          <p:val>
                                            <p:strVal val="#ppt_h*1.0956"/>
                                          </p:val>
                                        </p:tav>
                                        <p:tav tm="63015">
                                          <p:val>
                                            <p:strVal val="#ppt_h*1.0373"/>
                                          </p:val>
                                        </p:tav>
                                        <p:tav tm="66954">
                                          <p:val>
                                            <p:strVal val="#ppt_h*1.01649"/>
                                          </p:val>
                                        </p:tav>
                                        <p:tav tm="74830">
                                          <p:val>
                                            <p:strVal val="#ppt_h*0.98714"/>
                                          </p:val>
                                        </p:tav>
                                        <p:tav tm="86646">
                                          <p:val>
                                            <p:strVal val="#ppt_h*0.96527"/>
                                          </p:val>
                                        </p:tav>
                                        <p:tav tm="98461">
                                          <p:val>
                                            <p:strVal val="#ppt_h*0.9608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7" dur="846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54.02"/>
                                          </p:val>
                                        </p:tav>
                                        <p:tav tm="3938">
                                          <p:val>
                                            <p:fltVal val="47.18"/>
                                          </p:val>
                                        </p:tav>
                                        <p:tav tm="7877">
                                          <p:val>
                                            <p:fltVal val="38.09"/>
                                          </p:val>
                                        </p:tav>
                                        <p:tav tm="11815">
                                          <p:val>
                                            <p:fltVal val="29.68"/>
                                          </p:val>
                                        </p:tav>
                                        <p:tav tm="15754">
                                          <p:val>
                                            <p:fltVal val="22.63"/>
                                          </p:val>
                                        </p:tav>
                                        <p:tav tm="19692">
                                          <p:val>
                                            <p:fltVal val="17.18"/>
                                          </p:val>
                                        </p:tav>
                                        <p:tav tm="23631">
                                          <p:val>
                                            <p:fltVal val="13.11"/>
                                          </p:val>
                                        </p:tav>
                                        <p:tav tm="27569">
                                          <p:val>
                                            <p:fltVal val="10.06"/>
                                          </p:val>
                                        </p:tav>
                                        <p:tav tm="31508">
                                          <p:val>
                                            <p:fltVal val="7.76"/>
                                          </p:val>
                                        </p:tav>
                                        <p:tav tm="35446">
                                          <p:val>
                                            <p:fltVal val="5.99"/>
                                          </p:val>
                                        </p:tav>
                                        <p:tav tm="43323">
                                          <p:val>
                                            <p:fltVal val="3.51"/>
                                          </p:val>
                                        </p:tav>
                                        <p:tav tm="55138">
                                          <p:val>
                                            <p:fltVal val="1.36"/>
                                          </p:val>
                                        </p:tav>
                                        <p:tav tm="74830">
                                          <p:val>
                                            <p:fltVal val="-0.18"/>
                                          </p:val>
                                        </p:tav>
                                        <p:tav tm="98461">
                                          <p:val>
                                            <p:fltVal val="-0.5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8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770" dur="433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1" dur="1" fill="hold">
                                          <p:stCondLst>
                                            <p:cond delay="433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2" dur="67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181"/>
                                          </p:val>
                                        </p:tav>
                                        <p:tav tm="4954">
                                          <p:val>
                                            <p:strVal val="#ppt_x-1.23462"/>
                                          </p:val>
                                        </p:tav>
                                        <p:tav tm="14862">
                                          <p:val>
                                            <p:strVal val="#ppt_x-1.24182"/>
                                          </p:val>
                                        </p:tav>
                                        <p:tav tm="19816">
                                          <p:val>
                                            <p:strVal val="#ppt_x-1.24426"/>
                                          </p:val>
                                        </p:tav>
                                        <p:tav tm="29724">
                                          <p:val>
                                            <p:strVal val="#ppt_x-1.24711"/>
                                          </p:val>
                                        </p:tav>
                                        <p:tav tm="39632">
                                          <p:val>
                                            <p:strVal val="#ppt_x-1.24852"/>
                                          </p:val>
                                        </p:tav>
                                        <p:tav tm="54494">
                                          <p:val>
                                            <p:strVal val="#ppt_x-1.24955"/>
                                          </p:val>
                                        </p:tav>
                                        <p:tav tm="99080">
                                          <p:val>
                                            <p:strVal val="#ppt_x-1.25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3" dur="67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3291"/>
                                          </p:val>
                                        </p:tav>
                                        <p:tav tm="4954">
                                          <p:val>
                                            <p:strVal val="#ppt_y+0.11264"/>
                                          </p:val>
                                        </p:tav>
                                        <p:tav tm="9908">
                                          <p:val>
                                            <p:strVal val="#ppt_y+0.08448"/>
                                          </p:val>
                                        </p:tav>
                                        <p:tav tm="14862">
                                          <p:val>
                                            <p:strVal val="#ppt_y+0.0603"/>
                                          </p:val>
                                        </p:tav>
                                        <p:tav tm="19816">
                                          <p:val>
                                            <p:strVal val="#ppt_y+0.04238"/>
                                          </p:val>
                                        </p:tav>
                                        <p:tav tm="24770">
                                          <p:val>
                                            <p:strVal val="#ppt_y+0.02999"/>
                                          </p:val>
                                        </p:tav>
                                        <p:tav tm="29724">
                                          <p:val>
                                            <p:strVal val="#ppt_y+0.02143"/>
                                          </p:val>
                                        </p:tav>
                                        <p:tav tm="34678">
                                          <p:val>
                                            <p:strVal val="#ppt_y+0.01535"/>
                                          </p:val>
                                        </p:tav>
                                        <p:tav tm="39632">
                                          <p:val>
                                            <p:strVal val="#ppt_y+0.01094"/>
                                          </p:val>
                                        </p:tav>
                                        <p:tav tm="44586">
                                          <p:val>
                                            <p:strVal val="#ppt_y+0.00766"/>
                                          </p:val>
                                        </p:tav>
                                        <p:tav tm="54494">
                                          <p:val>
                                            <p:strVal val="#ppt_y+0.00331"/>
                                          </p:val>
                                        </p:tav>
                                        <p:tav tm="74310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99080">
                                          <p:val>
                                            <p:strVal val="#ppt_y-0.001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4" dur="67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4.7874"/>
                                          </p:val>
                                        </p:tav>
                                        <p:tav tm="4954">
                                          <p:val>
                                            <p:strVal val="#ppt_w*4.20892"/>
                                          </p:val>
                                        </p:tav>
                                        <p:tav tm="9908">
                                          <p:val>
                                            <p:strVal val="#ppt_w*3.40602"/>
                                          </p:val>
                                        </p:tav>
                                        <p:tav tm="14862">
                                          <p:val>
                                            <p:strVal val="#ppt_w*2.71689"/>
                                          </p:val>
                                        </p:tav>
                                        <p:tav tm="19816">
                                          <p:val>
                                            <p:strVal val="#ppt_w*2.20645"/>
                                          </p:val>
                                        </p:tav>
                                        <p:tav tm="24770">
                                          <p:val>
                                            <p:strVal val="#ppt_w*1.85369"/>
                                          </p:val>
                                        </p:tav>
                                        <p:tav tm="29724">
                                          <p:val>
                                            <p:strVal val="#ppt_w*1.60977"/>
                                          </p:val>
                                        </p:tav>
                                        <p:tav tm="34678">
                                          <p:val>
                                            <p:strVal val="#ppt_w*1.43689"/>
                                          </p:val>
                                        </p:tav>
                                        <p:tav tm="39632">
                                          <p:val>
                                            <p:strVal val="#ppt_w*1.31116"/>
                                          </p:val>
                                        </p:tav>
                                        <p:tav tm="44586">
                                          <p:val>
                                            <p:strVal val="#ppt_w*1.21782"/>
                                          </p:val>
                                        </p:tav>
                                        <p:tav tm="49540">
                                          <p:val>
                                            <p:strVal val="#ppt_w*1.14755"/>
                                          </p:val>
                                        </p:tav>
                                        <p:tav tm="54494">
                                          <p:val>
                                            <p:strVal val="#ppt_w*1.09422"/>
                                          </p:val>
                                        </p:tav>
                                        <p:tav tm="59448">
                                          <p:val>
                                            <p:strVal val="#ppt_w*1.05367"/>
                                          </p:val>
                                        </p:tav>
                                        <p:tav tm="64402">
                                          <p:val>
                                            <p:strVal val="#ppt_w*1.02297"/>
                                          </p:val>
                                        </p:tav>
                                        <p:tav tm="74310">
                                          <p:val>
                                            <p:strVal val="#ppt_w*0.98319"/>
                                          </p:val>
                                        </p:tav>
                                        <p:tav tm="84218">
                                          <p:val>
                                            <p:strVal val="#ppt_w*0.96359"/>
                                          </p:val>
                                        </p:tav>
                                        <p:tav tm="99080">
                                          <p:val>
                                            <p:strVal val="#ppt_w*0.957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5" dur="67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4.7874"/>
                                          </p:val>
                                        </p:tav>
                                        <p:tav tm="4954">
                                          <p:val>
                                            <p:strVal val="#ppt_h*4.20892"/>
                                          </p:val>
                                        </p:tav>
                                        <p:tav tm="9908">
                                          <p:val>
                                            <p:strVal val="#ppt_h*3.40602"/>
                                          </p:val>
                                        </p:tav>
                                        <p:tav tm="14862">
                                          <p:val>
                                            <p:strVal val="#ppt_h*2.71689"/>
                                          </p:val>
                                        </p:tav>
                                        <p:tav tm="19816">
                                          <p:val>
                                            <p:strVal val="#ppt_h*2.20645"/>
                                          </p:val>
                                        </p:tav>
                                        <p:tav tm="24770">
                                          <p:val>
                                            <p:strVal val="#ppt_h*1.85369"/>
                                          </p:val>
                                        </p:tav>
                                        <p:tav tm="29724">
                                          <p:val>
                                            <p:strVal val="#ppt_h*1.60977"/>
                                          </p:val>
                                        </p:tav>
                                        <p:tav tm="34678">
                                          <p:val>
                                            <p:strVal val="#ppt_h*1.43689"/>
                                          </p:val>
                                        </p:tav>
                                        <p:tav tm="39632">
                                          <p:val>
                                            <p:strVal val="#ppt_h*1.31116"/>
                                          </p:val>
                                        </p:tav>
                                        <p:tav tm="44586">
                                          <p:val>
                                            <p:strVal val="#ppt_h*1.21782"/>
                                          </p:val>
                                        </p:tav>
                                        <p:tav tm="49540">
                                          <p:val>
                                            <p:strVal val="#ppt_h*1.14755"/>
                                          </p:val>
                                        </p:tav>
                                        <p:tav tm="54494">
                                          <p:val>
                                            <p:strVal val="#ppt_h*1.09422"/>
                                          </p:val>
                                        </p:tav>
                                        <p:tav tm="59448">
                                          <p:val>
                                            <p:strVal val="#ppt_h*1.05367"/>
                                          </p:val>
                                        </p:tav>
                                        <p:tav tm="64402">
                                          <p:val>
                                            <p:strVal val="#ppt_h*1.02297"/>
                                          </p:val>
                                        </p:tav>
                                        <p:tav tm="74310">
                                          <p:val>
                                            <p:strVal val="#ppt_h*0.98319"/>
                                          </p:val>
                                        </p:tav>
                                        <p:tav tm="84218">
                                          <p:val>
                                            <p:strVal val="#ppt_h*0.96359"/>
                                          </p:val>
                                        </p:tav>
                                        <p:tav tm="99080">
                                          <p:val>
                                            <p:strVal val="#ppt_h*0.957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6" dur="673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8.31"/>
                                          </p:val>
                                        </p:tav>
                                        <p:tav tm="14862">
                                          <p:val>
                                            <p:fltVal val="3.77"/>
                                          </p:val>
                                        </p:tav>
                                        <p:tav tm="19816">
                                          <p:val>
                                            <p:fltVal val="2.65"/>
                                          </p:val>
                                        </p:tav>
                                        <p:tav tm="29724">
                                          <p:val>
                                            <p:fltVal val="1.34"/>
                                          </p:val>
                                        </p:tav>
                                        <p:tav tm="54494">
                                          <p:val>
                                            <p:fltVal val="0.21"/>
                                          </p:val>
                                        </p:tav>
                                        <p:tav tm="99080">
                                          <p:val>
                                            <p:fltVal val="-0.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7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9" presetID="0" presetClass="path" presetSubtype="0" repeatCount="31" fill="hold" grpId="0" nodeType="withEffect">
                                  <p:stCondLst>
                                    <p:cond delay="4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0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8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1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29412">
                                          <p:val>
                                            <p:strVal val="#ppt_y-0.00458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333"/>
                                          </p:val>
                                        </p:tav>
                                        <p:tav tm="36275">
                                          <p:val>
                                            <p:strVal val="#ppt_y-0.00507"/>
                                          </p:val>
                                        </p:tav>
                                        <p:tav tm="52941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33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2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.00648"/>
                                          </p:val>
                                        </p:tav>
                                        <p:tav tm="30392">
                                          <p:val>
                                            <p:strVal val="#ppt_h*0.72837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12303"/>
                                          </p:val>
                                        </p:tav>
                                        <p:tav tm="33333">
                                          <p:val>
                                            <p:strVal val="#ppt_h*0.34128"/>
                                          </p:val>
                                        </p:tav>
                                        <p:tav tm="35294">
                                          <p:val>
                                            <p:strVal val="#ppt_h*0.94809"/>
                                          </p:val>
                                        </p:tav>
                                        <p:tav tm="36275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.011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0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3" presetID="0" presetClass="path" presetSubtype="0" repeatCount="31" fill="hold" grpId="0" nodeType="withEffect">
                                  <p:stCondLst>
                                    <p:cond delay="4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4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5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014"/>
                                          </p:val>
                                        </p:tav>
                                        <p:tav tm="18627">
                                          <p:val>
                                            <p:strVal val="#ppt_y-0.04059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4205"/>
                                          </p:val>
                                        </p:tav>
                                        <p:tav tm="52941">
                                          <p:val>
                                            <p:strVal val="#ppt_y-0.042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40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6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7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.19193"/>
                                          </p:val>
                                        </p:tav>
                                        <p:tav tm="30392">
                                          <p:val>
                                            <p:strVal val="#ppt_h*0.86258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14569"/>
                                          </p:val>
                                        </p:tav>
                                        <p:tav tm="33333">
                                          <p:val>
                                            <p:strVal val="#ppt_h*0.40416"/>
                                          </p:val>
                                        </p:tav>
                                        <p:tav tm="35294">
                                          <p:val>
                                            <p:strVal val="#ppt_h*1.12278"/>
                                          </p:val>
                                        </p:tav>
                                        <p:tav tm="36275">
                                          <p:val>
                                            <p:strVal val="#ppt_h*1.19501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.19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8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9" presetID="0" presetClass="path" presetSubtype="0" repeatCount="31" fill="hold" grpId="0" nodeType="withEffect">
                                  <p:stCondLst>
                                    <p:cond delay="4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0" dur="3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29412">
                                          <p:val>
                                            <p:strVal val="#ppt_y+0.00201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007"/>
                                          </p:val>
                                        </p:tav>
                                        <p:tav tm="36275">
                                          <p:val>
                                            <p:strVal val="#ppt_y+0.00153"/>
                                          </p:val>
                                        </p:tav>
                                        <p:tav tm="60784">
                                          <p:val>
                                            <p:strVal val="#ppt_y+0.0011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1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1" dur="3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6863">
                                          <p:val>
                                            <p:strVal val="#ppt_h*10.76781"/>
                                          </p:val>
                                        </p:tav>
                                        <p:tav tm="13725">
                                          <p:val>
                                            <p:strVal val="#ppt_h*10.7782"/>
                                          </p:val>
                                        </p:tav>
                                        <p:tav tm="20588">
                                          <p:val>
                                            <p:strVal val="#ppt_h*10.799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0.83615"/>
                                          </p:val>
                                        </p:tav>
                                        <p:tav tm="30392">
                                          <p:val>
                                            <p:strVal val="#ppt_h*7.8419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.32455"/>
                                          </p:val>
                                        </p:tav>
                                        <p:tav tm="33333">
                                          <p:val>
                                            <p:strVal val="#ppt_h*3.67437"/>
                                          </p:val>
                                        </p:tav>
                                        <p:tav tm="35294">
                                          <p:val>
                                            <p:strVal val="#ppt_h*10.20753"/>
                                          </p:val>
                                        </p:tav>
                                        <p:tav tm="36275">
                                          <p:val>
                                            <p:strVal val="#ppt_h*10.86421"/>
                                          </p:val>
                                        </p:tav>
                                        <p:tav tm="48039">
                                          <p:val>
                                            <p:strVal val="#ppt_h*10.89199"/>
                                          </p:val>
                                        </p:tav>
                                        <p:tav tm="54902">
                                          <p:val>
                                            <p:strVal val="#ppt_h*10.89432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0.88859"/>
                                          </p:val>
                                        </p:tav>
                                        <p:tav tm="69608">
                                          <p:val>
                                            <p:strVal val="#ppt_h*10.86561"/>
                                          </p:val>
                                        </p:tav>
                                        <p:tav tm="89216">
                                          <p:val>
                                            <p:strVal val="#ppt_h*10.787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0.767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2" presetID="0" presetClass="path" presetSubtype="0" repeatCount="31" fill="hold" grpId="0" nodeType="withEffect">
                                  <p:stCondLst>
                                    <p:cond delay="4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3" dur="34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8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4" dur="34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29412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28"/>
                                          </p:val>
                                        </p:tav>
                                        <p:tav tm="36275">
                                          <p:val>
                                            <p:strVal val="#ppt_y-0.00504"/>
                                          </p:val>
                                        </p:tav>
                                        <p:tav tm="52941">
                                          <p:val>
                                            <p:strVal val="#ppt_y-0.005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3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5" dur="34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.00648"/>
                                          </p:val>
                                        </p:tav>
                                        <p:tav tm="30392">
                                          <p:val>
                                            <p:strVal val="#ppt_h*0.72837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12303"/>
                                          </p:val>
                                        </p:tav>
                                        <p:tav tm="33333">
                                          <p:val>
                                            <p:strVal val="#ppt_h*0.34128"/>
                                          </p:val>
                                        </p:tav>
                                        <p:tav tm="35294">
                                          <p:val>
                                            <p:strVal val="#ppt_h*0.94809"/>
                                          </p:val>
                                        </p:tav>
                                        <p:tav tm="36275">
                                          <p:val>
                                            <p:strVal val="#ppt_h*1.00908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.011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0000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6" presetID="0" presetClass="path" presetSubtype="0" repeatCount="31" fill="hold" grpId="0" nodeType="withEffect">
                                  <p:stCondLst>
                                    <p:cond delay="4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7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4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8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431"/>
                                          </p:val>
                                        </p:tav>
                                        <p:tav tm="52941">
                                          <p:val>
                                            <p:strVal val="#ppt_y-0.046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44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9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0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.19193"/>
                                          </p:val>
                                        </p:tav>
                                        <p:tav tm="30392">
                                          <p:val>
                                            <p:strVal val="#ppt_h*0.86258"/>
                                          </p:val>
                                        </p:tav>
                                        <p:tav tm="32353">
                                          <p:val>
                                            <p:strVal val="#ppt_h*0.14569"/>
                                          </p:val>
                                        </p:tav>
                                        <p:tav tm="33333">
                                          <p:val>
                                            <p:strVal val="#ppt_h*0.40416"/>
                                          </p:val>
                                        </p:tav>
                                        <p:tav tm="35294">
                                          <p:val>
                                            <p:strVal val="#ppt_h*1.12278"/>
                                          </p:val>
                                        </p:tav>
                                        <p:tav tm="36275">
                                          <p:val>
                                            <p:strVal val="#ppt_h*1.19501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.19769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3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1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2" presetID="0" presetClass="path" presetSubtype="0" repeatCount="31" fill="hold" grpId="0" nodeType="withEffect">
                                  <p:stCondLst>
                                    <p:cond delay="4293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3" dur="34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29412">
                                          <p:val>
                                            <p:strVal val="#ppt_y+0.00275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36275">
                                          <p:val>
                                            <p:strVal val="#ppt_y+0.00226"/>
                                          </p:val>
                                        </p:tav>
                                        <p:tav tm="60784">
                                          <p:val>
                                            <p:strVal val="#ppt_y+0.0018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4" dur="34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6863">
                                          <p:val>
                                            <p:strVal val="#ppt_h*10.76781"/>
                                          </p:val>
                                        </p:tav>
                                        <p:tav tm="13725">
                                          <p:val>
                                            <p:strVal val="#ppt_h*10.7782"/>
                                          </p:val>
                                        </p:tav>
                                        <p:tav tm="20588">
                                          <p:val>
                                            <p:strVal val="#ppt_h*10.799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0.83615"/>
                                          </p:val>
                                        </p:tav>
                                        <p:tav tm="30392">
                                          <p:val>
                                            <p:strVal val="#ppt_h*7.84196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.32455"/>
                                          </p:val>
                                        </p:tav>
                                        <p:tav tm="33333">
                                          <p:val>
                                            <p:strVal val="#ppt_h*3.67437"/>
                                          </p:val>
                                        </p:tav>
                                        <p:tav tm="35294">
                                          <p:val>
                                            <p:strVal val="#ppt_h*10.20753"/>
                                          </p:val>
                                        </p:tav>
                                        <p:tav tm="36275">
                                          <p:val>
                                            <p:strVal val="#ppt_h*10.86421"/>
                                          </p:val>
                                        </p:tav>
                                        <p:tav tm="48039">
                                          <p:val>
                                            <p:strVal val="#ppt_h*10.89199"/>
                                          </p:val>
                                        </p:tav>
                                        <p:tav tm="54902">
                                          <p:val>
                                            <p:strVal val="#ppt_h*10.89432"/>
                                          </p:val>
                                        </p:tav>
                                        <p:tav tm="60784">
                                          <p:val>
                                            <p:strVal val="#ppt_h*10.88859"/>
                                          </p:val>
                                        </p:tav>
                                        <p:tav tm="69608">
                                          <p:val>
                                            <p:strVal val="#ppt_h*10.86561"/>
                                          </p:val>
                                        </p:tav>
                                        <p:tav tm="89216">
                                          <p:val>
                                            <p:strVal val="#ppt_h*10.78707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0.767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5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6" dur="64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7" dur="64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1"/>
                                          </p:val>
                                        </p:tav>
                                        <p:tav tm="25000">
                                          <p:val>
                                            <p:strVal val="#ppt_y-0.00044"/>
                                          </p:val>
                                        </p:tav>
                                        <p:tav tm="51042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8" dur="64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9" dur="64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0" dur="64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1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2" dur="64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12"/>
                                          </p:val>
                                        </p:tav>
                                        <p:tav tm="28125">
                                          <p:val>
                                            <p:strVal val="#ppt_y-0.00142"/>
                                          </p:val>
                                        </p:tav>
                                        <p:tav tm="53125">
                                          <p:val>
                                            <p:strVal val="#ppt_y+0.00118"/>
                                          </p:val>
                                        </p:tav>
                                        <p:tav tm="80729">
                                          <p:val>
                                            <p:strVal val="#ppt_y-0.001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3" dur="64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4" dur="64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5" dur="64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7" dur="64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1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0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8" dur="64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21"/>
                                          </p:val>
                                        </p:tav>
                                        <p:tav tm="29687">
                                          <p:val>
                                            <p:strVal val="#ppt_y-0.00167"/>
                                          </p:val>
                                        </p:tav>
                                        <p:tav tm="53125">
                                          <p:val>
                                            <p:strVal val="#ppt_y+0.00043"/>
                                          </p:val>
                                        </p:tav>
                                        <p:tav tm="79167">
                                          <p:val>
                                            <p:strVal val="#ppt_y-0.0012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9" dur="64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0" dur="64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1" dur="64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3" dur="64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2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09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4" dur="64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30208">
                                          <p:val>
                                            <p:strVal val="#ppt_y-0.00159"/>
                                          </p:val>
                                        </p:tav>
                                        <p:tav tm="53125">
                                          <p:val>
                                            <p:strVal val="#ppt_y+0.00025"/>
                                          </p:val>
                                        </p:tav>
                                        <p:tav tm="79167">
                                          <p:val>
                                            <p:strVal val="#ppt_y-0.0011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5" dur="64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6" dur="64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7" dur="64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9" dur="64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3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3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0" dur="64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31250">
                                          <p:val>
                                            <p:strVal val="#ppt_y-0.00169"/>
                                          </p:val>
                                        </p:tav>
                                        <p:tav tm="53125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77604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1" dur="64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2" dur="64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3" dur="64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5" dur="6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9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4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6" dur="6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31771">
                                          <p:val>
                                            <p:strVal val="#ppt_y-0.00154"/>
                                          </p:val>
                                        </p:tav>
                                        <p:tav tm="53125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77604">
                                          <p:val>
                                            <p:strVal val="#ppt_y-0.001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7" dur="6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8" dur="6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9" dur="64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1" dur="6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6"/>
                                          </p:val>
                                        </p:tav>
                                        <p:tav tm="13542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38021">
                                          <p:val>
                                            <p:strVal val="#ppt_x-0.00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61979">
                                          <p:val>
                                            <p:strVal val="#ppt_x-0.002"/>
                                          </p:val>
                                        </p:tav>
                                        <p:tav tm="86458">
                                          <p:val>
                                            <p:strVal val="#ppt_x+0.0001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2" dur="6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4"/>
                                          </p:val>
                                        </p:tav>
                                        <p:tav tm="32812">
                                          <p:val>
                                            <p:strVal val="#ppt_y-0.00148"/>
                                          </p:val>
                                        </p:tav>
                                        <p:tav tm="53125">
                                          <p:val>
                                            <p:strVal val="#ppt_y-0.00056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009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3" dur="6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4" dur="6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5" dur="64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7" dur="6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"/>
                                          </p:val>
                                        </p:tav>
                                        <p:tav tm="13542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38021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275"/>
                                          </p:val>
                                        </p:tav>
                                        <p:tav tm="61979">
                                          <p:val>
                                            <p:strVal val="#ppt_x-0.00234"/>
                                          </p:val>
                                        </p:tav>
                                        <p:tav tm="86458">
                                          <p:val>
                                            <p:strVal val="#ppt_x+0.000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8" dur="6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32812">
                                          <p:val>
                                            <p:strVal val="#ppt_y-0.00117"/>
                                          </p:val>
                                        </p:tav>
                                        <p:tav tm="76562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9" dur="6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0" dur="6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1" dur="64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3" dur="6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8"/>
                                          </p:val>
                                        </p:tav>
                                        <p:tav tm="13542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38021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312"/>
                                          </p:val>
                                        </p:tav>
                                        <p:tav tm="61979">
                                          <p:val>
                                            <p:strVal val="#ppt_x-0.00266"/>
                                          </p:val>
                                        </p:tav>
                                        <p:tav tm="86458">
                                          <p:val>
                                            <p:strVal val="#ppt_x+0.00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4" dur="6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02"/>
                                          </p:val>
                                        </p:tav>
                                        <p:tav tm="34375">
                                          <p:val>
                                            <p:strVal val="#ppt_y-0.00129"/>
                                          </p:val>
                                        </p:tav>
                                        <p:tav tm="74479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5" dur="6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6" dur="6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7" dur="64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9" dur="6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78"/>
                                          </p:val>
                                        </p:tav>
                                        <p:tav tm="13542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38021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306"/>
                                          </p:val>
                                        </p:tav>
                                        <p:tav tm="61979">
                                          <p:val>
                                            <p:strVal val="#ppt_x-0.00261"/>
                                          </p:val>
                                        </p:tav>
                                        <p:tav tm="86458">
                                          <p:val>
                                            <p:strVal val="#ppt_x+0.0001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0" dur="6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6"/>
                                          </p:val>
                                        </p:tav>
                                        <p:tav tm="33854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75521">
                                          <p:val>
                                            <p:strVal val="#ppt_y-0.0007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8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1" dur="6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2" dur="6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3" dur="64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5" dur="6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6" dur="6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24479">
                                          <p:val>
                                            <p:strVal val="#ppt_y-0.00081"/>
                                          </p:val>
                                        </p:tav>
                                        <p:tav tm="51042">
                                          <p:val>
                                            <p:strVal val="#ppt_y+0.00255"/>
                                          </p:val>
                                        </p:tav>
                                        <p:tav tm="59375">
                                          <p:val>
                                            <p:strVal val="#ppt_y+0.00218"/>
                                          </p:val>
                                        </p:tav>
                                        <p:tav tm="79687">
                                          <p:val>
                                            <p:strVal val="#ppt_y-0.000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4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7" dur="6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8" dur="6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9" dur="64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1" dur="6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0012"/>
                                          </p:val>
                                        </p:tav>
                                        <p:tav tm="50000">
                                          <p:val>
                                            <p:strVal val="#ppt_x+0.000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2" dur="6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1"/>
                                          </p:val>
                                        </p:tav>
                                        <p:tav tm="24479">
                                          <p:val>
                                            <p:strVal val="#ppt_y-0.00049"/>
                                          </p:val>
                                        </p:tav>
                                        <p:tav tm="46354">
                                          <p:val>
                                            <p:strVal val="#ppt_y+0.00287"/>
                                          </p:val>
                                        </p:tav>
                                        <p:tav tm="54167">
                                          <p:val>
                                            <p:strVal val="#ppt_y+0.00324"/>
                                          </p:val>
                                        </p:tav>
                                        <p:tav tm="75000">
                                          <p:val>
                                            <p:strVal val="#ppt_y-0.00031"/>
                                          </p:val>
                                        </p:tav>
                                        <p:tav tm="82812">
                                          <p:val>
                                            <p:strVal val="#ppt_y-0.0008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3" dur="6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4" dur="6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5" dur="64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7" dur="6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"/>
                                          </p:val>
                                        </p:tav>
                                        <p:tav tm="24479">
                                          <p:val>
                                            <p:strVal val="#ppt_y-0.00038"/>
                                          </p:val>
                                        </p:tav>
                                        <p:tav tm="52604">
                                          <p:val>
                                            <p:strVal val="#ppt_y+0.00304"/>
                                          </p:val>
                                        </p:tav>
                                        <p:tav tm="80729">
                                          <p:val>
                                            <p:strVal val="#ppt_y-0.0007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8" dur="6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9" dur="6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0" dur="64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1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2" dur="6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"/>
                                          </p:val>
                                        </p:tav>
                                        <p:tav tm="23437">
                                          <p:val>
                                            <p:strVal val="#ppt_y-0.00014"/>
                                          </p:val>
                                        </p:tav>
                                        <p:tav tm="52604">
                                          <p:val>
                                            <p:strVal val="#ppt_y+0.00351"/>
                                          </p:val>
                                        </p:tav>
                                        <p:tav tm="81250">
                                          <p:val>
                                            <p:strVal val="#ppt_y-0.000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3" dur="6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4" dur="6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5" dur="64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7" dur="64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18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8" dur="64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6"/>
                                          </p:val>
                                        </p:tav>
                                        <p:tav tm="22917">
                                          <p:val>
                                            <p:strVal val="#ppt_y-0.00005"/>
                                          </p:val>
                                        </p:tav>
                                        <p:tav tm="52604">
                                          <p:val>
                                            <p:strVal val="#ppt_y+0.00325"/>
                                          </p:val>
                                        </p:tav>
                                        <p:tav tm="81250">
                                          <p:val>
                                            <p:strVal val="#ppt_y-0.000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9" dur="64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0" dur="64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1" dur="64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3" dur="64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25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0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4" dur="64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1"/>
                                          </p:val>
                                        </p:tav>
                                        <p:tav tm="22917">
                                          <p:val>
                                            <p:strVal val="#ppt_y+0.00004"/>
                                          </p:val>
                                        </p:tav>
                                        <p:tav tm="52604">
                                          <p:val>
                                            <p:strVal val="#ppt_y+0.00316"/>
                                          </p:val>
                                        </p:tav>
                                        <p:tav tm="81771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5" dur="64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6" dur="64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7" dur="64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9" dur="6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2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66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4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0" dur="6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36"/>
                                          </p:val>
                                        </p:tav>
                                        <p:tav tm="21875">
                                          <p:val>
                                            <p:strVal val="#ppt_y+0.00009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82"/>
                                          </p:val>
                                        </p:tav>
                                        <p:tav tm="82292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1" dur="6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2" dur="6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3" dur="64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5" dur="6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6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6" dur="6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19"/>
                                          </p:val>
                                        </p:tav>
                                        <p:tav tm="20833">
                                          <p:val>
                                            <p:strVal val="#ppt_y+0.00014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97"/>
                                          </p:val>
                                        </p:tav>
                                        <p:tav tm="82812">
                                          <p:val>
                                            <p:strVal val="#ppt_y-0.000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7" dur="6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8" dur="6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9" dur="64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1" dur="6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00047"/>
                                          </p:val>
                                        </p:tav>
                                        <p:tav tm="50000">
                                          <p:val>
                                            <p:strVal val="#ppt_x-0.0018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000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2" dur="6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26"/>
                                          </p:val>
                                        </p:tav>
                                        <p:tav tm="21354">
                                          <p:val>
                                            <p:strVal val="#ppt_y+0.00011"/>
                                          </p:val>
                                        </p:tav>
                                        <p:tav tm="52083">
                                          <p:val>
                                            <p:strVal val="#ppt_y+0.00272"/>
                                          </p:val>
                                        </p:tav>
                                        <p:tav tm="82292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3" dur="6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4" dur="6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5" dur="64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7" dur="6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93"/>
                                          </p:val>
                                        </p:tav>
                                        <p:tav tm="26562">
                                          <p:val>
                                            <p:strVal val="#ppt_y-0.00106"/>
                                          </p:val>
                                        </p:tav>
                                        <p:tav tm="51042">
                                          <p:val>
                                            <p:strVal val="#ppt_y+0.0019"/>
                                          </p:val>
                                        </p:tav>
                                        <p:tav tm="58854">
                                          <p:val>
                                            <p:strVal val="#ppt_y+0.00165"/>
                                          </p:val>
                                        </p:tav>
                                        <p:tav tm="79167">
                                          <p:val>
                                            <p:strVal val="#ppt_y-0.001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8" dur="6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59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15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5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9" dur="6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8"/>
                                          </p:val>
                                        </p:tav>
                                        <p:tav tm="26562">
                                          <p:val>
                                            <p:strVal val="#ppt_h*1.0042"/>
                                          </p:val>
                                        </p:tav>
                                        <p:tav tm="51042">
                                          <p:val>
                                            <p:strVal val="#ppt_h*0.99252"/>
                                          </p:val>
                                        </p:tav>
                                        <p:tav tm="79167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0" dur="64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0.4"/>
                                          </p:val>
                                        </p:tav>
                                        <p:tav tm="50000">
                                          <p:val>
                                            <p:fltVal val="1.8"/>
                                          </p:val>
                                        </p:tav>
                                        <p:tav tm="63021">
                                          <p:val>
                                            <p:fltVal val="1.47"/>
                                          </p:val>
                                        </p:tav>
                                        <p:tav tm="87500">
                                          <p:val>
                                            <p:fltVal val="-0.17"/>
                                          </p:val>
                                        </p:tav>
                                        <p:tav tm="100000">
                                          <p:val>
                                            <p:fltVal val="-0.4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1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2" dur="34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3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4" dur="34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5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6" dur="3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7" dur="34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9" dur="3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0" dur="34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1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2" dur="34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3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4" dur="34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5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6" dur="34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55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7" dur="34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9" dur="34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62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0003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6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0" dur="34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1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2" dur="34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9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5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9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3" dur="34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5" dur="34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6" dur="34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7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8" dur="34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9" dur="34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1" dur="34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2" dur="34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3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4" dur="34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5" dur="34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6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7" dur="34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8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9" dur="34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0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1" dur="34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2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3" dur="34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4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5" dur="34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6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7" dur="34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9" dur="34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0" dur="34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1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2" dur="34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5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3" dur="34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5" dur="34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6" dur="34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7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8" dur="34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2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6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2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9" dur="34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1" dur="34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4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4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2" dur="34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3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4" dur="34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9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5" dur="34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7" dur="34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8" dur="34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1948"/>
                                          </p:val>
                                        </p:tav>
                                        <p:tav tm="50000">
                                          <p:val>
                                            <p:strVal val="#ppt_y+0.117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194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9" dur="34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10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.103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0" dur="34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8837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0.894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883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1" dur="34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5"/>
                                          </p:val>
                                        </p:tav>
                                        <p:tav tm="100000">
                                          <p:val>
                                            <p:fltVal val="-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3" dur="34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4" dur="34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5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6" dur="34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79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7" dur="34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9" dur="34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0" dur="34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1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2" dur="34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3" dur="34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5" dur="34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6" dur="34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7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8" dur="3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41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7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4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9" dur="34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1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79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87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2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37"/>
                                          </p:val>
                                        </p:tav>
                                        <p:tav tm="26471">
                                          <p:val>
                                            <p:strVal val="#ppt_y-0.00454"/>
                                          </p:val>
                                        </p:tav>
                                        <p:tav tm="29412">
                                          <p:val>
                                            <p:strVal val="#ppt_y-0.0033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50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5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3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3" dur="34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25490">
                                          <p:val>
                                            <p:strVal val="#ppt_h*1.00616"/>
                                          </p:val>
                                        </p:tav>
                                        <p:tav tm="26471">
                                          <p:val>
                                            <p:strVal val="#ppt_h*0.97024"/>
                                          </p:val>
                                        </p:tav>
                                        <p:tav tm="28431">
                                          <p:val>
                                            <p:strVal val="#ppt_h*0.36528"/>
                                          </p:val>
                                        </p:tav>
                                        <p:tav tm="29412">
                                          <p:val>
                                            <p:strVal val="#ppt_h*0.0988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.00881"/>
                                          </p:val>
                                        </p:tav>
                                        <p:tav tm="56863">
                                          <p:val>
                                            <p:strVal val="#ppt_h*1.011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4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5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6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014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4072"/>
                                          </p:val>
                                        </p:tav>
                                        <p:tav tm="29412">
                                          <p:val>
                                            <p:strVal val="#ppt_y-0.04208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423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4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7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8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25490">
                                          <p:val>
                                            <p:strVal val="#ppt_h*1.19155"/>
                                          </p:val>
                                        </p:tav>
                                        <p:tav tm="26471">
                                          <p:val>
                                            <p:strVal val="#ppt_h*1.14901"/>
                                          </p:val>
                                        </p:tav>
                                        <p:tav tm="28431">
                                          <p:val>
                                            <p:strVal val="#ppt_h*0.43258"/>
                                          </p:val>
                                        </p:tav>
                                        <p:tav tm="29412">
                                          <p:val>
                                            <p:strVal val="#ppt_h*0.117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.1947"/>
                                          </p:val>
                                        </p:tav>
                                        <p:tav tm="56863">
                                          <p:val>
                                            <p:strVal val="#ppt_h*1.197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9" dur="34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1" dur="3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2"/>
                                          </p:val>
                                        </p:tav>
                                        <p:tav tm="25490">
                                          <p:val>
                                            <p:strVal val="#ppt_y+0.00207"/>
                                          </p:val>
                                        </p:tav>
                                        <p:tav tm="29412">
                                          <p:val>
                                            <p:strVal val="#ppt_y+0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158"/>
                                          </p:val>
                                        </p:tav>
                                        <p:tav tm="56863">
                                          <p:val>
                                            <p:strVal val="#ppt_y+0.001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2" dur="34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11765">
                                          <p:val>
                                            <p:strVal val="#ppt_h*10.78105"/>
                                          </p:val>
                                        </p:tav>
                                        <p:tav tm="25490">
                                          <p:val>
                                            <p:strVal val="#ppt_h*10.8327"/>
                                          </p:val>
                                        </p:tav>
                                        <p:tav tm="26471">
                                          <p:val>
                                            <p:strVal val="#ppt_h*10.44603"/>
                                          </p:val>
                                        </p:tav>
                                        <p:tav tm="28431">
                                          <p:val>
                                            <p:strVal val="#ppt_h*3.93274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.06369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0.86132"/>
                                          </p:val>
                                        </p:tav>
                                        <p:tav tm="44118">
                                          <p:val>
                                            <p:strVal val="#ppt_h*10.8911"/>
                                          </p:val>
                                        </p:tav>
                                        <p:tav tm="50980">
                                          <p:val>
                                            <p:strVal val="#ppt_h*10.89453"/>
                                          </p:val>
                                        </p:tav>
                                        <p:tav tm="56863">
                                          <p:val>
                                            <p:strVal val="#ppt_h*10.88979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0.86491"/>
                                          </p:val>
                                        </p:tav>
                                        <p:tav tm="87255">
                                          <p:val>
                                            <p:strVal val="#ppt_h*10.78366"/>
                                          </p:val>
                                        </p:tav>
                                        <p:tav tm="93137">
                                          <p:val>
                                            <p:strVal val="#ppt_h*10.771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0.7664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3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4" dur="34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87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87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5" dur="34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329"/>
                                          </p:val>
                                        </p:tav>
                                        <p:tav tm="26471">
                                          <p:val>
                                            <p:strVal val="#ppt_y-0.00447"/>
                                          </p:val>
                                        </p:tav>
                                        <p:tav tm="29412">
                                          <p:val>
                                            <p:strVal val="#ppt_y-0.00276"/>
                                          </p:val>
                                        </p:tav>
                                        <p:tav tm="32353">
                                          <p:val>
                                            <p:strVal val="#ppt_y-0.00499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55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32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6" dur="34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25490">
                                          <p:val>
                                            <p:strVal val="#ppt_h*1.00616"/>
                                          </p:val>
                                        </p:tav>
                                        <p:tav tm="26471">
                                          <p:val>
                                            <p:strVal val="#ppt_h*0.97024"/>
                                          </p:val>
                                        </p:tav>
                                        <p:tav tm="28431">
                                          <p:val>
                                            <p:strVal val="#ppt_h*0.36528"/>
                                          </p:val>
                                        </p:tav>
                                        <p:tav tm="29412">
                                          <p:val>
                                            <p:strVal val="#ppt_h*0.0988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.00881"/>
                                          </p:val>
                                        </p:tav>
                                        <p:tav tm="56863">
                                          <p:val>
                                            <p:strVal val="#ppt_h*1.0114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7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8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4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4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9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431"/>
                                          </p:val>
                                        </p:tav>
                                        <p:tav tm="17647">
                                          <p:val>
                                            <p:strVal val="#ppt_y-0.0449"/>
                                          </p:val>
                                        </p:tav>
                                        <p:tav tm="29412">
                                          <p:val>
                                            <p:strVal val="#ppt_y-0.0462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4657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443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0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1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25490">
                                          <p:val>
                                            <p:strVal val="#ppt_h*1.19155"/>
                                          </p:val>
                                        </p:tav>
                                        <p:tav tm="26471">
                                          <p:val>
                                            <p:strVal val="#ppt_h*1.14901"/>
                                          </p:val>
                                        </p:tav>
                                        <p:tav tm="28431">
                                          <p:val>
                                            <p:strVal val="#ppt_h*0.43258"/>
                                          </p:val>
                                        </p:tav>
                                        <p:tav tm="29412">
                                          <p:val>
                                            <p:strVal val="#ppt_h*0.117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.1947"/>
                                          </p:val>
                                        </p:tav>
                                        <p:tav tm="56863">
                                          <p:val>
                                            <p:strVal val="#ppt_h*1.197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2" dur="34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3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4" dur="34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396"/>
                                          </p:val>
                                        </p:tav>
                                        <p:tav tm="25490">
                                          <p:val>
                                            <p:strVal val="#ppt_y+0.00281"/>
                                          </p:val>
                                        </p:tav>
                                        <p:tav tm="29412">
                                          <p:val>
                                            <p:strVal val="#ppt_y+0.00001"/>
                                          </p:val>
                                        </p:tav>
                                        <p:tav tm="32353">
                                          <p:val>
                                            <p:strVal val="#ppt_y+0.00231"/>
                                          </p:val>
                                        </p:tav>
                                        <p:tav tm="56863">
                                          <p:val>
                                            <p:strVal val="#ppt_y+0.0018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39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5" dur="34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0.76642"/>
                                          </p:val>
                                        </p:tav>
                                        <p:tav tm="11765">
                                          <p:val>
                                            <p:strVal val="#ppt_h*10.78105"/>
                                          </p:val>
                                        </p:tav>
                                        <p:tav tm="25490">
                                          <p:val>
                                            <p:strVal val="#ppt_h*10.8327"/>
                                          </p:val>
                                        </p:tav>
                                        <p:tav tm="26471">
                                          <p:val>
                                            <p:strVal val="#ppt_h*10.44603"/>
                                          </p:val>
                                        </p:tav>
                                        <p:tav tm="28431">
                                          <p:val>
                                            <p:strVal val="#ppt_h*3.93274"/>
                                          </p:val>
                                        </p:tav>
                                        <p:tav tm="29412">
                                          <p:val>
                                            <p:strVal val="#ppt_h*1.06369"/>
                                          </p:val>
                                        </p:tav>
                                        <p:tav tm="32353">
                                          <p:val>
                                            <p:strVal val="#ppt_h*10.86132"/>
                                          </p:val>
                                        </p:tav>
                                        <p:tav tm="44118">
                                          <p:val>
                                            <p:strVal val="#ppt_h*10.8911"/>
                                          </p:val>
                                        </p:tav>
                                        <p:tav tm="50980">
                                          <p:val>
                                            <p:strVal val="#ppt_h*10.89453"/>
                                          </p:val>
                                        </p:tav>
                                        <p:tav tm="56863">
                                          <p:val>
                                            <p:strVal val="#ppt_h*10.88979"/>
                                          </p:val>
                                        </p:tav>
                                        <p:tav tm="66667">
                                          <p:val>
                                            <p:strVal val="#ppt_h*10.86491"/>
                                          </p:val>
                                        </p:tav>
                                        <p:tav tm="87255">
                                          <p:val>
                                            <p:strVal val="#ppt_h*10.78366"/>
                                          </p:val>
                                        </p:tav>
                                        <p:tav tm="93137">
                                          <p:val>
                                            <p:strVal val="#ppt_h*10.7712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0.7664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7" dur="34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8" dur="34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000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9" dur="34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11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0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1" dur="34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247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24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2" dur="34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351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4596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435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3" dur="34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4" dur="34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98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5" dur="34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7" dur="34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8" dur="34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9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0" dur="34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93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9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1" dur="34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0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24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2" dur="34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11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3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4" dur="34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52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52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5" dur="34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4695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494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46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6" dur="34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7" dur="34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98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8" dur="34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9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0" dur="34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67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6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1" dur="34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3" dur="34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499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499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4" dur="34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18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5" dur="34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119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6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7" dur="34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1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1.2511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8" dur="34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3658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383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0.036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9" dur="34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895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895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0" dur="34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1842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19836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.1842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1" dur="34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.85"/>
                                          </p:val>
                                        </p:tav>
                                        <p:tav tm="100000">
                                          <p:val>
                                            <p:fltVal val="-4.8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3" dur="34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11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6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11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4" dur="34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7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8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7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5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6" dur="34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3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7" dur="34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9" dur="34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2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28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5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0" dur="34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46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13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46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1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2" dur="34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3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4" dur="34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5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6" dur="34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7" presetID="6" presetClass="emp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8" dur="34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232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42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23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9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0" dur="34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7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7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1" dur="34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3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2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3" dur="34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54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5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4" dur="34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99358"/>
                                          </p:val>
                                        </p:tav>
                                        <p:tav tm="50000">
                                          <p:val>
                                            <p:strVal val="#ppt_h*1.0035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0.9935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5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6" dur="34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7" dur="34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8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9" dur="34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4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0" dur="34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1" presetID="0" presetClass="path" presetSubtype="0" repeatCount="indefinite" fill="hold" grpId="0" nodeType="withEffect">
                                  <p:stCondLst>
                                    <p:cond delay="44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2" dur="34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06"/>
                                          </p:val>
                                        </p:tav>
                                        <p:tav tm="50000">
                                          <p:val>
                                            <p:strVal val="#ppt_y-0.0003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00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3" dur="34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99231"/>
                                          </p:val>
                                        </p:tav>
                                        <p:tav tm="50000">
                                          <p:val>
                                            <p:strVal val="#ppt_w*1.00422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0.9923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 animBg="1"/>
      <p:bldP spid="106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74" grpId="0" animBg="1"/>
      <p:bldP spid="75" grpId="0" animBg="1"/>
      <p:bldP spid="57" grpId="0" animBg="1"/>
      <p:bldP spid="77" grpId="0" animBg="1"/>
      <p:bldP spid="56" grpId="0" animBg="1"/>
      <p:bldP spid="76" grpId="0" animBg="1"/>
      <p:bldP spid="59" grpId="0" animBg="1"/>
      <p:bldP spid="58" grpId="0" animBg="1"/>
      <p:bldP spid="39" grpId="0" animBg="1"/>
      <p:bldP spid="78" grpId="0" animBg="1"/>
      <p:bldP spid="79" grpId="0" animBg="1"/>
      <p:bldP spid="61" grpId="0" animBg="1"/>
      <p:bldP spid="41" grpId="0" animBg="1"/>
      <p:bldP spid="38" grpId="0" animBg="1"/>
      <p:bldP spid="60" grpId="0" animBg="1"/>
      <p:bldP spid="40" grpId="0" animBg="1"/>
      <p:bldP spid="81" grpId="0" animBg="1"/>
      <p:bldP spid="42" grpId="0" animBg="1"/>
      <p:bldP spid="43" grpId="0" animBg="1"/>
      <p:bldP spid="21" grpId="0" animBg="1"/>
      <p:bldP spid="62" grpId="0" animBg="1"/>
      <p:bldP spid="80" grpId="0" animBg="1"/>
      <p:bldP spid="20" grpId="0" animBg="1"/>
      <p:bldP spid="23" grpId="0" animBg="1"/>
      <p:bldP spid="45" grpId="0" animBg="1"/>
      <p:bldP spid="25" grpId="0" animBg="1"/>
      <p:bldP spid="63" grpId="0" animBg="1"/>
      <p:bldP spid="22" grpId="0" animBg="1"/>
      <p:bldP spid="3" grpId="0" animBg="1"/>
      <p:bldP spid="82" grpId="0" animBg="1"/>
      <p:bldP spid="44" grpId="0" animBg="1"/>
      <p:bldP spid="5" grpId="0" animBg="1"/>
      <p:bldP spid="24" grpId="0" animBg="1"/>
      <p:bldP spid="65" grpId="0" animBg="1"/>
      <p:bldP spid="83" grpId="0" animBg="1"/>
      <p:bldP spid="2" grpId="0" animBg="1"/>
      <p:bldP spid="64" grpId="0" animBg="1"/>
      <p:bldP spid="27" grpId="0" animBg="1"/>
      <p:bldP spid="26" grpId="0" animBg="1"/>
      <p:bldP spid="47" grpId="0" animBg="1"/>
      <p:bldP spid="4" grpId="0" animBg="1"/>
      <p:bldP spid="46" grpId="0" animBg="1"/>
      <p:bldP spid="7" grpId="0" animBg="1"/>
      <p:bldP spid="6" grpId="0" animBg="1"/>
      <p:bldP spid="85" grpId="0" animBg="1"/>
      <p:bldP spid="29" grpId="0" animBg="1"/>
      <p:bldP spid="66" grpId="0" animBg="1"/>
      <p:bldP spid="9" grpId="0" animBg="1"/>
      <p:bldP spid="84" grpId="0" animBg="1"/>
      <p:bldP spid="49" grpId="0" animBg="1"/>
      <p:bldP spid="67" grpId="0" animBg="1"/>
      <p:bldP spid="28" grpId="0" animBg="1"/>
      <p:bldP spid="8" grpId="0" animBg="1"/>
      <p:bldP spid="48" grpId="0" animBg="1"/>
      <p:bldP spid="86" grpId="0" animBg="1"/>
      <p:bldP spid="107" grpId="0" animBg="1"/>
      <p:bldP spid="115" grpId="0" animBg="1"/>
      <p:bldP spid="69" grpId="0" animBg="1"/>
      <p:bldP spid="30" grpId="0" animBg="1"/>
      <p:bldP spid="11" grpId="0" animBg="1"/>
      <p:bldP spid="31" grpId="0" animBg="1"/>
      <p:bldP spid="10" grpId="0" animBg="1"/>
      <p:bldP spid="87" grpId="0" animBg="1"/>
      <p:bldP spid="50" grpId="0" animBg="1"/>
      <p:bldP spid="68" grpId="0" animBg="1"/>
      <p:bldP spid="13" grpId="0" animBg="1"/>
      <p:bldP spid="51" grpId="0" animBg="1"/>
      <p:bldP spid="33" grpId="0" animBg="1"/>
      <p:bldP spid="89" grpId="0" animBg="1"/>
      <p:bldP spid="12" grpId="0" animBg="1"/>
      <p:bldP spid="32" grpId="0" animBg="1"/>
      <p:bldP spid="70" grpId="0" animBg="1"/>
      <p:bldP spid="88" grpId="0" animBg="1"/>
      <p:bldP spid="53" grpId="0" animBg="1"/>
      <p:bldP spid="71" grpId="0" animBg="1"/>
      <p:bldP spid="15" grpId="0" animBg="1"/>
      <p:bldP spid="14" grpId="0" animBg="1"/>
      <p:bldP spid="34" grpId="0" animBg="1"/>
      <p:bldP spid="198" grpId="0" animBg="1"/>
      <p:bldP spid="52" grpId="0" animBg="1"/>
      <p:bldP spid="90" grpId="0" animBg="1"/>
      <p:bldP spid="35" grpId="0" animBg="1"/>
      <p:bldP spid="17" grpId="0" animBg="1"/>
      <p:bldP spid="73" grpId="0" animBg="1"/>
      <p:bldP spid="114" grpId="0" animBg="1"/>
      <p:bldP spid="91" grpId="0" animBg="1"/>
      <p:bldP spid="72" grpId="0" animBg="1"/>
      <p:bldP spid="54" grpId="0" animBg="1"/>
      <p:bldP spid="16" grpId="0" animBg="1"/>
      <p:bldP spid="37" grpId="0" animBg="1"/>
      <p:bldP spid="55" grpId="0" animBg="1"/>
      <p:bldP spid="36" grpId="0" animBg="1"/>
      <p:bldP spid="18" grpId="0" animBg="1"/>
      <p:bldP spid="19" grpId="0" animBg="1"/>
      <p:bldP spid="117" grpId="0" build="p"/>
      <p:bldP spid="113" grpId="0" animBg="1"/>
      <p:bldP spid="112" grpId="0" animBg="1"/>
      <p:bldP spid="111" grpId="0" animBg="1"/>
      <p:bldP spid="110" grpId="0" animBg="1"/>
      <p:bldP spid="109" grpId="0" animBg="1"/>
      <p:bldP spid="108" grpId="0" animBg="1"/>
      <p:bldP spid="166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1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116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xmlns:p14="http://schemas.microsoft.com/office/powerpoint/2010/main">
  <p:cSld name="Dziękujemy!">
    <p:bg>
      <p:bgPr>
        <a:solidFill>
          <a:srgbClr val="89242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ształt"/>
          <p:cNvSpPr/>
          <p:nvPr/>
        </p:nvSpPr>
        <p:spPr>
          <a:xfrm>
            <a:off x="4189095" y="0"/>
            <a:ext cx="6799580" cy="4034790"/>
          </a:xfrm>
          <a:custGeom>
            <a:avLst/>
            <a:gdLst/>
            <a:ahLst/>
            <a:cxnLst/>
            <a:rect l="0" t="0" r="r" b="b"/>
            <a:pathLst>
              <a:path w="6799580" h="4034790">
                <a:moveTo>
                  <a:pt x="4668520" y="0"/>
                </a:moveTo>
                <a:lnTo>
                  <a:pt x="6799580" y="4034790"/>
                </a:lnTo>
                <a:lnTo>
                  <a:pt x="0" y="0"/>
                </a:lnTo>
                <a:close/>
              </a:path>
            </a:pathLst>
          </a:custGeom>
          <a:solidFill>
            <a:srgbClr val="BC2F2D"/>
          </a:solidFill>
          <a:ln w="10160">
            <a:solidFill>
              <a:srgbClr val="BC2F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" name="Kształt 2"/>
          <p:cNvSpPr/>
          <p:nvPr/>
        </p:nvSpPr>
        <p:spPr>
          <a:xfrm>
            <a:off x="8857615" y="0"/>
            <a:ext cx="2131060" cy="4034790"/>
          </a:xfrm>
          <a:custGeom>
            <a:avLst/>
            <a:gdLst/>
            <a:ahLst/>
            <a:cxnLst/>
            <a:rect l="0" t="0" r="r" b="b"/>
            <a:pathLst>
              <a:path w="2131060" h="4034790">
                <a:moveTo>
                  <a:pt x="2131060" y="0"/>
                </a:moveTo>
                <a:lnTo>
                  <a:pt x="2131060" y="4034790"/>
                </a:lnTo>
                <a:lnTo>
                  <a:pt x="0" y="0"/>
                </a:lnTo>
                <a:close/>
              </a:path>
            </a:pathLst>
          </a:custGeom>
          <a:solidFill>
            <a:srgbClr val="DA443B"/>
          </a:solidFill>
          <a:ln w="10160">
            <a:solidFill>
              <a:srgbClr val="DA44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" name="Kształt 3"/>
          <p:cNvSpPr/>
          <p:nvPr/>
        </p:nvSpPr>
        <p:spPr>
          <a:xfrm>
            <a:off x="10988675" y="0"/>
            <a:ext cx="1203325" cy="4034790"/>
          </a:xfrm>
          <a:custGeom>
            <a:avLst/>
            <a:gdLst/>
            <a:ahLst/>
            <a:cxnLst/>
            <a:rect l="0" t="0" r="r" b="b"/>
            <a:pathLst>
              <a:path w="1203325" h="4034790">
                <a:moveTo>
                  <a:pt x="1203325" y="0"/>
                </a:moveTo>
                <a:lnTo>
                  <a:pt x="1203325" y="1756410"/>
                </a:lnTo>
                <a:lnTo>
                  <a:pt x="0" y="4034790"/>
                </a:lnTo>
                <a:lnTo>
                  <a:pt x="0" y="0"/>
                </a:lnTo>
                <a:close/>
              </a:path>
            </a:pathLst>
          </a:custGeom>
          <a:solidFill>
            <a:srgbClr val="BC2F2D"/>
          </a:solidFill>
          <a:ln w="10160">
            <a:solidFill>
              <a:srgbClr val="BC2F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Kształt 4"/>
          <p:cNvSpPr/>
          <p:nvPr/>
        </p:nvSpPr>
        <p:spPr>
          <a:xfrm>
            <a:off x="10988675" y="1756410"/>
            <a:ext cx="1203325" cy="2278380"/>
          </a:xfrm>
          <a:custGeom>
            <a:avLst/>
            <a:gdLst/>
            <a:ahLst/>
            <a:cxnLst/>
            <a:rect l="0" t="0" r="r" b="b"/>
            <a:pathLst>
              <a:path w="1203325" h="2278380">
                <a:moveTo>
                  <a:pt x="1203325" y="1565275"/>
                </a:moveTo>
                <a:lnTo>
                  <a:pt x="0" y="2278380"/>
                </a:lnTo>
                <a:lnTo>
                  <a:pt x="1203325" y="0"/>
                </a:lnTo>
                <a:close/>
              </a:path>
            </a:pathLst>
          </a:custGeom>
          <a:solidFill>
            <a:srgbClr val="DA443B"/>
          </a:solidFill>
          <a:ln w="10160">
            <a:solidFill>
              <a:srgbClr val="DA443B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Kształt 5"/>
          <p:cNvSpPr/>
          <p:nvPr/>
        </p:nvSpPr>
        <p:spPr>
          <a:xfrm>
            <a:off x="10988675" y="3321685"/>
            <a:ext cx="1203325" cy="910590"/>
          </a:xfrm>
          <a:custGeom>
            <a:avLst/>
            <a:gdLst/>
            <a:ahLst/>
            <a:cxnLst/>
            <a:rect l="0" t="0" r="r" b="b"/>
            <a:pathLst>
              <a:path w="1203325" h="910590">
                <a:moveTo>
                  <a:pt x="1203325" y="910590"/>
                </a:moveTo>
                <a:lnTo>
                  <a:pt x="0" y="713105"/>
                </a:lnTo>
                <a:lnTo>
                  <a:pt x="1203325" y="0"/>
                </a:lnTo>
                <a:close/>
              </a:path>
            </a:pathLst>
          </a:custGeom>
          <a:solidFill>
            <a:srgbClr val="BC2F2D"/>
          </a:solidFill>
          <a:ln w="10160">
            <a:solidFill>
              <a:srgbClr val="BC2F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" name="Kształt 6"/>
          <p:cNvSpPr/>
          <p:nvPr/>
        </p:nvSpPr>
        <p:spPr>
          <a:xfrm>
            <a:off x="0" y="0"/>
            <a:ext cx="10988675" cy="5840095"/>
          </a:xfrm>
          <a:custGeom>
            <a:avLst/>
            <a:gdLst/>
            <a:ahLst/>
            <a:cxnLst/>
            <a:rect l="0" t="0" r="r" b="b"/>
            <a:pathLst>
              <a:path w="10988675" h="5840095">
                <a:moveTo>
                  <a:pt x="0" y="5840095"/>
                </a:moveTo>
                <a:lnTo>
                  <a:pt x="10988675" y="4034790"/>
                </a:lnTo>
                <a:lnTo>
                  <a:pt x="4189095" y="0"/>
                </a:lnTo>
                <a:lnTo>
                  <a:pt x="0" y="0"/>
                </a:lnTo>
                <a:close/>
              </a:path>
            </a:pathLst>
          </a:custGeom>
          <a:solidFill>
            <a:srgbClr val="892424"/>
          </a:solidFill>
          <a:ln w="10160">
            <a:solidFill>
              <a:srgbClr val="89242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" name="Kształt 7"/>
          <p:cNvSpPr/>
          <p:nvPr/>
        </p:nvSpPr>
        <p:spPr>
          <a:xfrm>
            <a:off x="0" y="4034790"/>
            <a:ext cx="10988675" cy="2823210"/>
          </a:xfrm>
          <a:custGeom>
            <a:avLst/>
            <a:gdLst/>
            <a:ahLst/>
            <a:cxnLst/>
            <a:rect l="0" t="0" r="r" b="b"/>
            <a:pathLst>
              <a:path w="10988675" h="2823210">
                <a:moveTo>
                  <a:pt x="0" y="1805305"/>
                </a:moveTo>
                <a:lnTo>
                  <a:pt x="10988675" y="0"/>
                </a:lnTo>
                <a:lnTo>
                  <a:pt x="10988675" y="2823210"/>
                </a:lnTo>
                <a:lnTo>
                  <a:pt x="0" y="2823210"/>
                </a:lnTo>
                <a:close/>
              </a:path>
            </a:pathLst>
          </a:custGeom>
          <a:solidFill>
            <a:srgbClr val="BC2F2D"/>
          </a:solidFill>
          <a:ln w="10160">
            <a:solidFill>
              <a:srgbClr val="BC2F2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Kształt 8"/>
          <p:cNvSpPr/>
          <p:nvPr/>
        </p:nvSpPr>
        <p:spPr>
          <a:xfrm>
            <a:off x="10988675" y="4034790"/>
            <a:ext cx="1203325" cy="2823210"/>
          </a:xfrm>
          <a:custGeom>
            <a:avLst/>
            <a:gdLst/>
            <a:ahLst/>
            <a:cxnLst/>
            <a:rect l="0" t="0" r="r" b="b"/>
            <a:pathLst>
              <a:path w="1203325" h="2823210">
                <a:moveTo>
                  <a:pt x="0" y="0"/>
                </a:moveTo>
                <a:lnTo>
                  <a:pt x="1203325" y="197485"/>
                </a:lnTo>
                <a:lnTo>
                  <a:pt x="1203325" y="2823210"/>
                </a:lnTo>
                <a:lnTo>
                  <a:pt x="0" y="2823210"/>
                </a:lnTo>
                <a:close/>
              </a:path>
            </a:pathLst>
          </a:custGeom>
          <a:solidFill>
            <a:srgbClr val="892424"/>
          </a:solidFill>
          <a:ln w="10160">
            <a:solidFill>
              <a:srgbClr val="892424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" name="Kształt 9"/>
          <p:cNvSpPr/>
          <p:nvPr/>
        </p:nvSpPr>
        <p:spPr>
          <a:xfrm>
            <a:off x="15240000" y="0"/>
            <a:ext cx="12192000" cy="6858000"/>
          </a:xfrm>
          <a:custGeom>
            <a:avLst/>
            <a:gdLst/>
            <a:ahLst/>
            <a:cxnLst/>
            <a:rect l="0" t="0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111111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" name="Echo slajdu 2"/>
          <p:cNvSpPr/>
          <p:nvPr/>
        </p:nvSpPr>
        <p:spPr>
          <a:xfrm>
            <a:off x="14682470" y="-1584325"/>
            <a:ext cx="3181985" cy="3776345"/>
          </a:xfrm>
          <a:custGeom>
            <a:avLst/>
            <a:gdLst/>
            <a:ahLst/>
            <a:cxnLst/>
            <a:rect l="0" t="0" r="r" b="b"/>
            <a:pathLst>
              <a:path w="3181985" h="3776345">
                <a:moveTo>
                  <a:pt x="1356360" y="3776345"/>
                </a:moveTo>
                <a:lnTo>
                  <a:pt x="0" y="0"/>
                </a:lnTo>
                <a:lnTo>
                  <a:pt x="3181985" y="2229485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Echo slajdu 2 2"/>
          <p:cNvSpPr/>
          <p:nvPr/>
        </p:nvSpPr>
        <p:spPr>
          <a:xfrm>
            <a:off x="23625810" y="1318260"/>
            <a:ext cx="4237990" cy="2672080"/>
          </a:xfrm>
          <a:custGeom>
            <a:avLst/>
            <a:gdLst/>
            <a:ahLst/>
            <a:cxnLst/>
            <a:rect l="0" t="0" r="r" b="b"/>
            <a:pathLst>
              <a:path w="4237990" h="2672080">
                <a:moveTo>
                  <a:pt x="4237990" y="2672080"/>
                </a:moveTo>
                <a:lnTo>
                  <a:pt x="0" y="2418080"/>
                </a:lnTo>
                <a:lnTo>
                  <a:pt x="2108835" y="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Echo slajdu 2 3"/>
          <p:cNvSpPr/>
          <p:nvPr/>
        </p:nvSpPr>
        <p:spPr>
          <a:xfrm>
            <a:off x="17608550" y="518795"/>
            <a:ext cx="4458970" cy="5109210"/>
          </a:xfrm>
          <a:custGeom>
            <a:avLst/>
            <a:gdLst/>
            <a:ahLst/>
            <a:cxnLst/>
            <a:rect l="0" t="0" r="r" b="b"/>
            <a:pathLst>
              <a:path w="4458970" h="5109210">
                <a:moveTo>
                  <a:pt x="3594100" y="0"/>
                </a:moveTo>
                <a:lnTo>
                  <a:pt x="4458970" y="5109210"/>
                </a:lnTo>
                <a:lnTo>
                  <a:pt x="0" y="3502025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" name="Echo slajdu 2 4"/>
          <p:cNvSpPr/>
          <p:nvPr/>
        </p:nvSpPr>
        <p:spPr>
          <a:xfrm>
            <a:off x="23568660" y="3310255"/>
            <a:ext cx="2503170" cy="2330450"/>
          </a:xfrm>
          <a:custGeom>
            <a:avLst/>
            <a:gdLst/>
            <a:ahLst/>
            <a:cxnLst/>
            <a:rect l="0" t="0" r="r" b="b"/>
            <a:pathLst>
              <a:path w="2503170" h="2330450">
                <a:moveTo>
                  <a:pt x="2503170" y="24130"/>
                </a:moveTo>
                <a:lnTo>
                  <a:pt x="1282065" y="2330450"/>
                </a:lnTo>
                <a:lnTo>
                  <a:pt x="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" name="Echo slajdu 2 5"/>
          <p:cNvSpPr/>
          <p:nvPr/>
        </p:nvSpPr>
        <p:spPr>
          <a:xfrm>
            <a:off x="23446740" y="613410"/>
            <a:ext cx="2186940" cy="2498090"/>
          </a:xfrm>
          <a:custGeom>
            <a:avLst/>
            <a:gdLst/>
            <a:ahLst/>
            <a:cxnLst/>
            <a:rect l="0" t="0" r="r" b="b"/>
            <a:pathLst>
              <a:path w="2186940" h="2498090">
                <a:moveTo>
                  <a:pt x="2186940" y="1733550"/>
                </a:moveTo>
                <a:lnTo>
                  <a:pt x="0" y="2498090"/>
                </a:lnTo>
                <a:lnTo>
                  <a:pt x="71501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" name="Echo slajdu 2 6"/>
          <p:cNvSpPr/>
          <p:nvPr/>
        </p:nvSpPr>
        <p:spPr>
          <a:xfrm>
            <a:off x="20812125" y="1104900"/>
            <a:ext cx="2019935" cy="1752600"/>
          </a:xfrm>
          <a:custGeom>
            <a:avLst/>
            <a:gdLst/>
            <a:ahLst/>
            <a:cxnLst/>
            <a:rect l="0" t="0" r="r" b="b"/>
            <a:pathLst>
              <a:path w="2019935" h="1752600">
                <a:moveTo>
                  <a:pt x="2019935" y="0"/>
                </a:moveTo>
                <a:lnTo>
                  <a:pt x="1430020" y="1752600"/>
                </a:lnTo>
                <a:lnTo>
                  <a:pt x="0" y="138176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Echo slajdu 2 7"/>
          <p:cNvSpPr/>
          <p:nvPr/>
        </p:nvSpPr>
        <p:spPr>
          <a:xfrm>
            <a:off x="17036415" y="922020"/>
            <a:ext cx="3673475" cy="6204585"/>
          </a:xfrm>
          <a:custGeom>
            <a:avLst/>
            <a:gdLst/>
            <a:ahLst/>
            <a:cxnLst/>
            <a:rect l="0" t="0" r="r" b="b"/>
            <a:pathLst>
              <a:path w="3673475" h="6204585">
                <a:moveTo>
                  <a:pt x="3673475" y="3769995"/>
                </a:moveTo>
                <a:lnTo>
                  <a:pt x="0" y="6204585"/>
                </a:lnTo>
                <a:lnTo>
                  <a:pt x="161925" y="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" name="Echo slajdu 2 8"/>
          <p:cNvSpPr/>
          <p:nvPr/>
        </p:nvSpPr>
        <p:spPr>
          <a:xfrm>
            <a:off x="14264640" y="3815715"/>
            <a:ext cx="3752215" cy="3879850"/>
          </a:xfrm>
          <a:custGeom>
            <a:avLst/>
            <a:gdLst/>
            <a:ahLst/>
            <a:cxnLst/>
            <a:rect l="0" t="0" r="r" b="b"/>
            <a:pathLst>
              <a:path w="3752215" h="3879850">
                <a:moveTo>
                  <a:pt x="0" y="0"/>
                </a:moveTo>
                <a:lnTo>
                  <a:pt x="3752215" y="688975"/>
                </a:lnTo>
                <a:lnTo>
                  <a:pt x="2256790" y="387985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" name="Echo slajdu 2 9"/>
          <p:cNvSpPr/>
          <p:nvPr/>
        </p:nvSpPr>
        <p:spPr>
          <a:xfrm>
            <a:off x="16219170" y="4888230"/>
            <a:ext cx="1603375" cy="2202815"/>
          </a:xfrm>
          <a:custGeom>
            <a:avLst/>
            <a:gdLst/>
            <a:ahLst/>
            <a:cxnLst/>
            <a:rect l="0" t="0" r="r" b="b"/>
            <a:pathLst>
              <a:path w="1603375" h="2202815">
                <a:moveTo>
                  <a:pt x="0" y="2202815"/>
                </a:moveTo>
                <a:lnTo>
                  <a:pt x="358775" y="0"/>
                </a:lnTo>
                <a:lnTo>
                  <a:pt x="1603375" y="2158365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0" name="Echo slajdu 2 10"/>
          <p:cNvSpPr/>
          <p:nvPr/>
        </p:nvSpPr>
        <p:spPr>
          <a:xfrm>
            <a:off x="19949160" y="-875665"/>
            <a:ext cx="2571750" cy="3023870"/>
          </a:xfrm>
          <a:custGeom>
            <a:avLst/>
            <a:gdLst/>
            <a:ahLst/>
            <a:cxnLst/>
            <a:rect l="0" t="0" r="r" b="b"/>
            <a:pathLst>
              <a:path w="2571750" h="3023870">
                <a:moveTo>
                  <a:pt x="0" y="1351280"/>
                </a:moveTo>
                <a:lnTo>
                  <a:pt x="1868805" y="0"/>
                </a:lnTo>
                <a:lnTo>
                  <a:pt x="2571750" y="3023870"/>
                </a:lnTo>
                <a:close/>
              </a:path>
            </a:pathLst>
          </a:custGeom>
          <a:solidFill>
            <a:srgbClr val="14141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1" name="Echo slajdu 2 11"/>
          <p:cNvSpPr/>
          <p:nvPr/>
        </p:nvSpPr>
        <p:spPr>
          <a:xfrm>
            <a:off x="24354790" y="-36195"/>
            <a:ext cx="3592195" cy="3613150"/>
          </a:xfrm>
          <a:custGeom>
            <a:avLst/>
            <a:gdLst/>
            <a:ahLst/>
            <a:cxnLst/>
            <a:rect l="0" t="0" r="r" b="b"/>
            <a:pathLst>
              <a:path w="3592195" h="3613150">
                <a:moveTo>
                  <a:pt x="0" y="1466215"/>
                </a:moveTo>
                <a:lnTo>
                  <a:pt x="3592195" y="0"/>
                </a:lnTo>
                <a:lnTo>
                  <a:pt x="2491105" y="3613150"/>
                </a:ln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2" name="Echo slajdu 2 12"/>
          <p:cNvSpPr/>
          <p:nvPr/>
        </p:nvSpPr>
        <p:spPr>
          <a:xfrm>
            <a:off x="21061045" y="2726690"/>
            <a:ext cx="4717415" cy="4845050"/>
          </a:xfrm>
          <a:custGeom>
            <a:avLst/>
            <a:gdLst/>
            <a:ahLst/>
            <a:cxnLst/>
            <a:rect l="0" t="0" r="r" b="b"/>
            <a:pathLst>
              <a:path w="4717415" h="4845050">
                <a:moveTo>
                  <a:pt x="4717415" y="4845050"/>
                </a:moveTo>
                <a:lnTo>
                  <a:pt x="0" y="2976880"/>
                </a:lnTo>
                <a:lnTo>
                  <a:pt x="2771140" y="0"/>
                </a:lnTo>
                <a:close/>
              </a:path>
            </a:pathLst>
          </a:custGeom>
          <a:solidFill>
            <a:srgbClr val="17171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Echo slajdu 2 13"/>
          <p:cNvSpPr/>
          <p:nvPr/>
        </p:nvSpPr>
        <p:spPr>
          <a:xfrm>
            <a:off x="19373850" y="2793365"/>
            <a:ext cx="3596640" cy="3698875"/>
          </a:xfrm>
          <a:custGeom>
            <a:avLst/>
            <a:gdLst/>
            <a:ahLst/>
            <a:cxnLst/>
            <a:rect l="0" t="0" r="r" b="b"/>
            <a:pathLst>
              <a:path w="3596640" h="3698875">
                <a:moveTo>
                  <a:pt x="3345815" y="249555"/>
                </a:moveTo>
                <a:lnTo>
                  <a:pt x="3596640" y="3698875"/>
                </a:lnTo>
                <a:lnTo>
                  <a:pt x="0" y="0"/>
                </a:lnTo>
                <a:close/>
              </a:path>
            </a:pathLst>
          </a:custGeom>
          <a:solidFill>
            <a:srgbClr val="13131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4" name="Echo slajdu 2 14"/>
          <p:cNvSpPr/>
          <p:nvPr/>
        </p:nvSpPr>
        <p:spPr>
          <a:xfrm>
            <a:off x="16782688" y="2622188"/>
            <a:ext cx="1994624" cy="1994624"/>
          </a:xfrm>
          <a:prstGeom prst="ellipse">
            <a:avLst/>
          </a:prstGeom>
          <a:noFill/>
          <a:ln w="114300">
            <a:solidFill>
              <a:srgbClr val="EE312F"/>
            </a:solidFill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5" name="Echo slajdu 2 15"/>
          <p:cNvSpPr/>
          <p:nvPr/>
        </p:nvSpPr>
        <p:spPr>
          <a:xfrm>
            <a:off x="16782688" y="2622188"/>
            <a:ext cx="1994623" cy="1994623"/>
          </a:xfrm>
          <a:prstGeom prst="ellipse">
            <a:avLst/>
          </a:prstGeom>
          <a:noFill/>
          <a:ln w="68780">
            <a:solidFill>
              <a:srgbClr val="262626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6" name="Echo slajdu 2 16"/>
          <p:cNvSpPr/>
          <p:nvPr/>
        </p:nvSpPr>
        <p:spPr>
          <a:xfrm rot="16200000">
            <a:off x="16782688" y="2622188"/>
            <a:ext cx="1994623" cy="1994623"/>
          </a:xfrm>
          <a:prstGeom prst="arc">
            <a:avLst>
              <a:gd name="adj1" fmla="val 0"/>
              <a:gd name="adj2" fmla="val 0"/>
            </a:avLst>
          </a:prstGeom>
          <a:noFill/>
          <a:ln w="6878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7" name="Tekst: 100 %"/>
          <p:cNvSpPr txBox="1"/>
          <p:nvPr/>
        </p:nvSpPr>
        <p:spPr>
          <a:xfrm>
            <a:off x="17042509" y="3298645"/>
            <a:ext cx="1862115" cy="802435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631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318" kern="100" spc="-411" dirty="0">
                <a:solidFill>
                  <a:srgbClr val="FFFFFF"/>
                </a:solidFill>
                <a:latin typeface="Lato Black"/>
                <a:cs typeface="Lato Black"/>
              </a:rPr>
              <a:t>100</a:t>
            </a:r>
            <a:r>
              <a:rPr lang="pl-PL" sz="2557" kern="100" spc="-411" dirty="0">
                <a:solidFill>
                  <a:srgbClr val="FFFFFF"/>
                </a:solidFill>
                <a:latin typeface="Lato Black"/>
                <a:cs typeface="Lato Black"/>
              </a:rPr>
              <a:t>%</a:t>
            </a:r>
            <a:endParaRPr lang="pl-PL" sz="2557" kern="100" spc="-411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8" name="Tekst: Mamy to!"/>
          <p:cNvSpPr txBox="1"/>
          <p:nvPr/>
        </p:nvSpPr>
        <p:spPr>
          <a:xfrm>
            <a:off x="20447000" y="3232912"/>
            <a:ext cx="6159500" cy="864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680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6300" kern="100" spc="-220" dirty="0">
                <a:solidFill>
                  <a:srgbClr val="FFFFFF"/>
                </a:solidFill>
                <a:latin typeface="Lato Black"/>
                <a:cs typeface="Lato Black"/>
              </a:rPr>
              <a:t>Mamy to!</a:t>
            </a:r>
            <a:endParaRPr lang="pl-PL" sz="6300" kern="100" spc="-22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29" name="Kształt 10"/>
          <p:cNvSpPr/>
          <p:nvPr/>
        </p:nvSpPr>
        <p:spPr>
          <a:xfrm>
            <a:off x="12798425" y="-7506335"/>
            <a:ext cx="13430250" cy="11541125"/>
          </a:xfrm>
          <a:custGeom>
            <a:avLst/>
            <a:gdLst/>
            <a:ahLst/>
            <a:cxnLst/>
            <a:rect l="0" t="0" r="r" b="b"/>
            <a:pathLst>
              <a:path w="13430250" h="11541125">
                <a:moveTo>
                  <a:pt x="0" y="3571875"/>
                </a:moveTo>
                <a:lnTo>
                  <a:pt x="7334250" y="0"/>
                </a:lnTo>
                <a:lnTo>
                  <a:pt x="13430250" y="11541125"/>
                </a:lnTo>
                <a:close/>
              </a:path>
            </a:pathLst>
          </a:custGeom>
          <a:solidFill>
            <a:srgbClr val="CF1723"/>
          </a:solidFill>
          <a:ln w="2540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0" name="Kształt 11"/>
          <p:cNvSpPr/>
          <p:nvPr/>
        </p:nvSpPr>
        <p:spPr>
          <a:xfrm>
            <a:off x="20132675" y="-7506335"/>
            <a:ext cx="6096000" cy="11541125"/>
          </a:xfrm>
          <a:custGeom>
            <a:avLst/>
            <a:gdLst/>
            <a:ahLst/>
            <a:cxnLst/>
            <a:rect l="0" t="0" r="r" b="b"/>
            <a:pathLst>
              <a:path w="6096000" h="11541125">
                <a:moveTo>
                  <a:pt x="0" y="0"/>
                </a:moveTo>
                <a:lnTo>
                  <a:pt x="6096000" y="4397375"/>
                </a:lnTo>
                <a:lnTo>
                  <a:pt x="6096000" y="11541125"/>
                </a:lnTo>
                <a:close/>
              </a:path>
            </a:pathLst>
          </a:custGeom>
          <a:solidFill>
            <a:srgbClr val="EE312F"/>
          </a:solidFill>
          <a:ln w="2540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1" name="Kształt 12"/>
          <p:cNvSpPr/>
          <p:nvPr/>
        </p:nvSpPr>
        <p:spPr>
          <a:xfrm>
            <a:off x="26228675" y="-7506335"/>
            <a:ext cx="6096000" cy="11541125"/>
          </a:xfrm>
          <a:custGeom>
            <a:avLst/>
            <a:gdLst/>
            <a:ahLst/>
            <a:cxnLst/>
            <a:rect l="0" t="0" r="r" b="b"/>
            <a:pathLst>
              <a:path w="6096000" h="11541125">
                <a:moveTo>
                  <a:pt x="0" y="4397375"/>
                </a:moveTo>
                <a:lnTo>
                  <a:pt x="6096000" y="0"/>
                </a:lnTo>
                <a:lnTo>
                  <a:pt x="0" y="11541125"/>
                </a:lnTo>
                <a:close/>
              </a:path>
            </a:pathLst>
          </a:custGeom>
          <a:solidFill>
            <a:srgbClr val="CF1723"/>
          </a:solidFill>
          <a:ln w="2540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2" name="Kształt 13"/>
          <p:cNvSpPr/>
          <p:nvPr/>
        </p:nvSpPr>
        <p:spPr>
          <a:xfrm>
            <a:off x="26228675" y="-7506335"/>
            <a:ext cx="13446125" cy="11541125"/>
          </a:xfrm>
          <a:custGeom>
            <a:avLst/>
            <a:gdLst/>
            <a:ahLst/>
            <a:cxnLst/>
            <a:rect l="0" t="0" r="r" b="b"/>
            <a:pathLst>
              <a:path w="13446125" h="11541125">
                <a:moveTo>
                  <a:pt x="6096000" y="0"/>
                </a:moveTo>
                <a:lnTo>
                  <a:pt x="13446125" y="3571875"/>
                </a:lnTo>
                <a:lnTo>
                  <a:pt x="0" y="11541125"/>
                </a:lnTo>
                <a:close/>
              </a:path>
            </a:pathLst>
          </a:custGeom>
          <a:solidFill>
            <a:srgbClr val="EE312F"/>
          </a:solidFill>
          <a:ln w="25400">
            <a:solidFill>
              <a:srgbClr val="EE312F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3" name="Kształt 14"/>
          <p:cNvSpPr/>
          <p:nvPr/>
        </p:nvSpPr>
        <p:spPr>
          <a:xfrm>
            <a:off x="26228675" y="-3934460"/>
            <a:ext cx="15859124" cy="10175875"/>
          </a:xfrm>
          <a:custGeom>
            <a:avLst/>
            <a:gdLst/>
            <a:ahLst/>
            <a:cxnLst/>
            <a:rect l="0" t="0" r="r" b="b"/>
            <a:pathLst>
              <a:path w="15859124" h="10175875">
                <a:moveTo>
                  <a:pt x="13446125" y="0"/>
                </a:moveTo>
                <a:lnTo>
                  <a:pt x="15859124" y="5365750"/>
                </a:lnTo>
                <a:lnTo>
                  <a:pt x="13446125" y="10175875"/>
                </a:lnTo>
                <a:lnTo>
                  <a:pt x="0" y="7969250"/>
                </a:lnTo>
                <a:close/>
              </a:path>
            </a:pathLst>
          </a:custGeom>
          <a:solidFill>
            <a:srgbClr val="CF1723"/>
          </a:solidFill>
          <a:ln w="2540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4" name="Kształt 15"/>
          <p:cNvSpPr/>
          <p:nvPr/>
        </p:nvSpPr>
        <p:spPr>
          <a:xfrm>
            <a:off x="10385425" y="-3934460"/>
            <a:ext cx="15843249" cy="10175875"/>
          </a:xfrm>
          <a:custGeom>
            <a:avLst/>
            <a:gdLst/>
            <a:ahLst/>
            <a:cxnLst/>
            <a:rect l="0" t="0" r="r" b="b"/>
            <a:pathLst>
              <a:path w="15843249" h="10175875">
                <a:moveTo>
                  <a:pt x="2413000" y="0"/>
                </a:moveTo>
                <a:lnTo>
                  <a:pt x="0" y="5365750"/>
                </a:lnTo>
                <a:lnTo>
                  <a:pt x="2413000" y="10175875"/>
                </a:lnTo>
                <a:lnTo>
                  <a:pt x="15843249" y="7969250"/>
                </a:lnTo>
                <a:close/>
              </a:path>
            </a:pathLst>
          </a:custGeom>
          <a:solidFill>
            <a:srgbClr val="95161D"/>
          </a:solidFill>
          <a:ln w="2540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5" name="Kształt 16"/>
          <p:cNvSpPr/>
          <p:nvPr/>
        </p:nvSpPr>
        <p:spPr>
          <a:xfrm>
            <a:off x="12798425" y="4034790"/>
            <a:ext cx="13430250" cy="14589124"/>
          </a:xfrm>
          <a:custGeom>
            <a:avLst/>
            <a:gdLst/>
            <a:ahLst/>
            <a:cxnLst/>
            <a:rect l="0" t="0" r="r" b="b"/>
            <a:pathLst>
              <a:path w="13430250" h="14589124">
                <a:moveTo>
                  <a:pt x="0" y="2206625"/>
                </a:moveTo>
                <a:lnTo>
                  <a:pt x="13430250" y="0"/>
                </a:lnTo>
                <a:lnTo>
                  <a:pt x="13430250" y="14589124"/>
                </a:lnTo>
                <a:close/>
              </a:path>
            </a:pathLst>
          </a:custGeom>
          <a:solidFill>
            <a:srgbClr val="CF1723"/>
          </a:solidFill>
          <a:ln w="25400">
            <a:solidFill>
              <a:srgbClr val="CF1723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6" name="Kształt 17"/>
          <p:cNvSpPr/>
          <p:nvPr/>
        </p:nvSpPr>
        <p:spPr>
          <a:xfrm>
            <a:off x="26228675" y="4034790"/>
            <a:ext cx="13446125" cy="14589124"/>
          </a:xfrm>
          <a:custGeom>
            <a:avLst/>
            <a:gdLst/>
            <a:ahLst/>
            <a:cxnLst/>
            <a:rect l="0" t="0" r="r" b="b"/>
            <a:pathLst>
              <a:path w="13446125" h="14589124">
                <a:moveTo>
                  <a:pt x="0" y="0"/>
                </a:moveTo>
                <a:lnTo>
                  <a:pt x="13446125" y="2206625"/>
                </a:lnTo>
                <a:lnTo>
                  <a:pt x="0" y="14589124"/>
                </a:lnTo>
                <a:close/>
              </a:path>
            </a:pathLst>
          </a:custGeom>
          <a:solidFill>
            <a:srgbClr val="95161D"/>
          </a:solidFill>
          <a:ln w="25400">
            <a:solidFill>
              <a:srgbClr val="95161D"/>
            </a:solidFill>
            <a:round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37" name="Kształt 18"/>
          <p:cNvSpPr/>
          <p:nvPr/>
        </p:nvSpPr>
        <p:spPr>
          <a:xfrm>
            <a:off x="6092190" y="0"/>
            <a:ext cx="6099810" cy="6858000"/>
          </a:xfrm>
          <a:custGeom>
            <a:avLst/>
            <a:gdLst/>
            <a:ahLst/>
            <a:cxnLst/>
            <a:rect l="0" t="0" r="r" b="b"/>
            <a:pathLst>
              <a:path w="6099810" h="6858000">
                <a:moveTo>
                  <a:pt x="877570" y="0"/>
                </a:moveTo>
                <a:lnTo>
                  <a:pt x="0" y="1899285"/>
                </a:lnTo>
                <a:lnTo>
                  <a:pt x="1111885" y="4029710"/>
                </a:lnTo>
                <a:lnTo>
                  <a:pt x="4179570" y="6858000"/>
                </a:lnTo>
                <a:lnTo>
                  <a:pt x="6099810" y="6858000"/>
                </a:lnTo>
                <a:lnTo>
                  <a:pt x="609981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pic>
        <p:nvPicPr>
          <p:cNvPr id="38" name="Obraz" descr="I love marketing &amp; technology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13960" y="2725613"/>
            <a:ext cx="3606800" cy="1257300"/>
          </a:xfrm>
          <a:prstGeom prst="rect">
            <a:avLst/>
          </a:prstGeom>
        </p:spPr>
      </p:pic>
      <p:sp>
        <p:nvSpPr>
          <p:cNvPr id="39" name="Tekst: D z i ę k u j e m y !"/>
          <p:cNvSpPr txBox="1"/>
          <p:nvPr/>
        </p:nvSpPr>
        <p:spPr>
          <a:xfrm>
            <a:off x="519410" y="2618105"/>
            <a:ext cx="5247084" cy="7239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57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5700" kern="100" spc="120" dirty="0">
                <a:solidFill>
                  <a:srgbClr val="FFFFFF"/>
                </a:solidFill>
                <a:latin typeface="Lato Black"/>
                <a:cs typeface="Lato Black"/>
              </a:rPr>
              <a:t>Dziękujemy!</a:t>
            </a:r>
            <a:endParaRPr lang="pl-PL" sz="5700" kern="100" spc="120" dirty="0">
              <a:solidFill>
                <a:srgbClr val="FFFFFF"/>
              </a:solidFill>
              <a:latin typeface="Lato Black"/>
              <a:cs typeface="Lato Black"/>
            </a:endParaRPr>
          </a:p>
        </p:txBody>
      </p:sp>
      <p:sp>
        <p:nvSpPr>
          <p:cNvPr id="40" name="Tekst: Uliana Jelonek &amp; Joanna Wysocka"/>
          <p:cNvSpPr txBox="1"/>
          <p:nvPr/>
        </p:nvSpPr>
        <p:spPr>
          <a:xfrm>
            <a:off x="563637" y="3620755"/>
            <a:ext cx="4056400" cy="28067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t">
            <a:noAutofit/>
          </a:bodyPr>
          <a:lstStyle/>
          <a:p>
            <a:pPr algn="l">
              <a:lnSpc>
                <a:spcPts val="22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l-PL" sz="1700" b="1" kern="100" dirty="0">
                <a:solidFill>
                  <a:srgbClr val="FFFFFF"/>
                </a:solidFill>
                <a:latin typeface="Lato"/>
                <a:cs typeface="Lato"/>
              </a:rPr>
              <a:t>Uliana Jelonek &amp; Joanna Wysocka</a:t>
            </a:r>
            <a:endParaRPr lang="pl-PL" sz="1700" b="1" kern="100" dirty="0">
              <a:solidFill>
                <a:srgbClr val="FFFFFF"/>
              </a:solidFill>
              <a:latin typeface="Lato"/>
              <a:cs typeface="Lato"/>
            </a:endParaRPr>
          </a:p>
        </p:txBody>
      </p:sp>
      <p:pic>
        <p:nvPicPr>
          <p:cNvPr id="41" name="Obraz 2" descr="Glovo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805" y="4077717"/>
            <a:ext cx="1079500" cy="361950"/>
          </a:xfrm>
          <a:prstGeom prst="rect">
            <a:avLst/>
          </a:prstGeom>
        </p:spPr>
      </p:pic>
      <p:sp>
        <p:nvSpPr>
          <p:cNvPr id="42" name="Echo slajdu 2 17"/>
          <p:cNvSpPr/>
          <p:nvPr/>
        </p:nvSpPr>
        <p:spPr>
          <a:xfrm>
            <a:off x="25190197" y="3964145"/>
            <a:ext cx="648205" cy="648205"/>
          </a:xfrm>
          <a:custGeom>
            <a:avLst/>
            <a:gdLst/>
            <a:ahLst/>
            <a:cxnLst/>
            <a:rect l="0" t="0" r="r" b="b"/>
            <a:pathLst>
              <a:path w="648205" h="648205">
                <a:moveTo>
                  <a:pt x="0" y="0"/>
                </a:moveTo>
                <a:lnTo>
                  <a:pt x="648205" y="0"/>
                </a:lnTo>
                <a:lnTo>
                  <a:pt x="618742" y="648205"/>
                </a:lnTo>
                <a:lnTo>
                  <a:pt x="29464" y="648205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3" name="Echo slajdu 2 18"/>
          <p:cNvSpPr/>
          <p:nvPr/>
        </p:nvSpPr>
        <p:spPr>
          <a:xfrm>
            <a:off x="25190197" y="3345404"/>
            <a:ext cx="324103" cy="191515"/>
          </a:xfrm>
          <a:custGeom>
            <a:avLst/>
            <a:gdLst/>
            <a:ahLst/>
            <a:cxnLst/>
            <a:rect l="0" t="0" r="r" b="b"/>
            <a:pathLst>
              <a:path w="324103" h="191515">
                <a:moveTo>
                  <a:pt x="324103" y="0"/>
                </a:moveTo>
                <a:lnTo>
                  <a:pt x="0" y="73660"/>
                </a:lnTo>
                <a:lnTo>
                  <a:pt x="162051" y="191515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4" name="Echo slajdu 2 19"/>
          <p:cNvSpPr/>
          <p:nvPr/>
        </p:nvSpPr>
        <p:spPr>
          <a:xfrm>
            <a:off x="25035511" y="3419064"/>
            <a:ext cx="316737" cy="265175"/>
          </a:xfrm>
          <a:custGeom>
            <a:avLst/>
            <a:gdLst/>
            <a:ahLst/>
            <a:cxnLst/>
            <a:rect l="0" t="0" r="r" b="b"/>
            <a:pathLst>
              <a:path w="316737" h="265175">
                <a:moveTo>
                  <a:pt x="154685" y="0"/>
                </a:moveTo>
                <a:lnTo>
                  <a:pt x="0" y="265175"/>
                </a:lnTo>
                <a:lnTo>
                  <a:pt x="316737" y="117856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5" name="Echo slajdu 2 20"/>
          <p:cNvSpPr/>
          <p:nvPr/>
        </p:nvSpPr>
        <p:spPr>
          <a:xfrm>
            <a:off x="25035511" y="3536919"/>
            <a:ext cx="316737" cy="368299"/>
          </a:xfrm>
          <a:custGeom>
            <a:avLst/>
            <a:gdLst/>
            <a:ahLst/>
            <a:cxnLst/>
            <a:rect l="0" t="0" r="r" b="b"/>
            <a:pathLst>
              <a:path w="316737" h="368299">
                <a:moveTo>
                  <a:pt x="0" y="147319"/>
                </a:moveTo>
                <a:lnTo>
                  <a:pt x="147319" y="368299"/>
                </a:lnTo>
                <a:lnTo>
                  <a:pt x="316737" y="0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6" name="Echo slajdu 2 21"/>
          <p:cNvSpPr/>
          <p:nvPr/>
        </p:nvSpPr>
        <p:spPr>
          <a:xfrm>
            <a:off x="24991316" y="3684238"/>
            <a:ext cx="191515" cy="368299"/>
          </a:xfrm>
          <a:custGeom>
            <a:avLst/>
            <a:gdLst/>
            <a:ahLst/>
            <a:cxnLst/>
            <a:rect l="0" t="0" r="r" b="b"/>
            <a:pathLst>
              <a:path w="191515" h="368299">
                <a:moveTo>
                  <a:pt x="44196" y="0"/>
                </a:moveTo>
                <a:lnTo>
                  <a:pt x="0" y="368299"/>
                </a:lnTo>
                <a:lnTo>
                  <a:pt x="191515" y="220979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7" name="Echo slajdu 2 22"/>
          <p:cNvSpPr/>
          <p:nvPr/>
        </p:nvSpPr>
        <p:spPr>
          <a:xfrm>
            <a:off x="24991316" y="3905218"/>
            <a:ext cx="206247" cy="324103"/>
          </a:xfrm>
          <a:custGeom>
            <a:avLst/>
            <a:gdLst/>
            <a:ahLst/>
            <a:cxnLst/>
            <a:rect l="0" t="0" r="r" b="b"/>
            <a:pathLst>
              <a:path w="206247" h="324103">
                <a:moveTo>
                  <a:pt x="0" y="147319"/>
                </a:moveTo>
                <a:lnTo>
                  <a:pt x="206247" y="324103"/>
                </a:lnTo>
                <a:lnTo>
                  <a:pt x="191515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8" name="Echo slajdu 2 23"/>
          <p:cNvSpPr/>
          <p:nvPr/>
        </p:nvSpPr>
        <p:spPr>
          <a:xfrm>
            <a:off x="24991316" y="4052537"/>
            <a:ext cx="206247" cy="309371"/>
          </a:xfrm>
          <a:custGeom>
            <a:avLst/>
            <a:gdLst/>
            <a:ahLst/>
            <a:cxnLst/>
            <a:rect l="0" t="0" r="r" b="b"/>
            <a:pathLst>
              <a:path w="206247" h="309371">
                <a:moveTo>
                  <a:pt x="0" y="0"/>
                </a:moveTo>
                <a:lnTo>
                  <a:pt x="22098" y="309371"/>
                </a:lnTo>
                <a:lnTo>
                  <a:pt x="206247" y="176783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49" name="Echo slajdu 2 24"/>
          <p:cNvSpPr/>
          <p:nvPr/>
        </p:nvSpPr>
        <p:spPr>
          <a:xfrm>
            <a:off x="25013414" y="4229320"/>
            <a:ext cx="250443" cy="383030"/>
          </a:xfrm>
          <a:custGeom>
            <a:avLst/>
            <a:gdLst/>
            <a:ahLst/>
            <a:cxnLst/>
            <a:rect l="0" t="0" r="r" b="b"/>
            <a:pathLst>
              <a:path w="250443" h="383030">
                <a:moveTo>
                  <a:pt x="0" y="132587"/>
                </a:moveTo>
                <a:lnTo>
                  <a:pt x="250443" y="383030"/>
                </a:lnTo>
                <a:lnTo>
                  <a:pt x="184149" y="0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0" name="Echo slajdu 2 25"/>
          <p:cNvSpPr/>
          <p:nvPr/>
        </p:nvSpPr>
        <p:spPr>
          <a:xfrm>
            <a:off x="25013414" y="4361908"/>
            <a:ext cx="139953" cy="324103"/>
          </a:xfrm>
          <a:custGeom>
            <a:avLst/>
            <a:gdLst/>
            <a:ahLst/>
            <a:cxnLst/>
            <a:rect l="0" t="0" r="r" b="b"/>
            <a:pathLst>
              <a:path w="139953" h="324103">
                <a:moveTo>
                  <a:pt x="0" y="0"/>
                </a:moveTo>
                <a:lnTo>
                  <a:pt x="58928" y="250443"/>
                </a:lnTo>
                <a:lnTo>
                  <a:pt x="139953" y="324103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1" name="Echo slajdu 2 26"/>
          <p:cNvSpPr/>
          <p:nvPr/>
        </p:nvSpPr>
        <p:spPr>
          <a:xfrm>
            <a:off x="25013414" y="4361908"/>
            <a:ext cx="250443" cy="324103"/>
          </a:xfrm>
          <a:custGeom>
            <a:avLst/>
            <a:gdLst/>
            <a:ahLst/>
            <a:cxnLst/>
            <a:rect l="0" t="0" r="r" b="b"/>
            <a:pathLst>
              <a:path w="250443" h="324103">
                <a:moveTo>
                  <a:pt x="0" y="0"/>
                </a:moveTo>
                <a:lnTo>
                  <a:pt x="139953" y="324103"/>
                </a:lnTo>
                <a:lnTo>
                  <a:pt x="250443" y="250443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2" name="Echo slajdu 2 27"/>
          <p:cNvSpPr/>
          <p:nvPr/>
        </p:nvSpPr>
        <p:spPr>
          <a:xfrm>
            <a:off x="25514300" y="3345404"/>
            <a:ext cx="324103" cy="191515"/>
          </a:xfrm>
          <a:custGeom>
            <a:avLst/>
            <a:gdLst/>
            <a:ahLst/>
            <a:cxnLst/>
            <a:rect l="0" t="0" r="r" b="b"/>
            <a:pathLst>
              <a:path w="324103" h="191515">
                <a:moveTo>
                  <a:pt x="0" y="0"/>
                </a:moveTo>
                <a:lnTo>
                  <a:pt x="324103" y="73660"/>
                </a:lnTo>
                <a:lnTo>
                  <a:pt x="162051" y="19151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3" name="Echo slajdu 2 28"/>
          <p:cNvSpPr/>
          <p:nvPr/>
        </p:nvSpPr>
        <p:spPr>
          <a:xfrm>
            <a:off x="25676351" y="3419064"/>
            <a:ext cx="316737" cy="265175"/>
          </a:xfrm>
          <a:custGeom>
            <a:avLst/>
            <a:gdLst/>
            <a:ahLst/>
            <a:cxnLst/>
            <a:rect l="0" t="0" r="r" b="b"/>
            <a:pathLst>
              <a:path w="316737" h="265175">
                <a:moveTo>
                  <a:pt x="162051" y="0"/>
                </a:moveTo>
                <a:lnTo>
                  <a:pt x="316737" y="265175"/>
                </a:lnTo>
                <a:lnTo>
                  <a:pt x="0" y="117856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4" name="Echo slajdu 2 29"/>
          <p:cNvSpPr/>
          <p:nvPr/>
        </p:nvSpPr>
        <p:spPr>
          <a:xfrm>
            <a:off x="25676351" y="3536919"/>
            <a:ext cx="316737" cy="368299"/>
          </a:xfrm>
          <a:custGeom>
            <a:avLst/>
            <a:gdLst/>
            <a:ahLst/>
            <a:cxnLst/>
            <a:rect l="0" t="0" r="r" b="b"/>
            <a:pathLst>
              <a:path w="316737" h="368299">
                <a:moveTo>
                  <a:pt x="316737" y="147319"/>
                </a:moveTo>
                <a:lnTo>
                  <a:pt x="169417" y="368299"/>
                </a:lnTo>
                <a:lnTo>
                  <a:pt x="0" y="0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5" name="Echo slajdu 2 30"/>
          <p:cNvSpPr/>
          <p:nvPr/>
        </p:nvSpPr>
        <p:spPr>
          <a:xfrm>
            <a:off x="25845768" y="3684238"/>
            <a:ext cx="191515" cy="368299"/>
          </a:xfrm>
          <a:custGeom>
            <a:avLst/>
            <a:gdLst/>
            <a:ahLst/>
            <a:cxnLst/>
            <a:rect l="0" t="0" r="r" b="b"/>
            <a:pathLst>
              <a:path w="191515" h="368299">
                <a:moveTo>
                  <a:pt x="147319" y="0"/>
                </a:moveTo>
                <a:lnTo>
                  <a:pt x="191515" y="368299"/>
                </a:lnTo>
                <a:lnTo>
                  <a:pt x="0" y="220979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6" name="Echo slajdu 2 31"/>
          <p:cNvSpPr/>
          <p:nvPr/>
        </p:nvSpPr>
        <p:spPr>
          <a:xfrm>
            <a:off x="25831036" y="3905218"/>
            <a:ext cx="206247" cy="324103"/>
          </a:xfrm>
          <a:custGeom>
            <a:avLst/>
            <a:gdLst/>
            <a:ahLst/>
            <a:cxnLst/>
            <a:rect l="0" t="0" r="r" b="b"/>
            <a:pathLst>
              <a:path w="206247" h="324103">
                <a:moveTo>
                  <a:pt x="206247" y="147319"/>
                </a:moveTo>
                <a:lnTo>
                  <a:pt x="0" y="324103"/>
                </a:lnTo>
                <a:lnTo>
                  <a:pt x="14732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7" name="Echo slajdu 2 32"/>
          <p:cNvSpPr/>
          <p:nvPr/>
        </p:nvSpPr>
        <p:spPr>
          <a:xfrm>
            <a:off x="25831036" y="4052537"/>
            <a:ext cx="206247" cy="309371"/>
          </a:xfrm>
          <a:custGeom>
            <a:avLst/>
            <a:gdLst/>
            <a:ahLst/>
            <a:cxnLst/>
            <a:rect l="0" t="0" r="r" b="b"/>
            <a:pathLst>
              <a:path w="206247" h="309371">
                <a:moveTo>
                  <a:pt x="206247" y="0"/>
                </a:moveTo>
                <a:lnTo>
                  <a:pt x="184149" y="309371"/>
                </a:lnTo>
                <a:lnTo>
                  <a:pt x="0" y="176783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8" name="Echo slajdu 2 33"/>
          <p:cNvSpPr/>
          <p:nvPr/>
        </p:nvSpPr>
        <p:spPr>
          <a:xfrm>
            <a:off x="25764743" y="4229320"/>
            <a:ext cx="250443" cy="383030"/>
          </a:xfrm>
          <a:custGeom>
            <a:avLst/>
            <a:gdLst/>
            <a:ahLst/>
            <a:cxnLst/>
            <a:rect l="0" t="0" r="r" b="b"/>
            <a:pathLst>
              <a:path w="250443" h="383030">
                <a:moveTo>
                  <a:pt x="250443" y="132587"/>
                </a:moveTo>
                <a:lnTo>
                  <a:pt x="0" y="383030"/>
                </a:lnTo>
                <a:lnTo>
                  <a:pt x="66294" y="0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9" name="Echo slajdu 2 34"/>
          <p:cNvSpPr/>
          <p:nvPr/>
        </p:nvSpPr>
        <p:spPr>
          <a:xfrm>
            <a:off x="25875232" y="4361908"/>
            <a:ext cx="139953" cy="324103"/>
          </a:xfrm>
          <a:custGeom>
            <a:avLst/>
            <a:gdLst/>
            <a:ahLst/>
            <a:cxnLst/>
            <a:rect l="0" t="0" r="r" b="b"/>
            <a:pathLst>
              <a:path w="139953" h="324103">
                <a:moveTo>
                  <a:pt x="139953" y="0"/>
                </a:moveTo>
                <a:lnTo>
                  <a:pt x="81026" y="250443"/>
                </a:lnTo>
                <a:lnTo>
                  <a:pt x="0" y="324103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0" name="Echo slajdu 2 35"/>
          <p:cNvSpPr/>
          <p:nvPr/>
        </p:nvSpPr>
        <p:spPr>
          <a:xfrm>
            <a:off x="25764743" y="4361908"/>
            <a:ext cx="250443" cy="324103"/>
          </a:xfrm>
          <a:custGeom>
            <a:avLst/>
            <a:gdLst/>
            <a:ahLst/>
            <a:cxnLst/>
            <a:rect l="0" t="0" r="r" b="b"/>
            <a:pathLst>
              <a:path w="250443" h="324103">
                <a:moveTo>
                  <a:pt x="250443" y="0"/>
                </a:moveTo>
                <a:lnTo>
                  <a:pt x="110490" y="324103"/>
                </a:lnTo>
                <a:lnTo>
                  <a:pt x="0" y="250443"/>
                </a:lnTo>
                <a:close/>
              </a:path>
            </a:pathLst>
          </a:custGeom>
          <a:solidFill>
            <a:srgbClr val="5D331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1" name="Echo slajdu 2 36"/>
          <p:cNvSpPr/>
          <p:nvPr/>
        </p:nvSpPr>
        <p:spPr>
          <a:xfrm>
            <a:off x="25352248" y="3345404"/>
            <a:ext cx="324103" cy="191515"/>
          </a:xfrm>
          <a:custGeom>
            <a:avLst/>
            <a:gdLst/>
            <a:ahLst/>
            <a:cxnLst/>
            <a:rect l="0" t="0" r="r" b="b"/>
            <a:pathLst>
              <a:path w="324103" h="191515">
                <a:moveTo>
                  <a:pt x="162051" y="0"/>
                </a:moveTo>
                <a:lnTo>
                  <a:pt x="0" y="191515"/>
                </a:lnTo>
                <a:lnTo>
                  <a:pt x="324103" y="191515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2" name="Echo slajdu 2 37"/>
          <p:cNvSpPr/>
          <p:nvPr/>
        </p:nvSpPr>
        <p:spPr>
          <a:xfrm>
            <a:off x="25381712" y="5201628"/>
            <a:ext cx="110490" cy="412494"/>
          </a:xfrm>
          <a:custGeom>
            <a:avLst/>
            <a:gdLst/>
            <a:ahLst/>
            <a:cxnLst/>
            <a:rect l="0" t="0" r="r" b="b"/>
            <a:pathLst>
              <a:path w="110490" h="412494">
                <a:moveTo>
                  <a:pt x="0" y="0"/>
                </a:moveTo>
                <a:lnTo>
                  <a:pt x="110490" y="0"/>
                </a:lnTo>
                <a:lnTo>
                  <a:pt x="22098" y="412494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3" name="Echo slajdu 2 38"/>
          <p:cNvSpPr/>
          <p:nvPr/>
        </p:nvSpPr>
        <p:spPr>
          <a:xfrm>
            <a:off x="25403810" y="5201628"/>
            <a:ext cx="88392" cy="412494"/>
          </a:xfrm>
          <a:custGeom>
            <a:avLst/>
            <a:gdLst/>
            <a:ahLst/>
            <a:cxnLst/>
            <a:rect l="0" t="0" r="r" b="b"/>
            <a:pathLst>
              <a:path w="88392" h="412494">
                <a:moveTo>
                  <a:pt x="88392" y="0"/>
                </a:moveTo>
                <a:lnTo>
                  <a:pt x="73660" y="412494"/>
                </a:lnTo>
                <a:lnTo>
                  <a:pt x="0" y="412494"/>
                </a:lnTo>
                <a:close/>
              </a:path>
            </a:pathLst>
          </a:custGeom>
          <a:solidFill>
            <a:srgbClr val="CDCDC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4" name="Echo slajdu 2 39"/>
          <p:cNvSpPr/>
          <p:nvPr/>
        </p:nvSpPr>
        <p:spPr>
          <a:xfrm>
            <a:off x="25234393" y="5599391"/>
            <a:ext cx="279907" cy="88392"/>
          </a:xfrm>
          <a:custGeom>
            <a:avLst/>
            <a:gdLst/>
            <a:ahLst/>
            <a:cxnLst/>
            <a:rect l="0" t="0" r="r" b="b"/>
            <a:pathLst>
              <a:path w="279907" h="88392">
                <a:moveTo>
                  <a:pt x="88392" y="0"/>
                </a:moveTo>
                <a:lnTo>
                  <a:pt x="265175" y="0"/>
                </a:lnTo>
                <a:lnTo>
                  <a:pt x="279907" y="88392"/>
                </a:lnTo>
                <a:lnTo>
                  <a:pt x="0" y="7366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5" name="Echo slajdu 2 40"/>
          <p:cNvSpPr/>
          <p:nvPr/>
        </p:nvSpPr>
        <p:spPr>
          <a:xfrm>
            <a:off x="25219661" y="5673051"/>
            <a:ext cx="294639" cy="73660"/>
          </a:xfrm>
          <a:custGeom>
            <a:avLst/>
            <a:gdLst/>
            <a:ahLst/>
            <a:cxnLst/>
            <a:rect l="0" t="0" r="r" b="b"/>
            <a:pathLst>
              <a:path w="294639" h="73660">
                <a:moveTo>
                  <a:pt x="14732" y="0"/>
                </a:moveTo>
                <a:lnTo>
                  <a:pt x="294639" y="14732"/>
                </a:lnTo>
                <a:lnTo>
                  <a:pt x="279907" y="73660"/>
                </a:lnTo>
                <a:lnTo>
                  <a:pt x="0" y="7366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6" name="Echo slajdu 2 41"/>
          <p:cNvSpPr/>
          <p:nvPr/>
        </p:nvSpPr>
        <p:spPr>
          <a:xfrm>
            <a:off x="25536397" y="5201628"/>
            <a:ext cx="88392" cy="412494"/>
          </a:xfrm>
          <a:custGeom>
            <a:avLst/>
            <a:gdLst/>
            <a:ahLst/>
            <a:cxnLst/>
            <a:rect l="0" t="0" r="r" b="b"/>
            <a:pathLst>
              <a:path w="88392" h="412494">
                <a:moveTo>
                  <a:pt x="0" y="0"/>
                </a:moveTo>
                <a:lnTo>
                  <a:pt x="88392" y="412494"/>
                </a:lnTo>
                <a:lnTo>
                  <a:pt x="14732" y="412494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7" name="Echo slajdu 2 42"/>
          <p:cNvSpPr/>
          <p:nvPr/>
        </p:nvSpPr>
        <p:spPr>
          <a:xfrm>
            <a:off x="25536397" y="5201628"/>
            <a:ext cx="110490" cy="412494"/>
          </a:xfrm>
          <a:custGeom>
            <a:avLst/>
            <a:gdLst/>
            <a:ahLst/>
            <a:cxnLst/>
            <a:rect l="0" t="0" r="r" b="b"/>
            <a:pathLst>
              <a:path w="110490" h="412494">
                <a:moveTo>
                  <a:pt x="0" y="0"/>
                </a:moveTo>
                <a:lnTo>
                  <a:pt x="110490" y="0"/>
                </a:lnTo>
                <a:lnTo>
                  <a:pt x="88392" y="412494"/>
                </a:lnTo>
                <a:close/>
              </a:path>
            </a:pathLst>
          </a:custGeom>
          <a:solidFill>
            <a:srgbClr val="BABAB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8" name="Echo slajdu 2 43"/>
          <p:cNvSpPr/>
          <p:nvPr/>
        </p:nvSpPr>
        <p:spPr>
          <a:xfrm>
            <a:off x="25514300" y="5599391"/>
            <a:ext cx="279907" cy="88392"/>
          </a:xfrm>
          <a:custGeom>
            <a:avLst/>
            <a:gdLst/>
            <a:ahLst/>
            <a:cxnLst/>
            <a:rect l="0" t="0" r="r" b="b"/>
            <a:pathLst>
              <a:path w="279907" h="88392">
                <a:moveTo>
                  <a:pt x="14732" y="0"/>
                </a:moveTo>
                <a:lnTo>
                  <a:pt x="191515" y="0"/>
                </a:lnTo>
                <a:lnTo>
                  <a:pt x="279907" y="73660"/>
                </a:lnTo>
                <a:lnTo>
                  <a:pt x="0" y="88392"/>
                </a:lnTo>
                <a:close/>
              </a:path>
            </a:pathLst>
          </a:custGeom>
          <a:solidFill>
            <a:srgbClr val="DCDCD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9" name="Echo slajdu 2 44"/>
          <p:cNvSpPr/>
          <p:nvPr/>
        </p:nvSpPr>
        <p:spPr>
          <a:xfrm>
            <a:off x="25514300" y="5673051"/>
            <a:ext cx="294639" cy="73660"/>
          </a:xfrm>
          <a:custGeom>
            <a:avLst/>
            <a:gdLst/>
            <a:ahLst/>
            <a:cxnLst/>
            <a:rect l="0" t="0" r="r" b="b"/>
            <a:pathLst>
              <a:path w="294639" h="73660">
                <a:moveTo>
                  <a:pt x="0" y="14732"/>
                </a:moveTo>
                <a:lnTo>
                  <a:pt x="279907" y="0"/>
                </a:lnTo>
                <a:lnTo>
                  <a:pt x="294639" y="73660"/>
                </a:lnTo>
                <a:lnTo>
                  <a:pt x="14732" y="7366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0" name="Echo slajdu 2 45"/>
          <p:cNvSpPr/>
          <p:nvPr/>
        </p:nvSpPr>
        <p:spPr>
          <a:xfrm>
            <a:off x="25455372" y="4258784"/>
            <a:ext cx="117856" cy="132587"/>
          </a:xfrm>
          <a:custGeom>
            <a:avLst/>
            <a:gdLst/>
            <a:ahLst/>
            <a:cxnLst/>
            <a:rect l="0" t="0" r="r" b="b"/>
            <a:pathLst>
              <a:path w="117856" h="132587">
                <a:moveTo>
                  <a:pt x="0" y="0"/>
                </a:moveTo>
                <a:lnTo>
                  <a:pt x="117856" y="0"/>
                </a:lnTo>
                <a:lnTo>
                  <a:pt x="117856" y="132587"/>
                </a:lnTo>
                <a:lnTo>
                  <a:pt x="0" y="132587"/>
                </a:lnTo>
                <a:close/>
              </a:path>
            </a:pathLst>
          </a:custGeom>
          <a:solidFill>
            <a:srgbClr val="C4C4C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1" name="Echo slajdu 2 46"/>
          <p:cNvSpPr/>
          <p:nvPr/>
        </p:nvSpPr>
        <p:spPr>
          <a:xfrm>
            <a:off x="25234393" y="4347176"/>
            <a:ext cx="279907" cy="338835"/>
          </a:xfrm>
          <a:custGeom>
            <a:avLst/>
            <a:gdLst/>
            <a:ahLst/>
            <a:cxnLst/>
            <a:rect l="0" t="0" r="r" b="b"/>
            <a:pathLst>
              <a:path w="279907" h="338835">
                <a:moveTo>
                  <a:pt x="0" y="73660"/>
                </a:moveTo>
                <a:lnTo>
                  <a:pt x="279907" y="0"/>
                </a:lnTo>
                <a:lnTo>
                  <a:pt x="279907" y="33883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2" name="Echo slajdu 2 47"/>
          <p:cNvSpPr/>
          <p:nvPr/>
        </p:nvSpPr>
        <p:spPr>
          <a:xfrm>
            <a:off x="25514300" y="4347176"/>
            <a:ext cx="279907" cy="338835"/>
          </a:xfrm>
          <a:custGeom>
            <a:avLst/>
            <a:gdLst/>
            <a:ahLst/>
            <a:cxnLst/>
            <a:rect l="0" t="0" r="r" b="b"/>
            <a:pathLst>
              <a:path w="279907" h="338835">
                <a:moveTo>
                  <a:pt x="0" y="0"/>
                </a:moveTo>
                <a:lnTo>
                  <a:pt x="279907" y="73660"/>
                </a:lnTo>
                <a:lnTo>
                  <a:pt x="0" y="33883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3" name="Echo slajdu 2 48"/>
          <p:cNvSpPr/>
          <p:nvPr/>
        </p:nvSpPr>
        <p:spPr>
          <a:xfrm>
            <a:off x="25234393" y="4420836"/>
            <a:ext cx="279907" cy="353567"/>
          </a:xfrm>
          <a:custGeom>
            <a:avLst/>
            <a:gdLst/>
            <a:ahLst/>
            <a:cxnLst/>
            <a:rect l="0" t="0" r="r" b="b"/>
            <a:pathLst>
              <a:path w="279907" h="353567">
                <a:moveTo>
                  <a:pt x="0" y="0"/>
                </a:moveTo>
                <a:lnTo>
                  <a:pt x="279907" y="265175"/>
                </a:lnTo>
                <a:lnTo>
                  <a:pt x="279907" y="353567"/>
                </a:lnTo>
                <a:lnTo>
                  <a:pt x="73660" y="353567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4" name="Echo slajdu 2 49"/>
          <p:cNvSpPr/>
          <p:nvPr/>
        </p:nvSpPr>
        <p:spPr>
          <a:xfrm>
            <a:off x="25514300" y="4420836"/>
            <a:ext cx="279907" cy="353567"/>
          </a:xfrm>
          <a:custGeom>
            <a:avLst/>
            <a:gdLst/>
            <a:ahLst/>
            <a:cxnLst/>
            <a:rect l="0" t="0" r="r" b="b"/>
            <a:pathLst>
              <a:path w="279907" h="353567">
                <a:moveTo>
                  <a:pt x="279907" y="0"/>
                </a:moveTo>
                <a:lnTo>
                  <a:pt x="206247" y="353567"/>
                </a:lnTo>
                <a:lnTo>
                  <a:pt x="0" y="353567"/>
                </a:lnTo>
                <a:lnTo>
                  <a:pt x="0" y="26517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5" name="Echo slajdu 2 50"/>
          <p:cNvSpPr/>
          <p:nvPr/>
        </p:nvSpPr>
        <p:spPr>
          <a:xfrm>
            <a:off x="25308052" y="4759670"/>
            <a:ext cx="206247" cy="486154"/>
          </a:xfrm>
          <a:custGeom>
            <a:avLst/>
            <a:gdLst/>
            <a:ahLst/>
            <a:cxnLst/>
            <a:rect l="0" t="0" r="r" b="b"/>
            <a:pathLst>
              <a:path w="206247" h="486154">
                <a:moveTo>
                  <a:pt x="0" y="0"/>
                </a:moveTo>
                <a:lnTo>
                  <a:pt x="206247" y="0"/>
                </a:lnTo>
                <a:lnTo>
                  <a:pt x="29464" y="486154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6" name="Echo slajdu 2 51"/>
          <p:cNvSpPr/>
          <p:nvPr/>
        </p:nvSpPr>
        <p:spPr>
          <a:xfrm>
            <a:off x="25116537" y="4759670"/>
            <a:ext cx="220979" cy="486154"/>
          </a:xfrm>
          <a:custGeom>
            <a:avLst/>
            <a:gdLst/>
            <a:ahLst/>
            <a:cxnLst/>
            <a:rect l="0" t="0" r="r" b="b"/>
            <a:pathLst>
              <a:path w="220979" h="486154">
                <a:moveTo>
                  <a:pt x="191515" y="0"/>
                </a:moveTo>
                <a:lnTo>
                  <a:pt x="220979" y="486154"/>
                </a:lnTo>
                <a:lnTo>
                  <a:pt x="0" y="48615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7" name="Echo slajdu 2 52"/>
          <p:cNvSpPr/>
          <p:nvPr/>
        </p:nvSpPr>
        <p:spPr>
          <a:xfrm>
            <a:off x="25337516" y="4759670"/>
            <a:ext cx="176783" cy="486154"/>
          </a:xfrm>
          <a:custGeom>
            <a:avLst/>
            <a:gdLst/>
            <a:ahLst/>
            <a:cxnLst/>
            <a:rect l="0" t="0" r="r" b="b"/>
            <a:pathLst>
              <a:path w="176783" h="486154">
                <a:moveTo>
                  <a:pt x="176783" y="0"/>
                </a:moveTo>
                <a:lnTo>
                  <a:pt x="176783" y="486154"/>
                </a:lnTo>
                <a:lnTo>
                  <a:pt x="0" y="48615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8" name="Echo slajdu 2 53"/>
          <p:cNvSpPr/>
          <p:nvPr/>
        </p:nvSpPr>
        <p:spPr>
          <a:xfrm>
            <a:off x="25514300" y="4759670"/>
            <a:ext cx="176783" cy="486154"/>
          </a:xfrm>
          <a:custGeom>
            <a:avLst/>
            <a:gdLst/>
            <a:ahLst/>
            <a:cxnLst/>
            <a:rect l="0" t="0" r="r" b="b"/>
            <a:pathLst>
              <a:path w="176783" h="486154">
                <a:moveTo>
                  <a:pt x="0" y="0"/>
                </a:moveTo>
                <a:lnTo>
                  <a:pt x="176783" y="486154"/>
                </a:lnTo>
                <a:lnTo>
                  <a:pt x="0" y="486154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79" name="Echo slajdu 2 54"/>
          <p:cNvSpPr/>
          <p:nvPr/>
        </p:nvSpPr>
        <p:spPr>
          <a:xfrm>
            <a:off x="25514300" y="4759670"/>
            <a:ext cx="206247" cy="486154"/>
          </a:xfrm>
          <a:custGeom>
            <a:avLst/>
            <a:gdLst/>
            <a:ahLst/>
            <a:cxnLst/>
            <a:rect l="0" t="0" r="r" b="b"/>
            <a:pathLst>
              <a:path w="206247" h="486154">
                <a:moveTo>
                  <a:pt x="0" y="0"/>
                </a:moveTo>
                <a:lnTo>
                  <a:pt x="206247" y="0"/>
                </a:lnTo>
                <a:lnTo>
                  <a:pt x="176783" y="486154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0" name="Echo slajdu 2 55"/>
          <p:cNvSpPr/>
          <p:nvPr/>
        </p:nvSpPr>
        <p:spPr>
          <a:xfrm>
            <a:off x="25691083" y="4759670"/>
            <a:ext cx="220979" cy="486154"/>
          </a:xfrm>
          <a:custGeom>
            <a:avLst/>
            <a:gdLst/>
            <a:ahLst/>
            <a:cxnLst/>
            <a:rect l="0" t="0" r="r" b="b"/>
            <a:pathLst>
              <a:path w="220979" h="486154">
                <a:moveTo>
                  <a:pt x="29464" y="0"/>
                </a:moveTo>
                <a:lnTo>
                  <a:pt x="220979" y="486154"/>
                </a:lnTo>
                <a:lnTo>
                  <a:pt x="0" y="486154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1" name="Echo slajdu 2 56"/>
          <p:cNvSpPr/>
          <p:nvPr/>
        </p:nvSpPr>
        <p:spPr>
          <a:xfrm>
            <a:off x="25470104" y="3463259"/>
            <a:ext cx="412494" cy="383030"/>
          </a:xfrm>
          <a:custGeom>
            <a:avLst/>
            <a:gdLst/>
            <a:ahLst/>
            <a:cxnLst/>
            <a:rect l="0" t="0" r="r" b="b"/>
            <a:pathLst>
              <a:path w="412494" h="383030">
                <a:moveTo>
                  <a:pt x="44196" y="0"/>
                </a:moveTo>
                <a:lnTo>
                  <a:pt x="412494" y="162051"/>
                </a:lnTo>
                <a:lnTo>
                  <a:pt x="0" y="383030"/>
                </a:ln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2" name="Echo slajdu 2 57"/>
          <p:cNvSpPr/>
          <p:nvPr/>
        </p:nvSpPr>
        <p:spPr>
          <a:xfrm>
            <a:off x="25470104" y="3625311"/>
            <a:ext cx="427226" cy="471422"/>
          </a:xfrm>
          <a:custGeom>
            <a:avLst/>
            <a:gdLst/>
            <a:ahLst/>
            <a:cxnLst/>
            <a:rect l="0" t="0" r="r" b="b"/>
            <a:pathLst>
              <a:path w="427226" h="471422">
                <a:moveTo>
                  <a:pt x="412494" y="0"/>
                </a:moveTo>
                <a:lnTo>
                  <a:pt x="427226" y="471422"/>
                </a:lnTo>
                <a:lnTo>
                  <a:pt x="0" y="220979"/>
                </a:lnTo>
                <a:close/>
              </a:path>
            </a:pathLst>
          </a:custGeom>
          <a:solidFill>
            <a:srgbClr val="DADAD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3" name="Echo slajdu 2 58"/>
          <p:cNvSpPr/>
          <p:nvPr/>
        </p:nvSpPr>
        <p:spPr>
          <a:xfrm>
            <a:off x="25470104" y="3846290"/>
            <a:ext cx="427226" cy="456690"/>
          </a:xfrm>
          <a:custGeom>
            <a:avLst/>
            <a:gdLst/>
            <a:ahLst/>
            <a:cxnLst/>
            <a:rect l="0" t="0" r="r" b="b"/>
            <a:pathLst>
              <a:path w="427226" h="456690">
                <a:moveTo>
                  <a:pt x="427226" y="250443"/>
                </a:moveTo>
                <a:lnTo>
                  <a:pt x="44196" y="456690"/>
                </a:lnTo>
                <a:lnTo>
                  <a:pt x="0" y="0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4" name="Echo slajdu 2 59"/>
          <p:cNvSpPr/>
          <p:nvPr/>
        </p:nvSpPr>
        <p:spPr>
          <a:xfrm>
            <a:off x="25131269" y="3846290"/>
            <a:ext cx="383030" cy="456690"/>
          </a:xfrm>
          <a:custGeom>
            <a:avLst/>
            <a:gdLst/>
            <a:ahLst/>
            <a:cxnLst/>
            <a:rect l="0" t="0" r="r" b="b"/>
            <a:pathLst>
              <a:path w="383030" h="456690">
                <a:moveTo>
                  <a:pt x="383030" y="456690"/>
                </a:moveTo>
                <a:lnTo>
                  <a:pt x="0" y="250443"/>
                </a:lnTo>
                <a:lnTo>
                  <a:pt x="338835" y="0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5" name="Echo slajdu 2 60"/>
          <p:cNvSpPr/>
          <p:nvPr/>
        </p:nvSpPr>
        <p:spPr>
          <a:xfrm>
            <a:off x="25131269" y="3625311"/>
            <a:ext cx="338835" cy="471422"/>
          </a:xfrm>
          <a:custGeom>
            <a:avLst/>
            <a:gdLst/>
            <a:ahLst/>
            <a:cxnLst/>
            <a:rect l="0" t="0" r="r" b="b"/>
            <a:pathLst>
              <a:path w="338835" h="471422">
                <a:moveTo>
                  <a:pt x="0" y="471422"/>
                </a:moveTo>
                <a:lnTo>
                  <a:pt x="14732" y="0"/>
                </a:lnTo>
                <a:lnTo>
                  <a:pt x="338835" y="220979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6" name="Echo slajdu 2 61"/>
          <p:cNvSpPr/>
          <p:nvPr/>
        </p:nvSpPr>
        <p:spPr>
          <a:xfrm>
            <a:off x="25146001" y="3463259"/>
            <a:ext cx="368299" cy="383030"/>
          </a:xfrm>
          <a:custGeom>
            <a:avLst/>
            <a:gdLst/>
            <a:ahLst/>
            <a:cxnLst/>
            <a:rect l="0" t="0" r="r" b="b"/>
            <a:pathLst>
              <a:path w="368299" h="383030">
                <a:moveTo>
                  <a:pt x="0" y="162051"/>
                </a:moveTo>
                <a:lnTo>
                  <a:pt x="368299" y="0"/>
                </a:lnTo>
                <a:lnTo>
                  <a:pt x="324103" y="383030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7" name="Echo slajdu 2 62"/>
          <p:cNvSpPr/>
          <p:nvPr/>
        </p:nvSpPr>
        <p:spPr>
          <a:xfrm>
            <a:off x="25116537" y="3404332"/>
            <a:ext cx="397762" cy="309371"/>
          </a:xfrm>
          <a:custGeom>
            <a:avLst/>
            <a:gdLst/>
            <a:ahLst/>
            <a:cxnLst/>
            <a:rect l="0" t="0" r="r" b="b"/>
            <a:pathLst>
              <a:path w="397762" h="309371">
                <a:moveTo>
                  <a:pt x="0" y="265175"/>
                </a:moveTo>
                <a:lnTo>
                  <a:pt x="397762" y="0"/>
                </a:lnTo>
                <a:lnTo>
                  <a:pt x="162051" y="309371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8" name="Echo slajdu 2 63"/>
          <p:cNvSpPr/>
          <p:nvPr/>
        </p:nvSpPr>
        <p:spPr>
          <a:xfrm>
            <a:off x="25278589" y="3404332"/>
            <a:ext cx="250443" cy="309371"/>
          </a:xfrm>
          <a:custGeom>
            <a:avLst/>
            <a:gdLst/>
            <a:ahLst/>
            <a:cxnLst/>
            <a:rect l="0" t="0" r="r" b="b"/>
            <a:pathLst>
              <a:path w="250443" h="309371">
                <a:moveTo>
                  <a:pt x="0" y="309371"/>
                </a:moveTo>
                <a:lnTo>
                  <a:pt x="235711" y="0"/>
                </a:lnTo>
                <a:lnTo>
                  <a:pt x="250443" y="250443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89" name="Echo slajdu 2 64"/>
          <p:cNvSpPr/>
          <p:nvPr/>
        </p:nvSpPr>
        <p:spPr>
          <a:xfrm>
            <a:off x="25514300" y="3404332"/>
            <a:ext cx="250443" cy="309371"/>
          </a:xfrm>
          <a:custGeom>
            <a:avLst/>
            <a:gdLst/>
            <a:ahLst/>
            <a:cxnLst/>
            <a:rect l="0" t="0" r="r" b="b"/>
            <a:pathLst>
              <a:path w="250443" h="309371">
                <a:moveTo>
                  <a:pt x="14732" y="250443"/>
                </a:moveTo>
                <a:lnTo>
                  <a:pt x="0" y="0"/>
                </a:lnTo>
                <a:lnTo>
                  <a:pt x="250443" y="309371"/>
                </a:lnTo>
                <a:close/>
              </a:path>
            </a:pathLst>
          </a:custGeom>
          <a:solidFill>
            <a:srgbClr val="9C603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0" name="Echo slajdu 2 65"/>
          <p:cNvSpPr/>
          <p:nvPr/>
        </p:nvSpPr>
        <p:spPr>
          <a:xfrm>
            <a:off x="25514300" y="3404332"/>
            <a:ext cx="412494" cy="309371"/>
          </a:xfrm>
          <a:custGeom>
            <a:avLst/>
            <a:gdLst/>
            <a:ahLst/>
            <a:cxnLst/>
            <a:rect l="0" t="0" r="r" b="b"/>
            <a:pathLst>
              <a:path w="412494" h="309371">
                <a:moveTo>
                  <a:pt x="250443" y="309371"/>
                </a:moveTo>
                <a:lnTo>
                  <a:pt x="0" y="0"/>
                </a:lnTo>
                <a:lnTo>
                  <a:pt x="412494" y="250443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1" name="Echo slajdu 2 66"/>
          <p:cNvSpPr/>
          <p:nvPr/>
        </p:nvSpPr>
        <p:spPr>
          <a:xfrm>
            <a:off x="25072341" y="3640043"/>
            <a:ext cx="147319" cy="618742"/>
          </a:xfrm>
          <a:custGeom>
            <a:avLst/>
            <a:gdLst/>
            <a:ahLst/>
            <a:cxnLst/>
            <a:rect l="0" t="0" r="r" b="b"/>
            <a:pathLst>
              <a:path w="147319" h="618742">
                <a:moveTo>
                  <a:pt x="22098" y="0"/>
                </a:moveTo>
                <a:lnTo>
                  <a:pt x="147319" y="73660"/>
                </a:lnTo>
                <a:lnTo>
                  <a:pt x="103124" y="515618"/>
                </a:lnTo>
                <a:lnTo>
                  <a:pt x="0" y="618742"/>
                </a:lnTo>
                <a:close/>
              </a:path>
            </a:pathLst>
          </a:custGeom>
          <a:solidFill>
            <a:srgbClr val="C07C4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2" name="Echo slajdu 2 67"/>
          <p:cNvSpPr/>
          <p:nvPr/>
        </p:nvSpPr>
        <p:spPr>
          <a:xfrm>
            <a:off x="25808938" y="3640043"/>
            <a:ext cx="147319" cy="618742"/>
          </a:xfrm>
          <a:custGeom>
            <a:avLst/>
            <a:gdLst/>
            <a:ahLst/>
            <a:cxnLst/>
            <a:rect l="0" t="0" r="r" b="b"/>
            <a:pathLst>
              <a:path w="147319" h="618742">
                <a:moveTo>
                  <a:pt x="125221" y="0"/>
                </a:moveTo>
                <a:lnTo>
                  <a:pt x="0" y="73660"/>
                </a:lnTo>
                <a:lnTo>
                  <a:pt x="44196" y="515618"/>
                </a:lnTo>
                <a:lnTo>
                  <a:pt x="147319" y="618742"/>
                </a:lnTo>
                <a:close/>
              </a:path>
            </a:pathLst>
          </a:custGeom>
          <a:solidFill>
            <a:srgbClr val="7A4627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3" name="Echo slajdu 2 68"/>
          <p:cNvSpPr/>
          <p:nvPr/>
        </p:nvSpPr>
        <p:spPr>
          <a:xfrm>
            <a:off x="25285954" y="3779996"/>
            <a:ext cx="117856" cy="162051"/>
          </a:xfrm>
          <a:custGeom>
            <a:avLst/>
            <a:gdLst/>
            <a:ahLst/>
            <a:cxnLst/>
            <a:rect l="0" t="0" r="r" b="b"/>
            <a:pathLst>
              <a:path w="117856" h="162051">
                <a:moveTo>
                  <a:pt x="44196" y="29464"/>
                </a:moveTo>
                <a:lnTo>
                  <a:pt x="81026" y="29464"/>
                </a:lnTo>
                <a:lnTo>
                  <a:pt x="117856" y="29464"/>
                </a:lnTo>
                <a:lnTo>
                  <a:pt x="117856" y="162051"/>
                </a:lnTo>
                <a:lnTo>
                  <a:pt x="81026" y="162051"/>
                </a:lnTo>
                <a:lnTo>
                  <a:pt x="44196" y="162051"/>
                </a:lnTo>
                <a:lnTo>
                  <a:pt x="44196" y="58928"/>
                </a:lnTo>
                <a:lnTo>
                  <a:pt x="0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4" name="Echo slajdu 2 69"/>
          <p:cNvSpPr/>
          <p:nvPr/>
        </p:nvSpPr>
        <p:spPr>
          <a:xfrm>
            <a:off x="25624789" y="3779996"/>
            <a:ext cx="117856" cy="162051"/>
          </a:xfrm>
          <a:custGeom>
            <a:avLst/>
            <a:gdLst/>
            <a:ahLst/>
            <a:cxnLst/>
            <a:rect l="0" t="0" r="r" b="b"/>
            <a:pathLst>
              <a:path w="117856" h="162051">
                <a:moveTo>
                  <a:pt x="73660" y="29464"/>
                </a:moveTo>
                <a:lnTo>
                  <a:pt x="36830" y="29464"/>
                </a:lnTo>
                <a:lnTo>
                  <a:pt x="0" y="29464"/>
                </a:lnTo>
                <a:lnTo>
                  <a:pt x="0" y="162051"/>
                </a:lnTo>
                <a:lnTo>
                  <a:pt x="36830" y="162051"/>
                </a:lnTo>
                <a:lnTo>
                  <a:pt x="73660" y="162051"/>
                </a:lnTo>
                <a:lnTo>
                  <a:pt x="73660" y="58928"/>
                </a:lnTo>
                <a:lnTo>
                  <a:pt x="117856" y="0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5" name="Echo slajdu 2 70"/>
          <p:cNvSpPr/>
          <p:nvPr/>
        </p:nvSpPr>
        <p:spPr>
          <a:xfrm>
            <a:off x="25293320" y="3713702"/>
            <a:ext cx="154685" cy="44196"/>
          </a:xfrm>
          <a:custGeom>
            <a:avLst/>
            <a:gdLst/>
            <a:ahLst/>
            <a:cxnLst/>
            <a:rect l="0" t="0" r="r" b="b"/>
            <a:pathLst>
              <a:path w="154685" h="44196">
                <a:moveTo>
                  <a:pt x="0" y="14732"/>
                </a:moveTo>
                <a:lnTo>
                  <a:pt x="154685" y="0"/>
                </a:lnTo>
                <a:lnTo>
                  <a:pt x="154685" y="29464"/>
                </a:lnTo>
                <a:lnTo>
                  <a:pt x="0" y="4419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6" name="Echo slajdu 2 71"/>
          <p:cNvSpPr/>
          <p:nvPr/>
        </p:nvSpPr>
        <p:spPr>
          <a:xfrm>
            <a:off x="25580593" y="3713702"/>
            <a:ext cx="154685" cy="44196"/>
          </a:xfrm>
          <a:custGeom>
            <a:avLst/>
            <a:gdLst/>
            <a:ahLst/>
            <a:cxnLst/>
            <a:rect l="0" t="0" r="r" b="b"/>
            <a:pathLst>
              <a:path w="154685" h="44196">
                <a:moveTo>
                  <a:pt x="154685" y="14732"/>
                </a:moveTo>
                <a:lnTo>
                  <a:pt x="0" y="0"/>
                </a:lnTo>
                <a:lnTo>
                  <a:pt x="0" y="29464"/>
                </a:lnTo>
                <a:lnTo>
                  <a:pt x="154685" y="44196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7" name="Echo slajdu 2 72"/>
          <p:cNvSpPr/>
          <p:nvPr/>
        </p:nvSpPr>
        <p:spPr>
          <a:xfrm>
            <a:off x="25448006" y="4096733"/>
            <a:ext cx="132587" cy="36830"/>
          </a:xfrm>
          <a:custGeom>
            <a:avLst/>
            <a:gdLst/>
            <a:ahLst/>
            <a:cxnLst/>
            <a:rect l="0" t="0" r="r" b="b"/>
            <a:pathLst>
              <a:path w="132587" h="36830">
                <a:moveTo>
                  <a:pt x="0" y="0"/>
                </a:moveTo>
                <a:lnTo>
                  <a:pt x="66294" y="7366"/>
                </a:lnTo>
                <a:lnTo>
                  <a:pt x="132587" y="0"/>
                </a:lnTo>
                <a:lnTo>
                  <a:pt x="132587" y="29464"/>
                </a:lnTo>
                <a:lnTo>
                  <a:pt x="66294" y="36830"/>
                </a:lnTo>
                <a:lnTo>
                  <a:pt x="0" y="29464"/>
                </a:lnTo>
                <a:close/>
              </a:path>
            </a:pathLst>
          </a:custGeom>
          <a:solidFill>
            <a:srgbClr val="8E1219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8" name="Echo slajdu 2 73"/>
          <p:cNvSpPr/>
          <p:nvPr/>
        </p:nvSpPr>
        <p:spPr>
          <a:xfrm>
            <a:off x="25165142" y="4396139"/>
            <a:ext cx="161026" cy="231012"/>
          </a:xfrm>
          <a:custGeom>
            <a:avLst/>
            <a:gdLst/>
            <a:ahLst/>
            <a:cxnLst/>
            <a:rect l="0" t="0" r="r" b="b"/>
            <a:pathLst>
              <a:path w="161026" h="231012">
                <a:moveTo>
                  <a:pt x="15141" y="0"/>
                </a:moveTo>
                <a:lnTo>
                  <a:pt x="161026" y="20503"/>
                </a:lnTo>
                <a:lnTo>
                  <a:pt x="124003" y="231012"/>
                </a:lnTo>
                <a:lnTo>
                  <a:pt x="0" y="21358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9" name="Echo slajdu 2 74"/>
          <p:cNvSpPr/>
          <p:nvPr/>
        </p:nvSpPr>
        <p:spPr>
          <a:xfrm>
            <a:off x="25156152" y="4603454"/>
            <a:ext cx="126723" cy="189415"/>
          </a:xfrm>
          <a:custGeom>
            <a:avLst/>
            <a:gdLst/>
            <a:ahLst/>
            <a:cxnLst/>
            <a:rect l="0" t="0" r="r" b="b"/>
            <a:pathLst>
              <a:path w="126723" h="189415">
                <a:moveTo>
                  <a:pt x="17309" y="0"/>
                </a:moveTo>
                <a:lnTo>
                  <a:pt x="126723" y="15377"/>
                </a:lnTo>
                <a:lnTo>
                  <a:pt x="94826" y="189415"/>
                </a:lnTo>
                <a:lnTo>
                  <a:pt x="0" y="176088"/>
                </a:lnTo>
                <a:close/>
              </a:path>
            </a:pathLst>
          </a:custGeom>
          <a:solidFill>
            <a:srgbClr val="E8E8E8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0" name="Echo slajdu 2 75"/>
          <p:cNvSpPr/>
          <p:nvPr/>
        </p:nvSpPr>
        <p:spPr>
          <a:xfrm>
            <a:off x="25154367" y="4769495"/>
            <a:ext cx="98363" cy="290183"/>
          </a:xfrm>
          <a:custGeom>
            <a:avLst/>
            <a:gdLst/>
            <a:ahLst/>
            <a:cxnLst/>
            <a:rect l="0" t="0" r="r" b="b"/>
            <a:pathLst>
              <a:path w="98363" h="290183">
                <a:moveTo>
                  <a:pt x="2664" y="0"/>
                </a:moveTo>
                <a:lnTo>
                  <a:pt x="98363" y="3342"/>
                </a:lnTo>
                <a:lnTo>
                  <a:pt x="80976" y="290183"/>
                </a:lnTo>
                <a:lnTo>
                  <a:pt x="0" y="287355"/>
                </a:lnTo>
                <a:close/>
              </a:path>
            </a:pathLst>
          </a:custGeom>
          <a:solidFill>
            <a:srgbClr val="F4F4F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1" name="Echo slajdu 2 76"/>
          <p:cNvSpPr/>
          <p:nvPr/>
        </p:nvSpPr>
        <p:spPr>
          <a:xfrm>
            <a:off x="25140672" y="4953275"/>
            <a:ext cx="112993" cy="77471"/>
          </a:xfrm>
          <a:custGeom>
            <a:avLst/>
            <a:gdLst/>
            <a:ahLst/>
            <a:cxnLst/>
            <a:rect l="0" t="0" r="r" b="b"/>
            <a:pathLst>
              <a:path w="112993" h="77471">
                <a:moveTo>
                  <a:pt x="2571" y="0"/>
                </a:moveTo>
                <a:lnTo>
                  <a:pt x="112993" y="3856"/>
                </a:lnTo>
                <a:lnTo>
                  <a:pt x="110422" y="77471"/>
                </a:lnTo>
                <a:lnTo>
                  <a:pt x="0" y="73615"/>
                </a:lnTo>
                <a:close/>
              </a:path>
            </a:pathLst>
          </a:custGeom>
          <a:solidFill>
            <a:srgbClr val="151515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2" name="Echo slajdu 2 77"/>
          <p:cNvSpPr/>
          <p:nvPr/>
        </p:nvSpPr>
        <p:spPr>
          <a:xfrm>
            <a:off x="25170632" y="4969026"/>
            <a:ext cx="53073" cy="45968"/>
          </a:xfrm>
          <a:custGeom>
            <a:avLst/>
            <a:gdLst/>
            <a:ahLst/>
            <a:cxnLst/>
            <a:rect l="0" t="0" r="r" b="b"/>
            <a:pathLst>
              <a:path w="53073" h="45968">
                <a:moveTo>
                  <a:pt x="1542" y="0"/>
                </a:moveTo>
                <a:lnTo>
                  <a:pt x="53073" y="1799"/>
                </a:lnTo>
                <a:lnTo>
                  <a:pt x="51530" y="45968"/>
                </a:lnTo>
                <a:lnTo>
                  <a:pt x="0" y="4416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3" name="Echo slajdu 2 78"/>
          <p:cNvSpPr/>
          <p:nvPr/>
        </p:nvSpPr>
        <p:spPr>
          <a:xfrm>
            <a:off x="25122350" y="5041356"/>
            <a:ext cx="139868" cy="157933"/>
          </a:xfrm>
          <a:custGeom>
            <a:avLst/>
            <a:gdLst/>
            <a:ahLst/>
            <a:cxnLst/>
            <a:rect l="0" t="0" r="r" b="b"/>
            <a:pathLst>
              <a:path w="139868" h="157933">
                <a:moveTo>
                  <a:pt x="10446" y="0"/>
                </a:moveTo>
                <a:lnTo>
                  <a:pt x="135592" y="4370"/>
                </a:lnTo>
                <a:lnTo>
                  <a:pt x="139868" y="92965"/>
                </a:lnTo>
                <a:lnTo>
                  <a:pt x="100747" y="157933"/>
                </a:lnTo>
                <a:lnTo>
                  <a:pt x="34494" y="155619"/>
                </a:lnTo>
                <a:lnTo>
                  <a:pt x="0" y="88081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4" name="Echo slajdu 2 79"/>
          <p:cNvSpPr/>
          <p:nvPr/>
        </p:nvSpPr>
        <p:spPr>
          <a:xfrm>
            <a:off x="25702431" y="4396139"/>
            <a:ext cx="161026" cy="231012"/>
          </a:xfrm>
          <a:custGeom>
            <a:avLst/>
            <a:gdLst/>
            <a:ahLst/>
            <a:cxnLst/>
            <a:rect l="0" t="0" r="r" b="b"/>
            <a:pathLst>
              <a:path w="161026" h="231012">
                <a:moveTo>
                  <a:pt x="145886" y="0"/>
                </a:moveTo>
                <a:lnTo>
                  <a:pt x="0" y="20503"/>
                </a:lnTo>
                <a:lnTo>
                  <a:pt x="37023" y="231012"/>
                </a:lnTo>
                <a:lnTo>
                  <a:pt x="161026" y="21358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5" name="Echo slajdu 2 80"/>
          <p:cNvSpPr/>
          <p:nvPr/>
        </p:nvSpPr>
        <p:spPr>
          <a:xfrm>
            <a:off x="25745724" y="4603454"/>
            <a:ext cx="126723" cy="189415"/>
          </a:xfrm>
          <a:custGeom>
            <a:avLst/>
            <a:gdLst/>
            <a:ahLst/>
            <a:cxnLst/>
            <a:rect l="0" t="0" r="r" b="b"/>
            <a:pathLst>
              <a:path w="126723" h="189415">
                <a:moveTo>
                  <a:pt x="109414" y="0"/>
                </a:moveTo>
                <a:lnTo>
                  <a:pt x="0" y="15377"/>
                </a:lnTo>
                <a:lnTo>
                  <a:pt x="31898" y="189415"/>
                </a:lnTo>
                <a:lnTo>
                  <a:pt x="126723" y="176088"/>
                </a:lnTo>
                <a:close/>
              </a:path>
            </a:pathLst>
          </a:custGeom>
          <a:solidFill>
            <a:srgbClr val="D2D2D2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6" name="Echo slajdu 2 81"/>
          <p:cNvSpPr/>
          <p:nvPr/>
        </p:nvSpPr>
        <p:spPr>
          <a:xfrm>
            <a:off x="25775869" y="4769495"/>
            <a:ext cx="98363" cy="290183"/>
          </a:xfrm>
          <a:custGeom>
            <a:avLst/>
            <a:gdLst/>
            <a:ahLst/>
            <a:cxnLst/>
            <a:rect l="0" t="0" r="r" b="b"/>
            <a:pathLst>
              <a:path w="98363" h="290183">
                <a:moveTo>
                  <a:pt x="95699" y="0"/>
                </a:moveTo>
                <a:lnTo>
                  <a:pt x="0" y="3342"/>
                </a:lnTo>
                <a:lnTo>
                  <a:pt x="17387" y="290183"/>
                </a:lnTo>
                <a:lnTo>
                  <a:pt x="98363" y="287355"/>
                </a:ln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7" name="Echo slajdu 2 82"/>
          <p:cNvSpPr/>
          <p:nvPr/>
        </p:nvSpPr>
        <p:spPr>
          <a:xfrm>
            <a:off x="25766381" y="5041356"/>
            <a:ext cx="139868" cy="157933"/>
          </a:xfrm>
          <a:custGeom>
            <a:avLst/>
            <a:gdLst/>
            <a:ahLst/>
            <a:cxnLst/>
            <a:rect l="0" t="0" r="r" b="b"/>
            <a:pathLst>
              <a:path w="139868" h="157933">
                <a:moveTo>
                  <a:pt x="129422" y="0"/>
                </a:moveTo>
                <a:lnTo>
                  <a:pt x="4277" y="4370"/>
                </a:lnTo>
                <a:lnTo>
                  <a:pt x="0" y="92965"/>
                </a:lnTo>
                <a:lnTo>
                  <a:pt x="39121" y="157933"/>
                </a:lnTo>
                <a:lnTo>
                  <a:pt x="105374" y="155619"/>
                </a:lnTo>
                <a:lnTo>
                  <a:pt x="139868" y="88081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8" name="Echo slajdu 2 83"/>
          <p:cNvSpPr/>
          <p:nvPr/>
        </p:nvSpPr>
        <p:spPr>
          <a:xfrm>
            <a:off x="15201265" y="-50800"/>
            <a:ext cx="90805" cy="85090"/>
          </a:xfrm>
          <a:custGeom>
            <a:avLst/>
            <a:gdLst/>
            <a:ahLst/>
            <a:cxnLst/>
            <a:rect l="0" t="0" r="r" b="b"/>
            <a:pathLst>
              <a:path w="90805" h="85090">
                <a:moveTo>
                  <a:pt x="4445" y="0"/>
                </a:moveTo>
                <a:lnTo>
                  <a:pt x="90805" y="40640"/>
                </a:lnTo>
                <a:lnTo>
                  <a:pt x="0" y="8509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09" name="Echo slajdu 2 84"/>
          <p:cNvSpPr/>
          <p:nvPr/>
        </p:nvSpPr>
        <p:spPr>
          <a:xfrm>
            <a:off x="15135225" y="-95885"/>
            <a:ext cx="186690" cy="191770"/>
          </a:xfrm>
          <a:custGeom>
            <a:avLst/>
            <a:gdLst/>
            <a:ahLst/>
            <a:cxnLst/>
            <a:rect l="0" t="0" r="r" b="b"/>
            <a:pathLst>
              <a:path w="186690" h="191770">
                <a:moveTo>
                  <a:pt x="0" y="26670"/>
                </a:moveTo>
                <a:lnTo>
                  <a:pt x="186690" y="0"/>
                </a:lnTo>
                <a:lnTo>
                  <a:pt x="167640" y="19177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0" name="Echo slajdu 2 85"/>
          <p:cNvSpPr/>
          <p:nvPr/>
        </p:nvSpPr>
        <p:spPr>
          <a:xfrm>
            <a:off x="15220950" y="-33655"/>
            <a:ext cx="49530" cy="63500"/>
          </a:xfrm>
          <a:custGeom>
            <a:avLst/>
            <a:gdLst/>
            <a:ahLst/>
            <a:cxnLst/>
            <a:rect l="0" t="0" r="r" b="b"/>
            <a:pathLst>
              <a:path w="49530" h="63500">
                <a:moveTo>
                  <a:pt x="49530" y="63500"/>
                </a:moveTo>
                <a:lnTo>
                  <a:pt x="0" y="55245"/>
                </a:lnTo>
                <a:lnTo>
                  <a:pt x="1714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1" name="Echo slajdu 2 86"/>
          <p:cNvSpPr/>
          <p:nvPr/>
        </p:nvSpPr>
        <p:spPr>
          <a:xfrm>
            <a:off x="15182850" y="-36195"/>
            <a:ext cx="102870" cy="90805"/>
          </a:xfrm>
          <a:custGeom>
            <a:avLst/>
            <a:gdLst/>
            <a:ahLst/>
            <a:cxnLst/>
            <a:rect l="0" t="0" r="r" b="b"/>
            <a:pathLst>
              <a:path w="102870" h="90805">
                <a:moveTo>
                  <a:pt x="0" y="38735"/>
                </a:moveTo>
                <a:lnTo>
                  <a:pt x="102870" y="0"/>
                </a:lnTo>
                <a:lnTo>
                  <a:pt x="74930" y="9080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2" name="Echo slajdu 2 87"/>
          <p:cNvSpPr/>
          <p:nvPr/>
        </p:nvSpPr>
        <p:spPr>
          <a:xfrm>
            <a:off x="15158720" y="-41275"/>
            <a:ext cx="129540" cy="95885"/>
          </a:xfrm>
          <a:custGeom>
            <a:avLst/>
            <a:gdLst/>
            <a:ahLst/>
            <a:cxnLst/>
            <a:rect l="0" t="0" r="r" b="b"/>
            <a:pathLst>
              <a:path w="129540" h="95885">
                <a:moveTo>
                  <a:pt x="0" y="0"/>
                </a:moveTo>
                <a:lnTo>
                  <a:pt x="129540" y="24130"/>
                </a:lnTo>
                <a:lnTo>
                  <a:pt x="80645" y="9588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3" name="Echo slajdu 2 88"/>
          <p:cNvSpPr/>
          <p:nvPr/>
        </p:nvSpPr>
        <p:spPr>
          <a:xfrm>
            <a:off x="15137765" y="-43180"/>
            <a:ext cx="187325" cy="146685"/>
          </a:xfrm>
          <a:custGeom>
            <a:avLst/>
            <a:gdLst/>
            <a:ahLst/>
            <a:cxnLst/>
            <a:rect l="0" t="0" r="r" b="b"/>
            <a:pathLst>
              <a:path w="187325" h="146685">
                <a:moveTo>
                  <a:pt x="96520" y="146685"/>
                </a:moveTo>
                <a:lnTo>
                  <a:pt x="0" y="35560"/>
                </a:lnTo>
                <a:lnTo>
                  <a:pt x="18732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4" name="Echo slajdu 2 89"/>
          <p:cNvSpPr/>
          <p:nvPr/>
        </p:nvSpPr>
        <p:spPr>
          <a:xfrm>
            <a:off x="15171420" y="-44450"/>
            <a:ext cx="139065" cy="118745"/>
          </a:xfrm>
          <a:custGeom>
            <a:avLst/>
            <a:gdLst/>
            <a:ahLst/>
            <a:cxnLst/>
            <a:rect l="0" t="0" r="r" b="b"/>
            <a:pathLst>
              <a:path w="139065" h="118745">
                <a:moveTo>
                  <a:pt x="0" y="0"/>
                </a:moveTo>
                <a:lnTo>
                  <a:pt x="139065" y="6985"/>
                </a:lnTo>
                <a:lnTo>
                  <a:pt x="69215" y="11874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5" name="Echo slajdu 2 90"/>
          <p:cNvSpPr/>
          <p:nvPr/>
        </p:nvSpPr>
        <p:spPr>
          <a:xfrm>
            <a:off x="15166340" y="-34925"/>
            <a:ext cx="159385" cy="128905"/>
          </a:xfrm>
          <a:custGeom>
            <a:avLst/>
            <a:gdLst/>
            <a:ahLst/>
            <a:cxnLst/>
            <a:rect l="0" t="0" r="r" b="b"/>
            <a:pathLst>
              <a:path w="159385" h="128905">
                <a:moveTo>
                  <a:pt x="86360" y="128905"/>
                </a:moveTo>
                <a:lnTo>
                  <a:pt x="0" y="32385"/>
                </a:lnTo>
                <a:lnTo>
                  <a:pt x="159385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6" name="Echo slajdu 2 91"/>
          <p:cNvSpPr/>
          <p:nvPr/>
        </p:nvSpPr>
        <p:spPr>
          <a:xfrm>
            <a:off x="15158720" y="-53975"/>
            <a:ext cx="142875" cy="123190"/>
          </a:xfrm>
          <a:custGeom>
            <a:avLst/>
            <a:gdLst/>
            <a:ahLst/>
            <a:cxnLst/>
            <a:rect l="0" t="0" r="r" b="b"/>
            <a:pathLst>
              <a:path w="142875" h="123190">
                <a:moveTo>
                  <a:pt x="124460" y="123190"/>
                </a:moveTo>
                <a:lnTo>
                  <a:pt x="0" y="67310"/>
                </a:lnTo>
                <a:lnTo>
                  <a:pt x="14287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7" name="Echo slajdu 2 92"/>
          <p:cNvSpPr/>
          <p:nvPr/>
        </p:nvSpPr>
        <p:spPr>
          <a:xfrm>
            <a:off x="15145385" y="-77470"/>
            <a:ext cx="197485" cy="198755"/>
          </a:xfrm>
          <a:custGeom>
            <a:avLst/>
            <a:gdLst/>
            <a:ahLst/>
            <a:cxnLst/>
            <a:rect l="0" t="0" r="r" b="b"/>
            <a:pathLst>
              <a:path w="197485" h="198755">
                <a:moveTo>
                  <a:pt x="43815" y="198755"/>
                </a:moveTo>
                <a:lnTo>
                  <a:pt x="0" y="61595"/>
                </a:lnTo>
                <a:lnTo>
                  <a:pt x="19748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8" name="Echo slajdu 2 93"/>
          <p:cNvSpPr/>
          <p:nvPr/>
        </p:nvSpPr>
        <p:spPr>
          <a:xfrm>
            <a:off x="15161895" y="-78105"/>
            <a:ext cx="160020" cy="99695"/>
          </a:xfrm>
          <a:custGeom>
            <a:avLst/>
            <a:gdLst/>
            <a:ahLst/>
            <a:cxnLst/>
            <a:rect l="0" t="0" r="r" b="b"/>
            <a:pathLst>
              <a:path w="160020" h="99695">
                <a:moveTo>
                  <a:pt x="160020" y="78105"/>
                </a:moveTo>
                <a:lnTo>
                  <a:pt x="0" y="99695"/>
                </a:lnTo>
                <a:lnTo>
                  <a:pt x="9525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19" name="Echo slajdu 2 94"/>
          <p:cNvSpPr/>
          <p:nvPr/>
        </p:nvSpPr>
        <p:spPr>
          <a:xfrm>
            <a:off x="15156815" y="-70485"/>
            <a:ext cx="153035" cy="125730"/>
          </a:xfrm>
          <a:custGeom>
            <a:avLst/>
            <a:gdLst/>
            <a:ahLst/>
            <a:cxnLst/>
            <a:rect l="0" t="0" r="r" b="b"/>
            <a:pathLst>
              <a:path w="153035" h="125730">
                <a:moveTo>
                  <a:pt x="0" y="125730"/>
                </a:moveTo>
                <a:lnTo>
                  <a:pt x="99695" y="0"/>
                </a:lnTo>
                <a:lnTo>
                  <a:pt x="153035" y="1016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0" name="Echo slajdu 2 95"/>
          <p:cNvSpPr/>
          <p:nvPr/>
        </p:nvSpPr>
        <p:spPr>
          <a:xfrm>
            <a:off x="15187930" y="-59690"/>
            <a:ext cx="113665" cy="95885"/>
          </a:xfrm>
          <a:custGeom>
            <a:avLst/>
            <a:gdLst/>
            <a:ahLst/>
            <a:cxnLst/>
            <a:rect l="0" t="0" r="r" b="b"/>
            <a:pathLst>
              <a:path w="113665" h="95885">
                <a:moveTo>
                  <a:pt x="0" y="0"/>
                </a:moveTo>
                <a:lnTo>
                  <a:pt x="113665" y="34925"/>
                </a:lnTo>
                <a:lnTo>
                  <a:pt x="23495" y="9588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1" name="Echo slajdu 2 96"/>
          <p:cNvSpPr/>
          <p:nvPr/>
        </p:nvSpPr>
        <p:spPr>
          <a:xfrm>
            <a:off x="15190470" y="-34925"/>
            <a:ext cx="80010" cy="81280"/>
          </a:xfrm>
          <a:custGeom>
            <a:avLst/>
            <a:gdLst/>
            <a:ahLst/>
            <a:cxnLst/>
            <a:rect l="0" t="0" r="r" b="b"/>
            <a:pathLst>
              <a:path w="80010" h="81280">
                <a:moveTo>
                  <a:pt x="0" y="57785"/>
                </a:moveTo>
                <a:lnTo>
                  <a:pt x="80010" y="0"/>
                </a:lnTo>
                <a:lnTo>
                  <a:pt x="67310" y="8128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2" name="Echo slajdu 2 97"/>
          <p:cNvSpPr/>
          <p:nvPr/>
        </p:nvSpPr>
        <p:spPr>
          <a:xfrm>
            <a:off x="15196820" y="-33655"/>
            <a:ext cx="73660" cy="72390"/>
          </a:xfrm>
          <a:custGeom>
            <a:avLst/>
            <a:gdLst/>
            <a:ahLst/>
            <a:cxnLst/>
            <a:rect l="0" t="0" r="r" b="b"/>
            <a:pathLst>
              <a:path w="73660" h="72390">
                <a:moveTo>
                  <a:pt x="0" y="55880"/>
                </a:moveTo>
                <a:lnTo>
                  <a:pt x="28575" y="0"/>
                </a:lnTo>
                <a:lnTo>
                  <a:pt x="73660" y="7239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3" name="Echo slajdu 2 98"/>
          <p:cNvSpPr/>
          <p:nvPr/>
        </p:nvSpPr>
        <p:spPr>
          <a:xfrm>
            <a:off x="15166975" y="-86360"/>
            <a:ext cx="153670" cy="162560"/>
          </a:xfrm>
          <a:custGeom>
            <a:avLst/>
            <a:gdLst/>
            <a:ahLst/>
            <a:cxnLst/>
            <a:rect l="0" t="0" r="r" b="b"/>
            <a:pathLst>
              <a:path w="153670" h="162560">
                <a:moveTo>
                  <a:pt x="26035" y="162560"/>
                </a:moveTo>
                <a:lnTo>
                  <a:pt x="0" y="0"/>
                </a:lnTo>
                <a:lnTo>
                  <a:pt x="153670" y="9144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4" name="Echo slajdu 2 99"/>
          <p:cNvSpPr/>
          <p:nvPr/>
        </p:nvSpPr>
        <p:spPr>
          <a:xfrm>
            <a:off x="15126335" y="-55245"/>
            <a:ext cx="234950" cy="180340"/>
          </a:xfrm>
          <a:custGeom>
            <a:avLst/>
            <a:gdLst/>
            <a:ahLst/>
            <a:cxnLst/>
            <a:rect l="0" t="0" r="r" b="b"/>
            <a:pathLst>
              <a:path w="234950" h="180340">
                <a:moveTo>
                  <a:pt x="0" y="0"/>
                </a:moveTo>
                <a:lnTo>
                  <a:pt x="234950" y="50800"/>
                </a:lnTo>
                <a:lnTo>
                  <a:pt x="130810" y="18034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5" name="Echo slajdu 2 100"/>
          <p:cNvSpPr/>
          <p:nvPr/>
        </p:nvSpPr>
        <p:spPr>
          <a:xfrm>
            <a:off x="15129510" y="-128905"/>
            <a:ext cx="204470" cy="177800"/>
          </a:xfrm>
          <a:custGeom>
            <a:avLst/>
            <a:gdLst/>
            <a:ahLst/>
            <a:cxnLst/>
            <a:rect l="0" t="0" r="r" b="b"/>
            <a:pathLst>
              <a:path w="204470" h="177800">
                <a:moveTo>
                  <a:pt x="93980" y="0"/>
                </a:moveTo>
                <a:lnTo>
                  <a:pt x="204470" y="177800"/>
                </a:lnTo>
                <a:lnTo>
                  <a:pt x="0" y="15938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6" name="Echo slajdu 2 101"/>
          <p:cNvSpPr/>
          <p:nvPr/>
        </p:nvSpPr>
        <p:spPr>
          <a:xfrm>
            <a:off x="15186025" y="-109855"/>
            <a:ext cx="108585" cy="160655"/>
          </a:xfrm>
          <a:custGeom>
            <a:avLst/>
            <a:gdLst/>
            <a:ahLst/>
            <a:cxnLst/>
            <a:rect l="0" t="0" r="r" b="b"/>
            <a:pathLst>
              <a:path w="108585" h="160655">
                <a:moveTo>
                  <a:pt x="78105" y="0"/>
                </a:moveTo>
                <a:lnTo>
                  <a:pt x="108585" y="160655"/>
                </a:lnTo>
                <a:lnTo>
                  <a:pt x="0" y="14795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7" name="Echo slajdu 2 102"/>
          <p:cNvSpPr/>
          <p:nvPr/>
        </p:nvSpPr>
        <p:spPr>
          <a:xfrm>
            <a:off x="15192375" y="-96520"/>
            <a:ext cx="125095" cy="172720"/>
          </a:xfrm>
          <a:custGeom>
            <a:avLst/>
            <a:gdLst/>
            <a:ahLst/>
            <a:cxnLst/>
            <a:rect l="0" t="0" r="r" b="b"/>
            <a:pathLst>
              <a:path w="125095" h="172720">
                <a:moveTo>
                  <a:pt x="0" y="0"/>
                </a:moveTo>
                <a:lnTo>
                  <a:pt x="125095" y="96520"/>
                </a:lnTo>
                <a:lnTo>
                  <a:pt x="13970" y="17272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8" name="Echo slajdu 2 103"/>
          <p:cNvSpPr/>
          <p:nvPr/>
        </p:nvSpPr>
        <p:spPr>
          <a:xfrm>
            <a:off x="15222220" y="-32385"/>
            <a:ext cx="45720" cy="62230"/>
          </a:xfrm>
          <a:custGeom>
            <a:avLst/>
            <a:gdLst/>
            <a:ahLst/>
            <a:cxnLst/>
            <a:rect l="0" t="0" r="r" b="b"/>
            <a:pathLst>
              <a:path w="45720" h="62230">
                <a:moveTo>
                  <a:pt x="0" y="0"/>
                </a:moveTo>
                <a:lnTo>
                  <a:pt x="45720" y="20320"/>
                </a:lnTo>
                <a:lnTo>
                  <a:pt x="3810" y="6223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9" name="Echo slajdu 2 104"/>
          <p:cNvSpPr/>
          <p:nvPr/>
        </p:nvSpPr>
        <p:spPr>
          <a:xfrm>
            <a:off x="15138400" y="-107950"/>
            <a:ext cx="209550" cy="152400"/>
          </a:xfrm>
          <a:custGeom>
            <a:avLst/>
            <a:gdLst/>
            <a:ahLst/>
            <a:cxnLst/>
            <a:rect l="0" t="0" r="r" b="b"/>
            <a:pathLst>
              <a:path w="209550" h="152400">
                <a:moveTo>
                  <a:pt x="209550" y="152400"/>
                </a:moveTo>
                <a:lnTo>
                  <a:pt x="0" y="136525"/>
                </a:lnTo>
                <a:lnTo>
                  <a:pt x="13398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0" name="Echo slajdu 2 105"/>
          <p:cNvSpPr/>
          <p:nvPr/>
        </p:nvSpPr>
        <p:spPr>
          <a:xfrm>
            <a:off x="15172690" y="-53340"/>
            <a:ext cx="163830" cy="149225"/>
          </a:xfrm>
          <a:custGeom>
            <a:avLst/>
            <a:gdLst/>
            <a:ahLst/>
            <a:cxnLst/>
            <a:rect l="0" t="0" r="r" b="b"/>
            <a:pathLst>
              <a:path w="163830" h="149225">
                <a:moveTo>
                  <a:pt x="0" y="0"/>
                </a:moveTo>
                <a:lnTo>
                  <a:pt x="163830" y="17780"/>
                </a:lnTo>
                <a:lnTo>
                  <a:pt x="81280" y="14922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1" name="Echo slajdu 2 106"/>
          <p:cNvSpPr/>
          <p:nvPr/>
        </p:nvSpPr>
        <p:spPr>
          <a:xfrm>
            <a:off x="15206980" y="-41275"/>
            <a:ext cx="74930" cy="84455"/>
          </a:xfrm>
          <a:custGeom>
            <a:avLst/>
            <a:gdLst/>
            <a:ahLst/>
            <a:cxnLst/>
            <a:rect l="0" t="0" r="r" b="b"/>
            <a:pathLst>
              <a:path w="74930" h="84455">
                <a:moveTo>
                  <a:pt x="74930" y="84455"/>
                </a:moveTo>
                <a:lnTo>
                  <a:pt x="0" y="59055"/>
                </a:lnTo>
                <a:lnTo>
                  <a:pt x="3492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2" name="Echo slajdu 2 107"/>
          <p:cNvSpPr/>
          <p:nvPr/>
        </p:nvSpPr>
        <p:spPr>
          <a:xfrm>
            <a:off x="15189835" y="-66675"/>
            <a:ext cx="118745" cy="102235"/>
          </a:xfrm>
          <a:custGeom>
            <a:avLst/>
            <a:gdLst/>
            <a:ahLst/>
            <a:cxnLst/>
            <a:rect l="0" t="0" r="r" b="b"/>
            <a:pathLst>
              <a:path w="118745" h="102235">
                <a:moveTo>
                  <a:pt x="118745" y="98425"/>
                </a:moveTo>
                <a:lnTo>
                  <a:pt x="0" y="102235"/>
                </a:lnTo>
                <a:lnTo>
                  <a:pt x="8699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3" name="Echo slajdu 2 108"/>
          <p:cNvSpPr/>
          <p:nvPr/>
        </p:nvSpPr>
        <p:spPr>
          <a:xfrm>
            <a:off x="15178405" y="-40005"/>
            <a:ext cx="135890" cy="132715"/>
          </a:xfrm>
          <a:custGeom>
            <a:avLst/>
            <a:gdLst/>
            <a:ahLst/>
            <a:cxnLst/>
            <a:rect l="0" t="0" r="r" b="b"/>
            <a:pathLst>
              <a:path w="135890" h="132715">
                <a:moveTo>
                  <a:pt x="77470" y="132715"/>
                </a:moveTo>
                <a:lnTo>
                  <a:pt x="0" y="0"/>
                </a:lnTo>
                <a:lnTo>
                  <a:pt x="135890" y="4254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4" name="Echo slajdu 2 109"/>
          <p:cNvSpPr/>
          <p:nvPr/>
        </p:nvSpPr>
        <p:spPr>
          <a:xfrm>
            <a:off x="15191740" y="-36195"/>
            <a:ext cx="106680" cy="100965"/>
          </a:xfrm>
          <a:custGeom>
            <a:avLst/>
            <a:gdLst/>
            <a:ahLst/>
            <a:cxnLst/>
            <a:rect l="0" t="0" r="r" b="b"/>
            <a:pathLst>
              <a:path w="106680" h="100965">
                <a:moveTo>
                  <a:pt x="0" y="0"/>
                </a:moveTo>
                <a:lnTo>
                  <a:pt x="106680" y="30480"/>
                </a:lnTo>
                <a:lnTo>
                  <a:pt x="40640" y="10096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5" name="Echo slajdu 2 110"/>
          <p:cNvSpPr/>
          <p:nvPr/>
        </p:nvSpPr>
        <p:spPr>
          <a:xfrm>
            <a:off x="15187930" y="-69215"/>
            <a:ext cx="78740" cy="120650"/>
          </a:xfrm>
          <a:custGeom>
            <a:avLst/>
            <a:gdLst/>
            <a:ahLst/>
            <a:cxnLst/>
            <a:rect l="0" t="0" r="r" b="b"/>
            <a:pathLst>
              <a:path w="78740" h="120650">
                <a:moveTo>
                  <a:pt x="78740" y="0"/>
                </a:moveTo>
                <a:lnTo>
                  <a:pt x="55880" y="120650"/>
                </a:lnTo>
                <a:lnTo>
                  <a:pt x="0" y="5842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6" name="Echo slajdu 2 111"/>
          <p:cNvSpPr/>
          <p:nvPr/>
        </p:nvSpPr>
        <p:spPr>
          <a:xfrm>
            <a:off x="15200630" y="-40640"/>
            <a:ext cx="78740" cy="114935"/>
          </a:xfrm>
          <a:custGeom>
            <a:avLst/>
            <a:gdLst/>
            <a:ahLst/>
            <a:cxnLst/>
            <a:rect l="0" t="0" r="r" b="b"/>
            <a:pathLst>
              <a:path w="78740" h="114935">
                <a:moveTo>
                  <a:pt x="0" y="10795"/>
                </a:moveTo>
                <a:lnTo>
                  <a:pt x="78740" y="0"/>
                </a:lnTo>
                <a:lnTo>
                  <a:pt x="7620" y="11493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7" name="Echo slajdu 2 112"/>
          <p:cNvSpPr/>
          <p:nvPr/>
        </p:nvSpPr>
        <p:spPr>
          <a:xfrm>
            <a:off x="15199995" y="-55880"/>
            <a:ext cx="74295" cy="100330"/>
          </a:xfrm>
          <a:custGeom>
            <a:avLst/>
            <a:gdLst/>
            <a:ahLst/>
            <a:cxnLst/>
            <a:rect l="0" t="0" r="r" b="b"/>
            <a:pathLst>
              <a:path w="74295" h="100330">
                <a:moveTo>
                  <a:pt x="0" y="100330"/>
                </a:moveTo>
                <a:lnTo>
                  <a:pt x="15240" y="0"/>
                </a:lnTo>
                <a:lnTo>
                  <a:pt x="74295" y="9080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8" name="Echo slajdu 2 113"/>
          <p:cNvSpPr/>
          <p:nvPr/>
        </p:nvSpPr>
        <p:spPr>
          <a:xfrm>
            <a:off x="15159990" y="-69850"/>
            <a:ext cx="143510" cy="161925"/>
          </a:xfrm>
          <a:custGeom>
            <a:avLst/>
            <a:gdLst/>
            <a:ahLst/>
            <a:cxnLst/>
            <a:rect l="0" t="0" r="r" b="b"/>
            <a:pathLst>
              <a:path w="143510" h="161925">
                <a:moveTo>
                  <a:pt x="143510" y="0"/>
                </a:moveTo>
                <a:lnTo>
                  <a:pt x="106045" y="161925"/>
                </a:lnTo>
                <a:lnTo>
                  <a:pt x="0" y="6159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9" name="Echo slajdu 2 114"/>
          <p:cNvSpPr/>
          <p:nvPr/>
        </p:nvSpPr>
        <p:spPr>
          <a:xfrm>
            <a:off x="15189835" y="-36195"/>
            <a:ext cx="80010" cy="89535"/>
          </a:xfrm>
          <a:custGeom>
            <a:avLst/>
            <a:gdLst/>
            <a:ahLst/>
            <a:cxnLst/>
            <a:rect l="0" t="0" r="r" b="b"/>
            <a:pathLst>
              <a:path w="80010" h="89535">
                <a:moveTo>
                  <a:pt x="80010" y="0"/>
                </a:moveTo>
                <a:lnTo>
                  <a:pt x="79375" y="89535"/>
                </a:lnTo>
                <a:lnTo>
                  <a:pt x="0" y="6096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0" name="Echo slajdu 2 115"/>
          <p:cNvSpPr/>
          <p:nvPr/>
        </p:nvSpPr>
        <p:spPr>
          <a:xfrm>
            <a:off x="15163165" y="-34925"/>
            <a:ext cx="114300" cy="85725"/>
          </a:xfrm>
          <a:custGeom>
            <a:avLst/>
            <a:gdLst/>
            <a:ahLst/>
            <a:cxnLst/>
            <a:rect l="0" t="0" r="r" b="b"/>
            <a:pathLst>
              <a:path w="114300" h="85725">
                <a:moveTo>
                  <a:pt x="114300" y="0"/>
                </a:moveTo>
                <a:lnTo>
                  <a:pt x="64135" y="85725"/>
                </a:lnTo>
                <a:lnTo>
                  <a:pt x="0" y="2603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1" name="Echo slajdu 2 116"/>
          <p:cNvSpPr/>
          <p:nvPr/>
        </p:nvSpPr>
        <p:spPr>
          <a:xfrm>
            <a:off x="15206345" y="-31750"/>
            <a:ext cx="60325" cy="66675"/>
          </a:xfrm>
          <a:custGeom>
            <a:avLst/>
            <a:gdLst/>
            <a:ahLst/>
            <a:cxnLst/>
            <a:rect l="0" t="0" r="r" b="b"/>
            <a:pathLst>
              <a:path w="60325" h="66675">
                <a:moveTo>
                  <a:pt x="40640" y="0"/>
                </a:moveTo>
                <a:lnTo>
                  <a:pt x="60325" y="66675"/>
                </a:lnTo>
                <a:lnTo>
                  <a:pt x="0" y="4445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2" name="Echo slajdu 2 117"/>
          <p:cNvSpPr/>
          <p:nvPr/>
        </p:nvSpPr>
        <p:spPr>
          <a:xfrm>
            <a:off x="15166975" y="-56515"/>
            <a:ext cx="141605" cy="116205"/>
          </a:xfrm>
          <a:custGeom>
            <a:avLst/>
            <a:gdLst/>
            <a:ahLst/>
            <a:cxnLst/>
            <a:rect l="0" t="0" r="r" b="b"/>
            <a:pathLst>
              <a:path w="141605" h="116205">
                <a:moveTo>
                  <a:pt x="0" y="0"/>
                </a:moveTo>
                <a:lnTo>
                  <a:pt x="141605" y="14605"/>
                </a:lnTo>
                <a:lnTo>
                  <a:pt x="17780" y="11620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3" name="Echo slajdu 2 118"/>
          <p:cNvSpPr/>
          <p:nvPr/>
        </p:nvSpPr>
        <p:spPr>
          <a:xfrm>
            <a:off x="15182215" y="-59055"/>
            <a:ext cx="92710" cy="113665"/>
          </a:xfrm>
          <a:custGeom>
            <a:avLst/>
            <a:gdLst/>
            <a:ahLst/>
            <a:cxnLst/>
            <a:rect l="0" t="0" r="r" b="b"/>
            <a:pathLst>
              <a:path w="92710" h="113665">
                <a:moveTo>
                  <a:pt x="0" y="62230"/>
                </a:moveTo>
                <a:lnTo>
                  <a:pt x="71120" y="0"/>
                </a:lnTo>
                <a:lnTo>
                  <a:pt x="92710" y="11366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4" name="Echo slajdu 2 119"/>
          <p:cNvSpPr/>
          <p:nvPr/>
        </p:nvSpPr>
        <p:spPr>
          <a:xfrm>
            <a:off x="15170150" y="-58420"/>
            <a:ext cx="142875" cy="100330"/>
          </a:xfrm>
          <a:custGeom>
            <a:avLst/>
            <a:gdLst/>
            <a:ahLst/>
            <a:cxnLst/>
            <a:rect l="0" t="0" r="r" b="b"/>
            <a:pathLst>
              <a:path w="142875" h="100330">
                <a:moveTo>
                  <a:pt x="18415" y="100330"/>
                </a:moveTo>
                <a:lnTo>
                  <a:pt x="0" y="0"/>
                </a:lnTo>
                <a:lnTo>
                  <a:pt x="142875" y="3746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5" name="Echo slajdu 2 120"/>
          <p:cNvSpPr/>
          <p:nvPr/>
        </p:nvSpPr>
        <p:spPr>
          <a:xfrm>
            <a:off x="15145385" y="-93345"/>
            <a:ext cx="151130" cy="177800"/>
          </a:xfrm>
          <a:custGeom>
            <a:avLst/>
            <a:gdLst/>
            <a:ahLst/>
            <a:cxnLst/>
            <a:rect l="0" t="0" r="r" b="b"/>
            <a:pathLst>
              <a:path w="151130" h="177800">
                <a:moveTo>
                  <a:pt x="80645" y="0"/>
                </a:moveTo>
                <a:lnTo>
                  <a:pt x="151130" y="177800"/>
                </a:lnTo>
                <a:lnTo>
                  <a:pt x="0" y="13652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6" name="Echo slajdu 2 121"/>
          <p:cNvSpPr/>
          <p:nvPr/>
        </p:nvSpPr>
        <p:spPr>
          <a:xfrm>
            <a:off x="15136495" y="-78740"/>
            <a:ext cx="177165" cy="121920"/>
          </a:xfrm>
          <a:custGeom>
            <a:avLst/>
            <a:gdLst/>
            <a:ahLst/>
            <a:cxnLst/>
            <a:rect l="0" t="0" r="r" b="b"/>
            <a:pathLst>
              <a:path w="177165" h="121920">
                <a:moveTo>
                  <a:pt x="177165" y="121920"/>
                </a:moveTo>
                <a:lnTo>
                  <a:pt x="0" y="56515"/>
                </a:lnTo>
                <a:lnTo>
                  <a:pt x="17399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7" name="Echo slajdu 2 122"/>
          <p:cNvSpPr/>
          <p:nvPr/>
        </p:nvSpPr>
        <p:spPr>
          <a:xfrm>
            <a:off x="15168880" y="-90170"/>
            <a:ext cx="134620" cy="131445"/>
          </a:xfrm>
          <a:custGeom>
            <a:avLst/>
            <a:gdLst/>
            <a:ahLst/>
            <a:cxnLst/>
            <a:rect l="0" t="0" r="r" b="b"/>
            <a:pathLst>
              <a:path w="134620" h="131445">
                <a:moveTo>
                  <a:pt x="54610" y="0"/>
                </a:moveTo>
                <a:lnTo>
                  <a:pt x="134620" y="131445"/>
                </a:lnTo>
                <a:lnTo>
                  <a:pt x="0" y="13081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8" name="Echo slajdu 2 123"/>
          <p:cNvSpPr/>
          <p:nvPr/>
        </p:nvSpPr>
        <p:spPr>
          <a:xfrm>
            <a:off x="15171420" y="-63500"/>
            <a:ext cx="113665" cy="158115"/>
          </a:xfrm>
          <a:custGeom>
            <a:avLst/>
            <a:gdLst/>
            <a:ahLst/>
            <a:cxnLst/>
            <a:rect l="0" t="0" r="r" b="b"/>
            <a:pathLst>
              <a:path w="113665" h="158115">
                <a:moveTo>
                  <a:pt x="82550" y="158115"/>
                </a:moveTo>
                <a:lnTo>
                  <a:pt x="0" y="27305"/>
                </a:lnTo>
                <a:lnTo>
                  <a:pt x="113665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49" name="Echo slajdu 2 124"/>
          <p:cNvSpPr/>
          <p:nvPr/>
        </p:nvSpPr>
        <p:spPr>
          <a:xfrm>
            <a:off x="15162530" y="-79375"/>
            <a:ext cx="178435" cy="170180"/>
          </a:xfrm>
          <a:custGeom>
            <a:avLst/>
            <a:gdLst/>
            <a:ahLst/>
            <a:cxnLst/>
            <a:rect l="0" t="0" r="r" b="b"/>
            <a:pathLst>
              <a:path w="178435" h="170180">
                <a:moveTo>
                  <a:pt x="0" y="170180"/>
                </a:moveTo>
                <a:lnTo>
                  <a:pt x="0" y="0"/>
                </a:lnTo>
                <a:lnTo>
                  <a:pt x="178435" y="13462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0" name="Echo slajdu 2 125"/>
          <p:cNvSpPr/>
          <p:nvPr/>
        </p:nvSpPr>
        <p:spPr>
          <a:xfrm>
            <a:off x="15206345" y="-23495"/>
            <a:ext cx="93345" cy="73025"/>
          </a:xfrm>
          <a:custGeom>
            <a:avLst/>
            <a:gdLst/>
            <a:ahLst/>
            <a:cxnLst/>
            <a:rect l="0" t="0" r="r" b="b"/>
            <a:pathLst>
              <a:path w="93345" h="73025">
                <a:moveTo>
                  <a:pt x="17145" y="73025"/>
                </a:moveTo>
                <a:lnTo>
                  <a:pt x="0" y="0"/>
                </a:lnTo>
                <a:lnTo>
                  <a:pt x="93345" y="3556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1" name="Echo slajdu 2 126"/>
          <p:cNvSpPr/>
          <p:nvPr/>
        </p:nvSpPr>
        <p:spPr>
          <a:xfrm>
            <a:off x="15212060" y="-27305"/>
            <a:ext cx="62865" cy="74295"/>
          </a:xfrm>
          <a:custGeom>
            <a:avLst/>
            <a:gdLst/>
            <a:ahLst/>
            <a:cxnLst/>
            <a:rect l="0" t="0" r="r" b="b"/>
            <a:pathLst>
              <a:path w="62865" h="74295">
                <a:moveTo>
                  <a:pt x="27305" y="74295"/>
                </a:moveTo>
                <a:lnTo>
                  <a:pt x="0" y="0"/>
                </a:lnTo>
                <a:lnTo>
                  <a:pt x="62865" y="825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2" name="Echo slajdu 2 127"/>
          <p:cNvSpPr/>
          <p:nvPr/>
        </p:nvSpPr>
        <p:spPr>
          <a:xfrm>
            <a:off x="15155545" y="-67945"/>
            <a:ext cx="149860" cy="170815"/>
          </a:xfrm>
          <a:custGeom>
            <a:avLst/>
            <a:gdLst/>
            <a:ahLst/>
            <a:cxnLst/>
            <a:rect l="0" t="0" r="r" b="b"/>
            <a:pathLst>
              <a:path w="149860" h="170815">
                <a:moveTo>
                  <a:pt x="0" y="0"/>
                </a:moveTo>
                <a:lnTo>
                  <a:pt x="149860" y="29210"/>
                </a:lnTo>
                <a:lnTo>
                  <a:pt x="118110" y="17081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3" name="Echo slajdu 2 128"/>
          <p:cNvSpPr/>
          <p:nvPr/>
        </p:nvSpPr>
        <p:spPr>
          <a:xfrm>
            <a:off x="15163165" y="-76835"/>
            <a:ext cx="133985" cy="201295"/>
          </a:xfrm>
          <a:custGeom>
            <a:avLst/>
            <a:gdLst/>
            <a:ahLst/>
            <a:cxnLst/>
            <a:rect l="0" t="0" r="r" b="b"/>
            <a:pathLst>
              <a:path w="133985" h="201295">
                <a:moveTo>
                  <a:pt x="124460" y="0"/>
                </a:moveTo>
                <a:lnTo>
                  <a:pt x="133985" y="201295"/>
                </a:lnTo>
                <a:lnTo>
                  <a:pt x="0" y="8953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4" name="Echo slajdu 2 129"/>
          <p:cNvSpPr/>
          <p:nvPr/>
        </p:nvSpPr>
        <p:spPr>
          <a:xfrm>
            <a:off x="15202535" y="-67945"/>
            <a:ext cx="122555" cy="139700"/>
          </a:xfrm>
          <a:custGeom>
            <a:avLst/>
            <a:gdLst/>
            <a:ahLst/>
            <a:cxnLst/>
            <a:rect l="0" t="0" r="r" b="b"/>
            <a:pathLst>
              <a:path w="122555" h="139700">
                <a:moveTo>
                  <a:pt x="10795" y="139700"/>
                </a:moveTo>
                <a:lnTo>
                  <a:pt x="0" y="0"/>
                </a:lnTo>
                <a:lnTo>
                  <a:pt x="122555" y="12446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5" name="Echo slajdu 2 130"/>
          <p:cNvSpPr/>
          <p:nvPr/>
        </p:nvSpPr>
        <p:spPr>
          <a:xfrm>
            <a:off x="15153640" y="-73025"/>
            <a:ext cx="142240" cy="100330"/>
          </a:xfrm>
          <a:custGeom>
            <a:avLst/>
            <a:gdLst/>
            <a:ahLst/>
            <a:cxnLst/>
            <a:rect l="0" t="0" r="r" b="b"/>
            <a:pathLst>
              <a:path w="142240" h="100330">
                <a:moveTo>
                  <a:pt x="0" y="99695"/>
                </a:moveTo>
                <a:lnTo>
                  <a:pt x="45720" y="0"/>
                </a:lnTo>
                <a:lnTo>
                  <a:pt x="142240" y="10033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6" name="Echo slajdu 2 131"/>
          <p:cNvSpPr/>
          <p:nvPr/>
        </p:nvSpPr>
        <p:spPr>
          <a:xfrm>
            <a:off x="15219680" y="-60325"/>
            <a:ext cx="67945" cy="97790"/>
          </a:xfrm>
          <a:custGeom>
            <a:avLst/>
            <a:gdLst/>
            <a:ahLst/>
            <a:cxnLst/>
            <a:rect l="0" t="0" r="r" b="b"/>
            <a:pathLst>
              <a:path w="67945" h="97790">
                <a:moveTo>
                  <a:pt x="0" y="0"/>
                </a:moveTo>
                <a:lnTo>
                  <a:pt x="67945" y="48260"/>
                </a:lnTo>
                <a:lnTo>
                  <a:pt x="15240" y="9779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7" name="Echo slajdu 2 132"/>
          <p:cNvSpPr/>
          <p:nvPr/>
        </p:nvSpPr>
        <p:spPr>
          <a:xfrm>
            <a:off x="15185390" y="-36830"/>
            <a:ext cx="69215" cy="73025"/>
          </a:xfrm>
          <a:custGeom>
            <a:avLst/>
            <a:gdLst/>
            <a:ahLst/>
            <a:cxnLst/>
            <a:rect l="0" t="0" r="r" b="b"/>
            <a:pathLst>
              <a:path w="69215" h="73025">
                <a:moveTo>
                  <a:pt x="69215" y="0"/>
                </a:moveTo>
                <a:lnTo>
                  <a:pt x="64135" y="73025"/>
                </a:lnTo>
                <a:lnTo>
                  <a:pt x="0" y="3429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8" name="Echo slajdu 2 133"/>
          <p:cNvSpPr/>
          <p:nvPr/>
        </p:nvSpPr>
        <p:spPr>
          <a:xfrm>
            <a:off x="15190470" y="-25400"/>
            <a:ext cx="81280" cy="48895"/>
          </a:xfrm>
          <a:custGeom>
            <a:avLst/>
            <a:gdLst/>
            <a:ahLst/>
            <a:cxnLst/>
            <a:rect l="0" t="0" r="r" b="b"/>
            <a:pathLst>
              <a:path w="81280" h="48895">
                <a:moveTo>
                  <a:pt x="36830" y="0"/>
                </a:moveTo>
                <a:lnTo>
                  <a:pt x="81280" y="48895"/>
                </a:lnTo>
                <a:lnTo>
                  <a:pt x="0" y="3810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59" name="Echo slajdu 2 134"/>
          <p:cNvSpPr/>
          <p:nvPr/>
        </p:nvSpPr>
        <p:spPr>
          <a:xfrm>
            <a:off x="15194280" y="-37465"/>
            <a:ext cx="113665" cy="101600"/>
          </a:xfrm>
          <a:custGeom>
            <a:avLst/>
            <a:gdLst/>
            <a:ahLst/>
            <a:cxnLst/>
            <a:rect l="0" t="0" r="r" b="b"/>
            <a:pathLst>
              <a:path w="113665" h="101600">
                <a:moveTo>
                  <a:pt x="113665" y="45720"/>
                </a:moveTo>
                <a:lnTo>
                  <a:pt x="30480" y="101600"/>
                </a:lnTo>
                <a:lnTo>
                  <a:pt x="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0" name="Echo slajdu 2 135"/>
          <p:cNvSpPr/>
          <p:nvPr/>
        </p:nvSpPr>
        <p:spPr>
          <a:xfrm>
            <a:off x="15165705" y="-90805"/>
            <a:ext cx="104140" cy="175895"/>
          </a:xfrm>
          <a:custGeom>
            <a:avLst/>
            <a:gdLst/>
            <a:ahLst/>
            <a:cxnLst/>
            <a:rect l="0" t="0" r="r" b="b"/>
            <a:pathLst>
              <a:path w="104140" h="175895">
                <a:moveTo>
                  <a:pt x="100965" y="0"/>
                </a:moveTo>
                <a:lnTo>
                  <a:pt x="104140" y="175895"/>
                </a:lnTo>
                <a:lnTo>
                  <a:pt x="0" y="9779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1" name="Echo slajdu 2 136"/>
          <p:cNvSpPr/>
          <p:nvPr/>
        </p:nvSpPr>
        <p:spPr>
          <a:xfrm>
            <a:off x="15220950" y="-40005"/>
            <a:ext cx="83820" cy="83185"/>
          </a:xfrm>
          <a:custGeom>
            <a:avLst/>
            <a:gdLst/>
            <a:ahLst/>
            <a:cxnLst/>
            <a:rect l="0" t="0" r="r" b="b"/>
            <a:pathLst>
              <a:path w="83820" h="83185">
                <a:moveTo>
                  <a:pt x="17780" y="83185"/>
                </a:moveTo>
                <a:lnTo>
                  <a:pt x="0" y="0"/>
                </a:lnTo>
                <a:lnTo>
                  <a:pt x="83820" y="2413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2" name="Echo slajdu 2 137"/>
          <p:cNvSpPr/>
          <p:nvPr/>
        </p:nvSpPr>
        <p:spPr>
          <a:xfrm>
            <a:off x="15168245" y="-75565"/>
            <a:ext cx="121920" cy="126365"/>
          </a:xfrm>
          <a:custGeom>
            <a:avLst/>
            <a:gdLst/>
            <a:ahLst/>
            <a:cxnLst/>
            <a:rect l="0" t="0" r="r" b="b"/>
            <a:pathLst>
              <a:path w="121920" h="126365">
                <a:moveTo>
                  <a:pt x="121920" y="126365"/>
                </a:moveTo>
                <a:lnTo>
                  <a:pt x="0" y="80010"/>
                </a:lnTo>
                <a:lnTo>
                  <a:pt x="9906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3" name="Echo slajdu 2 138"/>
          <p:cNvSpPr/>
          <p:nvPr/>
        </p:nvSpPr>
        <p:spPr>
          <a:xfrm>
            <a:off x="15149830" y="-62230"/>
            <a:ext cx="186055" cy="185420"/>
          </a:xfrm>
          <a:custGeom>
            <a:avLst/>
            <a:gdLst/>
            <a:ahLst/>
            <a:cxnLst/>
            <a:rect l="0" t="0" r="r" b="b"/>
            <a:pathLst>
              <a:path w="186055" h="185420">
                <a:moveTo>
                  <a:pt x="186055" y="0"/>
                </a:moveTo>
                <a:lnTo>
                  <a:pt x="113030" y="185420"/>
                </a:lnTo>
                <a:lnTo>
                  <a:pt x="0" y="1841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4" name="Echo slajdu 2 139"/>
          <p:cNvSpPr/>
          <p:nvPr/>
        </p:nvSpPr>
        <p:spPr>
          <a:xfrm>
            <a:off x="15154275" y="-87630"/>
            <a:ext cx="184150" cy="175260"/>
          </a:xfrm>
          <a:custGeom>
            <a:avLst/>
            <a:gdLst/>
            <a:ahLst/>
            <a:cxnLst/>
            <a:rect l="0" t="0" r="r" b="b"/>
            <a:pathLst>
              <a:path w="184150" h="175260">
                <a:moveTo>
                  <a:pt x="184150" y="175260"/>
                </a:moveTo>
                <a:lnTo>
                  <a:pt x="0" y="91440"/>
                </a:lnTo>
                <a:lnTo>
                  <a:pt x="16446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5" name="Echo slajdu 2 140"/>
          <p:cNvSpPr/>
          <p:nvPr/>
        </p:nvSpPr>
        <p:spPr>
          <a:xfrm>
            <a:off x="15184120" y="-43180"/>
            <a:ext cx="106680" cy="129540"/>
          </a:xfrm>
          <a:custGeom>
            <a:avLst/>
            <a:gdLst/>
            <a:ahLst/>
            <a:cxnLst/>
            <a:rect l="0" t="0" r="r" b="b"/>
            <a:pathLst>
              <a:path w="106680" h="129540">
                <a:moveTo>
                  <a:pt x="0" y="15875"/>
                </a:moveTo>
                <a:lnTo>
                  <a:pt x="106680" y="0"/>
                </a:lnTo>
                <a:lnTo>
                  <a:pt x="43815" y="12954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6" name="Echo slajdu 2 141"/>
          <p:cNvSpPr/>
          <p:nvPr/>
        </p:nvSpPr>
        <p:spPr>
          <a:xfrm>
            <a:off x="15203805" y="-33020"/>
            <a:ext cx="67945" cy="59690"/>
          </a:xfrm>
          <a:custGeom>
            <a:avLst/>
            <a:gdLst/>
            <a:ahLst/>
            <a:cxnLst/>
            <a:rect l="0" t="0" r="r" b="b"/>
            <a:pathLst>
              <a:path w="67945" h="59690">
                <a:moveTo>
                  <a:pt x="43180" y="0"/>
                </a:moveTo>
                <a:lnTo>
                  <a:pt x="67945" y="59690"/>
                </a:lnTo>
                <a:lnTo>
                  <a:pt x="0" y="3619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7" name="Echo slajdu 2 142"/>
          <p:cNvSpPr/>
          <p:nvPr/>
        </p:nvSpPr>
        <p:spPr>
          <a:xfrm>
            <a:off x="15173960" y="-80645"/>
            <a:ext cx="127635" cy="129540"/>
          </a:xfrm>
          <a:custGeom>
            <a:avLst/>
            <a:gdLst/>
            <a:ahLst/>
            <a:cxnLst/>
            <a:rect l="0" t="0" r="r" b="b"/>
            <a:pathLst>
              <a:path w="127635" h="129540">
                <a:moveTo>
                  <a:pt x="94615" y="0"/>
                </a:moveTo>
                <a:lnTo>
                  <a:pt x="127635" y="113665"/>
                </a:lnTo>
                <a:lnTo>
                  <a:pt x="0" y="12954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8" name="Echo slajdu 2 143"/>
          <p:cNvSpPr/>
          <p:nvPr/>
        </p:nvSpPr>
        <p:spPr>
          <a:xfrm>
            <a:off x="15152370" y="-81915"/>
            <a:ext cx="173990" cy="140970"/>
          </a:xfrm>
          <a:custGeom>
            <a:avLst/>
            <a:gdLst/>
            <a:ahLst/>
            <a:cxnLst/>
            <a:rect l="0" t="0" r="r" b="b"/>
            <a:pathLst>
              <a:path w="173990" h="140970">
                <a:moveTo>
                  <a:pt x="173990" y="140970"/>
                </a:moveTo>
                <a:lnTo>
                  <a:pt x="0" y="84455"/>
                </a:lnTo>
                <a:lnTo>
                  <a:pt x="152400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69" name="Echo slajdu 2 144"/>
          <p:cNvSpPr/>
          <p:nvPr/>
        </p:nvSpPr>
        <p:spPr>
          <a:xfrm>
            <a:off x="15170150" y="-74930"/>
            <a:ext cx="120650" cy="138430"/>
          </a:xfrm>
          <a:custGeom>
            <a:avLst/>
            <a:gdLst/>
            <a:ahLst/>
            <a:cxnLst/>
            <a:rect l="0" t="0" r="r" b="b"/>
            <a:pathLst>
              <a:path w="120650" h="138430">
                <a:moveTo>
                  <a:pt x="120650" y="0"/>
                </a:moveTo>
                <a:lnTo>
                  <a:pt x="90805" y="138430"/>
                </a:lnTo>
                <a:lnTo>
                  <a:pt x="0" y="4381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0" name="Echo slajdu 2 145"/>
          <p:cNvSpPr/>
          <p:nvPr/>
        </p:nvSpPr>
        <p:spPr>
          <a:xfrm>
            <a:off x="15110460" y="-29845"/>
            <a:ext cx="211455" cy="116840"/>
          </a:xfrm>
          <a:custGeom>
            <a:avLst/>
            <a:gdLst/>
            <a:ahLst/>
            <a:cxnLst/>
            <a:rect l="0" t="0" r="r" b="b"/>
            <a:pathLst>
              <a:path w="211455" h="116840">
                <a:moveTo>
                  <a:pt x="102870" y="116840"/>
                </a:moveTo>
                <a:lnTo>
                  <a:pt x="0" y="0"/>
                </a:lnTo>
                <a:lnTo>
                  <a:pt x="211455" y="254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1" name="Echo slajdu 2 146"/>
          <p:cNvSpPr/>
          <p:nvPr/>
        </p:nvSpPr>
        <p:spPr>
          <a:xfrm>
            <a:off x="15179040" y="-43815"/>
            <a:ext cx="85090" cy="87630"/>
          </a:xfrm>
          <a:custGeom>
            <a:avLst/>
            <a:gdLst/>
            <a:ahLst/>
            <a:cxnLst/>
            <a:rect l="0" t="0" r="r" b="b"/>
            <a:pathLst>
              <a:path w="85090" h="87630">
                <a:moveTo>
                  <a:pt x="85090" y="87630"/>
                </a:moveTo>
                <a:lnTo>
                  <a:pt x="0" y="36195"/>
                </a:lnTo>
                <a:lnTo>
                  <a:pt x="59055" y="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2" name="Echo slajdu 2 147"/>
          <p:cNvSpPr/>
          <p:nvPr/>
        </p:nvSpPr>
        <p:spPr>
          <a:xfrm>
            <a:off x="15175230" y="-69215"/>
            <a:ext cx="106680" cy="127000"/>
          </a:xfrm>
          <a:custGeom>
            <a:avLst/>
            <a:gdLst/>
            <a:ahLst/>
            <a:cxnLst/>
            <a:rect l="0" t="0" r="r" b="b"/>
            <a:pathLst>
              <a:path w="106680" h="127000">
                <a:moveTo>
                  <a:pt x="54610" y="127000"/>
                </a:moveTo>
                <a:lnTo>
                  <a:pt x="0" y="46355"/>
                </a:lnTo>
                <a:lnTo>
                  <a:pt x="10668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3" name="Echo slajdu 2 148"/>
          <p:cNvSpPr/>
          <p:nvPr/>
        </p:nvSpPr>
        <p:spPr>
          <a:xfrm>
            <a:off x="15173325" y="-83820"/>
            <a:ext cx="150495" cy="118745"/>
          </a:xfrm>
          <a:custGeom>
            <a:avLst/>
            <a:gdLst/>
            <a:ahLst/>
            <a:cxnLst/>
            <a:rect l="0" t="0" r="r" b="b"/>
            <a:pathLst>
              <a:path w="150495" h="118745">
                <a:moveTo>
                  <a:pt x="150495" y="118745"/>
                </a:moveTo>
                <a:lnTo>
                  <a:pt x="0" y="106680"/>
                </a:lnTo>
                <a:lnTo>
                  <a:pt x="25400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4" name="Echo slajdu 2 149"/>
          <p:cNvSpPr/>
          <p:nvPr/>
        </p:nvSpPr>
        <p:spPr>
          <a:xfrm>
            <a:off x="15207615" y="-32385"/>
            <a:ext cx="67945" cy="75565"/>
          </a:xfrm>
          <a:custGeom>
            <a:avLst/>
            <a:gdLst/>
            <a:ahLst/>
            <a:cxnLst/>
            <a:rect l="0" t="0" r="r" b="b"/>
            <a:pathLst>
              <a:path w="67945" h="75565">
                <a:moveTo>
                  <a:pt x="0" y="0"/>
                </a:moveTo>
                <a:lnTo>
                  <a:pt x="67945" y="3810"/>
                </a:lnTo>
                <a:lnTo>
                  <a:pt x="24130" y="7556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5" name="Echo slajdu 2 150"/>
          <p:cNvSpPr/>
          <p:nvPr/>
        </p:nvSpPr>
        <p:spPr>
          <a:xfrm>
            <a:off x="15166340" y="-99695"/>
            <a:ext cx="136525" cy="175260"/>
          </a:xfrm>
          <a:custGeom>
            <a:avLst/>
            <a:gdLst/>
            <a:ahLst/>
            <a:cxnLst/>
            <a:rect l="0" t="0" r="r" b="b"/>
            <a:pathLst>
              <a:path w="136525" h="175260">
                <a:moveTo>
                  <a:pt x="136525" y="175260"/>
                </a:moveTo>
                <a:lnTo>
                  <a:pt x="0" y="93345"/>
                </a:lnTo>
                <a:lnTo>
                  <a:pt x="116205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6" name="Echo slajdu 2 151"/>
          <p:cNvSpPr/>
          <p:nvPr/>
        </p:nvSpPr>
        <p:spPr>
          <a:xfrm>
            <a:off x="15175230" y="-122555"/>
            <a:ext cx="167005" cy="200660"/>
          </a:xfrm>
          <a:custGeom>
            <a:avLst/>
            <a:gdLst/>
            <a:ahLst/>
            <a:cxnLst/>
            <a:rect l="0" t="0" r="r" b="b"/>
            <a:pathLst>
              <a:path w="167005" h="200660">
                <a:moveTo>
                  <a:pt x="167005" y="200660"/>
                </a:moveTo>
                <a:lnTo>
                  <a:pt x="0" y="175260"/>
                </a:lnTo>
                <a:lnTo>
                  <a:pt x="76835" y="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7" name="Echo slajdu 2 152"/>
          <p:cNvSpPr/>
          <p:nvPr/>
        </p:nvSpPr>
        <p:spPr>
          <a:xfrm>
            <a:off x="15156815" y="-83820"/>
            <a:ext cx="179070" cy="161925"/>
          </a:xfrm>
          <a:custGeom>
            <a:avLst/>
            <a:gdLst/>
            <a:ahLst/>
            <a:cxnLst/>
            <a:rect l="0" t="0" r="r" b="b"/>
            <a:pathLst>
              <a:path w="179070" h="161925">
                <a:moveTo>
                  <a:pt x="0" y="0"/>
                </a:moveTo>
                <a:lnTo>
                  <a:pt x="179070" y="100965"/>
                </a:lnTo>
                <a:lnTo>
                  <a:pt x="80645" y="16192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8" name="Echo slajdu 2 153"/>
          <p:cNvSpPr/>
          <p:nvPr/>
        </p:nvSpPr>
        <p:spPr>
          <a:xfrm>
            <a:off x="15132050" y="-97790"/>
            <a:ext cx="201295" cy="169545"/>
          </a:xfrm>
          <a:custGeom>
            <a:avLst/>
            <a:gdLst/>
            <a:ahLst/>
            <a:cxnLst/>
            <a:rect l="0" t="0" r="r" b="b"/>
            <a:pathLst>
              <a:path w="201295" h="169545">
                <a:moveTo>
                  <a:pt x="201295" y="169545"/>
                </a:moveTo>
                <a:lnTo>
                  <a:pt x="0" y="132080"/>
                </a:lnTo>
                <a:lnTo>
                  <a:pt x="130810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9" name="Echo slajdu 2 154"/>
          <p:cNvSpPr/>
          <p:nvPr/>
        </p:nvSpPr>
        <p:spPr>
          <a:xfrm>
            <a:off x="15177135" y="-59690"/>
            <a:ext cx="135255" cy="109220"/>
          </a:xfrm>
          <a:custGeom>
            <a:avLst/>
            <a:gdLst/>
            <a:ahLst/>
            <a:cxnLst/>
            <a:rect l="0" t="0" r="r" b="b"/>
            <a:pathLst>
              <a:path w="135255" h="109220">
                <a:moveTo>
                  <a:pt x="0" y="57785"/>
                </a:moveTo>
                <a:lnTo>
                  <a:pt x="74295" y="0"/>
                </a:lnTo>
                <a:lnTo>
                  <a:pt x="135255" y="10922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0" name="Echo slajdu 2 155"/>
          <p:cNvSpPr/>
          <p:nvPr/>
        </p:nvSpPr>
        <p:spPr>
          <a:xfrm>
            <a:off x="15177770" y="-53340"/>
            <a:ext cx="107950" cy="104140"/>
          </a:xfrm>
          <a:custGeom>
            <a:avLst/>
            <a:gdLst/>
            <a:ahLst/>
            <a:cxnLst/>
            <a:rect l="0" t="0" r="r" b="b"/>
            <a:pathLst>
              <a:path w="107950" h="104140">
                <a:moveTo>
                  <a:pt x="0" y="53340"/>
                </a:moveTo>
                <a:lnTo>
                  <a:pt x="85090" y="0"/>
                </a:lnTo>
                <a:lnTo>
                  <a:pt x="107950" y="104140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1" name="Echo slajdu 2 156"/>
          <p:cNvSpPr/>
          <p:nvPr/>
        </p:nvSpPr>
        <p:spPr>
          <a:xfrm>
            <a:off x="15165070" y="-41910"/>
            <a:ext cx="111760" cy="84455"/>
          </a:xfrm>
          <a:custGeom>
            <a:avLst/>
            <a:gdLst/>
            <a:ahLst/>
            <a:cxnLst/>
            <a:rect l="0" t="0" r="r" b="b"/>
            <a:pathLst>
              <a:path w="111760" h="84455">
                <a:moveTo>
                  <a:pt x="103505" y="0"/>
                </a:moveTo>
                <a:lnTo>
                  <a:pt x="111760" y="84455"/>
                </a:lnTo>
                <a:lnTo>
                  <a:pt x="0" y="75565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2" name="Echo slajdu 2 157"/>
          <p:cNvSpPr/>
          <p:nvPr/>
        </p:nvSpPr>
        <p:spPr>
          <a:xfrm>
            <a:off x="15189835" y="-63500"/>
            <a:ext cx="90805" cy="93980"/>
          </a:xfrm>
          <a:custGeom>
            <a:avLst/>
            <a:gdLst/>
            <a:ahLst/>
            <a:cxnLst/>
            <a:rect l="0" t="0" r="r" b="b"/>
            <a:pathLst>
              <a:path w="90805" h="93980">
                <a:moveTo>
                  <a:pt x="34925" y="0"/>
                </a:moveTo>
                <a:lnTo>
                  <a:pt x="90805" y="92710"/>
                </a:lnTo>
                <a:lnTo>
                  <a:pt x="0" y="93980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3" name="Echo slajdu 2 158"/>
          <p:cNvSpPr/>
          <p:nvPr/>
        </p:nvSpPr>
        <p:spPr>
          <a:xfrm>
            <a:off x="15187930" y="-40005"/>
            <a:ext cx="108585" cy="94615"/>
          </a:xfrm>
          <a:custGeom>
            <a:avLst/>
            <a:gdLst/>
            <a:ahLst/>
            <a:cxnLst/>
            <a:rect l="0" t="0" r="r" b="b"/>
            <a:pathLst>
              <a:path w="108585" h="94615">
                <a:moveTo>
                  <a:pt x="78105" y="0"/>
                </a:moveTo>
                <a:lnTo>
                  <a:pt x="108585" y="56515"/>
                </a:lnTo>
                <a:lnTo>
                  <a:pt x="0" y="94615"/>
                </a:lnTo>
                <a:close/>
              </a:path>
            </a:pathLst>
          </a:custGeom>
          <a:solidFill>
            <a:srgbClr val="EE312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4" name="Echo slajdu 2 159"/>
          <p:cNvSpPr/>
          <p:nvPr/>
        </p:nvSpPr>
        <p:spPr>
          <a:xfrm>
            <a:off x="15166340" y="-47625"/>
            <a:ext cx="125730" cy="106045"/>
          </a:xfrm>
          <a:custGeom>
            <a:avLst/>
            <a:gdLst/>
            <a:ahLst/>
            <a:cxnLst/>
            <a:rect l="0" t="0" r="r" b="b"/>
            <a:pathLst>
              <a:path w="125730" h="106045">
                <a:moveTo>
                  <a:pt x="125730" y="106045"/>
                </a:moveTo>
                <a:lnTo>
                  <a:pt x="0" y="49530"/>
                </a:lnTo>
                <a:lnTo>
                  <a:pt x="93345" y="0"/>
                </a:lnTo>
                <a:close/>
              </a:path>
            </a:pathLst>
          </a:custGeom>
          <a:solidFill>
            <a:srgbClr val="CF1723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5" name="Echo slajdu 2 160"/>
          <p:cNvSpPr/>
          <p:nvPr/>
        </p:nvSpPr>
        <p:spPr>
          <a:xfrm>
            <a:off x="15163165" y="-88900"/>
            <a:ext cx="116840" cy="133985"/>
          </a:xfrm>
          <a:custGeom>
            <a:avLst/>
            <a:gdLst/>
            <a:ahLst/>
            <a:cxnLst/>
            <a:rect l="0" t="0" r="r" b="b"/>
            <a:pathLst>
              <a:path w="116840" h="133985">
                <a:moveTo>
                  <a:pt x="102870" y="0"/>
                </a:moveTo>
                <a:lnTo>
                  <a:pt x="116840" y="133985"/>
                </a:lnTo>
                <a:lnTo>
                  <a:pt x="0" y="84455"/>
                </a:lnTo>
                <a:close/>
              </a:path>
            </a:pathLst>
          </a:custGeom>
          <a:solidFill>
            <a:srgbClr val="95161D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6" name="Iskra"/>
          <p:cNvSpPr/>
          <p:nvPr/>
        </p:nvSpPr>
        <p:spPr>
          <a:xfrm>
            <a:off x="19707590" y="1910409"/>
            <a:ext cx="24941" cy="19022"/>
          </a:xfrm>
          <a:custGeom>
            <a:avLst/>
            <a:gdLst/>
            <a:ahLst/>
            <a:cxnLst/>
            <a:rect l="0" t="0" r="r" b="b"/>
            <a:pathLst>
              <a:path w="24941" h="19022">
                <a:moveTo>
                  <a:pt x="0" y="6957"/>
                </a:moveTo>
                <a:lnTo>
                  <a:pt x="19570" y="0"/>
                </a:lnTo>
                <a:lnTo>
                  <a:pt x="24941" y="19022"/>
                </a:lnTo>
                <a:close/>
              </a:path>
            </a:pathLst>
          </a:custGeom>
          <a:solidFill>
            <a:srgbClr val="FFFFFF">
              <a:alpha val="85665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7" name="Iskra 2"/>
          <p:cNvSpPr/>
          <p:nvPr/>
        </p:nvSpPr>
        <p:spPr>
          <a:xfrm>
            <a:off x="19807181" y="2176378"/>
            <a:ext cx="18167" cy="21310"/>
          </a:xfrm>
          <a:custGeom>
            <a:avLst/>
            <a:gdLst/>
            <a:ahLst/>
            <a:cxnLst/>
            <a:rect l="0" t="0" r="r" b="b"/>
            <a:pathLst>
              <a:path w="18167" h="21310">
                <a:moveTo>
                  <a:pt x="18167" y="15207"/>
                </a:moveTo>
                <a:lnTo>
                  <a:pt x="283" y="21310"/>
                </a:lnTo>
                <a:lnTo>
                  <a:pt x="0" y="0"/>
                </a:lnTo>
                <a:close/>
              </a:path>
            </a:pathLst>
          </a:custGeom>
          <a:solidFill>
            <a:srgbClr val="FFD0CF">
              <a:alpha val="86546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8" name="Iskra 3"/>
          <p:cNvSpPr/>
          <p:nvPr/>
        </p:nvSpPr>
        <p:spPr>
          <a:xfrm>
            <a:off x="19217899" y="2799673"/>
            <a:ext cx="13844" cy="20782"/>
          </a:xfrm>
          <a:custGeom>
            <a:avLst/>
            <a:gdLst/>
            <a:ahLst/>
            <a:cxnLst/>
            <a:rect l="0" t="0" r="r" b="b"/>
            <a:pathLst>
              <a:path w="13844" h="20782">
                <a:moveTo>
                  <a:pt x="13844" y="20782"/>
                </a:moveTo>
                <a:lnTo>
                  <a:pt x="0" y="15513"/>
                </a:lnTo>
                <a:lnTo>
                  <a:pt x="10101" y="0"/>
                </a:lnTo>
                <a:close/>
              </a:path>
            </a:pathLst>
          </a:custGeom>
          <a:solidFill>
            <a:srgbClr val="DA443B">
              <a:alpha val="87251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89" name="Iskra 4"/>
          <p:cNvSpPr/>
          <p:nvPr/>
        </p:nvSpPr>
        <p:spPr>
          <a:xfrm>
            <a:off x="19966115" y="3056130"/>
            <a:ext cx="20821" cy="27946"/>
          </a:xfrm>
          <a:custGeom>
            <a:avLst/>
            <a:gdLst/>
            <a:ahLst/>
            <a:cxnLst/>
            <a:rect l="0" t="0" r="r" b="b"/>
            <a:pathLst>
              <a:path w="20821" h="27946">
                <a:moveTo>
                  <a:pt x="10872" y="27946"/>
                </a:moveTo>
                <a:lnTo>
                  <a:pt x="0" y="5322"/>
                </a:lnTo>
                <a:lnTo>
                  <a:pt x="20821" y="0"/>
                </a:lnTo>
                <a:close/>
              </a:path>
            </a:pathLst>
          </a:custGeom>
          <a:solidFill>
            <a:srgbClr val="FFFFFF">
              <a:alpha val="99421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0" name="Iskra 5"/>
          <p:cNvSpPr/>
          <p:nvPr/>
        </p:nvSpPr>
        <p:spPr>
          <a:xfrm>
            <a:off x="20504521" y="2385925"/>
            <a:ext cx="26278" cy="19970"/>
          </a:xfrm>
          <a:custGeom>
            <a:avLst/>
            <a:gdLst/>
            <a:ahLst/>
            <a:cxnLst/>
            <a:rect l="0" t="0" r="r" b="b"/>
            <a:pathLst>
              <a:path w="26278" h="19970">
                <a:moveTo>
                  <a:pt x="17417" y="19970"/>
                </a:moveTo>
                <a:lnTo>
                  <a:pt x="0" y="8620"/>
                </a:lnTo>
                <a:lnTo>
                  <a:pt x="26278" y="0"/>
                </a:lnTo>
                <a:close/>
              </a:path>
            </a:pathLst>
          </a:custGeom>
          <a:solidFill>
            <a:srgbClr val="FFD0CF"/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1" name="Iskra 6"/>
          <p:cNvSpPr/>
          <p:nvPr/>
        </p:nvSpPr>
        <p:spPr>
          <a:xfrm>
            <a:off x="19928264" y="3072282"/>
            <a:ext cx="19167" cy="23946"/>
          </a:xfrm>
          <a:custGeom>
            <a:avLst/>
            <a:gdLst/>
            <a:ahLst/>
            <a:cxnLst/>
            <a:rect l="0" t="0" r="r" b="b"/>
            <a:pathLst>
              <a:path w="19167" h="23946">
                <a:moveTo>
                  <a:pt x="13716" y="0"/>
                </a:moveTo>
                <a:lnTo>
                  <a:pt x="19167" y="22923"/>
                </a:lnTo>
                <a:lnTo>
                  <a:pt x="0" y="23946"/>
                </a:lnTo>
                <a:close/>
              </a:path>
            </a:pathLst>
          </a:custGeom>
          <a:solidFill>
            <a:srgbClr val="DA443B">
              <a:alpha val="98592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92" name="Iskra 7"/>
          <p:cNvSpPr/>
          <p:nvPr/>
        </p:nvSpPr>
        <p:spPr>
          <a:xfrm>
            <a:off x="19955882" y="1941909"/>
            <a:ext cx="24471" cy="31693"/>
          </a:xfrm>
          <a:custGeom>
            <a:avLst/>
            <a:gdLst/>
            <a:ahLst/>
            <a:cxnLst/>
            <a:rect l="0" t="0" r="r" b="b"/>
            <a:pathLst>
              <a:path w="24471" h="31693">
                <a:moveTo>
                  <a:pt x="24471" y="0"/>
                </a:moveTo>
                <a:lnTo>
                  <a:pt x="22600" y="31693"/>
                </a:lnTo>
                <a:lnTo>
                  <a:pt x="0" y="21129"/>
                </a:lnTo>
                <a:close/>
              </a:path>
            </a:pathLst>
          </a:custGeom>
          <a:solidFill>
            <a:srgbClr val="FFFFFF">
              <a:alpha val="96988"/>
            </a:srgbClr>
          </a:solidFill>
          <a:ln>
            <a:noFill/>
          </a:ln>
        </p:spPr>
        <p:txBody>
          <a:bodyPr rtlCol="0" anchor="ctr"/>
          <a:lstStyle/>
          <a:p>
            <a:pPr algn="ctr"/>
            <a:endParaRPr lang="pl-PL" dirty="0"/>
          </a:p>
        </p:txBody>
      </p:sp>
    </p:spTree>
  </p:cSld>
  <p:clrMapOvr>
    <a:masterClrMapping/>
  </p:clrMapOvr>
  <mc:AlternateContent xmlns:mc="http://schemas.openxmlformats.org/markup-compatibility/2006">
    <mc:Choice Requires="p14">
      <p:transition spd="fast" p14:dur="200">
        <p:fade/>
      </p:transition>
    </mc:Choice>
    <mc:Fallback>
      <p:transition spd="fast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58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-0.00004"/>
                                          </p:val>
                                        </p:tav>
                                        <p:tav tm="79273">
                                          <p:val>
                                            <p:strVal val="#ppt_x-0.00095"/>
                                          </p:val>
                                        </p:tav>
                                        <p:tav tm="80000">
                                          <p:val>
                                            <p:strVal val="#ppt_x-0.00188"/>
                                          </p:val>
                                        </p:tav>
                                        <p:tav tm="82909">
                                          <p:val>
                                            <p:strVal val="#ppt_x-0.00794"/>
                                          </p:val>
                                        </p:tav>
                                        <p:tav tm="85818">
                                          <p:val>
                                            <p:strVal val="#ppt_x-0.0002"/>
                                          </p:val>
                                        </p:tav>
                                        <p:tav tm="87273">
                                          <p:val>
                                            <p:strVal val="#ppt_x-0.0041"/>
                                          </p:val>
                                        </p:tav>
                                        <p:tav tm="88000">
                                          <p:val>
                                            <p:strVal val="#ppt_x-0.00437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58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80000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82909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85818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87273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88000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" dur="458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78545">
                                          <p:val>
                                            <p:strVal val="#ppt_w*1.00121"/>
                                          </p:val>
                                        </p:tav>
                                        <p:tav tm="79273">
                                          <p:val>
                                            <p:strVal val="#ppt_w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0727">
                                          <p:val>
                                            <p:strVal val="#ppt_w*1.0113"/>
                                          </p:val>
                                        </p:tav>
                                        <p:tav tm="81455">
                                          <p:val>
                                            <p:strVal val="#ppt_w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w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3636">
                                          <p:val>
                                            <p:strVal val="#ppt_w*1.02219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w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4583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79273">
                                          <p:val>
                                            <p:strVal val="#ppt_h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1455">
                                          <p:val>
                                            <p:strVal val="#ppt_h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h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h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458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-0.00001"/>
                                          </p:val>
                                        </p:tav>
                                        <p:tav tm="80000">
                                          <p:val>
                                            <p:strVal val="#ppt_x-0.00059"/>
                                          </p:val>
                                        </p:tav>
                                        <p:tav tm="82909">
                                          <p:val>
                                            <p:strVal val="#ppt_x-0.00249"/>
                                          </p:val>
                                        </p:tav>
                                        <p:tav tm="8581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87273">
                                          <p:val>
                                            <p:strVal val="#ppt_x-0.00128"/>
                                          </p:val>
                                        </p:tav>
                                        <p:tav tm="88000">
                                          <p:val>
                                            <p:strVal val="#ppt_x-0.00137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458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80000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82909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85818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87273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88000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58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583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79273">
                                          <p:val>
                                            <p:strVal val="#ppt_h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1455">
                                          <p:val>
                                            <p:strVal val="#ppt_h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h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h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58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82909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85818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8800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58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-0.00004"/>
                                          </p:val>
                                        </p:tav>
                                        <p:tav tm="80000">
                                          <p:val>
                                            <p:strVal val="#ppt_y-0.00199"/>
                                          </p:val>
                                        </p:tav>
                                        <p:tav tm="82909">
                                          <p:val>
                                            <p:strVal val="#ppt_y-0.00838"/>
                                          </p:val>
                                        </p:tav>
                                        <p:tav tm="85818">
                                          <p:val>
                                            <p:strVal val="#ppt_y-0.00021"/>
                                          </p:val>
                                        </p:tav>
                                        <p:tav tm="87273">
                                          <p:val>
                                            <p:strVal val="#ppt_y-0.00432"/>
                                          </p:val>
                                        </p:tav>
                                        <p:tav tm="88000">
                                          <p:val>
                                            <p:strVal val="#ppt_y-0.0046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58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4583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79273">
                                          <p:val>
                                            <p:strVal val="#ppt_h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1455">
                                          <p:val>
                                            <p:strVal val="#ppt_h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h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h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458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82909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85818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8800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458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80000">
                                          <p:val>
                                            <p:strVal val="#ppt_y-0.00112"/>
                                          </p:val>
                                        </p:tav>
                                        <p:tav tm="82909">
                                          <p:val>
                                            <p:strVal val="#ppt_y-0.00473"/>
                                          </p:val>
                                        </p:tav>
                                        <p:tav tm="85818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87273">
                                          <p:val>
                                            <p:strVal val="#ppt_y-0.00244"/>
                                          </p:val>
                                        </p:tav>
                                        <p:tav tm="88000">
                                          <p:val>
                                            <p:strVal val="#ppt_y-0.0026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58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583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58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82909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85818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8800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58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+0"/>
                                          </p:val>
                                        </p:tav>
                                        <p:tav tm="82909">
                                          <p:val>
                                            <p:strVal val="#ppt_y-0.00107"/>
                                          </p:val>
                                        </p:tav>
                                        <p:tav tm="85818">
                                          <p:val>
                                            <p:strVal val="#ppt_y-0.00003"/>
                                          </p:val>
                                        </p:tav>
                                        <p:tav tm="88000">
                                          <p:val>
                                            <p:strVal val="#ppt_y-0.00059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58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4583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58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9273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80000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81455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82182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82909">
                                          <p:val>
                                            <p:strVal val="#ppt_x-0.01283"/>
                                          </p:val>
                                        </p:tav>
                                        <p:tav tm="8581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87273">
                                          <p:val>
                                            <p:strVal val="#ppt_x-0.00662"/>
                                          </p:val>
                                        </p:tav>
                                        <p:tav tm="88000">
                                          <p:val>
                                            <p:strVal val="#ppt_x-0.00705"/>
                                          </p:val>
                                        </p:tav>
                                        <p:tav tm="90182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58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-0.00002"/>
                                          </p:val>
                                        </p:tav>
                                        <p:tav tm="80000">
                                          <p:val>
                                            <p:strVal val="#ppt_y-0.0011"/>
                                          </p:val>
                                        </p:tav>
                                        <p:tav tm="82909">
                                          <p:val>
                                            <p:strVal val="#ppt_y-0.00463"/>
                                          </p:val>
                                        </p:tav>
                                        <p:tav tm="85818">
                                          <p:val>
                                            <p:strVal val="#ppt_y-0.00012"/>
                                          </p:val>
                                        </p:tav>
                                        <p:tav tm="87273">
                                          <p:val>
                                            <p:strVal val="#ppt_y-0.00239"/>
                                          </p:val>
                                        </p:tav>
                                        <p:tav tm="88000">
                                          <p:val>
                                            <p:strVal val="#ppt_y-0.00254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58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78545">
                                          <p:val>
                                            <p:strVal val="#ppt_w*1.00121"/>
                                          </p:val>
                                        </p:tav>
                                        <p:tav tm="79273">
                                          <p:val>
                                            <p:strVal val="#ppt_w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0727">
                                          <p:val>
                                            <p:strVal val="#ppt_w*1.0113"/>
                                          </p:val>
                                        </p:tav>
                                        <p:tav tm="81455">
                                          <p:val>
                                            <p:strVal val="#ppt_w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w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3636">
                                          <p:val>
                                            <p:strVal val="#ppt_w*1.02219"/>
                                          </p:val>
                                        </p:tav>
                                        <p:tav tm="84364">
                                          <p:val>
                                            <p:strVal val="#ppt_w*1.01516"/>
                                          </p:val>
                                        </p:tav>
                                        <p:tav tm="85091">
                                          <p:val>
                                            <p:strVal val="#ppt_w*1.00742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w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4583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78545">
                                          <p:val>
                                            <p:strVal val="#ppt_h*1.00121"/>
                                          </p:val>
                                        </p:tav>
                                        <p:tav tm="79273">
                                          <p:val>
                                            <p:strVal val="#ppt_h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0727">
                                          <p:val>
                                            <p:strVal val="#ppt_h*1.0113"/>
                                          </p:val>
                                        </p:tav>
                                        <p:tav tm="81455">
                                          <p:val>
                                            <p:strVal val="#ppt_h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h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3636">
                                          <p:val>
                                            <p:strVal val="#ppt_h*1.02219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h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58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-0.00006"/>
                                          </p:val>
                                        </p:tav>
                                        <p:tav tm="79273">
                                          <p:val>
                                            <p:strVal val="#ppt_x-0.00153"/>
                                          </p:val>
                                        </p:tav>
                                        <p:tav tm="80000">
                                          <p:val>
                                            <p:strVal val="#ppt_x-0.00304"/>
                                          </p:val>
                                        </p:tav>
                                        <p:tav tm="81455">
                                          <p:val>
                                            <p:strVal val="#ppt_x-0.00769"/>
                                          </p:val>
                                        </p:tav>
                                        <p:tav tm="82182">
                                          <p:val>
                                            <p:strVal val="#ppt_x-0.01085"/>
                                          </p:val>
                                        </p:tav>
                                        <p:tav tm="82909">
                                          <p:val>
                                            <p:strVal val="#ppt_x-0.01283"/>
                                          </p:val>
                                        </p:tav>
                                        <p:tav tm="85818">
                                          <p:val>
                                            <p:strVal val="#ppt_x-0.00033"/>
                                          </p:val>
                                        </p:tav>
                                        <p:tav tm="87273">
                                          <p:val>
                                            <p:strVal val="#ppt_x-0.00662"/>
                                          </p:val>
                                        </p:tav>
                                        <p:tav tm="88000">
                                          <p:val>
                                            <p:strVal val="#ppt_x-0.00705"/>
                                          </p:val>
                                        </p:tav>
                                        <p:tav tm="90182">
                                          <p:val>
                                            <p:strVal val="#ppt_x-0.00131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58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0000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82909">
                                          <p:val>
                                            <p:strVal val="#ppt_y+0.00586"/>
                                          </p:val>
                                        </p:tav>
                                        <p:tav tm="85818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87273">
                                          <p:val>
                                            <p:strVal val="#ppt_y+0.00303"/>
                                          </p:val>
                                        </p:tav>
                                        <p:tav tm="88000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58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78545">
                                          <p:val>
                                            <p:strVal val="#ppt_w*1.00121"/>
                                          </p:val>
                                        </p:tav>
                                        <p:tav tm="79273">
                                          <p:val>
                                            <p:strVal val="#ppt_w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0727">
                                          <p:val>
                                            <p:strVal val="#ppt_w*1.0113"/>
                                          </p:val>
                                        </p:tav>
                                        <p:tav tm="81455">
                                          <p:val>
                                            <p:strVal val="#ppt_w*1.01707"/>
                                          </p:val>
                                        </p:tav>
                                        <p:tav tm="82182">
                                          <p:val>
                                            <p:strVal val="#ppt_w*1.02407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3636">
                                          <p:val>
                                            <p:strVal val="#ppt_w*1.02219"/>
                                          </p:val>
                                        </p:tav>
                                        <p:tav tm="84364">
                                          <p:val>
                                            <p:strVal val="#ppt_w*1.01516"/>
                                          </p:val>
                                        </p:tav>
                                        <p:tav tm="85091">
                                          <p:val>
                                            <p:strVal val="#ppt_w*1.00742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182">
                                          <p:val>
                                            <p:strVal val="#ppt_w*1.00291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4583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79273">
                                          <p:val>
                                            <p:strVal val="#ppt_h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458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"/>
                                          </p:val>
                                        </p:tav>
                                        <p:tav tm="77818">
                                          <p:val>
                                            <p:strVal val="#ppt_x+0.00001"/>
                                          </p:val>
                                        </p:tav>
                                        <p:tav tm="82909">
                                          <p:val>
                                            <p:strVal val="#ppt_x+0.00141"/>
                                          </p:val>
                                        </p:tav>
                                        <p:tav tm="85818">
                                          <p:val>
                                            <p:strVal val="#ppt_x+0.00004"/>
                                          </p:val>
                                        </p:tav>
                                        <p:tav tm="88000">
                                          <p:val>
                                            <p:strVal val="#ppt_x+0.00077"/>
                                          </p:val>
                                        </p:tav>
                                        <p:tav tm="90909">
                                          <p:val>
                                            <p:strVal val="#ppt_x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58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"/>
                                          </p:val>
                                        </p:tav>
                                        <p:tav tm="77818">
                                          <p:val>
                                            <p:strVal val="#ppt_y+0.00003"/>
                                          </p:val>
                                        </p:tav>
                                        <p:tav tm="80000">
                                          <p:val>
                                            <p:strVal val="#ppt_y+0.00139"/>
                                          </p:val>
                                        </p:tav>
                                        <p:tav tm="82909">
                                          <p:val>
                                            <p:strVal val="#ppt_y+0.00586"/>
                                          </p:val>
                                        </p:tav>
                                        <p:tav tm="85818">
                                          <p:val>
                                            <p:strVal val="#ppt_y+0.00015"/>
                                          </p:val>
                                        </p:tav>
                                        <p:tav tm="87273">
                                          <p:val>
                                            <p:strVal val="#ppt_y+0.00303"/>
                                          </p:val>
                                        </p:tav>
                                        <p:tav tm="88000">
                                          <p:val>
                                            <p:strVal val="#ppt_y+0.00322"/>
                                          </p:val>
                                        </p:tav>
                                        <p:tav tm="90909">
                                          <p:val>
                                            <p:strVal val="#ppt_y+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58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"/>
                                          </p:val>
                                        </p:tav>
                                        <p:tav tm="77818">
                                          <p:val>
                                            <p:strVal val="#ppt_w*1.00013"/>
                                          </p:val>
                                        </p:tav>
                                        <p:tav tm="80000">
                                          <p:val>
                                            <p:strVal val="#ppt_w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w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w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w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w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w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583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"/>
                                          </p:val>
                                        </p:tav>
                                        <p:tav tm="77818">
                                          <p:val>
                                            <p:strVal val="#ppt_h*1.00013"/>
                                          </p:val>
                                        </p:tav>
                                        <p:tav tm="79273">
                                          <p:val>
                                            <p:strVal val="#ppt_h*1.0034"/>
                                          </p:val>
                                        </p:tav>
                                        <p:tav tm="80000">
                                          <p:val>
                                            <p:strVal val="#ppt_h*1.00675"/>
                                          </p:val>
                                        </p:tav>
                                        <p:tav tm="82909">
                                          <p:val>
                                            <p:strVal val="#ppt_h*1.02847"/>
                                          </p:val>
                                        </p:tav>
                                        <p:tav tm="85818">
                                          <p:val>
                                            <p:strVal val="#ppt_h*1.00072"/>
                                          </p:val>
                                        </p:tav>
                                        <p:tav tm="87273">
                                          <p:val>
                                            <p:strVal val="#ppt_h*1.0147"/>
                                          </p:val>
                                        </p:tav>
                                        <p:tav tm="88000">
                                          <p:val>
                                            <p:strVal val="#ppt_h*1.01565"/>
                                          </p:val>
                                        </p:tav>
                                        <p:tav tm="90909">
                                          <p:val>
                                            <p:strVal val="#ppt_h*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2413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241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2413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2413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413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2413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2413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2413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2413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413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2413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2413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2413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2413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1" dur="4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241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241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w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w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w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w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w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w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w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w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w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w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w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w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w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w*1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w*0.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413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h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h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h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h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h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h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h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h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h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h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h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h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h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h*1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h*0.9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18" dur="4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241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241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w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w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w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w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w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w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w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w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w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w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w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w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w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w*1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w*0.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413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h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h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h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h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h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h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h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h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h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h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h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h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h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h*1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h*0.9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25" dur="4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41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41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w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w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w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w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w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w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w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w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w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w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w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w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w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w*1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w*0.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2413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h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h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h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h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h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h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h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h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h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h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h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h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h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h*1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h*0.9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32" dur="433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4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3949"/>
                                          </p:val>
                                        </p:tav>
                                        <p:tav tm="9669">
                                          <p:val>
                                            <p:strVal val="#ppt_x-1.23981"/>
                                          </p:val>
                                        </p:tav>
                                        <p:tav tm="15193">
                                          <p:val>
                                            <p:strVal val="#ppt_x-1.24136"/>
                                          </p:val>
                                        </p:tav>
                                        <p:tav tm="19337">
                                          <p:val>
                                            <p:strVal val="#ppt_x-1.24406"/>
                                          </p:val>
                                        </p:tav>
                                        <p:tav tm="22099">
                                          <p:val>
                                            <p:strVal val="#ppt_x-1.24739"/>
                                          </p:val>
                                        </p:tav>
                                        <p:tav tm="23481">
                                          <p:val>
                                            <p:strVal val="#ppt_x-1.25"/>
                                          </p:val>
                                        </p:tav>
                                        <p:tav tm="24862">
                                          <p:val>
                                            <p:strVal val="#ppt_x-1.25137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1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4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0776"/>
                                          </p:val>
                                        </p:tav>
                                        <p:tav tm="9669">
                                          <p:val>
                                            <p:strVal val="#ppt_y+0.00752"/>
                                          </p:val>
                                        </p:tav>
                                        <p:tav tm="15193">
                                          <p:val>
                                            <p:strVal val="#ppt_y+0.00638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00439"/>
                                          </p:val>
                                        </p:tav>
                                        <p:tav tm="24862">
                                          <p:val>
                                            <p:strVal val="#ppt_y-0.00101"/>
                                          </p:val>
                                        </p:tav>
                                        <p:tav tm="98066">
                                          <p:val>
                                            <p:strVal val="#ppt_y-0.0010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4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w*1.66157"/>
                                          </p:val>
                                        </p:tav>
                                        <p:tav tm="6906">
                                          <p:val>
                                            <p:strVal val="#ppt_w*1.65868"/>
                                          </p:val>
                                        </p:tav>
                                        <p:tav tm="8287">
                                          <p:val>
                                            <p:strVal val="#ppt_w*1.65221"/>
                                          </p:val>
                                        </p:tav>
                                        <p:tav tm="9669">
                                          <p:val>
                                            <p:strVal val="#ppt_w*1.64166"/>
                                          </p:val>
                                        </p:tav>
                                        <p:tav tm="11050">
                                          <p:val>
                                            <p:strVal val="#ppt_w*1.62644"/>
                                          </p:val>
                                        </p:tav>
                                        <p:tav tm="12431">
                                          <p:val>
                                            <p:strVal val="#ppt_w*1.6058"/>
                                          </p:val>
                                        </p:tav>
                                        <p:tav tm="13812">
                                          <p:val>
                                            <p:strVal val="#ppt_w*1.57878"/>
                                          </p:val>
                                        </p:tav>
                                        <p:tav tm="15193">
                                          <p:val>
                                            <p:strVal val="#ppt_w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w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w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w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w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w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w*1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w*0.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2413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1.66182"/>
                                          </p:val>
                                        </p:tav>
                                        <p:tav tm="5525">
                                          <p:val>
                                            <p:strVal val="#ppt_h*1.66157"/>
                                          </p:val>
                                        </p:tav>
                                        <p:tav tm="9669">
                                          <p:val>
                                            <p:strVal val="#ppt_h*1.64166"/>
                                          </p:val>
                                        </p:tav>
                                        <p:tav tm="12431">
                                          <p:val>
                                            <p:strVal val="#ppt_h*1.6058"/>
                                          </p:val>
                                        </p:tav>
                                        <p:tav tm="15193">
                                          <p:val>
                                            <p:strVal val="#ppt_h*1.54414"/>
                                          </p:val>
                                        </p:tav>
                                        <p:tav tm="16575">
                                          <p:val>
                                            <p:strVal val="#ppt_h*1.50022"/>
                                          </p:val>
                                        </p:tav>
                                        <p:tav tm="17956">
                                          <p:val>
                                            <p:strVal val="#ppt_h*1.44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h*1.37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h*1.28385"/>
                                          </p:val>
                                        </p:tav>
                                        <p:tav tm="22099">
                                          <p:val>
                                            <p:strVal val="#ppt_h*1.16465"/>
                                          </p:val>
                                        </p:tav>
                                        <p:tav tm="23481">
                                          <p:val>
                                            <p:strVal val="#ppt_h*1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914"/>
                                          </p:val>
                                        </p:tav>
                                        <p:tav tm="98066">
                                          <p:val>
                                            <p:strVal val="#ppt_h*0.914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40" dur="3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413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67">
                                          <p:stCondLst>
                                            <p:cond delay="1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147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148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9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50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151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4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3931"/>
                                          </p:val>
                                        </p:tav>
                                        <p:tav tm="6906">
                                          <p:val>
                                            <p:strVal val="#ppt_x-1.39349"/>
                                          </p:val>
                                        </p:tav>
                                        <p:tav tm="8287">
                                          <p:val>
                                            <p:strVal val="#ppt_x-1.39744"/>
                                          </p:val>
                                        </p:tav>
                                        <p:tav tm="9669">
                                          <p:val>
                                            <p:strVal val="#ppt_x-1.40561"/>
                                          </p:val>
                                        </p:tav>
                                        <p:tav tm="12431">
                                          <p:val>
                                            <p:strVal val="#ppt_x-1.42509"/>
                                          </p:val>
                                        </p:tav>
                                        <p:tav tm="13812">
                                          <p:val>
                                            <p:strVal val="#ppt_x-1.43357"/>
                                          </p:val>
                                        </p:tav>
                                        <p:tav tm="15193">
                                          <p:val>
                                            <p:strVal val="#ppt_x-1.4402"/>
                                          </p:val>
                                        </p:tav>
                                        <p:tav tm="16575">
                                          <p:val>
                                            <p:strVal val="#ppt_x-1.44482"/>
                                          </p:val>
                                        </p:tav>
                                        <p:tav tm="17956">
                                          <p:val>
                                            <p:strVal val="#ppt_x-1.44741"/>
                                          </p:val>
                                        </p:tav>
                                        <p:tav tm="19337">
                                          <p:val>
                                            <p:strVal val="#ppt_x-1.44833"/>
                                          </p:val>
                                        </p:tav>
                                        <p:tav tm="20718">
                                          <p:val>
                                            <p:strVal val="#ppt_x-1.44806"/>
                                          </p:val>
                                        </p:tav>
                                        <p:tav tm="27624">
                                          <p:val>
                                            <p:strVal val="#ppt_x-1.44112"/>
                                          </p:val>
                                        </p:tav>
                                        <p:tav tm="30387">
                                          <p:val>
                                            <p:strVal val="#ppt_x-1.43968"/>
                                          </p:val>
                                        </p:tav>
                                        <p:tav tm="33149">
                                          <p:val>
                                            <p:strVal val="#ppt_x-1.43941"/>
                                          </p:val>
                                        </p:tav>
                                        <p:tav tm="44199">
                                          <p:val>
                                            <p:strVal val="#ppt_x-1.44085"/>
                                          </p:val>
                                        </p:tav>
                                        <p:tav tm="51105">
                                          <p:val>
                                            <p:strVal val="#ppt_x-1.44041"/>
                                          </p:val>
                                        </p:tav>
                                        <p:tav tm="56630">
                                          <p:val>
                                            <p:strVal val="#ppt_x-1.43859"/>
                                          </p:val>
                                        </p:tav>
                                        <p:tav tm="59392">
                                          <p:val>
                                            <p:strVal val="#ppt_x-1.43648"/>
                                          </p:val>
                                        </p:tav>
                                        <p:tav tm="60773">
                                          <p:val>
                                            <p:strVal val="#ppt_x-1.43469"/>
                                          </p:val>
                                        </p:tav>
                                        <p:tav tm="62155">
                                          <p:val>
                                            <p:strVal val="#ppt_x-1.43229"/>
                                          </p:val>
                                        </p:tav>
                                        <p:tav tm="63536">
                                          <p:val>
                                            <p:strVal val="#ppt_x-1.42922"/>
                                          </p:val>
                                        </p:tav>
                                        <p:tav tm="64917">
                                          <p:val>
                                            <p:strVal val="#ppt_x-1.42384"/>
                                          </p:val>
                                        </p:tav>
                                        <p:tav tm="66298">
                                          <p:val>
                                            <p:strVal val="#ppt_x-1.41614"/>
                                          </p:val>
                                        </p:tav>
                                        <p:tav tm="67680">
                                          <p:val>
                                            <p:strVal val="#ppt_x-1.40605"/>
                                          </p:val>
                                        </p:tav>
                                        <p:tav tm="69061">
                                          <p:val>
                                            <p:strVal val="#ppt_x-1.39186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36072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34566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33202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31941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30797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2982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28935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28142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27487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26915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26417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26016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5432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5235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4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02217"/>
                                          </p:val>
                                        </p:tav>
                                        <p:tav tm="5525">
                                          <p:val>
                                            <p:strVal val="#ppt_y+1.02217"/>
                                          </p:val>
                                        </p:tav>
                                        <p:tav tm="6906">
                                          <p:val>
                                            <p:strVal val="#ppt_y+1.01943"/>
                                          </p:val>
                                        </p:tav>
                                        <p:tav tm="8287">
                                          <p:val>
                                            <p:strVal val="#ppt_y+0.99166"/>
                                          </p:val>
                                        </p:tav>
                                        <p:tav tm="9669">
                                          <p:val>
                                            <p:strVal val="#ppt_y+0.93409"/>
                                          </p:val>
                                        </p:tav>
                                        <p:tav tm="12431">
                                          <p:val>
                                            <p:strVal val="#ppt_y+0.79692"/>
                                          </p:val>
                                        </p:tav>
                                        <p:tav tm="13812">
                                          <p:val>
                                            <p:strVal val="#ppt_y+0.73715"/>
                                          </p:val>
                                        </p:tav>
                                        <p:tav tm="15193">
                                          <p:val>
                                            <p:strVal val="#ppt_y+0.69049"/>
                                          </p:val>
                                        </p:tav>
                                        <p:tav tm="16575">
                                          <p:val>
                                            <p:strVal val="#ppt_y+0.65794"/>
                                          </p:val>
                                        </p:tav>
                                        <p:tav tm="17956">
                                          <p:val>
                                            <p:strVal val="#ppt_y+0.63975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63323"/>
                                          </p:val>
                                        </p:tav>
                                        <p:tav tm="20718">
                                          <p:val>
                                            <p:strVal val="#ppt_y+0.63515"/>
                                          </p:val>
                                        </p:tav>
                                        <p:tav tm="22099">
                                          <p:val>
                                            <p:strVal val="#ppt_y+0.64294"/>
                                          </p:val>
                                        </p:tav>
                                        <p:tav tm="26243">
                                          <p:val>
                                            <p:strVal val="#ppt_y+0.67552"/>
                                          </p:val>
                                        </p:tav>
                                        <p:tav tm="27624">
                                          <p:val>
                                            <p:strVal val="#ppt_y+0.68399"/>
                                          </p:val>
                                        </p:tav>
                                        <p:tav tm="29006">
                                          <p:val>
                                            <p:strVal val="#ppt_y+0.69021"/>
                                          </p:val>
                                        </p:tav>
                                        <p:tav tm="30387">
                                          <p:val>
                                            <p:strVal val="#ppt_y+0.69415"/>
                                          </p:val>
                                        </p:tav>
                                        <p:tav tm="31768">
                                          <p:val>
                                            <p:strVal val="#ppt_y+0.69586"/>
                                          </p:val>
                                        </p:tav>
                                        <p:tav tm="33149">
                                          <p:val>
                                            <p:strVal val="#ppt_y+0.69604"/>
                                          </p:val>
                                        </p:tav>
                                        <p:tav tm="34530">
                                          <p:val>
                                            <p:strVal val="#ppt_y+0.6951"/>
                                          </p:val>
                                        </p:tav>
                                        <p:tav tm="41436">
                                          <p:val>
                                            <p:strVal val="#ppt_y+0.68716"/>
                                          </p:val>
                                        </p:tav>
                                        <p:tav tm="44199">
                                          <p:val>
                                            <p:strVal val="#ppt_y+0.68594"/>
                                          </p:val>
                                        </p:tav>
                                        <p:tav tm="46961">
                                          <p:val>
                                            <p:strVal val="#ppt_y+0.68728"/>
                                          </p:val>
                                        </p:tav>
                                        <p:tav tm="49724">
                                          <p:val>
                                            <p:strVal val="#ppt_y+0.68698"/>
                                          </p:val>
                                        </p:tav>
                                        <p:tav tm="52486">
                                          <p:val>
                                            <p:strVal val="#ppt_y+0.68546"/>
                                          </p:val>
                                        </p:tav>
                                        <p:tav tm="55249">
                                          <p:val>
                                            <p:strVal val="#ppt_y+0.68239"/>
                                          </p:val>
                                        </p:tav>
                                        <p:tav tm="58011">
                                          <p:val>
                                            <p:strVal val="#ppt_y+0.67653"/>
                                          </p:val>
                                        </p:tav>
                                        <p:tav tm="59392">
                                          <p:val>
                                            <p:strVal val="#ppt_y+0.67221"/>
                                          </p:val>
                                        </p:tav>
                                        <p:tav tm="60773">
                                          <p:val>
                                            <p:strVal val="#ppt_y+0.66577"/>
                                          </p:val>
                                        </p:tav>
                                        <p:tav tm="62155">
                                          <p:val>
                                            <p:strVal val="#ppt_y+0.65712"/>
                                          </p:val>
                                        </p:tav>
                                        <p:tav tm="63536">
                                          <p:val>
                                            <p:strVal val="#ppt_y+0.64603"/>
                                          </p:val>
                                        </p:tav>
                                        <p:tav tm="64917">
                                          <p:val>
                                            <p:strVal val="#ppt_y+0.62667"/>
                                          </p:val>
                                        </p:tav>
                                        <p:tav tm="66298">
                                          <p:val>
                                            <p:strVal val="#ppt_y+0.59892"/>
                                          </p:val>
                                        </p:tav>
                                        <p:tav tm="67680">
                                          <p:val>
                                            <p:strVal val="#ppt_y+0.56254"/>
                                          </p:val>
                                        </p:tav>
                                        <p:tav tm="69061">
                                          <p:val>
                                            <p:strVal val="#ppt_y+0.51139"/>
                                          </p:val>
                                        </p:tav>
                                        <p:tav tm="70442">
                                          <p:val>
                                            <p:strVal val="#ppt_y+0.45586"/>
                                          </p:val>
                                        </p:tav>
                                        <p:tav tm="71823">
                                          <p:val>
                                            <p:strVal val="#ppt_y+0.39914"/>
                                          </p:val>
                                        </p:tav>
                                        <p:tav tm="73204">
                                          <p:val>
                                            <p:strVal val="#ppt_y+0.34482"/>
                                          </p:val>
                                        </p:tav>
                                        <p:tav tm="74586">
                                          <p:val>
                                            <p:strVal val="#ppt_y+0.29566"/>
                                          </p:val>
                                        </p:tav>
                                        <p:tav tm="75967">
                                          <p:val>
                                            <p:strVal val="#ppt_y+0.25021"/>
                                          </p:val>
                                        </p:tav>
                                        <p:tav tm="77348">
                                          <p:val>
                                            <p:strVal val="#ppt_y+0.20898"/>
                                          </p:val>
                                        </p:tav>
                                        <p:tav tm="78729">
                                          <p:val>
                                            <p:strVal val="#ppt_y+0.17375"/>
                                          </p:val>
                                        </p:tav>
                                        <p:tav tm="80110">
                                          <p:val>
                                            <p:strVal val="#ppt_y+0.14186"/>
                                          </p:val>
                                        </p:tav>
                                        <p:tav tm="81492">
                                          <p:val>
                                            <p:strVal val="#ppt_y+0.11325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8964"/>
                                          </p:val>
                                        </p:tav>
                                        <p:tav tm="84254">
                                          <p:val>
                                            <p:strVal val="#ppt_y+0.06904"/>
                                          </p:val>
                                        </p:tav>
                                        <p:tav tm="85635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87017">
                                          <p:val>
                                            <p:strVal val="#ppt_y+0.03661"/>
                                          </p:val>
                                        </p:tav>
                                        <p:tav tm="88398">
                                          <p:val>
                                            <p:strVal val="#ppt_y+0.02506"/>
                                          </p:val>
                                        </p:tav>
                                        <p:tav tm="89779">
                                          <p:val>
                                            <p:strVal val="#ppt_y+0.01557"/>
                                          </p:val>
                                        </p:tav>
                                        <p:tav tm="91160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92541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93923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5304">
                                          <p:val>
                                            <p:strVal val="#ppt_y+0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24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5525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6906">
                                          <p:val>
                                            <p:strVal val="#ppt_w*0.03127"/>
                                          </p:val>
                                        </p:tav>
                                        <p:tav tm="8287">
                                          <p:val>
                                            <p:strVal val="#ppt_w*0.03601"/>
                                          </p:val>
                                        </p:tav>
                                        <p:tav tm="9669">
                                          <p:val>
                                            <p:strVal val="#ppt_w*0.04584"/>
                                          </p:val>
                                        </p:tav>
                                        <p:tav tm="12431">
                                          <p:val>
                                            <p:strVal val="#ppt_w*0.06927"/>
                                          </p:val>
                                        </p:tav>
                                        <p:tav tm="13812">
                                          <p:val>
                                            <p:strVal val="#ppt_w*0.07948"/>
                                          </p:val>
                                        </p:tav>
                                        <p:tav tm="15193">
                                          <p:val>
                                            <p:strVal val="#ppt_w*0.08745"/>
                                          </p:val>
                                        </p:tav>
                                        <p:tav tm="16575">
                                          <p:val>
                                            <p:strVal val="#ppt_w*0.09301"/>
                                          </p:val>
                                        </p:tav>
                                        <p:tav tm="17956">
                                          <p:val>
                                            <p:strVal val="#ppt_w*0.09612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9723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969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9557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9001"/>
                                          </p:val>
                                        </p:tav>
                                        <p:tav tm="27624">
                                          <p:val>
                                            <p:strVal val="#ppt_w*0.08856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875"/>
                                          </p:val>
                                        </p:tav>
                                        <p:tav tm="31768">
                                          <p:val>
                                            <p:strVal val="#ppt_w*0.08653"/>
                                          </p:val>
                                        </p:tav>
                                        <p:tav tm="34530">
                                          <p:val>
                                            <p:strVal val="#ppt_w*0.08666"/>
                                          </p:val>
                                        </p:tav>
                                        <p:tav tm="42818">
                                          <p:val>
                                            <p:strVal val="#ppt_w*0.08816"/>
                                          </p:val>
                                        </p:tav>
                                        <p:tav tm="48343">
                                          <p:val>
                                            <p:strVal val="#ppt_w*0.08812"/>
                                          </p:val>
                                        </p:tav>
                                        <p:tav tm="49724">
                                          <p:val>
                                            <p:strVal val="#ppt_w*0.08839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918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w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4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5525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6906">
                                          <p:val>
                                            <p:strVal val="#ppt_h*0.03127"/>
                                          </p:val>
                                        </p:tav>
                                        <p:tav tm="8287">
                                          <p:val>
                                            <p:strVal val="#ppt_h*0.03601"/>
                                          </p:val>
                                        </p:tav>
                                        <p:tav tm="9669">
                                          <p:val>
                                            <p:strVal val="#ppt_h*0.04584"/>
                                          </p:val>
                                        </p:tav>
                                        <p:tav tm="12431">
                                          <p:val>
                                            <p:strVal val="#ppt_h*0.06927"/>
                                          </p:val>
                                        </p:tav>
                                        <p:tav tm="13812">
                                          <p:val>
                                            <p:strVal val="#ppt_h*0.07948"/>
                                          </p:val>
                                        </p:tav>
                                        <p:tav tm="15193">
                                          <p:val>
                                            <p:strVal val="#ppt_h*0.08745"/>
                                          </p:val>
                                        </p:tav>
                                        <p:tav tm="16575">
                                          <p:val>
                                            <p:strVal val="#ppt_h*0.09301"/>
                                          </p:val>
                                        </p:tav>
                                        <p:tav tm="17956">
                                          <p:val>
                                            <p:strVal val="#ppt_h*0.09612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9723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969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9557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9001"/>
                                          </p:val>
                                        </p:tav>
                                        <p:tav tm="27624">
                                          <p:val>
                                            <p:strVal val="#ppt_h*0.08856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875"/>
                                          </p:val>
                                        </p:tav>
                                        <p:tav tm="31768">
                                          <p:val>
                                            <p:strVal val="#ppt_h*0.08653"/>
                                          </p:val>
                                        </p:tav>
                                        <p:tav tm="42818">
                                          <p:val>
                                            <p:strVal val="#ppt_h*0.08816"/>
                                          </p:val>
                                        </p:tav>
                                        <p:tav tm="48343">
                                          <p:val>
                                            <p:strVal val="#ppt_h*0.08812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918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413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75"/>
                                          </p:val>
                                        </p:tav>
                                        <p:tav tm="5525">
                                          <p:val>
                                            <p:fltVal val="-75"/>
                                          </p:val>
                                        </p:tav>
                                        <p:tav tm="6906">
                                          <p:val>
                                            <p:fltVal val="-74.39"/>
                                          </p:val>
                                        </p:tav>
                                        <p:tav tm="8287">
                                          <p:val>
                                            <p:fltVal val="-68.17"/>
                                          </p:val>
                                        </p:tav>
                                        <p:tav tm="9669">
                                          <p:val>
                                            <p:fltVal val="-55.28"/>
                                          </p:val>
                                        </p:tav>
                                        <p:tav tm="12431">
                                          <p:val>
                                            <p:fltVal val="-24.55"/>
                                          </p:val>
                                        </p:tav>
                                        <p:tav tm="13812">
                                          <p:val>
                                            <p:fltVal val="-11.17"/>
                                          </p:val>
                                        </p:tav>
                                        <p:tav tm="15193">
                                          <p:val>
                                            <p:fltVal val="-0.72"/>
                                          </p:val>
                                        </p:tav>
                                        <p:tav tm="16575">
                                          <p:val>
                                            <p:fltVal val="6.57"/>
                                          </p:val>
                                        </p:tav>
                                        <p:tav tm="17956">
                                          <p:val>
                                            <p:fltVal val="10.64"/>
                                          </p:val>
                                        </p:tav>
                                        <p:tav tm="19337">
                                          <p:val>
                                            <p:fltVal val="12.1"/>
                                          </p:val>
                                        </p:tav>
                                        <p:tav tm="20718">
                                          <p:val>
                                            <p:fltVal val="11.67"/>
                                          </p:val>
                                        </p:tav>
                                        <p:tav tm="22099">
                                          <p:val>
                                            <p:fltVal val="9.93"/>
                                          </p:val>
                                        </p:tav>
                                        <p:tav tm="26243">
                                          <p:val>
                                            <p:fltVal val="2.63"/>
                                          </p:val>
                                        </p:tav>
                                        <p:tav tm="27624">
                                          <p:val>
                                            <p:fltVal val="0.74"/>
                                          </p:val>
                                        </p:tav>
                                        <p:tav tm="29006">
                                          <p:val>
                                            <p:fltVal val="-0.66"/>
                                          </p:val>
                                        </p:tav>
                                        <p:tav tm="31768">
                                          <p:val>
                                            <p:fltVal val="-1.92"/>
                                          </p:val>
                                        </p:tav>
                                        <p:tav tm="34530">
                                          <p:val>
                                            <p:fltVal val="-1.75"/>
                                          </p:val>
                                        </p:tav>
                                        <p:tav tm="40055">
                                          <p:val>
                                            <p:fltVal val="-0.23"/>
                                          </p:val>
                                        </p:tav>
                                        <p:tav tm="44199">
                                          <p:val>
                                            <p:fltVal val="0.3"/>
                                          </p:val>
                                        </p:tav>
                                        <p:tav tm="980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67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161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DA443B"/>
                                      </p:to>
                                    </p:animClr>
                                    <p:set>
                                      <p:cBhvr>
                                        <p:cTn id="162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3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64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DA443B"/>
                                      </p:to>
                                    </p:animClr>
                                    <p:set>
                                      <p:cBhvr>
                                        <p:cTn id="165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4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71382"/>
                                          </p:val>
                                        </p:tav>
                                        <p:tav tm="9669">
                                          <p:val>
                                            <p:strVal val="#ppt_x-1.71385"/>
                                          </p:val>
                                        </p:tav>
                                        <p:tav tm="20718">
                                          <p:val>
                                            <p:strVal val="#ppt_x-1.71514"/>
                                          </p:val>
                                        </p:tav>
                                        <p:tav tm="46961">
                                          <p:val>
                                            <p:strVal val="#ppt_x-1.71497"/>
                                          </p:val>
                                        </p:tav>
                                        <p:tav tm="51105">
                                          <p:val>
                                            <p:strVal val="#ppt_x-1.71437"/>
                                          </p:val>
                                        </p:tav>
                                        <p:tav tm="53867">
                                          <p:val>
                                            <p:strVal val="#ppt_x-1.7129"/>
                                          </p:val>
                                        </p:tav>
                                        <p:tav tm="55249">
                                          <p:val>
                                            <p:strVal val="#ppt_x-1.71166"/>
                                          </p:val>
                                        </p:tav>
                                        <p:tav tm="58011">
                                          <p:val>
                                            <p:strVal val="#ppt_x-1.7077"/>
                                          </p:val>
                                        </p:tav>
                                        <p:tav tm="59392">
                                          <p:val>
                                            <p:strVal val="#ppt_x-1.70478"/>
                                          </p:val>
                                        </p:tav>
                                        <p:tav tm="60773">
                                          <p:val>
                                            <p:strVal val="#ppt_x-1.70042"/>
                                          </p:val>
                                        </p:tav>
                                        <p:tav tm="62155">
                                          <p:val>
                                            <p:strVal val="#ppt_x-1.69456"/>
                                          </p:val>
                                        </p:tav>
                                        <p:tav tm="63536">
                                          <p:val>
                                            <p:strVal val="#ppt_x-1.68707"/>
                                          </p:val>
                                        </p:tav>
                                        <p:tav tm="64917">
                                          <p:val>
                                            <p:strVal val="#ppt_x-1.67396"/>
                                          </p:val>
                                        </p:tav>
                                        <p:tav tm="66298">
                                          <p:val>
                                            <p:strVal val="#ppt_x-1.65519"/>
                                          </p:val>
                                        </p:tav>
                                        <p:tav tm="67680">
                                          <p:val>
                                            <p:strVal val="#ppt_x-1.63058"/>
                                          </p:val>
                                        </p:tav>
                                        <p:tav tm="69061">
                                          <p:val>
                                            <p:strVal val="#ppt_x-1.59597"/>
                                          </p:val>
                                        </p:tav>
                                        <p:tav tm="70442">
                                          <p:val>
                                            <p:strVal val="#ppt_x-1.5584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52003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48329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45002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41927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39138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36755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34598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32662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31065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29671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28455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27477"/>
                                          </p:val>
                                        </p:tav>
                                        <p:tav tm="88398">
                                          <p:val>
                                            <p:strVal val="#ppt_x-1.26695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6053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5573"/>
                                          </p:val>
                                        </p:tav>
                                        <p:tav tm="92541">
                                          <p:val>
                                            <p:strVal val="#ppt_x-1.25275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086"/>
                                          </p:val>
                                        </p:tav>
                                        <p:tav tm="9530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4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.0953"/>
                                          </p:val>
                                        </p:tav>
                                        <p:tav tm="8287">
                                          <p:val>
                                            <p:strVal val="#ppt_y+1.0953"/>
                                          </p:val>
                                        </p:tav>
                                        <p:tav tm="9669">
                                          <p:val>
                                            <p:strVal val="#ppt_y+1.08611"/>
                                          </p:val>
                                        </p:tav>
                                        <p:tav tm="11050">
                                          <p:val>
                                            <p:strVal val="#ppt_y+1.03548"/>
                                          </p:val>
                                        </p:tav>
                                        <p:tav tm="12431">
                                          <p:val>
                                            <p:strVal val="#ppt_y+0.95963"/>
                                          </p:val>
                                        </p:tav>
                                        <p:tav tm="13812">
                                          <p:val>
                                            <p:strVal val="#ppt_y+0.87445"/>
                                          </p:val>
                                        </p:tav>
                                        <p:tav tm="15193">
                                          <p:val>
                                            <p:strVal val="#ppt_y+0.79404"/>
                                          </p:val>
                                        </p:tav>
                                        <p:tav tm="16575">
                                          <p:val>
                                            <p:strVal val="#ppt_y+0.72623"/>
                                          </p:val>
                                        </p:tav>
                                        <p:tav tm="17956">
                                          <p:val>
                                            <p:strVal val="#ppt_y+0.67475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6422"/>
                                          </p:val>
                                        </p:tav>
                                        <p:tav tm="20718">
                                          <p:val>
                                            <p:strVal val="#ppt_y+0.62527"/>
                                          </p:val>
                                        </p:tav>
                                        <p:tav tm="22099">
                                          <p:val>
                                            <p:strVal val="#ppt_y+0.62099"/>
                                          </p:val>
                                        </p:tav>
                                        <p:tav tm="23481">
                                          <p:val>
                                            <p:strVal val="#ppt_y+0.62654"/>
                                          </p:val>
                                        </p:tav>
                                        <p:tav tm="24862">
                                          <p:val>
                                            <p:strVal val="#ppt_y+0.63763"/>
                                          </p:val>
                                        </p:tav>
                                        <p:tav tm="27624">
                                          <p:val>
                                            <p:strVal val="#ppt_y+0.66485"/>
                                          </p:val>
                                        </p:tav>
                                        <p:tav tm="29006">
                                          <p:val>
                                            <p:strVal val="#ppt_y+0.67683"/>
                                          </p:val>
                                        </p:tav>
                                        <p:tav tm="30387">
                                          <p:val>
                                            <p:strVal val="#ppt_y+0.68628"/>
                                          </p:val>
                                        </p:tav>
                                        <p:tav tm="31768">
                                          <p:val>
                                            <p:strVal val="#ppt_y+0.69285"/>
                                          </p:val>
                                        </p:tav>
                                        <p:tav tm="33149">
                                          <p:val>
                                            <p:strVal val="#ppt_y+0.69657"/>
                                          </p:val>
                                        </p:tav>
                                        <p:tav tm="34530">
                                          <p:val>
                                            <p:strVal val="#ppt_y+0.69803"/>
                                          </p:val>
                                        </p:tav>
                                        <p:tav tm="35912">
                                          <p:val>
                                            <p:strVal val="#ppt_y+0.69771"/>
                                          </p:val>
                                        </p:tav>
                                        <p:tav tm="37293">
                                          <p:val>
                                            <p:strVal val="#ppt_y+0.69615"/>
                                          </p:val>
                                        </p:tav>
                                        <p:tav tm="41436">
                                          <p:val>
                                            <p:strVal val="#ppt_y+0.68972"/>
                                          </p:val>
                                        </p:tav>
                                        <p:tav tm="44199">
                                          <p:val>
                                            <p:strVal val="#ppt_y+0.68673"/>
                                          </p:val>
                                        </p:tav>
                                        <p:tav tm="46961">
                                          <p:val>
                                            <p:strVal val="#ppt_y+0.68557"/>
                                          </p:val>
                                        </p:tav>
                                        <p:tav tm="48343">
                                          <p:val>
                                            <p:strVal val="#ppt_y+0.68719"/>
                                          </p:val>
                                        </p:tav>
                                        <p:tav tm="49724">
                                          <p:val>
                                            <p:strVal val="#ppt_y+0.68698"/>
                                          </p:val>
                                        </p:tav>
                                        <p:tav tm="52486">
                                          <p:val>
                                            <p:strVal val="#ppt_y+0.68546"/>
                                          </p:val>
                                        </p:tav>
                                        <p:tav tm="55249">
                                          <p:val>
                                            <p:strVal val="#ppt_y+0.68239"/>
                                          </p:val>
                                        </p:tav>
                                        <p:tav tm="58011">
                                          <p:val>
                                            <p:strVal val="#ppt_y+0.67653"/>
                                          </p:val>
                                        </p:tav>
                                        <p:tav tm="59392">
                                          <p:val>
                                            <p:strVal val="#ppt_y+0.67221"/>
                                          </p:val>
                                        </p:tav>
                                        <p:tav tm="60773">
                                          <p:val>
                                            <p:strVal val="#ppt_y+0.66577"/>
                                          </p:val>
                                        </p:tav>
                                        <p:tav tm="62155">
                                          <p:val>
                                            <p:strVal val="#ppt_y+0.65712"/>
                                          </p:val>
                                        </p:tav>
                                        <p:tav tm="63536">
                                          <p:val>
                                            <p:strVal val="#ppt_y+0.64603"/>
                                          </p:val>
                                        </p:tav>
                                        <p:tav tm="64917">
                                          <p:val>
                                            <p:strVal val="#ppt_y+0.62667"/>
                                          </p:val>
                                        </p:tav>
                                        <p:tav tm="66298">
                                          <p:val>
                                            <p:strVal val="#ppt_y+0.59892"/>
                                          </p:val>
                                        </p:tav>
                                        <p:tav tm="67680">
                                          <p:val>
                                            <p:strVal val="#ppt_y+0.56254"/>
                                          </p:val>
                                        </p:tav>
                                        <p:tav tm="69061">
                                          <p:val>
                                            <p:strVal val="#ppt_y+0.51139"/>
                                          </p:val>
                                        </p:tav>
                                        <p:tav tm="70442">
                                          <p:val>
                                            <p:strVal val="#ppt_y+0.45586"/>
                                          </p:val>
                                        </p:tav>
                                        <p:tav tm="71823">
                                          <p:val>
                                            <p:strVal val="#ppt_y+0.39914"/>
                                          </p:val>
                                        </p:tav>
                                        <p:tav tm="73204">
                                          <p:val>
                                            <p:strVal val="#ppt_y+0.34482"/>
                                          </p:val>
                                        </p:tav>
                                        <p:tav tm="74586">
                                          <p:val>
                                            <p:strVal val="#ppt_y+0.29566"/>
                                          </p:val>
                                        </p:tav>
                                        <p:tav tm="75967">
                                          <p:val>
                                            <p:strVal val="#ppt_y+0.25021"/>
                                          </p:val>
                                        </p:tav>
                                        <p:tav tm="77348">
                                          <p:val>
                                            <p:strVal val="#ppt_y+0.20898"/>
                                          </p:val>
                                        </p:tav>
                                        <p:tav tm="78729">
                                          <p:val>
                                            <p:strVal val="#ppt_y+0.17375"/>
                                          </p:val>
                                        </p:tav>
                                        <p:tav tm="80110">
                                          <p:val>
                                            <p:strVal val="#ppt_y+0.14186"/>
                                          </p:val>
                                        </p:tav>
                                        <p:tav tm="81492">
                                          <p:val>
                                            <p:strVal val="#ppt_y+0.11325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8964"/>
                                          </p:val>
                                        </p:tav>
                                        <p:tav tm="84254">
                                          <p:val>
                                            <p:strVal val="#ppt_y+0.06904"/>
                                          </p:val>
                                        </p:tav>
                                        <p:tav tm="85635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87017">
                                          <p:val>
                                            <p:strVal val="#ppt_y+0.03661"/>
                                          </p:val>
                                        </p:tav>
                                        <p:tav tm="88398">
                                          <p:val>
                                            <p:strVal val="#ppt_y+0.02506"/>
                                          </p:val>
                                        </p:tav>
                                        <p:tav tm="89779">
                                          <p:val>
                                            <p:strVal val="#ppt_y+0.01557"/>
                                          </p:val>
                                        </p:tav>
                                        <p:tav tm="91160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92541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93923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5304">
                                          <p:val>
                                            <p:strVal val="#ppt_y+0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4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8287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9669">
                                          <p:val>
                                            <p:strVal val="#ppt_w*0.03209"/>
                                          </p:val>
                                        </p:tav>
                                        <p:tav tm="11050">
                                          <p:val>
                                            <p:strVal val="#ppt_w*0.03919"/>
                                          </p:val>
                                        </p:tav>
                                        <p:tav tm="12431">
                                          <p:val>
                                            <p:strVal val="#ppt_w*0.04982"/>
                                          </p:val>
                                        </p:tav>
                                        <p:tav tm="15193">
                                          <p:val>
                                            <p:strVal val="#ppt_w*0.07303"/>
                                          </p:val>
                                        </p:tav>
                                        <p:tav tm="16575">
                                          <p:val>
                                            <p:strVal val="#ppt_w*0.08254"/>
                                          </p:val>
                                        </p:tav>
                                        <p:tav tm="17956">
                                          <p:val>
                                            <p:strVal val="#ppt_w*0.08976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9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9669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9729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9651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8947"/>
                                          </p:val>
                                        </p:tav>
                                        <p:tav tm="33149">
                                          <p:val>
                                            <p:strVal val="#ppt_w*0.0867"/>
                                          </p:val>
                                        </p:tav>
                                        <p:tav tm="48343">
                                          <p:val>
                                            <p:strVal val="#ppt_w*0.08812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918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49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24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8287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9669">
                                          <p:val>
                                            <p:strVal val="#ppt_h*0.03209"/>
                                          </p:val>
                                        </p:tav>
                                        <p:tav tm="11050">
                                          <p:val>
                                            <p:strVal val="#ppt_h*0.03919"/>
                                          </p:val>
                                        </p:tav>
                                        <p:tav tm="12431">
                                          <p:val>
                                            <p:strVal val="#ppt_h*0.04982"/>
                                          </p:val>
                                        </p:tav>
                                        <p:tav tm="13812">
                                          <p:val>
                                            <p:strVal val="#ppt_h*0.06176"/>
                                          </p:val>
                                        </p:tav>
                                        <p:tav tm="15193">
                                          <p:val>
                                            <p:strVal val="#ppt_h*0.07303"/>
                                          </p:val>
                                        </p:tav>
                                        <p:tav tm="16575">
                                          <p:val>
                                            <p:strVal val="#ppt_h*0.08254"/>
                                          </p:val>
                                        </p:tav>
                                        <p:tav tm="17956">
                                          <p:val>
                                            <p:strVal val="#ppt_h*0.08976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9432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9669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9729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9651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8947"/>
                                          </p:val>
                                        </p:tav>
                                        <p:tav tm="30387">
                                          <p:val>
                                            <p:strVal val="#ppt_h*0.08814"/>
                                          </p:val>
                                        </p:tav>
                                        <p:tav tm="33149">
                                          <p:val>
                                            <p:strVal val="#ppt_h*0.0867"/>
                                          </p:val>
                                        </p:tav>
                                        <p:tav tm="35912">
                                          <p:val>
                                            <p:strVal val="#ppt_h*0.08654"/>
                                          </p:val>
                                        </p:tav>
                                        <p:tav tm="44199">
                                          <p:val>
                                            <p:strVal val="#ppt_h*0.08808"/>
                                          </p:val>
                                        </p:tav>
                                        <p:tav tm="48343">
                                          <p:val>
                                            <p:strVal val="#ppt_h*0.08812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918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413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62"/>
                                          </p:val>
                                        </p:tav>
                                        <p:tav tm="8287">
                                          <p:val>
                                            <p:fltVal val="-62"/>
                                          </p:val>
                                        </p:tav>
                                        <p:tav tm="9669">
                                          <p:val>
                                            <p:fltVal val="-60.6"/>
                                          </p:val>
                                        </p:tav>
                                        <p:tav tm="11050">
                                          <p:val>
                                            <p:fltVal val="-52.91"/>
                                          </p:val>
                                        </p:tav>
                                        <p:tav tm="12431">
                                          <p:val>
                                            <p:fltVal val="-41.39"/>
                                          </p:val>
                                        </p:tav>
                                        <p:tav tm="13812">
                                          <p:val>
                                            <p:fltVal val="-28.44"/>
                                          </p:val>
                                        </p:tav>
                                        <p:tav tm="15193">
                                          <p:val>
                                            <p:fltVal val="-16.22"/>
                                          </p:val>
                                        </p:tav>
                                        <p:tav tm="16575">
                                          <p:val>
                                            <p:fltVal val="-5.92"/>
                                          </p:val>
                                        </p:tav>
                                        <p:tav tm="17956">
                                          <p:val>
                                            <p:fltVal val="1.9"/>
                                          </p:val>
                                        </p:tav>
                                        <p:tav tm="19337">
                                          <p:val>
                                            <p:fltVal val="6.85"/>
                                          </p:val>
                                        </p:tav>
                                        <p:tav tm="20718">
                                          <p:val>
                                            <p:fltVal val="9.42"/>
                                          </p:val>
                                        </p:tav>
                                        <p:tav tm="22099">
                                          <p:val>
                                            <p:fltVal val="10.07"/>
                                          </p:val>
                                        </p:tav>
                                        <p:tav tm="23481">
                                          <p:val>
                                            <p:fltVal val="9.23"/>
                                          </p:val>
                                        </p:tav>
                                        <p:tav tm="29006">
                                          <p:val>
                                            <p:fltVal val="1.59"/>
                                          </p:val>
                                        </p:tav>
                                        <p:tav tm="30387">
                                          <p:val>
                                            <p:fltVal val="0.15"/>
                                          </p:val>
                                        </p:tav>
                                        <p:tav tm="31768">
                                          <p:val>
                                            <p:fltVal val="-0.85"/>
                                          </p:val>
                                        </p:tav>
                                        <p:tav tm="34530">
                                          <p:val>
                                            <p:fltVal val="-1.63"/>
                                          </p:val>
                                        </p:tav>
                                        <p:tav tm="46961">
                                          <p:val>
                                            <p:fltVal val="0.26"/>
                                          </p:val>
                                        </p:tav>
                                        <p:tav tm="980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67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175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176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7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78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179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" dur="24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30904"/>
                                          </p:val>
                                        </p:tav>
                                        <p:tav tm="11050">
                                          <p:val>
                                            <p:strVal val="#ppt_x-2.30904"/>
                                          </p:val>
                                        </p:tav>
                                        <p:tav tm="12431">
                                          <p:val>
                                            <p:strVal val="#ppt_x-2.30107"/>
                                          </p:val>
                                        </p:tav>
                                        <p:tav tm="13812">
                                          <p:val>
                                            <p:strVal val="#ppt_x-2.28061"/>
                                          </p:val>
                                        </p:tav>
                                        <p:tav tm="15193">
                                          <p:val>
                                            <p:strVal val="#ppt_x-2.25314"/>
                                          </p:val>
                                        </p:tav>
                                        <p:tav tm="16575">
                                          <p:val>
                                            <p:strVal val="#ppt_x-2.22449"/>
                                          </p:val>
                                        </p:tav>
                                        <p:tav tm="17956">
                                          <p:val>
                                            <p:strVal val="#ppt_x-2.19845"/>
                                          </p:val>
                                        </p:tav>
                                        <p:tav tm="19337">
                                          <p:val>
                                            <p:strVal val="#ppt_x-2.17726"/>
                                          </p:val>
                                        </p:tav>
                                        <p:tav tm="20718">
                                          <p:val>
                                            <p:strVal val="#ppt_x-2.16236"/>
                                          </p:val>
                                        </p:tav>
                                        <p:tav tm="22099">
                                          <p:val>
                                            <p:strVal val="#ppt_x-2.15313"/>
                                          </p:val>
                                        </p:tav>
                                        <p:tav tm="23481">
                                          <p:val>
                                            <p:strVal val="#ppt_x-2.14891"/>
                                          </p:val>
                                        </p:tav>
                                        <p:tav tm="24862">
                                          <p:val>
                                            <p:strVal val="#ppt_x-2.14896"/>
                                          </p:val>
                                        </p:tav>
                                        <p:tav tm="26243">
                                          <p:val>
                                            <p:strVal val="#ppt_x-2.15157"/>
                                          </p:val>
                                        </p:tav>
                                        <p:tav tm="30387">
                                          <p:val>
                                            <p:strVal val="#ppt_x-2.16487"/>
                                          </p:val>
                                        </p:tav>
                                        <p:tav tm="31768">
                                          <p:val>
                                            <p:strVal val="#ppt_x-2.16868"/>
                                          </p:val>
                                        </p:tav>
                                        <p:tav tm="33149">
                                          <p:val>
                                            <p:strVal val="#ppt_x-2.17152"/>
                                          </p:val>
                                        </p:tav>
                                        <p:tav tm="34530">
                                          <p:val>
                                            <p:strVal val="#ppt_x-2.17338"/>
                                          </p:val>
                                        </p:tav>
                                        <p:tav tm="35912">
                                          <p:val>
                                            <p:strVal val="#ppt_x-2.17438"/>
                                          </p:val>
                                        </p:tav>
                                        <p:tav tm="38674">
                                          <p:val>
                                            <p:strVal val="#ppt_x-2.17434"/>
                                          </p:val>
                                        </p:tav>
                                        <p:tav tm="45580">
                                          <p:val>
                                            <p:strVal val="#ppt_x-2.17104"/>
                                          </p:val>
                                        </p:tav>
                                        <p:tav tm="51105">
                                          <p:val>
                                            <p:strVal val="#ppt_x-2.16978"/>
                                          </p:val>
                                        </p:tav>
                                        <p:tav tm="53867">
                                          <p:val>
                                            <p:strVal val="#ppt_x-2.16686"/>
                                          </p:val>
                                        </p:tav>
                                        <p:tav tm="55249">
                                          <p:val>
                                            <p:strVal val="#ppt_x-2.16442"/>
                                          </p:val>
                                        </p:tav>
                                        <p:tav tm="56630">
                                          <p:val>
                                            <p:strVal val="#ppt_x-2.16097"/>
                                          </p:val>
                                        </p:tav>
                                        <p:tav tm="58011">
                                          <p:val>
                                            <p:strVal val="#ppt_x-2.15657"/>
                                          </p:val>
                                        </p:tav>
                                        <p:tav tm="59392">
                                          <p:val>
                                            <p:strVal val="#ppt_x-2.15079"/>
                                          </p:val>
                                        </p:tav>
                                        <p:tav tm="60773">
                                          <p:val>
                                            <p:strVal val="#ppt_x-2.14214"/>
                                          </p:val>
                                        </p:tav>
                                        <p:tav tm="62155">
                                          <p:val>
                                            <p:strVal val="#ppt_x-2.13055"/>
                                          </p:val>
                                        </p:tav>
                                        <p:tav tm="63536">
                                          <p:val>
                                            <p:strVal val="#ppt_x-2.1157"/>
                                          </p:val>
                                        </p:tav>
                                        <p:tav tm="64917">
                                          <p:val>
                                            <p:strVal val="#ppt_x-2.08975"/>
                                          </p:val>
                                        </p:tav>
                                        <p:tav tm="66298">
                                          <p:val>
                                            <p:strVal val="#ppt_x-2.05256"/>
                                          </p:val>
                                        </p:tav>
                                        <p:tav tm="67680">
                                          <p:val>
                                            <p:strVal val="#ppt_x-2.00381"/>
                                          </p:val>
                                        </p:tav>
                                        <p:tav tm="69061">
                                          <p:val>
                                            <p:strVal val="#ppt_x-1.93527"/>
                                          </p:val>
                                        </p:tav>
                                        <p:tav tm="70442">
                                          <p:val>
                                            <p:strVal val="#ppt_x-1.86086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78486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71207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64619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58528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53003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48283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4401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40176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37012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34252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31843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29905"/>
                                          </p:val>
                                        </p:tav>
                                        <p:tav tm="88398">
                                          <p:val>
                                            <p:strVal val="#ppt_x-1.28358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7086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6135"/>
                                          </p:val>
                                        </p:tav>
                                        <p:tav tm="92541">
                                          <p:val>
                                            <p:strVal val="#ppt_x-1.25546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169"/>
                                          </p:val>
                                        </p:tav>
                                        <p:tav tm="9530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24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99161"/>
                                          </p:val>
                                        </p:tav>
                                        <p:tav tm="11050">
                                          <p:val>
                                            <p:strVal val="#ppt_y+0.99161"/>
                                          </p:val>
                                        </p:tav>
                                        <p:tav tm="12431">
                                          <p:val>
                                            <p:strVal val="#ppt_y+0.97404"/>
                                          </p:val>
                                        </p:tav>
                                        <p:tav tm="13812">
                                          <p:val>
                                            <p:strVal val="#ppt_y+0.92895"/>
                                          </p:val>
                                        </p:tav>
                                        <p:tav tm="15193">
                                          <p:val>
                                            <p:strVal val="#ppt_y+0.86839"/>
                                          </p:val>
                                        </p:tav>
                                        <p:tav tm="16575">
                                          <p:val>
                                            <p:strVal val="#ppt_y+0.80524"/>
                                          </p:val>
                                        </p:tav>
                                        <p:tav tm="17956">
                                          <p:val>
                                            <p:strVal val="#ppt_y+0.74785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70114"/>
                                          </p:val>
                                        </p:tav>
                                        <p:tav tm="20718">
                                          <p:val>
                                            <p:strVal val="#ppt_y+0.6683"/>
                                          </p:val>
                                        </p:tav>
                                        <p:tav tm="22099">
                                          <p:val>
                                            <p:strVal val="#ppt_y+0.64796"/>
                                          </p:val>
                                        </p:tav>
                                        <p:tav tm="23481">
                                          <p:val>
                                            <p:strVal val="#ppt_y+0.63866"/>
                                          </p:val>
                                        </p:tav>
                                        <p:tav tm="24862">
                                          <p:val>
                                            <p:strVal val="#ppt_y+0.63877"/>
                                          </p:val>
                                        </p:tav>
                                        <p:tav tm="26243">
                                          <p:val>
                                            <p:strVal val="#ppt_y+0.64453"/>
                                          </p:val>
                                        </p:tav>
                                        <p:tav tm="27624">
                                          <p:val>
                                            <p:strVal val="#ppt_y+0.65363"/>
                                          </p:val>
                                        </p:tav>
                                        <p:tav tm="30387">
                                          <p:val>
                                            <p:strVal val="#ppt_y+0.67384"/>
                                          </p:val>
                                        </p:tav>
                                        <p:tav tm="31768">
                                          <p:val>
                                            <p:strVal val="#ppt_y+0.68224"/>
                                          </p:val>
                                        </p:tav>
                                        <p:tav tm="33149">
                                          <p:val>
                                            <p:strVal val="#ppt_y+0.68849"/>
                                          </p:val>
                                        </p:tav>
                                        <p:tav tm="34530">
                                          <p:val>
                                            <p:strVal val="#ppt_y+0.6926"/>
                                          </p:val>
                                        </p:tav>
                                        <p:tav tm="35912">
                                          <p:val>
                                            <p:strVal val="#ppt_y+0.69479"/>
                                          </p:val>
                                        </p:tav>
                                        <p:tav tm="37293">
                                          <p:val>
                                            <p:strVal val="#ppt_y+0.69533"/>
                                          </p:val>
                                        </p:tav>
                                        <p:tav tm="38674">
                                          <p:val>
                                            <p:strVal val="#ppt_y+0.69471"/>
                                          </p:val>
                                        </p:tav>
                                        <p:tav tm="45580">
                                          <p:val>
                                            <p:strVal val="#ppt_y+0.68744"/>
                                          </p:val>
                                        </p:tav>
                                        <p:tav tm="49724">
                                          <p:val>
                                            <p:strVal val="#ppt_y+0.68567"/>
                                          </p:val>
                                        </p:tav>
                                        <p:tav tm="51105">
                                          <p:val>
                                            <p:strVal val="#ppt_y+0.68639"/>
                                          </p:val>
                                        </p:tav>
                                        <p:tav tm="52486">
                                          <p:val>
                                            <p:strVal val="#ppt_y+0.68546"/>
                                          </p:val>
                                        </p:tav>
                                        <p:tav tm="55249">
                                          <p:val>
                                            <p:strVal val="#ppt_y+0.68239"/>
                                          </p:val>
                                        </p:tav>
                                        <p:tav tm="56630">
                                          <p:val>
                                            <p:strVal val="#ppt_y+0.67982"/>
                                          </p:val>
                                        </p:tav>
                                        <p:tav tm="59392">
                                          <p:val>
                                            <p:strVal val="#ppt_y+0.67221"/>
                                          </p:val>
                                        </p:tav>
                                        <p:tav tm="60773">
                                          <p:val>
                                            <p:strVal val="#ppt_y+0.66577"/>
                                          </p:val>
                                        </p:tav>
                                        <p:tav tm="62155">
                                          <p:val>
                                            <p:strVal val="#ppt_y+0.65712"/>
                                          </p:val>
                                        </p:tav>
                                        <p:tav tm="63536">
                                          <p:val>
                                            <p:strVal val="#ppt_y+0.64603"/>
                                          </p:val>
                                        </p:tav>
                                        <p:tav tm="64917">
                                          <p:val>
                                            <p:strVal val="#ppt_y+0.62667"/>
                                          </p:val>
                                        </p:tav>
                                        <p:tav tm="66298">
                                          <p:val>
                                            <p:strVal val="#ppt_y+0.59892"/>
                                          </p:val>
                                        </p:tav>
                                        <p:tav tm="67680">
                                          <p:val>
                                            <p:strVal val="#ppt_y+0.56254"/>
                                          </p:val>
                                        </p:tav>
                                        <p:tav tm="69061">
                                          <p:val>
                                            <p:strVal val="#ppt_y+0.51139"/>
                                          </p:val>
                                        </p:tav>
                                        <p:tav tm="70442">
                                          <p:val>
                                            <p:strVal val="#ppt_y+0.45586"/>
                                          </p:val>
                                        </p:tav>
                                        <p:tav tm="71823">
                                          <p:val>
                                            <p:strVal val="#ppt_y+0.39914"/>
                                          </p:val>
                                        </p:tav>
                                        <p:tav tm="73204">
                                          <p:val>
                                            <p:strVal val="#ppt_y+0.34482"/>
                                          </p:val>
                                        </p:tav>
                                        <p:tav tm="74586">
                                          <p:val>
                                            <p:strVal val="#ppt_y+0.29566"/>
                                          </p:val>
                                        </p:tav>
                                        <p:tav tm="75967">
                                          <p:val>
                                            <p:strVal val="#ppt_y+0.25021"/>
                                          </p:val>
                                        </p:tav>
                                        <p:tav tm="77348">
                                          <p:val>
                                            <p:strVal val="#ppt_y+0.20898"/>
                                          </p:val>
                                        </p:tav>
                                        <p:tav tm="78729">
                                          <p:val>
                                            <p:strVal val="#ppt_y+0.17375"/>
                                          </p:val>
                                        </p:tav>
                                        <p:tav tm="80110">
                                          <p:val>
                                            <p:strVal val="#ppt_y+0.14186"/>
                                          </p:val>
                                        </p:tav>
                                        <p:tav tm="81492">
                                          <p:val>
                                            <p:strVal val="#ppt_y+0.11325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8964"/>
                                          </p:val>
                                        </p:tav>
                                        <p:tav tm="84254">
                                          <p:val>
                                            <p:strVal val="#ppt_y+0.06904"/>
                                          </p:val>
                                        </p:tav>
                                        <p:tav tm="85635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87017">
                                          <p:val>
                                            <p:strVal val="#ppt_y+0.03661"/>
                                          </p:val>
                                        </p:tav>
                                        <p:tav tm="88398">
                                          <p:val>
                                            <p:strVal val="#ppt_y+0.02506"/>
                                          </p:val>
                                        </p:tav>
                                        <p:tav tm="89779">
                                          <p:val>
                                            <p:strVal val="#ppt_y+0.01557"/>
                                          </p:val>
                                        </p:tav>
                                        <p:tav tm="91160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92541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93923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5304">
                                          <p:val>
                                            <p:strVal val="#ppt_y+0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4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105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2431">
                                          <p:val>
                                            <p:strVal val="#ppt_w*0.0341"/>
                                          </p:val>
                                        </p:tav>
                                        <p:tav tm="13812">
                                          <p:val>
                                            <p:strVal val="#ppt_w*0.04258"/>
                                          </p:val>
                                        </p:tav>
                                        <p:tav tm="16575">
                                          <p:val>
                                            <p:strVal val="#ppt_w*0.06583"/>
                                          </p:val>
                                        </p:tav>
                                        <p:tav tm="17956">
                                          <p:val>
                                            <p:strVal val="#ppt_w*0.07661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8539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9157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9539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9714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09712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9604"/>
                                          </p:val>
                                        </p:tav>
                                        <p:tav tm="31768">
                                          <p:val>
                                            <p:strVal val="#ppt_w*0.08895"/>
                                          </p:val>
                                        </p:tav>
                                        <p:tav tm="35912">
                                          <p:val>
                                            <p:strVal val="#ppt_w*0.08659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918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49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4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105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2431">
                                          <p:val>
                                            <p:strVal val="#ppt_h*0.0341"/>
                                          </p:val>
                                        </p:tav>
                                        <p:tav tm="13812">
                                          <p:val>
                                            <p:strVal val="#ppt_h*0.04258"/>
                                          </p:val>
                                        </p:tav>
                                        <p:tav tm="16575">
                                          <p:val>
                                            <p:strVal val="#ppt_h*0.06583"/>
                                          </p:val>
                                        </p:tav>
                                        <p:tav tm="17956">
                                          <p:val>
                                            <p:strVal val="#ppt_h*0.07661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8539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9157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9539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9714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09712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9604"/>
                                          </p:val>
                                        </p:tav>
                                        <p:tav tm="31768">
                                          <p:val>
                                            <p:strVal val="#ppt_h*0.08895"/>
                                          </p:val>
                                        </p:tav>
                                        <p:tav tm="33149">
                                          <p:val>
                                            <p:strVal val="#ppt_h*0.08777"/>
                                          </p:val>
                                        </p:tav>
                                        <p:tav tm="35912">
                                          <p:val>
                                            <p:strVal val="#ppt_h*0.08659"/>
                                          </p:val>
                                        </p:tav>
                                        <p:tav tm="38674">
                                          <p:val>
                                            <p:strVal val="#ppt_h*0.0866"/>
                                          </p:val>
                                        </p:tav>
                                        <p:tav tm="48343">
                                          <p:val>
                                            <p:strVal val="#ppt_h*0.08833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918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413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01"/>
                                          </p:val>
                                        </p:tav>
                                        <p:tav tm="11050">
                                          <p:val>
                                            <p:fltVal val="-101"/>
                                          </p:val>
                                        </p:tav>
                                        <p:tav tm="12431">
                                          <p:val>
                                            <p:fltVal val="-95.17"/>
                                          </p:val>
                                        </p:tav>
                                        <p:tav tm="13812">
                                          <p:val>
                                            <p:fltVal val="-80.2"/>
                                          </p:val>
                                        </p:tav>
                                        <p:tav tm="15193">
                                          <p:val>
                                            <p:fltVal val="-60.11"/>
                                          </p:val>
                                        </p:tav>
                                        <p:tav tm="16575">
                                          <p:val>
                                            <p:fltVal val="-39.15"/>
                                          </p:val>
                                        </p:tav>
                                        <p:tav tm="17956">
                                          <p:val>
                                            <p:fltVal val="-20.1"/>
                                          </p:val>
                                        </p:tav>
                                        <p:tav tm="19337">
                                          <p:val>
                                            <p:fltVal val="-4.6"/>
                                          </p:val>
                                        </p:tav>
                                        <p:tav tm="20718">
                                          <p:val>
                                            <p:fltVal val="6.3"/>
                                          </p:val>
                                        </p:tav>
                                        <p:tav tm="22099">
                                          <p:val>
                                            <p:fltVal val="13.05"/>
                                          </p:val>
                                        </p:tav>
                                        <p:tav tm="23481">
                                          <p:val>
                                            <p:fltVal val="16.14"/>
                                          </p:val>
                                        </p:tav>
                                        <p:tav tm="24862">
                                          <p:val>
                                            <p:fltVal val="16.1"/>
                                          </p:val>
                                        </p:tav>
                                        <p:tav tm="26243">
                                          <p:val>
                                            <p:fltVal val="14.19"/>
                                          </p:val>
                                        </p:tav>
                                        <p:tav tm="30387">
                                          <p:val>
                                            <p:fltVal val="4.46"/>
                                          </p:val>
                                        </p:tav>
                                        <p:tav tm="31768">
                                          <p:val>
                                            <p:fltVal val="1.67"/>
                                          </p:val>
                                        </p:tav>
                                        <p:tav tm="33149">
                                          <p:val>
                                            <p:fltVal val="-0.4"/>
                                          </p:val>
                                        </p:tav>
                                        <p:tav tm="34530">
                                          <p:val>
                                            <p:fltVal val="-1.77"/>
                                          </p:val>
                                        </p:tav>
                                        <p:tav tm="35912">
                                          <p:val>
                                            <p:fltVal val="-2.49"/>
                                          </p:val>
                                        </p:tav>
                                        <p:tav tm="38674">
                                          <p:val>
                                            <p:fltVal val="-2.47"/>
                                          </p:val>
                                        </p:tav>
                                        <p:tav tm="45580">
                                          <p:val>
                                            <p:fltVal val="-0.05"/>
                                          </p:val>
                                        </p:tav>
                                        <p:tav tm="49724">
                                          <p:val>
                                            <p:fltVal val="0.43"/>
                                          </p:val>
                                        </p:tav>
                                        <p:tav tm="51105">
                                          <p:val>
                                            <p:fltVal val="0"/>
                                          </p:val>
                                        </p:tav>
                                        <p:tav tm="980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67">
                                          <p:stCondLst>
                                            <p:cond delay="333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189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DA443B"/>
                                      </p:to>
                                    </p:animClr>
                                    <p:set>
                                      <p:cBhvr>
                                        <p:cTn id="190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1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192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DA443B"/>
                                      </p:to>
                                    </p:animClr>
                                    <p:set>
                                      <p:cBhvr>
                                        <p:cTn id="193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4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18417"/>
                                          </p:val>
                                        </p:tav>
                                        <p:tav tm="12431">
                                          <p:val>
                                            <p:strVal val="#ppt_x-2.18417"/>
                                          </p:val>
                                        </p:tav>
                                        <p:tav tm="13812">
                                          <p:val>
                                            <p:strVal val="#ppt_x-2.18684"/>
                                          </p:val>
                                        </p:tav>
                                        <p:tav tm="15193">
                                          <p:val>
                                            <p:strVal val="#ppt_x-2.21008"/>
                                          </p:val>
                                        </p:tav>
                                        <p:tav tm="16575">
                                          <p:val>
                                            <p:strVal val="#ppt_x-2.25548"/>
                                          </p:val>
                                        </p:tav>
                                        <p:tav tm="19337">
                                          <p:val>
                                            <p:strVal val="#ppt_x-2.36265"/>
                                          </p:val>
                                        </p:tav>
                                        <p:tav tm="20718">
                                          <p:val>
                                            <p:strVal val="#ppt_x-2.40909"/>
                                          </p:val>
                                        </p:tav>
                                        <p:tav tm="22099">
                                          <p:val>
                                            <p:strVal val="#ppt_x-2.44489"/>
                                          </p:val>
                                        </p:tav>
                                        <p:tav tm="23481">
                                          <p:val>
                                            <p:strVal val="#ppt_x-2.46966"/>
                                          </p:val>
                                        </p:tav>
                                        <p:tav tm="24862">
                                          <p:val>
                                            <p:strVal val="#ppt_x-2.48357"/>
                                          </p:val>
                                        </p:tav>
                                        <p:tav tm="26243">
                                          <p:val>
                                            <p:strVal val="#ppt_x-2.48818"/>
                                          </p:val>
                                        </p:tav>
                                        <p:tav tm="27624">
                                          <p:val>
                                            <p:strVal val="#ppt_x-2.48635"/>
                                          </p:val>
                                        </p:tav>
                                        <p:tav tm="29006">
                                          <p:val>
                                            <p:strVal val="#ppt_x-2.48017"/>
                                          </p:val>
                                        </p:tav>
                                        <p:tav tm="31768">
                                          <p:val>
                                            <p:strVal val="#ppt_x-2.46283"/>
                                          </p:val>
                                        </p:tav>
                                        <p:tav tm="33149">
                                          <p:val>
                                            <p:strVal val="#ppt_x-2.45467"/>
                                          </p:val>
                                        </p:tav>
                                        <p:tav tm="34530">
                                          <p:val>
                                            <p:strVal val="#ppt_x-2.44815"/>
                                          </p:val>
                                        </p:tav>
                                        <p:tav tm="35912">
                                          <p:val>
                                            <p:strVal val="#ppt_x-2.4434"/>
                                          </p:val>
                                        </p:tav>
                                        <p:tav tm="37293">
                                          <p:val>
                                            <p:strVal val="#ppt_x-2.44041"/>
                                          </p:val>
                                        </p:tav>
                                        <p:tav tm="38674">
                                          <p:val>
                                            <p:strVal val="#ppt_x-2.43912"/>
                                          </p:val>
                                        </p:tav>
                                        <p:tav tm="40055">
                                          <p:val>
                                            <p:strVal val="#ppt_x-2.43905"/>
                                          </p:val>
                                        </p:tav>
                                        <p:tav tm="41436">
                                          <p:val>
                                            <p:strVal val="#ppt_x-2.43983"/>
                                          </p:val>
                                        </p:tav>
                                        <p:tav tm="46961">
                                          <p:val>
                                            <p:strVal val="#ppt_x-2.44512"/>
                                          </p:val>
                                        </p:tav>
                                        <p:tav tm="49724">
                                          <p:val>
                                            <p:strVal val="#ppt_x-2.44609"/>
                                          </p:val>
                                        </p:tav>
                                        <p:tav tm="51105">
                                          <p:val>
                                            <p:strVal val="#ppt_x-2.4454"/>
                                          </p:val>
                                        </p:tav>
                                        <p:tav tm="53867">
                                          <p:val>
                                            <p:strVal val="#ppt_x-2.44054"/>
                                          </p:val>
                                        </p:tav>
                                        <p:tav tm="55249">
                                          <p:val>
                                            <p:strVal val="#ppt_x-2.43737"/>
                                          </p:val>
                                        </p:tav>
                                        <p:tav tm="56630">
                                          <p:val>
                                            <p:strVal val="#ppt_x-2.4329"/>
                                          </p:val>
                                        </p:tav>
                                        <p:tav tm="58011">
                                          <p:val>
                                            <p:strVal val="#ppt_x-2.42718"/>
                                          </p:val>
                                        </p:tav>
                                        <p:tav tm="59392">
                                          <p:val>
                                            <p:strVal val="#ppt_x-2.41967"/>
                                          </p:val>
                                        </p:tav>
                                        <p:tav tm="60773">
                                          <p:val>
                                            <p:strVal val="#ppt_x-2.40845"/>
                                          </p:val>
                                        </p:tav>
                                        <p:tav tm="62155">
                                          <p:val>
                                            <p:strVal val="#ppt_x-2.3934"/>
                                          </p:val>
                                        </p:tav>
                                        <p:tav tm="63536">
                                          <p:val>
                                            <p:strVal val="#ppt_x-2.37411"/>
                                          </p:val>
                                        </p:tav>
                                        <p:tav tm="64917">
                                          <p:val>
                                            <p:strVal val="#ppt_x-2.34041"/>
                                          </p:val>
                                        </p:tav>
                                        <p:tav tm="66298">
                                          <p:val>
                                            <p:strVal val="#ppt_x-2.29213"/>
                                          </p:val>
                                        </p:tav>
                                        <p:tav tm="67680">
                                          <p:val>
                                            <p:strVal val="#ppt_x-2.22882"/>
                                          </p:val>
                                        </p:tav>
                                        <p:tav tm="69061">
                                          <p:val>
                                            <p:strVal val="#ppt_x-2.13982"/>
                                          </p:val>
                                        </p:tav>
                                        <p:tav tm="70442">
                                          <p:val>
                                            <p:strVal val="#ppt_x-2.0432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94451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85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76445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68536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61362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55232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49684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44706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40598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37014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33886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3137"/>
                                          </p:val>
                                        </p:tav>
                                        <p:tav tm="88398">
                                          <p:val>
                                            <p:strVal val="#ppt_x-1.29361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7709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6473"/>
                                          </p:val>
                                        </p:tav>
                                        <p:tav tm="92541">
                                          <p:val>
                                            <p:strVal val="#ppt_x-1.25709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22"/>
                                          </p:val>
                                        </p:tav>
                                        <p:tav tm="9530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4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79422"/>
                                          </p:val>
                                        </p:tav>
                                        <p:tav tm="12431">
                                          <p:val>
                                            <p:strVal val="#ppt_y+0.79422"/>
                                          </p:val>
                                        </p:tav>
                                        <p:tav tm="13812">
                                          <p:val>
                                            <p:strVal val="#ppt_y+0.79313"/>
                                          </p:val>
                                        </p:tav>
                                        <p:tav tm="15193">
                                          <p:val>
                                            <p:strVal val="#ppt_y+0.78363"/>
                                          </p:val>
                                        </p:tav>
                                        <p:tav tm="16575">
                                          <p:val>
                                            <p:strVal val="#ppt_y+0.76508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72129"/>
                                          </p:val>
                                        </p:tav>
                                        <p:tav tm="20718">
                                          <p:val>
                                            <p:strVal val="#ppt_y+0.70231"/>
                                          </p:val>
                                        </p:tav>
                                        <p:tav tm="22099">
                                          <p:val>
                                            <p:strVal val="#ppt_y+0.68768"/>
                                          </p:val>
                                        </p:tav>
                                        <p:tav tm="23481">
                                          <p:val>
                                            <p:strVal val="#ppt_y+0.67756"/>
                                          </p:val>
                                        </p:tav>
                                        <p:tav tm="24862">
                                          <p:val>
                                            <p:strVal val="#ppt_y+0.67187"/>
                                          </p:val>
                                        </p:tav>
                                        <p:tav tm="26243">
                                          <p:val>
                                            <p:strVal val="#ppt_y+0.66999"/>
                                          </p:val>
                                        </p:tav>
                                        <p:tav tm="27624">
                                          <p:val>
                                            <p:strVal val="#ppt_y+0.67074"/>
                                          </p:val>
                                        </p:tav>
                                        <p:tav tm="29006">
                                          <p:val>
                                            <p:strVal val="#ppt_y+0.67326"/>
                                          </p:val>
                                        </p:tav>
                                        <p:tav tm="33149">
                                          <p:val>
                                            <p:strVal val="#ppt_y+0.68368"/>
                                          </p:val>
                                        </p:tav>
                                        <p:tav tm="34530">
                                          <p:val>
                                            <p:strVal val="#ppt_y+0.68635"/>
                                          </p:val>
                                        </p:tav>
                                        <p:tav tm="37293">
                                          <p:val>
                                            <p:strVal val="#ppt_y+0.68951"/>
                                          </p:val>
                                        </p:tav>
                                        <p:tav tm="41436">
                                          <p:val>
                                            <p:strVal val="#ppt_y+0.68975"/>
                                          </p:val>
                                        </p:tav>
                                        <p:tav tm="52486">
                                          <p:val>
                                            <p:strVal val="#ppt_y+0.68527"/>
                                          </p:val>
                                        </p:tav>
                                        <p:tav tm="53867">
                                          <p:val>
                                            <p:strVal val="#ppt_y+0.68421"/>
                                          </p:val>
                                        </p:tav>
                                        <p:tav tm="56630">
                                          <p:val>
                                            <p:strVal val="#ppt_y+0.67982"/>
                                          </p:val>
                                        </p:tav>
                                        <p:tav tm="59392">
                                          <p:val>
                                            <p:strVal val="#ppt_y+0.67221"/>
                                          </p:val>
                                        </p:tav>
                                        <p:tav tm="60773">
                                          <p:val>
                                            <p:strVal val="#ppt_y+0.66577"/>
                                          </p:val>
                                        </p:tav>
                                        <p:tav tm="62155">
                                          <p:val>
                                            <p:strVal val="#ppt_y+0.65712"/>
                                          </p:val>
                                        </p:tav>
                                        <p:tav tm="63536">
                                          <p:val>
                                            <p:strVal val="#ppt_y+0.64603"/>
                                          </p:val>
                                        </p:tav>
                                        <p:tav tm="64917">
                                          <p:val>
                                            <p:strVal val="#ppt_y+0.62667"/>
                                          </p:val>
                                        </p:tav>
                                        <p:tav tm="66298">
                                          <p:val>
                                            <p:strVal val="#ppt_y+0.59892"/>
                                          </p:val>
                                        </p:tav>
                                        <p:tav tm="67680">
                                          <p:val>
                                            <p:strVal val="#ppt_y+0.56254"/>
                                          </p:val>
                                        </p:tav>
                                        <p:tav tm="69061">
                                          <p:val>
                                            <p:strVal val="#ppt_y+0.51139"/>
                                          </p:val>
                                        </p:tav>
                                        <p:tav tm="70442">
                                          <p:val>
                                            <p:strVal val="#ppt_y+0.45586"/>
                                          </p:val>
                                        </p:tav>
                                        <p:tav tm="71823">
                                          <p:val>
                                            <p:strVal val="#ppt_y+0.39914"/>
                                          </p:val>
                                        </p:tav>
                                        <p:tav tm="73204">
                                          <p:val>
                                            <p:strVal val="#ppt_y+0.34482"/>
                                          </p:val>
                                        </p:tav>
                                        <p:tav tm="74586">
                                          <p:val>
                                            <p:strVal val="#ppt_y+0.29566"/>
                                          </p:val>
                                        </p:tav>
                                        <p:tav tm="75967">
                                          <p:val>
                                            <p:strVal val="#ppt_y+0.25021"/>
                                          </p:val>
                                        </p:tav>
                                        <p:tav tm="77348">
                                          <p:val>
                                            <p:strVal val="#ppt_y+0.20898"/>
                                          </p:val>
                                        </p:tav>
                                        <p:tav tm="78729">
                                          <p:val>
                                            <p:strVal val="#ppt_y+0.17375"/>
                                          </p:val>
                                        </p:tav>
                                        <p:tav tm="80110">
                                          <p:val>
                                            <p:strVal val="#ppt_y+0.14186"/>
                                          </p:val>
                                        </p:tav>
                                        <p:tav tm="81492">
                                          <p:val>
                                            <p:strVal val="#ppt_y+0.11325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8964"/>
                                          </p:val>
                                        </p:tav>
                                        <p:tav tm="84254">
                                          <p:val>
                                            <p:strVal val="#ppt_y+0.06904"/>
                                          </p:val>
                                        </p:tav>
                                        <p:tav tm="85635">
                                          <p:val>
                                            <p:strVal val="#ppt_y+0.05107"/>
                                          </p:val>
                                        </p:tav>
                                        <p:tav tm="87017">
                                          <p:val>
                                            <p:strVal val="#ppt_y+0.03661"/>
                                          </p:val>
                                        </p:tav>
                                        <p:tav tm="88398">
                                          <p:val>
                                            <p:strVal val="#ppt_y+0.02506"/>
                                          </p:val>
                                        </p:tav>
                                        <p:tav tm="89779">
                                          <p:val>
                                            <p:strVal val="#ppt_y+0.01557"/>
                                          </p:val>
                                        </p:tav>
                                        <p:tav tm="91160">
                                          <p:val>
                                            <p:strVal val="#ppt_y+0.00847"/>
                                          </p:val>
                                        </p:tav>
                                        <p:tav tm="92541">
                                          <p:val>
                                            <p:strVal val="#ppt_y+0.00407"/>
                                          </p:val>
                                        </p:tav>
                                        <p:tav tm="93923">
                                          <p:val>
                                            <p:strVal val="#ppt_y+0.00126"/>
                                          </p:val>
                                        </p:tav>
                                        <p:tav tm="95304">
                                          <p:val>
                                            <p:strVal val="#ppt_y+0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4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2431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3812">
                                          <p:val>
                                            <p:strVal val="#ppt_w*0.03139"/>
                                          </p:val>
                                        </p:tav>
                                        <p:tav tm="15193">
                                          <p:val>
                                            <p:strVal val="#ppt_w*0.03646"/>
                                          </p:val>
                                        </p:tav>
                                        <p:tav tm="16575">
                                          <p:val>
                                            <p:strVal val="#ppt_w*0.04639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6981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7996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8778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932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09624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9725"/>
                                          </p:val>
                                        </p:tav>
                                        <p:tav tm="27624">
                                          <p:val>
                                            <p:strVal val="#ppt_w*0.09685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955"/>
                                          </p:val>
                                        </p:tav>
                                        <p:tav tm="33149">
                                          <p:val>
                                            <p:strVal val="#ppt_w*0.08992"/>
                                          </p:val>
                                        </p:tav>
                                        <p:tav tm="34530">
                                          <p:val>
                                            <p:strVal val="#ppt_w*0.0885"/>
                                          </p:val>
                                        </p:tav>
                                        <p:tav tm="37293">
                                          <p:val>
                                            <p:strVal val="#ppt_w*0.0868"/>
                                          </p:val>
                                        </p:tav>
                                        <p:tav tm="40055">
                                          <p:val>
                                            <p:strVal val="#ppt_w*0.08651"/>
                                          </p:val>
                                        </p:tav>
                                        <p:tav tm="48343">
                                          <p:val>
                                            <p:strVal val="#ppt_w*0.08815"/>
                                          </p:val>
                                        </p:tav>
                                        <p:tav tm="49724">
                                          <p:val>
                                            <p:strVal val="#ppt_w*0.08855"/>
                                          </p:val>
                                        </p:tav>
                                        <p:tav tm="52486">
                                          <p:val>
                                            <p:strVal val="#ppt_w*0.09051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w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24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2431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3812">
                                          <p:val>
                                            <p:strVal val="#ppt_h*0.03139"/>
                                          </p:val>
                                        </p:tav>
                                        <p:tav tm="15193">
                                          <p:val>
                                            <p:strVal val="#ppt_h*0.03646"/>
                                          </p:val>
                                        </p:tav>
                                        <p:tav tm="16575">
                                          <p:val>
                                            <p:strVal val="#ppt_h*0.04639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6981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7996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8778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932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09624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9725"/>
                                          </p:val>
                                        </p:tav>
                                        <p:tav tm="27624">
                                          <p:val>
                                            <p:strVal val="#ppt_h*0.09685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955"/>
                                          </p:val>
                                        </p:tav>
                                        <p:tav tm="33149">
                                          <p:val>
                                            <p:strVal val="#ppt_h*0.08992"/>
                                          </p:val>
                                        </p:tav>
                                        <p:tav tm="34530">
                                          <p:val>
                                            <p:strVal val="#ppt_h*0.0885"/>
                                          </p:val>
                                        </p:tav>
                                        <p:tav tm="37293">
                                          <p:val>
                                            <p:strVal val="#ppt_h*0.0868"/>
                                          </p:val>
                                        </p:tav>
                                        <p:tav tm="40055">
                                          <p:val>
                                            <p:strVal val="#ppt_h*0.08651"/>
                                          </p:val>
                                        </p:tav>
                                        <p:tav tm="48343">
                                          <p:val>
                                            <p:strVal val="#ppt_h*0.08815"/>
                                          </p:val>
                                        </p:tav>
                                        <p:tav tm="49724">
                                          <p:val>
                                            <p:strVal val="#ppt_h*0.08855"/>
                                          </p:val>
                                        </p:tav>
                                        <p:tav tm="52486">
                                          <p:val>
                                            <p:strVal val="#ppt_h*0.09051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207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413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62"/>
                                          </p:val>
                                        </p:tav>
                                        <p:tav tm="12431">
                                          <p:val>
                                            <p:fltVal val="162"/>
                                          </p:val>
                                        </p:tav>
                                        <p:tav tm="13812">
                                          <p:val>
                                            <p:fltVal val="164.03"/>
                                          </p:val>
                                        </p:tav>
                                        <p:tav tm="15193">
                                          <p:val>
                                            <p:fltVal val="181.61"/>
                                          </p:val>
                                        </p:tav>
                                        <p:tav tm="16575">
                                          <p:val>
                                            <p:fltVal val="215.96"/>
                                          </p:val>
                                        </p:tav>
                                        <p:tav tm="19337">
                                          <p:val>
                                            <p:fltVal val="297.04"/>
                                          </p:val>
                                        </p:tav>
                                        <p:tav tm="20718">
                                          <p:val>
                                            <p:fltVal val="332.17"/>
                                          </p:val>
                                        </p:tav>
                                        <p:tav tm="22099">
                                          <p:val>
                                            <p:fltVal val="359.25"/>
                                          </p:val>
                                        </p:tav>
                                        <p:tav tm="23481">
                                          <p:val>
                                            <p:fltVal val="377.99"/>
                                          </p:val>
                                        </p:tav>
                                        <p:tav tm="24862">
                                          <p:val>
                                            <p:fltVal val="388.52"/>
                                          </p:val>
                                        </p:tav>
                                        <p:tav tm="26243">
                                          <p:val>
                                            <p:fltVal val="392"/>
                                          </p:val>
                                        </p:tav>
                                        <p:tav tm="27624">
                                          <p:val>
                                            <p:fltVal val="390.63"/>
                                          </p:val>
                                        </p:tav>
                                        <p:tav tm="29006">
                                          <p:val>
                                            <p:fltVal val="385.95"/>
                                          </p:val>
                                        </p:tav>
                                        <p:tav tm="33149">
                                          <p:val>
                                            <p:fltVal val="366.65"/>
                                          </p:val>
                                        </p:tav>
                                        <p:tav tm="34530">
                                          <p:val>
                                            <p:fltVal val="361.72"/>
                                          </p:val>
                                        </p:tav>
                                        <p:tav tm="35912">
                                          <p:val>
                                            <p:fltVal val="358.13"/>
                                          </p:val>
                                        </p:tav>
                                        <p:tav tm="37293">
                                          <p:val>
                                            <p:fltVal val="355.86"/>
                                          </p:val>
                                        </p:tav>
                                        <p:tav tm="38674">
                                          <p:val>
                                            <p:fltVal val="354.89"/>
                                          </p:val>
                                        </p:tav>
                                        <p:tav tm="40055">
                                          <p:val>
                                            <p:fltVal val="354.84"/>
                                          </p:val>
                                        </p:tav>
                                        <p:tav tm="41436">
                                          <p:val>
                                            <p:fltVal val="355.42"/>
                                          </p:val>
                                        </p:tav>
                                        <p:tav tm="46961">
                                          <p:val>
                                            <p:fltVal val="359.43"/>
                                          </p:val>
                                        </p:tav>
                                        <p:tav tm="51105">
                                          <p:val>
                                            <p:fltVal val="360.8"/>
                                          </p:val>
                                        </p:tav>
                                        <p:tav tm="53867">
                                          <p:val>
                                            <p:fltVal val="360"/>
                                          </p:val>
                                        </p:tav>
                                        <p:tav tm="98066">
                                          <p:val>
                                            <p:fltVal val="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67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203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204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5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06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207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" dur="24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7512"/>
                                          </p:val>
                                        </p:tav>
                                        <p:tav tm="15193">
                                          <p:val>
                                            <p:strVal val="#ppt_x-2.7512"/>
                                          </p:val>
                                        </p:tav>
                                        <p:tav tm="16575">
                                          <p:val>
                                            <p:strVal val="#ppt_x-2.74582"/>
                                          </p:val>
                                        </p:tav>
                                        <p:tav tm="17956">
                                          <p:val>
                                            <p:strVal val="#ppt_x-2.71796"/>
                                          </p:val>
                                        </p:tav>
                                        <p:tav tm="19337">
                                          <p:val>
                                            <p:strVal val="#ppt_x-2.67746"/>
                                          </p:val>
                                        </p:tav>
                                        <p:tav tm="20718">
                                          <p:val>
                                            <p:strVal val="#ppt_x-2.63258"/>
                                          </p:val>
                                        </p:tav>
                                        <p:tav tm="22099">
                                          <p:val>
                                            <p:strVal val="#ppt_x-2.59038"/>
                                          </p:val>
                                        </p:tav>
                                        <p:tav tm="23481">
                                          <p:val>
                                            <p:strVal val="#ppt_x-2.55513"/>
                                          </p:val>
                                        </p:tav>
                                        <p:tav tm="24862">
                                          <p:val>
                                            <p:strVal val="#ppt_x-2.52855"/>
                                          </p:val>
                                        </p:tav>
                                        <p:tav tm="26243">
                                          <p:val>
                                            <p:strVal val="#ppt_x-2.51166"/>
                                          </p:val>
                                        </p:tav>
                                        <p:tav tm="27624">
                                          <p:val>
                                            <p:strVal val="#ppt_x-2.5032"/>
                                          </p:val>
                                        </p:tav>
                                        <p:tav tm="29006">
                                          <p:val>
                                            <p:strVal val="#ppt_x-2.50128"/>
                                          </p:val>
                                        </p:tav>
                                        <p:tav tm="30387">
                                          <p:val>
                                            <p:strVal val="#ppt_x-2.50432"/>
                                          </p:val>
                                        </p:tav>
                                        <p:tav tm="31768">
                                          <p:val>
                                            <p:strVal val="#ppt_x-2.51029"/>
                                          </p:val>
                                        </p:tav>
                                        <p:tav tm="34530">
                                          <p:val>
                                            <p:strVal val="#ppt_x-2.52465"/>
                                          </p:val>
                                        </p:tav>
                                        <p:tav tm="35912">
                                          <p:val>
                                            <p:strVal val="#ppt_x-2.5309"/>
                                          </p:val>
                                        </p:tav>
                                        <p:tav tm="37293">
                                          <p:val>
                                            <p:strVal val="#ppt_x-2.5358"/>
                                          </p:val>
                                        </p:tav>
                                        <p:tav tm="38674">
                                          <p:val>
                                            <p:strVal val="#ppt_x-2.53921"/>
                                          </p:val>
                                        </p:tav>
                                        <p:tav tm="40055">
                                          <p:val>
                                            <p:strVal val="#ppt_x-2.54109"/>
                                          </p:val>
                                        </p:tav>
                                        <p:tav tm="41436">
                                          <p:val>
                                            <p:strVal val="#ppt_x-2.5418"/>
                                          </p:val>
                                        </p:tav>
                                        <p:tav tm="42818">
                                          <p:val>
                                            <p:strVal val="#ppt_x-2.5416"/>
                                          </p:val>
                                        </p:tav>
                                        <p:tav tm="49724">
                                          <p:val>
                                            <p:strVal val="#ppt_x-2.53592"/>
                                          </p:val>
                                        </p:tav>
                                        <p:tav tm="52486">
                                          <p:val>
                                            <p:strVal val="#ppt_x-2.532"/>
                                          </p:val>
                                        </p:tav>
                                        <p:tav tm="55249">
                                          <p:val>
                                            <p:strVal val="#ppt_x-2.52698"/>
                                          </p:val>
                                        </p:tav>
                                        <p:tav tm="56630">
                                          <p:val>
                                            <p:strVal val="#ppt_x-2.52217"/>
                                          </p:val>
                                        </p:tav>
                                        <p:tav tm="58011">
                                          <p:val>
                                            <p:strVal val="#ppt_x-2.51602"/>
                                          </p:val>
                                        </p:tav>
                                        <p:tav tm="59392">
                                          <p:val>
                                            <p:strVal val="#ppt_x-2.50794"/>
                                          </p:val>
                                        </p:tav>
                                        <p:tav tm="60773">
                                          <p:val>
                                            <p:strVal val="#ppt_x-2.49587"/>
                                          </p:val>
                                        </p:tav>
                                        <p:tav tm="62155">
                                          <p:val>
                                            <p:strVal val="#ppt_x-2.47969"/>
                                          </p:val>
                                        </p:tav>
                                        <p:tav tm="63536">
                                          <p:val>
                                            <p:strVal val="#ppt_x-2.45895"/>
                                          </p:val>
                                        </p:tav>
                                        <p:tav tm="64917">
                                          <p:val>
                                            <p:strVal val="#ppt_x-2.4227"/>
                                          </p:val>
                                        </p:tav>
                                        <p:tav tm="66298">
                                          <p:val>
                                            <p:strVal val="#ppt_x-2.37077"/>
                                          </p:val>
                                        </p:tav>
                                        <p:tav tm="67680">
                                          <p:val>
                                            <p:strVal val="#ppt_x-2.30269"/>
                                          </p:val>
                                        </p:tav>
                                        <p:tav tm="69061">
                                          <p:val>
                                            <p:strVal val="#ppt_x-2.20697"/>
                                          </p:val>
                                        </p:tav>
                                        <p:tav tm="70442">
                                          <p:val>
                                            <p:strVal val="#ppt_x-2.10306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99692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89528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80327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71822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64106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57514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51547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46193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41775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37921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34556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3185"/>
                                          </p:val>
                                        </p:tav>
                                        <p:tav tm="88398">
                                          <p:val>
                                            <p:strVal val="#ppt_x-1.2969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7914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6585"/>
                                          </p:val>
                                        </p:tav>
                                        <p:tav tm="92541">
                                          <p:val>
                                            <p:strVal val="#ppt_x-1.25762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237"/>
                                          </p:val>
                                        </p:tav>
                                        <p:tav tm="9530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24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02144"/>
                                          </p:val>
                                        </p:tav>
                                        <p:tav tm="15193">
                                          <p:val>
                                            <p:strVal val="#ppt_y-0.02144"/>
                                          </p:val>
                                        </p:tav>
                                        <p:tav tm="16575">
                                          <p:val>
                                            <p:strVal val="#ppt_y-0.01334"/>
                                          </p:val>
                                        </p:tav>
                                        <p:tav tm="17956">
                                          <p:val>
                                            <p:strVal val="#ppt_y+0.02871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08981"/>
                                          </p:val>
                                        </p:tav>
                                        <p:tav tm="20718">
                                          <p:val>
                                            <p:strVal val="#ppt_y+0.15752"/>
                                          </p:val>
                                        </p:tav>
                                        <p:tav tm="22099">
                                          <p:val>
                                            <p:strVal val="#ppt_y+0.22119"/>
                                          </p:val>
                                        </p:tav>
                                        <p:tav tm="23481">
                                          <p:val>
                                            <p:strVal val="#ppt_y+0.27439"/>
                                          </p:val>
                                        </p:tav>
                                        <p:tav tm="24862">
                                          <p:val>
                                            <p:strVal val="#ppt_y+0.31448"/>
                                          </p:val>
                                        </p:tav>
                                        <p:tav tm="26243">
                                          <p:val>
                                            <p:strVal val="#ppt_y+0.33996"/>
                                          </p:val>
                                        </p:tav>
                                        <p:tav tm="27624">
                                          <p:val>
                                            <p:strVal val="#ppt_y+0.35273"/>
                                          </p:val>
                                        </p:tav>
                                        <p:tav tm="29006">
                                          <p:val>
                                            <p:strVal val="#ppt_y+0.35563"/>
                                          </p:val>
                                        </p:tav>
                                        <p:tav tm="30387">
                                          <p:val>
                                            <p:strVal val="#ppt_y+0.35105"/>
                                          </p:val>
                                        </p:tav>
                                        <p:tav tm="31768">
                                          <p:val>
                                            <p:strVal val="#ppt_y+0.34203"/>
                                          </p:val>
                                        </p:tav>
                                        <p:tav tm="34530">
                                          <p:val>
                                            <p:strVal val="#ppt_y+0.32036"/>
                                          </p:val>
                                        </p:tav>
                                        <p:tav tm="35912">
                                          <p:val>
                                            <p:strVal val="#ppt_y+0.31094"/>
                                          </p:val>
                                        </p:tav>
                                        <p:tav tm="37293">
                                          <p:val>
                                            <p:strVal val="#ppt_y+0.30355"/>
                                          </p:val>
                                        </p:tav>
                                        <p:tav tm="38674">
                                          <p:val>
                                            <p:strVal val="#ppt_y+0.2984"/>
                                          </p:val>
                                        </p:tav>
                                        <p:tav tm="40055">
                                          <p:val>
                                            <p:strVal val="#ppt_y+0.29557"/>
                                          </p:val>
                                        </p:tav>
                                        <p:tav tm="41436">
                                          <p:val>
                                            <p:strVal val="#ppt_y+0.2945"/>
                                          </p:val>
                                        </p:tav>
                                        <p:tav tm="42818">
                                          <p:val>
                                            <p:strVal val="#ppt_y+0.29479"/>
                                          </p:val>
                                        </p:tav>
                                        <p:tav tm="49724">
                                          <p:val>
                                            <p:strVal val="#ppt_y+0.3024"/>
                                          </p:val>
                                        </p:tav>
                                        <p:tav tm="53867">
                                          <p:val>
                                            <p:strVal val="#ppt_y+0.30313"/>
                                          </p:val>
                                        </p:tav>
                                        <p:tav tm="59392">
                                          <p:val>
                                            <p:strVal val="#ppt_y+0.29641"/>
                                          </p:val>
                                        </p:tav>
                                        <p:tav tm="62155">
                                          <p:val>
                                            <p:strVal val="#ppt_y+0.28976"/>
                                          </p:val>
                                        </p:tav>
                                        <p:tav tm="63536">
                                          <p:val>
                                            <p:strVal val="#ppt_y+0.28487"/>
                                          </p:val>
                                        </p:tav>
                                        <p:tav tm="64917">
                                          <p:val>
                                            <p:strVal val="#ppt_y+0.27633"/>
                                          </p:val>
                                        </p:tav>
                                        <p:tav tm="66298">
                                          <p:val>
                                            <p:strVal val="#ppt_y+0.2641"/>
                                          </p:val>
                                        </p:tav>
                                        <p:tav tm="67680">
                                          <p:val>
                                            <p:strVal val="#ppt_y+0.24805"/>
                                          </p:val>
                                        </p:tav>
                                        <p:tav tm="69061">
                                          <p:val>
                                            <p:strVal val="#ppt_y+0.2255"/>
                                          </p:val>
                                        </p:tav>
                                        <p:tav tm="73204">
                                          <p:val>
                                            <p:strVal val="#ppt_y+0.15205"/>
                                          </p:val>
                                        </p:tav>
                                        <p:tav tm="74586">
                                          <p:val>
                                            <p:strVal val="#ppt_y+0.13037"/>
                                          </p:val>
                                        </p:tav>
                                        <p:tav tm="75967">
                                          <p:val>
                                            <p:strVal val="#ppt_y+0.11033"/>
                                          </p:val>
                                        </p:tav>
                                        <p:tav tm="77348">
                                          <p:val>
                                            <p:strVal val="#ppt_y+0.09215"/>
                                          </p:val>
                                        </p:tav>
                                        <p:tav tm="78729">
                                          <p:val>
                                            <p:strVal val="#ppt_y+0.07662"/>
                                          </p:val>
                                        </p:tav>
                                        <p:tav tm="80110">
                                          <p:val>
                                            <p:strVal val="#ppt_y+0.06256"/>
                                          </p:val>
                                        </p:tav>
                                        <p:tav tm="81492">
                                          <p:val>
                                            <p:strVal val="#ppt_y+0.04994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3953"/>
                                          </p:val>
                                        </p:tav>
                                        <p:tav tm="84254">
                                          <p:val>
                                            <p:strVal val="#ppt_y+0.03045"/>
                                          </p:val>
                                        </p:tav>
                                        <p:tav tm="85635">
                                          <p:val>
                                            <p:strVal val="#ppt_y+0.02252"/>
                                          </p:val>
                                        </p:tav>
                                        <p:tav tm="87017">
                                          <p:val>
                                            <p:strVal val="#ppt_y+0.01614"/>
                                          </p:val>
                                        </p:tav>
                                        <p:tav tm="89779">
                                          <p:val>
                                            <p:strVal val="#ppt_y+0.00687"/>
                                          </p:val>
                                        </p:tav>
                                        <p:tav tm="91160">
                                          <p:val>
                                            <p:strVal val="#ppt_y+0.00374"/>
                                          </p:val>
                                        </p:tav>
                                        <p:tav tm="93923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24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5193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6575">
                                          <p:val>
                                            <p:strVal val="#ppt_w*0.03223"/>
                                          </p:val>
                                        </p:tav>
                                        <p:tav tm="17956">
                                          <p:val>
                                            <p:strVal val="#ppt_w*0.03964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5041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6235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7357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8295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09001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9451"/>
                                          </p:val>
                                        </p:tav>
                                        <p:tav tm="27624">
                                          <p:val>
                                            <p:strVal val="#ppt_w*0.09676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9727"/>
                                          </p:val>
                                        </p:tav>
                                        <p:tav tm="30387">
                                          <p:val>
                                            <p:strVal val="#ppt_w*0.09646"/>
                                          </p:val>
                                        </p:tav>
                                        <p:tav tm="35912">
                                          <p:val>
                                            <p:strVal val="#ppt_w*0.08939"/>
                                          </p:val>
                                        </p:tav>
                                        <p:tav tm="38674">
                                          <p:val>
                                            <p:strVal val="#ppt_w*0.08718"/>
                                          </p:val>
                                        </p:tav>
                                        <p:tav tm="40055">
                                          <p:val>
                                            <p:strVal val="#ppt_w*0.08668"/>
                                          </p:val>
                                        </p:tav>
                                        <p:tav tm="42818">
                                          <p:val>
                                            <p:strVal val="#ppt_w*0.08654"/>
                                          </p:val>
                                        </p:tav>
                                        <p:tav tm="46961">
                                          <p:val>
                                            <p:strVal val="#ppt_w*0.08738"/>
                                          </p:val>
                                        </p:tav>
                                        <p:tav tm="49724">
                                          <p:val>
                                            <p:strVal val="#ppt_w*0.0883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926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232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w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4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5193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6575">
                                          <p:val>
                                            <p:strVal val="#ppt_h*0.03223"/>
                                          </p:val>
                                        </p:tav>
                                        <p:tav tm="17956">
                                          <p:val>
                                            <p:strVal val="#ppt_h*0.03964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5041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6235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7357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8295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09001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9451"/>
                                          </p:val>
                                        </p:tav>
                                        <p:tav tm="27624">
                                          <p:val>
                                            <p:strVal val="#ppt_h*0.09676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9727"/>
                                          </p:val>
                                        </p:tav>
                                        <p:tav tm="30387">
                                          <p:val>
                                            <p:strVal val="#ppt_h*0.09646"/>
                                          </p:val>
                                        </p:tav>
                                        <p:tav tm="35912">
                                          <p:val>
                                            <p:strVal val="#ppt_h*0.08939"/>
                                          </p:val>
                                        </p:tav>
                                        <p:tav tm="38674">
                                          <p:val>
                                            <p:strVal val="#ppt_h*0.08718"/>
                                          </p:val>
                                        </p:tav>
                                        <p:tav tm="40055">
                                          <p:val>
                                            <p:strVal val="#ppt_h*0.08668"/>
                                          </p:val>
                                        </p:tav>
                                        <p:tav tm="42818">
                                          <p:val>
                                            <p:strVal val="#ppt_h*0.08654"/>
                                          </p:val>
                                        </p:tav>
                                        <p:tav tm="46961">
                                          <p:val>
                                            <p:strVal val="#ppt_h*0.08738"/>
                                          </p:val>
                                        </p:tav>
                                        <p:tav tm="49724">
                                          <p:val>
                                            <p:strVal val="#ppt_h*0.0883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926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232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49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79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413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4"/>
                                          </p:val>
                                        </p:tav>
                                        <p:tav tm="15193">
                                          <p:val>
                                            <p:fltVal val="-174"/>
                                          </p:val>
                                        </p:tav>
                                        <p:tav tm="16575">
                                          <p:val>
                                            <p:fltVal val="-178.65"/>
                                          </p:val>
                                        </p:tav>
                                        <p:tav tm="17956">
                                          <p:val>
                                            <p:fltVal val="-202.75"/>
                                          </p:val>
                                        </p:tav>
                                        <p:tav tm="19337">
                                          <p:val>
                                            <p:fltVal val="-237.77"/>
                                          </p:val>
                                        </p:tav>
                                        <p:tav tm="20718">
                                          <p:val>
                                            <p:fltVal val="-276.58"/>
                                          </p:val>
                                        </p:tav>
                                        <p:tav tm="22099">
                                          <p:val>
                                            <p:fltVal val="-313.08"/>
                                          </p:val>
                                        </p:tav>
                                        <p:tav tm="23481">
                                          <p:val>
                                            <p:fltVal val="-343.57"/>
                                          </p:val>
                                        </p:tav>
                                        <p:tav tm="24862">
                                          <p:val>
                                            <p:fltVal val="-366.55"/>
                                          </p:val>
                                        </p:tav>
                                        <p:tav tm="26243">
                                          <p:val>
                                            <p:fltVal val="-381.16"/>
                                          </p:val>
                                        </p:tav>
                                        <p:tav tm="27624">
                                          <p:val>
                                            <p:fltVal val="-388.48"/>
                                          </p:val>
                                        </p:tav>
                                        <p:tav tm="29006">
                                          <p:val>
                                            <p:fltVal val="-390.14"/>
                                          </p:val>
                                        </p:tav>
                                        <p:tav tm="30387">
                                          <p:val>
                                            <p:fltVal val="-387.51"/>
                                          </p:val>
                                        </p:tav>
                                        <p:tav tm="31768">
                                          <p:val>
                                            <p:fltVal val="-382.34"/>
                                          </p:val>
                                        </p:tav>
                                        <p:tav tm="34530">
                                          <p:val>
                                            <p:fltVal val="-369.92"/>
                                          </p:val>
                                        </p:tav>
                                        <p:tav tm="35912">
                                          <p:val>
                                            <p:fltVal val="-364.52"/>
                                          </p:val>
                                        </p:tav>
                                        <p:tav tm="37293">
                                          <p:val>
                                            <p:fltVal val="-360.28"/>
                                          </p:val>
                                        </p:tav>
                                        <p:tav tm="38674">
                                          <p:val>
                                            <p:fltVal val="-357.33"/>
                                          </p:val>
                                        </p:tav>
                                        <p:tav tm="40055">
                                          <p:val>
                                            <p:fltVal val="-355.71"/>
                                          </p:val>
                                        </p:tav>
                                        <p:tav tm="41436">
                                          <p:val>
                                            <p:fltVal val="-355.1"/>
                                          </p:val>
                                        </p:tav>
                                        <p:tav tm="44199">
                                          <p:val>
                                            <p:fltVal val="-356"/>
                                          </p:val>
                                        </p:tav>
                                        <p:tav tm="49724">
                                          <p:val>
                                            <p:fltVal val="-359.7"/>
                                          </p:val>
                                        </p:tav>
                                        <p:tav tm="53867">
                                          <p:val>
                                            <p:fltVal val="-360.78"/>
                                          </p:val>
                                        </p:tav>
                                        <p:tav tm="55249">
                                          <p:val>
                                            <p:fltVal val="-360"/>
                                          </p:val>
                                        </p:tav>
                                        <p:tav tm="98066">
                                          <p:val>
                                            <p:fltVal val="-36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67">
                                          <p:stCondLst>
                                            <p:cond delay="467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217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3181E"/>
                                      </p:to>
                                    </p:animClr>
                                    <p:set>
                                      <p:cBhvr>
                                        <p:cTn id="218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9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0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B2223"/>
                                      </p:to>
                                    </p:animClr>
                                    <p:set>
                                      <p:cBhvr>
                                        <p:cTn id="221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2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3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92424"/>
                                      </p:to>
                                    </p:animClr>
                                    <p:set>
                                      <p:cBhvr>
                                        <p:cTn id="224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5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6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93181E"/>
                                      </p:to>
                                    </p:animClr>
                                    <p:set>
                                      <p:cBhvr>
                                        <p:cTn id="227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28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B2223"/>
                                      </p:to>
                                    </p:animClr>
                                    <p:set>
                                      <p:cBhvr>
                                        <p:cTn id="229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30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92424"/>
                                      </p:to>
                                    </p:animClr>
                                    <p:set>
                                      <p:cBhvr>
                                        <p:cTn id="231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24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62472"/>
                                          </p:val>
                                        </p:tav>
                                        <p:tav tm="17956">
                                          <p:val>
                                            <p:strVal val="#ppt_x-1.62472"/>
                                          </p:val>
                                        </p:tav>
                                        <p:tav tm="19337">
                                          <p:val>
                                            <p:strVal val="#ppt_x-1.60739"/>
                                          </p:val>
                                        </p:tav>
                                        <p:tav tm="20718">
                                          <p:val>
                                            <p:strVal val="#ppt_x-1.56563"/>
                                          </p:val>
                                        </p:tav>
                                        <p:tav tm="22099">
                                          <p:val>
                                            <p:strVal val="#ppt_x-1.51082"/>
                                          </p:val>
                                        </p:tav>
                                        <p:tav tm="23481">
                                          <p:val>
                                            <p:strVal val="#ppt_x-1.45395"/>
                                          </p:val>
                                        </p:tav>
                                        <p:tav tm="24862">
                                          <p:val>
                                            <p:strVal val="#ppt_x-1.40271"/>
                                          </p:val>
                                        </p:tav>
                                        <p:tav tm="26243">
                                          <p:val>
                                            <p:strVal val="#ppt_x-1.36103"/>
                                          </p:val>
                                        </p:tav>
                                        <p:tav tm="27624">
                                          <p:val>
                                            <p:strVal val="#ppt_x-1.33206"/>
                                          </p:val>
                                        </p:tav>
                                        <p:tav tm="29006">
                                          <p:val>
                                            <p:strVal val="#ppt_x-1.31438"/>
                                          </p:val>
                                        </p:tav>
                                        <p:tav tm="30387">
                                          <p:val>
                                            <p:strVal val="#ppt_x-1.30648"/>
                                          </p:val>
                                        </p:tav>
                                        <p:tav tm="31768">
                                          <p:val>
                                            <p:strVal val="#ppt_x-1.3068"/>
                                          </p:val>
                                        </p:tav>
                                        <p:tav tm="33149">
                                          <p:val>
                                            <p:strVal val="#ppt_x-1.31224"/>
                                          </p:val>
                                        </p:tav>
                                        <p:tav tm="34530">
                                          <p:val>
                                            <p:strVal val="#ppt_x-1.32055"/>
                                          </p:val>
                                        </p:tav>
                                        <p:tav tm="37293">
                                          <p:val>
                                            <p:strVal val="#ppt_x-1.33871"/>
                                          </p:val>
                                        </p:tav>
                                        <p:tav tm="38674">
                                          <p:val>
                                            <p:strVal val="#ppt_x-1.34618"/>
                                          </p:val>
                                        </p:tav>
                                        <p:tav tm="40055">
                                          <p:val>
                                            <p:strVal val="#ppt_x-1.35175"/>
                                          </p:val>
                                        </p:tav>
                                        <p:tav tm="41436">
                                          <p:val>
                                            <p:strVal val="#ppt_x-1.35534"/>
                                          </p:val>
                                        </p:tav>
                                        <p:tav tm="42818">
                                          <p:val>
                                            <p:strVal val="#ppt_x-1.35722"/>
                                          </p:val>
                                        </p:tav>
                                        <p:tav tm="44199">
                                          <p:val>
                                            <p:strVal val="#ppt_x-1.35767"/>
                                          </p:val>
                                        </p:tav>
                                        <p:tav tm="45580">
                                          <p:val>
                                            <p:strVal val="#ppt_x-1.35706"/>
                                          </p:val>
                                        </p:tav>
                                        <p:tav tm="51105">
                                          <p:val>
                                            <p:strVal val="#ppt_x-1.35143"/>
                                          </p:val>
                                        </p:tav>
                                        <p:tav tm="53867">
                                          <p:val>
                                            <p:strVal val="#ppt_x-1.34932"/>
                                          </p:val>
                                        </p:tav>
                                        <p:tav tm="56630">
                                          <p:val>
                                            <p:strVal val="#ppt_x-1.3481"/>
                                          </p:val>
                                        </p:tav>
                                        <p:tav tm="58011">
                                          <p:val>
                                            <p:strVal val="#ppt_x-1.34884"/>
                                          </p:val>
                                        </p:tav>
                                        <p:tav tm="60773">
                                          <p:val>
                                            <p:strVal val="#ppt_x-1.34726"/>
                                          </p:val>
                                        </p:tav>
                                        <p:tav tm="63536">
                                          <p:val>
                                            <p:strVal val="#ppt_x-1.34438"/>
                                          </p:val>
                                        </p:tav>
                                        <p:tav tm="64917">
                                          <p:val>
                                            <p:strVal val="#ppt_x-1.34155"/>
                                          </p:val>
                                        </p:tav>
                                        <p:tav tm="66298">
                                          <p:val>
                                            <p:strVal val="#ppt_x-1.3375"/>
                                          </p:val>
                                        </p:tav>
                                        <p:tav tm="67680">
                                          <p:val>
                                            <p:strVal val="#ppt_x-1.33218"/>
                                          </p:val>
                                        </p:tav>
                                        <p:tav tm="69061">
                                          <p:val>
                                            <p:strVal val="#ppt_x-1.32471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30038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28655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28053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27538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26655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2631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25746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25535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5227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5123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019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4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34869"/>
                                          </p:val>
                                        </p:tav>
                                        <p:tav tm="17956">
                                          <p:val>
                                            <p:strVal val="#ppt_y+0.34869"/>
                                          </p:val>
                                        </p:tav>
                                        <p:tav tm="19337">
                                          <p:val>
                                            <p:strVal val="#ppt_y+0.3458"/>
                                          </p:val>
                                        </p:tav>
                                        <p:tav tm="20718">
                                          <p:val>
                                            <p:strVal val="#ppt_y+0.33886"/>
                                          </p:val>
                                        </p:tav>
                                        <p:tav tm="24862">
                                          <p:val>
                                            <p:strVal val="#ppt_y+0.31176"/>
                                          </p:val>
                                        </p:tav>
                                        <p:tav tm="26243">
                                          <p:val>
                                            <p:strVal val="#ppt_y+0.30482"/>
                                          </p:val>
                                        </p:tav>
                                        <p:tav tm="27624">
                                          <p:val>
                                            <p:strVal val="#ppt_y+0.3"/>
                                          </p:val>
                                        </p:tav>
                                        <p:tav tm="29006">
                                          <p:val>
                                            <p:strVal val="#ppt_y+0.29706"/>
                                          </p:val>
                                        </p:tav>
                                        <p:tav tm="30387">
                                          <p:val>
                                            <p:strVal val="#ppt_y+0.29575"/>
                                          </p:val>
                                        </p:tav>
                                        <p:tav tm="31768">
                                          <p:val>
                                            <p:strVal val="#ppt_y+0.2958"/>
                                          </p:val>
                                        </p:tav>
                                        <p:tav tm="38674">
                                          <p:val>
                                            <p:strVal val="#ppt_y+0.30235"/>
                                          </p:val>
                                        </p:tav>
                                        <p:tav tm="41436">
                                          <p:val>
                                            <p:strVal val="#ppt_y+0.30388"/>
                                          </p:val>
                                        </p:tav>
                                        <p:tav tm="45580">
                                          <p:val>
                                            <p:strVal val="#ppt_y+0.30416"/>
                                          </p:val>
                                        </p:tav>
                                        <p:tav tm="51105">
                                          <p:val>
                                            <p:strVal val="#ppt_y+0.30285"/>
                                          </p:val>
                                        </p:tav>
                                        <p:tav tm="55249">
                                          <p:val>
                                            <p:strVal val="#ppt_y+0.30071"/>
                                          </p:val>
                                        </p:tav>
                                        <p:tav tm="59392">
                                          <p:val>
                                            <p:strVal val="#ppt_y+0.29641"/>
                                          </p:val>
                                        </p:tav>
                                        <p:tav tm="62155">
                                          <p:val>
                                            <p:strVal val="#ppt_y+0.28976"/>
                                          </p:val>
                                        </p:tav>
                                        <p:tav tm="63536">
                                          <p:val>
                                            <p:strVal val="#ppt_y+0.28487"/>
                                          </p:val>
                                        </p:tav>
                                        <p:tav tm="64917">
                                          <p:val>
                                            <p:strVal val="#ppt_y+0.27633"/>
                                          </p:val>
                                        </p:tav>
                                        <p:tav tm="66298">
                                          <p:val>
                                            <p:strVal val="#ppt_y+0.2641"/>
                                          </p:val>
                                        </p:tav>
                                        <p:tav tm="67680">
                                          <p:val>
                                            <p:strVal val="#ppt_y+0.24805"/>
                                          </p:val>
                                        </p:tav>
                                        <p:tav tm="69061">
                                          <p:val>
                                            <p:strVal val="#ppt_y+0.2255"/>
                                          </p:val>
                                        </p:tav>
                                        <p:tav tm="73204">
                                          <p:val>
                                            <p:strVal val="#ppt_y+0.15205"/>
                                          </p:val>
                                        </p:tav>
                                        <p:tav tm="74586">
                                          <p:val>
                                            <p:strVal val="#ppt_y+0.13037"/>
                                          </p:val>
                                        </p:tav>
                                        <p:tav tm="75967">
                                          <p:val>
                                            <p:strVal val="#ppt_y+0.11033"/>
                                          </p:val>
                                        </p:tav>
                                        <p:tav tm="77348">
                                          <p:val>
                                            <p:strVal val="#ppt_y+0.09215"/>
                                          </p:val>
                                        </p:tav>
                                        <p:tav tm="78729">
                                          <p:val>
                                            <p:strVal val="#ppt_y+0.07662"/>
                                          </p:val>
                                        </p:tav>
                                        <p:tav tm="80110">
                                          <p:val>
                                            <p:strVal val="#ppt_y+0.06256"/>
                                          </p:val>
                                        </p:tav>
                                        <p:tav tm="81492">
                                          <p:val>
                                            <p:strVal val="#ppt_y+0.04994"/>
                                          </p:val>
                                        </p:tav>
                                        <p:tav tm="82873">
                                          <p:val>
                                            <p:strVal val="#ppt_y+0.03953"/>
                                          </p:val>
                                        </p:tav>
                                        <p:tav tm="84254">
                                          <p:val>
                                            <p:strVal val="#ppt_y+0.03045"/>
                                          </p:val>
                                        </p:tav>
                                        <p:tav tm="85635">
                                          <p:val>
                                            <p:strVal val="#ppt_y+0.02252"/>
                                          </p:val>
                                        </p:tav>
                                        <p:tav tm="87017">
                                          <p:val>
                                            <p:strVal val="#ppt_y+0.01614"/>
                                          </p:val>
                                        </p:tav>
                                        <p:tav tm="89779">
                                          <p:val>
                                            <p:strVal val="#ppt_y+0.00687"/>
                                          </p:val>
                                        </p:tav>
                                        <p:tav tm="91160">
                                          <p:val>
                                            <p:strVal val="#ppt_y+0.00374"/>
                                          </p:val>
                                        </p:tav>
                                        <p:tav tm="93923">
                                          <p:val>
                                            <p:strVal val="#ppt_y+0.00056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24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7956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3441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4312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5455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6641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07709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8578"/>
                                          </p:val>
                                        </p:tav>
                                        <p:tav tm="27624">
                                          <p:val>
                                            <p:strVal val="#ppt_w*0.09183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9551"/>
                                          </p:val>
                                        </p:tav>
                                        <p:tav tm="30387">
                                          <p:val>
                                            <p:strVal val="#ppt_w*0.09716"/>
                                          </p:val>
                                        </p:tav>
                                        <p:tav tm="31768">
                                          <p:val>
                                            <p:strVal val="#ppt_w*0.09709"/>
                                          </p:val>
                                        </p:tav>
                                        <p:tav tm="33149">
                                          <p:val>
                                            <p:strVal val="#ppt_w*0.09596"/>
                                          </p:val>
                                        </p:tav>
                                        <p:tav tm="37293">
                                          <p:val>
                                            <p:strVal val="#ppt_w*0.09044"/>
                                          </p:val>
                                        </p:tav>
                                        <p:tav tm="38674">
                                          <p:val>
                                            <p:strVal val="#ppt_w*0.08888"/>
                                          </p:val>
                                        </p:tav>
                                        <p:tav tm="40055">
                                          <p:val>
                                            <p:strVal val="#ppt_w*0.08772"/>
                                          </p:val>
                                        </p:tav>
                                        <p:tav tm="41436">
                                          <p:val>
                                            <p:strVal val="#ppt_w*0.08697"/>
                                          </p:val>
                                        </p:tav>
                                        <p:tav tm="44199">
                                          <p:val>
                                            <p:strVal val="#ppt_w*0.08649"/>
                                          </p:val>
                                        </p:tav>
                                        <p:tav tm="46961">
                                          <p:val>
                                            <p:strVal val="#ppt_w*0.08687"/>
                                          </p:val>
                                        </p:tav>
                                        <p:tav tm="49724">
                                          <p:val>
                                            <p:strVal val="#ppt_w*0.08788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894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22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72"/>
                                          </p:val>
                                        </p:tav>
                                        <p:tav tm="56630">
                                          <p:val>
                                            <p:strVal val="#ppt_w*0.09815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4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7956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3441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4312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6641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07709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8578"/>
                                          </p:val>
                                        </p:tav>
                                        <p:tav tm="27624">
                                          <p:val>
                                            <p:strVal val="#ppt_h*0.09183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9551"/>
                                          </p:val>
                                        </p:tav>
                                        <p:tav tm="30387">
                                          <p:val>
                                            <p:strVal val="#ppt_h*0.09716"/>
                                          </p:val>
                                        </p:tav>
                                        <p:tav tm="31768">
                                          <p:val>
                                            <p:strVal val="#ppt_h*0.09709"/>
                                          </p:val>
                                        </p:tav>
                                        <p:tav tm="33149">
                                          <p:val>
                                            <p:strVal val="#ppt_h*0.09596"/>
                                          </p:val>
                                        </p:tav>
                                        <p:tav tm="38674">
                                          <p:val>
                                            <p:strVal val="#ppt_h*0.08888"/>
                                          </p:val>
                                        </p:tav>
                                        <p:tav tm="41436">
                                          <p:val>
                                            <p:strVal val="#ppt_h*0.08697"/>
                                          </p:val>
                                        </p:tav>
                                        <p:tav tm="44199">
                                          <p:val>
                                            <p:strVal val="#ppt_h*0.08649"/>
                                          </p:val>
                                        </p:tav>
                                        <p:tav tm="46961">
                                          <p:val>
                                            <p:strVal val="#ppt_h*0.08687"/>
                                          </p:val>
                                        </p:tav>
                                        <p:tav tm="49724">
                                          <p:val>
                                            <p:strVal val="#ppt_h*0.08788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894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22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72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815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2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798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413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78"/>
                                          </p:val>
                                        </p:tav>
                                        <p:tav tm="17956">
                                          <p:val>
                                            <p:fltVal val="-178"/>
                                          </p:val>
                                        </p:tav>
                                        <p:tav tm="19337">
                                          <p:val>
                                            <p:fltVal val="-166.75"/>
                                          </p:val>
                                        </p:tav>
                                        <p:tav tm="20718">
                                          <p:val>
                                            <p:fltVal val="-139.66"/>
                                          </p:val>
                                        </p:tav>
                                        <p:tav tm="22099">
                                          <p:val>
                                            <p:fltVal val="-104.09"/>
                                          </p:val>
                                        </p:tav>
                                        <p:tav tm="23481">
                                          <p:val>
                                            <p:fltVal val="-67.19"/>
                                          </p:val>
                                        </p:tav>
                                        <p:tav tm="24862">
                                          <p:val>
                                            <p:fltVal val="-33.94"/>
                                          </p:val>
                                        </p:tav>
                                        <p:tav tm="26243">
                                          <p:val>
                                            <p:fltVal val="-6.9"/>
                                          </p:val>
                                        </p:tav>
                                        <p:tav tm="27624">
                                          <p:val>
                                            <p:fltVal val="11.9"/>
                                          </p:val>
                                        </p:tav>
                                        <p:tav tm="29006">
                                          <p:val>
                                            <p:fltVal val="23.37"/>
                                          </p:val>
                                        </p:tav>
                                        <p:tav tm="30387">
                                          <p:val>
                                            <p:fltVal val="28.5"/>
                                          </p:val>
                                        </p:tav>
                                        <p:tav tm="31768">
                                          <p:val>
                                            <p:fltVal val="28.29"/>
                                          </p:val>
                                        </p:tav>
                                        <p:tav tm="33149">
                                          <p:val>
                                            <p:fltVal val="24.76"/>
                                          </p:val>
                                        </p:tav>
                                        <p:tav tm="34530">
                                          <p:val>
                                            <p:fltVal val="19.38"/>
                                          </p:val>
                                        </p:tav>
                                        <p:tav tm="37293">
                                          <p:val>
                                            <p:fltVal val="7.59"/>
                                          </p:val>
                                        </p:tav>
                                        <p:tav tm="38674">
                                          <p:val>
                                            <p:fltVal val="2.74"/>
                                          </p:val>
                                        </p:tav>
                                        <p:tav tm="40055">
                                          <p:val>
                                            <p:fltVal val="-0.87"/>
                                          </p:val>
                                        </p:tav>
                                        <p:tav tm="41436">
                                          <p:val>
                                            <p:fltVal val="-3.2"/>
                                          </p:val>
                                        </p:tav>
                                        <p:tav tm="42818">
                                          <p:val>
                                            <p:fltVal val="-4.42"/>
                                          </p:val>
                                        </p:tav>
                                        <p:tav tm="44199">
                                          <p:val>
                                            <p:fltVal val="-4.71"/>
                                          </p:val>
                                        </p:tav>
                                        <p:tav tm="45580">
                                          <p:val>
                                            <p:fltVal val="-4.31"/>
                                          </p:val>
                                        </p:tav>
                                        <p:tav tm="51105">
                                          <p:val>
                                            <p:fltVal val="-0.74"/>
                                          </p:val>
                                        </p:tav>
                                        <p:tav tm="55249">
                                          <p:val>
                                            <p:fltVal val="0.66"/>
                                          </p:val>
                                        </p:tav>
                                        <p:tav tm="56630">
                                          <p:val>
                                            <p:fltVal val="0.71"/>
                                          </p:val>
                                        </p:tav>
                                        <p:tav tm="58011">
                                          <p:val>
                                            <p:fltVal val="0"/>
                                          </p:val>
                                        </p:tav>
                                        <p:tav tm="980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67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241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242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3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44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C2F2D"/>
                                      </p:to>
                                    </p:animClr>
                                    <p:set>
                                      <p:cBhvr>
                                        <p:cTn id="245" dur="667" fill="hold">
                                          <p:stCondLst>
                                            <p:cond delay="146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4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17711"/>
                                          </p:val>
                                        </p:tav>
                                        <p:tav tm="19337">
                                          <p:val>
                                            <p:strVal val="#ppt_x-1.17711"/>
                                          </p:val>
                                        </p:tav>
                                        <p:tav tm="20718">
                                          <p:val>
                                            <p:strVal val="#ppt_x-1.18035"/>
                                          </p:val>
                                        </p:tav>
                                        <p:tav tm="22099">
                                          <p:val>
                                            <p:strVal val="#ppt_x-1.2053"/>
                                          </p:val>
                                        </p:tav>
                                        <p:tav tm="23481">
                                          <p:val>
                                            <p:strVal val="#ppt_x-1.25144"/>
                                          </p:val>
                                        </p:tav>
                                        <p:tav tm="24862">
                                          <p:val>
                                            <p:strVal val="#ppt_x-1.30591"/>
                                          </p:val>
                                        </p:tav>
                                        <p:tav tm="26243">
                                          <p:val>
                                            <p:strVal val="#ppt_x-1.35933"/>
                                          </p:val>
                                        </p:tav>
                                        <p:tav tm="27624">
                                          <p:val>
                                            <p:strVal val="#ppt_x-1.40581"/>
                                          </p:val>
                                        </p:tav>
                                        <p:tav tm="29006">
                                          <p:val>
                                            <p:strVal val="#ppt_x-1.4412"/>
                                          </p:val>
                                        </p:tav>
                                        <p:tav tm="30387">
                                          <p:val>
                                            <p:strVal val="#ppt_x-1.46546"/>
                                          </p:val>
                                        </p:tav>
                                        <p:tav tm="31768">
                                          <p:val>
                                            <p:strVal val="#ppt_x-1.47918"/>
                                          </p:val>
                                        </p:tav>
                                        <p:tav tm="33149">
                                          <p:val>
                                            <p:strVal val="#ppt_x-1.48332"/>
                                          </p:val>
                                        </p:tav>
                                        <p:tav tm="34530">
                                          <p:val>
                                            <p:strVal val="#ppt_x-1.48116"/>
                                          </p:val>
                                        </p:tav>
                                        <p:tav tm="35912">
                                          <p:val>
                                            <p:strVal val="#ppt_x-1.47481"/>
                                          </p:val>
                                        </p:tav>
                                        <p:tav tm="38674">
                                          <p:val>
                                            <p:strVal val="#ppt_x-1.4573"/>
                                          </p:val>
                                        </p:tav>
                                        <p:tav tm="40055">
                                          <p:val>
                                            <p:strVal val="#ppt_x-1.44916"/>
                                          </p:val>
                                        </p:tav>
                                        <p:tav tm="41436">
                                          <p:val>
                                            <p:strVal val="#ppt_x-1.44265"/>
                                          </p:val>
                                        </p:tav>
                                        <p:tav tm="42818">
                                          <p:val>
                                            <p:strVal val="#ppt_x-1.43798"/>
                                          </p:val>
                                        </p:tav>
                                        <p:tav tm="44199">
                                          <p:val>
                                            <p:strVal val="#ppt_x-1.43507"/>
                                          </p:val>
                                        </p:tav>
                                        <p:tav tm="45580">
                                          <p:val>
                                            <p:strVal val="#ppt_x-1.43381"/>
                                          </p:val>
                                        </p:tav>
                                        <p:tav tm="46961">
                                          <p:val>
                                            <p:strVal val="#ppt_x-1.43381"/>
                                          </p:val>
                                        </p:tav>
                                        <p:tav tm="53867">
                                          <p:val>
                                            <p:strVal val="#ppt_x-1.43907"/>
                                          </p:val>
                                        </p:tav>
                                        <p:tav tm="56630">
                                          <p:val>
                                            <p:strVal val="#ppt_x-1.43943"/>
                                          </p:val>
                                        </p:tav>
                                        <p:tav tm="58011">
                                          <p:val>
                                            <p:strVal val="#ppt_x-1.43893"/>
                                          </p:val>
                                        </p:tav>
                                        <p:tav tm="59392">
                                          <p:val>
                                            <p:strVal val="#ppt_x-1.43695"/>
                                          </p:val>
                                        </p:tav>
                                        <p:tav tm="62155">
                                          <p:val>
                                            <p:strVal val="#ppt_x-1.43229"/>
                                          </p:val>
                                        </p:tav>
                                        <p:tav tm="63536">
                                          <p:val>
                                            <p:strVal val="#ppt_x-1.42922"/>
                                          </p:val>
                                        </p:tav>
                                        <p:tav tm="64917">
                                          <p:val>
                                            <p:strVal val="#ppt_x-1.42384"/>
                                          </p:val>
                                        </p:tav>
                                        <p:tav tm="66298">
                                          <p:val>
                                            <p:strVal val="#ppt_x-1.41614"/>
                                          </p:val>
                                        </p:tav>
                                        <p:tav tm="67680">
                                          <p:val>
                                            <p:strVal val="#ppt_x-1.40605"/>
                                          </p:val>
                                        </p:tav>
                                        <p:tav tm="69061">
                                          <p:val>
                                            <p:strVal val="#ppt_x-1.39186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36072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34566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33202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31941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30797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2982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28935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28142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27487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26915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26417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26016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5432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5235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03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4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.29543"/>
                                          </p:val>
                                        </p:tav>
                                        <p:tav tm="19337">
                                          <p:val>
                                            <p:strVal val="#ppt_y-1.29543"/>
                                          </p:val>
                                        </p:tav>
                                        <p:tav tm="20718">
                                          <p:val>
                                            <p:strVal val="#ppt_y-1.29241"/>
                                          </p:val>
                                        </p:tav>
                                        <p:tav tm="22099">
                                          <p:val>
                                            <p:strVal val="#ppt_y-1.2692"/>
                                          </p:val>
                                        </p:tav>
                                        <p:tav tm="23481">
                                          <p:val>
                                            <p:strVal val="#ppt_y-1.22626"/>
                                          </p:val>
                                        </p:tav>
                                        <p:tav tm="26243">
                                          <p:val>
                                            <p:strVal val="#ppt_y-1.12585"/>
                                          </p:val>
                                        </p:tav>
                                        <p:tav tm="27624">
                                          <p:val>
                                            <p:strVal val="#ppt_y-1.08259"/>
                                          </p:val>
                                        </p:tav>
                                        <p:tav tm="29006">
                                          <p:val>
                                            <p:strVal val="#ppt_y-1.04966"/>
                                          </p:val>
                                        </p:tav>
                                        <p:tav tm="30387">
                                          <p:val>
                                            <p:strVal val="#ppt_y-1.02708"/>
                                          </p:val>
                                        </p:tav>
                                        <p:tav tm="31768">
                                          <p:val>
                                            <p:strVal val="#ppt_y-1.01432"/>
                                          </p:val>
                                        </p:tav>
                                        <p:tav tm="33149">
                                          <p:val>
                                            <p:strVal val="#ppt_y-1.01046"/>
                                          </p:val>
                                        </p:tav>
                                        <p:tav tm="34530">
                                          <p:val>
                                            <p:strVal val="#ppt_y-1.01247"/>
                                          </p:val>
                                        </p:tav>
                                        <p:tav tm="35912">
                                          <p:val>
                                            <p:strVal val="#ppt_y-1.01838"/>
                                          </p:val>
                                        </p:tav>
                                        <p:tav tm="40055">
                                          <p:val>
                                            <p:strVal val="#ppt_y-1.04225"/>
                                          </p:val>
                                        </p:tav>
                                        <p:tav tm="41436">
                                          <p:val>
                                            <p:strVal val="#ppt_y-1.04831"/>
                                          </p:val>
                                        </p:tav>
                                        <p:tav tm="42818">
                                          <p:val>
                                            <p:strVal val="#ppt_y-1.05266"/>
                                          </p:val>
                                        </p:tav>
                                        <p:tav tm="44199">
                                          <p:val>
                                            <p:strVal val="#ppt_y-1.05537"/>
                                          </p:val>
                                        </p:tav>
                                        <p:tav tm="45580">
                                          <p:val>
                                            <p:strVal val="#ppt_y-1.05653"/>
                                          </p:val>
                                        </p:tav>
                                        <p:tav tm="48343">
                                          <p:val>
                                            <p:strVal val="#ppt_y-1.05565"/>
                                          </p:val>
                                        </p:tav>
                                        <p:tav tm="51105">
                                          <p:val>
                                            <p:strVal val="#ppt_y-1.0519"/>
                                          </p:val>
                                        </p:tav>
                                        <p:tav tm="53867">
                                          <p:val>
                                            <p:strVal val="#ppt_y-1.04618"/>
                                          </p:val>
                                        </p:tav>
                                        <p:tav tm="56630">
                                          <p:val>
                                            <p:strVal val="#ppt_y-1.03799"/>
                                          </p:val>
                                        </p:tav>
                                        <p:tav tm="59392">
                                          <p:val>
                                            <p:strVal val="#ppt_y-1.02672"/>
                                          </p:val>
                                        </p:tav>
                                        <p:tav tm="60773">
                                          <p:val>
                                            <p:strVal val="#ppt_y-1.0173"/>
                                          </p:val>
                                        </p:tav>
                                        <p:tav tm="62155">
                                          <p:val>
                                            <p:strVal val="#ppt_y-1.00408"/>
                                          </p:val>
                                        </p:tav>
                                        <p:tav tm="63536">
                                          <p:val>
                                            <p:strVal val="#ppt_y-0.98715"/>
                                          </p:val>
                                        </p:tav>
                                        <p:tav tm="64917">
                                          <p:val>
                                            <p:strVal val="#ppt_y-0.95755"/>
                                          </p:val>
                                        </p:tav>
                                        <p:tav tm="66298">
                                          <p:val>
                                            <p:strVal val="#ppt_y-0.91515"/>
                                          </p:val>
                                        </p:tav>
                                        <p:tav tm="67680">
                                          <p:val>
                                            <p:strVal val="#ppt_y-0.85956"/>
                                          </p:val>
                                        </p:tav>
                                        <p:tav tm="69061">
                                          <p:val>
                                            <p:strVal val="#ppt_y-0.7814"/>
                                          </p:val>
                                        </p:tav>
                                        <p:tav tm="70442">
                                          <p:val>
                                            <p:strVal val="#ppt_y-0.69655"/>
                                          </p:val>
                                        </p:tav>
                                        <p:tav tm="71823">
                                          <p:val>
                                            <p:strVal val="#ppt_y-0.60989"/>
                                          </p:val>
                                        </p:tav>
                                        <p:tav tm="73204">
                                          <p:val>
                                            <p:strVal val="#ppt_y-0.52689"/>
                                          </p:val>
                                        </p:tav>
                                        <p:tav tm="74586">
                                          <p:val>
                                            <p:strVal val="#ppt_y-0.45176"/>
                                          </p:val>
                                        </p:tav>
                                        <p:tav tm="75967">
                                          <p:val>
                                            <p:strVal val="#ppt_y-0.38231"/>
                                          </p:val>
                                        </p:tav>
                                        <p:tav tm="77348">
                                          <p:val>
                                            <p:strVal val="#ppt_y-0.31931"/>
                                          </p:val>
                                        </p:tav>
                                        <p:tav tm="78729">
                                          <p:val>
                                            <p:strVal val="#ppt_y-0.26549"/>
                                          </p:val>
                                        </p:tav>
                                        <p:tav tm="80110">
                                          <p:val>
                                            <p:strVal val="#ppt_y-0.21677"/>
                                          </p:val>
                                        </p:tav>
                                        <p:tav tm="81492">
                                          <p:val>
                                            <p:strVal val="#ppt_y-0.17305"/>
                                          </p:val>
                                        </p:tav>
                                        <p:tav tm="82873">
                                          <p:val>
                                            <p:strVal val="#ppt_y-0.13697"/>
                                          </p:val>
                                        </p:tav>
                                        <p:tav tm="84254">
                                          <p:val>
                                            <p:strVal val="#ppt_y-0.1055"/>
                                          </p:val>
                                        </p:tav>
                                        <p:tav tm="85635">
                                          <p:val>
                                            <p:strVal val="#ppt_y-0.07803"/>
                                          </p:val>
                                        </p:tav>
                                        <p:tav tm="87017">
                                          <p:val>
                                            <p:strVal val="#ppt_y-0.05593"/>
                                          </p:val>
                                        </p:tav>
                                        <p:tav tm="88398">
                                          <p:val>
                                            <p:strVal val="#ppt_y-0.03829"/>
                                          </p:val>
                                        </p:tav>
                                        <p:tav tm="89779">
                                          <p:val>
                                            <p:strVal val="#ppt_y-0.02379"/>
                                          </p:val>
                                        </p:tav>
                                        <p:tav tm="91160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92541">
                                          <p:val>
                                            <p:strVal val="#ppt_y-0.00622"/>
                                          </p:val>
                                        </p:tav>
                                        <p:tav tm="93923">
                                          <p:val>
                                            <p:strVal val="#ppt_y-0.00193"/>
                                          </p:val>
                                        </p:tav>
                                        <p:tav tm="95304">
                                          <p:val>
                                            <p:strVal val="#ppt_y+0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4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19337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20718">
                                          <p:val>
                                            <p:strVal val="#ppt_w*0.0315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3692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4693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7035"/>
                                          </p:val>
                                        </p:tav>
                                        <p:tav tm="27624">
                                          <p:val>
                                            <p:strVal val="#ppt_w*0.08044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8812"/>
                                          </p:val>
                                        </p:tav>
                                        <p:tav tm="30387">
                                          <p:val>
                                            <p:strVal val="#ppt_w*0.09338"/>
                                          </p:val>
                                        </p:tav>
                                        <p:tav tm="31768">
                                          <p:val>
                                            <p:strVal val="#ppt_w*0.09636"/>
                                          </p:val>
                                        </p:tav>
                                        <p:tav tm="33149">
                                          <p:val>
                                            <p:strVal val="#ppt_w*0.09726"/>
                                          </p:val>
                                        </p:tav>
                                        <p:tav tm="34530">
                                          <p:val>
                                            <p:strVal val="#ppt_w*0.09679"/>
                                          </p:val>
                                        </p:tav>
                                        <p:tav tm="35912">
                                          <p:val>
                                            <p:strVal val="#ppt_w*0.09541"/>
                                          </p:val>
                                        </p:tav>
                                        <p:tav tm="40055">
                                          <p:val>
                                            <p:strVal val="#ppt_w*0.08985"/>
                                          </p:val>
                                        </p:tav>
                                        <p:tav tm="42818">
                                          <p:val>
                                            <p:strVal val="#ppt_w*0.08742"/>
                                          </p:val>
                                        </p:tav>
                                        <p:tav tm="44199">
                                          <p:val>
                                            <p:strVal val="#ppt_w*0.08679"/>
                                          </p:val>
                                        </p:tav>
                                        <p:tav tm="46961">
                                          <p:val>
                                            <p:strVal val="#ppt_w*0.08651"/>
                                          </p:val>
                                        </p:tav>
                                        <p:tav tm="49724">
                                          <p:val>
                                            <p:strVal val="#ppt_w*0.08736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846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191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53"/>
                                          </p:val>
                                        </p:tav>
                                        <p:tav tm="56630">
                                          <p:val>
                                            <p:strVal val="#ppt_w*0.09808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53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809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24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19337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20718">
                                          <p:val>
                                            <p:strVal val="#ppt_h*0.0315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3692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4693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7035"/>
                                          </p:val>
                                        </p:tav>
                                        <p:tav tm="27624">
                                          <p:val>
                                            <p:strVal val="#ppt_h*0.08044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8812"/>
                                          </p:val>
                                        </p:tav>
                                        <p:tav tm="30387">
                                          <p:val>
                                            <p:strVal val="#ppt_h*0.09338"/>
                                          </p:val>
                                        </p:tav>
                                        <p:tav tm="31768">
                                          <p:val>
                                            <p:strVal val="#ppt_h*0.09636"/>
                                          </p:val>
                                        </p:tav>
                                        <p:tav tm="33149">
                                          <p:val>
                                            <p:strVal val="#ppt_h*0.09726"/>
                                          </p:val>
                                        </p:tav>
                                        <p:tav tm="34530">
                                          <p:val>
                                            <p:strVal val="#ppt_h*0.09679"/>
                                          </p:val>
                                        </p:tav>
                                        <p:tav tm="35912">
                                          <p:val>
                                            <p:strVal val="#ppt_h*0.09541"/>
                                          </p:val>
                                        </p:tav>
                                        <p:tav tm="40055">
                                          <p:val>
                                            <p:strVal val="#ppt_h*0.08985"/>
                                          </p:val>
                                        </p:tav>
                                        <p:tav tm="42818">
                                          <p:val>
                                            <p:strVal val="#ppt_h*0.08742"/>
                                          </p:val>
                                        </p:tav>
                                        <p:tav tm="44199">
                                          <p:val>
                                            <p:strVal val="#ppt_h*0.08679"/>
                                          </p:val>
                                        </p:tav>
                                        <p:tav tm="46961">
                                          <p:val>
                                            <p:strVal val="#ppt_h*0.08651"/>
                                          </p:val>
                                        </p:tav>
                                        <p:tav tm="49724">
                                          <p:val>
                                            <p:strVal val="#ppt_h*0.08736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846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191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53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808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53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809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54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2413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102"/>
                                          </p:val>
                                        </p:tav>
                                        <p:tav tm="19337">
                                          <p:val>
                                            <p:fltVal val="102"/>
                                          </p:val>
                                        </p:tav>
                                        <p:tav tm="20718">
                                          <p:val>
                                            <p:fltVal val="100.75"/>
                                          </p:val>
                                        </p:tav>
                                        <p:tav tm="22099">
                                          <p:val>
                                            <p:fltVal val="91.09"/>
                                          </p:val>
                                        </p:tav>
                                        <p:tav tm="23481">
                                          <p:val>
                                            <p:fltVal val="73.23"/>
                                          </p:val>
                                        </p:tav>
                                        <p:tav tm="26243">
                                          <p:val>
                                            <p:fltVal val="31.48"/>
                                          </p:val>
                                        </p:tav>
                                        <p:tav tm="27624">
                                          <p:val>
                                            <p:fltVal val="13.49"/>
                                          </p:val>
                                        </p:tav>
                                        <p:tav tm="29006">
                                          <p:val>
                                            <p:fltVal val="-0.21"/>
                                          </p:val>
                                        </p:tav>
                                        <p:tav tm="30387">
                                          <p:val>
                                            <p:fltVal val="-9.6"/>
                                          </p:val>
                                        </p:tav>
                                        <p:tav tm="31768">
                                          <p:val>
                                            <p:fltVal val="-14.91"/>
                                          </p:val>
                                        </p:tav>
                                        <p:tav tm="33149">
                                          <p:val>
                                            <p:fltVal val="-16.51"/>
                                          </p:val>
                                        </p:tav>
                                        <p:tav tm="34530">
                                          <p:val>
                                            <p:fltVal val="-15.68"/>
                                          </p:val>
                                        </p:tav>
                                        <p:tav tm="35912">
                                          <p:val>
                                            <p:fltVal val="-13.22"/>
                                          </p:val>
                                        </p:tav>
                                        <p:tav tm="40055">
                                          <p:val>
                                            <p:fltVal val="-3.29"/>
                                          </p:val>
                                        </p:tav>
                                        <p:tav tm="41436">
                                          <p:val>
                                            <p:fltVal val="-0.77"/>
                                          </p:val>
                                        </p:tav>
                                        <p:tav tm="42818">
                                          <p:val>
                                            <p:fltVal val="1.04"/>
                                          </p:val>
                                        </p:tav>
                                        <p:tav tm="44199">
                                          <p:val>
                                            <p:fltVal val="2.16"/>
                                          </p:val>
                                        </p:tav>
                                        <p:tav tm="45580">
                                          <p:val>
                                            <p:fltVal val="2.65"/>
                                          </p:val>
                                        </p:tav>
                                        <p:tav tm="48343">
                                          <p:val>
                                            <p:fltVal val="2.33"/>
                                          </p:val>
                                        </p:tav>
                                        <p:tav tm="53867">
                                          <p:val>
                                            <p:fltVal val="0.27"/>
                                          </p:val>
                                        </p:tav>
                                        <p:tav tm="58011">
                                          <p:val>
                                            <p:fltVal val="-0.42"/>
                                          </p:val>
                                        </p:tav>
                                        <p:tav tm="60773">
                                          <p:val>
                                            <p:fltVal val="0"/>
                                          </p:val>
                                        </p:tav>
                                        <p:tav tm="980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67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Clr clrSpc="rgb" dir="cw">
                                      <p:cBhvr>
                                        <p:cTn id="255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3181E"/>
                                      </p:to>
                                    </p:animClr>
                                    <p:set>
                                      <p:cBhvr>
                                        <p:cTn id="256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7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58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B2223"/>
                                      </p:to>
                                    </p:animClr>
                                    <p:set>
                                      <p:cBhvr>
                                        <p:cTn id="259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0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1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92424"/>
                                      </p:to>
                                    </p:animClr>
                                    <p:set>
                                      <p:cBhvr>
                                        <p:cTn id="262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3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4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93181E"/>
                                      </p:to>
                                    </p:animClr>
                                    <p:set>
                                      <p:cBhvr>
                                        <p:cTn id="265" dur="1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6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B2223"/>
                                      </p:to>
                                    </p:animClr>
                                    <p:set>
                                      <p:cBhvr>
                                        <p:cTn id="267" dur="333" fill="hold">
                                          <p:stCondLst>
                                            <p:cond delay="1633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Clr clrSpc="rgb" dir="cw">
                                      <p:cBhvr>
                                        <p:cTn id="268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92424"/>
                                      </p:to>
                                    </p:animClr>
                                    <p:set>
                                      <p:cBhvr>
                                        <p:cTn id="269" dur="1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24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2.48495"/>
                                          </p:val>
                                        </p:tav>
                                        <p:tav tm="22099">
                                          <p:val>
                                            <p:strVal val="#ppt_x-2.48495"/>
                                          </p:val>
                                        </p:tav>
                                        <p:tav tm="23481">
                                          <p:val>
                                            <p:strVal val="#ppt_x-2.48376"/>
                                          </p:val>
                                        </p:tav>
                                        <p:tav tm="24862">
                                          <p:val>
                                            <p:strVal val="#ppt_x-2.4786"/>
                                          </p:val>
                                        </p:tav>
                                        <p:tav tm="29006">
                                          <p:val>
                                            <p:strVal val="#ppt_x-2.45536"/>
                                          </p:val>
                                        </p:tav>
                                        <p:tav tm="30387">
                                          <p:val>
                                            <p:strVal val="#ppt_x-2.44905"/>
                                          </p:val>
                                        </p:tav>
                                        <p:tav tm="31768">
                                          <p:val>
                                            <p:strVal val="#ppt_x-2.44432"/>
                                          </p:val>
                                        </p:tav>
                                        <p:tav tm="33149">
                                          <p:val>
                                            <p:strVal val="#ppt_x-2.4413"/>
                                          </p:val>
                                        </p:tav>
                                        <p:tav tm="34530">
                                          <p:val>
                                            <p:strVal val="#ppt_x-2.43985"/>
                                          </p:val>
                                        </p:tav>
                                        <p:tav tm="35912">
                                          <p:val>
                                            <p:strVal val="#ppt_x-2.43956"/>
                                          </p:val>
                                        </p:tav>
                                        <p:tav tm="37293">
                                          <p:val>
                                            <p:strVal val="#ppt_x-2.44013"/>
                                          </p:val>
                                        </p:tav>
                                        <p:tav tm="42818">
                                          <p:val>
                                            <p:strVal val="#ppt_x-2.44498"/>
                                          </p:val>
                                        </p:tav>
                                        <p:tav tm="46961">
                                          <p:val>
                                            <p:strVal val="#ppt_x-2.44679"/>
                                          </p:val>
                                        </p:tav>
                                        <p:tav tm="49724">
                                          <p:val>
                                            <p:strVal val="#ppt_x-2.44635"/>
                                          </p:val>
                                        </p:tav>
                                        <p:tav tm="52486">
                                          <p:val>
                                            <p:strVal val="#ppt_x-2.44337"/>
                                          </p:val>
                                        </p:tav>
                                        <p:tav tm="53867">
                                          <p:val>
                                            <p:strVal val="#ppt_x-2.44097"/>
                                          </p:val>
                                        </p:tav>
                                        <p:tav tm="55249">
                                          <p:val>
                                            <p:strVal val="#ppt_x-2.4376"/>
                                          </p:val>
                                        </p:tav>
                                        <p:tav tm="56630">
                                          <p:val>
                                            <p:strVal val="#ppt_x-2.43296"/>
                                          </p:val>
                                        </p:tav>
                                        <p:tav tm="58011">
                                          <p:val>
                                            <p:strVal val="#ppt_x-2.42711"/>
                                          </p:val>
                                        </p:tav>
                                        <p:tav tm="59392">
                                          <p:val>
                                            <p:strVal val="#ppt_x-2.41951"/>
                                          </p:val>
                                        </p:tav>
                                        <p:tav tm="60773">
                                          <p:val>
                                            <p:strVal val="#ppt_x-2.40823"/>
                                          </p:val>
                                        </p:tav>
                                        <p:tav tm="62155">
                                          <p:val>
                                            <p:strVal val="#ppt_x-2.3934"/>
                                          </p:val>
                                        </p:tav>
                                        <p:tav tm="63536">
                                          <p:val>
                                            <p:strVal val="#ppt_x-2.37411"/>
                                          </p:val>
                                        </p:tav>
                                        <p:tav tm="64917">
                                          <p:val>
                                            <p:strVal val="#ppt_x-2.34041"/>
                                          </p:val>
                                        </p:tav>
                                        <p:tav tm="66298">
                                          <p:val>
                                            <p:strVal val="#ppt_x-2.29213"/>
                                          </p:val>
                                        </p:tav>
                                        <p:tav tm="67680">
                                          <p:val>
                                            <p:strVal val="#ppt_x-2.22882"/>
                                          </p:val>
                                        </p:tav>
                                        <p:tav tm="69061">
                                          <p:val>
                                            <p:strVal val="#ppt_x-2.13982"/>
                                          </p:val>
                                        </p:tav>
                                        <p:tav tm="70442">
                                          <p:val>
                                            <p:strVal val="#ppt_x-2.0432"/>
                                          </p:val>
                                        </p:tav>
                                        <p:tav tm="71823">
                                          <p:val>
                                            <p:strVal val="#ppt_x-1.94451"/>
                                          </p:val>
                                        </p:tav>
                                        <p:tav tm="73204">
                                          <p:val>
                                            <p:strVal val="#ppt_x-1.85"/>
                                          </p:val>
                                        </p:tav>
                                        <p:tav tm="74586">
                                          <p:val>
                                            <p:strVal val="#ppt_x-1.76445"/>
                                          </p:val>
                                        </p:tav>
                                        <p:tav tm="75967">
                                          <p:val>
                                            <p:strVal val="#ppt_x-1.68536"/>
                                          </p:val>
                                        </p:tav>
                                        <p:tav tm="77348">
                                          <p:val>
                                            <p:strVal val="#ppt_x-1.61362"/>
                                          </p:val>
                                        </p:tav>
                                        <p:tav tm="78729">
                                          <p:val>
                                            <p:strVal val="#ppt_x-1.55232"/>
                                          </p:val>
                                        </p:tav>
                                        <p:tav tm="80110">
                                          <p:val>
                                            <p:strVal val="#ppt_x-1.49684"/>
                                          </p:val>
                                        </p:tav>
                                        <p:tav tm="81492">
                                          <p:val>
                                            <p:strVal val="#ppt_x-1.44706"/>
                                          </p:val>
                                        </p:tav>
                                        <p:tav tm="82873">
                                          <p:val>
                                            <p:strVal val="#ppt_x-1.40598"/>
                                          </p:val>
                                        </p:tav>
                                        <p:tav tm="84254">
                                          <p:val>
                                            <p:strVal val="#ppt_x-1.37014"/>
                                          </p:val>
                                        </p:tav>
                                        <p:tav tm="85635">
                                          <p:val>
                                            <p:strVal val="#ppt_x-1.33886"/>
                                          </p:val>
                                        </p:tav>
                                        <p:tav tm="87017">
                                          <p:val>
                                            <p:strVal val="#ppt_x-1.3137"/>
                                          </p:val>
                                        </p:tav>
                                        <p:tav tm="88398">
                                          <p:val>
                                            <p:strVal val="#ppt_x-1.29361"/>
                                          </p:val>
                                        </p:tav>
                                        <p:tav tm="89779">
                                          <p:val>
                                            <p:strVal val="#ppt_x-1.27709"/>
                                          </p:val>
                                        </p:tav>
                                        <p:tav tm="91160">
                                          <p:val>
                                            <p:strVal val="#ppt_x-1.26473"/>
                                          </p:val>
                                        </p:tav>
                                        <p:tav tm="92541">
                                          <p:val>
                                            <p:strVal val="#ppt_x-1.25709"/>
                                          </p:val>
                                        </p:tav>
                                        <p:tav tm="93923">
                                          <p:val>
                                            <p:strVal val="#ppt_x-1.2522"/>
                                          </p:val>
                                        </p:tav>
                                        <p:tav tm="95304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4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59835"/>
                                          </p:val>
                                        </p:tav>
                                        <p:tav tm="22099">
                                          <p:val>
                                            <p:strVal val="#ppt_y-0.59835"/>
                                          </p:val>
                                        </p:tav>
                                        <p:tav tm="23481">
                                          <p:val>
                                            <p:strVal val="#ppt_y-0.6121"/>
                                          </p:val>
                                        </p:tav>
                                        <p:tav tm="24862">
                                          <p:val>
                                            <p:strVal val="#ppt_y-0.67176"/>
                                          </p:val>
                                        </p:tav>
                                        <p:tav tm="26243">
                                          <p:val>
                                            <p:strVal val="#ppt_y-0.75792"/>
                                          </p:val>
                                        </p:tav>
                                        <p:tav tm="27624">
                                          <p:val>
                                            <p:strVal val="#ppt_y-0.85212"/>
                                          </p:val>
                                        </p:tav>
                                        <p:tav tm="29006">
                                          <p:val>
                                            <p:strVal val="#ppt_y-0.94043"/>
                                          </p:val>
                                        </p:tav>
                                        <p:tav tm="30387">
                                          <p:val>
                                            <p:strVal val="#ppt_y-1.01347"/>
                                          </p:val>
                                        </p:tav>
                                        <p:tav tm="31768">
                                          <p:val>
                                            <p:strVal val="#ppt_y-1.06812"/>
                                          </p:val>
                                        </p:tav>
                                        <p:tav tm="33149">
                                          <p:val>
                                            <p:strVal val="#ppt_y-1.10303"/>
                                          </p:val>
                                        </p:tav>
                                        <p:tav tm="34530">
                                          <p:val>
                                            <p:strVal val="#ppt_y-1.11984"/>
                                          </p:val>
                                        </p:tav>
                                        <p:tav tm="35912">
                                          <p:val>
                                            <p:strVal val="#ppt_y-1.12317"/>
                                          </p:val>
                                        </p:tav>
                                        <p:tav tm="37293">
                                          <p:val>
                                            <p:strVal val="#ppt_y-1.11655"/>
                                          </p:val>
                                        </p:tav>
                                        <p:tav tm="38674">
                                          <p:val>
                                            <p:strVal val="#ppt_y-1.10372"/>
                                          </p:val>
                                        </p:tav>
                                        <p:tav tm="41436">
                                          <p:val>
                                            <p:strVal val="#ppt_y-1.07353"/>
                                          </p:val>
                                        </p:tav>
                                        <p:tav tm="42818">
                                          <p:val>
                                            <p:strVal val="#ppt_y-1.06054"/>
                                          </p:val>
                                        </p:tav>
                                        <p:tav tm="44199">
                                          <p:val>
                                            <p:strVal val="#ppt_y-1.05044"/>
                                          </p:val>
                                        </p:tav>
                                        <p:tav tm="45580">
                                          <p:val>
                                            <p:strVal val="#ppt_y-1.04341"/>
                                          </p:val>
                                        </p:tav>
                                        <p:tav tm="46961">
                                          <p:val>
                                            <p:strVal val="#ppt_y-1.0396"/>
                                          </p:val>
                                        </p:tav>
                                        <p:tav tm="48343">
                                          <p:val>
                                            <p:strVal val="#ppt_y-1.03809"/>
                                          </p:val>
                                        </p:tav>
                                        <p:tav tm="53867">
                                          <p:val>
                                            <p:strVal val="#ppt_y-1.0405"/>
                                          </p:val>
                                        </p:tav>
                                        <p:tav tm="55249">
                                          <p:val>
                                            <p:strVal val="#ppt_y-1.04004"/>
                                          </p:val>
                                        </p:tav>
                                        <p:tav tm="56630">
                                          <p:val>
                                            <p:strVal val="#ppt_y-1.03806"/>
                                          </p:val>
                                        </p:tav>
                                        <p:tav tm="58011">
                                          <p:val>
                                            <p:strVal val="#ppt_y-1.03457"/>
                                          </p:val>
                                        </p:tav>
                                        <p:tav tm="59392">
                                          <p:val>
                                            <p:strVal val="#ppt_y-1.02904"/>
                                          </p:val>
                                        </p:tav>
                                        <p:tav tm="60773">
                                          <p:val>
                                            <p:strVal val="#ppt_y-1.01982"/>
                                          </p:val>
                                        </p:tav>
                                        <p:tav tm="62155">
                                          <p:val>
                                            <p:strVal val="#ppt_y-1.00408"/>
                                          </p:val>
                                        </p:tav>
                                        <p:tav tm="63536">
                                          <p:val>
                                            <p:strVal val="#ppt_y-0.98715"/>
                                          </p:val>
                                        </p:tav>
                                        <p:tav tm="64917">
                                          <p:val>
                                            <p:strVal val="#ppt_y-0.95755"/>
                                          </p:val>
                                        </p:tav>
                                        <p:tav tm="66298">
                                          <p:val>
                                            <p:strVal val="#ppt_y-0.91515"/>
                                          </p:val>
                                        </p:tav>
                                        <p:tav tm="67680">
                                          <p:val>
                                            <p:strVal val="#ppt_y-0.85956"/>
                                          </p:val>
                                        </p:tav>
                                        <p:tav tm="69061">
                                          <p:val>
                                            <p:strVal val="#ppt_y-0.7814"/>
                                          </p:val>
                                        </p:tav>
                                        <p:tav tm="70442">
                                          <p:val>
                                            <p:strVal val="#ppt_y-0.69655"/>
                                          </p:val>
                                        </p:tav>
                                        <p:tav tm="71823">
                                          <p:val>
                                            <p:strVal val="#ppt_y-0.60989"/>
                                          </p:val>
                                        </p:tav>
                                        <p:tav tm="73204">
                                          <p:val>
                                            <p:strVal val="#ppt_y-0.52689"/>
                                          </p:val>
                                        </p:tav>
                                        <p:tav tm="74586">
                                          <p:val>
                                            <p:strVal val="#ppt_y-0.45176"/>
                                          </p:val>
                                        </p:tav>
                                        <p:tav tm="75967">
                                          <p:val>
                                            <p:strVal val="#ppt_y-0.38231"/>
                                          </p:val>
                                        </p:tav>
                                        <p:tav tm="77348">
                                          <p:val>
                                            <p:strVal val="#ppt_y-0.31931"/>
                                          </p:val>
                                        </p:tav>
                                        <p:tav tm="78729">
                                          <p:val>
                                            <p:strVal val="#ppt_y-0.26549"/>
                                          </p:val>
                                        </p:tav>
                                        <p:tav tm="80110">
                                          <p:val>
                                            <p:strVal val="#ppt_y-0.21677"/>
                                          </p:val>
                                        </p:tav>
                                        <p:tav tm="81492">
                                          <p:val>
                                            <p:strVal val="#ppt_y-0.17305"/>
                                          </p:val>
                                        </p:tav>
                                        <p:tav tm="82873">
                                          <p:val>
                                            <p:strVal val="#ppt_y-0.13697"/>
                                          </p:val>
                                        </p:tav>
                                        <p:tav tm="84254">
                                          <p:val>
                                            <p:strVal val="#ppt_y-0.1055"/>
                                          </p:val>
                                        </p:tav>
                                        <p:tav tm="85635">
                                          <p:val>
                                            <p:strVal val="#ppt_y-0.07803"/>
                                          </p:val>
                                        </p:tav>
                                        <p:tav tm="87017">
                                          <p:val>
                                            <p:strVal val="#ppt_y-0.05593"/>
                                          </p:val>
                                        </p:tav>
                                        <p:tav tm="88398">
                                          <p:val>
                                            <p:strVal val="#ppt_y-0.03829"/>
                                          </p:val>
                                        </p:tav>
                                        <p:tav tm="89779">
                                          <p:val>
                                            <p:strVal val="#ppt_y-0.02379"/>
                                          </p:val>
                                        </p:tav>
                                        <p:tav tm="91160">
                                          <p:val>
                                            <p:strVal val="#ppt_y-0.01294"/>
                                          </p:val>
                                        </p:tav>
                                        <p:tav tm="92541">
                                          <p:val>
                                            <p:strVal val="#ppt_y-0.00622"/>
                                          </p:val>
                                        </p:tav>
                                        <p:tav tm="93923">
                                          <p:val>
                                            <p:strVal val="#ppt_y-0.00193"/>
                                          </p:val>
                                        </p:tav>
                                        <p:tav tm="95304">
                                          <p:val>
                                            <p:strVal val="#ppt_y+0"/>
                                          </p:val>
                                        </p:tav>
                                        <p:tav tm="98066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24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22099">
                                          <p:val>
                                            <p:strVal val="#ppt_w*0.0308"/>
                                          </p:val>
                                        </p:tav>
                                        <p:tav tm="23481">
                                          <p:val>
                                            <p:strVal val="#ppt_w*0.03254"/>
                                          </p:val>
                                        </p:tav>
                                        <p:tav tm="24862">
                                          <p:val>
                                            <p:strVal val="#ppt_w*0.04009"/>
                                          </p:val>
                                        </p:tav>
                                        <p:tav tm="26243">
                                          <p:val>
                                            <p:strVal val="#ppt_w*0.051"/>
                                          </p:val>
                                        </p:tav>
                                        <p:tav tm="27624">
                                          <p:val>
                                            <p:strVal val="#ppt_w*0.06293"/>
                                          </p:val>
                                        </p:tav>
                                        <p:tav tm="29006">
                                          <p:val>
                                            <p:strVal val="#ppt_w*0.07411"/>
                                          </p:val>
                                        </p:tav>
                                        <p:tav tm="30387">
                                          <p:val>
                                            <p:strVal val="#ppt_w*0.08335"/>
                                          </p:val>
                                        </p:tav>
                                        <p:tav tm="31768">
                                          <p:val>
                                            <p:strVal val="#ppt_w*0.09027"/>
                                          </p:val>
                                        </p:tav>
                                        <p:tav tm="33149">
                                          <p:val>
                                            <p:strVal val="#ppt_w*0.09469"/>
                                          </p:val>
                                        </p:tav>
                                        <p:tav tm="34530">
                                          <p:val>
                                            <p:strVal val="#ppt_w*0.09682"/>
                                          </p:val>
                                        </p:tav>
                                        <p:tav tm="35912">
                                          <p:val>
                                            <p:strVal val="#ppt_w*0.09724"/>
                                          </p:val>
                                        </p:tav>
                                        <p:tav tm="37293">
                                          <p:val>
                                            <p:strVal val="#ppt_w*0.0964"/>
                                          </p:val>
                                        </p:tav>
                                        <p:tav tm="42818">
                                          <p:val>
                                            <p:strVal val="#ppt_w*0.08931"/>
                                          </p:val>
                                        </p:tav>
                                        <p:tav tm="45580">
                                          <p:val>
                                            <p:strVal val="#ppt_w*0.08714"/>
                                          </p:val>
                                        </p:tav>
                                        <p:tav tm="46961">
                                          <p:val>
                                            <p:strVal val="#ppt_w*0.08666"/>
                                          </p:val>
                                        </p:tav>
                                        <p:tav tm="49724">
                                          <p:val>
                                            <p:strVal val="#ppt_w*0.08694"/>
                                          </p:val>
                                        </p:tav>
                                        <p:tav tm="51105">
                                          <p:val>
                                            <p:strVal val="#ppt_w*0.08795"/>
                                          </p:val>
                                        </p:tav>
                                        <p:tav tm="52486">
                                          <p:val>
                                            <p:strVal val="#ppt_w*0.08946"/>
                                          </p:val>
                                        </p:tav>
                                        <p:tav tm="53867">
                                          <p:val>
                                            <p:strVal val="#ppt_w*0.09143"/>
                                          </p:val>
                                        </p:tav>
                                        <p:tav tm="55249">
                                          <p:val>
                                            <p:strVal val="#ppt_w*0.09415"/>
                                          </p:val>
                                        </p:tav>
                                        <p:tav tm="56630">
                                          <p:val>
                                            <p:strVal val="#ppt_w*0.09781"/>
                                          </p:val>
                                        </p:tav>
                                        <p:tav tm="58011">
                                          <p:val>
                                            <p:strVal val="#ppt_w*0.10236"/>
                                          </p:val>
                                        </p:tav>
                                        <p:tav tm="59392">
                                          <p:val>
                                            <p:strVal val="#ppt_w*0.10822"/>
                                          </p:val>
                                        </p:tav>
                                        <p:tav tm="60773">
                                          <p:val>
                                            <p:strVal val="#ppt_w*0.11686"/>
                                          </p:val>
                                        </p:tav>
                                        <p:tav tm="62155">
                                          <p:val>
                                            <p:strVal val="#ppt_w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w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w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w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w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w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w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w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w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w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w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w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w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w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w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w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w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w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w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w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w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w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w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w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w*1"/>
                                          </p:val>
                                        </p:tav>
                                        <p:tav tm="98066">
                                          <p:val>
                                            <p:strVal val="#ppt_w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24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22099">
                                          <p:val>
                                            <p:strVal val="#ppt_h*0.0308"/>
                                          </p:val>
                                        </p:tav>
                                        <p:tav tm="23481">
                                          <p:val>
                                            <p:strVal val="#ppt_h*0.03254"/>
                                          </p:val>
                                        </p:tav>
                                        <p:tav tm="24862">
                                          <p:val>
                                            <p:strVal val="#ppt_h*0.04009"/>
                                          </p:val>
                                        </p:tav>
                                        <p:tav tm="26243">
                                          <p:val>
                                            <p:strVal val="#ppt_h*0.051"/>
                                          </p:val>
                                        </p:tav>
                                        <p:tav tm="27624">
                                          <p:val>
                                            <p:strVal val="#ppt_h*0.06293"/>
                                          </p:val>
                                        </p:tav>
                                        <p:tav tm="29006">
                                          <p:val>
                                            <p:strVal val="#ppt_h*0.07411"/>
                                          </p:val>
                                        </p:tav>
                                        <p:tav tm="30387">
                                          <p:val>
                                            <p:strVal val="#ppt_h*0.08335"/>
                                          </p:val>
                                        </p:tav>
                                        <p:tav tm="31768">
                                          <p:val>
                                            <p:strVal val="#ppt_h*0.09027"/>
                                          </p:val>
                                        </p:tav>
                                        <p:tav tm="33149">
                                          <p:val>
                                            <p:strVal val="#ppt_h*0.09469"/>
                                          </p:val>
                                        </p:tav>
                                        <p:tav tm="34530">
                                          <p:val>
                                            <p:strVal val="#ppt_h*0.09682"/>
                                          </p:val>
                                        </p:tav>
                                        <p:tav tm="35912">
                                          <p:val>
                                            <p:strVal val="#ppt_h*0.09724"/>
                                          </p:val>
                                        </p:tav>
                                        <p:tav tm="37293">
                                          <p:val>
                                            <p:strVal val="#ppt_h*0.0964"/>
                                          </p:val>
                                        </p:tav>
                                        <p:tav tm="42818">
                                          <p:val>
                                            <p:strVal val="#ppt_h*0.08931"/>
                                          </p:val>
                                        </p:tav>
                                        <p:tav tm="45580">
                                          <p:val>
                                            <p:strVal val="#ppt_h*0.08714"/>
                                          </p:val>
                                        </p:tav>
                                        <p:tav tm="46961">
                                          <p:val>
                                            <p:strVal val="#ppt_h*0.08666"/>
                                          </p:val>
                                        </p:tav>
                                        <p:tav tm="49724">
                                          <p:val>
                                            <p:strVal val="#ppt_h*0.08694"/>
                                          </p:val>
                                        </p:tav>
                                        <p:tav tm="51105">
                                          <p:val>
                                            <p:strVal val="#ppt_h*0.08795"/>
                                          </p:val>
                                        </p:tav>
                                        <p:tav tm="52486">
                                          <p:val>
                                            <p:strVal val="#ppt_h*0.08946"/>
                                          </p:val>
                                        </p:tav>
                                        <p:tav tm="53867">
                                          <p:val>
                                            <p:strVal val="#ppt_h*0.09143"/>
                                          </p:val>
                                        </p:tav>
                                        <p:tav tm="55249">
                                          <p:val>
                                            <p:strVal val="#ppt_h*0.09415"/>
                                          </p:val>
                                        </p:tav>
                                        <p:tav tm="56630">
                                          <p:val>
                                            <p:strVal val="#ppt_h*0.09781"/>
                                          </p:val>
                                        </p:tav>
                                        <p:tav tm="58011">
                                          <p:val>
                                            <p:strVal val="#ppt_h*0.10236"/>
                                          </p:val>
                                        </p:tav>
                                        <p:tav tm="59392">
                                          <p:val>
                                            <p:strVal val="#ppt_h*0.10822"/>
                                          </p:val>
                                        </p:tav>
                                        <p:tav tm="60773">
                                          <p:val>
                                            <p:strVal val="#ppt_h*0.11686"/>
                                          </p:val>
                                        </p:tav>
                                        <p:tav tm="62155">
                                          <p:val>
                                            <p:strVal val="#ppt_h*0.12802"/>
                                          </p:val>
                                        </p:tav>
                                        <p:tav tm="63536">
                                          <p:val>
                                            <p:strVal val="#ppt_h*0.14273"/>
                                          </p:val>
                                        </p:tav>
                                        <p:tav tm="64917">
                                          <p:val>
                                            <p:strVal val="#ppt_h*0.16843"/>
                                          </p:val>
                                        </p:tav>
                                        <p:tav tm="66298">
                                          <p:val>
                                            <p:strVal val="#ppt_h*0.20525"/>
                                          </p:val>
                                        </p:tav>
                                        <p:tav tm="67680">
                                          <p:val>
                                            <p:strVal val="#ppt_h*0.25353"/>
                                          </p:val>
                                        </p:tav>
                                        <p:tav tm="69061">
                                          <p:val>
                                            <p:strVal val="#ppt_h*0.3214"/>
                                          </p:val>
                                        </p:tav>
                                        <p:tav tm="70442">
                                          <p:val>
                                            <p:strVal val="#ppt_h*0.39509"/>
                                          </p:val>
                                        </p:tav>
                                        <p:tav tm="71823">
                                          <p:val>
                                            <p:strVal val="#ppt_h*0.47035"/>
                                          </p:val>
                                        </p:tav>
                                        <p:tav tm="73204">
                                          <p:val>
                                            <p:strVal val="#ppt_h*0.54243"/>
                                          </p:val>
                                        </p:tav>
                                        <p:tav tm="74586">
                                          <p:val>
                                            <p:strVal val="#ppt_h*0.60767"/>
                                          </p:val>
                                        </p:tav>
                                        <p:tav tm="75967">
                                          <p:val>
                                            <p:strVal val="#ppt_h*0.66798"/>
                                          </p:val>
                                        </p:tav>
                                        <p:tav tm="77348">
                                          <p:val>
                                            <p:strVal val="#ppt_h*0.7227"/>
                                          </p:val>
                                        </p:tav>
                                        <p:tav tm="78729">
                                          <p:val>
                                            <p:strVal val="#ppt_h*0.76944"/>
                                          </p:val>
                                        </p:tav>
                                        <p:tav tm="80110">
                                          <p:val>
                                            <p:strVal val="#ppt_h*0.81175"/>
                                          </p:val>
                                        </p:tav>
                                        <p:tav tm="81492">
                                          <p:val>
                                            <p:strVal val="#ppt_h*0.84972"/>
                                          </p:val>
                                        </p:tav>
                                        <p:tav tm="82873">
                                          <p:val>
                                            <p:strVal val="#ppt_h*0.88105"/>
                                          </p:val>
                                        </p:tav>
                                        <p:tav tm="84254">
                                          <p:val>
                                            <p:strVal val="#ppt_h*0.90838"/>
                                          </p:val>
                                        </p:tav>
                                        <p:tav tm="85635">
                                          <p:val>
                                            <p:strVal val="#ppt_h*0.93224"/>
                                          </p:val>
                                        </p:tav>
                                        <p:tav tm="87017">
                                          <p:val>
                                            <p:strVal val="#ppt_h*0.95142"/>
                                          </p:val>
                                        </p:tav>
                                        <p:tav tm="88398">
                                          <p:val>
                                            <p:strVal val="#ppt_h*0.96674"/>
                                          </p:val>
                                        </p:tav>
                                        <p:tav tm="89779">
                                          <p:val>
                                            <p:strVal val="#ppt_h*0.97934"/>
                                          </p:val>
                                        </p:tav>
                                        <p:tav tm="91160">
                                          <p:val>
                                            <p:strVal val="#ppt_h*0.98876"/>
                                          </p:val>
                                        </p:tav>
                                        <p:tav tm="92541">
                                          <p:val>
                                            <p:strVal val="#ppt_h*0.9946"/>
                                          </p:val>
                                        </p:tav>
                                        <p:tav tm="93923">
                                          <p:val>
                                            <p:strVal val="#ppt_h*0.99832"/>
                                          </p:val>
                                        </p:tav>
                                        <p:tav tm="95304">
                                          <p:val>
                                            <p:strVal val="#ppt_h*1"/>
                                          </p:val>
                                        </p:tav>
                                        <p:tav tm="98066">
                                          <p:val>
                                            <p:strVal val="#ppt_h*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2413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60"/>
                                          </p:val>
                                        </p:tav>
                                        <p:tav tm="22099">
                                          <p:val>
                                            <p:fltVal val="-160"/>
                                          </p:val>
                                        </p:tav>
                                        <p:tav tm="23481">
                                          <p:val>
                                            <p:fltVal val="-155.13"/>
                                          </p:val>
                                        </p:tav>
                                        <p:tav tm="24862">
                                          <p:val>
                                            <p:fltVal val="-134"/>
                                          </p:val>
                                        </p:tav>
                                        <p:tav tm="26243">
                                          <p:val>
                                            <p:fltVal val="-103.49"/>
                                          </p:val>
                                        </p:tav>
                                        <p:tav tm="27624">
                                          <p:val>
                                            <p:fltVal val="-70.13"/>
                                          </p:val>
                                        </p:tav>
                                        <p:tav tm="29006">
                                          <p:val>
                                            <p:fltVal val="-38.86"/>
                                          </p:val>
                                        </p:tav>
                                        <p:tav tm="30387">
                                          <p:val>
                                            <p:fltVal val="-12.99"/>
                                          </p:val>
                                        </p:tav>
                                        <p:tav tm="31768">
                                          <p:val>
                                            <p:fltVal val="6.36"/>
                                          </p:val>
                                        </p:tav>
                                        <p:tav tm="33149">
                                          <p:val>
                                            <p:fltVal val="18.72"/>
                                          </p:val>
                                        </p:tav>
                                        <p:tav tm="34530">
                                          <p:val>
                                            <p:fltVal val="24.67"/>
                                          </p:val>
                                        </p:tav>
                                        <p:tav tm="35912">
                                          <p:val>
                                            <p:fltVal val="25.85"/>
                                          </p:val>
                                        </p:tav>
                                        <p:tav tm="37293">
                                          <p:val>
                                            <p:fltVal val="23.51"/>
                                          </p:val>
                                        </p:tav>
                                        <p:tav tm="38674">
                                          <p:val>
                                            <p:fltVal val="18.96"/>
                                          </p:val>
                                        </p:tav>
                                        <p:tav tm="41436">
                                          <p:val>
                                            <p:fltVal val="8.27"/>
                                          </p:val>
                                        </p:tav>
                                        <p:tav tm="42818">
                                          <p:val>
                                            <p:fltVal val="3.67"/>
                                          </p:val>
                                        </p:tav>
                                        <p:tav tm="44199">
                                          <p:val>
                                            <p:fltVal val="0.1"/>
                                          </p:val>
                                        </p:tav>
                                        <p:tav tm="45580">
                                          <p:val>
                                            <p:fltVal val="-2.39"/>
                                          </p:val>
                                        </p:tav>
                                        <p:tav tm="46961">
                                          <p:val>
                                            <p:fltVal val="-3.74"/>
                                          </p:val>
                                        </p:tav>
                                        <p:tav tm="48343">
                                          <p:val>
                                            <p:fltVal val="-4.22"/>
                                          </p:val>
                                        </p:tav>
                                        <p:tav tm="49724">
                                          <p:val>
                                            <p:fltVal val="-4.05"/>
                                          </p:val>
                                        </p:tav>
                                        <p:tav tm="56630">
                                          <p:val>
                                            <p:fltVal val="-0.23"/>
                                          </p:val>
                                        </p:tav>
                                        <p:tav tm="60773">
                                          <p:val>
                                            <p:fltVal val="0.67"/>
                                          </p:val>
                                        </p:tav>
                                        <p:tav tm="62155">
                                          <p:val>
                                            <p:fltVal val="0"/>
                                          </p:val>
                                        </p:tav>
                                        <p:tav tm="98066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2813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52083"/>
                                          </p:val>
                                        </p:tav>
                                        <p:tav tm="67536">
                                          <p:val>
                                            <p:strVal val="#ppt_x+0.52083"/>
                                          </p:val>
                                        </p:tav>
                                        <p:tav tm="68720">
                                          <p:val>
                                            <p:strVal val="#ppt_x+0.50816"/>
                                          </p:val>
                                        </p:tav>
                                        <p:tav tm="69905">
                                          <p:val>
                                            <p:strVal val="#ppt_x+0.39248"/>
                                          </p:val>
                                        </p:tav>
                                        <p:tav tm="71090">
                                          <p:val>
                                            <p:strVal val="#ppt_x+0.29857"/>
                                          </p:val>
                                        </p:tav>
                                        <p:tav tm="72275">
                                          <p:val>
                                            <p:strVal val="#ppt_x+0.2257"/>
                                          </p:val>
                                        </p:tav>
                                        <p:tav tm="73460">
                                          <p:val>
                                            <p:strVal val="#ppt_x+0.17052"/>
                                          </p:val>
                                        </p:tav>
                                        <p:tav tm="74645">
                                          <p:val>
                                            <p:strVal val="#ppt_x+0.1291"/>
                                          </p:val>
                                        </p:tav>
                                        <p:tav tm="75829">
                                          <p:val>
                                            <p:strVal val="#ppt_x+0.09796"/>
                                          </p:val>
                                        </p:tav>
                                        <p:tav tm="77014">
                                          <p:val>
                                            <p:strVal val="#ppt_x+0.07442"/>
                                          </p:val>
                                        </p:tav>
                                        <p:tav tm="78199">
                                          <p:val>
                                            <p:strVal val="#ppt_x+0.05651"/>
                                          </p:val>
                                        </p:tav>
                                        <p:tav tm="79384">
                                          <p:val>
                                            <p:strVal val="#ppt_x+0.04281"/>
                                          </p:val>
                                        </p:tav>
                                        <p:tav tm="80569">
                                          <p:val>
                                            <p:strVal val="#ppt_x+0.03229"/>
                                          </p:val>
                                        </p:tav>
                                        <p:tav tm="81754">
                                          <p:val>
                                            <p:strVal val="#ppt_x+0.02419"/>
                                          </p:val>
                                        </p:tav>
                                        <p:tav tm="82938">
                                          <p:val>
                                            <p:strVal val="#ppt_x+0.01795"/>
                                          </p:val>
                                        </p:tav>
                                        <p:tav tm="84123">
                                          <p:val>
                                            <p:strVal val="#ppt_x+0.01317"/>
                                          </p:val>
                                        </p:tav>
                                        <p:tav tm="85308">
                                          <p:val>
                                            <p:strVal val="#ppt_x+0.00951"/>
                                          </p:val>
                                        </p:tav>
                                        <p:tav tm="86493">
                                          <p:val>
                                            <p:strVal val="#ppt_x+0.00673"/>
                                          </p:val>
                                        </p:tav>
                                        <p:tav tm="87678">
                                          <p:val>
                                            <p:strVal val="#ppt_x+0.00465"/>
                                          </p:val>
                                        </p:tav>
                                        <p:tav tm="90047">
                                          <p:val>
                                            <p:strVal val="#ppt_x+0.00201"/>
                                          </p:val>
                                        </p:tav>
                                        <p:tav tm="93602">
                                          <p:val>
                                            <p:strVal val="#ppt_x+0.00036"/>
                                          </p:val>
                                        </p:tav>
                                        <p:tav tm="99526">
                                          <p:val>
                                            <p:strVal val="#ppt_x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167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400">
                                          <p:stCondLst>
                                            <p:cond delay="2167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0" dur="2983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71508">
                                          <p:val>
                                            <p:strVal val="#ppt_y+0.02778"/>
                                          </p:val>
                                        </p:tav>
                                        <p:tav tm="72626">
                                          <p:val>
                                            <p:strVal val="#ppt_y+0.02431"/>
                                          </p:val>
                                        </p:tav>
                                        <p:tav tm="73743">
                                          <p:val>
                                            <p:strVal val="#ppt_y+0.01831"/>
                                          </p:val>
                                        </p:tav>
                                        <p:tav tm="74860">
                                          <p:val>
                                            <p:strVal val="#ppt_y+0.01363"/>
                                          </p:val>
                                        </p:tav>
                                        <p:tav tm="75978">
                                          <p:val>
                                            <p:strVal val="#ppt_y+0.01012"/>
                                          </p:val>
                                        </p:tav>
                                        <p:tav tm="77095">
                                          <p:val>
                                            <p:strVal val="#ppt_y+0.00752"/>
                                          </p:val>
                                        </p:tav>
                                        <p:tav tm="79330">
                                          <p:val>
                                            <p:strVal val="#ppt_y+0.00419"/>
                                          </p:val>
                                        </p:tav>
                                        <p:tav tm="82682">
                                          <p:val>
                                            <p:strVal val="#ppt_y+0.00172"/>
                                          </p:val>
                                        </p:tav>
                                        <p:tav tm="86034">
                                          <p:val>
                                            <p:strVal val="#ppt_y+0.00066"/>
                                          </p:val>
                                        </p:tav>
                                        <p:tav tm="9944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400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4" dur="3525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5643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6589">
                                          <p:val>
                                            <p:strVal val="#ppt_y+0.02086"/>
                                          </p:val>
                                        </p:tav>
                                        <p:tav tm="77534">
                                          <p:val>
                                            <p:strVal val="#ppt_y+0.01579"/>
                                          </p:val>
                                        </p:tav>
                                        <p:tav tm="79425">
                                          <p:val>
                                            <p:strVal val="#ppt_y+0.00875"/>
                                          </p:val>
                                        </p:tav>
                                        <p:tav tm="81316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3207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88880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992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400">
                                          <p:stCondLst>
                                            <p:cond delay="27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288" dur="3525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5643">
                                          <p:val>
                                            <p:strVal val="#ppt_y+0.02222"/>
                                          </p:val>
                                        </p:tav>
                                        <p:tav tm="76589">
                                          <p:val>
                                            <p:strVal val="#ppt_y+0.02086"/>
                                          </p:val>
                                        </p:tav>
                                        <p:tav tm="77534">
                                          <p:val>
                                            <p:strVal val="#ppt_y+0.01579"/>
                                          </p:val>
                                        </p:tav>
                                        <p:tav tm="79425">
                                          <p:val>
                                            <p:strVal val="#ppt_y+0.00875"/>
                                          </p:val>
                                        </p:tav>
                                        <p:tav tm="81316">
                                          <p:val>
                                            <p:strVal val="#ppt_y+0.00484"/>
                                          </p:val>
                                        </p:tav>
                                        <p:tav tm="83207">
                                          <p:val>
                                            <p:strVal val="#ppt_y+0.0027"/>
                                          </p:val>
                                        </p:tav>
                                        <p:tav tm="88880">
                                          <p:val>
                                            <p:strVal val="#ppt_y+0.00041"/>
                                          </p:val>
                                        </p:tav>
                                        <p:tav tm="99281">
                                          <p:val>
                                            <p:strVal val="#ppt_y+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9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2413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29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2413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0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2413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0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" dur="2413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1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2413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1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2413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2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2413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2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8" dur="2413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3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3" dur="2413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3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8" dur="2413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4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413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4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8" dur="2413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5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3" dur="2413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5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8" dur="2413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6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2413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6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8" dur="2413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7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3" dur="2413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7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8" dur="2413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8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2413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8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8" dur="2413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9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3" dur="2413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39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8" dur="2413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0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413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0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8" dur="2413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1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" dur="2413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1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8" dur="2413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2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41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2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8" dur="2413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3" dur="2413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3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8" dur="2413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4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413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4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8" dur="2413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5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3" dur="2413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5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8" dur="2413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6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413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6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8" dur="2413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7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3" dur="2413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7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8" dur="2413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8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413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8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8" dur="2413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9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3" dur="2413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49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8" dur="2413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0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3" dur="2413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0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8" dur="2413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1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3" dur="2413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1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8" dur="2413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2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3" dur="2413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2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8" dur="2413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3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3" dur="2413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3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8" dur="2413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4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3" dur="2413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4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8" dur="2413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5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3" dur="2413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5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8" dur="2413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6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2413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6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8" dur="2413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3" dur="2413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7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8" dur="2413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3" dur="2413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8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8" dur="2413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3" dur="2413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59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8" dur="2413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3" dur="2413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0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8" dur="2413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1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3" dur="2413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16" dur="300">
                                          <p:stCondLst>
                                            <p:cond delay="2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533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8" dur="2413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" dur="2413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2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8" dur="2413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3" dur="2413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3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8" dur="2413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3" dur="2413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4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8" dur="2413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5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3" dur="2413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5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8" dur="2413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6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3" dur="2413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6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8" dur="2413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7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3" dur="2413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7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8" dur="2413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8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3" dur="2413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8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8" dur="2413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9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3" dur="2413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69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8" dur="2413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0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3" dur="2413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0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8" dur="2413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1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3" dur="2413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1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8" dur="2413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2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3" dur="2413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2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8" dur="2413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3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3" dur="2413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3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8" dur="2413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4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3" dur="2413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4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8" dur="2413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5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3" dur="2413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5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8" dur="2413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6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3" dur="2413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6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8" dur="2413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7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3" dur="2413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7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8" dur="2413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8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3" dur="2413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8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8" dur="2413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9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3" dur="2413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79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8" dur="2413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0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3" dur="2413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0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8" dur="2413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1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3" dur="2413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1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8" dur="2413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2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3" dur="2413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2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8" dur="2413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3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3" dur="2413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3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8" dur="2413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4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3" dur="2413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4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8" dur="2413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5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3" dur="2413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5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8" dur="2413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6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3" dur="2413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6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8" dur="2413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7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3" dur="2413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7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8" dur="2413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8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3" dur="2413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8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8" dur="2413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9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3" dur="2413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89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8" dur="2413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0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3" dur="2413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0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8" dur="2413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1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3" dur="2413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1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8" dur="2413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2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3" dur="2413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2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8" dur="2413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3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3" dur="2413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3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8" dur="2413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4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3" dur="2413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4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8" dur="2413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5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3" dur="2413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5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8" dur="2413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6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3" dur="2413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6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8" dur="2413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7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3" dur="2413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7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8" dur="2413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3" dur="2413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8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2413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9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3" dur="2413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99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8" dur="2413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01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3" dur="2413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06" dur="300">
                                          <p:stCondLst>
                                            <p:cond delay="267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7" dur="1" fill="hold">
                                          <p:stCondLst>
                                            <p:cond delay="567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8" dur="2413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.25"/>
                                          </p:val>
                                        </p:tav>
                                        <p:tav tm="98066">
                                          <p:val>
                                            <p:strVal val="#ppt_x-1.25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9" presetID="12" presetClass="entr" presetSubtype="4" fill="hold" grpId="0" nodeType="withEffect">
                                  <p:stCondLst>
                                    <p:cond delay="2030"/>
                                  </p:stCondLst>
                                  <p:iterate type="lt">
                                    <p:tmAbs val="42"/>
                                  </p:iterate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1" dur="760" fill="hold" decel="100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2" dur="760" decel="100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3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15" dur="467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495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7" dur="76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685">
                                          <p:val>
                                            <p:strVal val="#ppt_x-1.23841"/>
                                          </p:val>
                                        </p:tav>
                                        <p:tav tm="12458">
                                          <p:val>
                                            <p:strVal val="#ppt_x-1.24335"/>
                                          </p:val>
                                        </p:tav>
                                        <p:tav tm="16844">
                                          <p:val>
                                            <p:strVal val="#ppt_x-1.24512"/>
                                          </p:val>
                                        </p:tav>
                                        <p:tav tm="21231">
                                          <p:val>
                                            <p:strVal val="#ppt_x-1.24641"/>
                                          </p:val>
                                        </p:tav>
                                        <p:tav tm="30004">
                                          <p:val>
                                            <p:strVal val="#ppt_x-1.248"/>
                                          </p:val>
                                        </p:tav>
                                        <p:tav tm="51937">
                                          <p:val>
                                            <p:strVal val="#ppt_x-1.24959"/>
                                          </p:val>
                                        </p:tav>
                                        <p:tav tm="95802">
                                          <p:val>
                                            <p:strVal val="#ppt_x-1.2501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8" dur="76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685">
                                          <p:val>
                                            <p:strVal val="#ppt_y+0.09735"/>
                                          </p:val>
                                        </p:tav>
                                        <p:tav tm="8071">
                                          <p:val>
                                            <p:strVal val="#ppt_y+0.07596"/>
                                          </p:val>
                                        </p:tav>
                                        <p:tav tm="12458">
                                          <p:val>
                                            <p:strVal val="#ppt_y+0.05686"/>
                                          </p:val>
                                        </p:tav>
                                        <p:tav tm="16844">
                                          <p:val>
                                            <p:strVal val="#ppt_y+0.04177"/>
                                          </p:val>
                                        </p:tav>
                                        <p:tav tm="21231">
                                          <p:val>
                                            <p:strVal val="#ppt_y+0.03072"/>
                                          </p:val>
                                        </p:tav>
                                        <p:tav tm="25617">
                                          <p:val>
                                            <p:strVal val="#ppt_y+0.02279"/>
                                          </p:val>
                                        </p:tav>
                                        <p:tav tm="30004">
                                          <p:val>
                                            <p:strVal val="#ppt_y+0.01701"/>
                                          </p:val>
                                        </p:tav>
                                        <p:tav tm="38777">
                                          <p:val>
                                            <p:strVal val="#ppt_y+0.00947"/>
                                          </p:val>
                                        </p:tav>
                                        <p:tav tm="51937">
                                          <p:val>
                                            <p:strVal val="#ppt_y+0.00348"/>
                                          </p:val>
                                        </p:tav>
                                        <p:tav tm="69483">
                                          <p:val>
                                            <p:strVal val="#ppt_y+0"/>
                                          </p:val>
                                        </p:tav>
                                        <p:tav tm="95802">
                                          <p:val>
                                            <p:strVal val="#ppt_y-0.001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76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685">
                                          <p:val>
                                            <p:strVal val="#ppt_w*4.23891"/>
                                          </p:val>
                                        </p:tav>
                                        <p:tav tm="8071">
                                          <p:val>
                                            <p:strVal val="#ppt_w*3.53505"/>
                                          </p:val>
                                        </p:tav>
                                        <p:tav tm="12458">
                                          <p:val>
                                            <p:strVal val="#ppt_w*2.90425"/>
                                          </p:val>
                                        </p:tav>
                                        <p:tav tm="16844">
                                          <p:val>
                                            <p:strVal val="#ppt_w*2.40295"/>
                                          </p:val>
                                        </p:tav>
                                        <p:tav tm="21231">
                                          <p:val>
                                            <p:strVal val="#ppt_w*2.03427"/>
                                          </p:val>
                                        </p:tav>
                                        <p:tav tm="25617">
                                          <p:val>
                                            <p:strVal val="#ppt_w*1.76833"/>
                                          </p:val>
                                        </p:tav>
                                        <p:tav tm="30004">
                                          <p:val>
                                            <p:strVal val="#ppt_w*1.57426"/>
                                          </p:val>
                                        </p:tav>
                                        <p:tav tm="34391">
                                          <p:val>
                                            <p:strVal val="#ppt_w*1.42975"/>
                                          </p:val>
                                        </p:tav>
                                        <p:tav tm="38777">
                                          <p:val>
                                            <p:strVal val="#ppt_w*1.32004"/>
                                          </p:val>
                                        </p:tav>
                                        <p:tav tm="43164">
                                          <p:val>
                                            <p:strVal val="#ppt_w*1.23546"/>
                                          </p:val>
                                        </p:tav>
                                        <p:tav tm="47550">
                                          <p:val>
                                            <p:strVal val="#ppt_w*1.1695"/>
                                          </p:val>
                                        </p:tav>
                                        <p:tav tm="51937">
                                          <p:val>
                                            <p:strVal val="#ppt_w*1.1177"/>
                                          </p:val>
                                        </p:tav>
                                        <p:tav tm="56323">
                                          <p:val>
                                            <p:strVal val="#ppt_w*1.07688"/>
                                          </p:val>
                                        </p:tav>
                                        <p:tav tm="60710">
                                          <p:val>
                                            <p:strVal val="#ppt_w*1.04473"/>
                                          </p:val>
                                        </p:tav>
                                        <p:tav tm="69483">
                                          <p:val>
                                            <p:strVal val="#ppt_w*1"/>
                                          </p:val>
                                        </p:tav>
                                        <p:tav tm="82643">
                                          <p:val>
                                            <p:strVal val="#ppt_w*0.96627"/>
                                          </p:val>
                                        </p:tav>
                                        <p:tav tm="95802">
                                          <p:val>
                                            <p:strVal val="#ppt_w*0.95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76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685">
                                          <p:val>
                                            <p:strVal val="#ppt_h*4.23891"/>
                                          </p:val>
                                        </p:tav>
                                        <p:tav tm="8071">
                                          <p:val>
                                            <p:strVal val="#ppt_h*3.53505"/>
                                          </p:val>
                                        </p:tav>
                                        <p:tav tm="12458">
                                          <p:val>
                                            <p:strVal val="#ppt_h*2.90425"/>
                                          </p:val>
                                        </p:tav>
                                        <p:tav tm="16844">
                                          <p:val>
                                            <p:strVal val="#ppt_h*2.40295"/>
                                          </p:val>
                                        </p:tav>
                                        <p:tav tm="21231">
                                          <p:val>
                                            <p:strVal val="#ppt_h*2.03427"/>
                                          </p:val>
                                        </p:tav>
                                        <p:tav tm="25617">
                                          <p:val>
                                            <p:strVal val="#ppt_h*1.76833"/>
                                          </p:val>
                                        </p:tav>
                                        <p:tav tm="30004">
                                          <p:val>
                                            <p:strVal val="#ppt_h*1.57426"/>
                                          </p:val>
                                        </p:tav>
                                        <p:tav tm="34391">
                                          <p:val>
                                            <p:strVal val="#ppt_h*1.42975"/>
                                          </p:val>
                                        </p:tav>
                                        <p:tav tm="38777">
                                          <p:val>
                                            <p:strVal val="#ppt_h*1.32004"/>
                                          </p:val>
                                        </p:tav>
                                        <p:tav tm="43164">
                                          <p:val>
                                            <p:strVal val="#ppt_h*1.23546"/>
                                          </p:val>
                                        </p:tav>
                                        <p:tav tm="47550">
                                          <p:val>
                                            <p:strVal val="#ppt_h*1.1695"/>
                                          </p:val>
                                        </p:tav>
                                        <p:tav tm="51937">
                                          <p:val>
                                            <p:strVal val="#ppt_h*1.1177"/>
                                          </p:val>
                                        </p:tav>
                                        <p:tav tm="56323">
                                          <p:val>
                                            <p:strVal val="#ppt_h*1.07688"/>
                                          </p:val>
                                        </p:tav>
                                        <p:tav tm="60710">
                                          <p:val>
                                            <p:strVal val="#ppt_h*1.04473"/>
                                          </p:val>
                                        </p:tav>
                                        <p:tav tm="69483">
                                          <p:val>
                                            <p:strVal val="#ppt_h*1"/>
                                          </p:val>
                                        </p:tav>
                                        <p:tav tm="82643">
                                          <p:val>
                                            <p:strVal val="#ppt_h*0.96627"/>
                                          </p:val>
                                        </p:tav>
                                        <p:tav tm="95802">
                                          <p:val>
                                            <p:strVal val="#ppt_h*0.957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1" dur="76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685">
                                          <p:val>
                                            <p:fltVal val="-77.47"/>
                                          </p:val>
                                        </p:tav>
                                        <p:tav tm="8071">
                                          <p:val>
                                            <p:fltVal val="-60.63"/>
                                          </p:val>
                                        </p:tav>
                                        <p:tav tm="12458">
                                          <p:val>
                                            <p:fltVal val="-45.55"/>
                                          </p:val>
                                        </p:tav>
                                        <p:tav tm="16844">
                                          <p:val>
                                            <p:fltVal val="-33.56"/>
                                          </p:val>
                                        </p:tav>
                                        <p:tav tm="21231">
                                          <p:val>
                                            <p:fltVal val="-24.74"/>
                                          </p:val>
                                        </p:tav>
                                        <p:tav tm="25617">
                                          <p:val>
                                            <p:fltVal val="-18.38"/>
                                          </p:val>
                                        </p:tav>
                                        <p:tav tm="30004">
                                          <p:val>
                                            <p:fltVal val="-13.73"/>
                                          </p:val>
                                        </p:tav>
                                        <p:tav tm="34391">
                                          <p:val>
                                            <p:fltVal val="-10.28"/>
                                          </p:val>
                                        </p:tav>
                                        <p:tav tm="38777">
                                          <p:val>
                                            <p:fltVal val="-7.65"/>
                                          </p:val>
                                        </p:tav>
                                        <p:tav tm="43164">
                                          <p:val>
                                            <p:fltVal val="-5.63"/>
                                          </p:val>
                                        </p:tav>
                                        <p:tav tm="51937">
                                          <p:val>
                                            <p:fltVal val="-2.82"/>
                                          </p:val>
                                        </p:tav>
                                        <p:tav tm="60710">
                                          <p:val>
                                            <p:fltVal val="-1.07"/>
                                          </p:val>
                                        </p:tav>
                                        <p:tav tm="69483">
                                          <p:val>
                                            <p:fltVal val="0"/>
                                          </p:val>
                                        </p:tav>
                                        <p:tav tm="95802">
                                          <p:val>
                                            <p:fltVal val="1.0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2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24" dur="467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495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74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766">
                                          <p:val>
                                            <p:strVal val="#ppt_x-1.24378"/>
                                          </p:val>
                                        </p:tav>
                                        <p:tav tm="21700">
                                          <p:val>
                                            <p:strVal val="#ppt_x-1.24783"/>
                                          </p:val>
                                        </p:tav>
                                        <p:tav tm="35150">
                                          <p:val>
                                            <p:strVal val="#ppt_x-1.24912"/>
                                          </p:val>
                                        </p:tav>
                                        <p:tav tm="57567">
                                          <p:val>
                                            <p:strVal val="#ppt_x-1.24988"/>
                                          </p:val>
                                        </p:tav>
                                        <p:tav tm="97917">
                                          <p:val>
                                            <p:strVal val="#ppt_x-1.2501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74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766">
                                          <p:val>
                                            <p:strVal val="#ppt_y+0.06073"/>
                                          </p:val>
                                        </p:tav>
                                        <p:tav tm="8249">
                                          <p:val>
                                            <p:strVal val="#ppt_y+0.04744"/>
                                          </p:val>
                                        </p:tav>
                                        <p:tav tm="12733">
                                          <p:val>
                                            <p:strVal val="#ppt_y+0.03551"/>
                                          </p:val>
                                        </p:tav>
                                        <p:tav tm="17216">
                                          <p:val>
                                            <p:strVal val="#ppt_y+0.02602"/>
                                          </p:val>
                                        </p:tav>
                                        <p:tav tm="21700">
                                          <p:val>
                                            <p:strVal val="#ppt_y+0.01905"/>
                                          </p:val>
                                        </p:tav>
                                        <p:tav tm="26183">
                                          <p:val>
                                            <p:strVal val="#ppt_y+0.01403"/>
                                          </p:val>
                                        </p:tav>
                                        <p:tav tm="30666">
                                          <p:val>
                                            <p:strVal val="#ppt_y+0.01037"/>
                                          </p:val>
                                        </p:tav>
                                        <p:tav tm="39633">
                                          <p:val>
                                            <p:strVal val="#ppt_y+0.00559"/>
                                          </p:val>
                                        </p:tav>
                                        <p:tav tm="53083">
                                          <p:val>
                                            <p:strVal val="#ppt_y+0.00181"/>
                                          </p:val>
                                        </p:tav>
                                        <p:tav tm="71017">
                                          <p:val>
                                            <p:strVal val="#ppt_y-0.00035"/>
                                          </p:val>
                                        </p:tav>
                                        <p:tav tm="97917">
                                          <p:val>
                                            <p:strVal val="#ppt_y-0.0010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74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766">
                                          <p:val>
                                            <p:strVal val="#ppt_w*4.21914"/>
                                          </p:val>
                                        </p:tav>
                                        <p:tav tm="8249">
                                          <p:val>
                                            <p:strVal val="#ppt_w*3.50473"/>
                                          </p:val>
                                        </p:tav>
                                        <p:tav tm="12733">
                                          <p:val>
                                            <p:strVal val="#ppt_w*2.86472"/>
                                          </p:val>
                                        </p:tav>
                                        <p:tav tm="17216">
                                          <p:val>
                                            <p:strVal val="#ppt_w*2.35931"/>
                                          </p:val>
                                        </p:tav>
                                        <p:tav tm="21700">
                                          <p:val>
                                            <p:strVal val="#ppt_w*1.99101"/>
                                          </p:val>
                                        </p:tav>
                                        <p:tav tm="26183">
                                          <p:val>
                                            <p:strVal val="#ppt_w*1.72757"/>
                                          </p:val>
                                        </p:tav>
                                        <p:tav tm="30666">
                                          <p:val>
                                            <p:strVal val="#ppt_w*1.5366"/>
                                          </p:val>
                                        </p:tav>
                                        <p:tav tm="35150">
                                          <p:val>
                                            <p:strVal val="#ppt_w*1.39517"/>
                                          </p:val>
                                        </p:tav>
                                        <p:tav tm="39633">
                                          <p:val>
                                            <p:strVal val="#ppt_w*1.28833"/>
                                          </p:val>
                                        </p:tav>
                                        <p:tav tm="44117">
                                          <p:val>
                                            <p:strVal val="#ppt_w*1.20634"/>
                                          </p:val>
                                        </p:tav>
                                        <p:tav tm="48600">
                                          <p:val>
                                            <p:strVal val="#ppt_w*1.14272"/>
                                          </p:val>
                                        </p:tav>
                                        <p:tav tm="53083">
                                          <p:val>
                                            <p:strVal val="#ppt_w*1.09301"/>
                                          </p:val>
                                        </p:tav>
                                        <p:tav tm="57567">
                                          <p:val>
                                            <p:strVal val="#ppt_w*1.05408"/>
                                          </p:val>
                                        </p:tav>
                                        <p:tav tm="62050">
                                          <p:val>
                                            <p:strVal val="#ppt_w*1.02364"/>
                                          </p:val>
                                        </p:tav>
                                        <p:tav tm="71017">
                                          <p:val>
                                            <p:strVal val="#ppt_w*0.98188"/>
                                          </p:val>
                                        </p:tav>
                                        <p:tav tm="84467">
                                          <p:val>
                                            <p:strVal val="#ppt_w*0.95172"/>
                                          </p:val>
                                        </p:tav>
                                        <p:tav tm="97917">
                                          <p:val>
                                            <p:strVal val="#ppt_w*0.945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9" dur="74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766">
                                          <p:val>
                                            <p:strVal val="#ppt_h*4.21914"/>
                                          </p:val>
                                        </p:tav>
                                        <p:tav tm="8249">
                                          <p:val>
                                            <p:strVal val="#ppt_h*3.50473"/>
                                          </p:val>
                                        </p:tav>
                                        <p:tav tm="12733">
                                          <p:val>
                                            <p:strVal val="#ppt_h*2.86472"/>
                                          </p:val>
                                        </p:tav>
                                        <p:tav tm="17216">
                                          <p:val>
                                            <p:strVal val="#ppt_h*2.35931"/>
                                          </p:val>
                                        </p:tav>
                                        <p:tav tm="21700">
                                          <p:val>
                                            <p:strVal val="#ppt_h*1.99101"/>
                                          </p:val>
                                        </p:tav>
                                        <p:tav tm="26183">
                                          <p:val>
                                            <p:strVal val="#ppt_h*1.72757"/>
                                          </p:val>
                                        </p:tav>
                                        <p:tav tm="30666">
                                          <p:val>
                                            <p:strVal val="#ppt_h*1.5366"/>
                                          </p:val>
                                        </p:tav>
                                        <p:tav tm="35150">
                                          <p:val>
                                            <p:strVal val="#ppt_h*1.39517"/>
                                          </p:val>
                                        </p:tav>
                                        <p:tav tm="39633">
                                          <p:val>
                                            <p:strVal val="#ppt_h*1.28833"/>
                                          </p:val>
                                        </p:tav>
                                        <p:tav tm="44117">
                                          <p:val>
                                            <p:strVal val="#ppt_h*1.20634"/>
                                          </p:val>
                                        </p:tav>
                                        <p:tav tm="48600">
                                          <p:val>
                                            <p:strVal val="#ppt_h*1.14272"/>
                                          </p:val>
                                        </p:tav>
                                        <p:tav tm="53083">
                                          <p:val>
                                            <p:strVal val="#ppt_h*1.09301"/>
                                          </p:val>
                                        </p:tav>
                                        <p:tav tm="57567">
                                          <p:val>
                                            <p:strVal val="#ppt_h*1.05408"/>
                                          </p:val>
                                        </p:tav>
                                        <p:tav tm="62050">
                                          <p:val>
                                            <p:strVal val="#ppt_h*1.02364"/>
                                          </p:val>
                                        </p:tav>
                                        <p:tav tm="71017">
                                          <p:val>
                                            <p:strVal val="#ppt_h*0.98188"/>
                                          </p:val>
                                        </p:tav>
                                        <p:tav tm="84467">
                                          <p:val>
                                            <p:strVal val="#ppt_h*0.95172"/>
                                          </p:val>
                                        </p:tav>
                                        <p:tav tm="97917">
                                          <p:val>
                                            <p:strVal val="#ppt_h*0.9456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0" dur="743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766">
                                          <p:val>
                                            <p:fltVal val="-66.37"/>
                                          </p:val>
                                        </p:tav>
                                        <p:tav tm="8249">
                                          <p:val>
                                            <p:fltVal val="-51.64"/>
                                          </p:val>
                                        </p:tav>
                                        <p:tav tm="12733">
                                          <p:val>
                                            <p:fltVal val="-38.45"/>
                                          </p:val>
                                        </p:tav>
                                        <p:tav tm="17216">
                                          <p:val>
                                            <p:fltVal val="-28.03"/>
                                          </p:val>
                                        </p:tav>
                                        <p:tav tm="21700">
                                          <p:val>
                                            <p:fltVal val="-20.43"/>
                                          </p:val>
                                        </p:tav>
                                        <p:tav tm="26183">
                                          <p:val>
                                            <p:fltVal val="-15"/>
                                          </p:val>
                                        </p:tav>
                                        <p:tav tm="30666">
                                          <p:val>
                                            <p:fltVal val="-11.06"/>
                                          </p:val>
                                        </p:tav>
                                        <p:tav tm="35150">
                                          <p:val>
                                            <p:fltVal val="-8.15"/>
                                          </p:val>
                                        </p:tav>
                                        <p:tav tm="39633">
                                          <p:val>
                                            <p:fltVal val="-5.94"/>
                                          </p:val>
                                        </p:tav>
                                        <p:tav tm="44117">
                                          <p:val>
                                            <p:fltVal val="-4.25"/>
                                          </p:val>
                                        </p:tav>
                                        <p:tav tm="53083">
                                          <p:val>
                                            <p:fltVal val="-1.92"/>
                                          </p:val>
                                        </p:tav>
                                        <p:tav tm="71017">
                                          <p:val>
                                            <p:fltVal val="0.37"/>
                                          </p:val>
                                        </p:tav>
                                        <p:tav tm="97917">
                                          <p:val>
                                            <p:fltVal val="1.1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1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33" dur="500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528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5" dur="8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500">
                                          <p:val>
                                            <p:strVal val="#ppt_x-1.20263"/>
                                          </p:val>
                                        </p:tav>
                                        <p:tav tm="7668">
                                          <p:val>
                                            <p:strVal val="#ppt_x-1.2125"/>
                                          </p:val>
                                        </p:tav>
                                        <p:tav tm="11835">
                                          <p:val>
                                            <p:strVal val="#ppt_x-1.22138"/>
                                          </p:val>
                                        </p:tav>
                                        <p:tav tm="16002">
                                          <p:val>
                                            <p:strVal val="#ppt_x-1.22856"/>
                                          </p:val>
                                        </p:tav>
                                        <p:tav tm="20169">
                                          <p:val>
                                            <p:strVal val="#ppt_x-1.23396"/>
                                          </p:val>
                                        </p:tav>
                                        <p:tav tm="24336">
                                          <p:val>
                                            <p:strVal val="#ppt_x-1.23792"/>
                                          </p:val>
                                        </p:tav>
                                        <p:tav tm="28503">
                                          <p:val>
                                            <p:strVal val="#ppt_x-1.24084"/>
                                          </p:val>
                                        </p:tav>
                                        <p:tav tm="32670">
                                          <p:val>
                                            <p:strVal val="#ppt_x-1.24303"/>
                                          </p:val>
                                        </p:tav>
                                        <p:tav tm="36837">
                                          <p:val>
                                            <p:strVal val="#ppt_x-1.24471"/>
                                          </p:val>
                                        </p:tav>
                                        <p:tav tm="45172">
                                          <p:val>
                                            <p:strVal val="#ppt_x-1.24703"/>
                                          </p:val>
                                        </p:tav>
                                        <p:tav tm="57673">
                                          <p:val>
                                            <p:strVal val="#ppt_x-1.24901"/>
                                          </p:val>
                                        </p:tav>
                                        <p:tav tm="74341">
                                          <p:val>
                                            <p:strVal val="#ppt_x-1.2502"/>
                                          </p:val>
                                        </p:tav>
                                        <p:tav tm="99344">
                                          <p:val>
                                            <p:strVal val="#ppt_x-1.25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6" dur="8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500">
                                          <p:val>
                                            <p:strVal val="#ppt_y-0.01378"/>
                                          </p:val>
                                        </p:tav>
                                        <p:tav tm="16002">
                                          <p:val>
                                            <p:strVal val="#ppt_y-0.00691"/>
                                          </p:val>
                                        </p:tav>
                                        <p:tav tm="24336">
                                          <p:val>
                                            <p:strVal val="#ppt_y-0.00404"/>
                                          </p:val>
                                        </p:tav>
                                        <p:tav tm="32670">
                                          <p:val>
                                            <p:strVal val="#ppt_y-0.00237"/>
                                          </p:val>
                                        </p:tav>
                                        <p:tav tm="57673">
                                          <p:val>
                                            <p:strVal val="#ppt_y-0.00034"/>
                                          </p:val>
                                        </p:tav>
                                        <p:tav tm="99344">
                                          <p:val>
                                            <p:strVal val="#ppt_y+0.000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7" dur="8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500">
                                          <p:val>
                                            <p:strVal val="#ppt_w*4.30758"/>
                                          </p:val>
                                        </p:tav>
                                        <p:tav tm="7668">
                                          <p:val>
                                            <p:strVal val="#ppt_w*3.63428"/>
                                          </p:val>
                                        </p:tav>
                                        <p:tav tm="11835">
                                          <p:val>
                                            <p:strVal val="#ppt_w*3.0181"/>
                                          </p:val>
                                        </p:tav>
                                        <p:tav tm="16002">
                                          <p:val>
                                            <p:strVal val="#ppt_w*2.51314"/>
                                          </p:val>
                                        </p:tav>
                                        <p:tav tm="20169">
                                          <p:val>
                                            <p:strVal val="#ppt_w*2.13172"/>
                                          </p:val>
                                        </p:tav>
                                        <p:tav tm="24336">
                                          <p:val>
                                            <p:strVal val="#ppt_w*1.85185"/>
                                          </p:val>
                                        </p:tav>
                                        <p:tav tm="28503">
                                          <p:val>
                                            <p:strVal val="#ppt_w*1.64548"/>
                                          </p:val>
                                        </p:tav>
                                        <p:tav tm="32670">
                                          <p:val>
                                            <p:strVal val="#ppt_w*1.49068"/>
                                          </p:val>
                                        </p:tav>
                                        <p:tav tm="36837">
                                          <p:val>
                                            <p:strVal val="#ppt_w*1.37242"/>
                                          </p:val>
                                        </p:tav>
                                        <p:tav tm="41004">
                                          <p:val>
                                            <p:strVal val="#ppt_w*1.28065"/>
                                          </p:val>
                                        </p:tav>
                                        <p:tav tm="45172">
                                          <p:val>
                                            <p:strVal val="#ppt_w*1.20856"/>
                                          </p:val>
                                        </p:tav>
                                        <p:tav tm="49339">
                                          <p:val>
                                            <p:strVal val="#ppt_w*1.15146"/>
                                          </p:val>
                                        </p:tav>
                                        <p:tav tm="53506">
                                          <p:val>
                                            <p:strVal val="#ppt_w*1.10599"/>
                                          </p:val>
                                        </p:tav>
                                        <p:tav tm="57673">
                                          <p:val>
                                            <p:strVal val="#ppt_w*1.06971"/>
                                          </p:val>
                                        </p:tav>
                                        <p:tav tm="66007">
                                          <p:val>
                                            <p:strVal val="#ppt_w*1.01794"/>
                                          </p:val>
                                        </p:tav>
                                        <p:tav tm="74341">
                                          <p:val>
                                            <p:strVal val="#ppt_w*0.98617"/>
                                          </p:val>
                                        </p:tav>
                                        <p:tav tm="86843">
                                          <p:val>
                                            <p:strVal val="#ppt_w*0.96333"/>
                                          </p:val>
                                        </p:tav>
                                        <p:tav tm="99344">
                                          <p:val>
                                            <p:strVal val="#ppt_w*0.959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8" dur="8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500">
                                          <p:val>
                                            <p:strVal val="#ppt_h*4.30758"/>
                                          </p:val>
                                        </p:tav>
                                        <p:tav tm="7668">
                                          <p:val>
                                            <p:strVal val="#ppt_h*3.63428"/>
                                          </p:val>
                                        </p:tav>
                                        <p:tav tm="11835">
                                          <p:val>
                                            <p:strVal val="#ppt_h*3.0181"/>
                                          </p:val>
                                        </p:tav>
                                        <p:tav tm="16002">
                                          <p:val>
                                            <p:strVal val="#ppt_h*2.51314"/>
                                          </p:val>
                                        </p:tav>
                                        <p:tav tm="20169">
                                          <p:val>
                                            <p:strVal val="#ppt_h*2.13172"/>
                                          </p:val>
                                        </p:tav>
                                        <p:tav tm="24336">
                                          <p:val>
                                            <p:strVal val="#ppt_h*1.85185"/>
                                          </p:val>
                                        </p:tav>
                                        <p:tav tm="28503">
                                          <p:val>
                                            <p:strVal val="#ppt_h*1.64548"/>
                                          </p:val>
                                        </p:tav>
                                        <p:tav tm="32670">
                                          <p:val>
                                            <p:strVal val="#ppt_h*1.49068"/>
                                          </p:val>
                                        </p:tav>
                                        <p:tav tm="36837">
                                          <p:val>
                                            <p:strVal val="#ppt_h*1.37242"/>
                                          </p:val>
                                        </p:tav>
                                        <p:tav tm="41004">
                                          <p:val>
                                            <p:strVal val="#ppt_h*1.28065"/>
                                          </p:val>
                                        </p:tav>
                                        <p:tav tm="45172">
                                          <p:val>
                                            <p:strVal val="#ppt_h*1.20856"/>
                                          </p:val>
                                        </p:tav>
                                        <p:tav tm="49339">
                                          <p:val>
                                            <p:strVal val="#ppt_h*1.15146"/>
                                          </p:val>
                                        </p:tav>
                                        <p:tav tm="53506">
                                          <p:val>
                                            <p:strVal val="#ppt_h*1.10599"/>
                                          </p:val>
                                        </p:tav>
                                        <p:tav tm="57673">
                                          <p:val>
                                            <p:strVal val="#ppt_h*1.06971"/>
                                          </p:val>
                                        </p:tav>
                                        <p:tav tm="66007">
                                          <p:val>
                                            <p:strVal val="#ppt_h*1.01794"/>
                                          </p:val>
                                        </p:tav>
                                        <p:tav tm="74341">
                                          <p:val>
                                            <p:strVal val="#ppt_h*0.98617"/>
                                          </p:val>
                                        </p:tav>
                                        <p:tav tm="86843">
                                          <p:val>
                                            <p:strVal val="#ppt_h*0.96333"/>
                                          </p:val>
                                        </p:tav>
                                        <p:tav tm="99344">
                                          <p:val>
                                            <p:strVal val="#ppt_h*0.9593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9" dur="8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500">
                                          <p:val>
                                            <p:fltVal val="-121.69"/>
                                          </p:val>
                                        </p:tav>
                                        <p:tav tm="7668">
                                          <p:val>
                                            <p:fltVal val="-96.92"/>
                                          </p:val>
                                        </p:tav>
                                        <p:tav tm="11835">
                                          <p:val>
                                            <p:fltVal val="-74.25"/>
                                          </p:val>
                                        </p:tav>
                                        <p:tav tm="16002">
                                          <p:val>
                                            <p:fltVal val="-55.67"/>
                                          </p:val>
                                        </p:tav>
                                        <p:tav tm="20169">
                                          <p:val>
                                            <p:fltVal val="-41.64"/>
                                          </p:val>
                                        </p:tav>
                                        <p:tav tm="24336">
                                          <p:val>
                                            <p:fltVal val="-31.34"/>
                                          </p:val>
                                        </p:tav>
                                        <p:tav tm="28503">
                                          <p:val>
                                            <p:fltVal val="-23.75"/>
                                          </p:val>
                                        </p:tav>
                                        <p:tav tm="32670">
                                          <p:val>
                                            <p:fltVal val="-18.05"/>
                                          </p:val>
                                        </p:tav>
                                        <p:tav tm="36837">
                                          <p:val>
                                            <p:fltVal val="-13.7"/>
                                          </p:val>
                                        </p:tav>
                                        <p:tav tm="41004">
                                          <p:val>
                                            <p:fltVal val="-10.33"/>
                                          </p:val>
                                        </p:tav>
                                        <p:tav tm="45172">
                                          <p:val>
                                            <p:fltVal val="-7.67"/>
                                          </p:val>
                                        </p:tav>
                                        <p:tav tm="49339">
                                          <p:val>
                                            <p:fltVal val="-5.57"/>
                                          </p:val>
                                        </p:tav>
                                        <p:tav tm="57673">
                                          <p:val>
                                            <p:fltVal val="-2.56"/>
                                          </p:val>
                                        </p:tav>
                                        <p:tav tm="66007">
                                          <p:val>
                                            <p:fltVal val="-0.66"/>
                                          </p:val>
                                        </p:tav>
                                        <p:tav tm="74341">
                                          <p:val>
                                            <p:fltVal val="0.51"/>
                                          </p:val>
                                        </p:tav>
                                        <p:tav tm="86843">
                                          <p:val>
                                            <p:fltVal val="1.35"/>
                                          </p:val>
                                        </p:tav>
                                        <p:tav tm="99344">
                                          <p:val>
                                            <p:fltVal val="1.49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0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42" dur="567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3" dur="1" fill="hold">
                                          <p:stCondLst>
                                            <p:cond delay="595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4" dur="927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021">
                                          <p:val>
                                            <p:strVal val="#ppt_x-1.25714"/>
                                          </p:val>
                                        </p:tav>
                                        <p:tav tm="17405">
                                          <p:val>
                                            <p:strVal val="#ppt_x-1.25304"/>
                                          </p:val>
                                        </p:tav>
                                        <p:tav tm="31789">
                                          <p:val>
                                            <p:strVal val="#ppt_x-1.25113"/>
                                          </p:val>
                                        </p:tav>
                                        <p:tav tm="56961">
                                          <p:val>
                                            <p:strVal val="#ppt_x-1.25017"/>
                                          </p:val>
                                        </p:tav>
                                        <p:tav tm="96517">
                                          <p:val>
                                            <p:strVal val="#ppt_x-1.2499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5" dur="927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021">
                                          <p:val>
                                            <p:strVal val="#ppt_y-0.05403"/>
                                          </p:val>
                                        </p:tav>
                                        <p:tav tm="10213">
                                          <p:val>
                                            <p:strVal val="#ppt_y-0.03711"/>
                                          </p:val>
                                        </p:tav>
                                        <p:tav tm="13809">
                                          <p:val>
                                            <p:strVal val="#ppt_y-0.02937"/>
                                          </p:val>
                                        </p:tav>
                                        <p:tav tm="17405">
                                          <p:val>
                                            <p:strVal val="#ppt_y-0.02283"/>
                                          </p:val>
                                        </p:tav>
                                        <p:tav tm="21001">
                                          <p:val>
                                            <p:strVal val="#ppt_y-0.01768"/>
                                          </p:val>
                                        </p:tav>
                                        <p:tav tm="24597">
                                          <p:val>
                                            <p:strVal val="#ppt_y-0.01375"/>
                                          </p:val>
                                        </p:tav>
                                        <p:tav tm="31789">
                                          <p:val>
                                            <p:strVal val="#ppt_y-0.00844"/>
                                          </p:val>
                                        </p:tav>
                                        <p:tav tm="42577">
                                          <p:val>
                                            <p:strVal val="#ppt_y-0.00406"/>
                                          </p:val>
                                        </p:tav>
                                        <p:tav tm="56961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74941">
                                          <p:val>
                                            <p:strVal val="#ppt_y+0.00018"/>
                                          </p:val>
                                        </p:tav>
                                        <p:tav tm="96517">
                                          <p:val>
                                            <p:strVal val="#ppt_y+0.00058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6" dur="927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021">
                                          <p:val>
                                            <p:strVal val="#ppt_w*4.77661"/>
                                          </p:val>
                                        </p:tav>
                                        <p:tav tm="10213">
                                          <p:val>
                                            <p:strVal val="#ppt_w*3.58975"/>
                                          </p:val>
                                        </p:tav>
                                        <p:tav tm="13809">
                                          <p:val>
                                            <p:strVal val="#ppt_w*3.04773"/>
                                          </p:val>
                                        </p:tav>
                                        <p:tav tm="17405">
                                          <p:val>
                                            <p:strVal val="#ppt_w*2.59108"/>
                                          </p:val>
                                        </p:tav>
                                        <p:tav tm="21001">
                                          <p:val>
                                            <p:strVal val="#ppt_w*2.2316"/>
                                          </p:val>
                                        </p:tav>
                                        <p:tav tm="24597">
                                          <p:val>
                                            <p:strVal val="#ppt_w*1.95714"/>
                                          </p:val>
                                        </p:tav>
                                        <p:tav tm="28193">
                                          <p:val>
                                            <p:strVal val="#ppt_w*1.74809"/>
                                          </p:val>
                                        </p:tav>
                                        <p:tav tm="31789">
                                          <p:val>
                                            <p:strVal val="#ppt_w*1.58714"/>
                                          </p:val>
                                        </p:tav>
                                        <p:tav tm="35385">
                                          <p:val>
                                            <p:strVal val="#ppt_w*1.46142"/>
                                          </p:val>
                                        </p:tav>
                                        <p:tav tm="38981">
                                          <p:val>
                                            <p:strVal val="#ppt_w*1.36187"/>
                                          </p:val>
                                        </p:tav>
                                        <p:tav tm="42577">
                                          <p:val>
                                            <p:strVal val="#ppt_w*1.28212"/>
                                          </p:val>
                                        </p:tav>
                                        <p:tav tm="46173">
                                          <p:val>
                                            <p:strVal val="#ppt_w*1.21763"/>
                                          </p:val>
                                        </p:tav>
                                        <p:tav tm="49769">
                                          <p:val>
                                            <p:strVal val="#ppt_w*1.16513"/>
                                          </p:val>
                                        </p:tav>
                                        <p:tav tm="56961">
                                          <p:val>
                                            <p:strVal val="#ppt_w*1.08701"/>
                                          </p:val>
                                        </p:tav>
                                        <p:tav tm="64153">
                                          <p:val>
                                            <p:strVal val="#ppt_w*1.0346"/>
                                          </p:val>
                                        </p:tav>
                                        <p:tav tm="74941">
                                          <p:val>
                                            <p:strVal val="#ppt_w*0.98773"/>
                                          </p:val>
                                        </p:tav>
                                        <p:tav tm="85729">
                                          <p:val>
                                            <p:strVal val="#ppt_w*0.96572"/>
                                          </p:val>
                                        </p:tav>
                                        <p:tav tm="96517">
                                          <p:val>
                                            <p:strVal val="#ppt_w*0.959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927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021">
                                          <p:val>
                                            <p:strVal val="#ppt_h*4.77661"/>
                                          </p:val>
                                        </p:tav>
                                        <p:tav tm="10213">
                                          <p:val>
                                            <p:strVal val="#ppt_h*3.58975"/>
                                          </p:val>
                                        </p:tav>
                                        <p:tav tm="13809">
                                          <p:val>
                                            <p:strVal val="#ppt_h*3.04773"/>
                                          </p:val>
                                        </p:tav>
                                        <p:tav tm="17405">
                                          <p:val>
                                            <p:strVal val="#ppt_h*2.59108"/>
                                          </p:val>
                                        </p:tav>
                                        <p:tav tm="21001">
                                          <p:val>
                                            <p:strVal val="#ppt_h*2.2316"/>
                                          </p:val>
                                        </p:tav>
                                        <p:tav tm="24597">
                                          <p:val>
                                            <p:strVal val="#ppt_h*1.95714"/>
                                          </p:val>
                                        </p:tav>
                                        <p:tav tm="28193">
                                          <p:val>
                                            <p:strVal val="#ppt_h*1.74809"/>
                                          </p:val>
                                        </p:tav>
                                        <p:tav tm="31789">
                                          <p:val>
                                            <p:strVal val="#ppt_h*1.58714"/>
                                          </p:val>
                                        </p:tav>
                                        <p:tav tm="35385">
                                          <p:val>
                                            <p:strVal val="#ppt_h*1.46142"/>
                                          </p:val>
                                        </p:tav>
                                        <p:tav tm="38981">
                                          <p:val>
                                            <p:strVal val="#ppt_h*1.36187"/>
                                          </p:val>
                                        </p:tav>
                                        <p:tav tm="42577">
                                          <p:val>
                                            <p:strVal val="#ppt_h*1.28212"/>
                                          </p:val>
                                        </p:tav>
                                        <p:tav tm="46173">
                                          <p:val>
                                            <p:strVal val="#ppt_h*1.21763"/>
                                          </p:val>
                                        </p:tav>
                                        <p:tav tm="49769">
                                          <p:val>
                                            <p:strVal val="#ppt_h*1.16513"/>
                                          </p:val>
                                        </p:tav>
                                        <p:tav tm="56961">
                                          <p:val>
                                            <p:strVal val="#ppt_h*1.08701"/>
                                          </p:val>
                                        </p:tav>
                                        <p:tav tm="64153">
                                          <p:val>
                                            <p:strVal val="#ppt_h*1.0346"/>
                                          </p:val>
                                        </p:tav>
                                        <p:tav tm="74941">
                                          <p:val>
                                            <p:strVal val="#ppt_h*0.98773"/>
                                          </p:val>
                                        </p:tav>
                                        <p:tav tm="85729">
                                          <p:val>
                                            <p:strVal val="#ppt_h*0.96572"/>
                                          </p:val>
                                        </p:tav>
                                        <p:tav tm="96517">
                                          <p:val>
                                            <p:strVal val="#ppt_h*0.9597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8" dur="927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021">
                                          <p:val>
                                            <p:fltVal val="-21.77"/>
                                          </p:val>
                                        </p:tav>
                                        <p:tav tm="10213">
                                          <p:val>
                                            <p:fltVal val="-14.93"/>
                                          </p:val>
                                        </p:tav>
                                        <p:tav tm="17405">
                                          <p:val>
                                            <p:fltVal val="-9.17"/>
                                          </p:val>
                                        </p:tav>
                                        <p:tav tm="24597">
                                          <p:val>
                                            <p:fltVal val="-5.52"/>
                                          </p:val>
                                        </p:tav>
                                        <p:tav tm="31789">
                                          <p:val>
                                            <p:fltVal val="-3.38"/>
                                          </p:val>
                                        </p:tav>
                                        <p:tav tm="42577">
                                          <p:val>
                                            <p:fltVal val="-1.63"/>
                                          </p:val>
                                        </p:tav>
                                        <p:tav tm="56961">
                                          <p:val>
                                            <p:fltVal val="-0.5"/>
                                          </p:val>
                                        </p:tav>
                                        <p:tav tm="96517">
                                          <p:val>
                                            <p:fltVal val="0.23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9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51" dur="500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528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3" dur="788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552">
                                          <p:val>
                                            <p:strVal val="#ppt_x-1.30093"/>
                                          </p:val>
                                        </p:tav>
                                        <p:tav tm="7780">
                                          <p:val>
                                            <p:strVal val="#ppt_x-1.29411"/>
                                          </p:val>
                                        </p:tav>
                                        <p:tav tm="12008">
                                          <p:val>
                                            <p:strVal val="#ppt_x-1.28471"/>
                                          </p:val>
                                        </p:tav>
                                        <p:tav tm="16237">
                                          <p:val>
                                            <p:strVal val="#ppt_x-1.27616"/>
                                          </p:val>
                                        </p:tav>
                                        <p:tav tm="20465">
                                          <p:val>
                                            <p:strVal val="#ppt_x-1.26928"/>
                                          </p:val>
                                        </p:tav>
                                        <p:tav tm="24693">
                                          <p:val>
                                            <p:strVal val="#ppt_x-1.26421"/>
                                          </p:val>
                                        </p:tav>
                                        <p:tav tm="28922">
                                          <p:val>
                                            <p:strVal val="#ppt_x-1.26054"/>
                                          </p:val>
                                        </p:tav>
                                        <p:tav tm="33150">
                                          <p:val>
                                            <p:strVal val="#ppt_x-1.25787"/>
                                          </p:val>
                                        </p:tav>
                                        <p:tav tm="41607">
                                          <p:val>
                                            <p:strVal val="#ppt_x-1.25437"/>
                                          </p:val>
                                        </p:tav>
                                        <p:tav tm="54292">
                                          <p:val>
                                            <p:strVal val="#ppt_x-1.2516"/>
                                          </p:val>
                                        </p:tav>
                                        <p:tav tm="71205">
                                          <p:val>
                                            <p:strVal val="#ppt_x-1.25"/>
                                          </p:val>
                                        </p:tav>
                                        <p:tav tm="96575">
                                          <p:val>
                                            <p:strVal val="#ppt_x-1.2494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4" dur="788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552">
                                          <p:val>
                                            <p:strVal val="#ppt_y+0.04148"/>
                                          </p:val>
                                        </p:tav>
                                        <p:tav tm="7780">
                                          <p:val>
                                            <p:strVal val="#ppt_y+0.03571"/>
                                          </p:val>
                                        </p:tav>
                                        <p:tav tm="16237">
                                          <p:val>
                                            <p:strVal val="#ppt_y+0.0211"/>
                                          </p:val>
                                        </p:tav>
                                        <p:tav tm="20465">
                                          <p:val>
                                            <p:strVal val="#ppt_y+0.01561"/>
                                          </p:val>
                                        </p:tav>
                                        <p:tav tm="24693">
                                          <p:val>
                                            <p:strVal val="#ppt_y+0.01154"/>
                                          </p:val>
                                        </p:tav>
                                        <p:tav tm="33150">
                                          <p:val>
                                            <p:strVal val="#ppt_y+0.00643"/>
                                          </p:val>
                                        </p:tav>
                                        <p:tav tm="41607">
                                          <p:val>
                                            <p:strVal val="#ppt_y+0.00359"/>
                                          </p:val>
                                        </p:tav>
                                        <p:tav tm="54292">
                                          <p:val>
                                            <p:strVal val="#ppt_y+0.00132"/>
                                          </p:val>
                                        </p:tav>
                                        <p:tav tm="71205">
                                          <p:val>
                                            <p:strVal val="#ppt_y+0"/>
                                          </p:val>
                                        </p:tav>
                                        <p:tav tm="96575">
                                          <p:val>
                                            <p:strVal val="#ppt_y-0.00046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5" dur="788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552">
                                          <p:val>
                                            <p:strVal val="#ppt_w*4.79568"/>
                                          </p:val>
                                        </p:tav>
                                        <p:tav tm="7780">
                                          <p:val>
                                            <p:strVal val="#ppt_w*4.2733"/>
                                          </p:val>
                                        </p:tav>
                                        <p:tav tm="12008">
                                          <p:val>
                                            <p:strVal val="#ppt_w*3.56088"/>
                                          </p:val>
                                        </p:tav>
                                        <p:tav tm="16237">
                                          <p:val>
                                            <p:strVal val="#ppt_w*2.92076"/>
                                          </p:val>
                                        </p:tav>
                                        <p:tav tm="20465">
                                          <p:val>
                                            <p:strVal val="#ppt_w*2.41189"/>
                                          </p:val>
                                        </p:tav>
                                        <p:tav tm="24693">
                                          <p:val>
                                            <p:strVal val="#ppt_w*2.03841"/>
                                          </p:val>
                                        </p:tav>
                                        <p:tav tm="28922">
                                          <p:val>
                                            <p:strVal val="#ppt_w*1.7698"/>
                                          </p:val>
                                        </p:tav>
                                        <p:tav tm="33150">
                                          <p:val>
                                            <p:strVal val="#ppt_w*1.5743"/>
                                          </p:val>
                                        </p:tav>
                                        <p:tav tm="37378">
                                          <p:val>
                                            <p:strVal val="#ppt_w*1.42905"/>
                                          </p:val>
                                        </p:tav>
                                        <p:tav tm="41607">
                                          <p:val>
                                            <p:strVal val="#ppt_w*1.31902"/>
                                          </p:val>
                                        </p:tav>
                                        <p:tav tm="45835">
                                          <p:val>
                                            <p:strVal val="#ppt_w*1.23435"/>
                                          </p:val>
                                        </p:tav>
                                        <p:tav tm="50063">
                                          <p:val>
                                            <p:strVal val="#ppt_w*1.16844"/>
                                          </p:val>
                                        </p:tav>
                                        <p:tav tm="54292">
                                          <p:val>
                                            <p:strVal val="#ppt_w*1.11678"/>
                                          </p:val>
                                        </p:tav>
                                        <p:tav tm="58520">
                                          <p:val>
                                            <p:strVal val="#ppt_w*1.07615"/>
                                          </p:val>
                                        </p:tav>
                                        <p:tav tm="62748">
                                          <p:val>
                                            <p:strVal val="#ppt_w*1.04422"/>
                                          </p:val>
                                        </p:tav>
                                        <p:tav tm="71205">
                                          <p:val>
                                            <p:strVal val="#ppt_w*1"/>
                                          </p:val>
                                        </p:tav>
                                        <p:tav tm="83890">
                                          <p:val>
                                            <p:strVal val="#ppt_w*0.96707"/>
                                          </p:val>
                                        </p:tav>
                                        <p:tav tm="96575">
                                          <p:val>
                                            <p:strVal val="#ppt_w*0.95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6" dur="788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552">
                                          <p:val>
                                            <p:strVal val="#ppt_h*4.79568"/>
                                          </p:val>
                                        </p:tav>
                                        <p:tav tm="7780">
                                          <p:val>
                                            <p:strVal val="#ppt_h*4.2733"/>
                                          </p:val>
                                        </p:tav>
                                        <p:tav tm="12008">
                                          <p:val>
                                            <p:strVal val="#ppt_h*3.56088"/>
                                          </p:val>
                                        </p:tav>
                                        <p:tav tm="16237">
                                          <p:val>
                                            <p:strVal val="#ppt_h*2.92076"/>
                                          </p:val>
                                        </p:tav>
                                        <p:tav tm="20465">
                                          <p:val>
                                            <p:strVal val="#ppt_h*2.41189"/>
                                          </p:val>
                                        </p:tav>
                                        <p:tav tm="24693">
                                          <p:val>
                                            <p:strVal val="#ppt_h*2.03841"/>
                                          </p:val>
                                        </p:tav>
                                        <p:tav tm="28922">
                                          <p:val>
                                            <p:strVal val="#ppt_h*1.7698"/>
                                          </p:val>
                                        </p:tav>
                                        <p:tav tm="33150">
                                          <p:val>
                                            <p:strVal val="#ppt_h*1.5743"/>
                                          </p:val>
                                        </p:tav>
                                        <p:tav tm="37378">
                                          <p:val>
                                            <p:strVal val="#ppt_h*1.42905"/>
                                          </p:val>
                                        </p:tav>
                                        <p:tav tm="41607">
                                          <p:val>
                                            <p:strVal val="#ppt_h*1.31902"/>
                                          </p:val>
                                        </p:tav>
                                        <p:tav tm="45835">
                                          <p:val>
                                            <p:strVal val="#ppt_h*1.23435"/>
                                          </p:val>
                                        </p:tav>
                                        <p:tav tm="50063">
                                          <p:val>
                                            <p:strVal val="#ppt_h*1.16844"/>
                                          </p:val>
                                        </p:tav>
                                        <p:tav tm="54292">
                                          <p:val>
                                            <p:strVal val="#ppt_h*1.11678"/>
                                          </p:val>
                                        </p:tav>
                                        <p:tav tm="58520">
                                          <p:val>
                                            <p:strVal val="#ppt_h*1.07615"/>
                                          </p:val>
                                        </p:tav>
                                        <p:tav tm="62748">
                                          <p:val>
                                            <p:strVal val="#ppt_h*1.04422"/>
                                          </p:val>
                                        </p:tav>
                                        <p:tav tm="71205">
                                          <p:val>
                                            <p:strVal val="#ppt_h*1"/>
                                          </p:val>
                                        </p:tav>
                                        <p:tav tm="83890">
                                          <p:val>
                                            <p:strVal val="#ppt_h*0.96707"/>
                                          </p:val>
                                        </p:tav>
                                        <p:tav tm="96575">
                                          <p:val>
                                            <p:strVal val="#ppt_h*0.959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7" dur="788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552">
                                          <p:val>
                                            <p:fltVal val="119.2"/>
                                          </p:val>
                                        </p:tav>
                                        <p:tav tm="7780">
                                          <p:val>
                                            <p:fltVal val="102.8"/>
                                          </p:val>
                                        </p:tav>
                                        <p:tav tm="12008">
                                          <p:val>
                                            <p:fltVal val="80.42"/>
                                          </p:val>
                                        </p:tav>
                                        <p:tav tm="16237">
                                          <p:val>
                                            <p:fltVal val="60.32"/>
                                          </p:val>
                                        </p:tav>
                                        <p:tav tm="20465">
                                          <p:val>
                                            <p:fltVal val="44.34"/>
                                          </p:val>
                                        </p:tav>
                                        <p:tav tm="24693">
                                          <p:val>
                                            <p:fltVal val="32.61"/>
                                          </p:val>
                                        </p:tav>
                                        <p:tav tm="28922">
                                          <p:val>
                                            <p:fltVal val="24.18"/>
                                          </p:val>
                                        </p:tav>
                                        <p:tav tm="33150">
                                          <p:val>
                                            <p:fltVal val="18.04"/>
                                          </p:val>
                                        </p:tav>
                                        <p:tav tm="37378">
                                          <p:val>
                                            <p:fltVal val="13.47"/>
                                          </p:val>
                                        </p:tav>
                                        <p:tav tm="41607">
                                          <p:val>
                                            <p:fltVal val="10.02"/>
                                          </p:val>
                                        </p:tav>
                                        <p:tav tm="45835">
                                          <p:val>
                                            <p:fltVal val="7.36"/>
                                          </p:val>
                                        </p:tav>
                                        <p:tav tm="54292">
                                          <p:val>
                                            <p:fltVal val="3.67"/>
                                          </p:val>
                                        </p:tav>
                                        <p:tav tm="62748">
                                          <p:val>
                                            <p:fltVal val="1.39"/>
                                          </p:val>
                                        </p:tav>
                                        <p:tav tm="71205">
                                          <p:val>
                                            <p:fltVal val="0"/>
                                          </p:val>
                                        </p:tav>
                                        <p:tav tm="83890">
                                          <p:val>
                                            <p:fltVal val="-1.03"/>
                                          </p:val>
                                        </p:tav>
                                        <p:tav tm="96575">
                                          <p:val>
                                            <p:fltVal val="-1.28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8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60" dur="533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561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2" dur="828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380">
                                          <p:val>
                                            <p:strVal val="#ppt_x-1.25367"/>
                                          </p:val>
                                        </p:tav>
                                        <p:tav tm="19476">
                                          <p:val>
                                            <p:strVal val="#ppt_x-1.25134"/>
                                          </p:val>
                                        </p:tav>
                                        <p:tav tm="31548">
                                          <p:val>
                                            <p:strVal val="#ppt_x-1.25057"/>
                                          </p:val>
                                        </p:tav>
                                        <p:tav tm="99957">
                                          <p:val>
                                            <p:strVal val="#ppt_x-1.2499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828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380">
                                          <p:val>
                                            <p:strVal val="#ppt_y-0.05667"/>
                                          </p:val>
                                        </p:tav>
                                        <p:tav tm="11428">
                                          <p:val>
                                            <p:strVal val="#ppt_y-0.03638"/>
                                          </p:val>
                                        </p:tav>
                                        <p:tav tm="15452">
                                          <p:val>
                                            <p:strVal val="#ppt_y-0.02759"/>
                                          </p:val>
                                        </p:tav>
                                        <p:tav tm="19476">
                                          <p:val>
                                            <p:strVal val="#ppt_y-0.02062"/>
                                          </p:val>
                                        </p:tav>
                                        <p:tav tm="23500">
                                          <p:val>
                                            <p:strVal val="#ppt_y-0.01542"/>
                                          </p:val>
                                        </p:tav>
                                        <p:tav tm="31548">
                                          <p:val>
                                            <p:strVal val="#ppt_y-0.00878"/>
                                          </p:val>
                                        </p:tav>
                                        <p:tav tm="43620">
                                          <p:val>
                                            <p:strVal val="#ppt_y-0.00371"/>
                                          </p:val>
                                        </p:tav>
                                        <p:tav tm="55692">
                                          <p:val>
                                            <p:strVal val="#ppt_y-0.00125"/>
                                          </p:val>
                                        </p:tav>
                                        <p:tav tm="75812">
                                          <p:val>
                                            <p:strVal val="#ppt_y+0.00045"/>
                                          </p:val>
                                        </p:tav>
                                        <p:tav tm="99957">
                                          <p:val>
                                            <p:strVal val="#ppt_y+0.0008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4" dur="828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380">
                                          <p:val>
                                            <p:strVal val="#ppt_w*4.67838"/>
                                          </p:val>
                                        </p:tav>
                                        <p:tav tm="7404">
                                          <p:val>
                                            <p:strVal val="#ppt_w*4.0148"/>
                                          </p:val>
                                        </p:tav>
                                        <p:tav tm="11428">
                                          <p:val>
                                            <p:strVal val="#ppt_w*3.36885"/>
                                          </p:val>
                                        </p:tav>
                                        <p:tav tm="15452">
                                          <p:val>
                                            <p:strVal val="#ppt_w*2.79868"/>
                                          </p:val>
                                        </p:tav>
                                        <p:tav tm="19476">
                                          <p:val>
                                            <p:strVal val="#ppt_w*2.34544"/>
                                          </p:val>
                                        </p:tav>
                                        <p:tav tm="23500">
                                          <p:val>
                                            <p:strVal val="#ppt_w*2.00718"/>
                                          </p:val>
                                        </p:tav>
                                        <p:tav tm="27524">
                                          <p:val>
                                            <p:strVal val="#ppt_w*1.7585"/>
                                          </p:val>
                                        </p:tav>
                                        <p:tav tm="31548">
                                          <p:val>
                                            <p:strVal val="#ppt_w*1.57376"/>
                                          </p:val>
                                        </p:tav>
                                        <p:tav tm="35572">
                                          <p:val>
                                            <p:strVal val="#ppt_w*1.43406"/>
                                          </p:val>
                                        </p:tav>
                                        <p:tav tm="39596">
                                          <p:val>
                                            <p:strVal val="#ppt_w*1.32657"/>
                                          </p:val>
                                        </p:tav>
                                        <p:tav tm="43620">
                                          <p:val>
                                            <p:strVal val="#ppt_w*1.24265"/>
                                          </p:val>
                                        </p:tav>
                                        <p:tav tm="47644">
                                          <p:val>
                                            <p:strVal val="#ppt_w*1.17641"/>
                                          </p:val>
                                        </p:tav>
                                        <p:tav tm="51668">
                                          <p:val>
                                            <p:strVal val="#ppt_w*1.12374"/>
                                          </p:val>
                                        </p:tav>
                                        <p:tav tm="55692">
                                          <p:val>
                                            <p:strVal val="#ppt_w*1.08168"/>
                                          </p:val>
                                        </p:tav>
                                        <p:tav tm="63740">
                                          <p:val>
                                            <p:strVal val="#ppt_w*1.02124"/>
                                          </p:val>
                                        </p:tav>
                                        <p:tav tm="67764">
                                          <p:val>
                                            <p:strVal val="#ppt_w*1"/>
                                          </p:val>
                                        </p:tav>
                                        <p:tav tm="75812">
                                          <p:val>
                                            <p:strVal val="#ppt_w*0.97056"/>
                                          </p:val>
                                        </p:tav>
                                        <p:tav tm="87884">
                                          <p:val>
                                            <p:strVal val="#ppt_w*0.94964"/>
                                          </p:val>
                                        </p:tav>
                                        <p:tav tm="99957">
                                          <p:val>
                                            <p:strVal val="#ppt_w*0.946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828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380">
                                          <p:val>
                                            <p:strVal val="#ppt_h*4.67838"/>
                                          </p:val>
                                        </p:tav>
                                        <p:tav tm="7404">
                                          <p:val>
                                            <p:strVal val="#ppt_h*4.0148"/>
                                          </p:val>
                                        </p:tav>
                                        <p:tav tm="11428">
                                          <p:val>
                                            <p:strVal val="#ppt_h*3.36885"/>
                                          </p:val>
                                        </p:tav>
                                        <p:tav tm="15452">
                                          <p:val>
                                            <p:strVal val="#ppt_h*2.79868"/>
                                          </p:val>
                                        </p:tav>
                                        <p:tav tm="19476">
                                          <p:val>
                                            <p:strVal val="#ppt_h*2.34544"/>
                                          </p:val>
                                        </p:tav>
                                        <p:tav tm="23500">
                                          <p:val>
                                            <p:strVal val="#ppt_h*2.00718"/>
                                          </p:val>
                                        </p:tav>
                                        <p:tav tm="27524">
                                          <p:val>
                                            <p:strVal val="#ppt_h*1.7585"/>
                                          </p:val>
                                        </p:tav>
                                        <p:tav tm="31548">
                                          <p:val>
                                            <p:strVal val="#ppt_h*1.57376"/>
                                          </p:val>
                                        </p:tav>
                                        <p:tav tm="35572">
                                          <p:val>
                                            <p:strVal val="#ppt_h*1.43406"/>
                                          </p:val>
                                        </p:tav>
                                        <p:tav tm="39596">
                                          <p:val>
                                            <p:strVal val="#ppt_h*1.32657"/>
                                          </p:val>
                                        </p:tav>
                                        <p:tav tm="43620">
                                          <p:val>
                                            <p:strVal val="#ppt_h*1.24265"/>
                                          </p:val>
                                        </p:tav>
                                        <p:tav tm="47644">
                                          <p:val>
                                            <p:strVal val="#ppt_h*1.17641"/>
                                          </p:val>
                                        </p:tav>
                                        <p:tav tm="51668">
                                          <p:val>
                                            <p:strVal val="#ppt_h*1.12374"/>
                                          </p:val>
                                        </p:tav>
                                        <p:tav tm="55692">
                                          <p:val>
                                            <p:strVal val="#ppt_h*1.08168"/>
                                          </p:val>
                                        </p:tav>
                                        <p:tav tm="63740">
                                          <p:val>
                                            <p:strVal val="#ppt_h*1.02124"/>
                                          </p:val>
                                        </p:tav>
                                        <p:tav tm="67764">
                                          <p:val>
                                            <p:strVal val="#ppt_h*1"/>
                                          </p:val>
                                        </p:tav>
                                        <p:tav tm="75812">
                                          <p:val>
                                            <p:strVal val="#ppt_h*0.97056"/>
                                          </p:val>
                                        </p:tav>
                                        <p:tav tm="87884">
                                          <p:val>
                                            <p:strVal val="#ppt_h*0.94964"/>
                                          </p:val>
                                        </p:tav>
                                        <p:tav tm="99957">
                                          <p:val>
                                            <p:strVal val="#ppt_h*0.946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6" dur="828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380">
                                          <p:val>
                                            <p:fltVal val="82.2"/>
                                          </p:val>
                                        </p:tav>
                                        <p:tav tm="11428">
                                          <p:val>
                                            <p:fltVal val="52.94"/>
                                          </p:val>
                                        </p:tav>
                                        <p:tav tm="15452">
                                          <p:val>
                                            <p:fltVal val="40.2"/>
                                          </p:val>
                                        </p:tav>
                                        <p:tav tm="19476">
                                          <p:val>
                                            <p:fltVal val="30.07"/>
                                          </p:val>
                                        </p:tav>
                                        <p:tav tm="23500">
                                          <p:val>
                                            <p:fltVal val="22.51"/>
                                          </p:val>
                                        </p:tav>
                                        <p:tav tm="27524">
                                          <p:val>
                                            <p:fltVal val="16.95"/>
                                          </p:val>
                                        </p:tav>
                                        <p:tav tm="31548">
                                          <p:val>
                                            <p:fltVal val="12.82"/>
                                          </p:val>
                                        </p:tav>
                                        <p:tav tm="35572">
                                          <p:val>
                                            <p:fltVal val="9.7"/>
                                          </p:val>
                                        </p:tav>
                                        <p:tav tm="43620">
                                          <p:val>
                                            <p:fltVal val="5.42"/>
                                          </p:val>
                                        </p:tav>
                                        <p:tav tm="55692">
                                          <p:val>
                                            <p:fltVal val="1.83"/>
                                          </p:val>
                                        </p:tav>
                                        <p:tav tm="63740">
                                          <p:val>
                                            <p:fltVal val="0.47"/>
                                          </p:val>
                                        </p:tav>
                                        <p:tav tm="75812">
                                          <p:val>
                                            <p:fltVal val="-0.66"/>
                                          </p:val>
                                        </p:tav>
                                        <p:tav tm="99957">
                                          <p:val>
                                            <p:fltVal val="-1.2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7" presetID="10" presetClass="entr" presetSubtype="0" fill="hold" grpId="0" nodeType="withEffect">
                                  <p:stCondLst>
                                    <p:cond delay="2872"/>
                                  </p:stCondLst>
                                  <p:childTnLs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out" filter="fade">
                                      <p:cBhvr>
                                        <p:cTn id="1069" dur="567">
                                          <p:stCondLst>
                                            <p:cond delay="28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595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1" dur="915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3059">
                                          <p:val>
                                            <p:strVal val="#ppt_x-1.25511"/>
                                          </p:val>
                                        </p:tav>
                                        <p:tav tm="21266">
                                          <p:val>
                                            <p:strVal val="#ppt_x-1.25226"/>
                                          </p:val>
                                        </p:tav>
                                        <p:tav tm="35831">
                                          <p:val>
                                            <p:strVal val="#ppt_x-1.25088"/>
                                          </p:val>
                                        </p:tav>
                                        <p:tav tm="57679">
                                          <p:val>
                                            <p:strVal val="#ppt_x-1.25014"/>
                                          </p:val>
                                        </p:tav>
                                        <p:tav tm="97735">
                                          <p:val>
                                            <p:strVal val="#ppt_x-1.24989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2" dur="915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3059">
                                          <p:val>
                                            <p:strVal val="#ppt_y+0.09955"/>
                                          </p:val>
                                        </p:tav>
                                        <p:tav tm="10342">
                                          <p:val>
                                            <p:strVal val="#ppt_y+0.067"/>
                                          </p:val>
                                        </p:tav>
                                        <p:tav tm="13983">
                                          <p:val>
                                            <p:strVal val="#ppt_y+0.05266"/>
                                          </p:val>
                                        </p:tav>
                                        <p:tav tm="17624">
                                          <p:val>
                                            <p:strVal val="#ppt_y+0.0408"/>
                                          </p:val>
                                        </p:tav>
                                        <p:tav tm="21266">
                                          <p:val>
                                            <p:strVal val="#ppt_y+0.03154"/>
                                          </p:val>
                                        </p:tav>
                                        <p:tav tm="24907">
                                          <p:val>
                                            <p:strVal val="#ppt_y+0.02449"/>
                                          </p:val>
                                        </p:tav>
                                        <p:tav tm="28548">
                                          <p:val>
                                            <p:strVal val="#ppt_y+0.0191"/>
                                          </p:val>
                                        </p:tav>
                                        <p:tav tm="32190">
                                          <p:val>
                                            <p:strVal val="#ppt_y+0.01493"/>
                                          </p:val>
                                        </p:tav>
                                        <p:tav tm="35831">
                                          <p:val>
                                            <p:strVal val="#ppt_y+0.01166"/>
                                          </p:val>
                                        </p:tav>
                                        <p:tav tm="43114">
                                          <p:val>
                                            <p:strVal val="#ppt_y+0.00698"/>
                                          </p:val>
                                        </p:tav>
                                        <p:tav tm="57679">
                                          <p:val>
                                            <p:strVal val="#ppt_y+0.00187"/>
                                          </p:val>
                                        </p:tav>
                                        <p:tav tm="75886">
                                          <p:val>
                                            <p:strVal val="#ppt_y-0.00072"/>
                                          </p:val>
                                        </p:tav>
                                        <p:tav tm="97735">
                                          <p:val>
                                            <p:strVal val="#ppt_y-0.0014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915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3059">
                                          <p:val>
                                            <p:strVal val="#ppt_w*4.63405"/>
                                          </p:val>
                                        </p:tav>
                                        <p:tav tm="6700">
                                          <p:val>
                                            <p:strVal val="#ppt_w*4.03791"/>
                                          </p:val>
                                        </p:tav>
                                        <p:tav tm="10342">
                                          <p:val>
                                            <p:strVal val="#ppt_w*3.45503"/>
                                          </p:val>
                                        </p:tav>
                                        <p:tav tm="13983">
                                          <p:val>
                                            <p:strVal val="#ppt_w*2.92756"/>
                                          </p:val>
                                        </p:tav>
                                        <p:tav tm="17624">
                                          <p:val>
                                            <p:strVal val="#ppt_w*2.49017"/>
                                          </p:val>
                                        </p:tav>
                                        <p:tav tm="21266">
                                          <p:val>
                                            <p:strVal val="#ppt_w*2.14937"/>
                                          </p:val>
                                        </p:tav>
                                        <p:tav tm="24907">
                                          <p:val>
                                            <p:strVal val="#ppt_w*1.89026"/>
                                          </p:val>
                                        </p:tav>
                                        <p:tav tm="28548">
                                          <p:val>
                                            <p:strVal val="#ppt_w*1.69298"/>
                                          </p:val>
                                        </p:tav>
                                        <p:tav tm="32190">
                                          <p:val>
                                            <p:strVal val="#ppt_w*1.54095"/>
                                          </p:val>
                                        </p:tav>
                                        <p:tav tm="35831">
                                          <p:val>
                                            <p:strVal val="#ppt_w*1.42204"/>
                                          </p:val>
                                        </p:tav>
                                        <p:tav tm="39473">
                                          <p:val>
                                            <p:strVal val="#ppt_w*1.32778"/>
                                          </p:val>
                                        </p:tav>
                                        <p:tav tm="43114">
                                          <p:val>
                                            <p:strVal val="#ppt_w*1.25221"/>
                                          </p:val>
                                        </p:tav>
                                        <p:tav tm="46755">
                                          <p:val>
                                            <p:strVal val="#ppt_w*1.19108"/>
                                          </p:val>
                                        </p:tav>
                                        <p:tav tm="50397">
                                          <p:val>
                                            <p:strVal val="#ppt_w*1.14132"/>
                                          </p:val>
                                        </p:tav>
                                        <p:tav tm="57679">
                                          <p:val>
                                            <p:strVal val="#ppt_w*1.06739"/>
                                          </p:val>
                                        </p:tav>
                                        <p:tav tm="64962">
                                          <p:val>
                                            <p:strVal val="#ppt_w*1.01797"/>
                                          </p:val>
                                        </p:tav>
                                        <p:tav tm="75886">
                                          <p:val>
                                            <p:strVal val="#ppt_w*0.97421"/>
                                          </p:val>
                                        </p:tav>
                                        <p:tav tm="86810">
                                          <p:val>
                                            <p:strVal val="#ppt_w*0.95429"/>
                                          </p:val>
                                        </p:tav>
                                        <p:tav tm="97735">
                                          <p:val>
                                            <p:strVal val="#ppt_w*0.94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4" dur="915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3059">
                                          <p:val>
                                            <p:strVal val="#ppt_h*4.63405"/>
                                          </p:val>
                                        </p:tav>
                                        <p:tav tm="6700">
                                          <p:val>
                                            <p:strVal val="#ppt_h*4.03791"/>
                                          </p:val>
                                        </p:tav>
                                        <p:tav tm="10342">
                                          <p:val>
                                            <p:strVal val="#ppt_h*3.45503"/>
                                          </p:val>
                                        </p:tav>
                                        <p:tav tm="13983">
                                          <p:val>
                                            <p:strVal val="#ppt_h*2.92756"/>
                                          </p:val>
                                        </p:tav>
                                        <p:tav tm="17624">
                                          <p:val>
                                            <p:strVal val="#ppt_h*2.49017"/>
                                          </p:val>
                                        </p:tav>
                                        <p:tav tm="21266">
                                          <p:val>
                                            <p:strVal val="#ppt_h*2.14937"/>
                                          </p:val>
                                        </p:tav>
                                        <p:tav tm="24907">
                                          <p:val>
                                            <p:strVal val="#ppt_h*1.89026"/>
                                          </p:val>
                                        </p:tav>
                                        <p:tav tm="28548">
                                          <p:val>
                                            <p:strVal val="#ppt_h*1.69298"/>
                                          </p:val>
                                        </p:tav>
                                        <p:tav tm="32190">
                                          <p:val>
                                            <p:strVal val="#ppt_h*1.54095"/>
                                          </p:val>
                                        </p:tav>
                                        <p:tav tm="35831">
                                          <p:val>
                                            <p:strVal val="#ppt_h*1.42204"/>
                                          </p:val>
                                        </p:tav>
                                        <p:tav tm="39473">
                                          <p:val>
                                            <p:strVal val="#ppt_h*1.32778"/>
                                          </p:val>
                                        </p:tav>
                                        <p:tav tm="43114">
                                          <p:val>
                                            <p:strVal val="#ppt_h*1.25221"/>
                                          </p:val>
                                        </p:tav>
                                        <p:tav tm="46755">
                                          <p:val>
                                            <p:strVal val="#ppt_h*1.19108"/>
                                          </p:val>
                                        </p:tav>
                                        <p:tav tm="50397">
                                          <p:val>
                                            <p:strVal val="#ppt_h*1.14132"/>
                                          </p:val>
                                        </p:tav>
                                        <p:tav tm="57679">
                                          <p:val>
                                            <p:strVal val="#ppt_h*1.06739"/>
                                          </p:val>
                                        </p:tav>
                                        <p:tav tm="64962">
                                          <p:val>
                                            <p:strVal val="#ppt_h*1.01797"/>
                                          </p:val>
                                        </p:tav>
                                        <p:tav tm="75886">
                                          <p:val>
                                            <p:strVal val="#ppt_h*0.97421"/>
                                          </p:val>
                                        </p:tav>
                                        <p:tav tm="86810">
                                          <p:val>
                                            <p:strVal val="#ppt_h*0.95429"/>
                                          </p:val>
                                        </p:tav>
                                        <p:tav tm="97735">
                                          <p:val>
                                            <p:strVal val="#ppt_h*0.9497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915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3059">
                                          <p:val>
                                            <p:fltVal val="87.25"/>
                                          </p:val>
                                        </p:tav>
                                        <p:tav tm="10342">
                                          <p:val>
                                            <p:fltVal val="58.95"/>
                                          </p:val>
                                        </p:tav>
                                        <p:tav tm="13983">
                                          <p:val>
                                            <p:fltVal val="46.28"/>
                                          </p:val>
                                        </p:tav>
                                        <p:tav tm="17624">
                                          <p:val>
                                            <p:fltVal val="35.78"/>
                                          </p:val>
                                        </p:tav>
                                        <p:tav tm="21266">
                                          <p:val>
                                            <p:fltVal val="27.6"/>
                                          </p:val>
                                        </p:tav>
                                        <p:tav tm="24907">
                                          <p:val>
                                            <p:fltVal val="21.38"/>
                                          </p:val>
                                        </p:tav>
                                        <p:tav tm="28548">
                                          <p:val>
                                            <p:fltVal val="16.64"/>
                                          </p:val>
                                        </p:tav>
                                        <p:tav tm="32190">
                                          <p:val>
                                            <p:fltVal val="12.99"/>
                                          </p:val>
                                        </p:tav>
                                        <p:tav tm="35831">
                                          <p:val>
                                            <p:fltVal val="10.13"/>
                                          </p:val>
                                        </p:tav>
                                        <p:tav tm="43114">
                                          <p:val>
                                            <p:fltVal val="6.06"/>
                                          </p:val>
                                        </p:tav>
                                        <p:tav tm="50397">
                                          <p:val>
                                            <p:fltVal val="3.39"/>
                                          </p:val>
                                        </p:tav>
                                        <p:tav tm="57679">
                                          <p:val>
                                            <p:fltVal val="1.62"/>
                                          </p:val>
                                        </p:tav>
                                        <p:tav tm="75886">
                                          <p:val>
                                            <p:fltVal val="-0.62"/>
                                          </p:val>
                                        </p:tav>
                                        <p:tav tm="97735">
                                          <p:val>
                                            <p:fltVal val="-1.2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40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39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</p:bldLst>
  </p:timing>
</p:sld>
</file>

<file path=ppt/theme/theme1.xml><?xml version="1.0" encoding="utf-8"?>
<a:theme xmlns:a="http://schemas.openxmlformats.org/drawingml/2006/main" name="Homo Urgens: Tryb TERAZ — Uliana Jelonek i Joanna Wysocka">
  <a:themeElements>
    <a:clrScheme name="Homo Urgens: Tryb TERAZ — Uliana Jelonek i Joanna Wysocka">
      <a:dk1>
        <a:srgbClr val="151515"/>
      </a:dk1>
      <a:lt1>
        <a:srgbClr val="FFFFFF"/>
      </a:lt1>
      <a:dk2>
        <a:srgbClr val="111111"/>
      </a:dk2>
      <a:lt2>
        <a:srgbClr val="FAF8F5"/>
      </a:lt2>
      <a:accent1>
        <a:srgbClr val="EE312F"/>
      </a:accent1>
      <a:accent2>
        <a:srgbClr val="CF1723"/>
      </a:accent2>
      <a:accent3>
        <a:srgbClr val="95161D"/>
      </a:accent3>
      <a:accent4>
        <a:srgbClr val="00856B"/>
      </a:accent4>
      <a:accent5>
        <a:srgbClr val="FFC244"/>
      </a:accent5>
      <a:accent6>
        <a:srgbClr val="666666"/>
      </a:accent6>
      <a:hlink>
        <a:srgbClr val="EE312F"/>
      </a:hlink>
      <a:folHlink>
        <a:srgbClr val="95161D"/>
      </a:folHlink>
    </a:clrScheme>
    <a:fontScheme name="Homo Urgens: Tryb TERAZ — Uliana Jelonek i Joanna Wysocka">
      <a:majorFont>
        <a:latin typeface="Lato Black"/>
        <a:ea typeface=""/>
        <a:cs typeface=""/>
      </a:majorFont>
      <a:minorFont>
        <a:latin typeface="Lato"/>
        <a:ea typeface=""/>
        <a:cs typeface=""/>
      </a:minorFont>
    </a:fontScheme>
    <a:fmtScheme name="Homo Urgens: Tryb TERAZ — Uliana Jelonek i Joanna Wysocka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>
          <a:solidFill>
            <a:schemeClr val="phClr"/>
          </a:solidFill>
        </a:ln>
        <a:ln w="12700">
          <a:solidFill>
            <a:schemeClr val="phClr"/>
          </a:solidFill>
        </a:ln>
        <a:ln w="19050">
          <a:solidFill>
            <a:schemeClr val="phClr"/>
          </a:solidFill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Homo Urgens: Tryb TERAZ — Uliana Jelonek i Joanna Wysocka">
  <a:themeElements>
    <a:clrScheme name="Homo Urgens: Tryb TERAZ — Uliana Jelonek i Joanna Wysocka">
      <a:dk1>
        <a:srgbClr val="151515"/>
      </a:dk1>
      <a:lt1>
        <a:srgbClr val="FFFFFF"/>
      </a:lt1>
      <a:dk2>
        <a:srgbClr val="111111"/>
      </a:dk2>
      <a:lt2>
        <a:srgbClr val="FAF8F5"/>
      </a:lt2>
      <a:accent1>
        <a:srgbClr val="EE312F"/>
      </a:accent1>
      <a:accent2>
        <a:srgbClr val="CF1723"/>
      </a:accent2>
      <a:accent3>
        <a:srgbClr val="95161D"/>
      </a:accent3>
      <a:accent4>
        <a:srgbClr val="00856B"/>
      </a:accent4>
      <a:accent5>
        <a:srgbClr val="FFC244"/>
      </a:accent5>
      <a:accent6>
        <a:srgbClr val="666666"/>
      </a:accent6>
      <a:hlink>
        <a:srgbClr val="EE312F"/>
      </a:hlink>
      <a:folHlink>
        <a:srgbClr val="95161D"/>
      </a:folHlink>
    </a:clrScheme>
    <a:fontScheme name="Homo Urgens: Tryb TERAZ — Uliana Jelonek i Joanna Wysocka">
      <a:majorFont>
        <a:latin typeface="Lato Black"/>
        <a:ea typeface=""/>
        <a:cs typeface=""/>
      </a:majorFont>
      <a:minorFont>
        <a:latin typeface="Lato"/>
        <a:ea typeface=""/>
        <a:cs typeface=""/>
      </a:minorFont>
    </a:fontScheme>
    <a:fmtScheme name="Homo Urgens: Tryb TERAZ — Uliana Jelonek i Joanna Wysocka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>
          <a:solidFill>
            <a:schemeClr val="phClr"/>
          </a:solidFill>
        </a:ln>
        <a:ln w="12700">
          <a:solidFill>
            <a:schemeClr val="phClr"/>
          </a:solidFill>
        </a:ln>
        <a:ln w="19050">
          <a:solidFill>
            <a:schemeClr val="phClr"/>
          </a:solidFill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Application>Microsoft Office PowerPoint</Application>
  <PresentationFormat>Panoramiczny</PresentationFormat>
  <Slides>24</Slides>
  <Notes>24</Notes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Homo Urgens: Tryb TERAZ — Uliana Jelonek i Joanna Wysocka</dc:title>
  <dc:creator>Uliana Jelonek i Joanna Wysocka</dc:creator>
  <cp:lastModifiedBy>Uliana Jelonek i Joanna Wysocka</cp:lastModifiedBy>
  <dcterms:created xsi:type="dcterms:W3CDTF">2026-10-28T10:20:29Z</dcterms:created>
  <dcterms:modified xsi:type="dcterms:W3CDTF">2026-10-28T10:20:29Z</dcterms:modified>
</cp:coreProperties>
</file>